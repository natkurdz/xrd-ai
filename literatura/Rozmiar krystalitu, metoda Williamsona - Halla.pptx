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3"/>
  </p:notesMasterIdLst>
  <p:sldIdLst>
    <p:sldId id="256" r:id="rId5"/>
    <p:sldId id="257" r:id="rId6"/>
    <p:sldId id="260" r:id="rId7"/>
    <p:sldId id="259" r:id="rId8"/>
    <p:sldId id="261" r:id="rId9"/>
    <p:sldId id="264" r:id="rId10"/>
    <p:sldId id="267" r:id="rId11"/>
    <p:sldId id="266" r:id="rId12"/>
    <p:sldId id="268" r:id="rId13"/>
    <p:sldId id="269" r:id="rId14"/>
    <p:sldId id="270" r:id="rId15"/>
    <p:sldId id="271" r:id="rId16"/>
    <p:sldId id="262" r:id="rId17"/>
    <p:sldId id="272" r:id="rId18"/>
    <p:sldId id="258" r:id="rId19"/>
    <p:sldId id="276" r:id="rId20"/>
    <p:sldId id="274" r:id="rId21"/>
    <p:sldId id="273" r:id="rId22"/>
  </p:sldIdLst>
  <p:sldSz cx="12192000" cy="6858000"/>
  <p:notesSz cx="6858000" cy="9144000"/>
  <p:defaultText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653" autoAdjust="0"/>
    <p:restoredTop sz="80079" autoAdjust="0"/>
  </p:normalViewPr>
  <p:slideViewPr>
    <p:cSldViewPr snapToGrid="0">
      <p:cViewPr varScale="1">
        <p:scale>
          <a:sx n="66" d="100"/>
          <a:sy n="66" d="100"/>
        </p:scale>
        <p:origin x="840"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l-PL"/>
          </a:p>
        </p:txBody>
      </p:sp>
      <p:sp>
        <p:nvSpPr>
          <p:cNvPr id="3" name="Symbol zastępczy daty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142DE1-D69B-4279-A391-662F062F44A3}" type="datetimeFigureOut">
              <a:rPr lang="pl-PL" smtClean="0"/>
              <a:t>24.06.2025</a:t>
            </a:fld>
            <a:endParaRPr lang="pl-PL"/>
          </a:p>
        </p:txBody>
      </p:sp>
      <p:sp>
        <p:nvSpPr>
          <p:cNvPr id="4" name="Symbol zastępczy obrazu slajd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l-PL"/>
          </a:p>
        </p:txBody>
      </p:sp>
      <p:sp>
        <p:nvSpPr>
          <p:cNvPr id="5" name="Symbol zastępczy notatek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6" name="Symbol zastępczy stop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l-PL"/>
          </a:p>
        </p:txBody>
      </p:sp>
      <p:sp>
        <p:nvSpPr>
          <p:cNvPr id="7" name="Symbol zastępczy numeru slajd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3A4C6A-F68F-4203-B784-6D1417D8E235}" type="slidenum">
              <a:rPr lang="pl-PL" smtClean="0"/>
              <a:t>‹#›</a:t>
            </a:fld>
            <a:endParaRPr lang="pl-PL"/>
          </a:p>
        </p:txBody>
      </p:sp>
    </p:spTree>
    <p:extLst>
      <p:ext uri="{BB962C8B-B14F-4D97-AF65-F5344CB8AC3E}">
        <p14:creationId xmlns:p14="http://schemas.microsoft.com/office/powerpoint/2010/main" val="2215744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pl-PL" dirty="0"/>
          </a:p>
        </p:txBody>
      </p:sp>
      <p:sp>
        <p:nvSpPr>
          <p:cNvPr id="4" name="Symbol zastępczy numeru slajdu 3"/>
          <p:cNvSpPr>
            <a:spLocks noGrp="1"/>
          </p:cNvSpPr>
          <p:nvPr>
            <p:ph type="sldNum" sz="quarter" idx="5"/>
          </p:nvPr>
        </p:nvSpPr>
        <p:spPr/>
        <p:txBody>
          <a:bodyPr/>
          <a:lstStyle/>
          <a:p>
            <a:fld id="{503A4C6A-F68F-4203-B784-6D1417D8E235}" type="slidenum">
              <a:rPr lang="pl-PL" smtClean="0"/>
              <a:t>1</a:t>
            </a:fld>
            <a:endParaRPr lang="pl-PL"/>
          </a:p>
        </p:txBody>
      </p:sp>
    </p:spTree>
    <p:extLst>
      <p:ext uri="{BB962C8B-B14F-4D97-AF65-F5344CB8AC3E}">
        <p14:creationId xmlns:p14="http://schemas.microsoft.com/office/powerpoint/2010/main" val="1263357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pl-PL" dirty="0"/>
          </a:p>
        </p:txBody>
      </p:sp>
      <p:sp>
        <p:nvSpPr>
          <p:cNvPr id="4" name="Symbol zastępczy numeru slajdu 3"/>
          <p:cNvSpPr>
            <a:spLocks noGrp="1"/>
          </p:cNvSpPr>
          <p:nvPr>
            <p:ph type="sldNum" sz="quarter" idx="5"/>
          </p:nvPr>
        </p:nvSpPr>
        <p:spPr/>
        <p:txBody>
          <a:bodyPr/>
          <a:lstStyle/>
          <a:p>
            <a:fld id="{503A4C6A-F68F-4203-B784-6D1417D8E235}" type="slidenum">
              <a:rPr lang="pl-PL" smtClean="0"/>
              <a:t>4</a:t>
            </a:fld>
            <a:endParaRPr lang="pl-PL"/>
          </a:p>
        </p:txBody>
      </p:sp>
    </p:spTree>
    <p:extLst>
      <p:ext uri="{BB962C8B-B14F-4D97-AF65-F5344CB8AC3E}">
        <p14:creationId xmlns:p14="http://schemas.microsoft.com/office/powerpoint/2010/main" val="39332890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sz="1200" kern="1200" dirty="0">
                <a:solidFill>
                  <a:schemeClr val="tx1"/>
                </a:solidFill>
                <a:effectLst/>
                <a:latin typeface="+mn-lt"/>
                <a:ea typeface="+mn-ea"/>
                <a:cs typeface="+mn-cs"/>
              </a:rPr>
              <a:t> transmisyjnego mikroskopu elektronowego (TEM), wibracyjnego magnetometru próbki (VSM) i dyfrakcji rentgenowskiej (XRD)</a:t>
            </a:r>
          </a:p>
          <a:p>
            <a:r>
              <a:rPr lang="pl-PL" sz="1200" kern="1200" dirty="0">
                <a:solidFill>
                  <a:schemeClr val="tx1"/>
                </a:solidFill>
                <a:effectLst/>
                <a:latin typeface="+mn-lt"/>
                <a:ea typeface="+mn-ea"/>
                <a:cs typeface="+mn-cs"/>
              </a:rPr>
              <a:t>Właściwości optyczne materiałów również zależą od rozmiaru krystalitów. </a:t>
            </a:r>
            <a:endParaRPr lang="pl-PL" dirty="0"/>
          </a:p>
        </p:txBody>
      </p:sp>
      <p:sp>
        <p:nvSpPr>
          <p:cNvPr id="4" name="Symbol zastępczy numeru slajdu 3"/>
          <p:cNvSpPr>
            <a:spLocks noGrp="1"/>
          </p:cNvSpPr>
          <p:nvPr>
            <p:ph type="sldNum" sz="quarter" idx="5"/>
          </p:nvPr>
        </p:nvSpPr>
        <p:spPr/>
        <p:txBody>
          <a:bodyPr/>
          <a:lstStyle/>
          <a:p>
            <a:fld id="{503A4C6A-F68F-4203-B784-6D1417D8E235}" type="slidenum">
              <a:rPr lang="pl-PL" smtClean="0"/>
              <a:t>5</a:t>
            </a:fld>
            <a:endParaRPr lang="pl-PL"/>
          </a:p>
        </p:txBody>
      </p:sp>
    </p:spTree>
    <p:extLst>
      <p:ext uri="{BB962C8B-B14F-4D97-AF65-F5344CB8AC3E}">
        <p14:creationId xmlns:p14="http://schemas.microsoft.com/office/powerpoint/2010/main" val="41408729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pl-PL" dirty="0"/>
          </a:p>
        </p:txBody>
      </p:sp>
      <p:sp>
        <p:nvSpPr>
          <p:cNvPr id="4" name="Symbol zastępczy numeru slajdu 3"/>
          <p:cNvSpPr>
            <a:spLocks noGrp="1"/>
          </p:cNvSpPr>
          <p:nvPr>
            <p:ph type="sldNum" sz="quarter" idx="5"/>
          </p:nvPr>
        </p:nvSpPr>
        <p:spPr/>
        <p:txBody>
          <a:bodyPr/>
          <a:lstStyle/>
          <a:p>
            <a:fld id="{503A4C6A-F68F-4203-B784-6D1417D8E235}" type="slidenum">
              <a:rPr lang="pl-PL" smtClean="0"/>
              <a:t>6</a:t>
            </a:fld>
            <a:endParaRPr lang="pl-PL"/>
          </a:p>
        </p:txBody>
      </p:sp>
    </p:spTree>
    <p:extLst>
      <p:ext uri="{BB962C8B-B14F-4D97-AF65-F5344CB8AC3E}">
        <p14:creationId xmlns:p14="http://schemas.microsoft.com/office/powerpoint/2010/main" val="31223131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62084-169F-3C67-5961-BDE21DB017EA}"/>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16746534-243C-94C3-EC59-92FC63004A46}"/>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FD52D4C4-A983-D18E-08A3-2EDAAAD2A912}"/>
              </a:ext>
            </a:extLst>
          </p:cNvPr>
          <p:cNvSpPr>
            <a:spLocks noGrp="1"/>
          </p:cNvSpPr>
          <p:nvPr>
            <p:ph type="body" idx="1"/>
          </p:nvPr>
        </p:nvSpPr>
        <p:spPr/>
        <p:txBody>
          <a:bodyPr/>
          <a:lstStyle/>
          <a:p>
            <a:endParaRPr lang="pl-PL" dirty="0"/>
          </a:p>
        </p:txBody>
      </p:sp>
      <p:sp>
        <p:nvSpPr>
          <p:cNvPr id="4" name="Symbol zastępczy numeru slajdu 3">
            <a:extLst>
              <a:ext uri="{FF2B5EF4-FFF2-40B4-BE49-F238E27FC236}">
                <a16:creationId xmlns:a16="http://schemas.microsoft.com/office/drawing/2014/main" id="{696D7522-2B93-A1C1-ED9A-6F70FCA29930}"/>
              </a:ext>
            </a:extLst>
          </p:cNvPr>
          <p:cNvSpPr>
            <a:spLocks noGrp="1"/>
          </p:cNvSpPr>
          <p:nvPr>
            <p:ph type="sldNum" sz="quarter" idx="5"/>
          </p:nvPr>
        </p:nvSpPr>
        <p:spPr/>
        <p:txBody>
          <a:bodyPr/>
          <a:lstStyle/>
          <a:p>
            <a:fld id="{503A4C6A-F68F-4203-B784-6D1417D8E235}" type="slidenum">
              <a:rPr lang="pl-PL" smtClean="0"/>
              <a:t>7</a:t>
            </a:fld>
            <a:endParaRPr lang="pl-PL"/>
          </a:p>
        </p:txBody>
      </p:sp>
    </p:spTree>
    <p:extLst>
      <p:ext uri="{BB962C8B-B14F-4D97-AF65-F5344CB8AC3E}">
        <p14:creationId xmlns:p14="http://schemas.microsoft.com/office/powerpoint/2010/main" val="1960991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pl-PL" dirty="0"/>
          </a:p>
        </p:txBody>
      </p:sp>
      <p:sp>
        <p:nvSpPr>
          <p:cNvPr id="4" name="Symbol zastępczy numeru slajdu 3"/>
          <p:cNvSpPr>
            <a:spLocks noGrp="1"/>
          </p:cNvSpPr>
          <p:nvPr>
            <p:ph type="sldNum" sz="quarter" idx="5"/>
          </p:nvPr>
        </p:nvSpPr>
        <p:spPr/>
        <p:txBody>
          <a:bodyPr/>
          <a:lstStyle/>
          <a:p>
            <a:fld id="{503A4C6A-F68F-4203-B784-6D1417D8E235}" type="slidenum">
              <a:rPr lang="pl-PL" smtClean="0"/>
              <a:t>8</a:t>
            </a:fld>
            <a:endParaRPr lang="pl-PL"/>
          </a:p>
        </p:txBody>
      </p:sp>
    </p:spTree>
    <p:extLst>
      <p:ext uri="{BB962C8B-B14F-4D97-AF65-F5344CB8AC3E}">
        <p14:creationId xmlns:p14="http://schemas.microsoft.com/office/powerpoint/2010/main" val="38000376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0364A-3C7A-6330-2F0B-49ACA9FCB54D}"/>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76795C02-BE2C-D7C8-7316-B0499932A87A}"/>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B07FADEC-4504-1EB7-213C-83060B9C8E1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l-PL" sz="1200" kern="1200" dirty="0">
                <a:solidFill>
                  <a:schemeClr val="tx1"/>
                </a:solidFill>
                <a:effectLst/>
                <a:latin typeface="+mn-lt"/>
                <a:ea typeface="+mn-ea"/>
                <a:cs typeface="+mn-cs"/>
              </a:rPr>
              <a:t>To poszerzenie instrumentalne w pikach XRD wynika z przenikania promieni X do próbki, szerokości szczeliny, niedoskonałej monochromatyczności oraz niedoskonałego ogniskowania.</a:t>
            </a:r>
          </a:p>
          <a:p>
            <a:r>
              <a:rPr lang="pl-PL" sz="1200" kern="1200" dirty="0">
                <a:solidFill>
                  <a:schemeClr val="tx1"/>
                </a:solidFill>
                <a:effectLst/>
                <a:latin typeface="+mn-lt"/>
                <a:ea typeface="+mn-ea"/>
                <a:cs typeface="+mn-cs"/>
              </a:rPr>
              <a:t>Aby odseparować te czynniki, konieczne jest zebranie widma dyfrakcyjnego z próbki referencyjnej. Duże cząstki krzemu mogą pełnić funkcję próbki odniesienia. Można również użyć gruboziarnistych cząstek tego samego materiału.</a:t>
            </a:r>
            <a:endParaRPr lang="pl-PL" dirty="0"/>
          </a:p>
        </p:txBody>
      </p:sp>
      <p:sp>
        <p:nvSpPr>
          <p:cNvPr id="4" name="Symbol zastępczy numeru slajdu 3">
            <a:extLst>
              <a:ext uri="{FF2B5EF4-FFF2-40B4-BE49-F238E27FC236}">
                <a16:creationId xmlns:a16="http://schemas.microsoft.com/office/drawing/2014/main" id="{2EF17CB1-2232-8645-3E69-250EE533AB17}"/>
              </a:ext>
            </a:extLst>
          </p:cNvPr>
          <p:cNvSpPr>
            <a:spLocks noGrp="1"/>
          </p:cNvSpPr>
          <p:nvPr>
            <p:ph type="sldNum" sz="quarter" idx="5"/>
          </p:nvPr>
        </p:nvSpPr>
        <p:spPr/>
        <p:txBody>
          <a:bodyPr/>
          <a:lstStyle/>
          <a:p>
            <a:fld id="{503A4C6A-F68F-4203-B784-6D1417D8E235}" type="slidenum">
              <a:rPr lang="pl-PL" smtClean="0"/>
              <a:t>9</a:t>
            </a:fld>
            <a:endParaRPr lang="pl-PL"/>
          </a:p>
        </p:txBody>
      </p:sp>
    </p:spTree>
    <p:extLst>
      <p:ext uri="{BB962C8B-B14F-4D97-AF65-F5344CB8AC3E}">
        <p14:creationId xmlns:p14="http://schemas.microsoft.com/office/powerpoint/2010/main" val="5792170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D002C-EEA9-7ABF-A6C9-8FA70B664356}"/>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19F2B14-0415-184C-FB7D-9C9D70BA7564}"/>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058446BE-A8DC-AF55-09CB-2E3345C9AF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l-PL" sz="1200" kern="1200" dirty="0">
                <a:solidFill>
                  <a:schemeClr val="tx1"/>
                </a:solidFill>
                <a:effectLst/>
                <a:latin typeface="+mn-lt"/>
                <a:ea typeface="+mn-ea"/>
                <a:cs typeface="+mn-cs"/>
              </a:rPr>
              <a:t>To poszerzenie instrumentalne w pikach XRD wynika z przenikania promieni X do próbki, szerokości szczeliny, niedoskonałej monochromatyczności oraz niedoskonałego ogniskowania.</a:t>
            </a:r>
          </a:p>
          <a:p>
            <a:r>
              <a:rPr lang="pl-PL" sz="1200" kern="1200" dirty="0">
                <a:solidFill>
                  <a:schemeClr val="tx1"/>
                </a:solidFill>
                <a:effectLst/>
                <a:latin typeface="+mn-lt"/>
                <a:ea typeface="+mn-ea"/>
                <a:cs typeface="+mn-cs"/>
              </a:rPr>
              <a:t>Aby odseparować te czynniki, konieczne jest zebranie widma dyfrakcyjnego z próbki referencyjnej. Duże cząstki krzemu mogą pełnić funkcję próbki odniesienia. Można również użyć gruboziarnistych cząstek tego samego materiału.</a:t>
            </a:r>
            <a:endParaRPr lang="pl-PL" dirty="0"/>
          </a:p>
          <a:p>
            <a:endParaRPr lang="pl-PL" dirty="0"/>
          </a:p>
        </p:txBody>
      </p:sp>
      <p:sp>
        <p:nvSpPr>
          <p:cNvPr id="4" name="Symbol zastępczy numeru slajdu 3">
            <a:extLst>
              <a:ext uri="{FF2B5EF4-FFF2-40B4-BE49-F238E27FC236}">
                <a16:creationId xmlns:a16="http://schemas.microsoft.com/office/drawing/2014/main" id="{1D8652E3-5CC8-9A61-A3EB-EBDBCE808BAE}"/>
              </a:ext>
            </a:extLst>
          </p:cNvPr>
          <p:cNvSpPr>
            <a:spLocks noGrp="1"/>
          </p:cNvSpPr>
          <p:nvPr>
            <p:ph type="sldNum" sz="quarter" idx="5"/>
          </p:nvPr>
        </p:nvSpPr>
        <p:spPr/>
        <p:txBody>
          <a:bodyPr/>
          <a:lstStyle/>
          <a:p>
            <a:fld id="{503A4C6A-F68F-4203-B784-6D1417D8E235}" type="slidenum">
              <a:rPr lang="pl-PL" smtClean="0"/>
              <a:t>10</a:t>
            </a:fld>
            <a:endParaRPr lang="pl-PL"/>
          </a:p>
        </p:txBody>
      </p:sp>
    </p:spTree>
    <p:extLst>
      <p:ext uri="{BB962C8B-B14F-4D97-AF65-F5344CB8AC3E}">
        <p14:creationId xmlns:p14="http://schemas.microsoft.com/office/powerpoint/2010/main" val="41223600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4D621-1138-8F8D-8017-72C726457C60}"/>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83753FE-8C9C-CB49-2CE5-B57FF2936E20}"/>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EDC262BF-3C83-A8D1-639A-5F0AB40E5240}"/>
              </a:ext>
            </a:extLst>
          </p:cNvPr>
          <p:cNvSpPr>
            <a:spLocks noGrp="1"/>
          </p:cNvSpPr>
          <p:nvPr>
            <p:ph type="body" idx="1"/>
          </p:nvPr>
        </p:nvSpPr>
        <p:spPr/>
        <p:txBody>
          <a:bodyPr/>
          <a:lstStyle/>
          <a:p>
            <a:endParaRPr lang="pl-PL" dirty="0"/>
          </a:p>
        </p:txBody>
      </p:sp>
      <p:sp>
        <p:nvSpPr>
          <p:cNvPr id="4" name="Symbol zastępczy numeru slajdu 3">
            <a:extLst>
              <a:ext uri="{FF2B5EF4-FFF2-40B4-BE49-F238E27FC236}">
                <a16:creationId xmlns:a16="http://schemas.microsoft.com/office/drawing/2014/main" id="{D2314D31-BDE8-9EA7-6A69-452101DCD233}"/>
              </a:ext>
            </a:extLst>
          </p:cNvPr>
          <p:cNvSpPr>
            <a:spLocks noGrp="1"/>
          </p:cNvSpPr>
          <p:nvPr>
            <p:ph type="sldNum" sz="quarter" idx="5"/>
          </p:nvPr>
        </p:nvSpPr>
        <p:spPr/>
        <p:txBody>
          <a:bodyPr/>
          <a:lstStyle/>
          <a:p>
            <a:fld id="{503A4C6A-F68F-4203-B784-6D1417D8E235}" type="slidenum">
              <a:rPr lang="pl-PL" smtClean="0"/>
              <a:t>11</a:t>
            </a:fld>
            <a:endParaRPr lang="pl-PL"/>
          </a:p>
        </p:txBody>
      </p:sp>
    </p:spTree>
    <p:extLst>
      <p:ext uri="{BB962C8B-B14F-4D97-AF65-F5344CB8AC3E}">
        <p14:creationId xmlns:p14="http://schemas.microsoft.com/office/powerpoint/2010/main" val="16667526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2043E-8226-8CB8-BD0B-997E96AA59A3}"/>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BFE18CFA-064E-D93E-7CF1-AE93CFC6CB59}"/>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23EAE9A0-9FDE-712F-EA90-19E1433BAE39}"/>
              </a:ext>
            </a:extLst>
          </p:cNvPr>
          <p:cNvSpPr>
            <a:spLocks noGrp="1"/>
          </p:cNvSpPr>
          <p:nvPr>
            <p:ph type="body" idx="1"/>
          </p:nvPr>
        </p:nvSpPr>
        <p:spPr/>
        <p:txBody>
          <a:bodyPr/>
          <a:lstStyle/>
          <a:p>
            <a:endParaRPr lang="pl-PL" dirty="0"/>
          </a:p>
        </p:txBody>
      </p:sp>
      <p:sp>
        <p:nvSpPr>
          <p:cNvPr id="4" name="Symbol zastępczy numeru slajdu 3">
            <a:extLst>
              <a:ext uri="{FF2B5EF4-FFF2-40B4-BE49-F238E27FC236}">
                <a16:creationId xmlns:a16="http://schemas.microsoft.com/office/drawing/2014/main" id="{13B021C3-FB35-1136-318C-CFAE3F44BA64}"/>
              </a:ext>
            </a:extLst>
          </p:cNvPr>
          <p:cNvSpPr>
            <a:spLocks noGrp="1"/>
          </p:cNvSpPr>
          <p:nvPr>
            <p:ph type="sldNum" sz="quarter" idx="5"/>
          </p:nvPr>
        </p:nvSpPr>
        <p:spPr/>
        <p:txBody>
          <a:bodyPr/>
          <a:lstStyle/>
          <a:p>
            <a:fld id="{503A4C6A-F68F-4203-B784-6D1417D8E235}" type="slidenum">
              <a:rPr lang="pl-PL" smtClean="0"/>
              <a:t>12</a:t>
            </a:fld>
            <a:endParaRPr lang="pl-PL"/>
          </a:p>
        </p:txBody>
      </p:sp>
    </p:spTree>
    <p:extLst>
      <p:ext uri="{BB962C8B-B14F-4D97-AF65-F5344CB8AC3E}">
        <p14:creationId xmlns:p14="http://schemas.microsoft.com/office/powerpoint/2010/main" val="38823140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13E24-D6BD-34C2-F48C-0951246AE037}"/>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C561C540-C610-6542-8C3A-555A280A335C}"/>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BC74A1B7-BAD0-D719-18FF-C894FDE1E5BC}"/>
              </a:ext>
            </a:extLst>
          </p:cNvPr>
          <p:cNvSpPr>
            <a:spLocks noGrp="1"/>
          </p:cNvSpPr>
          <p:nvPr>
            <p:ph type="body" idx="1"/>
          </p:nvPr>
        </p:nvSpPr>
        <p:spPr/>
        <p:txBody>
          <a:bodyPr/>
          <a:lstStyle/>
          <a:p>
            <a:endParaRPr lang="pl-PL" dirty="0"/>
          </a:p>
        </p:txBody>
      </p:sp>
      <p:sp>
        <p:nvSpPr>
          <p:cNvPr id="4" name="Symbol zastępczy numeru slajdu 3">
            <a:extLst>
              <a:ext uri="{FF2B5EF4-FFF2-40B4-BE49-F238E27FC236}">
                <a16:creationId xmlns:a16="http://schemas.microsoft.com/office/drawing/2014/main" id="{6A1F61CB-5070-6090-69EB-97DB6716EFA9}"/>
              </a:ext>
            </a:extLst>
          </p:cNvPr>
          <p:cNvSpPr>
            <a:spLocks noGrp="1"/>
          </p:cNvSpPr>
          <p:nvPr>
            <p:ph type="sldNum" sz="quarter" idx="5"/>
          </p:nvPr>
        </p:nvSpPr>
        <p:spPr/>
        <p:txBody>
          <a:bodyPr/>
          <a:lstStyle/>
          <a:p>
            <a:fld id="{503A4C6A-F68F-4203-B784-6D1417D8E235}" type="slidenum">
              <a:rPr lang="pl-PL" smtClean="0"/>
              <a:t>14</a:t>
            </a:fld>
            <a:endParaRPr lang="pl-PL"/>
          </a:p>
        </p:txBody>
      </p:sp>
    </p:spTree>
    <p:extLst>
      <p:ext uri="{BB962C8B-B14F-4D97-AF65-F5344CB8AC3E}">
        <p14:creationId xmlns:p14="http://schemas.microsoft.com/office/powerpoint/2010/main" val="10707952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pl-PL" dirty="0"/>
          </a:p>
        </p:txBody>
      </p:sp>
      <p:sp>
        <p:nvSpPr>
          <p:cNvPr id="4" name="Symbol zastępczy numeru slajdu 3"/>
          <p:cNvSpPr>
            <a:spLocks noGrp="1"/>
          </p:cNvSpPr>
          <p:nvPr>
            <p:ph type="sldNum" sz="quarter" idx="5"/>
          </p:nvPr>
        </p:nvSpPr>
        <p:spPr/>
        <p:txBody>
          <a:bodyPr/>
          <a:lstStyle/>
          <a:p>
            <a:fld id="{503A4C6A-F68F-4203-B784-6D1417D8E235}" type="slidenum">
              <a:rPr lang="pl-PL" smtClean="0"/>
              <a:t>15</a:t>
            </a:fld>
            <a:endParaRPr lang="pl-PL"/>
          </a:p>
        </p:txBody>
      </p:sp>
    </p:spTree>
    <p:extLst>
      <p:ext uri="{BB962C8B-B14F-4D97-AF65-F5344CB8AC3E}">
        <p14:creationId xmlns:p14="http://schemas.microsoft.com/office/powerpoint/2010/main" val="33753592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9A172-CFF5-B120-C7EB-29B3ABE036C8}"/>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6D72A21E-9845-F841-F174-38E38CCEE50E}"/>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61A35948-8A0F-2DF8-5522-964389622C6E}"/>
              </a:ext>
            </a:extLst>
          </p:cNvPr>
          <p:cNvSpPr>
            <a:spLocks noGrp="1"/>
          </p:cNvSpPr>
          <p:nvPr>
            <p:ph type="body" idx="1"/>
          </p:nvPr>
        </p:nvSpPr>
        <p:spPr/>
        <p:txBody>
          <a:bodyPr/>
          <a:lstStyle/>
          <a:p>
            <a:endParaRPr lang="pl-PL" dirty="0"/>
          </a:p>
        </p:txBody>
      </p:sp>
      <p:sp>
        <p:nvSpPr>
          <p:cNvPr id="4" name="Symbol zastępczy numeru slajdu 3">
            <a:extLst>
              <a:ext uri="{FF2B5EF4-FFF2-40B4-BE49-F238E27FC236}">
                <a16:creationId xmlns:a16="http://schemas.microsoft.com/office/drawing/2014/main" id="{A25D262F-0B82-CC08-7C68-4114E30873B9}"/>
              </a:ext>
            </a:extLst>
          </p:cNvPr>
          <p:cNvSpPr>
            <a:spLocks noGrp="1"/>
          </p:cNvSpPr>
          <p:nvPr>
            <p:ph type="sldNum" sz="quarter" idx="5"/>
          </p:nvPr>
        </p:nvSpPr>
        <p:spPr/>
        <p:txBody>
          <a:bodyPr/>
          <a:lstStyle/>
          <a:p>
            <a:fld id="{503A4C6A-F68F-4203-B784-6D1417D8E235}" type="slidenum">
              <a:rPr lang="pl-PL" smtClean="0"/>
              <a:t>16</a:t>
            </a:fld>
            <a:endParaRPr lang="pl-PL"/>
          </a:p>
        </p:txBody>
      </p:sp>
    </p:spTree>
    <p:extLst>
      <p:ext uri="{BB962C8B-B14F-4D97-AF65-F5344CB8AC3E}">
        <p14:creationId xmlns:p14="http://schemas.microsoft.com/office/powerpoint/2010/main" val="28241218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pl-PL" dirty="0"/>
          </a:p>
        </p:txBody>
      </p:sp>
      <p:sp>
        <p:nvSpPr>
          <p:cNvPr id="4" name="Symbol zastępczy numeru slajdu 3"/>
          <p:cNvSpPr>
            <a:spLocks noGrp="1"/>
          </p:cNvSpPr>
          <p:nvPr>
            <p:ph type="sldNum" sz="quarter" idx="5"/>
          </p:nvPr>
        </p:nvSpPr>
        <p:spPr/>
        <p:txBody>
          <a:bodyPr/>
          <a:lstStyle/>
          <a:p>
            <a:fld id="{503A4C6A-F68F-4203-B784-6D1417D8E235}" type="slidenum">
              <a:rPr lang="pl-PL" smtClean="0"/>
              <a:t>17</a:t>
            </a:fld>
            <a:endParaRPr lang="pl-PL"/>
          </a:p>
        </p:txBody>
      </p:sp>
    </p:spTree>
    <p:extLst>
      <p:ext uri="{BB962C8B-B14F-4D97-AF65-F5344CB8AC3E}">
        <p14:creationId xmlns:p14="http://schemas.microsoft.com/office/powerpoint/2010/main" val="41220268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E6A5D18-4251-112B-5D22-577FD15CFC0F}"/>
              </a:ext>
            </a:extLst>
          </p:cNvPr>
          <p:cNvSpPr>
            <a:spLocks noGrp="1"/>
          </p:cNvSpPr>
          <p:nvPr>
            <p:ph type="ctrTitle"/>
          </p:nvPr>
        </p:nvSpPr>
        <p:spPr>
          <a:xfrm>
            <a:off x="1524000" y="1122363"/>
            <a:ext cx="9144000" cy="2387600"/>
          </a:xfrm>
        </p:spPr>
        <p:txBody>
          <a:bodyPr anchor="b"/>
          <a:lstStyle>
            <a:lvl1pPr algn="ctr">
              <a:defRPr sz="6000"/>
            </a:lvl1pPr>
          </a:lstStyle>
          <a:p>
            <a:r>
              <a:rPr lang="pl-PL"/>
              <a:t>Kliknij, aby edytować styl</a:t>
            </a:r>
          </a:p>
        </p:txBody>
      </p:sp>
      <p:sp>
        <p:nvSpPr>
          <p:cNvPr id="3" name="Podtytuł 2">
            <a:extLst>
              <a:ext uri="{FF2B5EF4-FFF2-40B4-BE49-F238E27FC236}">
                <a16:creationId xmlns:a16="http://schemas.microsoft.com/office/drawing/2014/main" id="{72AF2A08-AEBF-3428-6806-8A9C81A9699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p>
        </p:txBody>
      </p:sp>
      <p:sp>
        <p:nvSpPr>
          <p:cNvPr id="4" name="Symbol zastępczy daty 3">
            <a:extLst>
              <a:ext uri="{FF2B5EF4-FFF2-40B4-BE49-F238E27FC236}">
                <a16:creationId xmlns:a16="http://schemas.microsoft.com/office/drawing/2014/main" id="{03903B52-8011-FC5E-721F-FA1A1E175B91}"/>
              </a:ext>
            </a:extLst>
          </p:cNvPr>
          <p:cNvSpPr>
            <a:spLocks noGrp="1"/>
          </p:cNvSpPr>
          <p:nvPr>
            <p:ph type="dt" sz="half" idx="10"/>
          </p:nvPr>
        </p:nvSpPr>
        <p:spPr/>
        <p:txBody>
          <a:bodyPr/>
          <a:lstStyle/>
          <a:p>
            <a:fld id="{D9C31D7B-E9EB-41FE-8BBA-E15624062425}" type="datetimeFigureOut">
              <a:rPr lang="pl-PL" smtClean="0"/>
              <a:t>24.06.2025</a:t>
            </a:fld>
            <a:endParaRPr lang="pl-PL"/>
          </a:p>
        </p:txBody>
      </p:sp>
      <p:sp>
        <p:nvSpPr>
          <p:cNvPr id="5" name="Symbol zastępczy stopki 4">
            <a:extLst>
              <a:ext uri="{FF2B5EF4-FFF2-40B4-BE49-F238E27FC236}">
                <a16:creationId xmlns:a16="http://schemas.microsoft.com/office/drawing/2014/main" id="{F4E862FD-3298-676D-8601-3484CA194C4B}"/>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9E724F8E-EC40-5A1C-EE6A-23362BF9256E}"/>
              </a:ext>
            </a:extLst>
          </p:cNvPr>
          <p:cNvSpPr>
            <a:spLocks noGrp="1"/>
          </p:cNvSpPr>
          <p:nvPr>
            <p:ph type="sldNum" sz="quarter" idx="12"/>
          </p:nvPr>
        </p:nvSpPr>
        <p:spPr/>
        <p:txBody>
          <a:bodyPr/>
          <a:lstStyle/>
          <a:p>
            <a:fld id="{B6A1F7C1-9267-4C7F-A6B6-89ED00FFE3F1}" type="slidenum">
              <a:rPr lang="pl-PL" smtClean="0"/>
              <a:t>‹#›</a:t>
            </a:fld>
            <a:endParaRPr lang="pl-PL"/>
          </a:p>
        </p:txBody>
      </p:sp>
    </p:spTree>
    <p:extLst>
      <p:ext uri="{BB962C8B-B14F-4D97-AF65-F5344CB8AC3E}">
        <p14:creationId xmlns:p14="http://schemas.microsoft.com/office/powerpoint/2010/main" val="11208111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AA5A0CA-699C-C17D-3D12-1EB90D7A1DD5}"/>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40819A52-DDC4-DB0B-E7D0-73EC35BF26D7}"/>
              </a:ext>
            </a:extLst>
          </p:cNvPr>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D4B7FAAE-333E-09FC-E0F7-E7134B7535D4}"/>
              </a:ext>
            </a:extLst>
          </p:cNvPr>
          <p:cNvSpPr>
            <a:spLocks noGrp="1"/>
          </p:cNvSpPr>
          <p:nvPr>
            <p:ph type="dt" sz="half" idx="10"/>
          </p:nvPr>
        </p:nvSpPr>
        <p:spPr/>
        <p:txBody>
          <a:bodyPr/>
          <a:lstStyle/>
          <a:p>
            <a:fld id="{D9C31D7B-E9EB-41FE-8BBA-E15624062425}" type="datetimeFigureOut">
              <a:rPr lang="pl-PL" smtClean="0"/>
              <a:t>24.06.2025</a:t>
            </a:fld>
            <a:endParaRPr lang="pl-PL"/>
          </a:p>
        </p:txBody>
      </p:sp>
      <p:sp>
        <p:nvSpPr>
          <p:cNvPr id="5" name="Symbol zastępczy stopki 4">
            <a:extLst>
              <a:ext uri="{FF2B5EF4-FFF2-40B4-BE49-F238E27FC236}">
                <a16:creationId xmlns:a16="http://schemas.microsoft.com/office/drawing/2014/main" id="{64DFDBCC-E429-9186-B8CA-CF4CD25057A8}"/>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0D93CB81-9CF0-9C18-6011-AAB1984CDC16}"/>
              </a:ext>
            </a:extLst>
          </p:cNvPr>
          <p:cNvSpPr>
            <a:spLocks noGrp="1"/>
          </p:cNvSpPr>
          <p:nvPr>
            <p:ph type="sldNum" sz="quarter" idx="12"/>
          </p:nvPr>
        </p:nvSpPr>
        <p:spPr/>
        <p:txBody>
          <a:bodyPr/>
          <a:lstStyle/>
          <a:p>
            <a:fld id="{B6A1F7C1-9267-4C7F-A6B6-89ED00FFE3F1}" type="slidenum">
              <a:rPr lang="pl-PL" smtClean="0"/>
              <a:t>‹#›</a:t>
            </a:fld>
            <a:endParaRPr lang="pl-PL"/>
          </a:p>
        </p:txBody>
      </p:sp>
    </p:spTree>
    <p:extLst>
      <p:ext uri="{BB962C8B-B14F-4D97-AF65-F5344CB8AC3E}">
        <p14:creationId xmlns:p14="http://schemas.microsoft.com/office/powerpoint/2010/main" val="20943431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5D9AD8F9-140B-805B-0F6E-6821290F1466}"/>
              </a:ext>
            </a:extLst>
          </p:cNvPr>
          <p:cNvSpPr>
            <a:spLocks noGrp="1"/>
          </p:cNvSpPr>
          <p:nvPr>
            <p:ph type="title"/>
          </p:nvPr>
        </p:nvSpPr>
        <p:spPr>
          <a:xfrm>
            <a:off x="831850" y="1709738"/>
            <a:ext cx="10515600" cy="2852737"/>
          </a:xfrm>
        </p:spPr>
        <p:txBody>
          <a:bodyPr anchor="b"/>
          <a:lstStyle>
            <a:lvl1pPr>
              <a:defRPr sz="6000"/>
            </a:lvl1pPr>
          </a:lstStyle>
          <a:p>
            <a:r>
              <a:rPr lang="pl-PL"/>
              <a:t>Kliknij, aby edytować styl</a:t>
            </a:r>
          </a:p>
        </p:txBody>
      </p:sp>
      <p:sp>
        <p:nvSpPr>
          <p:cNvPr id="3" name="Symbol zastępczy tekstu 2">
            <a:extLst>
              <a:ext uri="{FF2B5EF4-FFF2-40B4-BE49-F238E27FC236}">
                <a16:creationId xmlns:a16="http://schemas.microsoft.com/office/drawing/2014/main" id="{03E5FD80-7E9F-C62D-9DF7-915E5FDA1BB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pl-PL"/>
              <a:t>Kliknij, aby edytować style wzorca tekstu</a:t>
            </a:r>
          </a:p>
        </p:txBody>
      </p:sp>
      <p:sp>
        <p:nvSpPr>
          <p:cNvPr id="4" name="Symbol zastępczy daty 3">
            <a:extLst>
              <a:ext uri="{FF2B5EF4-FFF2-40B4-BE49-F238E27FC236}">
                <a16:creationId xmlns:a16="http://schemas.microsoft.com/office/drawing/2014/main" id="{B7933438-13FC-D68D-35DA-CB0ED878F616}"/>
              </a:ext>
            </a:extLst>
          </p:cNvPr>
          <p:cNvSpPr>
            <a:spLocks noGrp="1"/>
          </p:cNvSpPr>
          <p:nvPr>
            <p:ph type="dt" sz="half" idx="10"/>
          </p:nvPr>
        </p:nvSpPr>
        <p:spPr/>
        <p:txBody>
          <a:bodyPr/>
          <a:lstStyle/>
          <a:p>
            <a:fld id="{D9C31D7B-E9EB-41FE-8BBA-E15624062425}" type="datetimeFigureOut">
              <a:rPr lang="pl-PL" smtClean="0"/>
              <a:t>24.06.2025</a:t>
            </a:fld>
            <a:endParaRPr lang="pl-PL"/>
          </a:p>
        </p:txBody>
      </p:sp>
      <p:sp>
        <p:nvSpPr>
          <p:cNvPr id="5" name="Symbol zastępczy stopki 4">
            <a:extLst>
              <a:ext uri="{FF2B5EF4-FFF2-40B4-BE49-F238E27FC236}">
                <a16:creationId xmlns:a16="http://schemas.microsoft.com/office/drawing/2014/main" id="{3E9F504C-29CA-3910-F500-D84ECB6688CA}"/>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AC5739B5-9649-8181-D887-FBB6FE723CBE}"/>
              </a:ext>
            </a:extLst>
          </p:cNvPr>
          <p:cNvSpPr>
            <a:spLocks noGrp="1"/>
          </p:cNvSpPr>
          <p:nvPr>
            <p:ph type="sldNum" sz="quarter" idx="12"/>
          </p:nvPr>
        </p:nvSpPr>
        <p:spPr/>
        <p:txBody>
          <a:bodyPr/>
          <a:lstStyle/>
          <a:p>
            <a:fld id="{B6A1F7C1-9267-4C7F-A6B6-89ED00FFE3F1}" type="slidenum">
              <a:rPr lang="pl-PL" smtClean="0"/>
              <a:t>‹#›</a:t>
            </a:fld>
            <a:endParaRPr lang="pl-PL"/>
          </a:p>
        </p:txBody>
      </p:sp>
    </p:spTree>
    <p:extLst>
      <p:ext uri="{BB962C8B-B14F-4D97-AF65-F5344CB8AC3E}">
        <p14:creationId xmlns:p14="http://schemas.microsoft.com/office/powerpoint/2010/main" val="526449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6756177-CFDF-51AC-D635-10610F4E06AB}"/>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F5760BC9-2CE7-EC12-73BF-BA7AE8F59F76}"/>
              </a:ext>
            </a:extLst>
          </p:cNvPr>
          <p:cNvSpPr>
            <a:spLocks noGrp="1"/>
          </p:cNvSpPr>
          <p:nvPr>
            <p:ph sz="half" idx="1"/>
          </p:nvPr>
        </p:nvSpPr>
        <p:spPr>
          <a:xfrm>
            <a:off x="838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zawartości 3">
            <a:extLst>
              <a:ext uri="{FF2B5EF4-FFF2-40B4-BE49-F238E27FC236}">
                <a16:creationId xmlns:a16="http://schemas.microsoft.com/office/drawing/2014/main" id="{A5EE4A38-A1B1-E3AA-990B-23AA681B9B52}"/>
              </a:ext>
            </a:extLst>
          </p:cNvPr>
          <p:cNvSpPr>
            <a:spLocks noGrp="1"/>
          </p:cNvSpPr>
          <p:nvPr>
            <p:ph sz="half" idx="2"/>
          </p:nvPr>
        </p:nvSpPr>
        <p:spPr>
          <a:xfrm>
            <a:off x="6172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daty 4">
            <a:extLst>
              <a:ext uri="{FF2B5EF4-FFF2-40B4-BE49-F238E27FC236}">
                <a16:creationId xmlns:a16="http://schemas.microsoft.com/office/drawing/2014/main" id="{01362790-76F3-8CA1-D36E-E6DF504F67C6}"/>
              </a:ext>
            </a:extLst>
          </p:cNvPr>
          <p:cNvSpPr>
            <a:spLocks noGrp="1"/>
          </p:cNvSpPr>
          <p:nvPr>
            <p:ph type="dt" sz="half" idx="10"/>
          </p:nvPr>
        </p:nvSpPr>
        <p:spPr/>
        <p:txBody>
          <a:bodyPr/>
          <a:lstStyle/>
          <a:p>
            <a:fld id="{D9C31D7B-E9EB-41FE-8BBA-E15624062425}" type="datetimeFigureOut">
              <a:rPr lang="pl-PL" smtClean="0"/>
              <a:t>24.06.2025</a:t>
            </a:fld>
            <a:endParaRPr lang="pl-PL"/>
          </a:p>
        </p:txBody>
      </p:sp>
      <p:sp>
        <p:nvSpPr>
          <p:cNvPr id="6" name="Symbol zastępczy stopki 5">
            <a:extLst>
              <a:ext uri="{FF2B5EF4-FFF2-40B4-BE49-F238E27FC236}">
                <a16:creationId xmlns:a16="http://schemas.microsoft.com/office/drawing/2014/main" id="{68D89FF3-DB32-290F-872D-A0F0F5E90C20}"/>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22BF36A8-FCF5-73F8-3B0D-577D08A10DEA}"/>
              </a:ext>
            </a:extLst>
          </p:cNvPr>
          <p:cNvSpPr>
            <a:spLocks noGrp="1"/>
          </p:cNvSpPr>
          <p:nvPr>
            <p:ph type="sldNum" sz="quarter" idx="12"/>
          </p:nvPr>
        </p:nvSpPr>
        <p:spPr/>
        <p:txBody>
          <a:bodyPr/>
          <a:lstStyle/>
          <a:p>
            <a:fld id="{B6A1F7C1-9267-4C7F-A6B6-89ED00FFE3F1}" type="slidenum">
              <a:rPr lang="pl-PL" smtClean="0"/>
              <a:t>‹#›</a:t>
            </a:fld>
            <a:endParaRPr lang="pl-PL"/>
          </a:p>
        </p:txBody>
      </p:sp>
    </p:spTree>
    <p:extLst>
      <p:ext uri="{BB962C8B-B14F-4D97-AF65-F5344CB8AC3E}">
        <p14:creationId xmlns:p14="http://schemas.microsoft.com/office/powerpoint/2010/main" val="30212271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558EEDF-B59B-27EA-C735-48DF7D982739}"/>
              </a:ext>
            </a:extLst>
          </p:cNvPr>
          <p:cNvSpPr>
            <a:spLocks noGrp="1"/>
          </p:cNvSpPr>
          <p:nvPr>
            <p:ph type="title"/>
          </p:nvPr>
        </p:nvSpPr>
        <p:spPr>
          <a:xfrm>
            <a:off x="839788" y="365125"/>
            <a:ext cx="10515600" cy="1325563"/>
          </a:xfrm>
        </p:spPr>
        <p:txBody>
          <a:bodyPr/>
          <a:lstStyle/>
          <a:p>
            <a:r>
              <a:rPr lang="pl-PL"/>
              <a:t>Kliknij, aby edytować styl</a:t>
            </a:r>
          </a:p>
        </p:txBody>
      </p:sp>
      <p:sp>
        <p:nvSpPr>
          <p:cNvPr id="3" name="Symbol zastępczy tekstu 2">
            <a:extLst>
              <a:ext uri="{FF2B5EF4-FFF2-40B4-BE49-F238E27FC236}">
                <a16:creationId xmlns:a16="http://schemas.microsoft.com/office/drawing/2014/main" id="{DDD84417-85E5-B873-65F8-763F7111C3D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Symbol zastępczy zawartości 3">
            <a:extLst>
              <a:ext uri="{FF2B5EF4-FFF2-40B4-BE49-F238E27FC236}">
                <a16:creationId xmlns:a16="http://schemas.microsoft.com/office/drawing/2014/main" id="{F0A1FA3D-362C-CFC4-DCB2-2362E9CD1574}"/>
              </a:ext>
            </a:extLst>
          </p:cNvPr>
          <p:cNvSpPr>
            <a:spLocks noGrp="1"/>
          </p:cNvSpPr>
          <p:nvPr>
            <p:ph sz="half" idx="2"/>
          </p:nvPr>
        </p:nvSpPr>
        <p:spPr>
          <a:xfrm>
            <a:off x="839788" y="2505075"/>
            <a:ext cx="5157787"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tekstu 4">
            <a:extLst>
              <a:ext uri="{FF2B5EF4-FFF2-40B4-BE49-F238E27FC236}">
                <a16:creationId xmlns:a16="http://schemas.microsoft.com/office/drawing/2014/main" id="{06DE3C68-ABAB-25C4-5F0C-6CDBA4CE29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Symbol zastępczy zawartości 5">
            <a:extLst>
              <a:ext uri="{FF2B5EF4-FFF2-40B4-BE49-F238E27FC236}">
                <a16:creationId xmlns:a16="http://schemas.microsoft.com/office/drawing/2014/main" id="{73AB08E4-FB2D-0C39-730D-AE02F811E41C}"/>
              </a:ext>
            </a:extLst>
          </p:cNvPr>
          <p:cNvSpPr>
            <a:spLocks noGrp="1"/>
          </p:cNvSpPr>
          <p:nvPr>
            <p:ph sz="quarter" idx="4"/>
          </p:nvPr>
        </p:nvSpPr>
        <p:spPr>
          <a:xfrm>
            <a:off x="6172200" y="2505075"/>
            <a:ext cx="5183188"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7" name="Symbol zastępczy daty 6">
            <a:extLst>
              <a:ext uri="{FF2B5EF4-FFF2-40B4-BE49-F238E27FC236}">
                <a16:creationId xmlns:a16="http://schemas.microsoft.com/office/drawing/2014/main" id="{D9A50B65-E468-DFB8-F058-9C5FA1FAA3C1}"/>
              </a:ext>
            </a:extLst>
          </p:cNvPr>
          <p:cNvSpPr>
            <a:spLocks noGrp="1"/>
          </p:cNvSpPr>
          <p:nvPr>
            <p:ph type="dt" sz="half" idx="10"/>
          </p:nvPr>
        </p:nvSpPr>
        <p:spPr/>
        <p:txBody>
          <a:bodyPr/>
          <a:lstStyle/>
          <a:p>
            <a:fld id="{D9C31D7B-E9EB-41FE-8BBA-E15624062425}" type="datetimeFigureOut">
              <a:rPr lang="pl-PL" smtClean="0"/>
              <a:t>24.06.2025</a:t>
            </a:fld>
            <a:endParaRPr lang="pl-PL"/>
          </a:p>
        </p:txBody>
      </p:sp>
      <p:sp>
        <p:nvSpPr>
          <p:cNvPr id="8" name="Symbol zastępczy stopki 7">
            <a:extLst>
              <a:ext uri="{FF2B5EF4-FFF2-40B4-BE49-F238E27FC236}">
                <a16:creationId xmlns:a16="http://schemas.microsoft.com/office/drawing/2014/main" id="{1C4EA028-1E69-33BA-6E0A-C18FB610A8EF}"/>
              </a:ext>
            </a:extLst>
          </p:cNvPr>
          <p:cNvSpPr>
            <a:spLocks noGrp="1"/>
          </p:cNvSpPr>
          <p:nvPr>
            <p:ph type="ftr" sz="quarter" idx="11"/>
          </p:nvPr>
        </p:nvSpPr>
        <p:spPr/>
        <p:txBody>
          <a:bodyPr/>
          <a:lstStyle/>
          <a:p>
            <a:endParaRPr lang="pl-PL"/>
          </a:p>
        </p:txBody>
      </p:sp>
      <p:sp>
        <p:nvSpPr>
          <p:cNvPr id="9" name="Symbol zastępczy numeru slajdu 8">
            <a:extLst>
              <a:ext uri="{FF2B5EF4-FFF2-40B4-BE49-F238E27FC236}">
                <a16:creationId xmlns:a16="http://schemas.microsoft.com/office/drawing/2014/main" id="{815B5591-CD06-19BF-E11D-39185BD67CAF}"/>
              </a:ext>
            </a:extLst>
          </p:cNvPr>
          <p:cNvSpPr>
            <a:spLocks noGrp="1"/>
          </p:cNvSpPr>
          <p:nvPr>
            <p:ph type="sldNum" sz="quarter" idx="12"/>
          </p:nvPr>
        </p:nvSpPr>
        <p:spPr/>
        <p:txBody>
          <a:bodyPr/>
          <a:lstStyle/>
          <a:p>
            <a:fld id="{B6A1F7C1-9267-4C7F-A6B6-89ED00FFE3F1}" type="slidenum">
              <a:rPr lang="pl-PL" smtClean="0"/>
              <a:t>‹#›</a:t>
            </a:fld>
            <a:endParaRPr lang="pl-PL"/>
          </a:p>
        </p:txBody>
      </p:sp>
    </p:spTree>
    <p:extLst>
      <p:ext uri="{BB962C8B-B14F-4D97-AF65-F5344CB8AC3E}">
        <p14:creationId xmlns:p14="http://schemas.microsoft.com/office/powerpoint/2010/main" val="25741873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57192FB-A9AC-7709-348C-8FE71D7E85C1}"/>
              </a:ext>
            </a:extLst>
          </p:cNvPr>
          <p:cNvSpPr>
            <a:spLocks noGrp="1"/>
          </p:cNvSpPr>
          <p:nvPr>
            <p:ph type="title"/>
          </p:nvPr>
        </p:nvSpPr>
        <p:spPr/>
        <p:txBody>
          <a:bodyPr/>
          <a:lstStyle/>
          <a:p>
            <a:r>
              <a:rPr lang="pl-PL"/>
              <a:t>Kliknij, aby edytować styl</a:t>
            </a:r>
          </a:p>
        </p:txBody>
      </p:sp>
      <p:sp>
        <p:nvSpPr>
          <p:cNvPr id="3" name="Symbol zastępczy daty 2">
            <a:extLst>
              <a:ext uri="{FF2B5EF4-FFF2-40B4-BE49-F238E27FC236}">
                <a16:creationId xmlns:a16="http://schemas.microsoft.com/office/drawing/2014/main" id="{48020F1B-380F-2CA9-9D9F-B067DEA5CC58}"/>
              </a:ext>
            </a:extLst>
          </p:cNvPr>
          <p:cNvSpPr>
            <a:spLocks noGrp="1"/>
          </p:cNvSpPr>
          <p:nvPr>
            <p:ph type="dt" sz="half" idx="10"/>
          </p:nvPr>
        </p:nvSpPr>
        <p:spPr/>
        <p:txBody>
          <a:bodyPr/>
          <a:lstStyle/>
          <a:p>
            <a:fld id="{D9C31D7B-E9EB-41FE-8BBA-E15624062425}" type="datetimeFigureOut">
              <a:rPr lang="pl-PL" smtClean="0"/>
              <a:t>24.06.2025</a:t>
            </a:fld>
            <a:endParaRPr lang="pl-PL"/>
          </a:p>
        </p:txBody>
      </p:sp>
      <p:sp>
        <p:nvSpPr>
          <p:cNvPr id="4" name="Symbol zastępczy stopki 3">
            <a:extLst>
              <a:ext uri="{FF2B5EF4-FFF2-40B4-BE49-F238E27FC236}">
                <a16:creationId xmlns:a16="http://schemas.microsoft.com/office/drawing/2014/main" id="{20BD05DA-2113-2486-18B5-5483FCC67E0A}"/>
              </a:ext>
            </a:extLst>
          </p:cNvPr>
          <p:cNvSpPr>
            <a:spLocks noGrp="1"/>
          </p:cNvSpPr>
          <p:nvPr>
            <p:ph type="ftr" sz="quarter" idx="11"/>
          </p:nvPr>
        </p:nvSpPr>
        <p:spPr/>
        <p:txBody>
          <a:bodyPr/>
          <a:lstStyle/>
          <a:p>
            <a:endParaRPr lang="pl-PL"/>
          </a:p>
        </p:txBody>
      </p:sp>
      <p:sp>
        <p:nvSpPr>
          <p:cNvPr id="5" name="Symbol zastępczy numeru slajdu 4">
            <a:extLst>
              <a:ext uri="{FF2B5EF4-FFF2-40B4-BE49-F238E27FC236}">
                <a16:creationId xmlns:a16="http://schemas.microsoft.com/office/drawing/2014/main" id="{927A8B82-B954-A5B1-7F82-ED61F7F030FB}"/>
              </a:ext>
            </a:extLst>
          </p:cNvPr>
          <p:cNvSpPr>
            <a:spLocks noGrp="1"/>
          </p:cNvSpPr>
          <p:nvPr>
            <p:ph type="sldNum" sz="quarter" idx="12"/>
          </p:nvPr>
        </p:nvSpPr>
        <p:spPr/>
        <p:txBody>
          <a:bodyPr/>
          <a:lstStyle/>
          <a:p>
            <a:fld id="{B6A1F7C1-9267-4C7F-A6B6-89ED00FFE3F1}" type="slidenum">
              <a:rPr lang="pl-PL" smtClean="0"/>
              <a:t>‹#›</a:t>
            </a:fld>
            <a:endParaRPr lang="pl-PL"/>
          </a:p>
        </p:txBody>
      </p:sp>
    </p:spTree>
    <p:extLst>
      <p:ext uri="{BB962C8B-B14F-4D97-AF65-F5344CB8AC3E}">
        <p14:creationId xmlns:p14="http://schemas.microsoft.com/office/powerpoint/2010/main" val="35048069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Symbol zastępczy daty 1">
            <a:extLst>
              <a:ext uri="{FF2B5EF4-FFF2-40B4-BE49-F238E27FC236}">
                <a16:creationId xmlns:a16="http://schemas.microsoft.com/office/drawing/2014/main" id="{9443CCCB-9EBB-8F22-2862-64E48D3FB176}"/>
              </a:ext>
            </a:extLst>
          </p:cNvPr>
          <p:cNvSpPr>
            <a:spLocks noGrp="1"/>
          </p:cNvSpPr>
          <p:nvPr>
            <p:ph type="dt" sz="half" idx="10"/>
          </p:nvPr>
        </p:nvSpPr>
        <p:spPr/>
        <p:txBody>
          <a:bodyPr/>
          <a:lstStyle/>
          <a:p>
            <a:fld id="{D9C31D7B-E9EB-41FE-8BBA-E15624062425}" type="datetimeFigureOut">
              <a:rPr lang="pl-PL" smtClean="0"/>
              <a:t>24.06.2025</a:t>
            </a:fld>
            <a:endParaRPr lang="pl-PL"/>
          </a:p>
        </p:txBody>
      </p:sp>
      <p:sp>
        <p:nvSpPr>
          <p:cNvPr id="3" name="Symbol zastępczy stopki 2">
            <a:extLst>
              <a:ext uri="{FF2B5EF4-FFF2-40B4-BE49-F238E27FC236}">
                <a16:creationId xmlns:a16="http://schemas.microsoft.com/office/drawing/2014/main" id="{0D52F16D-9BEE-6214-BB4C-5C7D7D4E51B2}"/>
              </a:ext>
            </a:extLst>
          </p:cNvPr>
          <p:cNvSpPr>
            <a:spLocks noGrp="1"/>
          </p:cNvSpPr>
          <p:nvPr>
            <p:ph type="ftr" sz="quarter" idx="11"/>
          </p:nvPr>
        </p:nvSpPr>
        <p:spPr/>
        <p:txBody>
          <a:bodyPr/>
          <a:lstStyle/>
          <a:p>
            <a:endParaRPr lang="pl-PL"/>
          </a:p>
        </p:txBody>
      </p:sp>
      <p:sp>
        <p:nvSpPr>
          <p:cNvPr id="4" name="Symbol zastępczy numeru slajdu 3">
            <a:extLst>
              <a:ext uri="{FF2B5EF4-FFF2-40B4-BE49-F238E27FC236}">
                <a16:creationId xmlns:a16="http://schemas.microsoft.com/office/drawing/2014/main" id="{C7E59ED5-82FA-B679-AAAA-F747F87F0F04}"/>
              </a:ext>
            </a:extLst>
          </p:cNvPr>
          <p:cNvSpPr>
            <a:spLocks noGrp="1"/>
          </p:cNvSpPr>
          <p:nvPr>
            <p:ph type="sldNum" sz="quarter" idx="12"/>
          </p:nvPr>
        </p:nvSpPr>
        <p:spPr/>
        <p:txBody>
          <a:bodyPr/>
          <a:lstStyle/>
          <a:p>
            <a:fld id="{B6A1F7C1-9267-4C7F-A6B6-89ED00FFE3F1}" type="slidenum">
              <a:rPr lang="pl-PL" smtClean="0"/>
              <a:t>‹#›</a:t>
            </a:fld>
            <a:endParaRPr lang="pl-PL"/>
          </a:p>
        </p:txBody>
      </p:sp>
    </p:spTree>
    <p:extLst>
      <p:ext uri="{BB962C8B-B14F-4D97-AF65-F5344CB8AC3E}">
        <p14:creationId xmlns:p14="http://schemas.microsoft.com/office/powerpoint/2010/main" val="5380066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87C2F83-754C-DB8C-DCBD-8D35EFF58335}"/>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zawartości 2">
            <a:extLst>
              <a:ext uri="{FF2B5EF4-FFF2-40B4-BE49-F238E27FC236}">
                <a16:creationId xmlns:a16="http://schemas.microsoft.com/office/drawing/2014/main" id="{F1F6EA31-B175-3D99-7F80-4CEDDF648D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tekstu 3">
            <a:extLst>
              <a:ext uri="{FF2B5EF4-FFF2-40B4-BE49-F238E27FC236}">
                <a16:creationId xmlns:a16="http://schemas.microsoft.com/office/drawing/2014/main" id="{BD520D71-6015-3F7B-333B-6CB012B0DB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53827C27-C7EB-0E02-1D11-76BBFE9DD65B}"/>
              </a:ext>
            </a:extLst>
          </p:cNvPr>
          <p:cNvSpPr>
            <a:spLocks noGrp="1"/>
          </p:cNvSpPr>
          <p:nvPr>
            <p:ph type="dt" sz="half" idx="10"/>
          </p:nvPr>
        </p:nvSpPr>
        <p:spPr/>
        <p:txBody>
          <a:bodyPr/>
          <a:lstStyle/>
          <a:p>
            <a:fld id="{D9C31D7B-E9EB-41FE-8BBA-E15624062425}" type="datetimeFigureOut">
              <a:rPr lang="pl-PL" smtClean="0"/>
              <a:t>24.06.2025</a:t>
            </a:fld>
            <a:endParaRPr lang="pl-PL"/>
          </a:p>
        </p:txBody>
      </p:sp>
      <p:sp>
        <p:nvSpPr>
          <p:cNvPr id="6" name="Symbol zastępczy stopki 5">
            <a:extLst>
              <a:ext uri="{FF2B5EF4-FFF2-40B4-BE49-F238E27FC236}">
                <a16:creationId xmlns:a16="http://schemas.microsoft.com/office/drawing/2014/main" id="{420B1D8B-D853-2D7F-8C2F-3EC0B209C83F}"/>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079218B9-EF20-FDDC-AD5A-8A3456BA85B9}"/>
              </a:ext>
            </a:extLst>
          </p:cNvPr>
          <p:cNvSpPr>
            <a:spLocks noGrp="1"/>
          </p:cNvSpPr>
          <p:nvPr>
            <p:ph type="sldNum" sz="quarter" idx="12"/>
          </p:nvPr>
        </p:nvSpPr>
        <p:spPr/>
        <p:txBody>
          <a:bodyPr/>
          <a:lstStyle/>
          <a:p>
            <a:fld id="{B6A1F7C1-9267-4C7F-A6B6-89ED00FFE3F1}" type="slidenum">
              <a:rPr lang="pl-PL" smtClean="0"/>
              <a:t>‹#›</a:t>
            </a:fld>
            <a:endParaRPr lang="pl-PL"/>
          </a:p>
        </p:txBody>
      </p:sp>
    </p:spTree>
    <p:extLst>
      <p:ext uri="{BB962C8B-B14F-4D97-AF65-F5344CB8AC3E}">
        <p14:creationId xmlns:p14="http://schemas.microsoft.com/office/powerpoint/2010/main" val="26810300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EF664F0-2E8F-7E41-7DF0-EBCCD0D97880}"/>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obrazu 2">
            <a:extLst>
              <a:ext uri="{FF2B5EF4-FFF2-40B4-BE49-F238E27FC236}">
                <a16:creationId xmlns:a16="http://schemas.microsoft.com/office/drawing/2014/main" id="{D1A09FF2-2491-B4D9-A605-D4C93CA7A49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l-PL"/>
          </a:p>
        </p:txBody>
      </p:sp>
      <p:sp>
        <p:nvSpPr>
          <p:cNvPr id="4" name="Symbol zastępczy tekstu 3">
            <a:extLst>
              <a:ext uri="{FF2B5EF4-FFF2-40B4-BE49-F238E27FC236}">
                <a16:creationId xmlns:a16="http://schemas.microsoft.com/office/drawing/2014/main" id="{D0CCC436-6E9A-701F-7DDB-EE4EF706F6A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8F48D2C2-05D4-F650-D2C2-3BE665280CBA}"/>
              </a:ext>
            </a:extLst>
          </p:cNvPr>
          <p:cNvSpPr>
            <a:spLocks noGrp="1"/>
          </p:cNvSpPr>
          <p:nvPr>
            <p:ph type="dt" sz="half" idx="10"/>
          </p:nvPr>
        </p:nvSpPr>
        <p:spPr/>
        <p:txBody>
          <a:bodyPr/>
          <a:lstStyle/>
          <a:p>
            <a:fld id="{D9C31D7B-E9EB-41FE-8BBA-E15624062425}" type="datetimeFigureOut">
              <a:rPr lang="pl-PL" smtClean="0"/>
              <a:t>24.06.2025</a:t>
            </a:fld>
            <a:endParaRPr lang="pl-PL"/>
          </a:p>
        </p:txBody>
      </p:sp>
      <p:sp>
        <p:nvSpPr>
          <p:cNvPr id="6" name="Symbol zastępczy stopki 5">
            <a:extLst>
              <a:ext uri="{FF2B5EF4-FFF2-40B4-BE49-F238E27FC236}">
                <a16:creationId xmlns:a16="http://schemas.microsoft.com/office/drawing/2014/main" id="{3BBCC5CB-0D69-D050-1D7A-3B507890C514}"/>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ED6E4007-A17E-433B-5130-98C237CD796D}"/>
              </a:ext>
            </a:extLst>
          </p:cNvPr>
          <p:cNvSpPr>
            <a:spLocks noGrp="1"/>
          </p:cNvSpPr>
          <p:nvPr>
            <p:ph type="sldNum" sz="quarter" idx="12"/>
          </p:nvPr>
        </p:nvSpPr>
        <p:spPr/>
        <p:txBody>
          <a:bodyPr/>
          <a:lstStyle/>
          <a:p>
            <a:fld id="{B6A1F7C1-9267-4C7F-A6B6-89ED00FFE3F1}" type="slidenum">
              <a:rPr lang="pl-PL" smtClean="0"/>
              <a:t>‹#›</a:t>
            </a:fld>
            <a:endParaRPr lang="pl-PL"/>
          </a:p>
        </p:txBody>
      </p:sp>
    </p:spTree>
    <p:extLst>
      <p:ext uri="{BB962C8B-B14F-4D97-AF65-F5344CB8AC3E}">
        <p14:creationId xmlns:p14="http://schemas.microsoft.com/office/powerpoint/2010/main" val="13603660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3FA6AFF-7948-65C2-2457-810AD5784120}"/>
              </a:ext>
            </a:extLst>
          </p:cNvPr>
          <p:cNvSpPr>
            <a:spLocks noGrp="1"/>
          </p:cNvSpPr>
          <p:nvPr>
            <p:ph type="title"/>
          </p:nvPr>
        </p:nvSpPr>
        <p:spPr/>
        <p:txBody>
          <a:bodyPr/>
          <a:lstStyle/>
          <a:p>
            <a:r>
              <a:rPr lang="pl-PL"/>
              <a:t>Kliknij, aby edytować styl</a:t>
            </a:r>
          </a:p>
        </p:txBody>
      </p:sp>
      <p:sp>
        <p:nvSpPr>
          <p:cNvPr id="3" name="Symbol zastępczy tytułu pionowego 2">
            <a:extLst>
              <a:ext uri="{FF2B5EF4-FFF2-40B4-BE49-F238E27FC236}">
                <a16:creationId xmlns:a16="http://schemas.microsoft.com/office/drawing/2014/main" id="{E1F57FDD-1652-BA48-B616-5517E970A3E9}"/>
              </a:ext>
            </a:extLst>
          </p:cNvPr>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4BE008C5-CB3F-6BB0-786D-2DEA78E424E7}"/>
              </a:ext>
            </a:extLst>
          </p:cNvPr>
          <p:cNvSpPr>
            <a:spLocks noGrp="1"/>
          </p:cNvSpPr>
          <p:nvPr>
            <p:ph type="dt" sz="half" idx="10"/>
          </p:nvPr>
        </p:nvSpPr>
        <p:spPr/>
        <p:txBody>
          <a:bodyPr/>
          <a:lstStyle/>
          <a:p>
            <a:fld id="{D9C31D7B-E9EB-41FE-8BBA-E15624062425}" type="datetimeFigureOut">
              <a:rPr lang="pl-PL" smtClean="0"/>
              <a:t>24.06.2025</a:t>
            </a:fld>
            <a:endParaRPr lang="pl-PL"/>
          </a:p>
        </p:txBody>
      </p:sp>
      <p:sp>
        <p:nvSpPr>
          <p:cNvPr id="5" name="Symbol zastępczy stopki 4">
            <a:extLst>
              <a:ext uri="{FF2B5EF4-FFF2-40B4-BE49-F238E27FC236}">
                <a16:creationId xmlns:a16="http://schemas.microsoft.com/office/drawing/2014/main" id="{A81A451B-CAF1-83BE-CDA5-ADD53AB0C200}"/>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262842B5-5D94-B0F2-BC1A-50C12B435E06}"/>
              </a:ext>
            </a:extLst>
          </p:cNvPr>
          <p:cNvSpPr>
            <a:spLocks noGrp="1"/>
          </p:cNvSpPr>
          <p:nvPr>
            <p:ph type="sldNum" sz="quarter" idx="12"/>
          </p:nvPr>
        </p:nvSpPr>
        <p:spPr/>
        <p:txBody>
          <a:bodyPr/>
          <a:lstStyle/>
          <a:p>
            <a:fld id="{B6A1F7C1-9267-4C7F-A6B6-89ED00FFE3F1}" type="slidenum">
              <a:rPr lang="pl-PL" smtClean="0"/>
              <a:t>‹#›</a:t>
            </a:fld>
            <a:endParaRPr lang="pl-PL"/>
          </a:p>
        </p:txBody>
      </p:sp>
    </p:spTree>
    <p:extLst>
      <p:ext uri="{BB962C8B-B14F-4D97-AF65-F5344CB8AC3E}">
        <p14:creationId xmlns:p14="http://schemas.microsoft.com/office/powerpoint/2010/main" val="12139926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Tytuł pionowy 1">
            <a:extLst>
              <a:ext uri="{FF2B5EF4-FFF2-40B4-BE49-F238E27FC236}">
                <a16:creationId xmlns:a16="http://schemas.microsoft.com/office/drawing/2014/main" id="{A3E44F75-57CE-85AB-0501-E037D067AE86}"/>
              </a:ext>
            </a:extLst>
          </p:cNvPr>
          <p:cNvSpPr>
            <a:spLocks noGrp="1"/>
          </p:cNvSpPr>
          <p:nvPr>
            <p:ph type="title" orient="vert"/>
          </p:nvPr>
        </p:nvSpPr>
        <p:spPr>
          <a:xfrm>
            <a:off x="8724900" y="365125"/>
            <a:ext cx="2628900" cy="5811838"/>
          </a:xfrm>
        </p:spPr>
        <p:txBody>
          <a:bodyPr vert="eaVert"/>
          <a:lstStyle/>
          <a:p>
            <a:r>
              <a:rPr lang="pl-PL"/>
              <a:t>Kliknij, aby edytować styl</a:t>
            </a:r>
          </a:p>
        </p:txBody>
      </p:sp>
      <p:sp>
        <p:nvSpPr>
          <p:cNvPr id="3" name="Symbol zastępczy tytułu pionowego 2">
            <a:extLst>
              <a:ext uri="{FF2B5EF4-FFF2-40B4-BE49-F238E27FC236}">
                <a16:creationId xmlns:a16="http://schemas.microsoft.com/office/drawing/2014/main" id="{9E2B6A0A-0136-A0CA-0D73-5040ADC476AA}"/>
              </a:ext>
            </a:extLst>
          </p:cNvPr>
          <p:cNvSpPr>
            <a:spLocks noGrp="1"/>
          </p:cNvSpPr>
          <p:nvPr>
            <p:ph type="body" orient="vert" idx="1"/>
          </p:nvPr>
        </p:nvSpPr>
        <p:spPr>
          <a:xfrm>
            <a:off x="838200" y="365125"/>
            <a:ext cx="7734300" cy="5811838"/>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AD320204-5316-040A-AFC7-B6FFDDA536A6}"/>
              </a:ext>
            </a:extLst>
          </p:cNvPr>
          <p:cNvSpPr>
            <a:spLocks noGrp="1"/>
          </p:cNvSpPr>
          <p:nvPr>
            <p:ph type="dt" sz="half" idx="10"/>
          </p:nvPr>
        </p:nvSpPr>
        <p:spPr/>
        <p:txBody>
          <a:bodyPr/>
          <a:lstStyle/>
          <a:p>
            <a:fld id="{D9C31D7B-E9EB-41FE-8BBA-E15624062425}" type="datetimeFigureOut">
              <a:rPr lang="pl-PL" smtClean="0"/>
              <a:t>24.06.2025</a:t>
            </a:fld>
            <a:endParaRPr lang="pl-PL"/>
          </a:p>
        </p:txBody>
      </p:sp>
      <p:sp>
        <p:nvSpPr>
          <p:cNvPr id="5" name="Symbol zastępczy stopki 4">
            <a:extLst>
              <a:ext uri="{FF2B5EF4-FFF2-40B4-BE49-F238E27FC236}">
                <a16:creationId xmlns:a16="http://schemas.microsoft.com/office/drawing/2014/main" id="{E133B590-574A-618E-31EA-A8A55DD4A197}"/>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00097D38-3085-712D-C5F1-729830657190}"/>
              </a:ext>
            </a:extLst>
          </p:cNvPr>
          <p:cNvSpPr>
            <a:spLocks noGrp="1"/>
          </p:cNvSpPr>
          <p:nvPr>
            <p:ph type="sldNum" sz="quarter" idx="12"/>
          </p:nvPr>
        </p:nvSpPr>
        <p:spPr/>
        <p:txBody>
          <a:bodyPr/>
          <a:lstStyle/>
          <a:p>
            <a:fld id="{B6A1F7C1-9267-4C7F-A6B6-89ED00FFE3F1}" type="slidenum">
              <a:rPr lang="pl-PL" smtClean="0"/>
              <a:t>‹#›</a:t>
            </a:fld>
            <a:endParaRPr lang="pl-PL"/>
          </a:p>
        </p:txBody>
      </p:sp>
    </p:spTree>
    <p:extLst>
      <p:ext uri="{BB962C8B-B14F-4D97-AF65-F5344CB8AC3E}">
        <p14:creationId xmlns:p14="http://schemas.microsoft.com/office/powerpoint/2010/main" val="3547792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tytułu 1">
            <a:extLst>
              <a:ext uri="{FF2B5EF4-FFF2-40B4-BE49-F238E27FC236}">
                <a16:creationId xmlns:a16="http://schemas.microsoft.com/office/drawing/2014/main" id="{48B36342-45CC-3557-CB58-2E0A99BF19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l-PL"/>
              <a:t>Kliknij, aby edytować styl</a:t>
            </a:r>
          </a:p>
        </p:txBody>
      </p:sp>
      <p:sp>
        <p:nvSpPr>
          <p:cNvPr id="3" name="Symbol zastępczy tekstu 2">
            <a:extLst>
              <a:ext uri="{FF2B5EF4-FFF2-40B4-BE49-F238E27FC236}">
                <a16:creationId xmlns:a16="http://schemas.microsoft.com/office/drawing/2014/main" id="{8E4E6D4E-1D93-8182-00EE-7FEC79F19E1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6DAFE0D1-06A2-08F1-70DE-AA44EF01E0A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9C31D7B-E9EB-41FE-8BBA-E15624062425}" type="datetimeFigureOut">
              <a:rPr lang="pl-PL" smtClean="0"/>
              <a:t>24.06.2025</a:t>
            </a:fld>
            <a:endParaRPr lang="pl-PL"/>
          </a:p>
        </p:txBody>
      </p:sp>
      <p:sp>
        <p:nvSpPr>
          <p:cNvPr id="5" name="Symbol zastępczy stopki 4">
            <a:extLst>
              <a:ext uri="{FF2B5EF4-FFF2-40B4-BE49-F238E27FC236}">
                <a16:creationId xmlns:a16="http://schemas.microsoft.com/office/drawing/2014/main" id="{1D4E3DB1-5F30-607C-48AF-3ED02BCC584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pl-PL"/>
          </a:p>
        </p:txBody>
      </p:sp>
      <p:sp>
        <p:nvSpPr>
          <p:cNvPr id="6" name="Symbol zastępczy numeru slajdu 5">
            <a:extLst>
              <a:ext uri="{FF2B5EF4-FFF2-40B4-BE49-F238E27FC236}">
                <a16:creationId xmlns:a16="http://schemas.microsoft.com/office/drawing/2014/main" id="{7A1EB2F3-8D24-42B2-7689-654FE11C89C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6A1F7C1-9267-4C7F-A6B6-89ED00FFE3F1}" type="slidenum">
              <a:rPr lang="pl-PL" smtClean="0"/>
              <a:t>‹#›</a:t>
            </a:fld>
            <a:endParaRPr lang="pl-PL"/>
          </a:p>
        </p:txBody>
      </p:sp>
    </p:spTree>
    <p:extLst>
      <p:ext uri="{BB962C8B-B14F-4D97-AF65-F5344CB8AC3E}">
        <p14:creationId xmlns:p14="http://schemas.microsoft.com/office/powerpoint/2010/main" val="36816781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FEC7823C-FDD6-429C-986C-063FDEBF9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Shape 42">
            <a:extLst>
              <a:ext uri="{FF2B5EF4-FFF2-40B4-BE49-F238E27FC236}">
                <a16:creationId xmlns:a16="http://schemas.microsoft.com/office/drawing/2014/main" id="{9CF7FE1C-8BC5-4B0C-A2BC-93AB72C90F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68100" y="-1"/>
            <a:ext cx="10423900" cy="5920155"/>
          </a:xfrm>
          <a:custGeom>
            <a:avLst/>
            <a:gdLst>
              <a:gd name="connsiteX0" fmla="*/ 10423900 w 10423900"/>
              <a:gd name="connsiteY0" fmla="*/ 0 h 5491534"/>
              <a:gd name="connsiteX1" fmla="*/ 3493157 w 10423900"/>
              <a:gd name="connsiteY1" fmla="*/ 0 h 5491534"/>
              <a:gd name="connsiteX2" fmla="*/ 3493018 w 10423900"/>
              <a:gd name="connsiteY2" fmla="*/ 31 h 5491534"/>
              <a:gd name="connsiteX3" fmla="*/ 3245493 w 10423900"/>
              <a:gd name="connsiteY3" fmla="*/ 104839 h 5491534"/>
              <a:gd name="connsiteX4" fmla="*/ 4434802 w 10423900"/>
              <a:gd name="connsiteY4" fmla="*/ 284558 h 5491534"/>
              <a:gd name="connsiteX5" fmla="*/ 4011937 w 10423900"/>
              <a:gd name="connsiteY5" fmla="*/ 395559 h 5491534"/>
              <a:gd name="connsiteX6" fmla="*/ 3573213 w 10423900"/>
              <a:gd name="connsiteY6" fmla="*/ 474847 h 5491534"/>
              <a:gd name="connsiteX7" fmla="*/ 3097489 w 10423900"/>
              <a:gd name="connsiteY7" fmla="*/ 532990 h 5491534"/>
              <a:gd name="connsiteX8" fmla="*/ 2664052 w 10423900"/>
              <a:gd name="connsiteY8" fmla="*/ 649279 h 5491534"/>
              <a:gd name="connsiteX9" fmla="*/ 3795218 w 10423900"/>
              <a:gd name="connsiteY9" fmla="*/ 696852 h 5491534"/>
              <a:gd name="connsiteX10" fmla="*/ 3208492 w 10423900"/>
              <a:gd name="connsiteY10" fmla="*/ 802568 h 5491534"/>
              <a:gd name="connsiteX11" fmla="*/ 2727483 w 10423900"/>
              <a:gd name="connsiteY11" fmla="*/ 939999 h 5491534"/>
              <a:gd name="connsiteX12" fmla="*/ 2389190 w 10423900"/>
              <a:gd name="connsiteY12" fmla="*/ 1003429 h 5491534"/>
              <a:gd name="connsiteX13" fmla="*/ 2029754 w 10423900"/>
              <a:gd name="connsiteY13" fmla="*/ 1019287 h 5491534"/>
              <a:gd name="connsiteX14" fmla="*/ 1945181 w 10423900"/>
              <a:gd name="connsiteY14" fmla="*/ 1119716 h 5491534"/>
              <a:gd name="connsiteX15" fmla="*/ 2056184 w 10423900"/>
              <a:gd name="connsiteY15" fmla="*/ 1225434 h 5491534"/>
              <a:gd name="connsiteX16" fmla="*/ 2225329 w 10423900"/>
              <a:gd name="connsiteY16" fmla="*/ 1236004 h 5491534"/>
              <a:gd name="connsiteX17" fmla="*/ 3234920 w 10423900"/>
              <a:gd name="connsiteY17" fmla="*/ 1262435 h 5491534"/>
              <a:gd name="connsiteX18" fmla="*/ 0 w 10423900"/>
              <a:gd name="connsiteY18" fmla="*/ 1495009 h 5491534"/>
              <a:gd name="connsiteX19" fmla="*/ 438724 w 10423900"/>
              <a:gd name="connsiteY19" fmla="*/ 1637728 h 5491534"/>
              <a:gd name="connsiteX20" fmla="*/ 586726 w 10423900"/>
              <a:gd name="connsiteY20" fmla="*/ 2028877 h 5491534"/>
              <a:gd name="connsiteX21" fmla="*/ 1125878 w 10423900"/>
              <a:gd name="connsiteY21" fmla="*/ 2250882 h 5491534"/>
              <a:gd name="connsiteX22" fmla="*/ 1474744 w 10423900"/>
              <a:gd name="connsiteY22" fmla="*/ 2330169 h 5491534"/>
              <a:gd name="connsiteX23" fmla="*/ 2272901 w 10423900"/>
              <a:gd name="connsiteY23" fmla="*/ 2446458 h 5491534"/>
              <a:gd name="connsiteX24" fmla="*/ 2389190 w 10423900"/>
              <a:gd name="connsiteY24" fmla="*/ 2636747 h 5491534"/>
              <a:gd name="connsiteX25" fmla="*/ 2489621 w 10423900"/>
              <a:gd name="connsiteY25" fmla="*/ 2848179 h 5491534"/>
              <a:gd name="connsiteX26" fmla="*/ 2701053 w 10423900"/>
              <a:gd name="connsiteY26" fmla="*/ 2985611 h 5491534"/>
              <a:gd name="connsiteX27" fmla="*/ 1057165 w 10423900"/>
              <a:gd name="connsiteY27" fmla="*/ 2964468 h 5491534"/>
              <a:gd name="connsiteX28" fmla="*/ 2912485 w 10423900"/>
              <a:gd name="connsiteY28" fmla="*/ 3408477 h 5491534"/>
              <a:gd name="connsiteX29" fmla="*/ 2748626 w 10423900"/>
              <a:gd name="connsiteY29" fmla="*/ 3582909 h 5491534"/>
              <a:gd name="connsiteX30" fmla="*/ 3763503 w 10423900"/>
              <a:gd name="connsiteY30" fmla="*/ 3820771 h 5491534"/>
              <a:gd name="connsiteX31" fmla="*/ 3219063 w 10423900"/>
              <a:gd name="connsiteY31" fmla="*/ 3847199 h 5491534"/>
              <a:gd name="connsiteX32" fmla="*/ 6385269 w 10423900"/>
              <a:gd name="connsiteY32" fmla="*/ 4840933 h 5491534"/>
              <a:gd name="connsiteX33" fmla="*/ 10285854 w 10423900"/>
              <a:gd name="connsiteY33" fmla="*/ 5471118 h 5491534"/>
              <a:gd name="connsiteX34" fmla="*/ 10423900 w 10423900"/>
              <a:gd name="connsiteY34" fmla="*/ 5491534 h 5491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423900" h="5491534">
                <a:moveTo>
                  <a:pt x="10423900" y="0"/>
                </a:moveTo>
                <a:lnTo>
                  <a:pt x="3493157" y="0"/>
                </a:lnTo>
                <a:lnTo>
                  <a:pt x="3493018" y="31"/>
                </a:lnTo>
                <a:cubicBezTo>
                  <a:pt x="3414969" y="12668"/>
                  <a:pt x="3328744" y="21588"/>
                  <a:pt x="3245493" y="104839"/>
                </a:cubicBezTo>
                <a:cubicBezTo>
                  <a:pt x="3668357" y="162984"/>
                  <a:pt x="4075366" y="51981"/>
                  <a:pt x="4434802" y="284558"/>
                </a:cubicBezTo>
                <a:cubicBezTo>
                  <a:pt x="4302656" y="400846"/>
                  <a:pt x="4154654" y="374416"/>
                  <a:pt x="4011937" y="395559"/>
                </a:cubicBezTo>
                <a:cubicBezTo>
                  <a:pt x="3863934" y="416704"/>
                  <a:pt x="3721217" y="453704"/>
                  <a:pt x="3573213" y="474847"/>
                </a:cubicBezTo>
                <a:cubicBezTo>
                  <a:pt x="3414639" y="501275"/>
                  <a:pt x="3256063" y="506562"/>
                  <a:pt x="3097489" y="532990"/>
                </a:cubicBezTo>
                <a:cubicBezTo>
                  <a:pt x="2965345" y="554135"/>
                  <a:pt x="2822627" y="517133"/>
                  <a:pt x="2664052" y="649279"/>
                </a:cubicBezTo>
                <a:cubicBezTo>
                  <a:pt x="3055203" y="744424"/>
                  <a:pt x="3409352" y="601706"/>
                  <a:pt x="3795218" y="696852"/>
                </a:cubicBezTo>
                <a:cubicBezTo>
                  <a:pt x="3567928" y="781425"/>
                  <a:pt x="3382924" y="754995"/>
                  <a:pt x="3208492" y="802568"/>
                </a:cubicBezTo>
                <a:cubicBezTo>
                  <a:pt x="3049916" y="850140"/>
                  <a:pt x="2859627" y="797282"/>
                  <a:pt x="2727483" y="939999"/>
                </a:cubicBezTo>
                <a:cubicBezTo>
                  <a:pt x="2627052" y="1051000"/>
                  <a:pt x="2521336" y="1066858"/>
                  <a:pt x="2389190" y="1003429"/>
                </a:cubicBezTo>
                <a:cubicBezTo>
                  <a:pt x="2272901" y="945284"/>
                  <a:pt x="2146043" y="961142"/>
                  <a:pt x="2029754" y="1019287"/>
                </a:cubicBezTo>
                <a:cubicBezTo>
                  <a:pt x="1987468" y="1040430"/>
                  <a:pt x="1945181" y="1066858"/>
                  <a:pt x="1945181" y="1119716"/>
                </a:cubicBezTo>
                <a:cubicBezTo>
                  <a:pt x="1945181" y="1193719"/>
                  <a:pt x="1998039" y="1214862"/>
                  <a:pt x="2056184" y="1225434"/>
                </a:cubicBezTo>
                <a:cubicBezTo>
                  <a:pt x="2109042" y="1236004"/>
                  <a:pt x="2172471" y="1246577"/>
                  <a:pt x="2225329" y="1236004"/>
                </a:cubicBezTo>
                <a:cubicBezTo>
                  <a:pt x="2563622" y="1177861"/>
                  <a:pt x="2896629" y="1273005"/>
                  <a:pt x="3234920" y="1262435"/>
                </a:cubicBezTo>
                <a:cubicBezTo>
                  <a:pt x="2172471" y="1489724"/>
                  <a:pt x="1099450" y="1415723"/>
                  <a:pt x="0" y="1495009"/>
                </a:cubicBezTo>
                <a:cubicBezTo>
                  <a:pt x="142717" y="1653583"/>
                  <a:pt x="327721" y="1521439"/>
                  <a:pt x="438724" y="1637728"/>
                </a:cubicBezTo>
                <a:cubicBezTo>
                  <a:pt x="333006" y="1880875"/>
                  <a:pt x="375293" y="2013020"/>
                  <a:pt x="586726" y="2028877"/>
                </a:cubicBezTo>
                <a:cubicBezTo>
                  <a:pt x="792873" y="2044734"/>
                  <a:pt x="1014877" y="1960161"/>
                  <a:pt x="1125878" y="2250882"/>
                </a:cubicBezTo>
                <a:cubicBezTo>
                  <a:pt x="1157593" y="2340740"/>
                  <a:pt x="1353170" y="2314312"/>
                  <a:pt x="1474744" y="2330169"/>
                </a:cubicBezTo>
                <a:cubicBezTo>
                  <a:pt x="1739034" y="2367170"/>
                  <a:pt x="2019183" y="2330169"/>
                  <a:pt x="2272901" y="2446458"/>
                </a:cubicBezTo>
                <a:cubicBezTo>
                  <a:pt x="2373332" y="2488744"/>
                  <a:pt x="2442048" y="2520459"/>
                  <a:pt x="2389190" y="2636747"/>
                </a:cubicBezTo>
                <a:cubicBezTo>
                  <a:pt x="2336332" y="2758321"/>
                  <a:pt x="2405048" y="2800607"/>
                  <a:pt x="2489621" y="2848179"/>
                </a:cubicBezTo>
                <a:cubicBezTo>
                  <a:pt x="2553051" y="2885180"/>
                  <a:pt x="2648195" y="2874609"/>
                  <a:pt x="2701053" y="2985611"/>
                </a:cubicBezTo>
                <a:cubicBezTo>
                  <a:pt x="2146043" y="2969753"/>
                  <a:pt x="1606888" y="2879895"/>
                  <a:pt x="1057165" y="2964468"/>
                </a:cubicBezTo>
                <a:cubicBezTo>
                  <a:pt x="1659748" y="3175900"/>
                  <a:pt x="2320474" y="3165328"/>
                  <a:pt x="2912485" y="3408477"/>
                </a:cubicBezTo>
                <a:cubicBezTo>
                  <a:pt x="2891342" y="3493050"/>
                  <a:pt x="2753911" y="3456048"/>
                  <a:pt x="2748626" y="3582909"/>
                </a:cubicBezTo>
                <a:cubicBezTo>
                  <a:pt x="3060489" y="3715055"/>
                  <a:pt x="3435782" y="3625195"/>
                  <a:pt x="3763503" y="3820771"/>
                </a:cubicBezTo>
                <a:cubicBezTo>
                  <a:pt x="3573213" y="3910629"/>
                  <a:pt x="3398782" y="3762626"/>
                  <a:pt x="3219063" y="3847199"/>
                </a:cubicBezTo>
                <a:cubicBezTo>
                  <a:pt x="3277208" y="3974060"/>
                  <a:pt x="5909545" y="4756360"/>
                  <a:pt x="6385269" y="4840933"/>
                </a:cubicBezTo>
                <a:cubicBezTo>
                  <a:pt x="7171204" y="4982659"/>
                  <a:pt x="9157515" y="5302348"/>
                  <a:pt x="10285854" y="5471118"/>
                </a:cubicBezTo>
                <a:lnTo>
                  <a:pt x="10423900" y="5491534"/>
                </a:lnTo>
                <a:close/>
              </a:path>
            </a:pathLst>
          </a:custGeom>
          <a:solidFill>
            <a:schemeClr val="bg2">
              <a:alpha val="50000"/>
            </a:schemeClr>
          </a:solidFill>
          <a:ln w="32707"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B0651F5E-0457-4065-ACB2-8B81590C20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050098" flipH="1" flipV="1">
            <a:off x="-160709" y="3977842"/>
            <a:ext cx="7507400" cy="3166385"/>
          </a:xfrm>
          <a:custGeom>
            <a:avLst/>
            <a:gdLst>
              <a:gd name="connsiteX0" fmla="*/ 5497485 w 7507400"/>
              <a:gd name="connsiteY0" fmla="*/ 2912009 h 3166385"/>
              <a:gd name="connsiteX1" fmla="*/ 7034681 w 7507400"/>
              <a:gd name="connsiteY1" fmla="*/ 3151263 h 3166385"/>
              <a:gd name="connsiteX2" fmla="*/ 7137723 w 7507400"/>
              <a:gd name="connsiteY2" fmla="*/ 3166385 h 3166385"/>
              <a:gd name="connsiteX3" fmla="*/ 7507400 w 7507400"/>
              <a:gd name="connsiteY3" fmla="*/ 875071 h 3166385"/>
              <a:gd name="connsiteX4" fmla="*/ 2083578 w 7507400"/>
              <a:gd name="connsiteY4" fmla="*/ 0 h 3166385"/>
              <a:gd name="connsiteX5" fmla="*/ 2023081 w 7507400"/>
              <a:gd name="connsiteY5" fmla="*/ 5468 h 3166385"/>
              <a:gd name="connsiteX6" fmla="*/ 1865374 w 7507400"/>
              <a:gd name="connsiteY6" fmla="*/ 76313 h 3166385"/>
              <a:gd name="connsiteX7" fmla="*/ 1634010 w 7507400"/>
              <a:gd name="connsiteY7" fmla="*/ 119359 h 3166385"/>
              <a:gd name="connsiteX8" fmla="*/ 1388186 w 7507400"/>
              <a:gd name="connsiteY8" fmla="*/ 130121 h 3166385"/>
              <a:gd name="connsiteX9" fmla="*/ 1330344 w 7507400"/>
              <a:gd name="connsiteY9" fmla="*/ 198275 h 3166385"/>
              <a:gd name="connsiteX10" fmla="*/ 1406262 w 7507400"/>
              <a:gd name="connsiteY10" fmla="*/ 270018 h 3166385"/>
              <a:gd name="connsiteX11" fmla="*/ 1521942 w 7507400"/>
              <a:gd name="connsiteY11" fmla="*/ 277191 h 3166385"/>
              <a:gd name="connsiteX12" fmla="*/ 2212420 w 7507400"/>
              <a:gd name="connsiteY12" fmla="*/ 295128 h 3166385"/>
              <a:gd name="connsiteX13" fmla="*/ 0 w 7507400"/>
              <a:gd name="connsiteY13" fmla="*/ 452960 h 3166385"/>
              <a:gd name="connsiteX14" fmla="*/ 300051 w 7507400"/>
              <a:gd name="connsiteY14" fmla="*/ 549813 h 3166385"/>
              <a:gd name="connsiteX15" fmla="*/ 401272 w 7507400"/>
              <a:gd name="connsiteY15" fmla="*/ 815258 h 3166385"/>
              <a:gd name="connsiteX16" fmla="*/ 770008 w 7507400"/>
              <a:gd name="connsiteY16" fmla="*/ 965917 h 3166385"/>
              <a:gd name="connsiteX17" fmla="*/ 1008605 w 7507400"/>
              <a:gd name="connsiteY17" fmla="*/ 1019724 h 3166385"/>
              <a:gd name="connsiteX18" fmla="*/ 1554478 w 7507400"/>
              <a:gd name="connsiteY18" fmla="*/ 1098641 h 3166385"/>
              <a:gd name="connsiteX19" fmla="*/ 1634010 w 7507400"/>
              <a:gd name="connsiteY19" fmla="*/ 1227777 h 3166385"/>
              <a:gd name="connsiteX20" fmla="*/ 1702696 w 7507400"/>
              <a:gd name="connsiteY20" fmla="*/ 1371261 h 3166385"/>
              <a:gd name="connsiteX21" fmla="*/ 1847299 w 7507400"/>
              <a:gd name="connsiteY21" fmla="*/ 1464526 h 3166385"/>
              <a:gd name="connsiteX22" fmla="*/ 723015 w 7507400"/>
              <a:gd name="connsiteY22" fmla="*/ 1450177 h 3166385"/>
              <a:gd name="connsiteX23" fmla="*/ 1991901 w 7507400"/>
              <a:gd name="connsiteY23" fmla="*/ 1751495 h 3166385"/>
              <a:gd name="connsiteX24" fmla="*/ 1879835 w 7507400"/>
              <a:gd name="connsiteY24" fmla="*/ 1869870 h 3166385"/>
              <a:gd name="connsiteX25" fmla="*/ 2573927 w 7507400"/>
              <a:gd name="connsiteY25" fmla="*/ 2031290 h 3166385"/>
              <a:gd name="connsiteX26" fmla="*/ 2201575 w 7507400"/>
              <a:gd name="connsiteY26" fmla="*/ 2049225 h 3166385"/>
              <a:gd name="connsiteX27" fmla="*/ 4367000 w 7507400"/>
              <a:gd name="connsiteY27" fmla="*/ 2723602 h 3166385"/>
              <a:gd name="connsiteX28" fmla="*/ 5497485 w 7507400"/>
              <a:gd name="connsiteY28" fmla="*/ 2912009 h 3166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507400" h="3166385">
                <a:moveTo>
                  <a:pt x="5497485" y="2912009"/>
                </a:moveTo>
                <a:cubicBezTo>
                  <a:pt x="6033497" y="2998226"/>
                  <a:pt x="6619155" y="3089592"/>
                  <a:pt x="7034681" y="3151263"/>
                </a:cubicBezTo>
                <a:lnTo>
                  <a:pt x="7137723" y="3166385"/>
                </a:lnTo>
                <a:lnTo>
                  <a:pt x="7507400" y="875071"/>
                </a:lnTo>
                <a:lnTo>
                  <a:pt x="2083578" y="0"/>
                </a:lnTo>
                <a:lnTo>
                  <a:pt x="2023081" y="5468"/>
                </a:lnTo>
                <a:cubicBezTo>
                  <a:pt x="1965692" y="12642"/>
                  <a:pt x="1910562" y="27887"/>
                  <a:pt x="1865374" y="76313"/>
                </a:cubicBezTo>
                <a:cubicBezTo>
                  <a:pt x="1796688" y="151642"/>
                  <a:pt x="1724387" y="162404"/>
                  <a:pt x="1634010" y="119359"/>
                </a:cubicBezTo>
                <a:cubicBezTo>
                  <a:pt x="1554478" y="79900"/>
                  <a:pt x="1467718" y="90662"/>
                  <a:pt x="1388186" y="130121"/>
                </a:cubicBezTo>
                <a:cubicBezTo>
                  <a:pt x="1359266" y="144469"/>
                  <a:pt x="1330344" y="162404"/>
                  <a:pt x="1330344" y="198275"/>
                </a:cubicBezTo>
                <a:cubicBezTo>
                  <a:pt x="1330344" y="248495"/>
                  <a:pt x="1366496" y="262843"/>
                  <a:pt x="1406262" y="270018"/>
                </a:cubicBezTo>
                <a:cubicBezTo>
                  <a:pt x="1442412" y="277191"/>
                  <a:pt x="1485792" y="284366"/>
                  <a:pt x="1521942" y="277191"/>
                </a:cubicBezTo>
                <a:cubicBezTo>
                  <a:pt x="1753307" y="237734"/>
                  <a:pt x="1981057" y="302301"/>
                  <a:pt x="2212420" y="295128"/>
                </a:cubicBezTo>
                <a:cubicBezTo>
                  <a:pt x="1485792" y="449373"/>
                  <a:pt x="751934" y="399154"/>
                  <a:pt x="0" y="452960"/>
                </a:cubicBezTo>
                <a:cubicBezTo>
                  <a:pt x="97608" y="560573"/>
                  <a:pt x="224135" y="470896"/>
                  <a:pt x="300051" y="549813"/>
                </a:cubicBezTo>
                <a:cubicBezTo>
                  <a:pt x="227750" y="714820"/>
                  <a:pt x="256671" y="804497"/>
                  <a:pt x="401272" y="815258"/>
                </a:cubicBezTo>
                <a:cubicBezTo>
                  <a:pt x="542261" y="826019"/>
                  <a:pt x="694093" y="768625"/>
                  <a:pt x="770008" y="965917"/>
                </a:cubicBezTo>
                <a:cubicBezTo>
                  <a:pt x="791699" y="1026898"/>
                  <a:pt x="925458" y="1008963"/>
                  <a:pt x="1008605" y="1019724"/>
                </a:cubicBezTo>
                <a:cubicBezTo>
                  <a:pt x="1189357" y="1044833"/>
                  <a:pt x="1380957" y="1019724"/>
                  <a:pt x="1554478" y="1098641"/>
                </a:cubicBezTo>
                <a:cubicBezTo>
                  <a:pt x="1623165" y="1127337"/>
                  <a:pt x="1670160" y="1148860"/>
                  <a:pt x="1634010" y="1227777"/>
                </a:cubicBezTo>
                <a:cubicBezTo>
                  <a:pt x="1597859" y="1310280"/>
                  <a:pt x="1644855" y="1338976"/>
                  <a:pt x="1702696" y="1371261"/>
                </a:cubicBezTo>
                <a:cubicBezTo>
                  <a:pt x="1746077" y="1396370"/>
                  <a:pt x="1811148" y="1389197"/>
                  <a:pt x="1847299" y="1464526"/>
                </a:cubicBezTo>
                <a:cubicBezTo>
                  <a:pt x="1467717" y="1453764"/>
                  <a:pt x="1098981" y="1392783"/>
                  <a:pt x="723015" y="1450177"/>
                </a:cubicBezTo>
                <a:cubicBezTo>
                  <a:pt x="1135131" y="1593662"/>
                  <a:pt x="1587014" y="1586487"/>
                  <a:pt x="1991901" y="1751495"/>
                </a:cubicBezTo>
                <a:cubicBezTo>
                  <a:pt x="1977441" y="1808889"/>
                  <a:pt x="1883449" y="1783778"/>
                  <a:pt x="1879835" y="1869870"/>
                </a:cubicBezTo>
                <a:cubicBezTo>
                  <a:pt x="2093123" y="1959548"/>
                  <a:pt x="2349794" y="1898566"/>
                  <a:pt x="2573927" y="2031290"/>
                </a:cubicBezTo>
                <a:cubicBezTo>
                  <a:pt x="2443785" y="2092271"/>
                  <a:pt x="2324488" y="1991831"/>
                  <a:pt x="2201575" y="2049225"/>
                </a:cubicBezTo>
                <a:cubicBezTo>
                  <a:pt x="2241342" y="2135316"/>
                  <a:pt x="4041644" y="2666208"/>
                  <a:pt x="4367000" y="2723602"/>
                </a:cubicBezTo>
                <a:cubicBezTo>
                  <a:pt x="4615085" y="2767993"/>
                  <a:pt x="5038048" y="2838109"/>
                  <a:pt x="5497485" y="2912009"/>
                </a:cubicBezTo>
                <a:close/>
              </a:path>
            </a:pathLst>
          </a:custGeom>
          <a:solidFill>
            <a:schemeClr val="bg2">
              <a:alpha val="50000"/>
            </a:schemeClr>
          </a:solidFill>
          <a:ln w="32707" cap="flat">
            <a:noFill/>
            <a:prstDash val="solid"/>
            <a:miter/>
          </a:ln>
        </p:spPr>
        <p:txBody>
          <a:bodyPr rtlCol="0" anchor="ctr"/>
          <a:lstStyle/>
          <a:p>
            <a:endParaRPr lang="en-US"/>
          </a:p>
        </p:txBody>
      </p:sp>
      <p:sp>
        <p:nvSpPr>
          <p:cNvPr id="2" name="Tytuł 1">
            <a:extLst>
              <a:ext uri="{FF2B5EF4-FFF2-40B4-BE49-F238E27FC236}">
                <a16:creationId xmlns:a16="http://schemas.microsoft.com/office/drawing/2014/main" id="{1D754AF2-F09E-D82C-942F-C74CB0D3DFDE}"/>
              </a:ext>
            </a:extLst>
          </p:cNvPr>
          <p:cNvSpPr>
            <a:spLocks noGrp="1"/>
          </p:cNvSpPr>
          <p:nvPr>
            <p:ph type="ctrTitle"/>
          </p:nvPr>
        </p:nvSpPr>
        <p:spPr>
          <a:xfrm>
            <a:off x="5791200" y="1058780"/>
            <a:ext cx="5562599" cy="3092116"/>
          </a:xfrm>
        </p:spPr>
        <p:txBody>
          <a:bodyPr anchor="ctr">
            <a:normAutofit/>
          </a:bodyPr>
          <a:lstStyle/>
          <a:p>
            <a:pPr algn="r"/>
            <a:r>
              <a:rPr lang="pl-PL" sz="5200" dirty="0"/>
              <a:t>Rozmiar krystalitu, metody XRD </a:t>
            </a:r>
            <a:br>
              <a:rPr lang="pl-PL" sz="5200" dirty="0"/>
            </a:br>
            <a:r>
              <a:rPr lang="pl-PL" sz="5200" dirty="0"/>
              <a:t>i   </a:t>
            </a:r>
            <a:r>
              <a:rPr lang="pl-PL" sz="5200" dirty="0" err="1"/>
              <a:t>Williamsona</a:t>
            </a:r>
            <a:r>
              <a:rPr lang="pl-PL" sz="5200" dirty="0"/>
              <a:t> - Halla</a:t>
            </a:r>
          </a:p>
        </p:txBody>
      </p:sp>
      <p:sp>
        <p:nvSpPr>
          <p:cNvPr id="3" name="Podtytuł 2">
            <a:extLst>
              <a:ext uri="{FF2B5EF4-FFF2-40B4-BE49-F238E27FC236}">
                <a16:creationId xmlns:a16="http://schemas.microsoft.com/office/drawing/2014/main" id="{8C061B8E-D93B-6C14-CEFF-9AF033EE2E0D}"/>
              </a:ext>
            </a:extLst>
          </p:cNvPr>
          <p:cNvSpPr>
            <a:spLocks noGrp="1"/>
          </p:cNvSpPr>
          <p:nvPr>
            <p:ph type="subTitle" idx="1"/>
          </p:nvPr>
        </p:nvSpPr>
        <p:spPr>
          <a:xfrm>
            <a:off x="838200" y="5041616"/>
            <a:ext cx="3781926" cy="1246472"/>
          </a:xfrm>
        </p:spPr>
        <p:txBody>
          <a:bodyPr anchor="ctr">
            <a:normAutofit/>
          </a:bodyPr>
          <a:lstStyle/>
          <a:p>
            <a:pPr algn="l"/>
            <a:r>
              <a:rPr lang="pl-PL"/>
              <a:t>Kurdziel Natalia</a:t>
            </a:r>
          </a:p>
        </p:txBody>
      </p:sp>
    </p:spTree>
    <p:extLst>
      <p:ext uri="{BB962C8B-B14F-4D97-AF65-F5344CB8AC3E}">
        <p14:creationId xmlns:p14="http://schemas.microsoft.com/office/powerpoint/2010/main" val="3912478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2" name="Tytuł 1">
            <a:extLst>
              <a:ext uri="{FF2B5EF4-FFF2-40B4-BE49-F238E27FC236}">
                <a16:creationId xmlns:a16="http://schemas.microsoft.com/office/drawing/2014/main" id="{CCE73A90-F100-4678-9EFD-AE91EC560768}"/>
              </a:ext>
            </a:extLst>
          </p:cNvPr>
          <p:cNvSpPr>
            <a:spLocks noGrp="1"/>
          </p:cNvSpPr>
          <p:nvPr>
            <p:ph type="title"/>
          </p:nvPr>
        </p:nvSpPr>
        <p:spPr>
          <a:xfrm>
            <a:off x="838200" y="713312"/>
            <a:ext cx="4038600" cy="5431376"/>
          </a:xfrm>
        </p:spPr>
        <p:txBody>
          <a:bodyPr>
            <a:normAutofit/>
          </a:bodyPr>
          <a:lstStyle/>
          <a:p>
            <a:r>
              <a:rPr lang="pl-PL" dirty="0"/>
              <a:t>Spis treści</a:t>
            </a:r>
          </a:p>
        </p:txBody>
      </p:sp>
      <p:sp>
        <p:nvSpPr>
          <p:cNvPr id="3" name="Symbol zastępczy zawartości 2">
            <a:extLst>
              <a:ext uri="{FF2B5EF4-FFF2-40B4-BE49-F238E27FC236}">
                <a16:creationId xmlns:a16="http://schemas.microsoft.com/office/drawing/2014/main" id="{4FFA64B2-21D9-A5B1-01FF-A49DC6F8DE71}"/>
              </a:ext>
            </a:extLst>
          </p:cNvPr>
          <p:cNvSpPr>
            <a:spLocks noGrp="1"/>
          </p:cNvSpPr>
          <p:nvPr>
            <p:ph idx="1"/>
          </p:nvPr>
        </p:nvSpPr>
        <p:spPr>
          <a:xfrm>
            <a:off x="6095999" y="713313"/>
            <a:ext cx="5257801" cy="5431376"/>
          </a:xfrm>
        </p:spPr>
        <p:txBody>
          <a:bodyPr anchor="ctr">
            <a:normAutofit/>
          </a:bodyPr>
          <a:lstStyle/>
          <a:p>
            <a:r>
              <a:rPr lang="pl-PL" sz="2400" dirty="0"/>
              <a:t>Krystalit</a:t>
            </a:r>
          </a:p>
          <a:p>
            <a:r>
              <a:rPr lang="pl-PL" sz="2400" dirty="0"/>
              <a:t>Jakie znaczenie ma rozmiar kryształu</a:t>
            </a:r>
          </a:p>
          <a:p>
            <a:r>
              <a:rPr lang="pl-PL" sz="2400" dirty="0"/>
              <a:t>Wpływ rozmiaru na właściwości materiałów </a:t>
            </a:r>
          </a:p>
          <a:p>
            <a:r>
              <a:rPr lang="pl-PL" sz="2400" dirty="0"/>
              <a:t>Metody do pomiaru rozmiarów krystalitów</a:t>
            </a:r>
          </a:p>
          <a:p>
            <a:r>
              <a:rPr lang="pl-PL" sz="2400" dirty="0"/>
              <a:t>Metoda XRD</a:t>
            </a:r>
          </a:p>
          <a:p>
            <a:r>
              <a:rPr lang="pl-PL" sz="2400" dirty="0"/>
              <a:t>Określenie szerokości połówkowej FWHM</a:t>
            </a:r>
          </a:p>
          <a:p>
            <a:r>
              <a:rPr lang="pl-PL" sz="2400" dirty="0"/>
              <a:t>Metoda </a:t>
            </a:r>
            <a:r>
              <a:rPr lang="pl-PL" sz="2400" dirty="0" err="1"/>
              <a:t>Williamsona</a:t>
            </a:r>
            <a:r>
              <a:rPr lang="pl-PL" sz="2400" dirty="0"/>
              <a:t>-Halla</a:t>
            </a:r>
          </a:p>
          <a:p>
            <a:r>
              <a:rPr lang="pl-PL" sz="2400" dirty="0"/>
              <a:t>Posiadane dane</a:t>
            </a:r>
          </a:p>
          <a:p>
            <a:r>
              <a:rPr lang="pl-PL" sz="2400" dirty="0"/>
              <a:t>Sfery wymagające dopracowania</a:t>
            </a:r>
          </a:p>
        </p:txBody>
      </p:sp>
    </p:spTree>
    <p:extLst>
      <p:ext uri="{BB962C8B-B14F-4D97-AF65-F5344CB8AC3E}">
        <p14:creationId xmlns:p14="http://schemas.microsoft.com/office/powerpoint/2010/main" val="19670633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ytuł 1">
            <a:extLst>
              <a:ext uri="{FF2B5EF4-FFF2-40B4-BE49-F238E27FC236}">
                <a16:creationId xmlns:a16="http://schemas.microsoft.com/office/drawing/2014/main" id="{AB7BD79F-00A1-229E-3836-17AC9F832225}"/>
              </a:ext>
            </a:extLst>
          </p:cNvPr>
          <p:cNvSpPr>
            <a:spLocks noGrp="1"/>
          </p:cNvSpPr>
          <p:nvPr>
            <p:ph type="title"/>
          </p:nvPr>
        </p:nvSpPr>
        <p:spPr>
          <a:xfrm>
            <a:off x="1137034" y="609597"/>
            <a:ext cx="9392421" cy="1330841"/>
          </a:xfrm>
        </p:spPr>
        <p:txBody>
          <a:bodyPr>
            <a:normAutofit/>
          </a:bodyPr>
          <a:lstStyle/>
          <a:p>
            <a:r>
              <a:rPr lang="pl-PL" dirty="0"/>
              <a:t>Krystalit</a:t>
            </a:r>
          </a:p>
        </p:txBody>
      </p:sp>
      <p:pic>
        <p:nvPicPr>
          <p:cNvPr id="5" name="Obraz 4">
            <a:extLst>
              <a:ext uri="{FF2B5EF4-FFF2-40B4-BE49-F238E27FC236}">
                <a16:creationId xmlns:a16="http://schemas.microsoft.com/office/drawing/2014/main" id="{A4E60E38-043E-8ADA-A0EA-AA5A4C8D97C4}"/>
              </a:ext>
            </a:extLst>
          </p:cNvPr>
          <p:cNvPicPr>
            <a:picLocks noChangeAspect="1"/>
          </p:cNvPicPr>
          <p:nvPr/>
        </p:nvPicPr>
        <p:blipFill>
          <a:blip r:embed="rId2"/>
          <a:stretch>
            <a:fillRect/>
          </a:stretch>
        </p:blipFill>
        <p:spPr>
          <a:xfrm>
            <a:off x="4792993" y="4136177"/>
            <a:ext cx="7085903" cy="2356063"/>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Symbol zastępczy zawartości 2">
            <a:extLst>
              <a:ext uri="{FF2B5EF4-FFF2-40B4-BE49-F238E27FC236}">
                <a16:creationId xmlns:a16="http://schemas.microsoft.com/office/drawing/2014/main" id="{33608A3D-A4BA-B633-0092-D4A3152D713C}"/>
              </a:ext>
            </a:extLst>
          </p:cNvPr>
          <p:cNvSpPr>
            <a:spLocks noGrp="1"/>
          </p:cNvSpPr>
          <p:nvPr>
            <p:ph idx="1"/>
          </p:nvPr>
        </p:nvSpPr>
        <p:spPr>
          <a:xfrm>
            <a:off x="1137034" y="2198362"/>
            <a:ext cx="10064366" cy="3917773"/>
          </a:xfrm>
        </p:spPr>
        <p:txBody>
          <a:bodyPr>
            <a:normAutofit/>
          </a:bodyPr>
          <a:lstStyle/>
          <a:p>
            <a:pPr marL="0" indent="0">
              <a:buNone/>
            </a:pPr>
            <a:r>
              <a:rPr lang="pl-PL" sz="2000" dirty="0"/>
              <a:t>Krystalit to obszar materii stałej o jednakowej strukturze i identycznej orientacji krystalograficznej. Krystality mogą mieć rozmiary od kilku nanometrów do kilku milimetrów. </a:t>
            </a:r>
          </a:p>
          <a:p>
            <a:pPr marL="0" indent="0">
              <a:buNone/>
            </a:pPr>
            <a:r>
              <a:rPr lang="pl-PL" sz="2000" dirty="0"/>
              <a:t>Struktury te powstają podczas syntezy, na przykład w procesie chłodzenia i krzepnięcia lub reakcji chemicznej. </a:t>
            </a:r>
          </a:p>
          <a:p>
            <a:pPr marL="0" indent="0">
              <a:buNone/>
            </a:pPr>
            <a:r>
              <a:rPr lang="pl-PL" sz="2000" dirty="0"/>
              <a:t>Innymi słowy, krystalit stanowi parametr </a:t>
            </a:r>
            <a:br>
              <a:rPr lang="pl-PL" sz="2000" dirty="0"/>
            </a:br>
            <a:r>
              <a:rPr lang="pl-PL" sz="2000" dirty="0"/>
              <a:t>strukturalny. Poszczególne krystality są </a:t>
            </a:r>
            <a:br>
              <a:rPr lang="pl-PL" sz="2000" dirty="0"/>
            </a:br>
            <a:r>
              <a:rPr lang="pl-PL" sz="2000" dirty="0"/>
              <a:t>połączone ze sobą nieregularnymi</a:t>
            </a:r>
            <a:br>
              <a:rPr lang="pl-PL" sz="2000" dirty="0"/>
            </a:br>
            <a:r>
              <a:rPr lang="pl-PL" sz="2000" dirty="0"/>
              <a:t>granicami, tworząc ciało </a:t>
            </a:r>
            <a:br>
              <a:rPr lang="pl-PL" sz="2000" dirty="0"/>
            </a:br>
            <a:r>
              <a:rPr lang="pl-PL" sz="2000" dirty="0"/>
              <a:t>polikrystaliczne.</a:t>
            </a:r>
          </a:p>
          <a:p>
            <a:pPr marL="0" indent="0">
              <a:buNone/>
            </a:pPr>
            <a:endParaRPr lang="pl-PL" sz="2000" dirty="0"/>
          </a:p>
          <a:p>
            <a:pPr marL="0" indent="0">
              <a:buNone/>
            </a:pPr>
            <a:endParaRPr lang="pl-PL" sz="2000" dirty="0"/>
          </a:p>
        </p:txBody>
      </p:sp>
    </p:spTree>
    <p:extLst>
      <p:ext uri="{BB962C8B-B14F-4D97-AF65-F5344CB8AC3E}">
        <p14:creationId xmlns:p14="http://schemas.microsoft.com/office/powerpoint/2010/main" val="2048544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ytuł 1">
            <a:extLst>
              <a:ext uri="{FF2B5EF4-FFF2-40B4-BE49-F238E27FC236}">
                <a16:creationId xmlns:a16="http://schemas.microsoft.com/office/drawing/2014/main" id="{413D40CA-58B4-F6DA-492F-B1D15E6A0E13}"/>
              </a:ext>
            </a:extLst>
          </p:cNvPr>
          <p:cNvSpPr>
            <a:spLocks noGrp="1"/>
          </p:cNvSpPr>
          <p:nvPr>
            <p:ph type="title"/>
          </p:nvPr>
        </p:nvSpPr>
        <p:spPr>
          <a:xfrm>
            <a:off x="1167516" y="538480"/>
            <a:ext cx="9543405" cy="1188720"/>
          </a:xfrm>
        </p:spPr>
        <p:txBody>
          <a:bodyPr>
            <a:normAutofit/>
          </a:bodyPr>
          <a:lstStyle/>
          <a:p>
            <a:r>
              <a:rPr lang="pl-PL">
                <a:solidFill>
                  <a:schemeClr val="tx1">
                    <a:lumMod val="85000"/>
                    <a:lumOff val="15000"/>
                  </a:schemeClr>
                </a:solidFill>
              </a:rPr>
              <a:t>Jakie znaczenie ma rozmiar krystalitu? </a:t>
            </a:r>
          </a:p>
        </p:txBody>
      </p:sp>
      <p:sp>
        <p:nvSpPr>
          <p:cNvPr id="3" name="Symbol zastępczy zawartości 2">
            <a:extLst>
              <a:ext uri="{FF2B5EF4-FFF2-40B4-BE49-F238E27FC236}">
                <a16:creationId xmlns:a16="http://schemas.microsoft.com/office/drawing/2014/main" id="{E331C1B8-6031-8A2E-1DBD-96F69122C72F}"/>
              </a:ext>
            </a:extLst>
          </p:cNvPr>
          <p:cNvSpPr>
            <a:spLocks noGrp="1"/>
          </p:cNvSpPr>
          <p:nvPr>
            <p:ph idx="1"/>
          </p:nvPr>
        </p:nvSpPr>
        <p:spPr>
          <a:xfrm>
            <a:off x="737937" y="1508761"/>
            <a:ext cx="11149262" cy="2295238"/>
          </a:xfrm>
        </p:spPr>
        <p:txBody>
          <a:bodyPr anchor="ctr">
            <a:normAutofit/>
          </a:bodyPr>
          <a:lstStyle/>
          <a:p>
            <a:r>
              <a:rPr lang="pl-PL" sz="2000" dirty="0">
                <a:solidFill>
                  <a:schemeClr val="tx1">
                    <a:lumMod val="85000"/>
                    <a:lumOff val="15000"/>
                  </a:schemeClr>
                </a:solidFill>
              </a:rPr>
              <a:t>Istotny wpływ na właściwości chemiczne, fizyczne i mechaniczne nanomateriałów metalicznych, polimerowych i ceramicznych. </a:t>
            </a:r>
          </a:p>
          <a:p>
            <a:r>
              <a:rPr lang="pl-PL" sz="2000" dirty="0">
                <a:solidFill>
                  <a:schemeClr val="tx1">
                    <a:lumMod val="85000"/>
                    <a:lumOff val="15000"/>
                  </a:schemeClr>
                </a:solidFill>
              </a:rPr>
              <a:t>Odchylenia od typowych </a:t>
            </a:r>
            <a:r>
              <a:rPr lang="pl-PL" sz="2000" dirty="0" err="1">
                <a:solidFill>
                  <a:schemeClr val="tx1">
                    <a:lumMod val="85000"/>
                    <a:lumOff val="15000"/>
                  </a:schemeClr>
                </a:solidFill>
              </a:rPr>
              <a:t>zachowań</a:t>
            </a:r>
            <a:r>
              <a:rPr lang="pl-PL" sz="2000" dirty="0">
                <a:solidFill>
                  <a:schemeClr val="tx1">
                    <a:lumMod val="85000"/>
                    <a:lumOff val="15000"/>
                  </a:schemeClr>
                </a:solidFill>
              </a:rPr>
              <a:t> zależą w dużym stopniu od rozmiaru krystalitów. </a:t>
            </a:r>
          </a:p>
          <a:p>
            <a:r>
              <a:rPr lang="pl-PL" sz="2000" dirty="0">
                <a:solidFill>
                  <a:schemeClr val="tx1">
                    <a:lumMod val="85000"/>
                    <a:lumOff val="15000"/>
                  </a:schemeClr>
                </a:solidFill>
              </a:rPr>
              <a:t>Pomiar rozmiaru krystalitów jest równie istotny jak inne techniki charakteryzacji materiałów.</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ole tekstowe 8">
            <a:extLst>
              <a:ext uri="{FF2B5EF4-FFF2-40B4-BE49-F238E27FC236}">
                <a16:creationId xmlns:a16="http://schemas.microsoft.com/office/drawing/2014/main" id="{F5103842-15D8-3143-4F83-36B01860E8A2}"/>
              </a:ext>
            </a:extLst>
          </p:cNvPr>
          <p:cNvSpPr txBox="1"/>
          <p:nvPr/>
        </p:nvSpPr>
        <p:spPr>
          <a:xfrm>
            <a:off x="1524000" y="3921880"/>
            <a:ext cx="10363199" cy="2000548"/>
          </a:xfrm>
          <a:prstGeom prst="rect">
            <a:avLst/>
          </a:prstGeom>
          <a:noFill/>
        </p:spPr>
        <p:txBody>
          <a:bodyPr wrap="square">
            <a:spAutoFit/>
          </a:bodyPr>
          <a:lstStyle/>
          <a:p>
            <a:pPr marL="285750" indent="-285750">
              <a:buFont typeface="Courier New" panose="02070309020205020404" pitchFamily="49" charset="0"/>
              <a:buChar char="o"/>
            </a:pPr>
            <a:r>
              <a:rPr lang="pl-PL" sz="2000" dirty="0"/>
              <a:t>Krystality o średnicach 1 -100 </a:t>
            </a:r>
            <a:r>
              <a:rPr lang="pl-PL" sz="2000" dirty="0" err="1"/>
              <a:t>nm</a:t>
            </a:r>
            <a:r>
              <a:rPr lang="pl-PL" sz="2000" dirty="0"/>
              <a:t>  </a:t>
            </a:r>
            <a:r>
              <a:rPr lang="pl-PL" sz="2000" dirty="0">
                <a:sym typeface="Wingdings" panose="05000000000000000000" pitchFamily="2" charset="2"/>
              </a:rPr>
              <a:t></a:t>
            </a:r>
            <a:r>
              <a:rPr lang="pl-PL" sz="2000" dirty="0"/>
              <a:t> materiały nanokrystaliczne</a:t>
            </a:r>
            <a:br>
              <a:rPr lang="pl-PL" sz="2000" dirty="0"/>
            </a:br>
            <a:endParaRPr lang="pl-PL" sz="2000" dirty="0"/>
          </a:p>
          <a:p>
            <a:pPr marL="285750" indent="-285750">
              <a:buFont typeface="Courier New" panose="02070309020205020404" pitchFamily="49" charset="0"/>
              <a:buChar char="o"/>
            </a:pPr>
            <a:r>
              <a:rPr lang="pl-PL" sz="2000" dirty="0"/>
              <a:t>Krystality większe o kilka rzędów wielkości </a:t>
            </a:r>
            <a:r>
              <a:rPr lang="pl-PL" sz="2000" dirty="0">
                <a:sym typeface="Wingdings" panose="05000000000000000000" pitchFamily="2" charset="2"/>
              </a:rPr>
              <a:t> </a:t>
            </a:r>
            <a:r>
              <a:rPr lang="pl-PL" sz="2000" dirty="0"/>
              <a:t>materiały polikrystaliczne  </a:t>
            </a:r>
          </a:p>
          <a:p>
            <a:endParaRPr lang="pl-PL" sz="2400" dirty="0"/>
          </a:p>
          <a:p>
            <a:r>
              <a:rPr lang="pl-PL" sz="2000" dirty="0"/>
              <a:t>W stanie nanokrystalicznym ta różnica może prowadzić do unikalnych lub ulepszonych właściwości mechanicznych, magnetycznych, </a:t>
            </a:r>
            <a:r>
              <a:rPr lang="pl-PL" sz="2000" dirty="0" err="1"/>
              <a:t>fotokatalitycznych</a:t>
            </a:r>
            <a:r>
              <a:rPr lang="pl-PL" sz="2000" dirty="0"/>
              <a:t> oraz transportowych. </a:t>
            </a:r>
          </a:p>
        </p:txBody>
      </p:sp>
    </p:spTree>
    <p:extLst>
      <p:ext uri="{BB962C8B-B14F-4D97-AF65-F5344CB8AC3E}">
        <p14:creationId xmlns:p14="http://schemas.microsoft.com/office/powerpoint/2010/main" val="3967643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D5F316D-A388-CF03-F6D6-BECEA555344C}"/>
              </a:ext>
            </a:extLst>
          </p:cNvPr>
          <p:cNvSpPr>
            <a:spLocks noGrp="1"/>
          </p:cNvSpPr>
          <p:nvPr>
            <p:ph type="title"/>
          </p:nvPr>
        </p:nvSpPr>
        <p:spPr/>
        <p:txBody>
          <a:bodyPr/>
          <a:lstStyle/>
          <a:p>
            <a:r>
              <a:rPr lang="pl-PL" dirty="0"/>
              <a:t>Wpływ rozmiaru na właściwości materiałów</a:t>
            </a:r>
          </a:p>
        </p:txBody>
      </p:sp>
      <p:grpSp>
        <p:nvGrpSpPr>
          <p:cNvPr id="7" name="Grupa 6">
            <a:extLst>
              <a:ext uri="{FF2B5EF4-FFF2-40B4-BE49-F238E27FC236}">
                <a16:creationId xmlns:a16="http://schemas.microsoft.com/office/drawing/2014/main" id="{524F4B3E-3DA2-5929-D6DD-54603E797E57}"/>
              </a:ext>
            </a:extLst>
          </p:cNvPr>
          <p:cNvGrpSpPr/>
          <p:nvPr/>
        </p:nvGrpSpPr>
        <p:grpSpPr>
          <a:xfrm>
            <a:off x="838200" y="1826156"/>
            <a:ext cx="10515600" cy="4350806"/>
            <a:chOff x="838200" y="1826156"/>
            <a:chExt cx="10515600" cy="4350806"/>
          </a:xfrm>
        </p:grpSpPr>
        <p:sp>
          <p:nvSpPr>
            <p:cNvPr id="8" name="Prostokąt: zaokrąglone rogi 7">
              <a:extLst>
                <a:ext uri="{FF2B5EF4-FFF2-40B4-BE49-F238E27FC236}">
                  <a16:creationId xmlns:a16="http://schemas.microsoft.com/office/drawing/2014/main" id="{A1309E7C-3CBD-DE02-FDED-050704FF1730}"/>
                </a:ext>
              </a:extLst>
            </p:cNvPr>
            <p:cNvSpPr/>
            <p:nvPr/>
          </p:nvSpPr>
          <p:spPr>
            <a:xfrm>
              <a:off x="838200" y="1826156"/>
              <a:ext cx="10515600" cy="1242935"/>
            </a:xfrm>
            <a:prstGeom prst="roundRect">
              <a:avLst>
                <a:gd name="adj" fmla="val 10000"/>
              </a:avLst>
            </a:prstGeom>
            <a:solidFill>
              <a:schemeClr val="bg2"/>
            </a:solidFill>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pl-PL"/>
            </a:p>
          </p:txBody>
        </p:sp>
        <p:sp>
          <p:nvSpPr>
            <p:cNvPr id="9" name="Prostokąt 8">
              <a:extLst>
                <a:ext uri="{FF2B5EF4-FFF2-40B4-BE49-F238E27FC236}">
                  <a16:creationId xmlns:a16="http://schemas.microsoft.com/office/drawing/2014/main" id="{EE7A63EF-AF42-C59C-0313-0AD238248812}"/>
                </a:ext>
              </a:extLst>
            </p:cNvPr>
            <p:cNvSpPr/>
            <p:nvPr/>
          </p:nvSpPr>
          <p:spPr>
            <a:xfrm>
              <a:off x="1839025" y="5493348"/>
              <a:ext cx="683614" cy="683614"/>
            </a:xfrm>
            <a:prstGeom prst="rect">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pl-PL"/>
            </a:p>
          </p:txBody>
        </p:sp>
        <p:sp>
          <p:nvSpPr>
            <p:cNvPr id="10" name="Dowolny kształt: kształt 9">
              <a:extLst>
                <a:ext uri="{FF2B5EF4-FFF2-40B4-BE49-F238E27FC236}">
                  <a16:creationId xmlns:a16="http://schemas.microsoft.com/office/drawing/2014/main" id="{730524C0-2BFD-83B8-8F96-7C3A83C62862}"/>
                </a:ext>
              </a:extLst>
            </p:cNvPr>
            <p:cNvSpPr/>
            <p:nvPr/>
          </p:nvSpPr>
          <p:spPr>
            <a:xfrm>
              <a:off x="993630" y="1826156"/>
              <a:ext cx="4732020" cy="1242935"/>
            </a:xfrm>
            <a:custGeom>
              <a:avLst/>
              <a:gdLst>
                <a:gd name="connsiteX0" fmla="*/ 0 w 4732020"/>
                <a:gd name="connsiteY0" fmla="*/ 0 h 1242935"/>
                <a:gd name="connsiteX1" fmla="*/ 4732020 w 4732020"/>
                <a:gd name="connsiteY1" fmla="*/ 0 h 1242935"/>
                <a:gd name="connsiteX2" fmla="*/ 4732020 w 4732020"/>
                <a:gd name="connsiteY2" fmla="*/ 1242935 h 1242935"/>
                <a:gd name="connsiteX3" fmla="*/ 0 w 4732020"/>
                <a:gd name="connsiteY3" fmla="*/ 1242935 h 1242935"/>
                <a:gd name="connsiteX4" fmla="*/ 0 w 4732020"/>
                <a:gd name="connsiteY4" fmla="*/ 0 h 12429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32020" h="1242935">
                  <a:moveTo>
                    <a:pt x="0" y="0"/>
                  </a:moveTo>
                  <a:lnTo>
                    <a:pt x="4732020" y="0"/>
                  </a:lnTo>
                  <a:lnTo>
                    <a:pt x="4732020" y="1242935"/>
                  </a:lnTo>
                  <a:lnTo>
                    <a:pt x="0" y="12429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31544" tIns="131544" rIns="131544" bIns="131544" numCol="1" spcCol="1270" anchor="ctr" anchorCtr="0">
              <a:noAutofit/>
            </a:bodyPr>
            <a:lstStyle/>
            <a:p>
              <a:pPr marL="0" lvl="0" indent="0" algn="l" defTabSz="933450">
                <a:lnSpc>
                  <a:spcPct val="100000"/>
                </a:lnSpc>
                <a:spcBef>
                  <a:spcPct val="0"/>
                </a:spcBef>
                <a:spcAft>
                  <a:spcPct val="35000"/>
                </a:spcAft>
                <a:buNone/>
              </a:pPr>
              <a:r>
                <a:rPr lang="pl-PL" sz="2100" kern="1200" dirty="0"/>
                <a:t>Badanie magnetycznych </a:t>
              </a:r>
              <a:br>
                <a:rPr lang="pl-PL" sz="2100" kern="1200" dirty="0"/>
              </a:br>
              <a:r>
                <a:rPr lang="pl-PL" sz="2100" kern="1200" dirty="0"/>
                <a:t>i strukturalnych właściwości tlenku żelaza (TEM,VSM,XRD): </a:t>
              </a:r>
              <a:endParaRPr lang="en-US" sz="2100" kern="1200" dirty="0"/>
            </a:p>
          </p:txBody>
        </p:sp>
        <p:sp>
          <p:nvSpPr>
            <p:cNvPr id="11" name="Dowolny kształt: kształt 10">
              <a:extLst>
                <a:ext uri="{FF2B5EF4-FFF2-40B4-BE49-F238E27FC236}">
                  <a16:creationId xmlns:a16="http://schemas.microsoft.com/office/drawing/2014/main" id="{F8F2F3DA-ADAB-A618-AD82-42C579F40AA1}"/>
                </a:ext>
              </a:extLst>
            </p:cNvPr>
            <p:cNvSpPr/>
            <p:nvPr/>
          </p:nvSpPr>
          <p:spPr>
            <a:xfrm>
              <a:off x="5266512" y="1826156"/>
              <a:ext cx="6087287" cy="1242935"/>
            </a:xfrm>
            <a:custGeom>
              <a:avLst/>
              <a:gdLst>
                <a:gd name="connsiteX0" fmla="*/ 0 w 4347989"/>
                <a:gd name="connsiteY0" fmla="*/ 0 h 1242935"/>
                <a:gd name="connsiteX1" fmla="*/ 4347989 w 4347989"/>
                <a:gd name="connsiteY1" fmla="*/ 0 h 1242935"/>
                <a:gd name="connsiteX2" fmla="*/ 4347989 w 4347989"/>
                <a:gd name="connsiteY2" fmla="*/ 1242935 h 1242935"/>
                <a:gd name="connsiteX3" fmla="*/ 0 w 4347989"/>
                <a:gd name="connsiteY3" fmla="*/ 1242935 h 1242935"/>
                <a:gd name="connsiteX4" fmla="*/ 0 w 4347989"/>
                <a:gd name="connsiteY4" fmla="*/ 0 h 12429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47989" h="1242935">
                  <a:moveTo>
                    <a:pt x="0" y="0"/>
                  </a:moveTo>
                  <a:lnTo>
                    <a:pt x="4347989" y="0"/>
                  </a:lnTo>
                  <a:lnTo>
                    <a:pt x="4347989" y="1242935"/>
                  </a:lnTo>
                  <a:lnTo>
                    <a:pt x="0" y="12429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31544" tIns="131544" rIns="131544" bIns="131544" numCol="1" spcCol="1270" anchor="ctr" anchorCtr="0">
              <a:noAutofit/>
            </a:bodyPr>
            <a:lstStyle/>
            <a:p>
              <a:pPr marL="0" lvl="0" indent="0" algn="l" defTabSz="533400">
                <a:lnSpc>
                  <a:spcPct val="100000"/>
                </a:lnSpc>
                <a:spcBef>
                  <a:spcPct val="0"/>
                </a:spcBef>
                <a:spcAft>
                  <a:spcPct val="35000"/>
                </a:spcAft>
                <a:buNone/>
              </a:pPr>
              <a:r>
                <a:rPr lang="pl-PL" sz="1600" kern="1200" dirty="0"/>
                <a:t>Wnioski: </a:t>
              </a:r>
              <a:endParaRPr lang="en-US" sz="1600" kern="1200" dirty="0"/>
            </a:p>
            <a:p>
              <a:pPr marL="114300" lvl="1" indent="-114300" algn="l" defTabSz="533400">
                <a:lnSpc>
                  <a:spcPct val="90000"/>
                </a:lnSpc>
                <a:spcBef>
                  <a:spcPct val="0"/>
                </a:spcBef>
                <a:spcAft>
                  <a:spcPct val="15000"/>
                </a:spcAft>
                <a:buChar char="•"/>
              </a:pPr>
              <a:r>
                <a:rPr lang="pl-PL" sz="1600" kern="1200" dirty="0"/>
                <a:t>– jeśli rozmiar cząstki &lt; 14nm – wykazuje właściwości superparamagnetyczne</a:t>
              </a:r>
              <a:endParaRPr lang="en-US" sz="1600" kern="1200" dirty="0"/>
            </a:p>
            <a:p>
              <a:pPr marL="114300" lvl="1" indent="-114300" algn="l" defTabSz="533400">
                <a:lnSpc>
                  <a:spcPct val="90000"/>
                </a:lnSpc>
                <a:spcBef>
                  <a:spcPct val="0"/>
                </a:spcBef>
                <a:spcAft>
                  <a:spcPct val="15000"/>
                </a:spcAft>
                <a:buChar char="•"/>
              </a:pPr>
              <a:r>
                <a:rPr lang="pl-PL" sz="1600" kern="1200" dirty="0"/>
                <a:t>- jeśli rozmiar cząstki &gt; 36nm – wykazuje cechy wielodomenowe</a:t>
              </a:r>
              <a:endParaRPr lang="en-US" sz="1600" kern="1200" dirty="0"/>
            </a:p>
          </p:txBody>
        </p:sp>
        <p:sp>
          <p:nvSpPr>
            <p:cNvPr id="12" name="Prostokąt: zaokrąglone rogi 11">
              <a:extLst>
                <a:ext uri="{FF2B5EF4-FFF2-40B4-BE49-F238E27FC236}">
                  <a16:creationId xmlns:a16="http://schemas.microsoft.com/office/drawing/2014/main" id="{2BB67A5C-4CCB-18CF-F91D-840FF8548B65}"/>
                </a:ext>
              </a:extLst>
            </p:cNvPr>
            <p:cNvSpPr/>
            <p:nvPr/>
          </p:nvSpPr>
          <p:spPr>
            <a:xfrm>
              <a:off x="838200" y="3379826"/>
              <a:ext cx="10515600" cy="1242935"/>
            </a:xfrm>
            <a:prstGeom prst="roundRect">
              <a:avLst>
                <a:gd name="adj" fmla="val 10000"/>
              </a:avLst>
            </a:prstGeom>
            <a:solidFill>
              <a:schemeClr val="bg2"/>
            </a:solidFill>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pl-PL"/>
            </a:p>
          </p:txBody>
        </p:sp>
        <p:sp>
          <p:nvSpPr>
            <p:cNvPr id="13" name="Prostokąt 12">
              <a:extLst>
                <a:ext uri="{FF2B5EF4-FFF2-40B4-BE49-F238E27FC236}">
                  <a16:creationId xmlns:a16="http://schemas.microsoft.com/office/drawing/2014/main" id="{0FA6EB32-6074-CE68-E42A-88B33CC3D572}"/>
                </a:ext>
              </a:extLst>
            </p:cNvPr>
            <p:cNvSpPr/>
            <p:nvPr/>
          </p:nvSpPr>
          <p:spPr>
            <a:xfrm>
              <a:off x="1920245" y="5233646"/>
              <a:ext cx="683614" cy="683614"/>
            </a:xfrm>
            <a:prstGeom prst="rect">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pl-PL"/>
            </a:p>
          </p:txBody>
        </p:sp>
        <p:sp>
          <p:nvSpPr>
            <p:cNvPr id="14" name="Dowolny kształt: kształt 13">
              <a:extLst>
                <a:ext uri="{FF2B5EF4-FFF2-40B4-BE49-F238E27FC236}">
                  <a16:creationId xmlns:a16="http://schemas.microsoft.com/office/drawing/2014/main" id="{F7EB7EDF-D2F8-557C-C98E-6EA951E29A7E}"/>
                </a:ext>
              </a:extLst>
            </p:cNvPr>
            <p:cNvSpPr/>
            <p:nvPr/>
          </p:nvSpPr>
          <p:spPr>
            <a:xfrm>
              <a:off x="993630" y="3379826"/>
              <a:ext cx="4732020" cy="1242935"/>
            </a:xfrm>
            <a:custGeom>
              <a:avLst/>
              <a:gdLst>
                <a:gd name="connsiteX0" fmla="*/ 0 w 4732020"/>
                <a:gd name="connsiteY0" fmla="*/ 0 h 1242935"/>
                <a:gd name="connsiteX1" fmla="*/ 4732020 w 4732020"/>
                <a:gd name="connsiteY1" fmla="*/ 0 h 1242935"/>
                <a:gd name="connsiteX2" fmla="*/ 4732020 w 4732020"/>
                <a:gd name="connsiteY2" fmla="*/ 1242935 h 1242935"/>
                <a:gd name="connsiteX3" fmla="*/ 0 w 4732020"/>
                <a:gd name="connsiteY3" fmla="*/ 1242935 h 1242935"/>
                <a:gd name="connsiteX4" fmla="*/ 0 w 4732020"/>
                <a:gd name="connsiteY4" fmla="*/ 0 h 12429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32020" h="1242935">
                  <a:moveTo>
                    <a:pt x="0" y="0"/>
                  </a:moveTo>
                  <a:lnTo>
                    <a:pt x="4732020" y="0"/>
                  </a:lnTo>
                  <a:lnTo>
                    <a:pt x="4732020" y="1242935"/>
                  </a:lnTo>
                  <a:lnTo>
                    <a:pt x="0" y="12429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31544" tIns="131544" rIns="131544" bIns="131544" numCol="1" spcCol="1270" anchor="ctr" anchorCtr="0">
              <a:noAutofit/>
            </a:bodyPr>
            <a:lstStyle/>
            <a:p>
              <a:pPr marL="0" lvl="0" indent="0" algn="l" defTabSz="933450">
                <a:lnSpc>
                  <a:spcPct val="100000"/>
                </a:lnSpc>
                <a:spcBef>
                  <a:spcPct val="0"/>
                </a:spcBef>
                <a:spcAft>
                  <a:spcPct val="35000"/>
                </a:spcAft>
                <a:buNone/>
              </a:pPr>
              <a:r>
                <a:rPr lang="pl-PL" sz="2100" kern="1200" dirty="0"/>
                <a:t>Wpływ rozmiaru krystalitów na właściwości magnetyczne </a:t>
              </a:r>
              <a:r>
                <a:rPr lang="pl-PL" sz="2100" kern="1200" dirty="0" err="1"/>
                <a:t>γ-Fe₂O</a:t>
              </a:r>
              <a:r>
                <a:rPr lang="pl-PL" sz="2100" kern="1200" dirty="0"/>
                <a:t>₃:</a:t>
              </a:r>
              <a:endParaRPr lang="en-US" sz="2100" kern="1200" dirty="0"/>
            </a:p>
          </p:txBody>
        </p:sp>
        <p:sp>
          <p:nvSpPr>
            <p:cNvPr id="15" name="Dowolny kształt: kształt 14">
              <a:extLst>
                <a:ext uri="{FF2B5EF4-FFF2-40B4-BE49-F238E27FC236}">
                  <a16:creationId xmlns:a16="http://schemas.microsoft.com/office/drawing/2014/main" id="{A8347FC5-7B7D-9D64-28AB-5C2AE95CA885}"/>
                </a:ext>
              </a:extLst>
            </p:cNvPr>
            <p:cNvSpPr/>
            <p:nvPr/>
          </p:nvSpPr>
          <p:spPr>
            <a:xfrm>
              <a:off x="5266512" y="3379826"/>
              <a:ext cx="6087287" cy="1242935"/>
            </a:xfrm>
            <a:custGeom>
              <a:avLst/>
              <a:gdLst>
                <a:gd name="connsiteX0" fmla="*/ 0 w 4347989"/>
                <a:gd name="connsiteY0" fmla="*/ 0 h 1242935"/>
                <a:gd name="connsiteX1" fmla="*/ 4347989 w 4347989"/>
                <a:gd name="connsiteY1" fmla="*/ 0 h 1242935"/>
                <a:gd name="connsiteX2" fmla="*/ 4347989 w 4347989"/>
                <a:gd name="connsiteY2" fmla="*/ 1242935 h 1242935"/>
                <a:gd name="connsiteX3" fmla="*/ 0 w 4347989"/>
                <a:gd name="connsiteY3" fmla="*/ 1242935 h 1242935"/>
                <a:gd name="connsiteX4" fmla="*/ 0 w 4347989"/>
                <a:gd name="connsiteY4" fmla="*/ 0 h 12429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47989" h="1242935">
                  <a:moveTo>
                    <a:pt x="0" y="0"/>
                  </a:moveTo>
                  <a:lnTo>
                    <a:pt x="4347989" y="0"/>
                  </a:lnTo>
                  <a:lnTo>
                    <a:pt x="4347989" y="1242935"/>
                  </a:lnTo>
                  <a:lnTo>
                    <a:pt x="0" y="12429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31544" tIns="131544" rIns="131544" bIns="131544" numCol="1" spcCol="1270" anchor="ctr" anchorCtr="0">
              <a:noAutofit/>
            </a:bodyPr>
            <a:lstStyle/>
            <a:p>
              <a:pPr marL="0" lvl="0" indent="0" algn="l" defTabSz="533400">
                <a:lnSpc>
                  <a:spcPct val="100000"/>
                </a:lnSpc>
                <a:spcBef>
                  <a:spcPct val="0"/>
                </a:spcBef>
                <a:spcAft>
                  <a:spcPct val="35000"/>
                </a:spcAft>
                <a:buNone/>
              </a:pPr>
              <a:r>
                <a:rPr lang="pl-PL" sz="1600" kern="1200" dirty="0"/>
                <a:t>Wnioski:</a:t>
              </a:r>
              <a:r>
                <a:rPr lang="pl-PL" sz="1600" dirty="0"/>
                <a:t>  </a:t>
              </a:r>
              <a:r>
                <a:rPr lang="pl-PL" sz="1600" kern="1200" dirty="0"/>
                <a:t>nasycenie magnetyczne maleje wraz ze zmniejszeniem rozmiaru krystalitów</a:t>
              </a:r>
              <a:endParaRPr lang="en-US" sz="1600" kern="1200" dirty="0"/>
            </a:p>
          </p:txBody>
        </p:sp>
        <p:sp>
          <p:nvSpPr>
            <p:cNvPr id="16" name="Prostokąt: zaokrąglone rogi 15">
              <a:extLst>
                <a:ext uri="{FF2B5EF4-FFF2-40B4-BE49-F238E27FC236}">
                  <a16:creationId xmlns:a16="http://schemas.microsoft.com/office/drawing/2014/main" id="{0629D88D-D9AA-DACE-875C-1182B6753139}"/>
                </a:ext>
              </a:extLst>
            </p:cNvPr>
            <p:cNvSpPr/>
            <p:nvPr/>
          </p:nvSpPr>
          <p:spPr>
            <a:xfrm>
              <a:off x="838200" y="4933495"/>
              <a:ext cx="10515600" cy="1242935"/>
            </a:xfrm>
            <a:prstGeom prst="roundRect">
              <a:avLst>
                <a:gd name="adj" fmla="val 10000"/>
              </a:avLst>
            </a:prstGeom>
            <a:solidFill>
              <a:schemeClr val="bg2"/>
            </a:solidFill>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pl-PL"/>
            </a:p>
          </p:txBody>
        </p:sp>
        <p:sp>
          <p:nvSpPr>
            <p:cNvPr id="18" name="Dowolny kształt: kształt 17">
              <a:extLst>
                <a:ext uri="{FF2B5EF4-FFF2-40B4-BE49-F238E27FC236}">
                  <a16:creationId xmlns:a16="http://schemas.microsoft.com/office/drawing/2014/main" id="{BF00E016-A73F-A10C-4020-E3CAA1E83506}"/>
                </a:ext>
              </a:extLst>
            </p:cNvPr>
            <p:cNvSpPr/>
            <p:nvPr/>
          </p:nvSpPr>
          <p:spPr>
            <a:xfrm>
              <a:off x="993630" y="4933495"/>
              <a:ext cx="3669810" cy="1242935"/>
            </a:xfrm>
            <a:custGeom>
              <a:avLst/>
              <a:gdLst>
                <a:gd name="connsiteX0" fmla="*/ 0 w 4732020"/>
                <a:gd name="connsiteY0" fmla="*/ 0 h 1242935"/>
                <a:gd name="connsiteX1" fmla="*/ 4732020 w 4732020"/>
                <a:gd name="connsiteY1" fmla="*/ 0 h 1242935"/>
                <a:gd name="connsiteX2" fmla="*/ 4732020 w 4732020"/>
                <a:gd name="connsiteY2" fmla="*/ 1242935 h 1242935"/>
                <a:gd name="connsiteX3" fmla="*/ 0 w 4732020"/>
                <a:gd name="connsiteY3" fmla="*/ 1242935 h 1242935"/>
                <a:gd name="connsiteX4" fmla="*/ 0 w 4732020"/>
                <a:gd name="connsiteY4" fmla="*/ 0 h 12429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32020" h="1242935">
                  <a:moveTo>
                    <a:pt x="0" y="0"/>
                  </a:moveTo>
                  <a:lnTo>
                    <a:pt x="4732020" y="0"/>
                  </a:lnTo>
                  <a:lnTo>
                    <a:pt x="4732020" y="1242935"/>
                  </a:lnTo>
                  <a:lnTo>
                    <a:pt x="0" y="12429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31544" tIns="131544" rIns="131544" bIns="131544" numCol="1" spcCol="1270" anchor="ctr" anchorCtr="0">
              <a:noAutofit/>
            </a:bodyPr>
            <a:lstStyle/>
            <a:p>
              <a:pPr marL="0" lvl="0" indent="0" algn="l" defTabSz="933450">
                <a:lnSpc>
                  <a:spcPct val="100000"/>
                </a:lnSpc>
                <a:spcBef>
                  <a:spcPct val="0"/>
                </a:spcBef>
                <a:spcAft>
                  <a:spcPct val="35000"/>
                </a:spcAft>
                <a:buNone/>
              </a:pPr>
              <a:r>
                <a:rPr lang="pl-PL" sz="2100" kern="1200" dirty="0"/>
                <a:t>Badanie </a:t>
              </a:r>
              <a:r>
                <a:rPr lang="pl-PL" sz="2100" kern="1200" dirty="0" err="1"/>
                <a:t>CuFe</a:t>
              </a:r>
              <a:r>
                <a:rPr lang="pl-PL" sz="2100" kern="1200" dirty="0"/>
                <a:t>₂₄ o różnych rozmiarach krystalitów:</a:t>
              </a:r>
              <a:endParaRPr lang="en-US" sz="2100" kern="1200" dirty="0"/>
            </a:p>
          </p:txBody>
        </p:sp>
        <p:sp>
          <p:nvSpPr>
            <p:cNvPr id="19" name="Dowolny kształt: kształt 18">
              <a:extLst>
                <a:ext uri="{FF2B5EF4-FFF2-40B4-BE49-F238E27FC236}">
                  <a16:creationId xmlns:a16="http://schemas.microsoft.com/office/drawing/2014/main" id="{A20FDCC6-5397-D091-F743-AEE2AA194A32}"/>
                </a:ext>
              </a:extLst>
            </p:cNvPr>
            <p:cNvSpPr/>
            <p:nvPr/>
          </p:nvSpPr>
          <p:spPr>
            <a:xfrm>
              <a:off x="5266512" y="4933495"/>
              <a:ext cx="6087288" cy="1242935"/>
            </a:xfrm>
            <a:custGeom>
              <a:avLst/>
              <a:gdLst>
                <a:gd name="connsiteX0" fmla="*/ 0 w 4347989"/>
                <a:gd name="connsiteY0" fmla="*/ 0 h 1242935"/>
                <a:gd name="connsiteX1" fmla="*/ 4347989 w 4347989"/>
                <a:gd name="connsiteY1" fmla="*/ 0 h 1242935"/>
                <a:gd name="connsiteX2" fmla="*/ 4347989 w 4347989"/>
                <a:gd name="connsiteY2" fmla="*/ 1242935 h 1242935"/>
                <a:gd name="connsiteX3" fmla="*/ 0 w 4347989"/>
                <a:gd name="connsiteY3" fmla="*/ 1242935 h 1242935"/>
                <a:gd name="connsiteX4" fmla="*/ 0 w 4347989"/>
                <a:gd name="connsiteY4" fmla="*/ 0 h 12429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47989" h="1242935">
                  <a:moveTo>
                    <a:pt x="0" y="0"/>
                  </a:moveTo>
                  <a:lnTo>
                    <a:pt x="4347989" y="0"/>
                  </a:lnTo>
                  <a:lnTo>
                    <a:pt x="4347989" y="1242935"/>
                  </a:lnTo>
                  <a:lnTo>
                    <a:pt x="0" y="12429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31544" tIns="131544" rIns="131544" bIns="131544" numCol="1" spcCol="1270" anchor="ctr" anchorCtr="0">
              <a:noAutofit/>
            </a:bodyPr>
            <a:lstStyle/>
            <a:p>
              <a:pPr marL="0" lvl="0" indent="0" algn="l" defTabSz="533400">
                <a:lnSpc>
                  <a:spcPct val="100000"/>
                </a:lnSpc>
                <a:spcBef>
                  <a:spcPct val="0"/>
                </a:spcBef>
                <a:spcAft>
                  <a:spcPct val="35000"/>
                </a:spcAft>
                <a:buNone/>
              </a:pPr>
              <a:r>
                <a:rPr lang="pl-PL" sz="1600" kern="1200" dirty="0"/>
                <a:t>Wnioski:</a:t>
              </a:r>
              <a:r>
                <a:rPr lang="pl-PL" sz="1600" dirty="0"/>
                <a:t>  </a:t>
              </a:r>
              <a:r>
                <a:rPr lang="pl-PL" sz="1600" kern="1200" dirty="0"/>
                <a:t> ze wzrostem rozmiaru krystalitów zmieniały się m.in.: temperatura Curie, stała dielektryczna, rezystywność elektryczna DC </a:t>
              </a:r>
              <a:endParaRPr lang="en-US" sz="1600" kern="1200" dirty="0"/>
            </a:p>
          </p:txBody>
        </p:sp>
      </p:grpSp>
    </p:spTree>
    <p:extLst>
      <p:ext uri="{BB962C8B-B14F-4D97-AF65-F5344CB8AC3E}">
        <p14:creationId xmlns:p14="http://schemas.microsoft.com/office/powerpoint/2010/main" val="28048983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AA5CF486-D9E5-4A66-898A-F3D62B81B1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7" y="-5"/>
            <a:ext cx="12193149" cy="2200064"/>
          </a:xfrm>
          <a:custGeom>
            <a:avLst/>
            <a:gdLst>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57107 w 12192001"/>
              <a:gd name="connsiteY22" fmla="*/ 792050 h 2344739"/>
              <a:gd name="connsiteX23" fmla="*/ 11810326 w 12192001"/>
              <a:gd name="connsiteY23" fmla="*/ 799074 h 2344739"/>
              <a:gd name="connsiteX24" fmla="*/ 11550277 w 12192001"/>
              <a:gd name="connsiteY24" fmla="*/ 918898 h 2344739"/>
              <a:gd name="connsiteX25" fmla="*/ 11306392 w 12192001"/>
              <a:gd name="connsiteY25" fmla="*/ 1272239 h 2344739"/>
              <a:gd name="connsiteX26" fmla="*/ 11309326 w 12192001"/>
              <a:gd name="connsiteY26" fmla="*/ 1274846 h 2344739"/>
              <a:gd name="connsiteX27" fmla="*/ 11294224 w 12192001"/>
              <a:gd name="connsiteY27" fmla="*/ 1283683 h 2344739"/>
              <a:gd name="connsiteX28" fmla="*/ 11245526 w 12192001"/>
              <a:gd name="connsiteY28" fmla="*/ 1274060 h 2344739"/>
              <a:gd name="connsiteX29" fmla="*/ 11227161 w 12192001"/>
              <a:gd name="connsiteY29" fmla="*/ 1276236 h 2344739"/>
              <a:gd name="connsiteX30" fmla="*/ 11216939 w 12192001"/>
              <a:gd name="connsiteY30" fmla="*/ 1275961 h 2344739"/>
              <a:gd name="connsiteX31" fmla="*/ 11216036 w 12192001"/>
              <a:gd name="connsiteY31" fmla="*/ 1275018 h 2344739"/>
              <a:gd name="connsiteX32" fmla="*/ 11187737 w 12192001"/>
              <a:gd name="connsiteY32" fmla="*/ 1292383 h 2344739"/>
              <a:gd name="connsiteX33" fmla="*/ 11183353 w 12192001"/>
              <a:gd name="connsiteY33" fmla="*/ 1292525 h 2344739"/>
              <a:gd name="connsiteX34" fmla="*/ 11165706 w 12192001"/>
              <a:gd name="connsiteY34" fmla="*/ 1306612 h 2344739"/>
              <a:gd name="connsiteX35" fmla="*/ 11156163 w 12192001"/>
              <a:gd name="connsiteY35" fmla="*/ 1312414 h 2344739"/>
              <a:gd name="connsiteX36" fmla="*/ 11154348 w 12192001"/>
              <a:gd name="connsiteY36" fmla="*/ 1317097 h 2344739"/>
              <a:gd name="connsiteX37" fmla="*/ 11139813 w 12192001"/>
              <a:gd name="connsiteY37" fmla="*/ 1324115 h 2344739"/>
              <a:gd name="connsiteX38" fmla="*/ 11137813 w 12192001"/>
              <a:gd name="connsiteY38" fmla="*/ 1323772 h 2344739"/>
              <a:gd name="connsiteX39" fmla="*/ 11127060 w 12192001"/>
              <a:gd name="connsiteY39" fmla="*/ 1333832 h 2344739"/>
              <a:gd name="connsiteX40" fmla="*/ 11119543 w 12192001"/>
              <a:gd name="connsiteY40" fmla="*/ 1347424 h 2344739"/>
              <a:gd name="connsiteX41" fmla="*/ 10893535 w 12192001"/>
              <a:gd name="connsiteY41" fmla="*/ 1473399 h 2344739"/>
              <a:gd name="connsiteX42" fmla="*/ 10772152 w 12192001"/>
              <a:gd name="connsiteY42" fmla="*/ 1523191 h 2344739"/>
              <a:gd name="connsiteX43" fmla="*/ 10626520 w 12192001"/>
              <a:gd name="connsiteY43" fmla="*/ 1559229 h 2344739"/>
              <a:gd name="connsiteX44" fmla="*/ 10580747 w 12192001"/>
              <a:gd name="connsiteY44" fmla="*/ 1568689 h 2344739"/>
              <a:gd name="connsiteX45" fmla="*/ 10546642 w 12192001"/>
              <a:gd name="connsiteY45" fmla="*/ 1598423 h 2344739"/>
              <a:gd name="connsiteX46" fmla="*/ 10528495 w 12192001"/>
              <a:gd name="connsiteY46" fmla="*/ 1596907 h 2344739"/>
              <a:gd name="connsiteX47" fmla="*/ 10525298 w 12192001"/>
              <a:gd name="connsiteY47" fmla="*/ 1596411 h 2344739"/>
              <a:gd name="connsiteX48" fmla="*/ 10513981 w 12192001"/>
              <a:gd name="connsiteY48" fmla="*/ 1599537 h 2344739"/>
              <a:gd name="connsiteX49" fmla="*/ 10490587 w 12192001"/>
              <a:gd name="connsiteY49" fmla="*/ 1594156 h 2344739"/>
              <a:gd name="connsiteX50" fmla="*/ 10470270 w 12192001"/>
              <a:gd name="connsiteY50" fmla="*/ 1601693 h 2344739"/>
              <a:gd name="connsiteX51" fmla="*/ 10375894 w 12192001"/>
              <a:gd name="connsiteY51" fmla="*/ 1644598 h 2344739"/>
              <a:gd name="connsiteX52" fmla="*/ 10318190 w 12192001"/>
              <a:gd name="connsiteY52" fmla="*/ 1666221 h 2344739"/>
              <a:gd name="connsiteX53" fmla="*/ 10294319 w 12192001"/>
              <a:gd name="connsiteY53" fmla="*/ 1668079 h 2344739"/>
              <a:gd name="connsiteX54" fmla="*/ 10262295 w 12192001"/>
              <a:gd name="connsiteY54" fmla="*/ 1674948 h 2344739"/>
              <a:gd name="connsiteX55" fmla="*/ 10204270 w 12192001"/>
              <a:gd name="connsiteY55" fmla="*/ 1682149 h 2344739"/>
              <a:gd name="connsiteX56" fmla="*/ 10176611 w 12192001"/>
              <a:gd name="connsiteY56" fmla="*/ 1692943 h 2344739"/>
              <a:gd name="connsiteX57" fmla="*/ 10163922 w 12192001"/>
              <a:gd name="connsiteY57" fmla="*/ 1693739 h 2344739"/>
              <a:gd name="connsiteX58" fmla="*/ 10155160 w 12192001"/>
              <a:gd name="connsiteY58" fmla="*/ 1707487 h 2344739"/>
              <a:gd name="connsiteX59" fmla="*/ 10117119 w 12192001"/>
              <a:gd name="connsiteY59" fmla="*/ 1731142 h 2344739"/>
              <a:gd name="connsiteX60" fmla="*/ 10100445 w 12192001"/>
              <a:gd name="connsiteY60" fmla="*/ 1742432 h 2344739"/>
              <a:gd name="connsiteX61" fmla="*/ 10082169 w 12192001"/>
              <a:gd name="connsiteY61" fmla="*/ 1743296 h 2344739"/>
              <a:gd name="connsiteX62" fmla="*/ 10039240 w 12192001"/>
              <a:gd name="connsiteY62" fmla="*/ 1741632 h 2344739"/>
              <a:gd name="connsiteX63" fmla="*/ 9960019 w 12192001"/>
              <a:gd name="connsiteY63" fmla="*/ 1757147 h 2344739"/>
              <a:gd name="connsiteX64" fmla="*/ 9847792 w 12192001"/>
              <a:gd name="connsiteY64" fmla="*/ 1763915 h 2344739"/>
              <a:gd name="connsiteX65" fmla="*/ 9728309 w 12192001"/>
              <a:gd name="connsiteY65" fmla="*/ 1784122 h 2344739"/>
              <a:gd name="connsiteX66" fmla="*/ 9584507 w 12192001"/>
              <a:gd name="connsiteY66" fmla="*/ 1795542 h 2344739"/>
              <a:gd name="connsiteX67" fmla="*/ 9343052 w 12192001"/>
              <a:gd name="connsiteY67" fmla="*/ 1841244 h 2344739"/>
              <a:gd name="connsiteX68" fmla="*/ 9231370 w 12192001"/>
              <a:gd name="connsiteY68" fmla="*/ 1893149 h 2344739"/>
              <a:gd name="connsiteX69" fmla="*/ 9194810 w 12192001"/>
              <a:gd name="connsiteY69" fmla="*/ 1903228 h 2344739"/>
              <a:gd name="connsiteX70" fmla="*/ 9189246 w 12192001"/>
              <a:gd name="connsiteY70" fmla="*/ 1912467 h 2344739"/>
              <a:gd name="connsiteX71" fmla="*/ 9151232 w 12192001"/>
              <a:gd name="connsiteY71" fmla="*/ 1923669 h 2344739"/>
              <a:gd name="connsiteX72" fmla="*/ 9150210 w 12192001"/>
              <a:gd name="connsiteY72" fmla="*/ 1922604 h 2344739"/>
              <a:gd name="connsiteX73" fmla="*/ 9137318 w 12192001"/>
              <a:gd name="connsiteY73" fmla="*/ 1920435 h 2344739"/>
              <a:gd name="connsiteX74" fmla="*/ 9113812 w 12192001"/>
              <a:gd name="connsiteY74" fmla="*/ 1919069 h 2344739"/>
              <a:gd name="connsiteX75" fmla="*/ 9053453 w 12192001"/>
              <a:gd name="connsiteY75" fmla="*/ 1910755 h 2344739"/>
              <a:gd name="connsiteX76" fmla="*/ 9005486 w 12192001"/>
              <a:gd name="connsiteY76" fmla="*/ 1914040 h 2344739"/>
              <a:gd name="connsiteX77" fmla="*/ 9005201 w 12192001"/>
              <a:gd name="connsiteY77" fmla="*/ 1913800 h 2344739"/>
              <a:gd name="connsiteX78" fmla="*/ 8996232 w 12192001"/>
              <a:gd name="connsiteY78" fmla="*/ 1915011 h 2344739"/>
              <a:gd name="connsiteX79" fmla="*/ 8990394 w 12192001"/>
              <a:gd name="connsiteY79" fmla="*/ 1917072 h 2344739"/>
              <a:gd name="connsiteX80" fmla="*/ 8974337 w 12192001"/>
              <a:gd name="connsiteY80" fmla="*/ 1920298 h 2344739"/>
              <a:gd name="connsiteX81" fmla="*/ 8968011 w 12192001"/>
              <a:gd name="connsiteY81" fmla="*/ 1919598 h 2344739"/>
              <a:gd name="connsiteX82" fmla="*/ 8963048 w 12192001"/>
              <a:gd name="connsiteY82" fmla="*/ 1917373 h 2344739"/>
              <a:gd name="connsiteX83" fmla="*/ 8928988 w 12192001"/>
              <a:gd name="connsiteY83" fmla="*/ 1914185 h 2344739"/>
              <a:gd name="connsiteX84" fmla="*/ 8752444 w 12192001"/>
              <a:gd name="connsiteY84" fmla="*/ 1933417 h 2344739"/>
              <a:gd name="connsiteX85" fmla="*/ 8707847 w 12192001"/>
              <a:gd name="connsiteY85" fmla="*/ 1935518 h 2344739"/>
              <a:gd name="connsiteX86" fmla="*/ 8596071 w 12192001"/>
              <a:gd name="connsiteY86" fmla="*/ 1944090 h 2344739"/>
              <a:gd name="connsiteX87" fmla="*/ 8525230 w 12192001"/>
              <a:gd name="connsiteY87" fmla="*/ 1929248 h 2344739"/>
              <a:gd name="connsiteX88" fmla="*/ 8510983 w 12192001"/>
              <a:gd name="connsiteY88" fmla="*/ 1935163 h 2344739"/>
              <a:gd name="connsiteX89" fmla="*/ 8506167 w 12192001"/>
              <a:gd name="connsiteY89" fmla="*/ 1938164 h 2344739"/>
              <a:gd name="connsiteX90" fmla="*/ 8497968 w 12192001"/>
              <a:gd name="connsiteY90" fmla="*/ 1940902 h 2344739"/>
              <a:gd name="connsiteX91" fmla="*/ 8497594 w 12192001"/>
              <a:gd name="connsiteY91" fmla="*/ 1940723 h 2344739"/>
              <a:gd name="connsiteX92" fmla="*/ 8490249 w 12192001"/>
              <a:gd name="connsiteY92" fmla="*/ 1943773 h 2344739"/>
              <a:gd name="connsiteX93" fmla="*/ 8367182 w 12192001"/>
              <a:gd name="connsiteY93" fmla="*/ 1957815 h 2344739"/>
              <a:gd name="connsiteX94" fmla="*/ 8353799 w 12192001"/>
              <a:gd name="connsiteY94" fmla="*/ 1958009 h 2344739"/>
              <a:gd name="connsiteX95" fmla="*/ 8352373 w 12192001"/>
              <a:gd name="connsiteY95" fmla="*/ 1957169 h 2344739"/>
              <a:gd name="connsiteX96" fmla="*/ 8320104 w 12192001"/>
              <a:gd name="connsiteY96" fmla="*/ 1974587 h 2344739"/>
              <a:gd name="connsiteX97" fmla="*/ 8314433 w 12192001"/>
              <a:gd name="connsiteY97" fmla="*/ 1974913 h 2344739"/>
              <a:gd name="connsiteX98" fmla="*/ 8295174 w 12192001"/>
              <a:gd name="connsiteY98" fmla="*/ 1988808 h 2344739"/>
              <a:gd name="connsiteX99" fmla="*/ 8284276 w 12192001"/>
              <a:gd name="connsiteY99" fmla="*/ 1994631 h 2344739"/>
              <a:gd name="connsiteX100" fmla="*/ 8283150 w 12192001"/>
              <a:gd name="connsiteY100" fmla="*/ 1999074 h 2344739"/>
              <a:gd name="connsiteX101" fmla="*/ 8266076 w 12192001"/>
              <a:gd name="connsiteY101" fmla="*/ 2006249 h 2344739"/>
              <a:gd name="connsiteX102" fmla="*/ 8263377 w 12192001"/>
              <a:gd name="connsiteY102" fmla="*/ 2006019 h 2344739"/>
              <a:gd name="connsiteX103" fmla="*/ 8252033 w 12192001"/>
              <a:gd name="connsiteY103" fmla="*/ 2015862 h 2344739"/>
              <a:gd name="connsiteX104" fmla="*/ 8245834 w 12192001"/>
              <a:gd name="connsiteY104" fmla="*/ 2028854 h 2344739"/>
              <a:gd name="connsiteX105" fmla="*/ 8090272 w 12192001"/>
              <a:gd name="connsiteY105" fmla="*/ 2075015 h 2344739"/>
              <a:gd name="connsiteX106" fmla="*/ 7905407 w 12192001"/>
              <a:gd name="connsiteY106" fmla="*/ 2116988 h 2344739"/>
              <a:gd name="connsiteX107" fmla="*/ 7718745 w 12192001"/>
              <a:gd name="connsiteY107" fmla="*/ 2142703 h 2344739"/>
              <a:gd name="connsiteX108" fmla="*/ 7614347 w 12192001"/>
              <a:gd name="connsiteY108" fmla="*/ 2139232 h 2344739"/>
              <a:gd name="connsiteX109" fmla="*/ 7527543 w 12192001"/>
              <a:gd name="connsiteY109" fmla="*/ 2145060 h 2344739"/>
              <a:gd name="connsiteX110" fmla="*/ 7519571 w 12192001"/>
              <a:gd name="connsiteY110" fmla="*/ 2147613 h 2344739"/>
              <a:gd name="connsiteX111" fmla="*/ 7507411 w 12192001"/>
              <a:gd name="connsiteY111" fmla="*/ 2148948 h 2344739"/>
              <a:gd name="connsiteX112" fmla="*/ 7507040 w 12192001"/>
              <a:gd name="connsiteY112" fmla="*/ 2148621 h 2344739"/>
              <a:gd name="connsiteX113" fmla="*/ 7495795 w 12192001"/>
              <a:gd name="connsiteY113" fmla="*/ 2150573 h 2344739"/>
              <a:gd name="connsiteX114" fmla="*/ 7405391 w 12192001"/>
              <a:gd name="connsiteY114" fmla="*/ 2142468 h 2344739"/>
              <a:gd name="connsiteX115" fmla="*/ 7312180 w 12192001"/>
              <a:gd name="connsiteY115" fmla="*/ 2132873 h 2344739"/>
              <a:gd name="connsiteX116" fmla="*/ 7310853 w 12192001"/>
              <a:gd name="connsiteY116" fmla="*/ 2131431 h 2344739"/>
              <a:gd name="connsiteX117" fmla="*/ 7218559 w 12192001"/>
              <a:gd name="connsiteY117" fmla="*/ 2156680 h 2344739"/>
              <a:gd name="connsiteX118" fmla="*/ 7201101 w 12192001"/>
              <a:gd name="connsiteY118" fmla="*/ 2161230 h 2344739"/>
              <a:gd name="connsiteX119" fmla="*/ 7197004 w 12192001"/>
              <a:gd name="connsiteY119" fmla="*/ 2166588 h 2344739"/>
              <a:gd name="connsiteX120" fmla="*/ 7170808 w 12192001"/>
              <a:gd name="connsiteY120" fmla="*/ 2171236 h 2344739"/>
              <a:gd name="connsiteX121" fmla="*/ 7096988 w 12192001"/>
              <a:gd name="connsiteY121" fmla="*/ 2183464 h 2344739"/>
              <a:gd name="connsiteX122" fmla="*/ 7018496 w 12192001"/>
              <a:gd name="connsiteY122" fmla="*/ 2183090 h 2344739"/>
              <a:gd name="connsiteX123" fmla="*/ 6904146 w 12192001"/>
              <a:gd name="connsiteY123" fmla="*/ 2212596 h 2344739"/>
              <a:gd name="connsiteX124" fmla="*/ 6708222 w 12192001"/>
              <a:gd name="connsiteY124" fmla="*/ 2240551 h 2344739"/>
              <a:gd name="connsiteX125" fmla="*/ 6549454 w 12192001"/>
              <a:gd name="connsiteY125" fmla="*/ 2269327 h 2344739"/>
              <a:gd name="connsiteX126" fmla="*/ 6317560 w 12192001"/>
              <a:gd name="connsiteY126" fmla="*/ 2316127 h 2344739"/>
              <a:gd name="connsiteX127" fmla="*/ 6168674 w 12192001"/>
              <a:gd name="connsiteY127" fmla="*/ 2318214 h 2344739"/>
              <a:gd name="connsiteX128" fmla="*/ 6073848 w 12192001"/>
              <a:gd name="connsiteY128" fmla="*/ 2338676 h 2344739"/>
              <a:gd name="connsiteX129" fmla="*/ 6068529 w 12192001"/>
              <a:gd name="connsiteY129" fmla="*/ 2337139 h 2344739"/>
              <a:gd name="connsiteX130" fmla="*/ 6048638 w 12192001"/>
              <a:gd name="connsiteY130" fmla="*/ 2337822 h 2344739"/>
              <a:gd name="connsiteX131" fmla="*/ 6041285 w 12192001"/>
              <a:gd name="connsiteY131" fmla="*/ 2329473 h 2344739"/>
              <a:gd name="connsiteX132" fmla="*/ 6010090 w 12192001"/>
              <a:gd name="connsiteY132" fmla="*/ 2324380 h 2344739"/>
              <a:gd name="connsiteX133" fmla="*/ 5957375 w 12192001"/>
              <a:gd name="connsiteY133" fmla="*/ 2328024 h 2344739"/>
              <a:gd name="connsiteX134" fmla="*/ 5758919 w 12192001"/>
              <a:gd name="connsiteY134" fmla="*/ 2343716 h 2344739"/>
              <a:gd name="connsiteX135" fmla="*/ 5626960 w 12192001"/>
              <a:gd name="connsiteY135" fmla="*/ 2344739 h 2344739"/>
              <a:gd name="connsiteX136" fmla="*/ 5470906 w 12192001"/>
              <a:gd name="connsiteY136" fmla="*/ 2330719 h 2344739"/>
              <a:gd name="connsiteX137" fmla="*/ 5432761 w 12192001"/>
              <a:gd name="connsiteY137" fmla="*/ 2319466 h 2344739"/>
              <a:gd name="connsiteX138" fmla="*/ 5381669 w 12192001"/>
              <a:gd name="connsiteY138" fmla="*/ 2301764 h 2344739"/>
              <a:gd name="connsiteX139" fmla="*/ 5261764 w 12192001"/>
              <a:gd name="connsiteY139" fmla="*/ 2281347 h 2344739"/>
              <a:gd name="connsiteX140" fmla="*/ 5222961 w 12192001"/>
              <a:gd name="connsiteY140" fmla="*/ 2270223 h 2344739"/>
              <a:gd name="connsiteX141" fmla="*/ 5174660 w 12192001"/>
              <a:gd name="connsiteY141" fmla="*/ 2267233 h 2344739"/>
              <a:gd name="connsiteX142" fmla="*/ 5156554 w 12192001"/>
              <a:gd name="connsiteY142" fmla="*/ 2260010 h 2344739"/>
              <a:gd name="connsiteX143" fmla="*/ 5142599 w 12192001"/>
              <a:gd name="connsiteY143" fmla="*/ 2256610 h 2344739"/>
              <a:gd name="connsiteX144" fmla="*/ 5139596 w 12192001"/>
              <a:gd name="connsiteY144" fmla="*/ 2254509 h 2344739"/>
              <a:gd name="connsiteX145" fmla="*/ 5121659 w 12192001"/>
              <a:gd name="connsiteY145" fmla="*/ 2243656 h 2344739"/>
              <a:gd name="connsiteX146" fmla="*/ 5065790 w 12192001"/>
              <a:gd name="connsiteY146" fmla="*/ 2250227 h 2344739"/>
              <a:gd name="connsiteX147" fmla="*/ 5011514 w 12192001"/>
              <a:gd name="connsiteY147" fmla="*/ 2233846 h 2344739"/>
              <a:gd name="connsiteX148" fmla="*/ 4840441 w 12192001"/>
              <a:gd name="connsiteY148" fmla="*/ 2209829 h 2344739"/>
              <a:gd name="connsiteX149" fmla="*/ 4762447 w 12192001"/>
              <a:gd name="connsiteY149" fmla="*/ 2182061 h 2344739"/>
              <a:gd name="connsiteX150" fmla="*/ 4723186 w 12192001"/>
              <a:gd name="connsiteY150" fmla="*/ 2173047 h 2344739"/>
              <a:gd name="connsiteX151" fmla="*/ 4721176 w 12192001"/>
              <a:gd name="connsiteY151" fmla="*/ 2172298 h 2344739"/>
              <a:gd name="connsiteX152" fmla="*/ 4722111 w 12192001"/>
              <a:gd name="connsiteY152" fmla="*/ 2172087 h 2344739"/>
              <a:gd name="connsiteX153" fmla="*/ 4717202 w 12192001"/>
              <a:gd name="connsiteY153" fmla="*/ 2170817 h 2344739"/>
              <a:gd name="connsiteX154" fmla="*/ 4721176 w 12192001"/>
              <a:gd name="connsiteY154" fmla="*/ 2172298 h 2344739"/>
              <a:gd name="connsiteX155" fmla="*/ 4715526 w 12192001"/>
              <a:gd name="connsiteY155" fmla="*/ 2173573 h 2344739"/>
              <a:gd name="connsiteX156" fmla="*/ 4515814 w 12192001"/>
              <a:gd name="connsiteY156" fmla="*/ 2163671 h 2344739"/>
              <a:gd name="connsiteX157" fmla="*/ 4428543 w 12192001"/>
              <a:gd name="connsiteY157" fmla="*/ 2153020 h 2344739"/>
              <a:gd name="connsiteX158" fmla="*/ 4362875 w 12192001"/>
              <a:gd name="connsiteY158" fmla="*/ 2151674 h 2344739"/>
              <a:gd name="connsiteX159" fmla="*/ 4316966 w 12192001"/>
              <a:gd name="connsiteY159" fmla="*/ 2158289 h 2344739"/>
              <a:gd name="connsiteX160" fmla="*/ 4315110 w 12192001"/>
              <a:gd name="connsiteY160" fmla="*/ 2156948 h 2344739"/>
              <a:gd name="connsiteX161" fmla="*/ 4295144 w 12192001"/>
              <a:gd name="connsiteY161" fmla="*/ 2155069 h 2344739"/>
              <a:gd name="connsiteX162" fmla="*/ 4290064 w 12192001"/>
              <a:gd name="connsiteY162" fmla="*/ 2157986 h 2344739"/>
              <a:gd name="connsiteX163" fmla="*/ 4276142 w 12192001"/>
              <a:gd name="connsiteY163" fmla="*/ 2157740 h 2344739"/>
              <a:gd name="connsiteX164" fmla="*/ 4248117 w 12192001"/>
              <a:gd name="connsiteY164" fmla="*/ 2160064 h 2344739"/>
              <a:gd name="connsiteX165" fmla="*/ 4202051 w 12192001"/>
              <a:gd name="connsiteY165" fmla="*/ 2157269 h 2344739"/>
              <a:gd name="connsiteX166" fmla="*/ 4201745 w 12192001"/>
              <a:gd name="connsiteY166" fmla="*/ 2156010 h 2344739"/>
              <a:gd name="connsiteX167" fmla="*/ 4191248 w 12192001"/>
              <a:gd name="connsiteY167" fmla="*/ 2150376 h 2344739"/>
              <a:gd name="connsiteX168" fmla="*/ 4142745 w 12192001"/>
              <a:gd name="connsiteY168" fmla="*/ 2134511 h 2344739"/>
              <a:gd name="connsiteX169" fmla="*/ 4083097 w 12192001"/>
              <a:gd name="connsiteY169" fmla="*/ 2107978 h 2344739"/>
              <a:gd name="connsiteX170" fmla="*/ 4074546 w 12192001"/>
              <a:gd name="connsiteY170" fmla="*/ 2107143 h 2344739"/>
              <a:gd name="connsiteX171" fmla="*/ 4074427 w 12192001"/>
              <a:gd name="connsiteY171" fmla="*/ 2106844 h 2344739"/>
              <a:gd name="connsiteX172" fmla="*/ 4065510 w 12192001"/>
              <a:gd name="connsiteY172" fmla="*/ 2105400 h 2344739"/>
              <a:gd name="connsiteX173" fmla="*/ 4058954 w 12192001"/>
              <a:gd name="connsiteY173" fmla="*/ 2105618 h 2344739"/>
              <a:gd name="connsiteX174" fmla="*/ 4042364 w 12192001"/>
              <a:gd name="connsiteY174" fmla="*/ 2103997 h 2344739"/>
              <a:gd name="connsiteX175" fmla="*/ 4036997 w 12192001"/>
              <a:gd name="connsiteY175" fmla="*/ 2101563 h 2344739"/>
              <a:gd name="connsiteX176" fmla="*/ 4035363 w 12192001"/>
              <a:gd name="connsiteY176" fmla="*/ 2097896 h 2344739"/>
              <a:gd name="connsiteX177" fmla="*/ 4033778 w 12192001"/>
              <a:gd name="connsiteY177" fmla="*/ 2098131 h 2344739"/>
              <a:gd name="connsiteX178" fmla="*/ 4004538 w 12192001"/>
              <a:gd name="connsiteY178" fmla="*/ 2085563 h 2344739"/>
              <a:gd name="connsiteX179" fmla="*/ 3936846 w 12192001"/>
              <a:gd name="connsiteY179" fmla="*/ 2068106 h 2344739"/>
              <a:gd name="connsiteX180" fmla="*/ 3897275 w 12192001"/>
              <a:gd name="connsiteY180" fmla="*/ 2062451 h 2344739"/>
              <a:gd name="connsiteX181" fmla="*/ 3789760 w 12192001"/>
              <a:gd name="connsiteY181" fmla="*/ 2042213 h 2344739"/>
              <a:gd name="connsiteX182" fmla="*/ 3682513 w 12192001"/>
              <a:gd name="connsiteY182" fmla="*/ 2018290 h 2344739"/>
              <a:gd name="connsiteX183" fmla="*/ 3610035 w 12192001"/>
              <a:gd name="connsiteY183" fmla="*/ 1986019 h 2344739"/>
              <a:gd name="connsiteX184" fmla="*/ 3603855 w 12192001"/>
              <a:gd name="connsiteY184" fmla="*/ 1987381 h 2344739"/>
              <a:gd name="connsiteX185" fmla="*/ 3594736 w 12192001"/>
              <a:gd name="connsiteY185" fmla="*/ 1987545 h 2344739"/>
              <a:gd name="connsiteX186" fmla="*/ 3594501 w 12192001"/>
              <a:gd name="connsiteY186" fmla="*/ 1987276 h 2344739"/>
              <a:gd name="connsiteX187" fmla="*/ 3585978 w 12192001"/>
              <a:gd name="connsiteY187" fmla="*/ 1987966 h 2344739"/>
              <a:gd name="connsiteX188" fmla="*/ 3536135 w 12192001"/>
              <a:gd name="connsiteY188" fmla="*/ 1978267 h 2344739"/>
              <a:gd name="connsiteX189" fmla="*/ 3473223 w 12192001"/>
              <a:gd name="connsiteY189" fmla="*/ 1974606 h 2344739"/>
              <a:gd name="connsiteX190" fmla="*/ 3400728 w 12192001"/>
              <a:gd name="connsiteY190" fmla="*/ 1962558 h 2344739"/>
              <a:gd name="connsiteX191" fmla="*/ 3363888 w 12192001"/>
              <a:gd name="connsiteY191" fmla="*/ 1979510 h 2344739"/>
              <a:gd name="connsiteX192" fmla="*/ 3344026 w 12192001"/>
              <a:gd name="connsiteY192" fmla="*/ 1981192 h 2344739"/>
              <a:gd name="connsiteX193" fmla="*/ 3341698 w 12192001"/>
              <a:gd name="connsiteY193" fmla="*/ 1980217 h 2344739"/>
              <a:gd name="connsiteX194" fmla="*/ 3262356 w 12192001"/>
              <a:gd name="connsiteY194" fmla="*/ 1986094 h 2344739"/>
              <a:gd name="connsiteX195" fmla="*/ 3142556 w 12192001"/>
              <a:gd name="connsiteY195" fmla="*/ 1993869 h 2344739"/>
              <a:gd name="connsiteX196" fmla="*/ 3030291 w 12192001"/>
              <a:gd name="connsiteY196" fmla="*/ 1996512 h 2344739"/>
              <a:gd name="connsiteX197" fmla="*/ 2781569 w 12192001"/>
              <a:gd name="connsiteY197" fmla="*/ 2018333 h 2344739"/>
              <a:gd name="connsiteX198" fmla="*/ 2646527 w 12192001"/>
              <a:gd name="connsiteY198" fmla="*/ 2028869 h 2344739"/>
              <a:gd name="connsiteX199" fmla="*/ 2568028 w 12192001"/>
              <a:gd name="connsiteY199" fmla="*/ 2002628 h 2344739"/>
              <a:gd name="connsiteX200" fmla="*/ 2443255 w 12192001"/>
              <a:gd name="connsiteY200" fmla="*/ 2016529 h 2344739"/>
              <a:gd name="connsiteX201" fmla="*/ 2315112 w 12192001"/>
              <a:gd name="connsiteY201" fmla="*/ 2024996 h 2344739"/>
              <a:gd name="connsiteX202" fmla="*/ 2208578 w 12192001"/>
              <a:gd name="connsiteY202" fmla="*/ 2019763 h 2344739"/>
              <a:gd name="connsiteX203" fmla="*/ 2094665 w 12192001"/>
              <a:gd name="connsiteY203" fmla="*/ 2003052 h 2344739"/>
              <a:gd name="connsiteX204" fmla="*/ 1997356 w 12192001"/>
              <a:gd name="connsiteY204" fmla="*/ 1995032 h 2344739"/>
              <a:gd name="connsiteX205" fmla="*/ 1928172 w 12192001"/>
              <a:gd name="connsiteY205" fmla="*/ 2016977 h 2344739"/>
              <a:gd name="connsiteX206" fmla="*/ 1921650 w 12192001"/>
              <a:gd name="connsiteY206" fmla="*/ 2012146 h 2344739"/>
              <a:gd name="connsiteX207" fmla="*/ 1873080 w 12192001"/>
              <a:gd name="connsiteY207" fmla="*/ 2013741 h 2344739"/>
              <a:gd name="connsiteX208" fmla="*/ 1786655 w 12192001"/>
              <a:gd name="connsiteY208" fmla="*/ 2041363 h 2344739"/>
              <a:gd name="connsiteX209" fmla="*/ 1738204 w 12192001"/>
              <a:gd name="connsiteY209" fmla="*/ 2036312 h 2344739"/>
              <a:gd name="connsiteX210" fmla="*/ 1675071 w 12192001"/>
              <a:gd name="connsiteY210" fmla="*/ 2019963 h 2344739"/>
              <a:gd name="connsiteX211" fmla="*/ 1608669 w 12192001"/>
              <a:gd name="connsiteY211" fmla="*/ 2013066 h 2344739"/>
              <a:gd name="connsiteX212" fmla="*/ 1496110 w 12192001"/>
              <a:gd name="connsiteY212" fmla="*/ 1987476 h 2344739"/>
              <a:gd name="connsiteX213" fmla="*/ 1149979 w 12192001"/>
              <a:gd name="connsiteY213" fmla="*/ 1938041 h 2344739"/>
              <a:gd name="connsiteX214" fmla="*/ 858269 w 12192001"/>
              <a:gd name="connsiteY214" fmla="*/ 1928608 h 2344739"/>
              <a:gd name="connsiteX215" fmla="*/ 837540 w 12192001"/>
              <a:gd name="connsiteY215" fmla="*/ 1929821 h 2344739"/>
              <a:gd name="connsiteX216" fmla="*/ 816809 w 12192001"/>
              <a:gd name="connsiteY216" fmla="*/ 1927857 h 2344739"/>
              <a:gd name="connsiteX217" fmla="*/ 811506 w 12192001"/>
              <a:gd name="connsiteY217" fmla="*/ 1930751 h 2344739"/>
              <a:gd name="connsiteX218" fmla="*/ 797041 w 12192001"/>
              <a:gd name="connsiteY218" fmla="*/ 1930446 h 2344739"/>
              <a:gd name="connsiteX219" fmla="*/ 767901 w 12192001"/>
              <a:gd name="connsiteY219" fmla="*/ 1932653 h 2344739"/>
              <a:gd name="connsiteX220" fmla="*/ 763053 w 12192001"/>
              <a:gd name="connsiteY220" fmla="*/ 1930432 h 2344739"/>
              <a:gd name="connsiteX221" fmla="*/ 720047 w 12192001"/>
              <a:gd name="connsiteY221" fmla="*/ 1929661 h 2344739"/>
              <a:gd name="connsiteX222" fmla="*/ 719742 w 12192001"/>
              <a:gd name="connsiteY222" fmla="*/ 1928399 h 2344739"/>
              <a:gd name="connsiteX223" fmla="*/ 708875 w 12192001"/>
              <a:gd name="connsiteY223" fmla="*/ 1922722 h 2344739"/>
              <a:gd name="connsiteX224" fmla="*/ 596792 w 12192001"/>
              <a:gd name="connsiteY224" fmla="*/ 1879864 h 2344739"/>
              <a:gd name="connsiteX225" fmla="*/ 578535 w 12192001"/>
              <a:gd name="connsiteY225" fmla="*/ 1877212 h 2344739"/>
              <a:gd name="connsiteX226" fmla="*/ 571717 w 12192001"/>
              <a:gd name="connsiteY226" fmla="*/ 1877401 h 2344739"/>
              <a:gd name="connsiteX227" fmla="*/ 445099 w 12192001"/>
              <a:gd name="connsiteY227" fmla="*/ 1839371 h 2344739"/>
              <a:gd name="connsiteX228" fmla="*/ 404015 w 12192001"/>
              <a:gd name="connsiteY228" fmla="*/ 1833548 h 2344739"/>
              <a:gd name="connsiteX229" fmla="*/ 292435 w 12192001"/>
              <a:gd name="connsiteY229" fmla="*/ 1812852 h 2344739"/>
              <a:gd name="connsiteX230" fmla="*/ 118381 w 12192001"/>
              <a:gd name="connsiteY230" fmla="*/ 1761047 h 2344739"/>
              <a:gd name="connsiteX231" fmla="*/ 15526 w 12192001"/>
              <a:gd name="connsiteY231" fmla="*/ 1758191 h 2344739"/>
              <a:gd name="connsiteX232" fmla="*/ 2 w 12192001"/>
              <a:gd name="connsiteY232" fmla="*/ 1752722 h 2344739"/>
              <a:gd name="connsiteX233" fmla="*/ 1 w 12192001"/>
              <a:gd name="connsiteY233" fmla="*/ 762497 h 2344739"/>
              <a:gd name="connsiteX234" fmla="*/ 0 w 12192001"/>
              <a:gd name="connsiteY234" fmla="*/ 762497 h 2344739"/>
              <a:gd name="connsiteX235" fmla="*/ 0 w 12192001"/>
              <a:gd name="connsiteY235" fmla="*/ 222213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57107 w 12192001"/>
              <a:gd name="connsiteY22" fmla="*/ 792050 h 2344739"/>
              <a:gd name="connsiteX23" fmla="*/ 11810326 w 12192001"/>
              <a:gd name="connsiteY23" fmla="*/ 799074 h 2344739"/>
              <a:gd name="connsiteX24" fmla="*/ 11595155 w 12192001"/>
              <a:gd name="connsiteY24" fmla="*/ 918898 h 2344739"/>
              <a:gd name="connsiteX25" fmla="*/ 11306392 w 12192001"/>
              <a:gd name="connsiteY25" fmla="*/ 1272239 h 2344739"/>
              <a:gd name="connsiteX26" fmla="*/ 11309326 w 12192001"/>
              <a:gd name="connsiteY26" fmla="*/ 1274846 h 2344739"/>
              <a:gd name="connsiteX27" fmla="*/ 11294224 w 12192001"/>
              <a:gd name="connsiteY27" fmla="*/ 1283683 h 2344739"/>
              <a:gd name="connsiteX28" fmla="*/ 11245526 w 12192001"/>
              <a:gd name="connsiteY28" fmla="*/ 1274060 h 2344739"/>
              <a:gd name="connsiteX29" fmla="*/ 11227161 w 12192001"/>
              <a:gd name="connsiteY29" fmla="*/ 1276236 h 2344739"/>
              <a:gd name="connsiteX30" fmla="*/ 11216939 w 12192001"/>
              <a:gd name="connsiteY30" fmla="*/ 1275961 h 2344739"/>
              <a:gd name="connsiteX31" fmla="*/ 11216036 w 12192001"/>
              <a:gd name="connsiteY31" fmla="*/ 1275018 h 2344739"/>
              <a:gd name="connsiteX32" fmla="*/ 11187737 w 12192001"/>
              <a:gd name="connsiteY32" fmla="*/ 1292383 h 2344739"/>
              <a:gd name="connsiteX33" fmla="*/ 11183353 w 12192001"/>
              <a:gd name="connsiteY33" fmla="*/ 1292525 h 2344739"/>
              <a:gd name="connsiteX34" fmla="*/ 11165706 w 12192001"/>
              <a:gd name="connsiteY34" fmla="*/ 1306612 h 2344739"/>
              <a:gd name="connsiteX35" fmla="*/ 11156163 w 12192001"/>
              <a:gd name="connsiteY35" fmla="*/ 1312414 h 2344739"/>
              <a:gd name="connsiteX36" fmla="*/ 11154348 w 12192001"/>
              <a:gd name="connsiteY36" fmla="*/ 1317097 h 2344739"/>
              <a:gd name="connsiteX37" fmla="*/ 11139813 w 12192001"/>
              <a:gd name="connsiteY37" fmla="*/ 1324115 h 2344739"/>
              <a:gd name="connsiteX38" fmla="*/ 11137813 w 12192001"/>
              <a:gd name="connsiteY38" fmla="*/ 1323772 h 2344739"/>
              <a:gd name="connsiteX39" fmla="*/ 11127060 w 12192001"/>
              <a:gd name="connsiteY39" fmla="*/ 1333832 h 2344739"/>
              <a:gd name="connsiteX40" fmla="*/ 11119543 w 12192001"/>
              <a:gd name="connsiteY40" fmla="*/ 1347424 h 2344739"/>
              <a:gd name="connsiteX41" fmla="*/ 10893535 w 12192001"/>
              <a:gd name="connsiteY41" fmla="*/ 1473399 h 2344739"/>
              <a:gd name="connsiteX42" fmla="*/ 10772152 w 12192001"/>
              <a:gd name="connsiteY42" fmla="*/ 1523191 h 2344739"/>
              <a:gd name="connsiteX43" fmla="*/ 10626520 w 12192001"/>
              <a:gd name="connsiteY43" fmla="*/ 1559229 h 2344739"/>
              <a:gd name="connsiteX44" fmla="*/ 10580747 w 12192001"/>
              <a:gd name="connsiteY44" fmla="*/ 1568689 h 2344739"/>
              <a:gd name="connsiteX45" fmla="*/ 10546642 w 12192001"/>
              <a:gd name="connsiteY45" fmla="*/ 1598423 h 2344739"/>
              <a:gd name="connsiteX46" fmla="*/ 10528495 w 12192001"/>
              <a:gd name="connsiteY46" fmla="*/ 1596907 h 2344739"/>
              <a:gd name="connsiteX47" fmla="*/ 10525298 w 12192001"/>
              <a:gd name="connsiteY47" fmla="*/ 1596411 h 2344739"/>
              <a:gd name="connsiteX48" fmla="*/ 10513981 w 12192001"/>
              <a:gd name="connsiteY48" fmla="*/ 1599537 h 2344739"/>
              <a:gd name="connsiteX49" fmla="*/ 10490587 w 12192001"/>
              <a:gd name="connsiteY49" fmla="*/ 1594156 h 2344739"/>
              <a:gd name="connsiteX50" fmla="*/ 10470270 w 12192001"/>
              <a:gd name="connsiteY50" fmla="*/ 1601693 h 2344739"/>
              <a:gd name="connsiteX51" fmla="*/ 10375894 w 12192001"/>
              <a:gd name="connsiteY51" fmla="*/ 1644598 h 2344739"/>
              <a:gd name="connsiteX52" fmla="*/ 10318190 w 12192001"/>
              <a:gd name="connsiteY52" fmla="*/ 1666221 h 2344739"/>
              <a:gd name="connsiteX53" fmla="*/ 10294319 w 12192001"/>
              <a:gd name="connsiteY53" fmla="*/ 1668079 h 2344739"/>
              <a:gd name="connsiteX54" fmla="*/ 10262295 w 12192001"/>
              <a:gd name="connsiteY54" fmla="*/ 1674948 h 2344739"/>
              <a:gd name="connsiteX55" fmla="*/ 10204270 w 12192001"/>
              <a:gd name="connsiteY55" fmla="*/ 1682149 h 2344739"/>
              <a:gd name="connsiteX56" fmla="*/ 10176611 w 12192001"/>
              <a:gd name="connsiteY56" fmla="*/ 1692943 h 2344739"/>
              <a:gd name="connsiteX57" fmla="*/ 10163922 w 12192001"/>
              <a:gd name="connsiteY57" fmla="*/ 1693739 h 2344739"/>
              <a:gd name="connsiteX58" fmla="*/ 10155160 w 12192001"/>
              <a:gd name="connsiteY58" fmla="*/ 1707487 h 2344739"/>
              <a:gd name="connsiteX59" fmla="*/ 10117119 w 12192001"/>
              <a:gd name="connsiteY59" fmla="*/ 1731142 h 2344739"/>
              <a:gd name="connsiteX60" fmla="*/ 10100445 w 12192001"/>
              <a:gd name="connsiteY60" fmla="*/ 1742432 h 2344739"/>
              <a:gd name="connsiteX61" fmla="*/ 10082169 w 12192001"/>
              <a:gd name="connsiteY61" fmla="*/ 1743296 h 2344739"/>
              <a:gd name="connsiteX62" fmla="*/ 10039240 w 12192001"/>
              <a:gd name="connsiteY62" fmla="*/ 1741632 h 2344739"/>
              <a:gd name="connsiteX63" fmla="*/ 9960019 w 12192001"/>
              <a:gd name="connsiteY63" fmla="*/ 1757147 h 2344739"/>
              <a:gd name="connsiteX64" fmla="*/ 9847792 w 12192001"/>
              <a:gd name="connsiteY64" fmla="*/ 1763915 h 2344739"/>
              <a:gd name="connsiteX65" fmla="*/ 9728309 w 12192001"/>
              <a:gd name="connsiteY65" fmla="*/ 1784122 h 2344739"/>
              <a:gd name="connsiteX66" fmla="*/ 9584507 w 12192001"/>
              <a:gd name="connsiteY66" fmla="*/ 1795542 h 2344739"/>
              <a:gd name="connsiteX67" fmla="*/ 9343052 w 12192001"/>
              <a:gd name="connsiteY67" fmla="*/ 1841244 h 2344739"/>
              <a:gd name="connsiteX68" fmla="*/ 9231370 w 12192001"/>
              <a:gd name="connsiteY68" fmla="*/ 1893149 h 2344739"/>
              <a:gd name="connsiteX69" fmla="*/ 9194810 w 12192001"/>
              <a:gd name="connsiteY69" fmla="*/ 1903228 h 2344739"/>
              <a:gd name="connsiteX70" fmla="*/ 9189246 w 12192001"/>
              <a:gd name="connsiteY70" fmla="*/ 1912467 h 2344739"/>
              <a:gd name="connsiteX71" fmla="*/ 9151232 w 12192001"/>
              <a:gd name="connsiteY71" fmla="*/ 1923669 h 2344739"/>
              <a:gd name="connsiteX72" fmla="*/ 9150210 w 12192001"/>
              <a:gd name="connsiteY72" fmla="*/ 1922604 h 2344739"/>
              <a:gd name="connsiteX73" fmla="*/ 9137318 w 12192001"/>
              <a:gd name="connsiteY73" fmla="*/ 1920435 h 2344739"/>
              <a:gd name="connsiteX74" fmla="*/ 9113812 w 12192001"/>
              <a:gd name="connsiteY74" fmla="*/ 1919069 h 2344739"/>
              <a:gd name="connsiteX75" fmla="*/ 9053453 w 12192001"/>
              <a:gd name="connsiteY75" fmla="*/ 1910755 h 2344739"/>
              <a:gd name="connsiteX76" fmla="*/ 9005486 w 12192001"/>
              <a:gd name="connsiteY76" fmla="*/ 1914040 h 2344739"/>
              <a:gd name="connsiteX77" fmla="*/ 9005201 w 12192001"/>
              <a:gd name="connsiteY77" fmla="*/ 1913800 h 2344739"/>
              <a:gd name="connsiteX78" fmla="*/ 8996232 w 12192001"/>
              <a:gd name="connsiteY78" fmla="*/ 1915011 h 2344739"/>
              <a:gd name="connsiteX79" fmla="*/ 8990394 w 12192001"/>
              <a:gd name="connsiteY79" fmla="*/ 1917072 h 2344739"/>
              <a:gd name="connsiteX80" fmla="*/ 8974337 w 12192001"/>
              <a:gd name="connsiteY80" fmla="*/ 1920298 h 2344739"/>
              <a:gd name="connsiteX81" fmla="*/ 8968011 w 12192001"/>
              <a:gd name="connsiteY81" fmla="*/ 1919598 h 2344739"/>
              <a:gd name="connsiteX82" fmla="*/ 8963048 w 12192001"/>
              <a:gd name="connsiteY82" fmla="*/ 1917373 h 2344739"/>
              <a:gd name="connsiteX83" fmla="*/ 8928988 w 12192001"/>
              <a:gd name="connsiteY83" fmla="*/ 1914185 h 2344739"/>
              <a:gd name="connsiteX84" fmla="*/ 8752444 w 12192001"/>
              <a:gd name="connsiteY84" fmla="*/ 1933417 h 2344739"/>
              <a:gd name="connsiteX85" fmla="*/ 8707847 w 12192001"/>
              <a:gd name="connsiteY85" fmla="*/ 1935518 h 2344739"/>
              <a:gd name="connsiteX86" fmla="*/ 8596071 w 12192001"/>
              <a:gd name="connsiteY86" fmla="*/ 1944090 h 2344739"/>
              <a:gd name="connsiteX87" fmla="*/ 8525230 w 12192001"/>
              <a:gd name="connsiteY87" fmla="*/ 1929248 h 2344739"/>
              <a:gd name="connsiteX88" fmla="*/ 8510983 w 12192001"/>
              <a:gd name="connsiteY88" fmla="*/ 1935163 h 2344739"/>
              <a:gd name="connsiteX89" fmla="*/ 8506167 w 12192001"/>
              <a:gd name="connsiteY89" fmla="*/ 1938164 h 2344739"/>
              <a:gd name="connsiteX90" fmla="*/ 8497968 w 12192001"/>
              <a:gd name="connsiteY90" fmla="*/ 1940902 h 2344739"/>
              <a:gd name="connsiteX91" fmla="*/ 8497594 w 12192001"/>
              <a:gd name="connsiteY91" fmla="*/ 1940723 h 2344739"/>
              <a:gd name="connsiteX92" fmla="*/ 8490249 w 12192001"/>
              <a:gd name="connsiteY92" fmla="*/ 1943773 h 2344739"/>
              <a:gd name="connsiteX93" fmla="*/ 8367182 w 12192001"/>
              <a:gd name="connsiteY93" fmla="*/ 1957815 h 2344739"/>
              <a:gd name="connsiteX94" fmla="*/ 8353799 w 12192001"/>
              <a:gd name="connsiteY94" fmla="*/ 1958009 h 2344739"/>
              <a:gd name="connsiteX95" fmla="*/ 8352373 w 12192001"/>
              <a:gd name="connsiteY95" fmla="*/ 1957169 h 2344739"/>
              <a:gd name="connsiteX96" fmla="*/ 8320104 w 12192001"/>
              <a:gd name="connsiteY96" fmla="*/ 1974587 h 2344739"/>
              <a:gd name="connsiteX97" fmla="*/ 8314433 w 12192001"/>
              <a:gd name="connsiteY97" fmla="*/ 1974913 h 2344739"/>
              <a:gd name="connsiteX98" fmla="*/ 8295174 w 12192001"/>
              <a:gd name="connsiteY98" fmla="*/ 1988808 h 2344739"/>
              <a:gd name="connsiteX99" fmla="*/ 8284276 w 12192001"/>
              <a:gd name="connsiteY99" fmla="*/ 1994631 h 2344739"/>
              <a:gd name="connsiteX100" fmla="*/ 8283150 w 12192001"/>
              <a:gd name="connsiteY100" fmla="*/ 1999074 h 2344739"/>
              <a:gd name="connsiteX101" fmla="*/ 8266076 w 12192001"/>
              <a:gd name="connsiteY101" fmla="*/ 2006249 h 2344739"/>
              <a:gd name="connsiteX102" fmla="*/ 8263377 w 12192001"/>
              <a:gd name="connsiteY102" fmla="*/ 2006019 h 2344739"/>
              <a:gd name="connsiteX103" fmla="*/ 8252033 w 12192001"/>
              <a:gd name="connsiteY103" fmla="*/ 2015862 h 2344739"/>
              <a:gd name="connsiteX104" fmla="*/ 8245834 w 12192001"/>
              <a:gd name="connsiteY104" fmla="*/ 2028854 h 2344739"/>
              <a:gd name="connsiteX105" fmla="*/ 8090272 w 12192001"/>
              <a:gd name="connsiteY105" fmla="*/ 2075015 h 2344739"/>
              <a:gd name="connsiteX106" fmla="*/ 7905407 w 12192001"/>
              <a:gd name="connsiteY106" fmla="*/ 2116988 h 2344739"/>
              <a:gd name="connsiteX107" fmla="*/ 7718745 w 12192001"/>
              <a:gd name="connsiteY107" fmla="*/ 2142703 h 2344739"/>
              <a:gd name="connsiteX108" fmla="*/ 7614347 w 12192001"/>
              <a:gd name="connsiteY108" fmla="*/ 2139232 h 2344739"/>
              <a:gd name="connsiteX109" fmla="*/ 7527543 w 12192001"/>
              <a:gd name="connsiteY109" fmla="*/ 2145060 h 2344739"/>
              <a:gd name="connsiteX110" fmla="*/ 7519571 w 12192001"/>
              <a:gd name="connsiteY110" fmla="*/ 2147613 h 2344739"/>
              <a:gd name="connsiteX111" fmla="*/ 7507411 w 12192001"/>
              <a:gd name="connsiteY111" fmla="*/ 2148948 h 2344739"/>
              <a:gd name="connsiteX112" fmla="*/ 7507040 w 12192001"/>
              <a:gd name="connsiteY112" fmla="*/ 2148621 h 2344739"/>
              <a:gd name="connsiteX113" fmla="*/ 7495795 w 12192001"/>
              <a:gd name="connsiteY113" fmla="*/ 2150573 h 2344739"/>
              <a:gd name="connsiteX114" fmla="*/ 7405391 w 12192001"/>
              <a:gd name="connsiteY114" fmla="*/ 2142468 h 2344739"/>
              <a:gd name="connsiteX115" fmla="*/ 7312180 w 12192001"/>
              <a:gd name="connsiteY115" fmla="*/ 2132873 h 2344739"/>
              <a:gd name="connsiteX116" fmla="*/ 7310853 w 12192001"/>
              <a:gd name="connsiteY116" fmla="*/ 2131431 h 2344739"/>
              <a:gd name="connsiteX117" fmla="*/ 7218559 w 12192001"/>
              <a:gd name="connsiteY117" fmla="*/ 2156680 h 2344739"/>
              <a:gd name="connsiteX118" fmla="*/ 7201101 w 12192001"/>
              <a:gd name="connsiteY118" fmla="*/ 2161230 h 2344739"/>
              <a:gd name="connsiteX119" fmla="*/ 7197004 w 12192001"/>
              <a:gd name="connsiteY119" fmla="*/ 2166588 h 2344739"/>
              <a:gd name="connsiteX120" fmla="*/ 7170808 w 12192001"/>
              <a:gd name="connsiteY120" fmla="*/ 2171236 h 2344739"/>
              <a:gd name="connsiteX121" fmla="*/ 7096988 w 12192001"/>
              <a:gd name="connsiteY121" fmla="*/ 2183464 h 2344739"/>
              <a:gd name="connsiteX122" fmla="*/ 7018496 w 12192001"/>
              <a:gd name="connsiteY122" fmla="*/ 2183090 h 2344739"/>
              <a:gd name="connsiteX123" fmla="*/ 6904146 w 12192001"/>
              <a:gd name="connsiteY123" fmla="*/ 2212596 h 2344739"/>
              <a:gd name="connsiteX124" fmla="*/ 6708222 w 12192001"/>
              <a:gd name="connsiteY124" fmla="*/ 2240551 h 2344739"/>
              <a:gd name="connsiteX125" fmla="*/ 6549454 w 12192001"/>
              <a:gd name="connsiteY125" fmla="*/ 2269327 h 2344739"/>
              <a:gd name="connsiteX126" fmla="*/ 6317560 w 12192001"/>
              <a:gd name="connsiteY126" fmla="*/ 2316127 h 2344739"/>
              <a:gd name="connsiteX127" fmla="*/ 6168674 w 12192001"/>
              <a:gd name="connsiteY127" fmla="*/ 2318214 h 2344739"/>
              <a:gd name="connsiteX128" fmla="*/ 6073848 w 12192001"/>
              <a:gd name="connsiteY128" fmla="*/ 2338676 h 2344739"/>
              <a:gd name="connsiteX129" fmla="*/ 6068529 w 12192001"/>
              <a:gd name="connsiteY129" fmla="*/ 2337139 h 2344739"/>
              <a:gd name="connsiteX130" fmla="*/ 6048638 w 12192001"/>
              <a:gd name="connsiteY130" fmla="*/ 2337822 h 2344739"/>
              <a:gd name="connsiteX131" fmla="*/ 6041285 w 12192001"/>
              <a:gd name="connsiteY131" fmla="*/ 2329473 h 2344739"/>
              <a:gd name="connsiteX132" fmla="*/ 6010090 w 12192001"/>
              <a:gd name="connsiteY132" fmla="*/ 2324380 h 2344739"/>
              <a:gd name="connsiteX133" fmla="*/ 5957375 w 12192001"/>
              <a:gd name="connsiteY133" fmla="*/ 2328024 h 2344739"/>
              <a:gd name="connsiteX134" fmla="*/ 5758919 w 12192001"/>
              <a:gd name="connsiteY134" fmla="*/ 2343716 h 2344739"/>
              <a:gd name="connsiteX135" fmla="*/ 5626960 w 12192001"/>
              <a:gd name="connsiteY135" fmla="*/ 2344739 h 2344739"/>
              <a:gd name="connsiteX136" fmla="*/ 5470906 w 12192001"/>
              <a:gd name="connsiteY136" fmla="*/ 2330719 h 2344739"/>
              <a:gd name="connsiteX137" fmla="*/ 5432761 w 12192001"/>
              <a:gd name="connsiteY137" fmla="*/ 2319466 h 2344739"/>
              <a:gd name="connsiteX138" fmla="*/ 5381669 w 12192001"/>
              <a:gd name="connsiteY138" fmla="*/ 2301764 h 2344739"/>
              <a:gd name="connsiteX139" fmla="*/ 5261764 w 12192001"/>
              <a:gd name="connsiteY139" fmla="*/ 2281347 h 2344739"/>
              <a:gd name="connsiteX140" fmla="*/ 5222961 w 12192001"/>
              <a:gd name="connsiteY140" fmla="*/ 2270223 h 2344739"/>
              <a:gd name="connsiteX141" fmla="*/ 5174660 w 12192001"/>
              <a:gd name="connsiteY141" fmla="*/ 2267233 h 2344739"/>
              <a:gd name="connsiteX142" fmla="*/ 5156554 w 12192001"/>
              <a:gd name="connsiteY142" fmla="*/ 2260010 h 2344739"/>
              <a:gd name="connsiteX143" fmla="*/ 5142599 w 12192001"/>
              <a:gd name="connsiteY143" fmla="*/ 2256610 h 2344739"/>
              <a:gd name="connsiteX144" fmla="*/ 5139596 w 12192001"/>
              <a:gd name="connsiteY144" fmla="*/ 2254509 h 2344739"/>
              <a:gd name="connsiteX145" fmla="*/ 5121659 w 12192001"/>
              <a:gd name="connsiteY145" fmla="*/ 2243656 h 2344739"/>
              <a:gd name="connsiteX146" fmla="*/ 5065790 w 12192001"/>
              <a:gd name="connsiteY146" fmla="*/ 2250227 h 2344739"/>
              <a:gd name="connsiteX147" fmla="*/ 5011514 w 12192001"/>
              <a:gd name="connsiteY147" fmla="*/ 2233846 h 2344739"/>
              <a:gd name="connsiteX148" fmla="*/ 4840441 w 12192001"/>
              <a:gd name="connsiteY148" fmla="*/ 2209829 h 2344739"/>
              <a:gd name="connsiteX149" fmla="*/ 4762447 w 12192001"/>
              <a:gd name="connsiteY149" fmla="*/ 2182061 h 2344739"/>
              <a:gd name="connsiteX150" fmla="*/ 4723186 w 12192001"/>
              <a:gd name="connsiteY150" fmla="*/ 2173047 h 2344739"/>
              <a:gd name="connsiteX151" fmla="*/ 4721176 w 12192001"/>
              <a:gd name="connsiteY151" fmla="*/ 2172298 h 2344739"/>
              <a:gd name="connsiteX152" fmla="*/ 4722111 w 12192001"/>
              <a:gd name="connsiteY152" fmla="*/ 2172087 h 2344739"/>
              <a:gd name="connsiteX153" fmla="*/ 4717202 w 12192001"/>
              <a:gd name="connsiteY153" fmla="*/ 2170817 h 2344739"/>
              <a:gd name="connsiteX154" fmla="*/ 4721176 w 12192001"/>
              <a:gd name="connsiteY154" fmla="*/ 2172298 h 2344739"/>
              <a:gd name="connsiteX155" fmla="*/ 4715526 w 12192001"/>
              <a:gd name="connsiteY155" fmla="*/ 2173573 h 2344739"/>
              <a:gd name="connsiteX156" fmla="*/ 4515814 w 12192001"/>
              <a:gd name="connsiteY156" fmla="*/ 2163671 h 2344739"/>
              <a:gd name="connsiteX157" fmla="*/ 4428543 w 12192001"/>
              <a:gd name="connsiteY157" fmla="*/ 2153020 h 2344739"/>
              <a:gd name="connsiteX158" fmla="*/ 4362875 w 12192001"/>
              <a:gd name="connsiteY158" fmla="*/ 2151674 h 2344739"/>
              <a:gd name="connsiteX159" fmla="*/ 4316966 w 12192001"/>
              <a:gd name="connsiteY159" fmla="*/ 2158289 h 2344739"/>
              <a:gd name="connsiteX160" fmla="*/ 4315110 w 12192001"/>
              <a:gd name="connsiteY160" fmla="*/ 2156948 h 2344739"/>
              <a:gd name="connsiteX161" fmla="*/ 4295144 w 12192001"/>
              <a:gd name="connsiteY161" fmla="*/ 2155069 h 2344739"/>
              <a:gd name="connsiteX162" fmla="*/ 4290064 w 12192001"/>
              <a:gd name="connsiteY162" fmla="*/ 2157986 h 2344739"/>
              <a:gd name="connsiteX163" fmla="*/ 4276142 w 12192001"/>
              <a:gd name="connsiteY163" fmla="*/ 2157740 h 2344739"/>
              <a:gd name="connsiteX164" fmla="*/ 4248117 w 12192001"/>
              <a:gd name="connsiteY164" fmla="*/ 2160064 h 2344739"/>
              <a:gd name="connsiteX165" fmla="*/ 4202051 w 12192001"/>
              <a:gd name="connsiteY165" fmla="*/ 2157269 h 2344739"/>
              <a:gd name="connsiteX166" fmla="*/ 4201745 w 12192001"/>
              <a:gd name="connsiteY166" fmla="*/ 2156010 h 2344739"/>
              <a:gd name="connsiteX167" fmla="*/ 4191248 w 12192001"/>
              <a:gd name="connsiteY167" fmla="*/ 2150376 h 2344739"/>
              <a:gd name="connsiteX168" fmla="*/ 4142745 w 12192001"/>
              <a:gd name="connsiteY168" fmla="*/ 2134511 h 2344739"/>
              <a:gd name="connsiteX169" fmla="*/ 4083097 w 12192001"/>
              <a:gd name="connsiteY169" fmla="*/ 2107978 h 2344739"/>
              <a:gd name="connsiteX170" fmla="*/ 4074546 w 12192001"/>
              <a:gd name="connsiteY170" fmla="*/ 2107143 h 2344739"/>
              <a:gd name="connsiteX171" fmla="*/ 4074427 w 12192001"/>
              <a:gd name="connsiteY171" fmla="*/ 2106844 h 2344739"/>
              <a:gd name="connsiteX172" fmla="*/ 4065510 w 12192001"/>
              <a:gd name="connsiteY172" fmla="*/ 2105400 h 2344739"/>
              <a:gd name="connsiteX173" fmla="*/ 4058954 w 12192001"/>
              <a:gd name="connsiteY173" fmla="*/ 2105618 h 2344739"/>
              <a:gd name="connsiteX174" fmla="*/ 4042364 w 12192001"/>
              <a:gd name="connsiteY174" fmla="*/ 2103997 h 2344739"/>
              <a:gd name="connsiteX175" fmla="*/ 4036997 w 12192001"/>
              <a:gd name="connsiteY175" fmla="*/ 2101563 h 2344739"/>
              <a:gd name="connsiteX176" fmla="*/ 4035363 w 12192001"/>
              <a:gd name="connsiteY176" fmla="*/ 2097896 h 2344739"/>
              <a:gd name="connsiteX177" fmla="*/ 4033778 w 12192001"/>
              <a:gd name="connsiteY177" fmla="*/ 2098131 h 2344739"/>
              <a:gd name="connsiteX178" fmla="*/ 4004538 w 12192001"/>
              <a:gd name="connsiteY178" fmla="*/ 2085563 h 2344739"/>
              <a:gd name="connsiteX179" fmla="*/ 3936846 w 12192001"/>
              <a:gd name="connsiteY179" fmla="*/ 2068106 h 2344739"/>
              <a:gd name="connsiteX180" fmla="*/ 3897275 w 12192001"/>
              <a:gd name="connsiteY180" fmla="*/ 2062451 h 2344739"/>
              <a:gd name="connsiteX181" fmla="*/ 3789760 w 12192001"/>
              <a:gd name="connsiteY181" fmla="*/ 2042213 h 2344739"/>
              <a:gd name="connsiteX182" fmla="*/ 3682513 w 12192001"/>
              <a:gd name="connsiteY182" fmla="*/ 2018290 h 2344739"/>
              <a:gd name="connsiteX183" fmla="*/ 3610035 w 12192001"/>
              <a:gd name="connsiteY183" fmla="*/ 1986019 h 2344739"/>
              <a:gd name="connsiteX184" fmla="*/ 3603855 w 12192001"/>
              <a:gd name="connsiteY184" fmla="*/ 1987381 h 2344739"/>
              <a:gd name="connsiteX185" fmla="*/ 3594736 w 12192001"/>
              <a:gd name="connsiteY185" fmla="*/ 1987545 h 2344739"/>
              <a:gd name="connsiteX186" fmla="*/ 3594501 w 12192001"/>
              <a:gd name="connsiteY186" fmla="*/ 1987276 h 2344739"/>
              <a:gd name="connsiteX187" fmla="*/ 3585978 w 12192001"/>
              <a:gd name="connsiteY187" fmla="*/ 1987966 h 2344739"/>
              <a:gd name="connsiteX188" fmla="*/ 3536135 w 12192001"/>
              <a:gd name="connsiteY188" fmla="*/ 1978267 h 2344739"/>
              <a:gd name="connsiteX189" fmla="*/ 3473223 w 12192001"/>
              <a:gd name="connsiteY189" fmla="*/ 1974606 h 2344739"/>
              <a:gd name="connsiteX190" fmla="*/ 3400728 w 12192001"/>
              <a:gd name="connsiteY190" fmla="*/ 1962558 h 2344739"/>
              <a:gd name="connsiteX191" fmla="*/ 3363888 w 12192001"/>
              <a:gd name="connsiteY191" fmla="*/ 1979510 h 2344739"/>
              <a:gd name="connsiteX192" fmla="*/ 3344026 w 12192001"/>
              <a:gd name="connsiteY192" fmla="*/ 1981192 h 2344739"/>
              <a:gd name="connsiteX193" fmla="*/ 3341698 w 12192001"/>
              <a:gd name="connsiteY193" fmla="*/ 1980217 h 2344739"/>
              <a:gd name="connsiteX194" fmla="*/ 3262356 w 12192001"/>
              <a:gd name="connsiteY194" fmla="*/ 1986094 h 2344739"/>
              <a:gd name="connsiteX195" fmla="*/ 3142556 w 12192001"/>
              <a:gd name="connsiteY195" fmla="*/ 1993869 h 2344739"/>
              <a:gd name="connsiteX196" fmla="*/ 3030291 w 12192001"/>
              <a:gd name="connsiteY196" fmla="*/ 1996512 h 2344739"/>
              <a:gd name="connsiteX197" fmla="*/ 2781569 w 12192001"/>
              <a:gd name="connsiteY197" fmla="*/ 2018333 h 2344739"/>
              <a:gd name="connsiteX198" fmla="*/ 2646527 w 12192001"/>
              <a:gd name="connsiteY198" fmla="*/ 2028869 h 2344739"/>
              <a:gd name="connsiteX199" fmla="*/ 2568028 w 12192001"/>
              <a:gd name="connsiteY199" fmla="*/ 2002628 h 2344739"/>
              <a:gd name="connsiteX200" fmla="*/ 2443255 w 12192001"/>
              <a:gd name="connsiteY200" fmla="*/ 2016529 h 2344739"/>
              <a:gd name="connsiteX201" fmla="*/ 2315112 w 12192001"/>
              <a:gd name="connsiteY201" fmla="*/ 2024996 h 2344739"/>
              <a:gd name="connsiteX202" fmla="*/ 2208578 w 12192001"/>
              <a:gd name="connsiteY202" fmla="*/ 2019763 h 2344739"/>
              <a:gd name="connsiteX203" fmla="*/ 2094665 w 12192001"/>
              <a:gd name="connsiteY203" fmla="*/ 2003052 h 2344739"/>
              <a:gd name="connsiteX204" fmla="*/ 1997356 w 12192001"/>
              <a:gd name="connsiteY204" fmla="*/ 1995032 h 2344739"/>
              <a:gd name="connsiteX205" fmla="*/ 1928172 w 12192001"/>
              <a:gd name="connsiteY205" fmla="*/ 2016977 h 2344739"/>
              <a:gd name="connsiteX206" fmla="*/ 1921650 w 12192001"/>
              <a:gd name="connsiteY206" fmla="*/ 2012146 h 2344739"/>
              <a:gd name="connsiteX207" fmla="*/ 1873080 w 12192001"/>
              <a:gd name="connsiteY207" fmla="*/ 2013741 h 2344739"/>
              <a:gd name="connsiteX208" fmla="*/ 1786655 w 12192001"/>
              <a:gd name="connsiteY208" fmla="*/ 2041363 h 2344739"/>
              <a:gd name="connsiteX209" fmla="*/ 1738204 w 12192001"/>
              <a:gd name="connsiteY209" fmla="*/ 2036312 h 2344739"/>
              <a:gd name="connsiteX210" fmla="*/ 1675071 w 12192001"/>
              <a:gd name="connsiteY210" fmla="*/ 2019963 h 2344739"/>
              <a:gd name="connsiteX211" fmla="*/ 1608669 w 12192001"/>
              <a:gd name="connsiteY211" fmla="*/ 2013066 h 2344739"/>
              <a:gd name="connsiteX212" fmla="*/ 1496110 w 12192001"/>
              <a:gd name="connsiteY212" fmla="*/ 1987476 h 2344739"/>
              <a:gd name="connsiteX213" fmla="*/ 1149979 w 12192001"/>
              <a:gd name="connsiteY213" fmla="*/ 1938041 h 2344739"/>
              <a:gd name="connsiteX214" fmla="*/ 858269 w 12192001"/>
              <a:gd name="connsiteY214" fmla="*/ 1928608 h 2344739"/>
              <a:gd name="connsiteX215" fmla="*/ 837540 w 12192001"/>
              <a:gd name="connsiteY215" fmla="*/ 1929821 h 2344739"/>
              <a:gd name="connsiteX216" fmla="*/ 816809 w 12192001"/>
              <a:gd name="connsiteY216" fmla="*/ 1927857 h 2344739"/>
              <a:gd name="connsiteX217" fmla="*/ 811506 w 12192001"/>
              <a:gd name="connsiteY217" fmla="*/ 1930751 h 2344739"/>
              <a:gd name="connsiteX218" fmla="*/ 797041 w 12192001"/>
              <a:gd name="connsiteY218" fmla="*/ 1930446 h 2344739"/>
              <a:gd name="connsiteX219" fmla="*/ 767901 w 12192001"/>
              <a:gd name="connsiteY219" fmla="*/ 1932653 h 2344739"/>
              <a:gd name="connsiteX220" fmla="*/ 763053 w 12192001"/>
              <a:gd name="connsiteY220" fmla="*/ 1930432 h 2344739"/>
              <a:gd name="connsiteX221" fmla="*/ 720047 w 12192001"/>
              <a:gd name="connsiteY221" fmla="*/ 1929661 h 2344739"/>
              <a:gd name="connsiteX222" fmla="*/ 719742 w 12192001"/>
              <a:gd name="connsiteY222" fmla="*/ 1928399 h 2344739"/>
              <a:gd name="connsiteX223" fmla="*/ 708875 w 12192001"/>
              <a:gd name="connsiteY223" fmla="*/ 1922722 h 2344739"/>
              <a:gd name="connsiteX224" fmla="*/ 596792 w 12192001"/>
              <a:gd name="connsiteY224" fmla="*/ 1879864 h 2344739"/>
              <a:gd name="connsiteX225" fmla="*/ 578535 w 12192001"/>
              <a:gd name="connsiteY225" fmla="*/ 1877212 h 2344739"/>
              <a:gd name="connsiteX226" fmla="*/ 571717 w 12192001"/>
              <a:gd name="connsiteY226" fmla="*/ 1877401 h 2344739"/>
              <a:gd name="connsiteX227" fmla="*/ 445099 w 12192001"/>
              <a:gd name="connsiteY227" fmla="*/ 1839371 h 2344739"/>
              <a:gd name="connsiteX228" fmla="*/ 404015 w 12192001"/>
              <a:gd name="connsiteY228" fmla="*/ 1833548 h 2344739"/>
              <a:gd name="connsiteX229" fmla="*/ 292435 w 12192001"/>
              <a:gd name="connsiteY229" fmla="*/ 1812852 h 2344739"/>
              <a:gd name="connsiteX230" fmla="*/ 118381 w 12192001"/>
              <a:gd name="connsiteY230" fmla="*/ 1761047 h 2344739"/>
              <a:gd name="connsiteX231" fmla="*/ 15526 w 12192001"/>
              <a:gd name="connsiteY231" fmla="*/ 1758191 h 2344739"/>
              <a:gd name="connsiteX232" fmla="*/ 2 w 12192001"/>
              <a:gd name="connsiteY232" fmla="*/ 1752722 h 2344739"/>
              <a:gd name="connsiteX233" fmla="*/ 1 w 12192001"/>
              <a:gd name="connsiteY233" fmla="*/ 762497 h 2344739"/>
              <a:gd name="connsiteX234" fmla="*/ 0 w 12192001"/>
              <a:gd name="connsiteY234" fmla="*/ 762497 h 2344739"/>
              <a:gd name="connsiteX235" fmla="*/ 0 w 12192001"/>
              <a:gd name="connsiteY235" fmla="*/ 222213 h 2344739"/>
              <a:gd name="connsiteX236" fmla="*/ 0 w 12192001"/>
              <a:gd name="connsiteY236"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57107 w 12192001"/>
              <a:gd name="connsiteY22" fmla="*/ 792050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309326 w 12192001"/>
              <a:gd name="connsiteY26" fmla="*/ 1274846 h 2344739"/>
              <a:gd name="connsiteX27" fmla="*/ 11294224 w 12192001"/>
              <a:gd name="connsiteY27" fmla="*/ 1283683 h 2344739"/>
              <a:gd name="connsiteX28" fmla="*/ 11245526 w 12192001"/>
              <a:gd name="connsiteY28" fmla="*/ 1274060 h 2344739"/>
              <a:gd name="connsiteX29" fmla="*/ 11227161 w 12192001"/>
              <a:gd name="connsiteY29" fmla="*/ 1276236 h 2344739"/>
              <a:gd name="connsiteX30" fmla="*/ 11216939 w 12192001"/>
              <a:gd name="connsiteY30" fmla="*/ 1275961 h 2344739"/>
              <a:gd name="connsiteX31" fmla="*/ 11216036 w 12192001"/>
              <a:gd name="connsiteY31" fmla="*/ 1275018 h 2344739"/>
              <a:gd name="connsiteX32" fmla="*/ 11187737 w 12192001"/>
              <a:gd name="connsiteY32" fmla="*/ 1292383 h 2344739"/>
              <a:gd name="connsiteX33" fmla="*/ 11183353 w 12192001"/>
              <a:gd name="connsiteY33" fmla="*/ 1292525 h 2344739"/>
              <a:gd name="connsiteX34" fmla="*/ 11165706 w 12192001"/>
              <a:gd name="connsiteY34" fmla="*/ 1306612 h 2344739"/>
              <a:gd name="connsiteX35" fmla="*/ 11156163 w 12192001"/>
              <a:gd name="connsiteY35" fmla="*/ 1312414 h 2344739"/>
              <a:gd name="connsiteX36" fmla="*/ 11154348 w 12192001"/>
              <a:gd name="connsiteY36" fmla="*/ 1317097 h 2344739"/>
              <a:gd name="connsiteX37" fmla="*/ 11139813 w 12192001"/>
              <a:gd name="connsiteY37" fmla="*/ 1324115 h 2344739"/>
              <a:gd name="connsiteX38" fmla="*/ 11137813 w 12192001"/>
              <a:gd name="connsiteY38" fmla="*/ 1323772 h 2344739"/>
              <a:gd name="connsiteX39" fmla="*/ 11127060 w 12192001"/>
              <a:gd name="connsiteY39" fmla="*/ 1333832 h 2344739"/>
              <a:gd name="connsiteX40" fmla="*/ 11119543 w 12192001"/>
              <a:gd name="connsiteY40" fmla="*/ 1347424 h 2344739"/>
              <a:gd name="connsiteX41" fmla="*/ 10893535 w 12192001"/>
              <a:gd name="connsiteY41" fmla="*/ 1473399 h 2344739"/>
              <a:gd name="connsiteX42" fmla="*/ 10772152 w 12192001"/>
              <a:gd name="connsiteY42" fmla="*/ 1523191 h 2344739"/>
              <a:gd name="connsiteX43" fmla="*/ 10626520 w 12192001"/>
              <a:gd name="connsiteY43" fmla="*/ 1559229 h 2344739"/>
              <a:gd name="connsiteX44" fmla="*/ 10580747 w 12192001"/>
              <a:gd name="connsiteY44" fmla="*/ 1568689 h 2344739"/>
              <a:gd name="connsiteX45" fmla="*/ 10546642 w 12192001"/>
              <a:gd name="connsiteY45" fmla="*/ 1598423 h 2344739"/>
              <a:gd name="connsiteX46" fmla="*/ 10528495 w 12192001"/>
              <a:gd name="connsiteY46" fmla="*/ 1596907 h 2344739"/>
              <a:gd name="connsiteX47" fmla="*/ 10525298 w 12192001"/>
              <a:gd name="connsiteY47" fmla="*/ 1596411 h 2344739"/>
              <a:gd name="connsiteX48" fmla="*/ 10513981 w 12192001"/>
              <a:gd name="connsiteY48" fmla="*/ 1599537 h 2344739"/>
              <a:gd name="connsiteX49" fmla="*/ 10490587 w 12192001"/>
              <a:gd name="connsiteY49" fmla="*/ 1594156 h 2344739"/>
              <a:gd name="connsiteX50" fmla="*/ 10470270 w 12192001"/>
              <a:gd name="connsiteY50" fmla="*/ 1601693 h 2344739"/>
              <a:gd name="connsiteX51" fmla="*/ 10375894 w 12192001"/>
              <a:gd name="connsiteY51" fmla="*/ 1644598 h 2344739"/>
              <a:gd name="connsiteX52" fmla="*/ 10318190 w 12192001"/>
              <a:gd name="connsiteY52" fmla="*/ 1666221 h 2344739"/>
              <a:gd name="connsiteX53" fmla="*/ 10294319 w 12192001"/>
              <a:gd name="connsiteY53" fmla="*/ 1668079 h 2344739"/>
              <a:gd name="connsiteX54" fmla="*/ 10262295 w 12192001"/>
              <a:gd name="connsiteY54" fmla="*/ 1674948 h 2344739"/>
              <a:gd name="connsiteX55" fmla="*/ 10204270 w 12192001"/>
              <a:gd name="connsiteY55" fmla="*/ 1682149 h 2344739"/>
              <a:gd name="connsiteX56" fmla="*/ 10176611 w 12192001"/>
              <a:gd name="connsiteY56" fmla="*/ 1692943 h 2344739"/>
              <a:gd name="connsiteX57" fmla="*/ 10163922 w 12192001"/>
              <a:gd name="connsiteY57" fmla="*/ 1693739 h 2344739"/>
              <a:gd name="connsiteX58" fmla="*/ 10155160 w 12192001"/>
              <a:gd name="connsiteY58" fmla="*/ 1707487 h 2344739"/>
              <a:gd name="connsiteX59" fmla="*/ 10117119 w 12192001"/>
              <a:gd name="connsiteY59" fmla="*/ 1731142 h 2344739"/>
              <a:gd name="connsiteX60" fmla="*/ 10100445 w 12192001"/>
              <a:gd name="connsiteY60" fmla="*/ 1742432 h 2344739"/>
              <a:gd name="connsiteX61" fmla="*/ 10082169 w 12192001"/>
              <a:gd name="connsiteY61" fmla="*/ 1743296 h 2344739"/>
              <a:gd name="connsiteX62" fmla="*/ 10039240 w 12192001"/>
              <a:gd name="connsiteY62" fmla="*/ 1741632 h 2344739"/>
              <a:gd name="connsiteX63" fmla="*/ 9960019 w 12192001"/>
              <a:gd name="connsiteY63" fmla="*/ 1757147 h 2344739"/>
              <a:gd name="connsiteX64" fmla="*/ 9847792 w 12192001"/>
              <a:gd name="connsiteY64" fmla="*/ 1763915 h 2344739"/>
              <a:gd name="connsiteX65" fmla="*/ 9728309 w 12192001"/>
              <a:gd name="connsiteY65" fmla="*/ 1784122 h 2344739"/>
              <a:gd name="connsiteX66" fmla="*/ 9584507 w 12192001"/>
              <a:gd name="connsiteY66" fmla="*/ 1795542 h 2344739"/>
              <a:gd name="connsiteX67" fmla="*/ 9343052 w 12192001"/>
              <a:gd name="connsiteY67" fmla="*/ 1841244 h 2344739"/>
              <a:gd name="connsiteX68" fmla="*/ 9231370 w 12192001"/>
              <a:gd name="connsiteY68" fmla="*/ 1893149 h 2344739"/>
              <a:gd name="connsiteX69" fmla="*/ 9194810 w 12192001"/>
              <a:gd name="connsiteY69" fmla="*/ 1903228 h 2344739"/>
              <a:gd name="connsiteX70" fmla="*/ 9189246 w 12192001"/>
              <a:gd name="connsiteY70" fmla="*/ 1912467 h 2344739"/>
              <a:gd name="connsiteX71" fmla="*/ 9151232 w 12192001"/>
              <a:gd name="connsiteY71" fmla="*/ 1923669 h 2344739"/>
              <a:gd name="connsiteX72" fmla="*/ 9150210 w 12192001"/>
              <a:gd name="connsiteY72" fmla="*/ 1922604 h 2344739"/>
              <a:gd name="connsiteX73" fmla="*/ 9137318 w 12192001"/>
              <a:gd name="connsiteY73" fmla="*/ 1920435 h 2344739"/>
              <a:gd name="connsiteX74" fmla="*/ 9113812 w 12192001"/>
              <a:gd name="connsiteY74" fmla="*/ 1919069 h 2344739"/>
              <a:gd name="connsiteX75" fmla="*/ 9053453 w 12192001"/>
              <a:gd name="connsiteY75" fmla="*/ 1910755 h 2344739"/>
              <a:gd name="connsiteX76" fmla="*/ 9005486 w 12192001"/>
              <a:gd name="connsiteY76" fmla="*/ 1914040 h 2344739"/>
              <a:gd name="connsiteX77" fmla="*/ 9005201 w 12192001"/>
              <a:gd name="connsiteY77" fmla="*/ 1913800 h 2344739"/>
              <a:gd name="connsiteX78" fmla="*/ 8996232 w 12192001"/>
              <a:gd name="connsiteY78" fmla="*/ 1915011 h 2344739"/>
              <a:gd name="connsiteX79" fmla="*/ 8990394 w 12192001"/>
              <a:gd name="connsiteY79" fmla="*/ 1917072 h 2344739"/>
              <a:gd name="connsiteX80" fmla="*/ 8974337 w 12192001"/>
              <a:gd name="connsiteY80" fmla="*/ 1920298 h 2344739"/>
              <a:gd name="connsiteX81" fmla="*/ 8968011 w 12192001"/>
              <a:gd name="connsiteY81" fmla="*/ 1919598 h 2344739"/>
              <a:gd name="connsiteX82" fmla="*/ 8963048 w 12192001"/>
              <a:gd name="connsiteY82" fmla="*/ 1917373 h 2344739"/>
              <a:gd name="connsiteX83" fmla="*/ 8928988 w 12192001"/>
              <a:gd name="connsiteY83" fmla="*/ 1914185 h 2344739"/>
              <a:gd name="connsiteX84" fmla="*/ 8752444 w 12192001"/>
              <a:gd name="connsiteY84" fmla="*/ 1933417 h 2344739"/>
              <a:gd name="connsiteX85" fmla="*/ 8707847 w 12192001"/>
              <a:gd name="connsiteY85" fmla="*/ 1935518 h 2344739"/>
              <a:gd name="connsiteX86" fmla="*/ 8596071 w 12192001"/>
              <a:gd name="connsiteY86" fmla="*/ 1944090 h 2344739"/>
              <a:gd name="connsiteX87" fmla="*/ 8525230 w 12192001"/>
              <a:gd name="connsiteY87" fmla="*/ 1929248 h 2344739"/>
              <a:gd name="connsiteX88" fmla="*/ 8510983 w 12192001"/>
              <a:gd name="connsiteY88" fmla="*/ 1935163 h 2344739"/>
              <a:gd name="connsiteX89" fmla="*/ 8506167 w 12192001"/>
              <a:gd name="connsiteY89" fmla="*/ 1938164 h 2344739"/>
              <a:gd name="connsiteX90" fmla="*/ 8497968 w 12192001"/>
              <a:gd name="connsiteY90" fmla="*/ 1940902 h 2344739"/>
              <a:gd name="connsiteX91" fmla="*/ 8497594 w 12192001"/>
              <a:gd name="connsiteY91" fmla="*/ 1940723 h 2344739"/>
              <a:gd name="connsiteX92" fmla="*/ 8490249 w 12192001"/>
              <a:gd name="connsiteY92" fmla="*/ 1943773 h 2344739"/>
              <a:gd name="connsiteX93" fmla="*/ 8367182 w 12192001"/>
              <a:gd name="connsiteY93" fmla="*/ 1957815 h 2344739"/>
              <a:gd name="connsiteX94" fmla="*/ 8353799 w 12192001"/>
              <a:gd name="connsiteY94" fmla="*/ 1958009 h 2344739"/>
              <a:gd name="connsiteX95" fmla="*/ 8352373 w 12192001"/>
              <a:gd name="connsiteY95" fmla="*/ 1957169 h 2344739"/>
              <a:gd name="connsiteX96" fmla="*/ 8320104 w 12192001"/>
              <a:gd name="connsiteY96" fmla="*/ 1974587 h 2344739"/>
              <a:gd name="connsiteX97" fmla="*/ 8314433 w 12192001"/>
              <a:gd name="connsiteY97" fmla="*/ 1974913 h 2344739"/>
              <a:gd name="connsiteX98" fmla="*/ 8295174 w 12192001"/>
              <a:gd name="connsiteY98" fmla="*/ 1988808 h 2344739"/>
              <a:gd name="connsiteX99" fmla="*/ 8284276 w 12192001"/>
              <a:gd name="connsiteY99" fmla="*/ 1994631 h 2344739"/>
              <a:gd name="connsiteX100" fmla="*/ 8283150 w 12192001"/>
              <a:gd name="connsiteY100" fmla="*/ 1999074 h 2344739"/>
              <a:gd name="connsiteX101" fmla="*/ 8266076 w 12192001"/>
              <a:gd name="connsiteY101" fmla="*/ 2006249 h 2344739"/>
              <a:gd name="connsiteX102" fmla="*/ 8263377 w 12192001"/>
              <a:gd name="connsiteY102" fmla="*/ 2006019 h 2344739"/>
              <a:gd name="connsiteX103" fmla="*/ 8252033 w 12192001"/>
              <a:gd name="connsiteY103" fmla="*/ 2015862 h 2344739"/>
              <a:gd name="connsiteX104" fmla="*/ 8245834 w 12192001"/>
              <a:gd name="connsiteY104" fmla="*/ 2028854 h 2344739"/>
              <a:gd name="connsiteX105" fmla="*/ 8090272 w 12192001"/>
              <a:gd name="connsiteY105" fmla="*/ 2075015 h 2344739"/>
              <a:gd name="connsiteX106" fmla="*/ 7905407 w 12192001"/>
              <a:gd name="connsiteY106" fmla="*/ 2116988 h 2344739"/>
              <a:gd name="connsiteX107" fmla="*/ 7718745 w 12192001"/>
              <a:gd name="connsiteY107" fmla="*/ 2142703 h 2344739"/>
              <a:gd name="connsiteX108" fmla="*/ 7614347 w 12192001"/>
              <a:gd name="connsiteY108" fmla="*/ 2139232 h 2344739"/>
              <a:gd name="connsiteX109" fmla="*/ 7527543 w 12192001"/>
              <a:gd name="connsiteY109" fmla="*/ 2145060 h 2344739"/>
              <a:gd name="connsiteX110" fmla="*/ 7519571 w 12192001"/>
              <a:gd name="connsiteY110" fmla="*/ 2147613 h 2344739"/>
              <a:gd name="connsiteX111" fmla="*/ 7507411 w 12192001"/>
              <a:gd name="connsiteY111" fmla="*/ 2148948 h 2344739"/>
              <a:gd name="connsiteX112" fmla="*/ 7507040 w 12192001"/>
              <a:gd name="connsiteY112" fmla="*/ 2148621 h 2344739"/>
              <a:gd name="connsiteX113" fmla="*/ 7495795 w 12192001"/>
              <a:gd name="connsiteY113" fmla="*/ 2150573 h 2344739"/>
              <a:gd name="connsiteX114" fmla="*/ 7405391 w 12192001"/>
              <a:gd name="connsiteY114" fmla="*/ 2142468 h 2344739"/>
              <a:gd name="connsiteX115" fmla="*/ 7312180 w 12192001"/>
              <a:gd name="connsiteY115" fmla="*/ 2132873 h 2344739"/>
              <a:gd name="connsiteX116" fmla="*/ 7310853 w 12192001"/>
              <a:gd name="connsiteY116" fmla="*/ 2131431 h 2344739"/>
              <a:gd name="connsiteX117" fmla="*/ 7218559 w 12192001"/>
              <a:gd name="connsiteY117" fmla="*/ 2156680 h 2344739"/>
              <a:gd name="connsiteX118" fmla="*/ 7201101 w 12192001"/>
              <a:gd name="connsiteY118" fmla="*/ 2161230 h 2344739"/>
              <a:gd name="connsiteX119" fmla="*/ 7197004 w 12192001"/>
              <a:gd name="connsiteY119" fmla="*/ 2166588 h 2344739"/>
              <a:gd name="connsiteX120" fmla="*/ 7170808 w 12192001"/>
              <a:gd name="connsiteY120" fmla="*/ 2171236 h 2344739"/>
              <a:gd name="connsiteX121" fmla="*/ 7096988 w 12192001"/>
              <a:gd name="connsiteY121" fmla="*/ 2183464 h 2344739"/>
              <a:gd name="connsiteX122" fmla="*/ 7018496 w 12192001"/>
              <a:gd name="connsiteY122" fmla="*/ 2183090 h 2344739"/>
              <a:gd name="connsiteX123" fmla="*/ 6904146 w 12192001"/>
              <a:gd name="connsiteY123" fmla="*/ 2212596 h 2344739"/>
              <a:gd name="connsiteX124" fmla="*/ 6708222 w 12192001"/>
              <a:gd name="connsiteY124" fmla="*/ 2240551 h 2344739"/>
              <a:gd name="connsiteX125" fmla="*/ 6549454 w 12192001"/>
              <a:gd name="connsiteY125" fmla="*/ 2269327 h 2344739"/>
              <a:gd name="connsiteX126" fmla="*/ 6317560 w 12192001"/>
              <a:gd name="connsiteY126" fmla="*/ 2316127 h 2344739"/>
              <a:gd name="connsiteX127" fmla="*/ 6168674 w 12192001"/>
              <a:gd name="connsiteY127" fmla="*/ 2318214 h 2344739"/>
              <a:gd name="connsiteX128" fmla="*/ 6073848 w 12192001"/>
              <a:gd name="connsiteY128" fmla="*/ 2338676 h 2344739"/>
              <a:gd name="connsiteX129" fmla="*/ 6068529 w 12192001"/>
              <a:gd name="connsiteY129" fmla="*/ 2337139 h 2344739"/>
              <a:gd name="connsiteX130" fmla="*/ 6048638 w 12192001"/>
              <a:gd name="connsiteY130" fmla="*/ 2337822 h 2344739"/>
              <a:gd name="connsiteX131" fmla="*/ 6041285 w 12192001"/>
              <a:gd name="connsiteY131" fmla="*/ 2329473 h 2344739"/>
              <a:gd name="connsiteX132" fmla="*/ 6010090 w 12192001"/>
              <a:gd name="connsiteY132" fmla="*/ 2324380 h 2344739"/>
              <a:gd name="connsiteX133" fmla="*/ 5957375 w 12192001"/>
              <a:gd name="connsiteY133" fmla="*/ 2328024 h 2344739"/>
              <a:gd name="connsiteX134" fmla="*/ 5758919 w 12192001"/>
              <a:gd name="connsiteY134" fmla="*/ 2343716 h 2344739"/>
              <a:gd name="connsiteX135" fmla="*/ 5626960 w 12192001"/>
              <a:gd name="connsiteY135" fmla="*/ 2344739 h 2344739"/>
              <a:gd name="connsiteX136" fmla="*/ 5470906 w 12192001"/>
              <a:gd name="connsiteY136" fmla="*/ 2330719 h 2344739"/>
              <a:gd name="connsiteX137" fmla="*/ 5432761 w 12192001"/>
              <a:gd name="connsiteY137" fmla="*/ 2319466 h 2344739"/>
              <a:gd name="connsiteX138" fmla="*/ 5381669 w 12192001"/>
              <a:gd name="connsiteY138" fmla="*/ 2301764 h 2344739"/>
              <a:gd name="connsiteX139" fmla="*/ 5261764 w 12192001"/>
              <a:gd name="connsiteY139" fmla="*/ 2281347 h 2344739"/>
              <a:gd name="connsiteX140" fmla="*/ 5222961 w 12192001"/>
              <a:gd name="connsiteY140" fmla="*/ 2270223 h 2344739"/>
              <a:gd name="connsiteX141" fmla="*/ 5174660 w 12192001"/>
              <a:gd name="connsiteY141" fmla="*/ 2267233 h 2344739"/>
              <a:gd name="connsiteX142" fmla="*/ 5156554 w 12192001"/>
              <a:gd name="connsiteY142" fmla="*/ 2260010 h 2344739"/>
              <a:gd name="connsiteX143" fmla="*/ 5142599 w 12192001"/>
              <a:gd name="connsiteY143" fmla="*/ 2256610 h 2344739"/>
              <a:gd name="connsiteX144" fmla="*/ 5139596 w 12192001"/>
              <a:gd name="connsiteY144" fmla="*/ 2254509 h 2344739"/>
              <a:gd name="connsiteX145" fmla="*/ 5121659 w 12192001"/>
              <a:gd name="connsiteY145" fmla="*/ 2243656 h 2344739"/>
              <a:gd name="connsiteX146" fmla="*/ 5065790 w 12192001"/>
              <a:gd name="connsiteY146" fmla="*/ 2250227 h 2344739"/>
              <a:gd name="connsiteX147" fmla="*/ 5011514 w 12192001"/>
              <a:gd name="connsiteY147" fmla="*/ 2233846 h 2344739"/>
              <a:gd name="connsiteX148" fmla="*/ 4840441 w 12192001"/>
              <a:gd name="connsiteY148" fmla="*/ 2209829 h 2344739"/>
              <a:gd name="connsiteX149" fmla="*/ 4762447 w 12192001"/>
              <a:gd name="connsiteY149" fmla="*/ 2182061 h 2344739"/>
              <a:gd name="connsiteX150" fmla="*/ 4723186 w 12192001"/>
              <a:gd name="connsiteY150" fmla="*/ 2173047 h 2344739"/>
              <a:gd name="connsiteX151" fmla="*/ 4721176 w 12192001"/>
              <a:gd name="connsiteY151" fmla="*/ 2172298 h 2344739"/>
              <a:gd name="connsiteX152" fmla="*/ 4722111 w 12192001"/>
              <a:gd name="connsiteY152" fmla="*/ 2172087 h 2344739"/>
              <a:gd name="connsiteX153" fmla="*/ 4717202 w 12192001"/>
              <a:gd name="connsiteY153" fmla="*/ 2170817 h 2344739"/>
              <a:gd name="connsiteX154" fmla="*/ 4721176 w 12192001"/>
              <a:gd name="connsiteY154" fmla="*/ 2172298 h 2344739"/>
              <a:gd name="connsiteX155" fmla="*/ 4715526 w 12192001"/>
              <a:gd name="connsiteY155" fmla="*/ 2173573 h 2344739"/>
              <a:gd name="connsiteX156" fmla="*/ 4515814 w 12192001"/>
              <a:gd name="connsiteY156" fmla="*/ 2163671 h 2344739"/>
              <a:gd name="connsiteX157" fmla="*/ 4428543 w 12192001"/>
              <a:gd name="connsiteY157" fmla="*/ 2153020 h 2344739"/>
              <a:gd name="connsiteX158" fmla="*/ 4362875 w 12192001"/>
              <a:gd name="connsiteY158" fmla="*/ 2151674 h 2344739"/>
              <a:gd name="connsiteX159" fmla="*/ 4316966 w 12192001"/>
              <a:gd name="connsiteY159" fmla="*/ 2158289 h 2344739"/>
              <a:gd name="connsiteX160" fmla="*/ 4315110 w 12192001"/>
              <a:gd name="connsiteY160" fmla="*/ 2156948 h 2344739"/>
              <a:gd name="connsiteX161" fmla="*/ 4295144 w 12192001"/>
              <a:gd name="connsiteY161" fmla="*/ 2155069 h 2344739"/>
              <a:gd name="connsiteX162" fmla="*/ 4290064 w 12192001"/>
              <a:gd name="connsiteY162" fmla="*/ 2157986 h 2344739"/>
              <a:gd name="connsiteX163" fmla="*/ 4276142 w 12192001"/>
              <a:gd name="connsiteY163" fmla="*/ 2157740 h 2344739"/>
              <a:gd name="connsiteX164" fmla="*/ 4248117 w 12192001"/>
              <a:gd name="connsiteY164" fmla="*/ 2160064 h 2344739"/>
              <a:gd name="connsiteX165" fmla="*/ 4202051 w 12192001"/>
              <a:gd name="connsiteY165" fmla="*/ 2157269 h 2344739"/>
              <a:gd name="connsiteX166" fmla="*/ 4201745 w 12192001"/>
              <a:gd name="connsiteY166" fmla="*/ 2156010 h 2344739"/>
              <a:gd name="connsiteX167" fmla="*/ 4191248 w 12192001"/>
              <a:gd name="connsiteY167" fmla="*/ 2150376 h 2344739"/>
              <a:gd name="connsiteX168" fmla="*/ 4142745 w 12192001"/>
              <a:gd name="connsiteY168" fmla="*/ 2134511 h 2344739"/>
              <a:gd name="connsiteX169" fmla="*/ 4083097 w 12192001"/>
              <a:gd name="connsiteY169" fmla="*/ 2107978 h 2344739"/>
              <a:gd name="connsiteX170" fmla="*/ 4074546 w 12192001"/>
              <a:gd name="connsiteY170" fmla="*/ 2107143 h 2344739"/>
              <a:gd name="connsiteX171" fmla="*/ 4074427 w 12192001"/>
              <a:gd name="connsiteY171" fmla="*/ 2106844 h 2344739"/>
              <a:gd name="connsiteX172" fmla="*/ 4065510 w 12192001"/>
              <a:gd name="connsiteY172" fmla="*/ 2105400 h 2344739"/>
              <a:gd name="connsiteX173" fmla="*/ 4058954 w 12192001"/>
              <a:gd name="connsiteY173" fmla="*/ 2105618 h 2344739"/>
              <a:gd name="connsiteX174" fmla="*/ 4042364 w 12192001"/>
              <a:gd name="connsiteY174" fmla="*/ 2103997 h 2344739"/>
              <a:gd name="connsiteX175" fmla="*/ 4036997 w 12192001"/>
              <a:gd name="connsiteY175" fmla="*/ 2101563 h 2344739"/>
              <a:gd name="connsiteX176" fmla="*/ 4035363 w 12192001"/>
              <a:gd name="connsiteY176" fmla="*/ 2097896 h 2344739"/>
              <a:gd name="connsiteX177" fmla="*/ 4033778 w 12192001"/>
              <a:gd name="connsiteY177" fmla="*/ 2098131 h 2344739"/>
              <a:gd name="connsiteX178" fmla="*/ 4004538 w 12192001"/>
              <a:gd name="connsiteY178" fmla="*/ 2085563 h 2344739"/>
              <a:gd name="connsiteX179" fmla="*/ 3936846 w 12192001"/>
              <a:gd name="connsiteY179" fmla="*/ 2068106 h 2344739"/>
              <a:gd name="connsiteX180" fmla="*/ 3897275 w 12192001"/>
              <a:gd name="connsiteY180" fmla="*/ 2062451 h 2344739"/>
              <a:gd name="connsiteX181" fmla="*/ 3789760 w 12192001"/>
              <a:gd name="connsiteY181" fmla="*/ 2042213 h 2344739"/>
              <a:gd name="connsiteX182" fmla="*/ 3682513 w 12192001"/>
              <a:gd name="connsiteY182" fmla="*/ 2018290 h 2344739"/>
              <a:gd name="connsiteX183" fmla="*/ 3610035 w 12192001"/>
              <a:gd name="connsiteY183" fmla="*/ 1986019 h 2344739"/>
              <a:gd name="connsiteX184" fmla="*/ 3603855 w 12192001"/>
              <a:gd name="connsiteY184" fmla="*/ 1987381 h 2344739"/>
              <a:gd name="connsiteX185" fmla="*/ 3594736 w 12192001"/>
              <a:gd name="connsiteY185" fmla="*/ 1987545 h 2344739"/>
              <a:gd name="connsiteX186" fmla="*/ 3594501 w 12192001"/>
              <a:gd name="connsiteY186" fmla="*/ 1987276 h 2344739"/>
              <a:gd name="connsiteX187" fmla="*/ 3585978 w 12192001"/>
              <a:gd name="connsiteY187" fmla="*/ 1987966 h 2344739"/>
              <a:gd name="connsiteX188" fmla="*/ 3536135 w 12192001"/>
              <a:gd name="connsiteY188" fmla="*/ 1978267 h 2344739"/>
              <a:gd name="connsiteX189" fmla="*/ 3473223 w 12192001"/>
              <a:gd name="connsiteY189" fmla="*/ 1974606 h 2344739"/>
              <a:gd name="connsiteX190" fmla="*/ 3400728 w 12192001"/>
              <a:gd name="connsiteY190" fmla="*/ 1962558 h 2344739"/>
              <a:gd name="connsiteX191" fmla="*/ 3363888 w 12192001"/>
              <a:gd name="connsiteY191" fmla="*/ 1979510 h 2344739"/>
              <a:gd name="connsiteX192" fmla="*/ 3344026 w 12192001"/>
              <a:gd name="connsiteY192" fmla="*/ 1981192 h 2344739"/>
              <a:gd name="connsiteX193" fmla="*/ 3341698 w 12192001"/>
              <a:gd name="connsiteY193" fmla="*/ 1980217 h 2344739"/>
              <a:gd name="connsiteX194" fmla="*/ 3262356 w 12192001"/>
              <a:gd name="connsiteY194" fmla="*/ 1986094 h 2344739"/>
              <a:gd name="connsiteX195" fmla="*/ 3142556 w 12192001"/>
              <a:gd name="connsiteY195" fmla="*/ 1993869 h 2344739"/>
              <a:gd name="connsiteX196" fmla="*/ 3030291 w 12192001"/>
              <a:gd name="connsiteY196" fmla="*/ 1996512 h 2344739"/>
              <a:gd name="connsiteX197" fmla="*/ 2781569 w 12192001"/>
              <a:gd name="connsiteY197" fmla="*/ 2018333 h 2344739"/>
              <a:gd name="connsiteX198" fmla="*/ 2646527 w 12192001"/>
              <a:gd name="connsiteY198" fmla="*/ 2028869 h 2344739"/>
              <a:gd name="connsiteX199" fmla="*/ 2568028 w 12192001"/>
              <a:gd name="connsiteY199" fmla="*/ 2002628 h 2344739"/>
              <a:gd name="connsiteX200" fmla="*/ 2443255 w 12192001"/>
              <a:gd name="connsiteY200" fmla="*/ 2016529 h 2344739"/>
              <a:gd name="connsiteX201" fmla="*/ 2315112 w 12192001"/>
              <a:gd name="connsiteY201" fmla="*/ 2024996 h 2344739"/>
              <a:gd name="connsiteX202" fmla="*/ 2208578 w 12192001"/>
              <a:gd name="connsiteY202" fmla="*/ 2019763 h 2344739"/>
              <a:gd name="connsiteX203" fmla="*/ 2094665 w 12192001"/>
              <a:gd name="connsiteY203" fmla="*/ 2003052 h 2344739"/>
              <a:gd name="connsiteX204" fmla="*/ 1997356 w 12192001"/>
              <a:gd name="connsiteY204" fmla="*/ 1995032 h 2344739"/>
              <a:gd name="connsiteX205" fmla="*/ 1928172 w 12192001"/>
              <a:gd name="connsiteY205" fmla="*/ 2016977 h 2344739"/>
              <a:gd name="connsiteX206" fmla="*/ 1921650 w 12192001"/>
              <a:gd name="connsiteY206" fmla="*/ 2012146 h 2344739"/>
              <a:gd name="connsiteX207" fmla="*/ 1873080 w 12192001"/>
              <a:gd name="connsiteY207" fmla="*/ 2013741 h 2344739"/>
              <a:gd name="connsiteX208" fmla="*/ 1786655 w 12192001"/>
              <a:gd name="connsiteY208" fmla="*/ 2041363 h 2344739"/>
              <a:gd name="connsiteX209" fmla="*/ 1738204 w 12192001"/>
              <a:gd name="connsiteY209" fmla="*/ 2036312 h 2344739"/>
              <a:gd name="connsiteX210" fmla="*/ 1675071 w 12192001"/>
              <a:gd name="connsiteY210" fmla="*/ 2019963 h 2344739"/>
              <a:gd name="connsiteX211" fmla="*/ 1608669 w 12192001"/>
              <a:gd name="connsiteY211" fmla="*/ 2013066 h 2344739"/>
              <a:gd name="connsiteX212" fmla="*/ 1496110 w 12192001"/>
              <a:gd name="connsiteY212" fmla="*/ 1987476 h 2344739"/>
              <a:gd name="connsiteX213" fmla="*/ 1149979 w 12192001"/>
              <a:gd name="connsiteY213" fmla="*/ 1938041 h 2344739"/>
              <a:gd name="connsiteX214" fmla="*/ 858269 w 12192001"/>
              <a:gd name="connsiteY214" fmla="*/ 1928608 h 2344739"/>
              <a:gd name="connsiteX215" fmla="*/ 837540 w 12192001"/>
              <a:gd name="connsiteY215" fmla="*/ 1929821 h 2344739"/>
              <a:gd name="connsiteX216" fmla="*/ 816809 w 12192001"/>
              <a:gd name="connsiteY216" fmla="*/ 1927857 h 2344739"/>
              <a:gd name="connsiteX217" fmla="*/ 811506 w 12192001"/>
              <a:gd name="connsiteY217" fmla="*/ 1930751 h 2344739"/>
              <a:gd name="connsiteX218" fmla="*/ 797041 w 12192001"/>
              <a:gd name="connsiteY218" fmla="*/ 1930446 h 2344739"/>
              <a:gd name="connsiteX219" fmla="*/ 767901 w 12192001"/>
              <a:gd name="connsiteY219" fmla="*/ 1932653 h 2344739"/>
              <a:gd name="connsiteX220" fmla="*/ 763053 w 12192001"/>
              <a:gd name="connsiteY220" fmla="*/ 1930432 h 2344739"/>
              <a:gd name="connsiteX221" fmla="*/ 720047 w 12192001"/>
              <a:gd name="connsiteY221" fmla="*/ 1929661 h 2344739"/>
              <a:gd name="connsiteX222" fmla="*/ 719742 w 12192001"/>
              <a:gd name="connsiteY222" fmla="*/ 1928399 h 2344739"/>
              <a:gd name="connsiteX223" fmla="*/ 708875 w 12192001"/>
              <a:gd name="connsiteY223" fmla="*/ 1922722 h 2344739"/>
              <a:gd name="connsiteX224" fmla="*/ 596792 w 12192001"/>
              <a:gd name="connsiteY224" fmla="*/ 1879864 h 2344739"/>
              <a:gd name="connsiteX225" fmla="*/ 578535 w 12192001"/>
              <a:gd name="connsiteY225" fmla="*/ 1877212 h 2344739"/>
              <a:gd name="connsiteX226" fmla="*/ 571717 w 12192001"/>
              <a:gd name="connsiteY226" fmla="*/ 1877401 h 2344739"/>
              <a:gd name="connsiteX227" fmla="*/ 445099 w 12192001"/>
              <a:gd name="connsiteY227" fmla="*/ 1839371 h 2344739"/>
              <a:gd name="connsiteX228" fmla="*/ 404015 w 12192001"/>
              <a:gd name="connsiteY228" fmla="*/ 1833548 h 2344739"/>
              <a:gd name="connsiteX229" fmla="*/ 292435 w 12192001"/>
              <a:gd name="connsiteY229" fmla="*/ 1812852 h 2344739"/>
              <a:gd name="connsiteX230" fmla="*/ 118381 w 12192001"/>
              <a:gd name="connsiteY230" fmla="*/ 1761047 h 2344739"/>
              <a:gd name="connsiteX231" fmla="*/ 15526 w 12192001"/>
              <a:gd name="connsiteY231" fmla="*/ 1758191 h 2344739"/>
              <a:gd name="connsiteX232" fmla="*/ 2 w 12192001"/>
              <a:gd name="connsiteY232" fmla="*/ 1752722 h 2344739"/>
              <a:gd name="connsiteX233" fmla="*/ 1 w 12192001"/>
              <a:gd name="connsiteY233" fmla="*/ 762497 h 2344739"/>
              <a:gd name="connsiteX234" fmla="*/ 0 w 12192001"/>
              <a:gd name="connsiteY234" fmla="*/ 762497 h 2344739"/>
              <a:gd name="connsiteX235" fmla="*/ 0 w 12192001"/>
              <a:gd name="connsiteY235" fmla="*/ 222213 h 2344739"/>
              <a:gd name="connsiteX236" fmla="*/ 0 w 12192001"/>
              <a:gd name="connsiteY236"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309326 w 12192001"/>
              <a:gd name="connsiteY26" fmla="*/ 1274846 h 2344739"/>
              <a:gd name="connsiteX27" fmla="*/ 11294224 w 12192001"/>
              <a:gd name="connsiteY27" fmla="*/ 1283683 h 2344739"/>
              <a:gd name="connsiteX28" fmla="*/ 11245526 w 12192001"/>
              <a:gd name="connsiteY28" fmla="*/ 1274060 h 2344739"/>
              <a:gd name="connsiteX29" fmla="*/ 11227161 w 12192001"/>
              <a:gd name="connsiteY29" fmla="*/ 1276236 h 2344739"/>
              <a:gd name="connsiteX30" fmla="*/ 11216939 w 12192001"/>
              <a:gd name="connsiteY30" fmla="*/ 1275961 h 2344739"/>
              <a:gd name="connsiteX31" fmla="*/ 11216036 w 12192001"/>
              <a:gd name="connsiteY31" fmla="*/ 1275018 h 2344739"/>
              <a:gd name="connsiteX32" fmla="*/ 11187737 w 12192001"/>
              <a:gd name="connsiteY32" fmla="*/ 1292383 h 2344739"/>
              <a:gd name="connsiteX33" fmla="*/ 11183353 w 12192001"/>
              <a:gd name="connsiteY33" fmla="*/ 1292525 h 2344739"/>
              <a:gd name="connsiteX34" fmla="*/ 11165706 w 12192001"/>
              <a:gd name="connsiteY34" fmla="*/ 1306612 h 2344739"/>
              <a:gd name="connsiteX35" fmla="*/ 11156163 w 12192001"/>
              <a:gd name="connsiteY35" fmla="*/ 1312414 h 2344739"/>
              <a:gd name="connsiteX36" fmla="*/ 11154348 w 12192001"/>
              <a:gd name="connsiteY36" fmla="*/ 1317097 h 2344739"/>
              <a:gd name="connsiteX37" fmla="*/ 11139813 w 12192001"/>
              <a:gd name="connsiteY37" fmla="*/ 1324115 h 2344739"/>
              <a:gd name="connsiteX38" fmla="*/ 11137813 w 12192001"/>
              <a:gd name="connsiteY38" fmla="*/ 1323772 h 2344739"/>
              <a:gd name="connsiteX39" fmla="*/ 11127060 w 12192001"/>
              <a:gd name="connsiteY39" fmla="*/ 1333832 h 2344739"/>
              <a:gd name="connsiteX40" fmla="*/ 11119543 w 12192001"/>
              <a:gd name="connsiteY40" fmla="*/ 1347424 h 2344739"/>
              <a:gd name="connsiteX41" fmla="*/ 10893535 w 12192001"/>
              <a:gd name="connsiteY41" fmla="*/ 1473399 h 2344739"/>
              <a:gd name="connsiteX42" fmla="*/ 10772152 w 12192001"/>
              <a:gd name="connsiteY42" fmla="*/ 1523191 h 2344739"/>
              <a:gd name="connsiteX43" fmla="*/ 10626520 w 12192001"/>
              <a:gd name="connsiteY43" fmla="*/ 1559229 h 2344739"/>
              <a:gd name="connsiteX44" fmla="*/ 10580747 w 12192001"/>
              <a:gd name="connsiteY44" fmla="*/ 1568689 h 2344739"/>
              <a:gd name="connsiteX45" fmla="*/ 10546642 w 12192001"/>
              <a:gd name="connsiteY45" fmla="*/ 1598423 h 2344739"/>
              <a:gd name="connsiteX46" fmla="*/ 10528495 w 12192001"/>
              <a:gd name="connsiteY46" fmla="*/ 1596907 h 2344739"/>
              <a:gd name="connsiteX47" fmla="*/ 10525298 w 12192001"/>
              <a:gd name="connsiteY47" fmla="*/ 1596411 h 2344739"/>
              <a:gd name="connsiteX48" fmla="*/ 10513981 w 12192001"/>
              <a:gd name="connsiteY48" fmla="*/ 1599537 h 2344739"/>
              <a:gd name="connsiteX49" fmla="*/ 10490587 w 12192001"/>
              <a:gd name="connsiteY49" fmla="*/ 1594156 h 2344739"/>
              <a:gd name="connsiteX50" fmla="*/ 10470270 w 12192001"/>
              <a:gd name="connsiteY50" fmla="*/ 1601693 h 2344739"/>
              <a:gd name="connsiteX51" fmla="*/ 10375894 w 12192001"/>
              <a:gd name="connsiteY51" fmla="*/ 1644598 h 2344739"/>
              <a:gd name="connsiteX52" fmla="*/ 10318190 w 12192001"/>
              <a:gd name="connsiteY52" fmla="*/ 1666221 h 2344739"/>
              <a:gd name="connsiteX53" fmla="*/ 10294319 w 12192001"/>
              <a:gd name="connsiteY53" fmla="*/ 1668079 h 2344739"/>
              <a:gd name="connsiteX54" fmla="*/ 10262295 w 12192001"/>
              <a:gd name="connsiteY54" fmla="*/ 1674948 h 2344739"/>
              <a:gd name="connsiteX55" fmla="*/ 10204270 w 12192001"/>
              <a:gd name="connsiteY55" fmla="*/ 1682149 h 2344739"/>
              <a:gd name="connsiteX56" fmla="*/ 10176611 w 12192001"/>
              <a:gd name="connsiteY56" fmla="*/ 1692943 h 2344739"/>
              <a:gd name="connsiteX57" fmla="*/ 10163922 w 12192001"/>
              <a:gd name="connsiteY57" fmla="*/ 1693739 h 2344739"/>
              <a:gd name="connsiteX58" fmla="*/ 10155160 w 12192001"/>
              <a:gd name="connsiteY58" fmla="*/ 1707487 h 2344739"/>
              <a:gd name="connsiteX59" fmla="*/ 10117119 w 12192001"/>
              <a:gd name="connsiteY59" fmla="*/ 1731142 h 2344739"/>
              <a:gd name="connsiteX60" fmla="*/ 10100445 w 12192001"/>
              <a:gd name="connsiteY60" fmla="*/ 1742432 h 2344739"/>
              <a:gd name="connsiteX61" fmla="*/ 10082169 w 12192001"/>
              <a:gd name="connsiteY61" fmla="*/ 1743296 h 2344739"/>
              <a:gd name="connsiteX62" fmla="*/ 10039240 w 12192001"/>
              <a:gd name="connsiteY62" fmla="*/ 1741632 h 2344739"/>
              <a:gd name="connsiteX63" fmla="*/ 9960019 w 12192001"/>
              <a:gd name="connsiteY63" fmla="*/ 1757147 h 2344739"/>
              <a:gd name="connsiteX64" fmla="*/ 9847792 w 12192001"/>
              <a:gd name="connsiteY64" fmla="*/ 1763915 h 2344739"/>
              <a:gd name="connsiteX65" fmla="*/ 9728309 w 12192001"/>
              <a:gd name="connsiteY65" fmla="*/ 1784122 h 2344739"/>
              <a:gd name="connsiteX66" fmla="*/ 9584507 w 12192001"/>
              <a:gd name="connsiteY66" fmla="*/ 1795542 h 2344739"/>
              <a:gd name="connsiteX67" fmla="*/ 9343052 w 12192001"/>
              <a:gd name="connsiteY67" fmla="*/ 1841244 h 2344739"/>
              <a:gd name="connsiteX68" fmla="*/ 9231370 w 12192001"/>
              <a:gd name="connsiteY68" fmla="*/ 1893149 h 2344739"/>
              <a:gd name="connsiteX69" fmla="*/ 9194810 w 12192001"/>
              <a:gd name="connsiteY69" fmla="*/ 1903228 h 2344739"/>
              <a:gd name="connsiteX70" fmla="*/ 9189246 w 12192001"/>
              <a:gd name="connsiteY70" fmla="*/ 1912467 h 2344739"/>
              <a:gd name="connsiteX71" fmla="*/ 9151232 w 12192001"/>
              <a:gd name="connsiteY71" fmla="*/ 1923669 h 2344739"/>
              <a:gd name="connsiteX72" fmla="*/ 9150210 w 12192001"/>
              <a:gd name="connsiteY72" fmla="*/ 1922604 h 2344739"/>
              <a:gd name="connsiteX73" fmla="*/ 9137318 w 12192001"/>
              <a:gd name="connsiteY73" fmla="*/ 1920435 h 2344739"/>
              <a:gd name="connsiteX74" fmla="*/ 9113812 w 12192001"/>
              <a:gd name="connsiteY74" fmla="*/ 1919069 h 2344739"/>
              <a:gd name="connsiteX75" fmla="*/ 9053453 w 12192001"/>
              <a:gd name="connsiteY75" fmla="*/ 1910755 h 2344739"/>
              <a:gd name="connsiteX76" fmla="*/ 9005486 w 12192001"/>
              <a:gd name="connsiteY76" fmla="*/ 1914040 h 2344739"/>
              <a:gd name="connsiteX77" fmla="*/ 9005201 w 12192001"/>
              <a:gd name="connsiteY77" fmla="*/ 1913800 h 2344739"/>
              <a:gd name="connsiteX78" fmla="*/ 8996232 w 12192001"/>
              <a:gd name="connsiteY78" fmla="*/ 1915011 h 2344739"/>
              <a:gd name="connsiteX79" fmla="*/ 8990394 w 12192001"/>
              <a:gd name="connsiteY79" fmla="*/ 1917072 h 2344739"/>
              <a:gd name="connsiteX80" fmla="*/ 8974337 w 12192001"/>
              <a:gd name="connsiteY80" fmla="*/ 1920298 h 2344739"/>
              <a:gd name="connsiteX81" fmla="*/ 8968011 w 12192001"/>
              <a:gd name="connsiteY81" fmla="*/ 1919598 h 2344739"/>
              <a:gd name="connsiteX82" fmla="*/ 8963048 w 12192001"/>
              <a:gd name="connsiteY82" fmla="*/ 1917373 h 2344739"/>
              <a:gd name="connsiteX83" fmla="*/ 8928988 w 12192001"/>
              <a:gd name="connsiteY83" fmla="*/ 1914185 h 2344739"/>
              <a:gd name="connsiteX84" fmla="*/ 8752444 w 12192001"/>
              <a:gd name="connsiteY84" fmla="*/ 1933417 h 2344739"/>
              <a:gd name="connsiteX85" fmla="*/ 8707847 w 12192001"/>
              <a:gd name="connsiteY85" fmla="*/ 1935518 h 2344739"/>
              <a:gd name="connsiteX86" fmla="*/ 8596071 w 12192001"/>
              <a:gd name="connsiteY86" fmla="*/ 1944090 h 2344739"/>
              <a:gd name="connsiteX87" fmla="*/ 8525230 w 12192001"/>
              <a:gd name="connsiteY87" fmla="*/ 1929248 h 2344739"/>
              <a:gd name="connsiteX88" fmla="*/ 8510983 w 12192001"/>
              <a:gd name="connsiteY88" fmla="*/ 1935163 h 2344739"/>
              <a:gd name="connsiteX89" fmla="*/ 8506167 w 12192001"/>
              <a:gd name="connsiteY89" fmla="*/ 1938164 h 2344739"/>
              <a:gd name="connsiteX90" fmla="*/ 8497968 w 12192001"/>
              <a:gd name="connsiteY90" fmla="*/ 1940902 h 2344739"/>
              <a:gd name="connsiteX91" fmla="*/ 8497594 w 12192001"/>
              <a:gd name="connsiteY91" fmla="*/ 1940723 h 2344739"/>
              <a:gd name="connsiteX92" fmla="*/ 8490249 w 12192001"/>
              <a:gd name="connsiteY92" fmla="*/ 1943773 h 2344739"/>
              <a:gd name="connsiteX93" fmla="*/ 8367182 w 12192001"/>
              <a:gd name="connsiteY93" fmla="*/ 1957815 h 2344739"/>
              <a:gd name="connsiteX94" fmla="*/ 8353799 w 12192001"/>
              <a:gd name="connsiteY94" fmla="*/ 1958009 h 2344739"/>
              <a:gd name="connsiteX95" fmla="*/ 8352373 w 12192001"/>
              <a:gd name="connsiteY95" fmla="*/ 1957169 h 2344739"/>
              <a:gd name="connsiteX96" fmla="*/ 8320104 w 12192001"/>
              <a:gd name="connsiteY96" fmla="*/ 1974587 h 2344739"/>
              <a:gd name="connsiteX97" fmla="*/ 8314433 w 12192001"/>
              <a:gd name="connsiteY97" fmla="*/ 1974913 h 2344739"/>
              <a:gd name="connsiteX98" fmla="*/ 8295174 w 12192001"/>
              <a:gd name="connsiteY98" fmla="*/ 1988808 h 2344739"/>
              <a:gd name="connsiteX99" fmla="*/ 8284276 w 12192001"/>
              <a:gd name="connsiteY99" fmla="*/ 1994631 h 2344739"/>
              <a:gd name="connsiteX100" fmla="*/ 8283150 w 12192001"/>
              <a:gd name="connsiteY100" fmla="*/ 1999074 h 2344739"/>
              <a:gd name="connsiteX101" fmla="*/ 8266076 w 12192001"/>
              <a:gd name="connsiteY101" fmla="*/ 2006249 h 2344739"/>
              <a:gd name="connsiteX102" fmla="*/ 8263377 w 12192001"/>
              <a:gd name="connsiteY102" fmla="*/ 2006019 h 2344739"/>
              <a:gd name="connsiteX103" fmla="*/ 8252033 w 12192001"/>
              <a:gd name="connsiteY103" fmla="*/ 2015862 h 2344739"/>
              <a:gd name="connsiteX104" fmla="*/ 8245834 w 12192001"/>
              <a:gd name="connsiteY104" fmla="*/ 2028854 h 2344739"/>
              <a:gd name="connsiteX105" fmla="*/ 8090272 w 12192001"/>
              <a:gd name="connsiteY105" fmla="*/ 2075015 h 2344739"/>
              <a:gd name="connsiteX106" fmla="*/ 7905407 w 12192001"/>
              <a:gd name="connsiteY106" fmla="*/ 2116988 h 2344739"/>
              <a:gd name="connsiteX107" fmla="*/ 7718745 w 12192001"/>
              <a:gd name="connsiteY107" fmla="*/ 2142703 h 2344739"/>
              <a:gd name="connsiteX108" fmla="*/ 7614347 w 12192001"/>
              <a:gd name="connsiteY108" fmla="*/ 2139232 h 2344739"/>
              <a:gd name="connsiteX109" fmla="*/ 7527543 w 12192001"/>
              <a:gd name="connsiteY109" fmla="*/ 2145060 h 2344739"/>
              <a:gd name="connsiteX110" fmla="*/ 7519571 w 12192001"/>
              <a:gd name="connsiteY110" fmla="*/ 2147613 h 2344739"/>
              <a:gd name="connsiteX111" fmla="*/ 7507411 w 12192001"/>
              <a:gd name="connsiteY111" fmla="*/ 2148948 h 2344739"/>
              <a:gd name="connsiteX112" fmla="*/ 7507040 w 12192001"/>
              <a:gd name="connsiteY112" fmla="*/ 2148621 h 2344739"/>
              <a:gd name="connsiteX113" fmla="*/ 7495795 w 12192001"/>
              <a:gd name="connsiteY113" fmla="*/ 2150573 h 2344739"/>
              <a:gd name="connsiteX114" fmla="*/ 7405391 w 12192001"/>
              <a:gd name="connsiteY114" fmla="*/ 2142468 h 2344739"/>
              <a:gd name="connsiteX115" fmla="*/ 7312180 w 12192001"/>
              <a:gd name="connsiteY115" fmla="*/ 2132873 h 2344739"/>
              <a:gd name="connsiteX116" fmla="*/ 7310853 w 12192001"/>
              <a:gd name="connsiteY116" fmla="*/ 2131431 h 2344739"/>
              <a:gd name="connsiteX117" fmla="*/ 7218559 w 12192001"/>
              <a:gd name="connsiteY117" fmla="*/ 2156680 h 2344739"/>
              <a:gd name="connsiteX118" fmla="*/ 7201101 w 12192001"/>
              <a:gd name="connsiteY118" fmla="*/ 2161230 h 2344739"/>
              <a:gd name="connsiteX119" fmla="*/ 7197004 w 12192001"/>
              <a:gd name="connsiteY119" fmla="*/ 2166588 h 2344739"/>
              <a:gd name="connsiteX120" fmla="*/ 7170808 w 12192001"/>
              <a:gd name="connsiteY120" fmla="*/ 2171236 h 2344739"/>
              <a:gd name="connsiteX121" fmla="*/ 7096988 w 12192001"/>
              <a:gd name="connsiteY121" fmla="*/ 2183464 h 2344739"/>
              <a:gd name="connsiteX122" fmla="*/ 7018496 w 12192001"/>
              <a:gd name="connsiteY122" fmla="*/ 2183090 h 2344739"/>
              <a:gd name="connsiteX123" fmla="*/ 6904146 w 12192001"/>
              <a:gd name="connsiteY123" fmla="*/ 2212596 h 2344739"/>
              <a:gd name="connsiteX124" fmla="*/ 6708222 w 12192001"/>
              <a:gd name="connsiteY124" fmla="*/ 2240551 h 2344739"/>
              <a:gd name="connsiteX125" fmla="*/ 6549454 w 12192001"/>
              <a:gd name="connsiteY125" fmla="*/ 2269327 h 2344739"/>
              <a:gd name="connsiteX126" fmla="*/ 6317560 w 12192001"/>
              <a:gd name="connsiteY126" fmla="*/ 2316127 h 2344739"/>
              <a:gd name="connsiteX127" fmla="*/ 6168674 w 12192001"/>
              <a:gd name="connsiteY127" fmla="*/ 2318214 h 2344739"/>
              <a:gd name="connsiteX128" fmla="*/ 6073848 w 12192001"/>
              <a:gd name="connsiteY128" fmla="*/ 2338676 h 2344739"/>
              <a:gd name="connsiteX129" fmla="*/ 6068529 w 12192001"/>
              <a:gd name="connsiteY129" fmla="*/ 2337139 h 2344739"/>
              <a:gd name="connsiteX130" fmla="*/ 6048638 w 12192001"/>
              <a:gd name="connsiteY130" fmla="*/ 2337822 h 2344739"/>
              <a:gd name="connsiteX131" fmla="*/ 6041285 w 12192001"/>
              <a:gd name="connsiteY131" fmla="*/ 2329473 h 2344739"/>
              <a:gd name="connsiteX132" fmla="*/ 6010090 w 12192001"/>
              <a:gd name="connsiteY132" fmla="*/ 2324380 h 2344739"/>
              <a:gd name="connsiteX133" fmla="*/ 5957375 w 12192001"/>
              <a:gd name="connsiteY133" fmla="*/ 2328024 h 2344739"/>
              <a:gd name="connsiteX134" fmla="*/ 5758919 w 12192001"/>
              <a:gd name="connsiteY134" fmla="*/ 2343716 h 2344739"/>
              <a:gd name="connsiteX135" fmla="*/ 5626960 w 12192001"/>
              <a:gd name="connsiteY135" fmla="*/ 2344739 h 2344739"/>
              <a:gd name="connsiteX136" fmla="*/ 5470906 w 12192001"/>
              <a:gd name="connsiteY136" fmla="*/ 2330719 h 2344739"/>
              <a:gd name="connsiteX137" fmla="*/ 5432761 w 12192001"/>
              <a:gd name="connsiteY137" fmla="*/ 2319466 h 2344739"/>
              <a:gd name="connsiteX138" fmla="*/ 5381669 w 12192001"/>
              <a:gd name="connsiteY138" fmla="*/ 2301764 h 2344739"/>
              <a:gd name="connsiteX139" fmla="*/ 5261764 w 12192001"/>
              <a:gd name="connsiteY139" fmla="*/ 2281347 h 2344739"/>
              <a:gd name="connsiteX140" fmla="*/ 5222961 w 12192001"/>
              <a:gd name="connsiteY140" fmla="*/ 2270223 h 2344739"/>
              <a:gd name="connsiteX141" fmla="*/ 5174660 w 12192001"/>
              <a:gd name="connsiteY141" fmla="*/ 2267233 h 2344739"/>
              <a:gd name="connsiteX142" fmla="*/ 5156554 w 12192001"/>
              <a:gd name="connsiteY142" fmla="*/ 2260010 h 2344739"/>
              <a:gd name="connsiteX143" fmla="*/ 5142599 w 12192001"/>
              <a:gd name="connsiteY143" fmla="*/ 2256610 h 2344739"/>
              <a:gd name="connsiteX144" fmla="*/ 5139596 w 12192001"/>
              <a:gd name="connsiteY144" fmla="*/ 2254509 h 2344739"/>
              <a:gd name="connsiteX145" fmla="*/ 5121659 w 12192001"/>
              <a:gd name="connsiteY145" fmla="*/ 2243656 h 2344739"/>
              <a:gd name="connsiteX146" fmla="*/ 5065790 w 12192001"/>
              <a:gd name="connsiteY146" fmla="*/ 2250227 h 2344739"/>
              <a:gd name="connsiteX147" fmla="*/ 5011514 w 12192001"/>
              <a:gd name="connsiteY147" fmla="*/ 2233846 h 2344739"/>
              <a:gd name="connsiteX148" fmla="*/ 4840441 w 12192001"/>
              <a:gd name="connsiteY148" fmla="*/ 2209829 h 2344739"/>
              <a:gd name="connsiteX149" fmla="*/ 4762447 w 12192001"/>
              <a:gd name="connsiteY149" fmla="*/ 2182061 h 2344739"/>
              <a:gd name="connsiteX150" fmla="*/ 4723186 w 12192001"/>
              <a:gd name="connsiteY150" fmla="*/ 2173047 h 2344739"/>
              <a:gd name="connsiteX151" fmla="*/ 4721176 w 12192001"/>
              <a:gd name="connsiteY151" fmla="*/ 2172298 h 2344739"/>
              <a:gd name="connsiteX152" fmla="*/ 4722111 w 12192001"/>
              <a:gd name="connsiteY152" fmla="*/ 2172087 h 2344739"/>
              <a:gd name="connsiteX153" fmla="*/ 4717202 w 12192001"/>
              <a:gd name="connsiteY153" fmla="*/ 2170817 h 2344739"/>
              <a:gd name="connsiteX154" fmla="*/ 4721176 w 12192001"/>
              <a:gd name="connsiteY154" fmla="*/ 2172298 h 2344739"/>
              <a:gd name="connsiteX155" fmla="*/ 4715526 w 12192001"/>
              <a:gd name="connsiteY155" fmla="*/ 2173573 h 2344739"/>
              <a:gd name="connsiteX156" fmla="*/ 4515814 w 12192001"/>
              <a:gd name="connsiteY156" fmla="*/ 2163671 h 2344739"/>
              <a:gd name="connsiteX157" fmla="*/ 4428543 w 12192001"/>
              <a:gd name="connsiteY157" fmla="*/ 2153020 h 2344739"/>
              <a:gd name="connsiteX158" fmla="*/ 4362875 w 12192001"/>
              <a:gd name="connsiteY158" fmla="*/ 2151674 h 2344739"/>
              <a:gd name="connsiteX159" fmla="*/ 4316966 w 12192001"/>
              <a:gd name="connsiteY159" fmla="*/ 2158289 h 2344739"/>
              <a:gd name="connsiteX160" fmla="*/ 4315110 w 12192001"/>
              <a:gd name="connsiteY160" fmla="*/ 2156948 h 2344739"/>
              <a:gd name="connsiteX161" fmla="*/ 4295144 w 12192001"/>
              <a:gd name="connsiteY161" fmla="*/ 2155069 h 2344739"/>
              <a:gd name="connsiteX162" fmla="*/ 4290064 w 12192001"/>
              <a:gd name="connsiteY162" fmla="*/ 2157986 h 2344739"/>
              <a:gd name="connsiteX163" fmla="*/ 4276142 w 12192001"/>
              <a:gd name="connsiteY163" fmla="*/ 2157740 h 2344739"/>
              <a:gd name="connsiteX164" fmla="*/ 4248117 w 12192001"/>
              <a:gd name="connsiteY164" fmla="*/ 2160064 h 2344739"/>
              <a:gd name="connsiteX165" fmla="*/ 4202051 w 12192001"/>
              <a:gd name="connsiteY165" fmla="*/ 2157269 h 2344739"/>
              <a:gd name="connsiteX166" fmla="*/ 4201745 w 12192001"/>
              <a:gd name="connsiteY166" fmla="*/ 2156010 h 2344739"/>
              <a:gd name="connsiteX167" fmla="*/ 4191248 w 12192001"/>
              <a:gd name="connsiteY167" fmla="*/ 2150376 h 2344739"/>
              <a:gd name="connsiteX168" fmla="*/ 4142745 w 12192001"/>
              <a:gd name="connsiteY168" fmla="*/ 2134511 h 2344739"/>
              <a:gd name="connsiteX169" fmla="*/ 4083097 w 12192001"/>
              <a:gd name="connsiteY169" fmla="*/ 2107978 h 2344739"/>
              <a:gd name="connsiteX170" fmla="*/ 4074546 w 12192001"/>
              <a:gd name="connsiteY170" fmla="*/ 2107143 h 2344739"/>
              <a:gd name="connsiteX171" fmla="*/ 4074427 w 12192001"/>
              <a:gd name="connsiteY171" fmla="*/ 2106844 h 2344739"/>
              <a:gd name="connsiteX172" fmla="*/ 4065510 w 12192001"/>
              <a:gd name="connsiteY172" fmla="*/ 2105400 h 2344739"/>
              <a:gd name="connsiteX173" fmla="*/ 4058954 w 12192001"/>
              <a:gd name="connsiteY173" fmla="*/ 2105618 h 2344739"/>
              <a:gd name="connsiteX174" fmla="*/ 4042364 w 12192001"/>
              <a:gd name="connsiteY174" fmla="*/ 2103997 h 2344739"/>
              <a:gd name="connsiteX175" fmla="*/ 4036997 w 12192001"/>
              <a:gd name="connsiteY175" fmla="*/ 2101563 h 2344739"/>
              <a:gd name="connsiteX176" fmla="*/ 4035363 w 12192001"/>
              <a:gd name="connsiteY176" fmla="*/ 2097896 h 2344739"/>
              <a:gd name="connsiteX177" fmla="*/ 4033778 w 12192001"/>
              <a:gd name="connsiteY177" fmla="*/ 2098131 h 2344739"/>
              <a:gd name="connsiteX178" fmla="*/ 4004538 w 12192001"/>
              <a:gd name="connsiteY178" fmla="*/ 2085563 h 2344739"/>
              <a:gd name="connsiteX179" fmla="*/ 3936846 w 12192001"/>
              <a:gd name="connsiteY179" fmla="*/ 2068106 h 2344739"/>
              <a:gd name="connsiteX180" fmla="*/ 3897275 w 12192001"/>
              <a:gd name="connsiteY180" fmla="*/ 2062451 h 2344739"/>
              <a:gd name="connsiteX181" fmla="*/ 3789760 w 12192001"/>
              <a:gd name="connsiteY181" fmla="*/ 2042213 h 2344739"/>
              <a:gd name="connsiteX182" fmla="*/ 3682513 w 12192001"/>
              <a:gd name="connsiteY182" fmla="*/ 2018290 h 2344739"/>
              <a:gd name="connsiteX183" fmla="*/ 3610035 w 12192001"/>
              <a:gd name="connsiteY183" fmla="*/ 1986019 h 2344739"/>
              <a:gd name="connsiteX184" fmla="*/ 3603855 w 12192001"/>
              <a:gd name="connsiteY184" fmla="*/ 1987381 h 2344739"/>
              <a:gd name="connsiteX185" fmla="*/ 3594736 w 12192001"/>
              <a:gd name="connsiteY185" fmla="*/ 1987545 h 2344739"/>
              <a:gd name="connsiteX186" fmla="*/ 3594501 w 12192001"/>
              <a:gd name="connsiteY186" fmla="*/ 1987276 h 2344739"/>
              <a:gd name="connsiteX187" fmla="*/ 3585978 w 12192001"/>
              <a:gd name="connsiteY187" fmla="*/ 1987966 h 2344739"/>
              <a:gd name="connsiteX188" fmla="*/ 3536135 w 12192001"/>
              <a:gd name="connsiteY188" fmla="*/ 1978267 h 2344739"/>
              <a:gd name="connsiteX189" fmla="*/ 3473223 w 12192001"/>
              <a:gd name="connsiteY189" fmla="*/ 1974606 h 2344739"/>
              <a:gd name="connsiteX190" fmla="*/ 3400728 w 12192001"/>
              <a:gd name="connsiteY190" fmla="*/ 1962558 h 2344739"/>
              <a:gd name="connsiteX191" fmla="*/ 3363888 w 12192001"/>
              <a:gd name="connsiteY191" fmla="*/ 1979510 h 2344739"/>
              <a:gd name="connsiteX192" fmla="*/ 3344026 w 12192001"/>
              <a:gd name="connsiteY192" fmla="*/ 1981192 h 2344739"/>
              <a:gd name="connsiteX193" fmla="*/ 3341698 w 12192001"/>
              <a:gd name="connsiteY193" fmla="*/ 1980217 h 2344739"/>
              <a:gd name="connsiteX194" fmla="*/ 3262356 w 12192001"/>
              <a:gd name="connsiteY194" fmla="*/ 1986094 h 2344739"/>
              <a:gd name="connsiteX195" fmla="*/ 3142556 w 12192001"/>
              <a:gd name="connsiteY195" fmla="*/ 1993869 h 2344739"/>
              <a:gd name="connsiteX196" fmla="*/ 3030291 w 12192001"/>
              <a:gd name="connsiteY196" fmla="*/ 1996512 h 2344739"/>
              <a:gd name="connsiteX197" fmla="*/ 2781569 w 12192001"/>
              <a:gd name="connsiteY197" fmla="*/ 2018333 h 2344739"/>
              <a:gd name="connsiteX198" fmla="*/ 2646527 w 12192001"/>
              <a:gd name="connsiteY198" fmla="*/ 2028869 h 2344739"/>
              <a:gd name="connsiteX199" fmla="*/ 2568028 w 12192001"/>
              <a:gd name="connsiteY199" fmla="*/ 2002628 h 2344739"/>
              <a:gd name="connsiteX200" fmla="*/ 2443255 w 12192001"/>
              <a:gd name="connsiteY200" fmla="*/ 2016529 h 2344739"/>
              <a:gd name="connsiteX201" fmla="*/ 2315112 w 12192001"/>
              <a:gd name="connsiteY201" fmla="*/ 2024996 h 2344739"/>
              <a:gd name="connsiteX202" fmla="*/ 2208578 w 12192001"/>
              <a:gd name="connsiteY202" fmla="*/ 2019763 h 2344739"/>
              <a:gd name="connsiteX203" fmla="*/ 2094665 w 12192001"/>
              <a:gd name="connsiteY203" fmla="*/ 2003052 h 2344739"/>
              <a:gd name="connsiteX204" fmla="*/ 1997356 w 12192001"/>
              <a:gd name="connsiteY204" fmla="*/ 1995032 h 2344739"/>
              <a:gd name="connsiteX205" fmla="*/ 1928172 w 12192001"/>
              <a:gd name="connsiteY205" fmla="*/ 2016977 h 2344739"/>
              <a:gd name="connsiteX206" fmla="*/ 1921650 w 12192001"/>
              <a:gd name="connsiteY206" fmla="*/ 2012146 h 2344739"/>
              <a:gd name="connsiteX207" fmla="*/ 1873080 w 12192001"/>
              <a:gd name="connsiteY207" fmla="*/ 2013741 h 2344739"/>
              <a:gd name="connsiteX208" fmla="*/ 1786655 w 12192001"/>
              <a:gd name="connsiteY208" fmla="*/ 2041363 h 2344739"/>
              <a:gd name="connsiteX209" fmla="*/ 1738204 w 12192001"/>
              <a:gd name="connsiteY209" fmla="*/ 2036312 h 2344739"/>
              <a:gd name="connsiteX210" fmla="*/ 1675071 w 12192001"/>
              <a:gd name="connsiteY210" fmla="*/ 2019963 h 2344739"/>
              <a:gd name="connsiteX211" fmla="*/ 1608669 w 12192001"/>
              <a:gd name="connsiteY211" fmla="*/ 2013066 h 2344739"/>
              <a:gd name="connsiteX212" fmla="*/ 1496110 w 12192001"/>
              <a:gd name="connsiteY212" fmla="*/ 1987476 h 2344739"/>
              <a:gd name="connsiteX213" fmla="*/ 1149979 w 12192001"/>
              <a:gd name="connsiteY213" fmla="*/ 1938041 h 2344739"/>
              <a:gd name="connsiteX214" fmla="*/ 858269 w 12192001"/>
              <a:gd name="connsiteY214" fmla="*/ 1928608 h 2344739"/>
              <a:gd name="connsiteX215" fmla="*/ 837540 w 12192001"/>
              <a:gd name="connsiteY215" fmla="*/ 1929821 h 2344739"/>
              <a:gd name="connsiteX216" fmla="*/ 816809 w 12192001"/>
              <a:gd name="connsiteY216" fmla="*/ 1927857 h 2344739"/>
              <a:gd name="connsiteX217" fmla="*/ 811506 w 12192001"/>
              <a:gd name="connsiteY217" fmla="*/ 1930751 h 2344739"/>
              <a:gd name="connsiteX218" fmla="*/ 797041 w 12192001"/>
              <a:gd name="connsiteY218" fmla="*/ 1930446 h 2344739"/>
              <a:gd name="connsiteX219" fmla="*/ 767901 w 12192001"/>
              <a:gd name="connsiteY219" fmla="*/ 1932653 h 2344739"/>
              <a:gd name="connsiteX220" fmla="*/ 763053 w 12192001"/>
              <a:gd name="connsiteY220" fmla="*/ 1930432 h 2344739"/>
              <a:gd name="connsiteX221" fmla="*/ 720047 w 12192001"/>
              <a:gd name="connsiteY221" fmla="*/ 1929661 h 2344739"/>
              <a:gd name="connsiteX222" fmla="*/ 719742 w 12192001"/>
              <a:gd name="connsiteY222" fmla="*/ 1928399 h 2344739"/>
              <a:gd name="connsiteX223" fmla="*/ 708875 w 12192001"/>
              <a:gd name="connsiteY223" fmla="*/ 1922722 h 2344739"/>
              <a:gd name="connsiteX224" fmla="*/ 596792 w 12192001"/>
              <a:gd name="connsiteY224" fmla="*/ 1879864 h 2344739"/>
              <a:gd name="connsiteX225" fmla="*/ 578535 w 12192001"/>
              <a:gd name="connsiteY225" fmla="*/ 1877212 h 2344739"/>
              <a:gd name="connsiteX226" fmla="*/ 571717 w 12192001"/>
              <a:gd name="connsiteY226" fmla="*/ 1877401 h 2344739"/>
              <a:gd name="connsiteX227" fmla="*/ 445099 w 12192001"/>
              <a:gd name="connsiteY227" fmla="*/ 1839371 h 2344739"/>
              <a:gd name="connsiteX228" fmla="*/ 404015 w 12192001"/>
              <a:gd name="connsiteY228" fmla="*/ 1833548 h 2344739"/>
              <a:gd name="connsiteX229" fmla="*/ 292435 w 12192001"/>
              <a:gd name="connsiteY229" fmla="*/ 1812852 h 2344739"/>
              <a:gd name="connsiteX230" fmla="*/ 118381 w 12192001"/>
              <a:gd name="connsiteY230" fmla="*/ 1761047 h 2344739"/>
              <a:gd name="connsiteX231" fmla="*/ 15526 w 12192001"/>
              <a:gd name="connsiteY231" fmla="*/ 1758191 h 2344739"/>
              <a:gd name="connsiteX232" fmla="*/ 2 w 12192001"/>
              <a:gd name="connsiteY232" fmla="*/ 1752722 h 2344739"/>
              <a:gd name="connsiteX233" fmla="*/ 1 w 12192001"/>
              <a:gd name="connsiteY233" fmla="*/ 762497 h 2344739"/>
              <a:gd name="connsiteX234" fmla="*/ 0 w 12192001"/>
              <a:gd name="connsiteY234" fmla="*/ 762497 h 2344739"/>
              <a:gd name="connsiteX235" fmla="*/ 0 w 12192001"/>
              <a:gd name="connsiteY235" fmla="*/ 222213 h 2344739"/>
              <a:gd name="connsiteX236" fmla="*/ 0 w 12192001"/>
              <a:gd name="connsiteY236"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309326 w 12192001"/>
              <a:gd name="connsiteY26" fmla="*/ 1274846 h 2344739"/>
              <a:gd name="connsiteX27" fmla="*/ 11245526 w 12192001"/>
              <a:gd name="connsiteY27" fmla="*/ 1274060 h 2344739"/>
              <a:gd name="connsiteX28" fmla="*/ 11227161 w 12192001"/>
              <a:gd name="connsiteY28" fmla="*/ 1276236 h 2344739"/>
              <a:gd name="connsiteX29" fmla="*/ 11216939 w 12192001"/>
              <a:gd name="connsiteY29" fmla="*/ 1275961 h 2344739"/>
              <a:gd name="connsiteX30" fmla="*/ 11216036 w 12192001"/>
              <a:gd name="connsiteY30" fmla="*/ 1275018 h 2344739"/>
              <a:gd name="connsiteX31" fmla="*/ 11187737 w 12192001"/>
              <a:gd name="connsiteY31" fmla="*/ 1292383 h 2344739"/>
              <a:gd name="connsiteX32" fmla="*/ 11183353 w 12192001"/>
              <a:gd name="connsiteY32" fmla="*/ 1292525 h 2344739"/>
              <a:gd name="connsiteX33" fmla="*/ 11165706 w 12192001"/>
              <a:gd name="connsiteY33" fmla="*/ 1306612 h 2344739"/>
              <a:gd name="connsiteX34" fmla="*/ 11156163 w 12192001"/>
              <a:gd name="connsiteY34" fmla="*/ 1312414 h 2344739"/>
              <a:gd name="connsiteX35" fmla="*/ 11154348 w 12192001"/>
              <a:gd name="connsiteY35" fmla="*/ 1317097 h 2344739"/>
              <a:gd name="connsiteX36" fmla="*/ 11139813 w 12192001"/>
              <a:gd name="connsiteY36" fmla="*/ 1324115 h 2344739"/>
              <a:gd name="connsiteX37" fmla="*/ 11137813 w 12192001"/>
              <a:gd name="connsiteY37" fmla="*/ 1323772 h 2344739"/>
              <a:gd name="connsiteX38" fmla="*/ 11127060 w 12192001"/>
              <a:gd name="connsiteY38" fmla="*/ 1333832 h 2344739"/>
              <a:gd name="connsiteX39" fmla="*/ 11119543 w 12192001"/>
              <a:gd name="connsiteY39" fmla="*/ 1347424 h 2344739"/>
              <a:gd name="connsiteX40" fmla="*/ 10893535 w 12192001"/>
              <a:gd name="connsiteY40" fmla="*/ 1473399 h 2344739"/>
              <a:gd name="connsiteX41" fmla="*/ 10772152 w 12192001"/>
              <a:gd name="connsiteY41" fmla="*/ 1523191 h 2344739"/>
              <a:gd name="connsiteX42" fmla="*/ 10626520 w 12192001"/>
              <a:gd name="connsiteY42" fmla="*/ 1559229 h 2344739"/>
              <a:gd name="connsiteX43" fmla="*/ 10580747 w 12192001"/>
              <a:gd name="connsiteY43" fmla="*/ 1568689 h 2344739"/>
              <a:gd name="connsiteX44" fmla="*/ 10546642 w 12192001"/>
              <a:gd name="connsiteY44" fmla="*/ 1598423 h 2344739"/>
              <a:gd name="connsiteX45" fmla="*/ 10528495 w 12192001"/>
              <a:gd name="connsiteY45" fmla="*/ 1596907 h 2344739"/>
              <a:gd name="connsiteX46" fmla="*/ 10525298 w 12192001"/>
              <a:gd name="connsiteY46" fmla="*/ 1596411 h 2344739"/>
              <a:gd name="connsiteX47" fmla="*/ 10513981 w 12192001"/>
              <a:gd name="connsiteY47" fmla="*/ 1599537 h 2344739"/>
              <a:gd name="connsiteX48" fmla="*/ 10490587 w 12192001"/>
              <a:gd name="connsiteY48" fmla="*/ 1594156 h 2344739"/>
              <a:gd name="connsiteX49" fmla="*/ 10470270 w 12192001"/>
              <a:gd name="connsiteY49" fmla="*/ 1601693 h 2344739"/>
              <a:gd name="connsiteX50" fmla="*/ 10375894 w 12192001"/>
              <a:gd name="connsiteY50" fmla="*/ 1644598 h 2344739"/>
              <a:gd name="connsiteX51" fmla="*/ 10318190 w 12192001"/>
              <a:gd name="connsiteY51" fmla="*/ 1666221 h 2344739"/>
              <a:gd name="connsiteX52" fmla="*/ 10294319 w 12192001"/>
              <a:gd name="connsiteY52" fmla="*/ 1668079 h 2344739"/>
              <a:gd name="connsiteX53" fmla="*/ 10262295 w 12192001"/>
              <a:gd name="connsiteY53" fmla="*/ 1674948 h 2344739"/>
              <a:gd name="connsiteX54" fmla="*/ 10204270 w 12192001"/>
              <a:gd name="connsiteY54" fmla="*/ 1682149 h 2344739"/>
              <a:gd name="connsiteX55" fmla="*/ 10176611 w 12192001"/>
              <a:gd name="connsiteY55" fmla="*/ 1692943 h 2344739"/>
              <a:gd name="connsiteX56" fmla="*/ 10163922 w 12192001"/>
              <a:gd name="connsiteY56" fmla="*/ 1693739 h 2344739"/>
              <a:gd name="connsiteX57" fmla="*/ 10155160 w 12192001"/>
              <a:gd name="connsiteY57" fmla="*/ 1707487 h 2344739"/>
              <a:gd name="connsiteX58" fmla="*/ 10117119 w 12192001"/>
              <a:gd name="connsiteY58" fmla="*/ 1731142 h 2344739"/>
              <a:gd name="connsiteX59" fmla="*/ 10100445 w 12192001"/>
              <a:gd name="connsiteY59" fmla="*/ 1742432 h 2344739"/>
              <a:gd name="connsiteX60" fmla="*/ 10082169 w 12192001"/>
              <a:gd name="connsiteY60" fmla="*/ 1743296 h 2344739"/>
              <a:gd name="connsiteX61" fmla="*/ 10039240 w 12192001"/>
              <a:gd name="connsiteY61" fmla="*/ 1741632 h 2344739"/>
              <a:gd name="connsiteX62" fmla="*/ 9960019 w 12192001"/>
              <a:gd name="connsiteY62" fmla="*/ 1757147 h 2344739"/>
              <a:gd name="connsiteX63" fmla="*/ 9847792 w 12192001"/>
              <a:gd name="connsiteY63" fmla="*/ 1763915 h 2344739"/>
              <a:gd name="connsiteX64" fmla="*/ 9728309 w 12192001"/>
              <a:gd name="connsiteY64" fmla="*/ 1784122 h 2344739"/>
              <a:gd name="connsiteX65" fmla="*/ 9584507 w 12192001"/>
              <a:gd name="connsiteY65" fmla="*/ 1795542 h 2344739"/>
              <a:gd name="connsiteX66" fmla="*/ 9343052 w 12192001"/>
              <a:gd name="connsiteY66" fmla="*/ 1841244 h 2344739"/>
              <a:gd name="connsiteX67" fmla="*/ 9231370 w 12192001"/>
              <a:gd name="connsiteY67" fmla="*/ 1893149 h 2344739"/>
              <a:gd name="connsiteX68" fmla="*/ 9194810 w 12192001"/>
              <a:gd name="connsiteY68" fmla="*/ 1903228 h 2344739"/>
              <a:gd name="connsiteX69" fmla="*/ 9189246 w 12192001"/>
              <a:gd name="connsiteY69" fmla="*/ 1912467 h 2344739"/>
              <a:gd name="connsiteX70" fmla="*/ 9151232 w 12192001"/>
              <a:gd name="connsiteY70" fmla="*/ 1923669 h 2344739"/>
              <a:gd name="connsiteX71" fmla="*/ 9150210 w 12192001"/>
              <a:gd name="connsiteY71" fmla="*/ 1922604 h 2344739"/>
              <a:gd name="connsiteX72" fmla="*/ 9137318 w 12192001"/>
              <a:gd name="connsiteY72" fmla="*/ 1920435 h 2344739"/>
              <a:gd name="connsiteX73" fmla="*/ 9113812 w 12192001"/>
              <a:gd name="connsiteY73" fmla="*/ 1919069 h 2344739"/>
              <a:gd name="connsiteX74" fmla="*/ 9053453 w 12192001"/>
              <a:gd name="connsiteY74" fmla="*/ 1910755 h 2344739"/>
              <a:gd name="connsiteX75" fmla="*/ 9005486 w 12192001"/>
              <a:gd name="connsiteY75" fmla="*/ 1914040 h 2344739"/>
              <a:gd name="connsiteX76" fmla="*/ 9005201 w 12192001"/>
              <a:gd name="connsiteY76" fmla="*/ 1913800 h 2344739"/>
              <a:gd name="connsiteX77" fmla="*/ 8996232 w 12192001"/>
              <a:gd name="connsiteY77" fmla="*/ 1915011 h 2344739"/>
              <a:gd name="connsiteX78" fmla="*/ 8990394 w 12192001"/>
              <a:gd name="connsiteY78" fmla="*/ 1917072 h 2344739"/>
              <a:gd name="connsiteX79" fmla="*/ 8974337 w 12192001"/>
              <a:gd name="connsiteY79" fmla="*/ 1920298 h 2344739"/>
              <a:gd name="connsiteX80" fmla="*/ 8968011 w 12192001"/>
              <a:gd name="connsiteY80" fmla="*/ 1919598 h 2344739"/>
              <a:gd name="connsiteX81" fmla="*/ 8963048 w 12192001"/>
              <a:gd name="connsiteY81" fmla="*/ 1917373 h 2344739"/>
              <a:gd name="connsiteX82" fmla="*/ 8928988 w 12192001"/>
              <a:gd name="connsiteY82" fmla="*/ 1914185 h 2344739"/>
              <a:gd name="connsiteX83" fmla="*/ 8752444 w 12192001"/>
              <a:gd name="connsiteY83" fmla="*/ 1933417 h 2344739"/>
              <a:gd name="connsiteX84" fmla="*/ 8707847 w 12192001"/>
              <a:gd name="connsiteY84" fmla="*/ 1935518 h 2344739"/>
              <a:gd name="connsiteX85" fmla="*/ 8596071 w 12192001"/>
              <a:gd name="connsiteY85" fmla="*/ 1944090 h 2344739"/>
              <a:gd name="connsiteX86" fmla="*/ 8525230 w 12192001"/>
              <a:gd name="connsiteY86" fmla="*/ 1929248 h 2344739"/>
              <a:gd name="connsiteX87" fmla="*/ 8510983 w 12192001"/>
              <a:gd name="connsiteY87" fmla="*/ 1935163 h 2344739"/>
              <a:gd name="connsiteX88" fmla="*/ 8506167 w 12192001"/>
              <a:gd name="connsiteY88" fmla="*/ 1938164 h 2344739"/>
              <a:gd name="connsiteX89" fmla="*/ 8497968 w 12192001"/>
              <a:gd name="connsiteY89" fmla="*/ 1940902 h 2344739"/>
              <a:gd name="connsiteX90" fmla="*/ 8497594 w 12192001"/>
              <a:gd name="connsiteY90" fmla="*/ 1940723 h 2344739"/>
              <a:gd name="connsiteX91" fmla="*/ 8490249 w 12192001"/>
              <a:gd name="connsiteY91" fmla="*/ 1943773 h 2344739"/>
              <a:gd name="connsiteX92" fmla="*/ 8367182 w 12192001"/>
              <a:gd name="connsiteY92" fmla="*/ 1957815 h 2344739"/>
              <a:gd name="connsiteX93" fmla="*/ 8353799 w 12192001"/>
              <a:gd name="connsiteY93" fmla="*/ 1958009 h 2344739"/>
              <a:gd name="connsiteX94" fmla="*/ 8352373 w 12192001"/>
              <a:gd name="connsiteY94" fmla="*/ 1957169 h 2344739"/>
              <a:gd name="connsiteX95" fmla="*/ 8320104 w 12192001"/>
              <a:gd name="connsiteY95" fmla="*/ 1974587 h 2344739"/>
              <a:gd name="connsiteX96" fmla="*/ 8314433 w 12192001"/>
              <a:gd name="connsiteY96" fmla="*/ 1974913 h 2344739"/>
              <a:gd name="connsiteX97" fmla="*/ 8295174 w 12192001"/>
              <a:gd name="connsiteY97" fmla="*/ 1988808 h 2344739"/>
              <a:gd name="connsiteX98" fmla="*/ 8284276 w 12192001"/>
              <a:gd name="connsiteY98" fmla="*/ 1994631 h 2344739"/>
              <a:gd name="connsiteX99" fmla="*/ 8283150 w 12192001"/>
              <a:gd name="connsiteY99" fmla="*/ 1999074 h 2344739"/>
              <a:gd name="connsiteX100" fmla="*/ 8266076 w 12192001"/>
              <a:gd name="connsiteY100" fmla="*/ 2006249 h 2344739"/>
              <a:gd name="connsiteX101" fmla="*/ 8263377 w 12192001"/>
              <a:gd name="connsiteY101" fmla="*/ 2006019 h 2344739"/>
              <a:gd name="connsiteX102" fmla="*/ 8252033 w 12192001"/>
              <a:gd name="connsiteY102" fmla="*/ 2015862 h 2344739"/>
              <a:gd name="connsiteX103" fmla="*/ 8245834 w 12192001"/>
              <a:gd name="connsiteY103" fmla="*/ 2028854 h 2344739"/>
              <a:gd name="connsiteX104" fmla="*/ 8090272 w 12192001"/>
              <a:gd name="connsiteY104" fmla="*/ 2075015 h 2344739"/>
              <a:gd name="connsiteX105" fmla="*/ 7905407 w 12192001"/>
              <a:gd name="connsiteY105" fmla="*/ 2116988 h 2344739"/>
              <a:gd name="connsiteX106" fmla="*/ 7718745 w 12192001"/>
              <a:gd name="connsiteY106" fmla="*/ 2142703 h 2344739"/>
              <a:gd name="connsiteX107" fmla="*/ 7614347 w 12192001"/>
              <a:gd name="connsiteY107" fmla="*/ 2139232 h 2344739"/>
              <a:gd name="connsiteX108" fmla="*/ 7527543 w 12192001"/>
              <a:gd name="connsiteY108" fmla="*/ 2145060 h 2344739"/>
              <a:gd name="connsiteX109" fmla="*/ 7519571 w 12192001"/>
              <a:gd name="connsiteY109" fmla="*/ 2147613 h 2344739"/>
              <a:gd name="connsiteX110" fmla="*/ 7507411 w 12192001"/>
              <a:gd name="connsiteY110" fmla="*/ 2148948 h 2344739"/>
              <a:gd name="connsiteX111" fmla="*/ 7507040 w 12192001"/>
              <a:gd name="connsiteY111" fmla="*/ 2148621 h 2344739"/>
              <a:gd name="connsiteX112" fmla="*/ 7495795 w 12192001"/>
              <a:gd name="connsiteY112" fmla="*/ 2150573 h 2344739"/>
              <a:gd name="connsiteX113" fmla="*/ 7405391 w 12192001"/>
              <a:gd name="connsiteY113" fmla="*/ 2142468 h 2344739"/>
              <a:gd name="connsiteX114" fmla="*/ 7312180 w 12192001"/>
              <a:gd name="connsiteY114" fmla="*/ 2132873 h 2344739"/>
              <a:gd name="connsiteX115" fmla="*/ 7310853 w 12192001"/>
              <a:gd name="connsiteY115" fmla="*/ 2131431 h 2344739"/>
              <a:gd name="connsiteX116" fmla="*/ 7218559 w 12192001"/>
              <a:gd name="connsiteY116" fmla="*/ 2156680 h 2344739"/>
              <a:gd name="connsiteX117" fmla="*/ 7201101 w 12192001"/>
              <a:gd name="connsiteY117" fmla="*/ 2161230 h 2344739"/>
              <a:gd name="connsiteX118" fmla="*/ 7197004 w 12192001"/>
              <a:gd name="connsiteY118" fmla="*/ 2166588 h 2344739"/>
              <a:gd name="connsiteX119" fmla="*/ 7170808 w 12192001"/>
              <a:gd name="connsiteY119" fmla="*/ 2171236 h 2344739"/>
              <a:gd name="connsiteX120" fmla="*/ 7096988 w 12192001"/>
              <a:gd name="connsiteY120" fmla="*/ 2183464 h 2344739"/>
              <a:gd name="connsiteX121" fmla="*/ 7018496 w 12192001"/>
              <a:gd name="connsiteY121" fmla="*/ 2183090 h 2344739"/>
              <a:gd name="connsiteX122" fmla="*/ 6904146 w 12192001"/>
              <a:gd name="connsiteY122" fmla="*/ 2212596 h 2344739"/>
              <a:gd name="connsiteX123" fmla="*/ 6708222 w 12192001"/>
              <a:gd name="connsiteY123" fmla="*/ 2240551 h 2344739"/>
              <a:gd name="connsiteX124" fmla="*/ 6549454 w 12192001"/>
              <a:gd name="connsiteY124" fmla="*/ 2269327 h 2344739"/>
              <a:gd name="connsiteX125" fmla="*/ 6317560 w 12192001"/>
              <a:gd name="connsiteY125" fmla="*/ 2316127 h 2344739"/>
              <a:gd name="connsiteX126" fmla="*/ 6168674 w 12192001"/>
              <a:gd name="connsiteY126" fmla="*/ 2318214 h 2344739"/>
              <a:gd name="connsiteX127" fmla="*/ 6073848 w 12192001"/>
              <a:gd name="connsiteY127" fmla="*/ 2338676 h 2344739"/>
              <a:gd name="connsiteX128" fmla="*/ 6068529 w 12192001"/>
              <a:gd name="connsiteY128" fmla="*/ 2337139 h 2344739"/>
              <a:gd name="connsiteX129" fmla="*/ 6048638 w 12192001"/>
              <a:gd name="connsiteY129" fmla="*/ 2337822 h 2344739"/>
              <a:gd name="connsiteX130" fmla="*/ 6041285 w 12192001"/>
              <a:gd name="connsiteY130" fmla="*/ 2329473 h 2344739"/>
              <a:gd name="connsiteX131" fmla="*/ 6010090 w 12192001"/>
              <a:gd name="connsiteY131" fmla="*/ 2324380 h 2344739"/>
              <a:gd name="connsiteX132" fmla="*/ 5957375 w 12192001"/>
              <a:gd name="connsiteY132" fmla="*/ 2328024 h 2344739"/>
              <a:gd name="connsiteX133" fmla="*/ 5758919 w 12192001"/>
              <a:gd name="connsiteY133" fmla="*/ 2343716 h 2344739"/>
              <a:gd name="connsiteX134" fmla="*/ 5626960 w 12192001"/>
              <a:gd name="connsiteY134" fmla="*/ 2344739 h 2344739"/>
              <a:gd name="connsiteX135" fmla="*/ 5470906 w 12192001"/>
              <a:gd name="connsiteY135" fmla="*/ 2330719 h 2344739"/>
              <a:gd name="connsiteX136" fmla="*/ 5432761 w 12192001"/>
              <a:gd name="connsiteY136" fmla="*/ 2319466 h 2344739"/>
              <a:gd name="connsiteX137" fmla="*/ 5381669 w 12192001"/>
              <a:gd name="connsiteY137" fmla="*/ 2301764 h 2344739"/>
              <a:gd name="connsiteX138" fmla="*/ 5261764 w 12192001"/>
              <a:gd name="connsiteY138" fmla="*/ 2281347 h 2344739"/>
              <a:gd name="connsiteX139" fmla="*/ 5222961 w 12192001"/>
              <a:gd name="connsiteY139" fmla="*/ 2270223 h 2344739"/>
              <a:gd name="connsiteX140" fmla="*/ 5174660 w 12192001"/>
              <a:gd name="connsiteY140" fmla="*/ 2267233 h 2344739"/>
              <a:gd name="connsiteX141" fmla="*/ 5156554 w 12192001"/>
              <a:gd name="connsiteY141" fmla="*/ 2260010 h 2344739"/>
              <a:gd name="connsiteX142" fmla="*/ 5142599 w 12192001"/>
              <a:gd name="connsiteY142" fmla="*/ 2256610 h 2344739"/>
              <a:gd name="connsiteX143" fmla="*/ 5139596 w 12192001"/>
              <a:gd name="connsiteY143" fmla="*/ 2254509 h 2344739"/>
              <a:gd name="connsiteX144" fmla="*/ 5121659 w 12192001"/>
              <a:gd name="connsiteY144" fmla="*/ 2243656 h 2344739"/>
              <a:gd name="connsiteX145" fmla="*/ 5065790 w 12192001"/>
              <a:gd name="connsiteY145" fmla="*/ 2250227 h 2344739"/>
              <a:gd name="connsiteX146" fmla="*/ 5011514 w 12192001"/>
              <a:gd name="connsiteY146" fmla="*/ 2233846 h 2344739"/>
              <a:gd name="connsiteX147" fmla="*/ 4840441 w 12192001"/>
              <a:gd name="connsiteY147" fmla="*/ 2209829 h 2344739"/>
              <a:gd name="connsiteX148" fmla="*/ 4762447 w 12192001"/>
              <a:gd name="connsiteY148" fmla="*/ 2182061 h 2344739"/>
              <a:gd name="connsiteX149" fmla="*/ 4723186 w 12192001"/>
              <a:gd name="connsiteY149" fmla="*/ 2173047 h 2344739"/>
              <a:gd name="connsiteX150" fmla="*/ 4721176 w 12192001"/>
              <a:gd name="connsiteY150" fmla="*/ 2172298 h 2344739"/>
              <a:gd name="connsiteX151" fmla="*/ 4722111 w 12192001"/>
              <a:gd name="connsiteY151" fmla="*/ 2172087 h 2344739"/>
              <a:gd name="connsiteX152" fmla="*/ 4717202 w 12192001"/>
              <a:gd name="connsiteY152" fmla="*/ 2170817 h 2344739"/>
              <a:gd name="connsiteX153" fmla="*/ 4721176 w 12192001"/>
              <a:gd name="connsiteY153" fmla="*/ 2172298 h 2344739"/>
              <a:gd name="connsiteX154" fmla="*/ 4715526 w 12192001"/>
              <a:gd name="connsiteY154" fmla="*/ 2173573 h 2344739"/>
              <a:gd name="connsiteX155" fmla="*/ 4515814 w 12192001"/>
              <a:gd name="connsiteY155" fmla="*/ 2163671 h 2344739"/>
              <a:gd name="connsiteX156" fmla="*/ 4428543 w 12192001"/>
              <a:gd name="connsiteY156" fmla="*/ 2153020 h 2344739"/>
              <a:gd name="connsiteX157" fmla="*/ 4362875 w 12192001"/>
              <a:gd name="connsiteY157" fmla="*/ 2151674 h 2344739"/>
              <a:gd name="connsiteX158" fmla="*/ 4316966 w 12192001"/>
              <a:gd name="connsiteY158" fmla="*/ 2158289 h 2344739"/>
              <a:gd name="connsiteX159" fmla="*/ 4315110 w 12192001"/>
              <a:gd name="connsiteY159" fmla="*/ 2156948 h 2344739"/>
              <a:gd name="connsiteX160" fmla="*/ 4295144 w 12192001"/>
              <a:gd name="connsiteY160" fmla="*/ 2155069 h 2344739"/>
              <a:gd name="connsiteX161" fmla="*/ 4290064 w 12192001"/>
              <a:gd name="connsiteY161" fmla="*/ 2157986 h 2344739"/>
              <a:gd name="connsiteX162" fmla="*/ 4276142 w 12192001"/>
              <a:gd name="connsiteY162" fmla="*/ 2157740 h 2344739"/>
              <a:gd name="connsiteX163" fmla="*/ 4248117 w 12192001"/>
              <a:gd name="connsiteY163" fmla="*/ 2160064 h 2344739"/>
              <a:gd name="connsiteX164" fmla="*/ 4202051 w 12192001"/>
              <a:gd name="connsiteY164" fmla="*/ 2157269 h 2344739"/>
              <a:gd name="connsiteX165" fmla="*/ 4201745 w 12192001"/>
              <a:gd name="connsiteY165" fmla="*/ 2156010 h 2344739"/>
              <a:gd name="connsiteX166" fmla="*/ 4191248 w 12192001"/>
              <a:gd name="connsiteY166" fmla="*/ 2150376 h 2344739"/>
              <a:gd name="connsiteX167" fmla="*/ 4142745 w 12192001"/>
              <a:gd name="connsiteY167" fmla="*/ 2134511 h 2344739"/>
              <a:gd name="connsiteX168" fmla="*/ 4083097 w 12192001"/>
              <a:gd name="connsiteY168" fmla="*/ 2107978 h 2344739"/>
              <a:gd name="connsiteX169" fmla="*/ 4074546 w 12192001"/>
              <a:gd name="connsiteY169" fmla="*/ 2107143 h 2344739"/>
              <a:gd name="connsiteX170" fmla="*/ 4074427 w 12192001"/>
              <a:gd name="connsiteY170" fmla="*/ 2106844 h 2344739"/>
              <a:gd name="connsiteX171" fmla="*/ 4065510 w 12192001"/>
              <a:gd name="connsiteY171" fmla="*/ 2105400 h 2344739"/>
              <a:gd name="connsiteX172" fmla="*/ 4058954 w 12192001"/>
              <a:gd name="connsiteY172" fmla="*/ 2105618 h 2344739"/>
              <a:gd name="connsiteX173" fmla="*/ 4042364 w 12192001"/>
              <a:gd name="connsiteY173" fmla="*/ 2103997 h 2344739"/>
              <a:gd name="connsiteX174" fmla="*/ 4036997 w 12192001"/>
              <a:gd name="connsiteY174" fmla="*/ 2101563 h 2344739"/>
              <a:gd name="connsiteX175" fmla="*/ 4035363 w 12192001"/>
              <a:gd name="connsiteY175" fmla="*/ 2097896 h 2344739"/>
              <a:gd name="connsiteX176" fmla="*/ 4033778 w 12192001"/>
              <a:gd name="connsiteY176" fmla="*/ 2098131 h 2344739"/>
              <a:gd name="connsiteX177" fmla="*/ 4004538 w 12192001"/>
              <a:gd name="connsiteY177" fmla="*/ 2085563 h 2344739"/>
              <a:gd name="connsiteX178" fmla="*/ 3936846 w 12192001"/>
              <a:gd name="connsiteY178" fmla="*/ 2068106 h 2344739"/>
              <a:gd name="connsiteX179" fmla="*/ 3897275 w 12192001"/>
              <a:gd name="connsiteY179" fmla="*/ 2062451 h 2344739"/>
              <a:gd name="connsiteX180" fmla="*/ 3789760 w 12192001"/>
              <a:gd name="connsiteY180" fmla="*/ 2042213 h 2344739"/>
              <a:gd name="connsiteX181" fmla="*/ 3682513 w 12192001"/>
              <a:gd name="connsiteY181" fmla="*/ 2018290 h 2344739"/>
              <a:gd name="connsiteX182" fmla="*/ 3610035 w 12192001"/>
              <a:gd name="connsiteY182" fmla="*/ 1986019 h 2344739"/>
              <a:gd name="connsiteX183" fmla="*/ 3603855 w 12192001"/>
              <a:gd name="connsiteY183" fmla="*/ 1987381 h 2344739"/>
              <a:gd name="connsiteX184" fmla="*/ 3594736 w 12192001"/>
              <a:gd name="connsiteY184" fmla="*/ 1987545 h 2344739"/>
              <a:gd name="connsiteX185" fmla="*/ 3594501 w 12192001"/>
              <a:gd name="connsiteY185" fmla="*/ 1987276 h 2344739"/>
              <a:gd name="connsiteX186" fmla="*/ 3585978 w 12192001"/>
              <a:gd name="connsiteY186" fmla="*/ 1987966 h 2344739"/>
              <a:gd name="connsiteX187" fmla="*/ 3536135 w 12192001"/>
              <a:gd name="connsiteY187" fmla="*/ 1978267 h 2344739"/>
              <a:gd name="connsiteX188" fmla="*/ 3473223 w 12192001"/>
              <a:gd name="connsiteY188" fmla="*/ 1974606 h 2344739"/>
              <a:gd name="connsiteX189" fmla="*/ 3400728 w 12192001"/>
              <a:gd name="connsiteY189" fmla="*/ 1962558 h 2344739"/>
              <a:gd name="connsiteX190" fmla="*/ 3363888 w 12192001"/>
              <a:gd name="connsiteY190" fmla="*/ 1979510 h 2344739"/>
              <a:gd name="connsiteX191" fmla="*/ 3344026 w 12192001"/>
              <a:gd name="connsiteY191" fmla="*/ 1981192 h 2344739"/>
              <a:gd name="connsiteX192" fmla="*/ 3341698 w 12192001"/>
              <a:gd name="connsiteY192" fmla="*/ 1980217 h 2344739"/>
              <a:gd name="connsiteX193" fmla="*/ 3262356 w 12192001"/>
              <a:gd name="connsiteY193" fmla="*/ 1986094 h 2344739"/>
              <a:gd name="connsiteX194" fmla="*/ 3142556 w 12192001"/>
              <a:gd name="connsiteY194" fmla="*/ 1993869 h 2344739"/>
              <a:gd name="connsiteX195" fmla="*/ 3030291 w 12192001"/>
              <a:gd name="connsiteY195" fmla="*/ 1996512 h 2344739"/>
              <a:gd name="connsiteX196" fmla="*/ 2781569 w 12192001"/>
              <a:gd name="connsiteY196" fmla="*/ 2018333 h 2344739"/>
              <a:gd name="connsiteX197" fmla="*/ 2646527 w 12192001"/>
              <a:gd name="connsiteY197" fmla="*/ 2028869 h 2344739"/>
              <a:gd name="connsiteX198" fmla="*/ 2568028 w 12192001"/>
              <a:gd name="connsiteY198" fmla="*/ 2002628 h 2344739"/>
              <a:gd name="connsiteX199" fmla="*/ 2443255 w 12192001"/>
              <a:gd name="connsiteY199" fmla="*/ 2016529 h 2344739"/>
              <a:gd name="connsiteX200" fmla="*/ 2315112 w 12192001"/>
              <a:gd name="connsiteY200" fmla="*/ 2024996 h 2344739"/>
              <a:gd name="connsiteX201" fmla="*/ 2208578 w 12192001"/>
              <a:gd name="connsiteY201" fmla="*/ 2019763 h 2344739"/>
              <a:gd name="connsiteX202" fmla="*/ 2094665 w 12192001"/>
              <a:gd name="connsiteY202" fmla="*/ 2003052 h 2344739"/>
              <a:gd name="connsiteX203" fmla="*/ 1997356 w 12192001"/>
              <a:gd name="connsiteY203" fmla="*/ 1995032 h 2344739"/>
              <a:gd name="connsiteX204" fmla="*/ 1928172 w 12192001"/>
              <a:gd name="connsiteY204" fmla="*/ 2016977 h 2344739"/>
              <a:gd name="connsiteX205" fmla="*/ 1921650 w 12192001"/>
              <a:gd name="connsiteY205" fmla="*/ 2012146 h 2344739"/>
              <a:gd name="connsiteX206" fmla="*/ 1873080 w 12192001"/>
              <a:gd name="connsiteY206" fmla="*/ 2013741 h 2344739"/>
              <a:gd name="connsiteX207" fmla="*/ 1786655 w 12192001"/>
              <a:gd name="connsiteY207" fmla="*/ 2041363 h 2344739"/>
              <a:gd name="connsiteX208" fmla="*/ 1738204 w 12192001"/>
              <a:gd name="connsiteY208" fmla="*/ 2036312 h 2344739"/>
              <a:gd name="connsiteX209" fmla="*/ 1675071 w 12192001"/>
              <a:gd name="connsiteY209" fmla="*/ 2019963 h 2344739"/>
              <a:gd name="connsiteX210" fmla="*/ 1608669 w 12192001"/>
              <a:gd name="connsiteY210" fmla="*/ 2013066 h 2344739"/>
              <a:gd name="connsiteX211" fmla="*/ 1496110 w 12192001"/>
              <a:gd name="connsiteY211" fmla="*/ 1987476 h 2344739"/>
              <a:gd name="connsiteX212" fmla="*/ 1149979 w 12192001"/>
              <a:gd name="connsiteY212" fmla="*/ 1938041 h 2344739"/>
              <a:gd name="connsiteX213" fmla="*/ 858269 w 12192001"/>
              <a:gd name="connsiteY213" fmla="*/ 1928608 h 2344739"/>
              <a:gd name="connsiteX214" fmla="*/ 837540 w 12192001"/>
              <a:gd name="connsiteY214" fmla="*/ 1929821 h 2344739"/>
              <a:gd name="connsiteX215" fmla="*/ 816809 w 12192001"/>
              <a:gd name="connsiteY215" fmla="*/ 1927857 h 2344739"/>
              <a:gd name="connsiteX216" fmla="*/ 811506 w 12192001"/>
              <a:gd name="connsiteY216" fmla="*/ 1930751 h 2344739"/>
              <a:gd name="connsiteX217" fmla="*/ 797041 w 12192001"/>
              <a:gd name="connsiteY217" fmla="*/ 1930446 h 2344739"/>
              <a:gd name="connsiteX218" fmla="*/ 767901 w 12192001"/>
              <a:gd name="connsiteY218" fmla="*/ 1932653 h 2344739"/>
              <a:gd name="connsiteX219" fmla="*/ 763053 w 12192001"/>
              <a:gd name="connsiteY219" fmla="*/ 1930432 h 2344739"/>
              <a:gd name="connsiteX220" fmla="*/ 720047 w 12192001"/>
              <a:gd name="connsiteY220" fmla="*/ 1929661 h 2344739"/>
              <a:gd name="connsiteX221" fmla="*/ 719742 w 12192001"/>
              <a:gd name="connsiteY221" fmla="*/ 1928399 h 2344739"/>
              <a:gd name="connsiteX222" fmla="*/ 708875 w 12192001"/>
              <a:gd name="connsiteY222" fmla="*/ 1922722 h 2344739"/>
              <a:gd name="connsiteX223" fmla="*/ 596792 w 12192001"/>
              <a:gd name="connsiteY223" fmla="*/ 1879864 h 2344739"/>
              <a:gd name="connsiteX224" fmla="*/ 578535 w 12192001"/>
              <a:gd name="connsiteY224" fmla="*/ 1877212 h 2344739"/>
              <a:gd name="connsiteX225" fmla="*/ 571717 w 12192001"/>
              <a:gd name="connsiteY225" fmla="*/ 1877401 h 2344739"/>
              <a:gd name="connsiteX226" fmla="*/ 445099 w 12192001"/>
              <a:gd name="connsiteY226" fmla="*/ 1839371 h 2344739"/>
              <a:gd name="connsiteX227" fmla="*/ 404015 w 12192001"/>
              <a:gd name="connsiteY227" fmla="*/ 1833548 h 2344739"/>
              <a:gd name="connsiteX228" fmla="*/ 292435 w 12192001"/>
              <a:gd name="connsiteY228" fmla="*/ 1812852 h 2344739"/>
              <a:gd name="connsiteX229" fmla="*/ 118381 w 12192001"/>
              <a:gd name="connsiteY229" fmla="*/ 1761047 h 2344739"/>
              <a:gd name="connsiteX230" fmla="*/ 15526 w 12192001"/>
              <a:gd name="connsiteY230" fmla="*/ 1758191 h 2344739"/>
              <a:gd name="connsiteX231" fmla="*/ 2 w 12192001"/>
              <a:gd name="connsiteY231" fmla="*/ 1752722 h 2344739"/>
              <a:gd name="connsiteX232" fmla="*/ 1 w 12192001"/>
              <a:gd name="connsiteY232" fmla="*/ 762497 h 2344739"/>
              <a:gd name="connsiteX233" fmla="*/ 0 w 12192001"/>
              <a:gd name="connsiteY233" fmla="*/ 762497 h 2344739"/>
              <a:gd name="connsiteX234" fmla="*/ 0 w 12192001"/>
              <a:gd name="connsiteY234" fmla="*/ 222213 h 2344739"/>
              <a:gd name="connsiteX235" fmla="*/ 0 w 12192001"/>
              <a:gd name="connsiteY235"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415912 w 12192001"/>
              <a:gd name="connsiteY26" fmla="*/ 1173869 h 2344739"/>
              <a:gd name="connsiteX27" fmla="*/ 11245526 w 12192001"/>
              <a:gd name="connsiteY27" fmla="*/ 1274060 h 2344739"/>
              <a:gd name="connsiteX28" fmla="*/ 11227161 w 12192001"/>
              <a:gd name="connsiteY28" fmla="*/ 1276236 h 2344739"/>
              <a:gd name="connsiteX29" fmla="*/ 11216939 w 12192001"/>
              <a:gd name="connsiteY29" fmla="*/ 1275961 h 2344739"/>
              <a:gd name="connsiteX30" fmla="*/ 11216036 w 12192001"/>
              <a:gd name="connsiteY30" fmla="*/ 1275018 h 2344739"/>
              <a:gd name="connsiteX31" fmla="*/ 11187737 w 12192001"/>
              <a:gd name="connsiteY31" fmla="*/ 1292383 h 2344739"/>
              <a:gd name="connsiteX32" fmla="*/ 11183353 w 12192001"/>
              <a:gd name="connsiteY32" fmla="*/ 1292525 h 2344739"/>
              <a:gd name="connsiteX33" fmla="*/ 11165706 w 12192001"/>
              <a:gd name="connsiteY33" fmla="*/ 1306612 h 2344739"/>
              <a:gd name="connsiteX34" fmla="*/ 11156163 w 12192001"/>
              <a:gd name="connsiteY34" fmla="*/ 1312414 h 2344739"/>
              <a:gd name="connsiteX35" fmla="*/ 11154348 w 12192001"/>
              <a:gd name="connsiteY35" fmla="*/ 1317097 h 2344739"/>
              <a:gd name="connsiteX36" fmla="*/ 11139813 w 12192001"/>
              <a:gd name="connsiteY36" fmla="*/ 1324115 h 2344739"/>
              <a:gd name="connsiteX37" fmla="*/ 11137813 w 12192001"/>
              <a:gd name="connsiteY37" fmla="*/ 1323772 h 2344739"/>
              <a:gd name="connsiteX38" fmla="*/ 11127060 w 12192001"/>
              <a:gd name="connsiteY38" fmla="*/ 1333832 h 2344739"/>
              <a:gd name="connsiteX39" fmla="*/ 11119543 w 12192001"/>
              <a:gd name="connsiteY39" fmla="*/ 1347424 h 2344739"/>
              <a:gd name="connsiteX40" fmla="*/ 10893535 w 12192001"/>
              <a:gd name="connsiteY40" fmla="*/ 1473399 h 2344739"/>
              <a:gd name="connsiteX41" fmla="*/ 10772152 w 12192001"/>
              <a:gd name="connsiteY41" fmla="*/ 1523191 h 2344739"/>
              <a:gd name="connsiteX42" fmla="*/ 10626520 w 12192001"/>
              <a:gd name="connsiteY42" fmla="*/ 1559229 h 2344739"/>
              <a:gd name="connsiteX43" fmla="*/ 10580747 w 12192001"/>
              <a:gd name="connsiteY43" fmla="*/ 1568689 h 2344739"/>
              <a:gd name="connsiteX44" fmla="*/ 10546642 w 12192001"/>
              <a:gd name="connsiteY44" fmla="*/ 1598423 h 2344739"/>
              <a:gd name="connsiteX45" fmla="*/ 10528495 w 12192001"/>
              <a:gd name="connsiteY45" fmla="*/ 1596907 h 2344739"/>
              <a:gd name="connsiteX46" fmla="*/ 10525298 w 12192001"/>
              <a:gd name="connsiteY46" fmla="*/ 1596411 h 2344739"/>
              <a:gd name="connsiteX47" fmla="*/ 10513981 w 12192001"/>
              <a:gd name="connsiteY47" fmla="*/ 1599537 h 2344739"/>
              <a:gd name="connsiteX48" fmla="*/ 10490587 w 12192001"/>
              <a:gd name="connsiteY48" fmla="*/ 1594156 h 2344739"/>
              <a:gd name="connsiteX49" fmla="*/ 10470270 w 12192001"/>
              <a:gd name="connsiteY49" fmla="*/ 1601693 h 2344739"/>
              <a:gd name="connsiteX50" fmla="*/ 10375894 w 12192001"/>
              <a:gd name="connsiteY50" fmla="*/ 1644598 h 2344739"/>
              <a:gd name="connsiteX51" fmla="*/ 10318190 w 12192001"/>
              <a:gd name="connsiteY51" fmla="*/ 1666221 h 2344739"/>
              <a:gd name="connsiteX52" fmla="*/ 10294319 w 12192001"/>
              <a:gd name="connsiteY52" fmla="*/ 1668079 h 2344739"/>
              <a:gd name="connsiteX53" fmla="*/ 10262295 w 12192001"/>
              <a:gd name="connsiteY53" fmla="*/ 1674948 h 2344739"/>
              <a:gd name="connsiteX54" fmla="*/ 10204270 w 12192001"/>
              <a:gd name="connsiteY54" fmla="*/ 1682149 h 2344739"/>
              <a:gd name="connsiteX55" fmla="*/ 10176611 w 12192001"/>
              <a:gd name="connsiteY55" fmla="*/ 1692943 h 2344739"/>
              <a:gd name="connsiteX56" fmla="*/ 10163922 w 12192001"/>
              <a:gd name="connsiteY56" fmla="*/ 1693739 h 2344739"/>
              <a:gd name="connsiteX57" fmla="*/ 10155160 w 12192001"/>
              <a:gd name="connsiteY57" fmla="*/ 1707487 h 2344739"/>
              <a:gd name="connsiteX58" fmla="*/ 10117119 w 12192001"/>
              <a:gd name="connsiteY58" fmla="*/ 1731142 h 2344739"/>
              <a:gd name="connsiteX59" fmla="*/ 10100445 w 12192001"/>
              <a:gd name="connsiteY59" fmla="*/ 1742432 h 2344739"/>
              <a:gd name="connsiteX60" fmla="*/ 10082169 w 12192001"/>
              <a:gd name="connsiteY60" fmla="*/ 1743296 h 2344739"/>
              <a:gd name="connsiteX61" fmla="*/ 10039240 w 12192001"/>
              <a:gd name="connsiteY61" fmla="*/ 1741632 h 2344739"/>
              <a:gd name="connsiteX62" fmla="*/ 9960019 w 12192001"/>
              <a:gd name="connsiteY62" fmla="*/ 1757147 h 2344739"/>
              <a:gd name="connsiteX63" fmla="*/ 9847792 w 12192001"/>
              <a:gd name="connsiteY63" fmla="*/ 1763915 h 2344739"/>
              <a:gd name="connsiteX64" fmla="*/ 9728309 w 12192001"/>
              <a:gd name="connsiteY64" fmla="*/ 1784122 h 2344739"/>
              <a:gd name="connsiteX65" fmla="*/ 9584507 w 12192001"/>
              <a:gd name="connsiteY65" fmla="*/ 1795542 h 2344739"/>
              <a:gd name="connsiteX66" fmla="*/ 9343052 w 12192001"/>
              <a:gd name="connsiteY66" fmla="*/ 1841244 h 2344739"/>
              <a:gd name="connsiteX67" fmla="*/ 9231370 w 12192001"/>
              <a:gd name="connsiteY67" fmla="*/ 1893149 h 2344739"/>
              <a:gd name="connsiteX68" fmla="*/ 9194810 w 12192001"/>
              <a:gd name="connsiteY68" fmla="*/ 1903228 h 2344739"/>
              <a:gd name="connsiteX69" fmla="*/ 9189246 w 12192001"/>
              <a:gd name="connsiteY69" fmla="*/ 1912467 h 2344739"/>
              <a:gd name="connsiteX70" fmla="*/ 9151232 w 12192001"/>
              <a:gd name="connsiteY70" fmla="*/ 1923669 h 2344739"/>
              <a:gd name="connsiteX71" fmla="*/ 9150210 w 12192001"/>
              <a:gd name="connsiteY71" fmla="*/ 1922604 h 2344739"/>
              <a:gd name="connsiteX72" fmla="*/ 9137318 w 12192001"/>
              <a:gd name="connsiteY72" fmla="*/ 1920435 h 2344739"/>
              <a:gd name="connsiteX73" fmla="*/ 9113812 w 12192001"/>
              <a:gd name="connsiteY73" fmla="*/ 1919069 h 2344739"/>
              <a:gd name="connsiteX74" fmla="*/ 9053453 w 12192001"/>
              <a:gd name="connsiteY74" fmla="*/ 1910755 h 2344739"/>
              <a:gd name="connsiteX75" fmla="*/ 9005486 w 12192001"/>
              <a:gd name="connsiteY75" fmla="*/ 1914040 h 2344739"/>
              <a:gd name="connsiteX76" fmla="*/ 9005201 w 12192001"/>
              <a:gd name="connsiteY76" fmla="*/ 1913800 h 2344739"/>
              <a:gd name="connsiteX77" fmla="*/ 8996232 w 12192001"/>
              <a:gd name="connsiteY77" fmla="*/ 1915011 h 2344739"/>
              <a:gd name="connsiteX78" fmla="*/ 8990394 w 12192001"/>
              <a:gd name="connsiteY78" fmla="*/ 1917072 h 2344739"/>
              <a:gd name="connsiteX79" fmla="*/ 8974337 w 12192001"/>
              <a:gd name="connsiteY79" fmla="*/ 1920298 h 2344739"/>
              <a:gd name="connsiteX80" fmla="*/ 8968011 w 12192001"/>
              <a:gd name="connsiteY80" fmla="*/ 1919598 h 2344739"/>
              <a:gd name="connsiteX81" fmla="*/ 8963048 w 12192001"/>
              <a:gd name="connsiteY81" fmla="*/ 1917373 h 2344739"/>
              <a:gd name="connsiteX82" fmla="*/ 8928988 w 12192001"/>
              <a:gd name="connsiteY82" fmla="*/ 1914185 h 2344739"/>
              <a:gd name="connsiteX83" fmla="*/ 8752444 w 12192001"/>
              <a:gd name="connsiteY83" fmla="*/ 1933417 h 2344739"/>
              <a:gd name="connsiteX84" fmla="*/ 8707847 w 12192001"/>
              <a:gd name="connsiteY84" fmla="*/ 1935518 h 2344739"/>
              <a:gd name="connsiteX85" fmla="*/ 8596071 w 12192001"/>
              <a:gd name="connsiteY85" fmla="*/ 1944090 h 2344739"/>
              <a:gd name="connsiteX86" fmla="*/ 8525230 w 12192001"/>
              <a:gd name="connsiteY86" fmla="*/ 1929248 h 2344739"/>
              <a:gd name="connsiteX87" fmla="*/ 8510983 w 12192001"/>
              <a:gd name="connsiteY87" fmla="*/ 1935163 h 2344739"/>
              <a:gd name="connsiteX88" fmla="*/ 8506167 w 12192001"/>
              <a:gd name="connsiteY88" fmla="*/ 1938164 h 2344739"/>
              <a:gd name="connsiteX89" fmla="*/ 8497968 w 12192001"/>
              <a:gd name="connsiteY89" fmla="*/ 1940902 h 2344739"/>
              <a:gd name="connsiteX90" fmla="*/ 8497594 w 12192001"/>
              <a:gd name="connsiteY90" fmla="*/ 1940723 h 2344739"/>
              <a:gd name="connsiteX91" fmla="*/ 8490249 w 12192001"/>
              <a:gd name="connsiteY91" fmla="*/ 1943773 h 2344739"/>
              <a:gd name="connsiteX92" fmla="*/ 8367182 w 12192001"/>
              <a:gd name="connsiteY92" fmla="*/ 1957815 h 2344739"/>
              <a:gd name="connsiteX93" fmla="*/ 8353799 w 12192001"/>
              <a:gd name="connsiteY93" fmla="*/ 1958009 h 2344739"/>
              <a:gd name="connsiteX94" fmla="*/ 8352373 w 12192001"/>
              <a:gd name="connsiteY94" fmla="*/ 1957169 h 2344739"/>
              <a:gd name="connsiteX95" fmla="*/ 8320104 w 12192001"/>
              <a:gd name="connsiteY95" fmla="*/ 1974587 h 2344739"/>
              <a:gd name="connsiteX96" fmla="*/ 8314433 w 12192001"/>
              <a:gd name="connsiteY96" fmla="*/ 1974913 h 2344739"/>
              <a:gd name="connsiteX97" fmla="*/ 8295174 w 12192001"/>
              <a:gd name="connsiteY97" fmla="*/ 1988808 h 2344739"/>
              <a:gd name="connsiteX98" fmla="*/ 8284276 w 12192001"/>
              <a:gd name="connsiteY98" fmla="*/ 1994631 h 2344739"/>
              <a:gd name="connsiteX99" fmla="*/ 8283150 w 12192001"/>
              <a:gd name="connsiteY99" fmla="*/ 1999074 h 2344739"/>
              <a:gd name="connsiteX100" fmla="*/ 8266076 w 12192001"/>
              <a:gd name="connsiteY100" fmla="*/ 2006249 h 2344739"/>
              <a:gd name="connsiteX101" fmla="*/ 8263377 w 12192001"/>
              <a:gd name="connsiteY101" fmla="*/ 2006019 h 2344739"/>
              <a:gd name="connsiteX102" fmla="*/ 8252033 w 12192001"/>
              <a:gd name="connsiteY102" fmla="*/ 2015862 h 2344739"/>
              <a:gd name="connsiteX103" fmla="*/ 8245834 w 12192001"/>
              <a:gd name="connsiteY103" fmla="*/ 2028854 h 2344739"/>
              <a:gd name="connsiteX104" fmla="*/ 8090272 w 12192001"/>
              <a:gd name="connsiteY104" fmla="*/ 2075015 h 2344739"/>
              <a:gd name="connsiteX105" fmla="*/ 7905407 w 12192001"/>
              <a:gd name="connsiteY105" fmla="*/ 2116988 h 2344739"/>
              <a:gd name="connsiteX106" fmla="*/ 7718745 w 12192001"/>
              <a:gd name="connsiteY106" fmla="*/ 2142703 h 2344739"/>
              <a:gd name="connsiteX107" fmla="*/ 7614347 w 12192001"/>
              <a:gd name="connsiteY107" fmla="*/ 2139232 h 2344739"/>
              <a:gd name="connsiteX108" fmla="*/ 7527543 w 12192001"/>
              <a:gd name="connsiteY108" fmla="*/ 2145060 h 2344739"/>
              <a:gd name="connsiteX109" fmla="*/ 7519571 w 12192001"/>
              <a:gd name="connsiteY109" fmla="*/ 2147613 h 2344739"/>
              <a:gd name="connsiteX110" fmla="*/ 7507411 w 12192001"/>
              <a:gd name="connsiteY110" fmla="*/ 2148948 h 2344739"/>
              <a:gd name="connsiteX111" fmla="*/ 7507040 w 12192001"/>
              <a:gd name="connsiteY111" fmla="*/ 2148621 h 2344739"/>
              <a:gd name="connsiteX112" fmla="*/ 7495795 w 12192001"/>
              <a:gd name="connsiteY112" fmla="*/ 2150573 h 2344739"/>
              <a:gd name="connsiteX113" fmla="*/ 7405391 w 12192001"/>
              <a:gd name="connsiteY113" fmla="*/ 2142468 h 2344739"/>
              <a:gd name="connsiteX114" fmla="*/ 7312180 w 12192001"/>
              <a:gd name="connsiteY114" fmla="*/ 2132873 h 2344739"/>
              <a:gd name="connsiteX115" fmla="*/ 7310853 w 12192001"/>
              <a:gd name="connsiteY115" fmla="*/ 2131431 h 2344739"/>
              <a:gd name="connsiteX116" fmla="*/ 7218559 w 12192001"/>
              <a:gd name="connsiteY116" fmla="*/ 2156680 h 2344739"/>
              <a:gd name="connsiteX117" fmla="*/ 7201101 w 12192001"/>
              <a:gd name="connsiteY117" fmla="*/ 2161230 h 2344739"/>
              <a:gd name="connsiteX118" fmla="*/ 7197004 w 12192001"/>
              <a:gd name="connsiteY118" fmla="*/ 2166588 h 2344739"/>
              <a:gd name="connsiteX119" fmla="*/ 7170808 w 12192001"/>
              <a:gd name="connsiteY119" fmla="*/ 2171236 h 2344739"/>
              <a:gd name="connsiteX120" fmla="*/ 7096988 w 12192001"/>
              <a:gd name="connsiteY120" fmla="*/ 2183464 h 2344739"/>
              <a:gd name="connsiteX121" fmla="*/ 7018496 w 12192001"/>
              <a:gd name="connsiteY121" fmla="*/ 2183090 h 2344739"/>
              <a:gd name="connsiteX122" fmla="*/ 6904146 w 12192001"/>
              <a:gd name="connsiteY122" fmla="*/ 2212596 h 2344739"/>
              <a:gd name="connsiteX123" fmla="*/ 6708222 w 12192001"/>
              <a:gd name="connsiteY123" fmla="*/ 2240551 h 2344739"/>
              <a:gd name="connsiteX124" fmla="*/ 6549454 w 12192001"/>
              <a:gd name="connsiteY124" fmla="*/ 2269327 h 2344739"/>
              <a:gd name="connsiteX125" fmla="*/ 6317560 w 12192001"/>
              <a:gd name="connsiteY125" fmla="*/ 2316127 h 2344739"/>
              <a:gd name="connsiteX126" fmla="*/ 6168674 w 12192001"/>
              <a:gd name="connsiteY126" fmla="*/ 2318214 h 2344739"/>
              <a:gd name="connsiteX127" fmla="*/ 6073848 w 12192001"/>
              <a:gd name="connsiteY127" fmla="*/ 2338676 h 2344739"/>
              <a:gd name="connsiteX128" fmla="*/ 6068529 w 12192001"/>
              <a:gd name="connsiteY128" fmla="*/ 2337139 h 2344739"/>
              <a:gd name="connsiteX129" fmla="*/ 6048638 w 12192001"/>
              <a:gd name="connsiteY129" fmla="*/ 2337822 h 2344739"/>
              <a:gd name="connsiteX130" fmla="*/ 6041285 w 12192001"/>
              <a:gd name="connsiteY130" fmla="*/ 2329473 h 2344739"/>
              <a:gd name="connsiteX131" fmla="*/ 6010090 w 12192001"/>
              <a:gd name="connsiteY131" fmla="*/ 2324380 h 2344739"/>
              <a:gd name="connsiteX132" fmla="*/ 5957375 w 12192001"/>
              <a:gd name="connsiteY132" fmla="*/ 2328024 h 2344739"/>
              <a:gd name="connsiteX133" fmla="*/ 5758919 w 12192001"/>
              <a:gd name="connsiteY133" fmla="*/ 2343716 h 2344739"/>
              <a:gd name="connsiteX134" fmla="*/ 5626960 w 12192001"/>
              <a:gd name="connsiteY134" fmla="*/ 2344739 h 2344739"/>
              <a:gd name="connsiteX135" fmla="*/ 5470906 w 12192001"/>
              <a:gd name="connsiteY135" fmla="*/ 2330719 h 2344739"/>
              <a:gd name="connsiteX136" fmla="*/ 5432761 w 12192001"/>
              <a:gd name="connsiteY136" fmla="*/ 2319466 h 2344739"/>
              <a:gd name="connsiteX137" fmla="*/ 5381669 w 12192001"/>
              <a:gd name="connsiteY137" fmla="*/ 2301764 h 2344739"/>
              <a:gd name="connsiteX138" fmla="*/ 5261764 w 12192001"/>
              <a:gd name="connsiteY138" fmla="*/ 2281347 h 2344739"/>
              <a:gd name="connsiteX139" fmla="*/ 5222961 w 12192001"/>
              <a:gd name="connsiteY139" fmla="*/ 2270223 h 2344739"/>
              <a:gd name="connsiteX140" fmla="*/ 5174660 w 12192001"/>
              <a:gd name="connsiteY140" fmla="*/ 2267233 h 2344739"/>
              <a:gd name="connsiteX141" fmla="*/ 5156554 w 12192001"/>
              <a:gd name="connsiteY141" fmla="*/ 2260010 h 2344739"/>
              <a:gd name="connsiteX142" fmla="*/ 5142599 w 12192001"/>
              <a:gd name="connsiteY142" fmla="*/ 2256610 h 2344739"/>
              <a:gd name="connsiteX143" fmla="*/ 5139596 w 12192001"/>
              <a:gd name="connsiteY143" fmla="*/ 2254509 h 2344739"/>
              <a:gd name="connsiteX144" fmla="*/ 5121659 w 12192001"/>
              <a:gd name="connsiteY144" fmla="*/ 2243656 h 2344739"/>
              <a:gd name="connsiteX145" fmla="*/ 5065790 w 12192001"/>
              <a:gd name="connsiteY145" fmla="*/ 2250227 h 2344739"/>
              <a:gd name="connsiteX146" fmla="*/ 5011514 w 12192001"/>
              <a:gd name="connsiteY146" fmla="*/ 2233846 h 2344739"/>
              <a:gd name="connsiteX147" fmla="*/ 4840441 w 12192001"/>
              <a:gd name="connsiteY147" fmla="*/ 2209829 h 2344739"/>
              <a:gd name="connsiteX148" fmla="*/ 4762447 w 12192001"/>
              <a:gd name="connsiteY148" fmla="*/ 2182061 h 2344739"/>
              <a:gd name="connsiteX149" fmla="*/ 4723186 w 12192001"/>
              <a:gd name="connsiteY149" fmla="*/ 2173047 h 2344739"/>
              <a:gd name="connsiteX150" fmla="*/ 4721176 w 12192001"/>
              <a:gd name="connsiteY150" fmla="*/ 2172298 h 2344739"/>
              <a:gd name="connsiteX151" fmla="*/ 4722111 w 12192001"/>
              <a:gd name="connsiteY151" fmla="*/ 2172087 h 2344739"/>
              <a:gd name="connsiteX152" fmla="*/ 4717202 w 12192001"/>
              <a:gd name="connsiteY152" fmla="*/ 2170817 h 2344739"/>
              <a:gd name="connsiteX153" fmla="*/ 4721176 w 12192001"/>
              <a:gd name="connsiteY153" fmla="*/ 2172298 h 2344739"/>
              <a:gd name="connsiteX154" fmla="*/ 4715526 w 12192001"/>
              <a:gd name="connsiteY154" fmla="*/ 2173573 h 2344739"/>
              <a:gd name="connsiteX155" fmla="*/ 4515814 w 12192001"/>
              <a:gd name="connsiteY155" fmla="*/ 2163671 h 2344739"/>
              <a:gd name="connsiteX156" fmla="*/ 4428543 w 12192001"/>
              <a:gd name="connsiteY156" fmla="*/ 2153020 h 2344739"/>
              <a:gd name="connsiteX157" fmla="*/ 4362875 w 12192001"/>
              <a:gd name="connsiteY157" fmla="*/ 2151674 h 2344739"/>
              <a:gd name="connsiteX158" fmla="*/ 4316966 w 12192001"/>
              <a:gd name="connsiteY158" fmla="*/ 2158289 h 2344739"/>
              <a:gd name="connsiteX159" fmla="*/ 4315110 w 12192001"/>
              <a:gd name="connsiteY159" fmla="*/ 2156948 h 2344739"/>
              <a:gd name="connsiteX160" fmla="*/ 4295144 w 12192001"/>
              <a:gd name="connsiteY160" fmla="*/ 2155069 h 2344739"/>
              <a:gd name="connsiteX161" fmla="*/ 4290064 w 12192001"/>
              <a:gd name="connsiteY161" fmla="*/ 2157986 h 2344739"/>
              <a:gd name="connsiteX162" fmla="*/ 4276142 w 12192001"/>
              <a:gd name="connsiteY162" fmla="*/ 2157740 h 2344739"/>
              <a:gd name="connsiteX163" fmla="*/ 4248117 w 12192001"/>
              <a:gd name="connsiteY163" fmla="*/ 2160064 h 2344739"/>
              <a:gd name="connsiteX164" fmla="*/ 4202051 w 12192001"/>
              <a:gd name="connsiteY164" fmla="*/ 2157269 h 2344739"/>
              <a:gd name="connsiteX165" fmla="*/ 4201745 w 12192001"/>
              <a:gd name="connsiteY165" fmla="*/ 2156010 h 2344739"/>
              <a:gd name="connsiteX166" fmla="*/ 4191248 w 12192001"/>
              <a:gd name="connsiteY166" fmla="*/ 2150376 h 2344739"/>
              <a:gd name="connsiteX167" fmla="*/ 4142745 w 12192001"/>
              <a:gd name="connsiteY167" fmla="*/ 2134511 h 2344739"/>
              <a:gd name="connsiteX168" fmla="*/ 4083097 w 12192001"/>
              <a:gd name="connsiteY168" fmla="*/ 2107978 h 2344739"/>
              <a:gd name="connsiteX169" fmla="*/ 4074546 w 12192001"/>
              <a:gd name="connsiteY169" fmla="*/ 2107143 h 2344739"/>
              <a:gd name="connsiteX170" fmla="*/ 4074427 w 12192001"/>
              <a:gd name="connsiteY170" fmla="*/ 2106844 h 2344739"/>
              <a:gd name="connsiteX171" fmla="*/ 4065510 w 12192001"/>
              <a:gd name="connsiteY171" fmla="*/ 2105400 h 2344739"/>
              <a:gd name="connsiteX172" fmla="*/ 4058954 w 12192001"/>
              <a:gd name="connsiteY172" fmla="*/ 2105618 h 2344739"/>
              <a:gd name="connsiteX173" fmla="*/ 4042364 w 12192001"/>
              <a:gd name="connsiteY173" fmla="*/ 2103997 h 2344739"/>
              <a:gd name="connsiteX174" fmla="*/ 4036997 w 12192001"/>
              <a:gd name="connsiteY174" fmla="*/ 2101563 h 2344739"/>
              <a:gd name="connsiteX175" fmla="*/ 4035363 w 12192001"/>
              <a:gd name="connsiteY175" fmla="*/ 2097896 h 2344739"/>
              <a:gd name="connsiteX176" fmla="*/ 4033778 w 12192001"/>
              <a:gd name="connsiteY176" fmla="*/ 2098131 h 2344739"/>
              <a:gd name="connsiteX177" fmla="*/ 4004538 w 12192001"/>
              <a:gd name="connsiteY177" fmla="*/ 2085563 h 2344739"/>
              <a:gd name="connsiteX178" fmla="*/ 3936846 w 12192001"/>
              <a:gd name="connsiteY178" fmla="*/ 2068106 h 2344739"/>
              <a:gd name="connsiteX179" fmla="*/ 3897275 w 12192001"/>
              <a:gd name="connsiteY179" fmla="*/ 2062451 h 2344739"/>
              <a:gd name="connsiteX180" fmla="*/ 3789760 w 12192001"/>
              <a:gd name="connsiteY180" fmla="*/ 2042213 h 2344739"/>
              <a:gd name="connsiteX181" fmla="*/ 3682513 w 12192001"/>
              <a:gd name="connsiteY181" fmla="*/ 2018290 h 2344739"/>
              <a:gd name="connsiteX182" fmla="*/ 3610035 w 12192001"/>
              <a:gd name="connsiteY182" fmla="*/ 1986019 h 2344739"/>
              <a:gd name="connsiteX183" fmla="*/ 3603855 w 12192001"/>
              <a:gd name="connsiteY183" fmla="*/ 1987381 h 2344739"/>
              <a:gd name="connsiteX184" fmla="*/ 3594736 w 12192001"/>
              <a:gd name="connsiteY184" fmla="*/ 1987545 h 2344739"/>
              <a:gd name="connsiteX185" fmla="*/ 3594501 w 12192001"/>
              <a:gd name="connsiteY185" fmla="*/ 1987276 h 2344739"/>
              <a:gd name="connsiteX186" fmla="*/ 3585978 w 12192001"/>
              <a:gd name="connsiteY186" fmla="*/ 1987966 h 2344739"/>
              <a:gd name="connsiteX187" fmla="*/ 3536135 w 12192001"/>
              <a:gd name="connsiteY187" fmla="*/ 1978267 h 2344739"/>
              <a:gd name="connsiteX188" fmla="*/ 3473223 w 12192001"/>
              <a:gd name="connsiteY188" fmla="*/ 1974606 h 2344739"/>
              <a:gd name="connsiteX189" fmla="*/ 3400728 w 12192001"/>
              <a:gd name="connsiteY189" fmla="*/ 1962558 h 2344739"/>
              <a:gd name="connsiteX190" fmla="*/ 3363888 w 12192001"/>
              <a:gd name="connsiteY190" fmla="*/ 1979510 h 2344739"/>
              <a:gd name="connsiteX191" fmla="*/ 3344026 w 12192001"/>
              <a:gd name="connsiteY191" fmla="*/ 1981192 h 2344739"/>
              <a:gd name="connsiteX192" fmla="*/ 3341698 w 12192001"/>
              <a:gd name="connsiteY192" fmla="*/ 1980217 h 2344739"/>
              <a:gd name="connsiteX193" fmla="*/ 3262356 w 12192001"/>
              <a:gd name="connsiteY193" fmla="*/ 1986094 h 2344739"/>
              <a:gd name="connsiteX194" fmla="*/ 3142556 w 12192001"/>
              <a:gd name="connsiteY194" fmla="*/ 1993869 h 2344739"/>
              <a:gd name="connsiteX195" fmla="*/ 3030291 w 12192001"/>
              <a:gd name="connsiteY195" fmla="*/ 1996512 h 2344739"/>
              <a:gd name="connsiteX196" fmla="*/ 2781569 w 12192001"/>
              <a:gd name="connsiteY196" fmla="*/ 2018333 h 2344739"/>
              <a:gd name="connsiteX197" fmla="*/ 2646527 w 12192001"/>
              <a:gd name="connsiteY197" fmla="*/ 2028869 h 2344739"/>
              <a:gd name="connsiteX198" fmla="*/ 2568028 w 12192001"/>
              <a:gd name="connsiteY198" fmla="*/ 2002628 h 2344739"/>
              <a:gd name="connsiteX199" fmla="*/ 2443255 w 12192001"/>
              <a:gd name="connsiteY199" fmla="*/ 2016529 h 2344739"/>
              <a:gd name="connsiteX200" fmla="*/ 2315112 w 12192001"/>
              <a:gd name="connsiteY200" fmla="*/ 2024996 h 2344739"/>
              <a:gd name="connsiteX201" fmla="*/ 2208578 w 12192001"/>
              <a:gd name="connsiteY201" fmla="*/ 2019763 h 2344739"/>
              <a:gd name="connsiteX202" fmla="*/ 2094665 w 12192001"/>
              <a:gd name="connsiteY202" fmla="*/ 2003052 h 2344739"/>
              <a:gd name="connsiteX203" fmla="*/ 1997356 w 12192001"/>
              <a:gd name="connsiteY203" fmla="*/ 1995032 h 2344739"/>
              <a:gd name="connsiteX204" fmla="*/ 1928172 w 12192001"/>
              <a:gd name="connsiteY204" fmla="*/ 2016977 h 2344739"/>
              <a:gd name="connsiteX205" fmla="*/ 1921650 w 12192001"/>
              <a:gd name="connsiteY205" fmla="*/ 2012146 h 2344739"/>
              <a:gd name="connsiteX206" fmla="*/ 1873080 w 12192001"/>
              <a:gd name="connsiteY206" fmla="*/ 2013741 h 2344739"/>
              <a:gd name="connsiteX207" fmla="*/ 1786655 w 12192001"/>
              <a:gd name="connsiteY207" fmla="*/ 2041363 h 2344739"/>
              <a:gd name="connsiteX208" fmla="*/ 1738204 w 12192001"/>
              <a:gd name="connsiteY208" fmla="*/ 2036312 h 2344739"/>
              <a:gd name="connsiteX209" fmla="*/ 1675071 w 12192001"/>
              <a:gd name="connsiteY209" fmla="*/ 2019963 h 2344739"/>
              <a:gd name="connsiteX210" fmla="*/ 1608669 w 12192001"/>
              <a:gd name="connsiteY210" fmla="*/ 2013066 h 2344739"/>
              <a:gd name="connsiteX211" fmla="*/ 1496110 w 12192001"/>
              <a:gd name="connsiteY211" fmla="*/ 1987476 h 2344739"/>
              <a:gd name="connsiteX212" fmla="*/ 1149979 w 12192001"/>
              <a:gd name="connsiteY212" fmla="*/ 1938041 h 2344739"/>
              <a:gd name="connsiteX213" fmla="*/ 858269 w 12192001"/>
              <a:gd name="connsiteY213" fmla="*/ 1928608 h 2344739"/>
              <a:gd name="connsiteX214" fmla="*/ 837540 w 12192001"/>
              <a:gd name="connsiteY214" fmla="*/ 1929821 h 2344739"/>
              <a:gd name="connsiteX215" fmla="*/ 816809 w 12192001"/>
              <a:gd name="connsiteY215" fmla="*/ 1927857 h 2344739"/>
              <a:gd name="connsiteX216" fmla="*/ 811506 w 12192001"/>
              <a:gd name="connsiteY216" fmla="*/ 1930751 h 2344739"/>
              <a:gd name="connsiteX217" fmla="*/ 797041 w 12192001"/>
              <a:gd name="connsiteY217" fmla="*/ 1930446 h 2344739"/>
              <a:gd name="connsiteX218" fmla="*/ 767901 w 12192001"/>
              <a:gd name="connsiteY218" fmla="*/ 1932653 h 2344739"/>
              <a:gd name="connsiteX219" fmla="*/ 763053 w 12192001"/>
              <a:gd name="connsiteY219" fmla="*/ 1930432 h 2344739"/>
              <a:gd name="connsiteX220" fmla="*/ 720047 w 12192001"/>
              <a:gd name="connsiteY220" fmla="*/ 1929661 h 2344739"/>
              <a:gd name="connsiteX221" fmla="*/ 719742 w 12192001"/>
              <a:gd name="connsiteY221" fmla="*/ 1928399 h 2344739"/>
              <a:gd name="connsiteX222" fmla="*/ 708875 w 12192001"/>
              <a:gd name="connsiteY222" fmla="*/ 1922722 h 2344739"/>
              <a:gd name="connsiteX223" fmla="*/ 596792 w 12192001"/>
              <a:gd name="connsiteY223" fmla="*/ 1879864 h 2344739"/>
              <a:gd name="connsiteX224" fmla="*/ 578535 w 12192001"/>
              <a:gd name="connsiteY224" fmla="*/ 1877212 h 2344739"/>
              <a:gd name="connsiteX225" fmla="*/ 571717 w 12192001"/>
              <a:gd name="connsiteY225" fmla="*/ 1877401 h 2344739"/>
              <a:gd name="connsiteX226" fmla="*/ 445099 w 12192001"/>
              <a:gd name="connsiteY226" fmla="*/ 1839371 h 2344739"/>
              <a:gd name="connsiteX227" fmla="*/ 404015 w 12192001"/>
              <a:gd name="connsiteY227" fmla="*/ 1833548 h 2344739"/>
              <a:gd name="connsiteX228" fmla="*/ 292435 w 12192001"/>
              <a:gd name="connsiteY228" fmla="*/ 1812852 h 2344739"/>
              <a:gd name="connsiteX229" fmla="*/ 118381 w 12192001"/>
              <a:gd name="connsiteY229" fmla="*/ 1761047 h 2344739"/>
              <a:gd name="connsiteX230" fmla="*/ 15526 w 12192001"/>
              <a:gd name="connsiteY230" fmla="*/ 1758191 h 2344739"/>
              <a:gd name="connsiteX231" fmla="*/ 2 w 12192001"/>
              <a:gd name="connsiteY231" fmla="*/ 1752722 h 2344739"/>
              <a:gd name="connsiteX232" fmla="*/ 1 w 12192001"/>
              <a:gd name="connsiteY232" fmla="*/ 762497 h 2344739"/>
              <a:gd name="connsiteX233" fmla="*/ 0 w 12192001"/>
              <a:gd name="connsiteY233" fmla="*/ 762497 h 2344739"/>
              <a:gd name="connsiteX234" fmla="*/ 0 w 12192001"/>
              <a:gd name="connsiteY234" fmla="*/ 222213 h 2344739"/>
              <a:gd name="connsiteX235" fmla="*/ 0 w 12192001"/>
              <a:gd name="connsiteY235"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415912 w 12192001"/>
              <a:gd name="connsiteY26" fmla="*/ 1173869 h 2344739"/>
              <a:gd name="connsiteX27" fmla="*/ 11245526 w 12192001"/>
              <a:gd name="connsiteY27" fmla="*/ 1274060 h 2344739"/>
              <a:gd name="connsiteX28" fmla="*/ 11227161 w 12192001"/>
              <a:gd name="connsiteY28" fmla="*/ 1276236 h 2344739"/>
              <a:gd name="connsiteX29" fmla="*/ 11216939 w 12192001"/>
              <a:gd name="connsiteY29" fmla="*/ 1275961 h 2344739"/>
              <a:gd name="connsiteX30" fmla="*/ 11216036 w 12192001"/>
              <a:gd name="connsiteY30" fmla="*/ 1275018 h 2344739"/>
              <a:gd name="connsiteX31" fmla="*/ 11187737 w 12192001"/>
              <a:gd name="connsiteY31" fmla="*/ 1292383 h 2344739"/>
              <a:gd name="connsiteX32" fmla="*/ 11183353 w 12192001"/>
              <a:gd name="connsiteY32" fmla="*/ 1292525 h 2344739"/>
              <a:gd name="connsiteX33" fmla="*/ 11165706 w 12192001"/>
              <a:gd name="connsiteY33" fmla="*/ 1306612 h 2344739"/>
              <a:gd name="connsiteX34" fmla="*/ 11156163 w 12192001"/>
              <a:gd name="connsiteY34" fmla="*/ 1312414 h 2344739"/>
              <a:gd name="connsiteX35" fmla="*/ 11154348 w 12192001"/>
              <a:gd name="connsiteY35" fmla="*/ 1317097 h 2344739"/>
              <a:gd name="connsiteX36" fmla="*/ 11139813 w 12192001"/>
              <a:gd name="connsiteY36" fmla="*/ 1324115 h 2344739"/>
              <a:gd name="connsiteX37" fmla="*/ 11137813 w 12192001"/>
              <a:gd name="connsiteY37" fmla="*/ 1323772 h 2344739"/>
              <a:gd name="connsiteX38" fmla="*/ 11127060 w 12192001"/>
              <a:gd name="connsiteY38" fmla="*/ 1333832 h 2344739"/>
              <a:gd name="connsiteX39" fmla="*/ 11119543 w 12192001"/>
              <a:gd name="connsiteY39" fmla="*/ 1347424 h 2344739"/>
              <a:gd name="connsiteX40" fmla="*/ 10893535 w 12192001"/>
              <a:gd name="connsiteY40" fmla="*/ 1473399 h 2344739"/>
              <a:gd name="connsiteX41" fmla="*/ 10772152 w 12192001"/>
              <a:gd name="connsiteY41" fmla="*/ 1523191 h 2344739"/>
              <a:gd name="connsiteX42" fmla="*/ 10626520 w 12192001"/>
              <a:gd name="connsiteY42" fmla="*/ 1559229 h 2344739"/>
              <a:gd name="connsiteX43" fmla="*/ 10580747 w 12192001"/>
              <a:gd name="connsiteY43" fmla="*/ 1568689 h 2344739"/>
              <a:gd name="connsiteX44" fmla="*/ 10546642 w 12192001"/>
              <a:gd name="connsiteY44" fmla="*/ 1598423 h 2344739"/>
              <a:gd name="connsiteX45" fmla="*/ 10528495 w 12192001"/>
              <a:gd name="connsiteY45" fmla="*/ 1596907 h 2344739"/>
              <a:gd name="connsiteX46" fmla="*/ 10525298 w 12192001"/>
              <a:gd name="connsiteY46" fmla="*/ 1596411 h 2344739"/>
              <a:gd name="connsiteX47" fmla="*/ 10513981 w 12192001"/>
              <a:gd name="connsiteY47" fmla="*/ 1599537 h 2344739"/>
              <a:gd name="connsiteX48" fmla="*/ 10490587 w 12192001"/>
              <a:gd name="connsiteY48" fmla="*/ 1594156 h 2344739"/>
              <a:gd name="connsiteX49" fmla="*/ 10470270 w 12192001"/>
              <a:gd name="connsiteY49" fmla="*/ 1601693 h 2344739"/>
              <a:gd name="connsiteX50" fmla="*/ 10375894 w 12192001"/>
              <a:gd name="connsiteY50" fmla="*/ 1644598 h 2344739"/>
              <a:gd name="connsiteX51" fmla="*/ 10318190 w 12192001"/>
              <a:gd name="connsiteY51" fmla="*/ 1666221 h 2344739"/>
              <a:gd name="connsiteX52" fmla="*/ 10294319 w 12192001"/>
              <a:gd name="connsiteY52" fmla="*/ 1668079 h 2344739"/>
              <a:gd name="connsiteX53" fmla="*/ 10262295 w 12192001"/>
              <a:gd name="connsiteY53" fmla="*/ 1674948 h 2344739"/>
              <a:gd name="connsiteX54" fmla="*/ 10204270 w 12192001"/>
              <a:gd name="connsiteY54" fmla="*/ 1682149 h 2344739"/>
              <a:gd name="connsiteX55" fmla="*/ 10176611 w 12192001"/>
              <a:gd name="connsiteY55" fmla="*/ 1692943 h 2344739"/>
              <a:gd name="connsiteX56" fmla="*/ 10163922 w 12192001"/>
              <a:gd name="connsiteY56" fmla="*/ 1693739 h 2344739"/>
              <a:gd name="connsiteX57" fmla="*/ 10155160 w 12192001"/>
              <a:gd name="connsiteY57" fmla="*/ 1707487 h 2344739"/>
              <a:gd name="connsiteX58" fmla="*/ 10117119 w 12192001"/>
              <a:gd name="connsiteY58" fmla="*/ 1731142 h 2344739"/>
              <a:gd name="connsiteX59" fmla="*/ 10100445 w 12192001"/>
              <a:gd name="connsiteY59" fmla="*/ 1742432 h 2344739"/>
              <a:gd name="connsiteX60" fmla="*/ 10082169 w 12192001"/>
              <a:gd name="connsiteY60" fmla="*/ 1743296 h 2344739"/>
              <a:gd name="connsiteX61" fmla="*/ 10039240 w 12192001"/>
              <a:gd name="connsiteY61" fmla="*/ 1741632 h 2344739"/>
              <a:gd name="connsiteX62" fmla="*/ 9960019 w 12192001"/>
              <a:gd name="connsiteY62" fmla="*/ 1757147 h 2344739"/>
              <a:gd name="connsiteX63" fmla="*/ 9847792 w 12192001"/>
              <a:gd name="connsiteY63" fmla="*/ 1763915 h 2344739"/>
              <a:gd name="connsiteX64" fmla="*/ 9728309 w 12192001"/>
              <a:gd name="connsiteY64" fmla="*/ 1784122 h 2344739"/>
              <a:gd name="connsiteX65" fmla="*/ 9584507 w 12192001"/>
              <a:gd name="connsiteY65" fmla="*/ 1795542 h 2344739"/>
              <a:gd name="connsiteX66" fmla="*/ 9343052 w 12192001"/>
              <a:gd name="connsiteY66" fmla="*/ 1841244 h 2344739"/>
              <a:gd name="connsiteX67" fmla="*/ 9231370 w 12192001"/>
              <a:gd name="connsiteY67" fmla="*/ 1893149 h 2344739"/>
              <a:gd name="connsiteX68" fmla="*/ 9194810 w 12192001"/>
              <a:gd name="connsiteY68" fmla="*/ 1903228 h 2344739"/>
              <a:gd name="connsiteX69" fmla="*/ 9189246 w 12192001"/>
              <a:gd name="connsiteY69" fmla="*/ 1912467 h 2344739"/>
              <a:gd name="connsiteX70" fmla="*/ 9151232 w 12192001"/>
              <a:gd name="connsiteY70" fmla="*/ 1923669 h 2344739"/>
              <a:gd name="connsiteX71" fmla="*/ 9150210 w 12192001"/>
              <a:gd name="connsiteY71" fmla="*/ 1922604 h 2344739"/>
              <a:gd name="connsiteX72" fmla="*/ 9137318 w 12192001"/>
              <a:gd name="connsiteY72" fmla="*/ 1920435 h 2344739"/>
              <a:gd name="connsiteX73" fmla="*/ 9113812 w 12192001"/>
              <a:gd name="connsiteY73" fmla="*/ 1919069 h 2344739"/>
              <a:gd name="connsiteX74" fmla="*/ 9053453 w 12192001"/>
              <a:gd name="connsiteY74" fmla="*/ 1910755 h 2344739"/>
              <a:gd name="connsiteX75" fmla="*/ 9005486 w 12192001"/>
              <a:gd name="connsiteY75" fmla="*/ 1914040 h 2344739"/>
              <a:gd name="connsiteX76" fmla="*/ 9005201 w 12192001"/>
              <a:gd name="connsiteY76" fmla="*/ 1913800 h 2344739"/>
              <a:gd name="connsiteX77" fmla="*/ 8996232 w 12192001"/>
              <a:gd name="connsiteY77" fmla="*/ 1915011 h 2344739"/>
              <a:gd name="connsiteX78" fmla="*/ 8990394 w 12192001"/>
              <a:gd name="connsiteY78" fmla="*/ 1917072 h 2344739"/>
              <a:gd name="connsiteX79" fmla="*/ 8974337 w 12192001"/>
              <a:gd name="connsiteY79" fmla="*/ 1920298 h 2344739"/>
              <a:gd name="connsiteX80" fmla="*/ 8968011 w 12192001"/>
              <a:gd name="connsiteY80" fmla="*/ 1919598 h 2344739"/>
              <a:gd name="connsiteX81" fmla="*/ 8963048 w 12192001"/>
              <a:gd name="connsiteY81" fmla="*/ 1917373 h 2344739"/>
              <a:gd name="connsiteX82" fmla="*/ 8928988 w 12192001"/>
              <a:gd name="connsiteY82" fmla="*/ 1914185 h 2344739"/>
              <a:gd name="connsiteX83" fmla="*/ 8752444 w 12192001"/>
              <a:gd name="connsiteY83" fmla="*/ 1933417 h 2344739"/>
              <a:gd name="connsiteX84" fmla="*/ 8707847 w 12192001"/>
              <a:gd name="connsiteY84" fmla="*/ 1935518 h 2344739"/>
              <a:gd name="connsiteX85" fmla="*/ 8596071 w 12192001"/>
              <a:gd name="connsiteY85" fmla="*/ 1944090 h 2344739"/>
              <a:gd name="connsiteX86" fmla="*/ 8525230 w 12192001"/>
              <a:gd name="connsiteY86" fmla="*/ 1929248 h 2344739"/>
              <a:gd name="connsiteX87" fmla="*/ 8510983 w 12192001"/>
              <a:gd name="connsiteY87" fmla="*/ 1935163 h 2344739"/>
              <a:gd name="connsiteX88" fmla="*/ 8506167 w 12192001"/>
              <a:gd name="connsiteY88" fmla="*/ 1938164 h 2344739"/>
              <a:gd name="connsiteX89" fmla="*/ 8497968 w 12192001"/>
              <a:gd name="connsiteY89" fmla="*/ 1940902 h 2344739"/>
              <a:gd name="connsiteX90" fmla="*/ 8497594 w 12192001"/>
              <a:gd name="connsiteY90" fmla="*/ 1940723 h 2344739"/>
              <a:gd name="connsiteX91" fmla="*/ 8490249 w 12192001"/>
              <a:gd name="connsiteY91" fmla="*/ 1943773 h 2344739"/>
              <a:gd name="connsiteX92" fmla="*/ 8367182 w 12192001"/>
              <a:gd name="connsiteY92" fmla="*/ 1957815 h 2344739"/>
              <a:gd name="connsiteX93" fmla="*/ 8353799 w 12192001"/>
              <a:gd name="connsiteY93" fmla="*/ 1958009 h 2344739"/>
              <a:gd name="connsiteX94" fmla="*/ 8352373 w 12192001"/>
              <a:gd name="connsiteY94" fmla="*/ 1957169 h 2344739"/>
              <a:gd name="connsiteX95" fmla="*/ 8320104 w 12192001"/>
              <a:gd name="connsiteY95" fmla="*/ 1974587 h 2344739"/>
              <a:gd name="connsiteX96" fmla="*/ 8314433 w 12192001"/>
              <a:gd name="connsiteY96" fmla="*/ 1974913 h 2344739"/>
              <a:gd name="connsiteX97" fmla="*/ 8295174 w 12192001"/>
              <a:gd name="connsiteY97" fmla="*/ 1988808 h 2344739"/>
              <a:gd name="connsiteX98" fmla="*/ 8284276 w 12192001"/>
              <a:gd name="connsiteY98" fmla="*/ 1994631 h 2344739"/>
              <a:gd name="connsiteX99" fmla="*/ 8283150 w 12192001"/>
              <a:gd name="connsiteY99" fmla="*/ 1999074 h 2344739"/>
              <a:gd name="connsiteX100" fmla="*/ 8266076 w 12192001"/>
              <a:gd name="connsiteY100" fmla="*/ 2006249 h 2344739"/>
              <a:gd name="connsiteX101" fmla="*/ 8263377 w 12192001"/>
              <a:gd name="connsiteY101" fmla="*/ 2006019 h 2344739"/>
              <a:gd name="connsiteX102" fmla="*/ 8252033 w 12192001"/>
              <a:gd name="connsiteY102" fmla="*/ 2015862 h 2344739"/>
              <a:gd name="connsiteX103" fmla="*/ 8245834 w 12192001"/>
              <a:gd name="connsiteY103" fmla="*/ 2028854 h 2344739"/>
              <a:gd name="connsiteX104" fmla="*/ 8090272 w 12192001"/>
              <a:gd name="connsiteY104" fmla="*/ 2075015 h 2344739"/>
              <a:gd name="connsiteX105" fmla="*/ 7905407 w 12192001"/>
              <a:gd name="connsiteY105" fmla="*/ 2116988 h 2344739"/>
              <a:gd name="connsiteX106" fmla="*/ 7718745 w 12192001"/>
              <a:gd name="connsiteY106" fmla="*/ 2142703 h 2344739"/>
              <a:gd name="connsiteX107" fmla="*/ 7614347 w 12192001"/>
              <a:gd name="connsiteY107" fmla="*/ 2139232 h 2344739"/>
              <a:gd name="connsiteX108" fmla="*/ 7527543 w 12192001"/>
              <a:gd name="connsiteY108" fmla="*/ 2145060 h 2344739"/>
              <a:gd name="connsiteX109" fmla="*/ 7519571 w 12192001"/>
              <a:gd name="connsiteY109" fmla="*/ 2147613 h 2344739"/>
              <a:gd name="connsiteX110" fmla="*/ 7507411 w 12192001"/>
              <a:gd name="connsiteY110" fmla="*/ 2148948 h 2344739"/>
              <a:gd name="connsiteX111" fmla="*/ 7507040 w 12192001"/>
              <a:gd name="connsiteY111" fmla="*/ 2148621 h 2344739"/>
              <a:gd name="connsiteX112" fmla="*/ 7495795 w 12192001"/>
              <a:gd name="connsiteY112" fmla="*/ 2150573 h 2344739"/>
              <a:gd name="connsiteX113" fmla="*/ 7405391 w 12192001"/>
              <a:gd name="connsiteY113" fmla="*/ 2142468 h 2344739"/>
              <a:gd name="connsiteX114" fmla="*/ 7312180 w 12192001"/>
              <a:gd name="connsiteY114" fmla="*/ 2132873 h 2344739"/>
              <a:gd name="connsiteX115" fmla="*/ 7310853 w 12192001"/>
              <a:gd name="connsiteY115" fmla="*/ 2131431 h 2344739"/>
              <a:gd name="connsiteX116" fmla="*/ 7218559 w 12192001"/>
              <a:gd name="connsiteY116" fmla="*/ 2156680 h 2344739"/>
              <a:gd name="connsiteX117" fmla="*/ 7201101 w 12192001"/>
              <a:gd name="connsiteY117" fmla="*/ 2161230 h 2344739"/>
              <a:gd name="connsiteX118" fmla="*/ 7197004 w 12192001"/>
              <a:gd name="connsiteY118" fmla="*/ 2166588 h 2344739"/>
              <a:gd name="connsiteX119" fmla="*/ 7170808 w 12192001"/>
              <a:gd name="connsiteY119" fmla="*/ 2171236 h 2344739"/>
              <a:gd name="connsiteX120" fmla="*/ 7096988 w 12192001"/>
              <a:gd name="connsiteY120" fmla="*/ 2183464 h 2344739"/>
              <a:gd name="connsiteX121" fmla="*/ 7018496 w 12192001"/>
              <a:gd name="connsiteY121" fmla="*/ 2183090 h 2344739"/>
              <a:gd name="connsiteX122" fmla="*/ 6904146 w 12192001"/>
              <a:gd name="connsiteY122" fmla="*/ 2212596 h 2344739"/>
              <a:gd name="connsiteX123" fmla="*/ 6708222 w 12192001"/>
              <a:gd name="connsiteY123" fmla="*/ 2240551 h 2344739"/>
              <a:gd name="connsiteX124" fmla="*/ 6549454 w 12192001"/>
              <a:gd name="connsiteY124" fmla="*/ 2269327 h 2344739"/>
              <a:gd name="connsiteX125" fmla="*/ 6317560 w 12192001"/>
              <a:gd name="connsiteY125" fmla="*/ 2316127 h 2344739"/>
              <a:gd name="connsiteX126" fmla="*/ 6168674 w 12192001"/>
              <a:gd name="connsiteY126" fmla="*/ 2318214 h 2344739"/>
              <a:gd name="connsiteX127" fmla="*/ 6073848 w 12192001"/>
              <a:gd name="connsiteY127" fmla="*/ 2338676 h 2344739"/>
              <a:gd name="connsiteX128" fmla="*/ 6068529 w 12192001"/>
              <a:gd name="connsiteY128" fmla="*/ 2337139 h 2344739"/>
              <a:gd name="connsiteX129" fmla="*/ 6048638 w 12192001"/>
              <a:gd name="connsiteY129" fmla="*/ 2337822 h 2344739"/>
              <a:gd name="connsiteX130" fmla="*/ 6041285 w 12192001"/>
              <a:gd name="connsiteY130" fmla="*/ 2329473 h 2344739"/>
              <a:gd name="connsiteX131" fmla="*/ 6010090 w 12192001"/>
              <a:gd name="connsiteY131" fmla="*/ 2324380 h 2344739"/>
              <a:gd name="connsiteX132" fmla="*/ 5957375 w 12192001"/>
              <a:gd name="connsiteY132" fmla="*/ 2328024 h 2344739"/>
              <a:gd name="connsiteX133" fmla="*/ 5758919 w 12192001"/>
              <a:gd name="connsiteY133" fmla="*/ 2343716 h 2344739"/>
              <a:gd name="connsiteX134" fmla="*/ 5626960 w 12192001"/>
              <a:gd name="connsiteY134" fmla="*/ 2344739 h 2344739"/>
              <a:gd name="connsiteX135" fmla="*/ 5470906 w 12192001"/>
              <a:gd name="connsiteY135" fmla="*/ 2330719 h 2344739"/>
              <a:gd name="connsiteX136" fmla="*/ 5432761 w 12192001"/>
              <a:gd name="connsiteY136" fmla="*/ 2319466 h 2344739"/>
              <a:gd name="connsiteX137" fmla="*/ 5381669 w 12192001"/>
              <a:gd name="connsiteY137" fmla="*/ 2301764 h 2344739"/>
              <a:gd name="connsiteX138" fmla="*/ 5261764 w 12192001"/>
              <a:gd name="connsiteY138" fmla="*/ 2281347 h 2344739"/>
              <a:gd name="connsiteX139" fmla="*/ 5222961 w 12192001"/>
              <a:gd name="connsiteY139" fmla="*/ 2270223 h 2344739"/>
              <a:gd name="connsiteX140" fmla="*/ 5174660 w 12192001"/>
              <a:gd name="connsiteY140" fmla="*/ 2267233 h 2344739"/>
              <a:gd name="connsiteX141" fmla="*/ 5156554 w 12192001"/>
              <a:gd name="connsiteY141" fmla="*/ 2260010 h 2344739"/>
              <a:gd name="connsiteX142" fmla="*/ 5142599 w 12192001"/>
              <a:gd name="connsiteY142" fmla="*/ 2256610 h 2344739"/>
              <a:gd name="connsiteX143" fmla="*/ 5139596 w 12192001"/>
              <a:gd name="connsiteY143" fmla="*/ 2254509 h 2344739"/>
              <a:gd name="connsiteX144" fmla="*/ 5121659 w 12192001"/>
              <a:gd name="connsiteY144" fmla="*/ 2243656 h 2344739"/>
              <a:gd name="connsiteX145" fmla="*/ 5065790 w 12192001"/>
              <a:gd name="connsiteY145" fmla="*/ 2250227 h 2344739"/>
              <a:gd name="connsiteX146" fmla="*/ 5011514 w 12192001"/>
              <a:gd name="connsiteY146" fmla="*/ 2233846 h 2344739"/>
              <a:gd name="connsiteX147" fmla="*/ 4840441 w 12192001"/>
              <a:gd name="connsiteY147" fmla="*/ 2209829 h 2344739"/>
              <a:gd name="connsiteX148" fmla="*/ 4762447 w 12192001"/>
              <a:gd name="connsiteY148" fmla="*/ 2182061 h 2344739"/>
              <a:gd name="connsiteX149" fmla="*/ 4723186 w 12192001"/>
              <a:gd name="connsiteY149" fmla="*/ 2173047 h 2344739"/>
              <a:gd name="connsiteX150" fmla="*/ 4721176 w 12192001"/>
              <a:gd name="connsiteY150" fmla="*/ 2172298 h 2344739"/>
              <a:gd name="connsiteX151" fmla="*/ 4722111 w 12192001"/>
              <a:gd name="connsiteY151" fmla="*/ 2172087 h 2344739"/>
              <a:gd name="connsiteX152" fmla="*/ 4717202 w 12192001"/>
              <a:gd name="connsiteY152" fmla="*/ 2170817 h 2344739"/>
              <a:gd name="connsiteX153" fmla="*/ 4721176 w 12192001"/>
              <a:gd name="connsiteY153" fmla="*/ 2172298 h 2344739"/>
              <a:gd name="connsiteX154" fmla="*/ 4715526 w 12192001"/>
              <a:gd name="connsiteY154" fmla="*/ 2173573 h 2344739"/>
              <a:gd name="connsiteX155" fmla="*/ 4515814 w 12192001"/>
              <a:gd name="connsiteY155" fmla="*/ 2163671 h 2344739"/>
              <a:gd name="connsiteX156" fmla="*/ 4428543 w 12192001"/>
              <a:gd name="connsiteY156" fmla="*/ 2153020 h 2344739"/>
              <a:gd name="connsiteX157" fmla="*/ 4362875 w 12192001"/>
              <a:gd name="connsiteY157" fmla="*/ 2151674 h 2344739"/>
              <a:gd name="connsiteX158" fmla="*/ 4316966 w 12192001"/>
              <a:gd name="connsiteY158" fmla="*/ 2158289 h 2344739"/>
              <a:gd name="connsiteX159" fmla="*/ 4315110 w 12192001"/>
              <a:gd name="connsiteY159" fmla="*/ 2156948 h 2344739"/>
              <a:gd name="connsiteX160" fmla="*/ 4295144 w 12192001"/>
              <a:gd name="connsiteY160" fmla="*/ 2155069 h 2344739"/>
              <a:gd name="connsiteX161" fmla="*/ 4290064 w 12192001"/>
              <a:gd name="connsiteY161" fmla="*/ 2157986 h 2344739"/>
              <a:gd name="connsiteX162" fmla="*/ 4276142 w 12192001"/>
              <a:gd name="connsiteY162" fmla="*/ 2157740 h 2344739"/>
              <a:gd name="connsiteX163" fmla="*/ 4248117 w 12192001"/>
              <a:gd name="connsiteY163" fmla="*/ 2160064 h 2344739"/>
              <a:gd name="connsiteX164" fmla="*/ 4202051 w 12192001"/>
              <a:gd name="connsiteY164" fmla="*/ 2157269 h 2344739"/>
              <a:gd name="connsiteX165" fmla="*/ 4201745 w 12192001"/>
              <a:gd name="connsiteY165" fmla="*/ 2156010 h 2344739"/>
              <a:gd name="connsiteX166" fmla="*/ 4191248 w 12192001"/>
              <a:gd name="connsiteY166" fmla="*/ 2150376 h 2344739"/>
              <a:gd name="connsiteX167" fmla="*/ 4142745 w 12192001"/>
              <a:gd name="connsiteY167" fmla="*/ 2134511 h 2344739"/>
              <a:gd name="connsiteX168" fmla="*/ 4083097 w 12192001"/>
              <a:gd name="connsiteY168" fmla="*/ 2107978 h 2344739"/>
              <a:gd name="connsiteX169" fmla="*/ 4074546 w 12192001"/>
              <a:gd name="connsiteY169" fmla="*/ 2107143 h 2344739"/>
              <a:gd name="connsiteX170" fmla="*/ 4074427 w 12192001"/>
              <a:gd name="connsiteY170" fmla="*/ 2106844 h 2344739"/>
              <a:gd name="connsiteX171" fmla="*/ 4065510 w 12192001"/>
              <a:gd name="connsiteY171" fmla="*/ 2105400 h 2344739"/>
              <a:gd name="connsiteX172" fmla="*/ 4058954 w 12192001"/>
              <a:gd name="connsiteY172" fmla="*/ 2105618 h 2344739"/>
              <a:gd name="connsiteX173" fmla="*/ 4042364 w 12192001"/>
              <a:gd name="connsiteY173" fmla="*/ 2103997 h 2344739"/>
              <a:gd name="connsiteX174" fmla="*/ 4036997 w 12192001"/>
              <a:gd name="connsiteY174" fmla="*/ 2101563 h 2344739"/>
              <a:gd name="connsiteX175" fmla="*/ 4035363 w 12192001"/>
              <a:gd name="connsiteY175" fmla="*/ 2097896 h 2344739"/>
              <a:gd name="connsiteX176" fmla="*/ 4033778 w 12192001"/>
              <a:gd name="connsiteY176" fmla="*/ 2098131 h 2344739"/>
              <a:gd name="connsiteX177" fmla="*/ 4004538 w 12192001"/>
              <a:gd name="connsiteY177" fmla="*/ 2085563 h 2344739"/>
              <a:gd name="connsiteX178" fmla="*/ 3936846 w 12192001"/>
              <a:gd name="connsiteY178" fmla="*/ 2068106 h 2344739"/>
              <a:gd name="connsiteX179" fmla="*/ 3897275 w 12192001"/>
              <a:gd name="connsiteY179" fmla="*/ 2062451 h 2344739"/>
              <a:gd name="connsiteX180" fmla="*/ 3789760 w 12192001"/>
              <a:gd name="connsiteY180" fmla="*/ 2042213 h 2344739"/>
              <a:gd name="connsiteX181" fmla="*/ 3682513 w 12192001"/>
              <a:gd name="connsiteY181" fmla="*/ 2018290 h 2344739"/>
              <a:gd name="connsiteX182" fmla="*/ 3610035 w 12192001"/>
              <a:gd name="connsiteY182" fmla="*/ 1986019 h 2344739"/>
              <a:gd name="connsiteX183" fmla="*/ 3603855 w 12192001"/>
              <a:gd name="connsiteY183" fmla="*/ 1987381 h 2344739"/>
              <a:gd name="connsiteX184" fmla="*/ 3594736 w 12192001"/>
              <a:gd name="connsiteY184" fmla="*/ 1987545 h 2344739"/>
              <a:gd name="connsiteX185" fmla="*/ 3594501 w 12192001"/>
              <a:gd name="connsiteY185" fmla="*/ 1987276 h 2344739"/>
              <a:gd name="connsiteX186" fmla="*/ 3585978 w 12192001"/>
              <a:gd name="connsiteY186" fmla="*/ 1987966 h 2344739"/>
              <a:gd name="connsiteX187" fmla="*/ 3536135 w 12192001"/>
              <a:gd name="connsiteY187" fmla="*/ 1978267 h 2344739"/>
              <a:gd name="connsiteX188" fmla="*/ 3473223 w 12192001"/>
              <a:gd name="connsiteY188" fmla="*/ 1974606 h 2344739"/>
              <a:gd name="connsiteX189" fmla="*/ 3400728 w 12192001"/>
              <a:gd name="connsiteY189" fmla="*/ 1962558 h 2344739"/>
              <a:gd name="connsiteX190" fmla="*/ 3363888 w 12192001"/>
              <a:gd name="connsiteY190" fmla="*/ 1979510 h 2344739"/>
              <a:gd name="connsiteX191" fmla="*/ 3344026 w 12192001"/>
              <a:gd name="connsiteY191" fmla="*/ 1981192 h 2344739"/>
              <a:gd name="connsiteX192" fmla="*/ 3341698 w 12192001"/>
              <a:gd name="connsiteY192" fmla="*/ 1980217 h 2344739"/>
              <a:gd name="connsiteX193" fmla="*/ 3262356 w 12192001"/>
              <a:gd name="connsiteY193" fmla="*/ 1986094 h 2344739"/>
              <a:gd name="connsiteX194" fmla="*/ 3142556 w 12192001"/>
              <a:gd name="connsiteY194" fmla="*/ 1993869 h 2344739"/>
              <a:gd name="connsiteX195" fmla="*/ 3030291 w 12192001"/>
              <a:gd name="connsiteY195" fmla="*/ 1996512 h 2344739"/>
              <a:gd name="connsiteX196" fmla="*/ 2781569 w 12192001"/>
              <a:gd name="connsiteY196" fmla="*/ 2018333 h 2344739"/>
              <a:gd name="connsiteX197" fmla="*/ 2646527 w 12192001"/>
              <a:gd name="connsiteY197" fmla="*/ 2028869 h 2344739"/>
              <a:gd name="connsiteX198" fmla="*/ 2568028 w 12192001"/>
              <a:gd name="connsiteY198" fmla="*/ 2002628 h 2344739"/>
              <a:gd name="connsiteX199" fmla="*/ 2443255 w 12192001"/>
              <a:gd name="connsiteY199" fmla="*/ 2016529 h 2344739"/>
              <a:gd name="connsiteX200" fmla="*/ 2315112 w 12192001"/>
              <a:gd name="connsiteY200" fmla="*/ 2024996 h 2344739"/>
              <a:gd name="connsiteX201" fmla="*/ 2208578 w 12192001"/>
              <a:gd name="connsiteY201" fmla="*/ 2019763 h 2344739"/>
              <a:gd name="connsiteX202" fmla="*/ 2094665 w 12192001"/>
              <a:gd name="connsiteY202" fmla="*/ 2003052 h 2344739"/>
              <a:gd name="connsiteX203" fmla="*/ 1997356 w 12192001"/>
              <a:gd name="connsiteY203" fmla="*/ 1995032 h 2344739"/>
              <a:gd name="connsiteX204" fmla="*/ 1928172 w 12192001"/>
              <a:gd name="connsiteY204" fmla="*/ 2016977 h 2344739"/>
              <a:gd name="connsiteX205" fmla="*/ 1921650 w 12192001"/>
              <a:gd name="connsiteY205" fmla="*/ 2012146 h 2344739"/>
              <a:gd name="connsiteX206" fmla="*/ 1873080 w 12192001"/>
              <a:gd name="connsiteY206" fmla="*/ 2013741 h 2344739"/>
              <a:gd name="connsiteX207" fmla="*/ 1786655 w 12192001"/>
              <a:gd name="connsiteY207" fmla="*/ 2041363 h 2344739"/>
              <a:gd name="connsiteX208" fmla="*/ 1738204 w 12192001"/>
              <a:gd name="connsiteY208" fmla="*/ 2036312 h 2344739"/>
              <a:gd name="connsiteX209" fmla="*/ 1675071 w 12192001"/>
              <a:gd name="connsiteY209" fmla="*/ 2019963 h 2344739"/>
              <a:gd name="connsiteX210" fmla="*/ 1608669 w 12192001"/>
              <a:gd name="connsiteY210" fmla="*/ 2013066 h 2344739"/>
              <a:gd name="connsiteX211" fmla="*/ 1496110 w 12192001"/>
              <a:gd name="connsiteY211" fmla="*/ 1987476 h 2344739"/>
              <a:gd name="connsiteX212" fmla="*/ 1149979 w 12192001"/>
              <a:gd name="connsiteY212" fmla="*/ 1938041 h 2344739"/>
              <a:gd name="connsiteX213" fmla="*/ 858269 w 12192001"/>
              <a:gd name="connsiteY213" fmla="*/ 1928608 h 2344739"/>
              <a:gd name="connsiteX214" fmla="*/ 837540 w 12192001"/>
              <a:gd name="connsiteY214" fmla="*/ 1929821 h 2344739"/>
              <a:gd name="connsiteX215" fmla="*/ 816809 w 12192001"/>
              <a:gd name="connsiteY215" fmla="*/ 1927857 h 2344739"/>
              <a:gd name="connsiteX216" fmla="*/ 811506 w 12192001"/>
              <a:gd name="connsiteY216" fmla="*/ 1930751 h 2344739"/>
              <a:gd name="connsiteX217" fmla="*/ 797041 w 12192001"/>
              <a:gd name="connsiteY217" fmla="*/ 1930446 h 2344739"/>
              <a:gd name="connsiteX218" fmla="*/ 767901 w 12192001"/>
              <a:gd name="connsiteY218" fmla="*/ 1932653 h 2344739"/>
              <a:gd name="connsiteX219" fmla="*/ 763053 w 12192001"/>
              <a:gd name="connsiteY219" fmla="*/ 1930432 h 2344739"/>
              <a:gd name="connsiteX220" fmla="*/ 720047 w 12192001"/>
              <a:gd name="connsiteY220" fmla="*/ 1929661 h 2344739"/>
              <a:gd name="connsiteX221" fmla="*/ 719742 w 12192001"/>
              <a:gd name="connsiteY221" fmla="*/ 1928399 h 2344739"/>
              <a:gd name="connsiteX222" fmla="*/ 708875 w 12192001"/>
              <a:gd name="connsiteY222" fmla="*/ 1922722 h 2344739"/>
              <a:gd name="connsiteX223" fmla="*/ 596792 w 12192001"/>
              <a:gd name="connsiteY223" fmla="*/ 1879864 h 2344739"/>
              <a:gd name="connsiteX224" fmla="*/ 578535 w 12192001"/>
              <a:gd name="connsiteY224" fmla="*/ 1877212 h 2344739"/>
              <a:gd name="connsiteX225" fmla="*/ 571717 w 12192001"/>
              <a:gd name="connsiteY225" fmla="*/ 1877401 h 2344739"/>
              <a:gd name="connsiteX226" fmla="*/ 445099 w 12192001"/>
              <a:gd name="connsiteY226" fmla="*/ 1839371 h 2344739"/>
              <a:gd name="connsiteX227" fmla="*/ 404015 w 12192001"/>
              <a:gd name="connsiteY227" fmla="*/ 1833548 h 2344739"/>
              <a:gd name="connsiteX228" fmla="*/ 292435 w 12192001"/>
              <a:gd name="connsiteY228" fmla="*/ 1812852 h 2344739"/>
              <a:gd name="connsiteX229" fmla="*/ 118381 w 12192001"/>
              <a:gd name="connsiteY229" fmla="*/ 1761047 h 2344739"/>
              <a:gd name="connsiteX230" fmla="*/ 15526 w 12192001"/>
              <a:gd name="connsiteY230" fmla="*/ 1758191 h 2344739"/>
              <a:gd name="connsiteX231" fmla="*/ 2 w 12192001"/>
              <a:gd name="connsiteY231" fmla="*/ 1752722 h 2344739"/>
              <a:gd name="connsiteX232" fmla="*/ 1 w 12192001"/>
              <a:gd name="connsiteY232" fmla="*/ 762497 h 2344739"/>
              <a:gd name="connsiteX233" fmla="*/ 0 w 12192001"/>
              <a:gd name="connsiteY233" fmla="*/ 762497 h 2344739"/>
              <a:gd name="connsiteX234" fmla="*/ 0 w 12192001"/>
              <a:gd name="connsiteY234" fmla="*/ 222213 h 2344739"/>
              <a:gd name="connsiteX235" fmla="*/ 0 w 12192001"/>
              <a:gd name="connsiteY235"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415912 w 12192001"/>
              <a:gd name="connsiteY26" fmla="*/ 1173869 h 2344739"/>
              <a:gd name="connsiteX27" fmla="*/ 11245526 w 12192001"/>
              <a:gd name="connsiteY27" fmla="*/ 1274060 h 2344739"/>
              <a:gd name="connsiteX28" fmla="*/ 11227161 w 12192001"/>
              <a:gd name="connsiteY28" fmla="*/ 1276236 h 2344739"/>
              <a:gd name="connsiteX29" fmla="*/ 11216939 w 12192001"/>
              <a:gd name="connsiteY29" fmla="*/ 1275961 h 2344739"/>
              <a:gd name="connsiteX30" fmla="*/ 11216036 w 12192001"/>
              <a:gd name="connsiteY30" fmla="*/ 1275018 h 2344739"/>
              <a:gd name="connsiteX31" fmla="*/ 11187737 w 12192001"/>
              <a:gd name="connsiteY31" fmla="*/ 1292383 h 2344739"/>
              <a:gd name="connsiteX32" fmla="*/ 11183353 w 12192001"/>
              <a:gd name="connsiteY32" fmla="*/ 1292525 h 2344739"/>
              <a:gd name="connsiteX33" fmla="*/ 11165706 w 12192001"/>
              <a:gd name="connsiteY33" fmla="*/ 1306612 h 2344739"/>
              <a:gd name="connsiteX34" fmla="*/ 11156163 w 12192001"/>
              <a:gd name="connsiteY34" fmla="*/ 1312414 h 2344739"/>
              <a:gd name="connsiteX35" fmla="*/ 11154348 w 12192001"/>
              <a:gd name="connsiteY35" fmla="*/ 1317097 h 2344739"/>
              <a:gd name="connsiteX36" fmla="*/ 11139813 w 12192001"/>
              <a:gd name="connsiteY36" fmla="*/ 1324115 h 2344739"/>
              <a:gd name="connsiteX37" fmla="*/ 11137813 w 12192001"/>
              <a:gd name="connsiteY37" fmla="*/ 1323772 h 2344739"/>
              <a:gd name="connsiteX38" fmla="*/ 11127060 w 12192001"/>
              <a:gd name="connsiteY38" fmla="*/ 1333832 h 2344739"/>
              <a:gd name="connsiteX39" fmla="*/ 11119543 w 12192001"/>
              <a:gd name="connsiteY39" fmla="*/ 1347424 h 2344739"/>
              <a:gd name="connsiteX40" fmla="*/ 10893535 w 12192001"/>
              <a:gd name="connsiteY40" fmla="*/ 1473399 h 2344739"/>
              <a:gd name="connsiteX41" fmla="*/ 10772152 w 12192001"/>
              <a:gd name="connsiteY41" fmla="*/ 1523191 h 2344739"/>
              <a:gd name="connsiteX42" fmla="*/ 10626520 w 12192001"/>
              <a:gd name="connsiteY42" fmla="*/ 1559229 h 2344739"/>
              <a:gd name="connsiteX43" fmla="*/ 10580747 w 12192001"/>
              <a:gd name="connsiteY43" fmla="*/ 1568689 h 2344739"/>
              <a:gd name="connsiteX44" fmla="*/ 10546642 w 12192001"/>
              <a:gd name="connsiteY44" fmla="*/ 1598423 h 2344739"/>
              <a:gd name="connsiteX45" fmla="*/ 10528495 w 12192001"/>
              <a:gd name="connsiteY45" fmla="*/ 1596907 h 2344739"/>
              <a:gd name="connsiteX46" fmla="*/ 10525298 w 12192001"/>
              <a:gd name="connsiteY46" fmla="*/ 1596411 h 2344739"/>
              <a:gd name="connsiteX47" fmla="*/ 10513981 w 12192001"/>
              <a:gd name="connsiteY47" fmla="*/ 1599537 h 2344739"/>
              <a:gd name="connsiteX48" fmla="*/ 10490587 w 12192001"/>
              <a:gd name="connsiteY48" fmla="*/ 1594156 h 2344739"/>
              <a:gd name="connsiteX49" fmla="*/ 10470270 w 12192001"/>
              <a:gd name="connsiteY49" fmla="*/ 1601693 h 2344739"/>
              <a:gd name="connsiteX50" fmla="*/ 10375894 w 12192001"/>
              <a:gd name="connsiteY50" fmla="*/ 1644598 h 2344739"/>
              <a:gd name="connsiteX51" fmla="*/ 10318190 w 12192001"/>
              <a:gd name="connsiteY51" fmla="*/ 1666221 h 2344739"/>
              <a:gd name="connsiteX52" fmla="*/ 10294319 w 12192001"/>
              <a:gd name="connsiteY52" fmla="*/ 1668079 h 2344739"/>
              <a:gd name="connsiteX53" fmla="*/ 10262295 w 12192001"/>
              <a:gd name="connsiteY53" fmla="*/ 1674948 h 2344739"/>
              <a:gd name="connsiteX54" fmla="*/ 10204270 w 12192001"/>
              <a:gd name="connsiteY54" fmla="*/ 1682149 h 2344739"/>
              <a:gd name="connsiteX55" fmla="*/ 10176611 w 12192001"/>
              <a:gd name="connsiteY55" fmla="*/ 1692943 h 2344739"/>
              <a:gd name="connsiteX56" fmla="*/ 10163922 w 12192001"/>
              <a:gd name="connsiteY56" fmla="*/ 1693739 h 2344739"/>
              <a:gd name="connsiteX57" fmla="*/ 10155160 w 12192001"/>
              <a:gd name="connsiteY57" fmla="*/ 1707487 h 2344739"/>
              <a:gd name="connsiteX58" fmla="*/ 10117119 w 12192001"/>
              <a:gd name="connsiteY58" fmla="*/ 1731142 h 2344739"/>
              <a:gd name="connsiteX59" fmla="*/ 10100445 w 12192001"/>
              <a:gd name="connsiteY59" fmla="*/ 1742432 h 2344739"/>
              <a:gd name="connsiteX60" fmla="*/ 10082169 w 12192001"/>
              <a:gd name="connsiteY60" fmla="*/ 1743296 h 2344739"/>
              <a:gd name="connsiteX61" fmla="*/ 10039240 w 12192001"/>
              <a:gd name="connsiteY61" fmla="*/ 1741632 h 2344739"/>
              <a:gd name="connsiteX62" fmla="*/ 9960019 w 12192001"/>
              <a:gd name="connsiteY62" fmla="*/ 1757147 h 2344739"/>
              <a:gd name="connsiteX63" fmla="*/ 9847792 w 12192001"/>
              <a:gd name="connsiteY63" fmla="*/ 1763915 h 2344739"/>
              <a:gd name="connsiteX64" fmla="*/ 9728309 w 12192001"/>
              <a:gd name="connsiteY64" fmla="*/ 1784122 h 2344739"/>
              <a:gd name="connsiteX65" fmla="*/ 9584507 w 12192001"/>
              <a:gd name="connsiteY65" fmla="*/ 1795542 h 2344739"/>
              <a:gd name="connsiteX66" fmla="*/ 9343052 w 12192001"/>
              <a:gd name="connsiteY66" fmla="*/ 1841244 h 2344739"/>
              <a:gd name="connsiteX67" fmla="*/ 9231370 w 12192001"/>
              <a:gd name="connsiteY67" fmla="*/ 1893149 h 2344739"/>
              <a:gd name="connsiteX68" fmla="*/ 9194810 w 12192001"/>
              <a:gd name="connsiteY68" fmla="*/ 1903228 h 2344739"/>
              <a:gd name="connsiteX69" fmla="*/ 9189246 w 12192001"/>
              <a:gd name="connsiteY69" fmla="*/ 1912467 h 2344739"/>
              <a:gd name="connsiteX70" fmla="*/ 9151232 w 12192001"/>
              <a:gd name="connsiteY70" fmla="*/ 1923669 h 2344739"/>
              <a:gd name="connsiteX71" fmla="*/ 9150210 w 12192001"/>
              <a:gd name="connsiteY71" fmla="*/ 1922604 h 2344739"/>
              <a:gd name="connsiteX72" fmla="*/ 9137318 w 12192001"/>
              <a:gd name="connsiteY72" fmla="*/ 1920435 h 2344739"/>
              <a:gd name="connsiteX73" fmla="*/ 9113812 w 12192001"/>
              <a:gd name="connsiteY73" fmla="*/ 1919069 h 2344739"/>
              <a:gd name="connsiteX74" fmla="*/ 9053453 w 12192001"/>
              <a:gd name="connsiteY74" fmla="*/ 1910755 h 2344739"/>
              <a:gd name="connsiteX75" fmla="*/ 9005486 w 12192001"/>
              <a:gd name="connsiteY75" fmla="*/ 1914040 h 2344739"/>
              <a:gd name="connsiteX76" fmla="*/ 9005201 w 12192001"/>
              <a:gd name="connsiteY76" fmla="*/ 1913800 h 2344739"/>
              <a:gd name="connsiteX77" fmla="*/ 8996232 w 12192001"/>
              <a:gd name="connsiteY77" fmla="*/ 1915011 h 2344739"/>
              <a:gd name="connsiteX78" fmla="*/ 8990394 w 12192001"/>
              <a:gd name="connsiteY78" fmla="*/ 1917072 h 2344739"/>
              <a:gd name="connsiteX79" fmla="*/ 8974337 w 12192001"/>
              <a:gd name="connsiteY79" fmla="*/ 1920298 h 2344739"/>
              <a:gd name="connsiteX80" fmla="*/ 8968011 w 12192001"/>
              <a:gd name="connsiteY80" fmla="*/ 1919598 h 2344739"/>
              <a:gd name="connsiteX81" fmla="*/ 8963048 w 12192001"/>
              <a:gd name="connsiteY81" fmla="*/ 1917373 h 2344739"/>
              <a:gd name="connsiteX82" fmla="*/ 8928988 w 12192001"/>
              <a:gd name="connsiteY82" fmla="*/ 1914185 h 2344739"/>
              <a:gd name="connsiteX83" fmla="*/ 8752444 w 12192001"/>
              <a:gd name="connsiteY83" fmla="*/ 1933417 h 2344739"/>
              <a:gd name="connsiteX84" fmla="*/ 8707847 w 12192001"/>
              <a:gd name="connsiteY84" fmla="*/ 1935518 h 2344739"/>
              <a:gd name="connsiteX85" fmla="*/ 8596071 w 12192001"/>
              <a:gd name="connsiteY85" fmla="*/ 1944090 h 2344739"/>
              <a:gd name="connsiteX86" fmla="*/ 8525230 w 12192001"/>
              <a:gd name="connsiteY86" fmla="*/ 1929248 h 2344739"/>
              <a:gd name="connsiteX87" fmla="*/ 8510983 w 12192001"/>
              <a:gd name="connsiteY87" fmla="*/ 1935163 h 2344739"/>
              <a:gd name="connsiteX88" fmla="*/ 8506167 w 12192001"/>
              <a:gd name="connsiteY88" fmla="*/ 1938164 h 2344739"/>
              <a:gd name="connsiteX89" fmla="*/ 8497968 w 12192001"/>
              <a:gd name="connsiteY89" fmla="*/ 1940902 h 2344739"/>
              <a:gd name="connsiteX90" fmla="*/ 8497594 w 12192001"/>
              <a:gd name="connsiteY90" fmla="*/ 1940723 h 2344739"/>
              <a:gd name="connsiteX91" fmla="*/ 8490249 w 12192001"/>
              <a:gd name="connsiteY91" fmla="*/ 1943773 h 2344739"/>
              <a:gd name="connsiteX92" fmla="*/ 8367182 w 12192001"/>
              <a:gd name="connsiteY92" fmla="*/ 1957815 h 2344739"/>
              <a:gd name="connsiteX93" fmla="*/ 8353799 w 12192001"/>
              <a:gd name="connsiteY93" fmla="*/ 1958009 h 2344739"/>
              <a:gd name="connsiteX94" fmla="*/ 8352373 w 12192001"/>
              <a:gd name="connsiteY94" fmla="*/ 1957169 h 2344739"/>
              <a:gd name="connsiteX95" fmla="*/ 8320104 w 12192001"/>
              <a:gd name="connsiteY95" fmla="*/ 1974587 h 2344739"/>
              <a:gd name="connsiteX96" fmla="*/ 8314433 w 12192001"/>
              <a:gd name="connsiteY96" fmla="*/ 1974913 h 2344739"/>
              <a:gd name="connsiteX97" fmla="*/ 8295174 w 12192001"/>
              <a:gd name="connsiteY97" fmla="*/ 1988808 h 2344739"/>
              <a:gd name="connsiteX98" fmla="*/ 8284276 w 12192001"/>
              <a:gd name="connsiteY98" fmla="*/ 1994631 h 2344739"/>
              <a:gd name="connsiteX99" fmla="*/ 8283150 w 12192001"/>
              <a:gd name="connsiteY99" fmla="*/ 1999074 h 2344739"/>
              <a:gd name="connsiteX100" fmla="*/ 8266076 w 12192001"/>
              <a:gd name="connsiteY100" fmla="*/ 2006249 h 2344739"/>
              <a:gd name="connsiteX101" fmla="*/ 8263377 w 12192001"/>
              <a:gd name="connsiteY101" fmla="*/ 2006019 h 2344739"/>
              <a:gd name="connsiteX102" fmla="*/ 8252033 w 12192001"/>
              <a:gd name="connsiteY102" fmla="*/ 2015862 h 2344739"/>
              <a:gd name="connsiteX103" fmla="*/ 8245834 w 12192001"/>
              <a:gd name="connsiteY103" fmla="*/ 2028854 h 2344739"/>
              <a:gd name="connsiteX104" fmla="*/ 8090272 w 12192001"/>
              <a:gd name="connsiteY104" fmla="*/ 2075015 h 2344739"/>
              <a:gd name="connsiteX105" fmla="*/ 7905407 w 12192001"/>
              <a:gd name="connsiteY105" fmla="*/ 2116988 h 2344739"/>
              <a:gd name="connsiteX106" fmla="*/ 7718745 w 12192001"/>
              <a:gd name="connsiteY106" fmla="*/ 2142703 h 2344739"/>
              <a:gd name="connsiteX107" fmla="*/ 7614347 w 12192001"/>
              <a:gd name="connsiteY107" fmla="*/ 2139232 h 2344739"/>
              <a:gd name="connsiteX108" fmla="*/ 7527543 w 12192001"/>
              <a:gd name="connsiteY108" fmla="*/ 2145060 h 2344739"/>
              <a:gd name="connsiteX109" fmla="*/ 7519571 w 12192001"/>
              <a:gd name="connsiteY109" fmla="*/ 2147613 h 2344739"/>
              <a:gd name="connsiteX110" fmla="*/ 7507411 w 12192001"/>
              <a:gd name="connsiteY110" fmla="*/ 2148948 h 2344739"/>
              <a:gd name="connsiteX111" fmla="*/ 7507040 w 12192001"/>
              <a:gd name="connsiteY111" fmla="*/ 2148621 h 2344739"/>
              <a:gd name="connsiteX112" fmla="*/ 7495795 w 12192001"/>
              <a:gd name="connsiteY112" fmla="*/ 2150573 h 2344739"/>
              <a:gd name="connsiteX113" fmla="*/ 7405391 w 12192001"/>
              <a:gd name="connsiteY113" fmla="*/ 2142468 h 2344739"/>
              <a:gd name="connsiteX114" fmla="*/ 7312180 w 12192001"/>
              <a:gd name="connsiteY114" fmla="*/ 2132873 h 2344739"/>
              <a:gd name="connsiteX115" fmla="*/ 7310853 w 12192001"/>
              <a:gd name="connsiteY115" fmla="*/ 2131431 h 2344739"/>
              <a:gd name="connsiteX116" fmla="*/ 7218559 w 12192001"/>
              <a:gd name="connsiteY116" fmla="*/ 2156680 h 2344739"/>
              <a:gd name="connsiteX117" fmla="*/ 7201101 w 12192001"/>
              <a:gd name="connsiteY117" fmla="*/ 2161230 h 2344739"/>
              <a:gd name="connsiteX118" fmla="*/ 7197004 w 12192001"/>
              <a:gd name="connsiteY118" fmla="*/ 2166588 h 2344739"/>
              <a:gd name="connsiteX119" fmla="*/ 7170808 w 12192001"/>
              <a:gd name="connsiteY119" fmla="*/ 2171236 h 2344739"/>
              <a:gd name="connsiteX120" fmla="*/ 7096988 w 12192001"/>
              <a:gd name="connsiteY120" fmla="*/ 2183464 h 2344739"/>
              <a:gd name="connsiteX121" fmla="*/ 7018496 w 12192001"/>
              <a:gd name="connsiteY121" fmla="*/ 2183090 h 2344739"/>
              <a:gd name="connsiteX122" fmla="*/ 6904146 w 12192001"/>
              <a:gd name="connsiteY122" fmla="*/ 2212596 h 2344739"/>
              <a:gd name="connsiteX123" fmla="*/ 6708222 w 12192001"/>
              <a:gd name="connsiteY123" fmla="*/ 2240551 h 2344739"/>
              <a:gd name="connsiteX124" fmla="*/ 6549454 w 12192001"/>
              <a:gd name="connsiteY124" fmla="*/ 2269327 h 2344739"/>
              <a:gd name="connsiteX125" fmla="*/ 6317560 w 12192001"/>
              <a:gd name="connsiteY125" fmla="*/ 2316127 h 2344739"/>
              <a:gd name="connsiteX126" fmla="*/ 6168674 w 12192001"/>
              <a:gd name="connsiteY126" fmla="*/ 2318214 h 2344739"/>
              <a:gd name="connsiteX127" fmla="*/ 6073848 w 12192001"/>
              <a:gd name="connsiteY127" fmla="*/ 2338676 h 2344739"/>
              <a:gd name="connsiteX128" fmla="*/ 6068529 w 12192001"/>
              <a:gd name="connsiteY128" fmla="*/ 2337139 h 2344739"/>
              <a:gd name="connsiteX129" fmla="*/ 6048638 w 12192001"/>
              <a:gd name="connsiteY129" fmla="*/ 2337822 h 2344739"/>
              <a:gd name="connsiteX130" fmla="*/ 6041285 w 12192001"/>
              <a:gd name="connsiteY130" fmla="*/ 2329473 h 2344739"/>
              <a:gd name="connsiteX131" fmla="*/ 6010090 w 12192001"/>
              <a:gd name="connsiteY131" fmla="*/ 2324380 h 2344739"/>
              <a:gd name="connsiteX132" fmla="*/ 5957375 w 12192001"/>
              <a:gd name="connsiteY132" fmla="*/ 2328024 h 2344739"/>
              <a:gd name="connsiteX133" fmla="*/ 5758919 w 12192001"/>
              <a:gd name="connsiteY133" fmla="*/ 2343716 h 2344739"/>
              <a:gd name="connsiteX134" fmla="*/ 5626960 w 12192001"/>
              <a:gd name="connsiteY134" fmla="*/ 2344739 h 2344739"/>
              <a:gd name="connsiteX135" fmla="*/ 5470906 w 12192001"/>
              <a:gd name="connsiteY135" fmla="*/ 2330719 h 2344739"/>
              <a:gd name="connsiteX136" fmla="*/ 5432761 w 12192001"/>
              <a:gd name="connsiteY136" fmla="*/ 2319466 h 2344739"/>
              <a:gd name="connsiteX137" fmla="*/ 5381669 w 12192001"/>
              <a:gd name="connsiteY137" fmla="*/ 2301764 h 2344739"/>
              <a:gd name="connsiteX138" fmla="*/ 5261764 w 12192001"/>
              <a:gd name="connsiteY138" fmla="*/ 2281347 h 2344739"/>
              <a:gd name="connsiteX139" fmla="*/ 5222961 w 12192001"/>
              <a:gd name="connsiteY139" fmla="*/ 2270223 h 2344739"/>
              <a:gd name="connsiteX140" fmla="*/ 5174660 w 12192001"/>
              <a:gd name="connsiteY140" fmla="*/ 2267233 h 2344739"/>
              <a:gd name="connsiteX141" fmla="*/ 5156554 w 12192001"/>
              <a:gd name="connsiteY141" fmla="*/ 2260010 h 2344739"/>
              <a:gd name="connsiteX142" fmla="*/ 5142599 w 12192001"/>
              <a:gd name="connsiteY142" fmla="*/ 2256610 h 2344739"/>
              <a:gd name="connsiteX143" fmla="*/ 5139596 w 12192001"/>
              <a:gd name="connsiteY143" fmla="*/ 2254509 h 2344739"/>
              <a:gd name="connsiteX144" fmla="*/ 5121659 w 12192001"/>
              <a:gd name="connsiteY144" fmla="*/ 2243656 h 2344739"/>
              <a:gd name="connsiteX145" fmla="*/ 5065790 w 12192001"/>
              <a:gd name="connsiteY145" fmla="*/ 2250227 h 2344739"/>
              <a:gd name="connsiteX146" fmla="*/ 5011514 w 12192001"/>
              <a:gd name="connsiteY146" fmla="*/ 2233846 h 2344739"/>
              <a:gd name="connsiteX147" fmla="*/ 4840441 w 12192001"/>
              <a:gd name="connsiteY147" fmla="*/ 2209829 h 2344739"/>
              <a:gd name="connsiteX148" fmla="*/ 4762447 w 12192001"/>
              <a:gd name="connsiteY148" fmla="*/ 2182061 h 2344739"/>
              <a:gd name="connsiteX149" fmla="*/ 4723186 w 12192001"/>
              <a:gd name="connsiteY149" fmla="*/ 2173047 h 2344739"/>
              <a:gd name="connsiteX150" fmla="*/ 4721176 w 12192001"/>
              <a:gd name="connsiteY150" fmla="*/ 2172298 h 2344739"/>
              <a:gd name="connsiteX151" fmla="*/ 4722111 w 12192001"/>
              <a:gd name="connsiteY151" fmla="*/ 2172087 h 2344739"/>
              <a:gd name="connsiteX152" fmla="*/ 4717202 w 12192001"/>
              <a:gd name="connsiteY152" fmla="*/ 2170817 h 2344739"/>
              <a:gd name="connsiteX153" fmla="*/ 4721176 w 12192001"/>
              <a:gd name="connsiteY153" fmla="*/ 2172298 h 2344739"/>
              <a:gd name="connsiteX154" fmla="*/ 4715526 w 12192001"/>
              <a:gd name="connsiteY154" fmla="*/ 2173573 h 2344739"/>
              <a:gd name="connsiteX155" fmla="*/ 4515814 w 12192001"/>
              <a:gd name="connsiteY155" fmla="*/ 2163671 h 2344739"/>
              <a:gd name="connsiteX156" fmla="*/ 4428543 w 12192001"/>
              <a:gd name="connsiteY156" fmla="*/ 2153020 h 2344739"/>
              <a:gd name="connsiteX157" fmla="*/ 4362875 w 12192001"/>
              <a:gd name="connsiteY157" fmla="*/ 2151674 h 2344739"/>
              <a:gd name="connsiteX158" fmla="*/ 4316966 w 12192001"/>
              <a:gd name="connsiteY158" fmla="*/ 2158289 h 2344739"/>
              <a:gd name="connsiteX159" fmla="*/ 4315110 w 12192001"/>
              <a:gd name="connsiteY159" fmla="*/ 2156948 h 2344739"/>
              <a:gd name="connsiteX160" fmla="*/ 4295144 w 12192001"/>
              <a:gd name="connsiteY160" fmla="*/ 2155069 h 2344739"/>
              <a:gd name="connsiteX161" fmla="*/ 4290064 w 12192001"/>
              <a:gd name="connsiteY161" fmla="*/ 2157986 h 2344739"/>
              <a:gd name="connsiteX162" fmla="*/ 4276142 w 12192001"/>
              <a:gd name="connsiteY162" fmla="*/ 2157740 h 2344739"/>
              <a:gd name="connsiteX163" fmla="*/ 4248117 w 12192001"/>
              <a:gd name="connsiteY163" fmla="*/ 2160064 h 2344739"/>
              <a:gd name="connsiteX164" fmla="*/ 4202051 w 12192001"/>
              <a:gd name="connsiteY164" fmla="*/ 2157269 h 2344739"/>
              <a:gd name="connsiteX165" fmla="*/ 4201745 w 12192001"/>
              <a:gd name="connsiteY165" fmla="*/ 2156010 h 2344739"/>
              <a:gd name="connsiteX166" fmla="*/ 4191248 w 12192001"/>
              <a:gd name="connsiteY166" fmla="*/ 2150376 h 2344739"/>
              <a:gd name="connsiteX167" fmla="*/ 4142745 w 12192001"/>
              <a:gd name="connsiteY167" fmla="*/ 2134511 h 2344739"/>
              <a:gd name="connsiteX168" fmla="*/ 4083097 w 12192001"/>
              <a:gd name="connsiteY168" fmla="*/ 2107978 h 2344739"/>
              <a:gd name="connsiteX169" fmla="*/ 4074546 w 12192001"/>
              <a:gd name="connsiteY169" fmla="*/ 2107143 h 2344739"/>
              <a:gd name="connsiteX170" fmla="*/ 4074427 w 12192001"/>
              <a:gd name="connsiteY170" fmla="*/ 2106844 h 2344739"/>
              <a:gd name="connsiteX171" fmla="*/ 4065510 w 12192001"/>
              <a:gd name="connsiteY171" fmla="*/ 2105400 h 2344739"/>
              <a:gd name="connsiteX172" fmla="*/ 4058954 w 12192001"/>
              <a:gd name="connsiteY172" fmla="*/ 2105618 h 2344739"/>
              <a:gd name="connsiteX173" fmla="*/ 4042364 w 12192001"/>
              <a:gd name="connsiteY173" fmla="*/ 2103997 h 2344739"/>
              <a:gd name="connsiteX174" fmla="*/ 4036997 w 12192001"/>
              <a:gd name="connsiteY174" fmla="*/ 2101563 h 2344739"/>
              <a:gd name="connsiteX175" fmla="*/ 4035363 w 12192001"/>
              <a:gd name="connsiteY175" fmla="*/ 2097896 h 2344739"/>
              <a:gd name="connsiteX176" fmla="*/ 4033778 w 12192001"/>
              <a:gd name="connsiteY176" fmla="*/ 2098131 h 2344739"/>
              <a:gd name="connsiteX177" fmla="*/ 4004538 w 12192001"/>
              <a:gd name="connsiteY177" fmla="*/ 2085563 h 2344739"/>
              <a:gd name="connsiteX178" fmla="*/ 3936846 w 12192001"/>
              <a:gd name="connsiteY178" fmla="*/ 2068106 h 2344739"/>
              <a:gd name="connsiteX179" fmla="*/ 3897275 w 12192001"/>
              <a:gd name="connsiteY179" fmla="*/ 2062451 h 2344739"/>
              <a:gd name="connsiteX180" fmla="*/ 3789760 w 12192001"/>
              <a:gd name="connsiteY180" fmla="*/ 2042213 h 2344739"/>
              <a:gd name="connsiteX181" fmla="*/ 3682513 w 12192001"/>
              <a:gd name="connsiteY181" fmla="*/ 2018290 h 2344739"/>
              <a:gd name="connsiteX182" fmla="*/ 3610035 w 12192001"/>
              <a:gd name="connsiteY182" fmla="*/ 1986019 h 2344739"/>
              <a:gd name="connsiteX183" fmla="*/ 3603855 w 12192001"/>
              <a:gd name="connsiteY183" fmla="*/ 1987381 h 2344739"/>
              <a:gd name="connsiteX184" fmla="*/ 3594736 w 12192001"/>
              <a:gd name="connsiteY184" fmla="*/ 1987545 h 2344739"/>
              <a:gd name="connsiteX185" fmla="*/ 3594501 w 12192001"/>
              <a:gd name="connsiteY185" fmla="*/ 1987276 h 2344739"/>
              <a:gd name="connsiteX186" fmla="*/ 3585978 w 12192001"/>
              <a:gd name="connsiteY186" fmla="*/ 1987966 h 2344739"/>
              <a:gd name="connsiteX187" fmla="*/ 3536135 w 12192001"/>
              <a:gd name="connsiteY187" fmla="*/ 1978267 h 2344739"/>
              <a:gd name="connsiteX188" fmla="*/ 3473223 w 12192001"/>
              <a:gd name="connsiteY188" fmla="*/ 1974606 h 2344739"/>
              <a:gd name="connsiteX189" fmla="*/ 3400728 w 12192001"/>
              <a:gd name="connsiteY189" fmla="*/ 1962558 h 2344739"/>
              <a:gd name="connsiteX190" fmla="*/ 3363888 w 12192001"/>
              <a:gd name="connsiteY190" fmla="*/ 1979510 h 2344739"/>
              <a:gd name="connsiteX191" fmla="*/ 3344026 w 12192001"/>
              <a:gd name="connsiteY191" fmla="*/ 1981192 h 2344739"/>
              <a:gd name="connsiteX192" fmla="*/ 3341698 w 12192001"/>
              <a:gd name="connsiteY192" fmla="*/ 1980217 h 2344739"/>
              <a:gd name="connsiteX193" fmla="*/ 3262356 w 12192001"/>
              <a:gd name="connsiteY193" fmla="*/ 1986094 h 2344739"/>
              <a:gd name="connsiteX194" fmla="*/ 3142556 w 12192001"/>
              <a:gd name="connsiteY194" fmla="*/ 1993869 h 2344739"/>
              <a:gd name="connsiteX195" fmla="*/ 3030291 w 12192001"/>
              <a:gd name="connsiteY195" fmla="*/ 1996512 h 2344739"/>
              <a:gd name="connsiteX196" fmla="*/ 2781569 w 12192001"/>
              <a:gd name="connsiteY196" fmla="*/ 2018333 h 2344739"/>
              <a:gd name="connsiteX197" fmla="*/ 2646527 w 12192001"/>
              <a:gd name="connsiteY197" fmla="*/ 2028869 h 2344739"/>
              <a:gd name="connsiteX198" fmla="*/ 2568028 w 12192001"/>
              <a:gd name="connsiteY198" fmla="*/ 2002628 h 2344739"/>
              <a:gd name="connsiteX199" fmla="*/ 2443255 w 12192001"/>
              <a:gd name="connsiteY199" fmla="*/ 2016529 h 2344739"/>
              <a:gd name="connsiteX200" fmla="*/ 2315112 w 12192001"/>
              <a:gd name="connsiteY200" fmla="*/ 2024996 h 2344739"/>
              <a:gd name="connsiteX201" fmla="*/ 2208578 w 12192001"/>
              <a:gd name="connsiteY201" fmla="*/ 2019763 h 2344739"/>
              <a:gd name="connsiteX202" fmla="*/ 2094665 w 12192001"/>
              <a:gd name="connsiteY202" fmla="*/ 2003052 h 2344739"/>
              <a:gd name="connsiteX203" fmla="*/ 1997356 w 12192001"/>
              <a:gd name="connsiteY203" fmla="*/ 1995032 h 2344739"/>
              <a:gd name="connsiteX204" fmla="*/ 1928172 w 12192001"/>
              <a:gd name="connsiteY204" fmla="*/ 2016977 h 2344739"/>
              <a:gd name="connsiteX205" fmla="*/ 1921650 w 12192001"/>
              <a:gd name="connsiteY205" fmla="*/ 2012146 h 2344739"/>
              <a:gd name="connsiteX206" fmla="*/ 1873080 w 12192001"/>
              <a:gd name="connsiteY206" fmla="*/ 2013741 h 2344739"/>
              <a:gd name="connsiteX207" fmla="*/ 1786655 w 12192001"/>
              <a:gd name="connsiteY207" fmla="*/ 2041363 h 2344739"/>
              <a:gd name="connsiteX208" fmla="*/ 1738204 w 12192001"/>
              <a:gd name="connsiteY208" fmla="*/ 2036312 h 2344739"/>
              <a:gd name="connsiteX209" fmla="*/ 1675071 w 12192001"/>
              <a:gd name="connsiteY209" fmla="*/ 2019963 h 2344739"/>
              <a:gd name="connsiteX210" fmla="*/ 1608669 w 12192001"/>
              <a:gd name="connsiteY210" fmla="*/ 2013066 h 2344739"/>
              <a:gd name="connsiteX211" fmla="*/ 1496110 w 12192001"/>
              <a:gd name="connsiteY211" fmla="*/ 1987476 h 2344739"/>
              <a:gd name="connsiteX212" fmla="*/ 1149979 w 12192001"/>
              <a:gd name="connsiteY212" fmla="*/ 1938041 h 2344739"/>
              <a:gd name="connsiteX213" fmla="*/ 858269 w 12192001"/>
              <a:gd name="connsiteY213" fmla="*/ 1928608 h 2344739"/>
              <a:gd name="connsiteX214" fmla="*/ 837540 w 12192001"/>
              <a:gd name="connsiteY214" fmla="*/ 1929821 h 2344739"/>
              <a:gd name="connsiteX215" fmla="*/ 816809 w 12192001"/>
              <a:gd name="connsiteY215" fmla="*/ 1927857 h 2344739"/>
              <a:gd name="connsiteX216" fmla="*/ 811506 w 12192001"/>
              <a:gd name="connsiteY216" fmla="*/ 1930751 h 2344739"/>
              <a:gd name="connsiteX217" fmla="*/ 797041 w 12192001"/>
              <a:gd name="connsiteY217" fmla="*/ 1930446 h 2344739"/>
              <a:gd name="connsiteX218" fmla="*/ 767901 w 12192001"/>
              <a:gd name="connsiteY218" fmla="*/ 1932653 h 2344739"/>
              <a:gd name="connsiteX219" fmla="*/ 763053 w 12192001"/>
              <a:gd name="connsiteY219" fmla="*/ 1930432 h 2344739"/>
              <a:gd name="connsiteX220" fmla="*/ 720047 w 12192001"/>
              <a:gd name="connsiteY220" fmla="*/ 1929661 h 2344739"/>
              <a:gd name="connsiteX221" fmla="*/ 719742 w 12192001"/>
              <a:gd name="connsiteY221" fmla="*/ 1928399 h 2344739"/>
              <a:gd name="connsiteX222" fmla="*/ 708875 w 12192001"/>
              <a:gd name="connsiteY222" fmla="*/ 1922722 h 2344739"/>
              <a:gd name="connsiteX223" fmla="*/ 596792 w 12192001"/>
              <a:gd name="connsiteY223" fmla="*/ 1879864 h 2344739"/>
              <a:gd name="connsiteX224" fmla="*/ 578535 w 12192001"/>
              <a:gd name="connsiteY224" fmla="*/ 1877212 h 2344739"/>
              <a:gd name="connsiteX225" fmla="*/ 571717 w 12192001"/>
              <a:gd name="connsiteY225" fmla="*/ 1877401 h 2344739"/>
              <a:gd name="connsiteX226" fmla="*/ 445099 w 12192001"/>
              <a:gd name="connsiteY226" fmla="*/ 1839371 h 2344739"/>
              <a:gd name="connsiteX227" fmla="*/ 404015 w 12192001"/>
              <a:gd name="connsiteY227" fmla="*/ 1833548 h 2344739"/>
              <a:gd name="connsiteX228" fmla="*/ 292435 w 12192001"/>
              <a:gd name="connsiteY228" fmla="*/ 1812852 h 2344739"/>
              <a:gd name="connsiteX229" fmla="*/ 118381 w 12192001"/>
              <a:gd name="connsiteY229" fmla="*/ 1761047 h 2344739"/>
              <a:gd name="connsiteX230" fmla="*/ 15526 w 12192001"/>
              <a:gd name="connsiteY230" fmla="*/ 1758191 h 2344739"/>
              <a:gd name="connsiteX231" fmla="*/ 2 w 12192001"/>
              <a:gd name="connsiteY231" fmla="*/ 1752722 h 2344739"/>
              <a:gd name="connsiteX232" fmla="*/ 1 w 12192001"/>
              <a:gd name="connsiteY232" fmla="*/ 762497 h 2344739"/>
              <a:gd name="connsiteX233" fmla="*/ 0 w 12192001"/>
              <a:gd name="connsiteY233" fmla="*/ 762497 h 2344739"/>
              <a:gd name="connsiteX234" fmla="*/ 0 w 12192001"/>
              <a:gd name="connsiteY234" fmla="*/ 222213 h 2344739"/>
              <a:gd name="connsiteX235" fmla="*/ 0 w 12192001"/>
              <a:gd name="connsiteY235"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522499 w 12192001"/>
              <a:gd name="connsiteY26" fmla="*/ 1207528 h 2344739"/>
              <a:gd name="connsiteX27" fmla="*/ 11245526 w 12192001"/>
              <a:gd name="connsiteY27" fmla="*/ 1274060 h 2344739"/>
              <a:gd name="connsiteX28" fmla="*/ 11227161 w 12192001"/>
              <a:gd name="connsiteY28" fmla="*/ 1276236 h 2344739"/>
              <a:gd name="connsiteX29" fmla="*/ 11216939 w 12192001"/>
              <a:gd name="connsiteY29" fmla="*/ 1275961 h 2344739"/>
              <a:gd name="connsiteX30" fmla="*/ 11216036 w 12192001"/>
              <a:gd name="connsiteY30" fmla="*/ 1275018 h 2344739"/>
              <a:gd name="connsiteX31" fmla="*/ 11187737 w 12192001"/>
              <a:gd name="connsiteY31" fmla="*/ 1292383 h 2344739"/>
              <a:gd name="connsiteX32" fmla="*/ 11183353 w 12192001"/>
              <a:gd name="connsiteY32" fmla="*/ 1292525 h 2344739"/>
              <a:gd name="connsiteX33" fmla="*/ 11165706 w 12192001"/>
              <a:gd name="connsiteY33" fmla="*/ 1306612 h 2344739"/>
              <a:gd name="connsiteX34" fmla="*/ 11156163 w 12192001"/>
              <a:gd name="connsiteY34" fmla="*/ 1312414 h 2344739"/>
              <a:gd name="connsiteX35" fmla="*/ 11154348 w 12192001"/>
              <a:gd name="connsiteY35" fmla="*/ 1317097 h 2344739"/>
              <a:gd name="connsiteX36" fmla="*/ 11139813 w 12192001"/>
              <a:gd name="connsiteY36" fmla="*/ 1324115 h 2344739"/>
              <a:gd name="connsiteX37" fmla="*/ 11137813 w 12192001"/>
              <a:gd name="connsiteY37" fmla="*/ 1323772 h 2344739"/>
              <a:gd name="connsiteX38" fmla="*/ 11127060 w 12192001"/>
              <a:gd name="connsiteY38" fmla="*/ 1333832 h 2344739"/>
              <a:gd name="connsiteX39" fmla="*/ 11119543 w 12192001"/>
              <a:gd name="connsiteY39" fmla="*/ 1347424 h 2344739"/>
              <a:gd name="connsiteX40" fmla="*/ 10893535 w 12192001"/>
              <a:gd name="connsiteY40" fmla="*/ 1473399 h 2344739"/>
              <a:gd name="connsiteX41" fmla="*/ 10772152 w 12192001"/>
              <a:gd name="connsiteY41" fmla="*/ 1523191 h 2344739"/>
              <a:gd name="connsiteX42" fmla="*/ 10626520 w 12192001"/>
              <a:gd name="connsiteY42" fmla="*/ 1559229 h 2344739"/>
              <a:gd name="connsiteX43" fmla="*/ 10580747 w 12192001"/>
              <a:gd name="connsiteY43" fmla="*/ 1568689 h 2344739"/>
              <a:gd name="connsiteX44" fmla="*/ 10546642 w 12192001"/>
              <a:gd name="connsiteY44" fmla="*/ 1598423 h 2344739"/>
              <a:gd name="connsiteX45" fmla="*/ 10528495 w 12192001"/>
              <a:gd name="connsiteY45" fmla="*/ 1596907 h 2344739"/>
              <a:gd name="connsiteX46" fmla="*/ 10525298 w 12192001"/>
              <a:gd name="connsiteY46" fmla="*/ 1596411 h 2344739"/>
              <a:gd name="connsiteX47" fmla="*/ 10513981 w 12192001"/>
              <a:gd name="connsiteY47" fmla="*/ 1599537 h 2344739"/>
              <a:gd name="connsiteX48" fmla="*/ 10490587 w 12192001"/>
              <a:gd name="connsiteY48" fmla="*/ 1594156 h 2344739"/>
              <a:gd name="connsiteX49" fmla="*/ 10470270 w 12192001"/>
              <a:gd name="connsiteY49" fmla="*/ 1601693 h 2344739"/>
              <a:gd name="connsiteX50" fmla="*/ 10375894 w 12192001"/>
              <a:gd name="connsiteY50" fmla="*/ 1644598 h 2344739"/>
              <a:gd name="connsiteX51" fmla="*/ 10318190 w 12192001"/>
              <a:gd name="connsiteY51" fmla="*/ 1666221 h 2344739"/>
              <a:gd name="connsiteX52" fmla="*/ 10294319 w 12192001"/>
              <a:gd name="connsiteY52" fmla="*/ 1668079 h 2344739"/>
              <a:gd name="connsiteX53" fmla="*/ 10262295 w 12192001"/>
              <a:gd name="connsiteY53" fmla="*/ 1674948 h 2344739"/>
              <a:gd name="connsiteX54" fmla="*/ 10204270 w 12192001"/>
              <a:gd name="connsiteY54" fmla="*/ 1682149 h 2344739"/>
              <a:gd name="connsiteX55" fmla="*/ 10176611 w 12192001"/>
              <a:gd name="connsiteY55" fmla="*/ 1692943 h 2344739"/>
              <a:gd name="connsiteX56" fmla="*/ 10163922 w 12192001"/>
              <a:gd name="connsiteY56" fmla="*/ 1693739 h 2344739"/>
              <a:gd name="connsiteX57" fmla="*/ 10155160 w 12192001"/>
              <a:gd name="connsiteY57" fmla="*/ 1707487 h 2344739"/>
              <a:gd name="connsiteX58" fmla="*/ 10117119 w 12192001"/>
              <a:gd name="connsiteY58" fmla="*/ 1731142 h 2344739"/>
              <a:gd name="connsiteX59" fmla="*/ 10100445 w 12192001"/>
              <a:gd name="connsiteY59" fmla="*/ 1742432 h 2344739"/>
              <a:gd name="connsiteX60" fmla="*/ 10082169 w 12192001"/>
              <a:gd name="connsiteY60" fmla="*/ 1743296 h 2344739"/>
              <a:gd name="connsiteX61" fmla="*/ 10039240 w 12192001"/>
              <a:gd name="connsiteY61" fmla="*/ 1741632 h 2344739"/>
              <a:gd name="connsiteX62" fmla="*/ 9960019 w 12192001"/>
              <a:gd name="connsiteY62" fmla="*/ 1757147 h 2344739"/>
              <a:gd name="connsiteX63" fmla="*/ 9847792 w 12192001"/>
              <a:gd name="connsiteY63" fmla="*/ 1763915 h 2344739"/>
              <a:gd name="connsiteX64" fmla="*/ 9728309 w 12192001"/>
              <a:gd name="connsiteY64" fmla="*/ 1784122 h 2344739"/>
              <a:gd name="connsiteX65" fmla="*/ 9584507 w 12192001"/>
              <a:gd name="connsiteY65" fmla="*/ 1795542 h 2344739"/>
              <a:gd name="connsiteX66" fmla="*/ 9343052 w 12192001"/>
              <a:gd name="connsiteY66" fmla="*/ 1841244 h 2344739"/>
              <a:gd name="connsiteX67" fmla="*/ 9231370 w 12192001"/>
              <a:gd name="connsiteY67" fmla="*/ 1893149 h 2344739"/>
              <a:gd name="connsiteX68" fmla="*/ 9194810 w 12192001"/>
              <a:gd name="connsiteY68" fmla="*/ 1903228 h 2344739"/>
              <a:gd name="connsiteX69" fmla="*/ 9189246 w 12192001"/>
              <a:gd name="connsiteY69" fmla="*/ 1912467 h 2344739"/>
              <a:gd name="connsiteX70" fmla="*/ 9151232 w 12192001"/>
              <a:gd name="connsiteY70" fmla="*/ 1923669 h 2344739"/>
              <a:gd name="connsiteX71" fmla="*/ 9150210 w 12192001"/>
              <a:gd name="connsiteY71" fmla="*/ 1922604 h 2344739"/>
              <a:gd name="connsiteX72" fmla="*/ 9137318 w 12192001"/>
              <a:gd name="connsiteY72" fmla="*/ 1920435 h 2344739"/>
              <a:gd name="connsiteX73" fmla="*/ 9113812 w 12192001"/>
              <a:gd name="connsiteY73" fmla="*/ 1919069 h 2344739"/>
              <a:gd name="connsiteX74" fmla="*/ 9053453 w 12192001"/>
              <a:gd name="connsiteY74" fmla="*/ 1910755 h 2344739"/>
              <a:gd name="connsiteX75" fmla="*/ 9005486 w 12192001"/>
              <a:gd name="connsiteY75" fmla="*/ 1914040 h 2344739"/>
              <a:gd name="connsiteX76" fmla="*/ 9005201 w 12192001"/>
              <a:gd name="connsiteY76" fmla="*/ 1913800 h 2344739"/>
              <a:gd name="connsiteX77" fmla="*/ 8996232 w 12192001"/>
              <a:gd name="connsiteY77" fmla="*/ 1915011 h 2344739"/>
              <a:gd name="connsiteX78" fmla="*/ 8990394 w 12192001"/>
              <a:gd name="connsiteY78" fmla="*/ 1917072 h 2344739"/>
              <a:gd name="connsiteX79" fmla="*/ 8974337 w 12192001"/>
              <a:gd name="connsiteY79" fmla="*/ 1920298 h 2344739"/>
              <a:gd name="connsiteX80" fmla="*/ 8968011 w 12192001"/>
              <a:gd name="connsiteY80" fmla="*/ 1919598 h 2344739"/>
              <a:gd name="connsiteX81" fmla="*/ 8963048 w 12192001"/>
              <a:gd name="connsiteY81" fmla="*/ 1917373 h 2344739"/>
              <a:gd name="connsiteX82" fmla="*/ 8928988 w 12192001"/>
              <a:gd name="connsiteY82" fmla="*/ 1914185 h 2344739"/>
              <a:gd name="connsiteX83" fmla="*/ 8752444 w 12192001"/>
              <a:gd name="connsiteY83" fmla="*/ 1933417 h 2344739"/>
              <a:gd name="connsiteX84" fmla="*/ 8707847 w 12192001"/>
              <a:gd name="connsiteY84" fmla="*/ 1935518 h 2344739"/>
              <a:gd name="connsiteX85" fmla="*/ 8596071 w 12192001"/>
              <a:gd name="connsiteY85" fmla="*/ 1944090 h 2344739"/>
              <a:gd name="connsiteX86" fmla="*/ 8525230 w 12192001"/>
              <a:gd name="connsiteY86" fmla="*/ 1929248 h 2344739"/>
              <a:gd name="connsiteX87" fmla="*/ 8510983 w 12192001"/>
              <a:gd name="connsiteY87" fmla="*/ 1935163 h 2344739"/>
              <a:gd name="connsiteX88" fmla="*/ 8506167 w 12192001"/>
              <a:gd name="connsiteY88" fmla="*/ 1938164 h 2344739"/>
              <a:gd name="connsiteX89" fmla="*/ 8497968 w 12192001"/>
              <a:gd name="connsiteY89" fmla="*/ 1940902 h 2344739"/>
              <a:gd name="connsiteX90" fmla="*/ 8497594 w 12192001"/>
              <a:gd name="connsiteY90" fmla="*/ 1940723 h 2344739"/>
              <a:gd name="connsiteX91" fmla="*/ 8490249 w 12192001"/>
              <a:gd name="connsiteY91" fmla="*/ 1943773 h 2344739"/>
              <a:gd name="connsiteX92" fmla="*/ 8367182 w 12192001"/>
              <a:gd name="connsiteY92" fmla="*/ 1957815 h 2344739"/>
              <a:gd name="connsiteX93" fmla="*/ 8353799 w 12192001"/>
              <a:gd name="connsiteY93" fmla="*/ 1958009 h 2344739"/>
              <a:gd name="connsiteX94" fmla="*/ 8352373 w 12192001"/>
              <a:gd name="connsiteY94" fmla="*/ 1957169 h 2344739"/>
              <a:gd name="connsiteX95" fmla="*/ 8320104 w 12192001"/>
              <a:gd name="connsiteY95" fmla="*/ 1974587 h 2344739"/>
              <a:gd name="connsiteX96" fmla="*/ 8314433 w 12192001"/>
              <a:gd name="connsiteY96" fmla="*/ 1974913 h 2344739"/>
              <a:gd name="connsiteX97" fmla="*/ 8295174 w 12192001"/>
              <a:gd name="connsiteY97" fmla="*/ 1988808 h 2344739"/>
              <a:gd name="connsiteX98" fmla="*/ 8284276 w 12192001"/>
              <a:gd name="connsiteY98" fmla="*/ 1994631 h 2344739"/>
              <a:gd name="connsiteX99" fmla="*/ 8283150 w 12192001"/>
              <a:gd name="connsiteY99" fmla="*/ 1999074 h 2344739"/>
              <a:gd name="connsiteX100" fmla="*/ 8266076 w 12192001"/>
              <a:gd name="connsiteY100" fmla="*/ 2006249 h 2344739"/>
              <a:gd name="connsiteX101" fmla="*/ 8263377 w 12192001"/>
              <a:gd name="connsiteY101" fmla="*/ 2006019 h 2344739"/>
              <a:gd name="connsiteX102" fmla="*/ 8252033 w 12192001"/>
              <a:gd name="connsiteY102" fmla="*/ 2015862 h 2344739"/>
              <a:gd name="connsiteX103" fmla="*/ 8245834 w 12192001"/>
              <a:gd name="connsiteY103" fmla="*/ 2028854 h 2344739"/>
              <a:gd name="connsiteX104" fmla="*/ 8090272 w 12192001"/>
              <a:gd name="connsiteY104" fmla="*/ 2075015 h 2344739"/>
              <a:gd name="connsiteX105" fmla="*/ 7905407 w 12192001"/>
              <a:gd name="connsiteY105" fmla="*/ 2116988 h 2344739"/>
              <a:gd name="connsiteX106" fmla="*/ 7718745 w 12192001"/>
              <a:gd name="connsiteY106" fmla="*/ 2142703 h 2344739"/>
              <a:gd name="connsiteX107" fmla="*/ 7614347 w 12192001"/>
              <a:gd name="connsiteY107" fmla="*/ 2139232 h 2344739"/>
              <a:gd name="connsiteX108" fmla="*/ 7527543 w 12192001"/>
              <a:gd name="connsiteY108" fmla="*/ 2145060 h 2344739"/>
              <a:gd name="connsiteX109" fmla="*/ 7519571 w 12192001"/>
              <a:gd name="connsiteY109" fmla="*/ 2147613 h 2344739"/>
              <a:gd name="connsiteX110" fmla="*/ 7507411 w 12192001"/>
              <a:gd name="connsiteY110" fmla="*/ 2148948 h 2344739"/>
              <a:gd name="connsiteX111" fmla="*/ 7507040 w 12192001"/>
              <a:gd name="connsiteY111" fmla="*/ 2148621 h 2344739"/>
              <a:gd name="connsiteX112" fmla="*/ 7495795 w 12192001"/>
              <a:gd name="connsiteY112" fmla="*/ 2150573 h 2344739"/>
              <a:gd name="connsiteX113" fmla="*/ 7405391 w 12192001"/>
              <a:gd name="connsiteY113" fmla="*/ 2142468 h 2344739"/>
              <a:gd name="connsiteX114" fmla="*/ 7312180 w 12192001"/>
              <a:gd name="connsiteY114" fmla="*/ 2132873 h 2344739"/>
              <a:gd name="connsiteX115" fmla="*/ 7310853 w 12192001"/>
              <a:gd name="connsiteY115" fmla="*/ 2131431 h 2344739"/>
              <a:gd name="connsiteX116" fmla="*/ 7218559 w 12192001"/>
              <a:gd name="connsiteY116" fmla="*/ 2156680 h 2344739"/>
              <a:gd name="connsiteX117" fmla="*/ 7201101 w 12192001"/>
              <a:gd name="connsiteY117" fmla="*/ 2161230 h 2344739"/>
              <a:gd name="connsiteX118" fmla="*/ 7197004 w 12192001"/>
              <a:gd name="connsiteY118" fmla="*/ 2166588 h 2344739"/>
              <a:gd name="connsiteX119" fmla="*/ 7170808 w 12192001"/>
              <a:gd name="connsiteY119" fmla="*/ 2171236 h 2344739"/>
              <a:gd name="connsiteX120" fmla="*/ 7096988 w 12192001"/>
              <a:gd name="connsiteY120" fmla="*/ 2183464 h 2344739"/>
              <a:gd name="connsiteX121" fmla="*/ 7018496 w 12192001"/>
              <a:gd name="connsiteY121" fmla="*/ 2183090 h 2344739"/>
              <a:gd name="connsiteX122" fmla="*/ 6904146 w 12192001"/>
              <a:gd name="connsiteY122" fmla="*/ 2212596 h 2344739"/>
              <a:gd name="connsiteX123" fmla="*/ 6708222 w 12192001"/>
              <a:gd name="connsiteY123" fmla="*/ 2240551 h 2344739"/>
              <a:gd name="connsiteX124" fmla="*/ 6549454 w 12192001"/>
              <a:gd name="connsiteY124" fmla="*/ 2269327 h 2344739"/>
              <a:gd name="connsiteX125" fmla="*/ 6317560 w 12192001"/>
              <a:gd name="connsiteY125" fmla="*/ 2316127 h 2344739"/>
              <a:gd name="connsiteX126" fmla="*/ 6168674 w 12192001"/>
              <a:gd name="connsiteY126" fmla="*/ 2318214 h 2344739"/>
              <a:gd name="connsiteX127" fmla="*/ 6073848 w 12192001"/>
              <a:gd name="connsiteY127" fmla="*/ 2338676 h 2344739"/>
              <a:gd name="connsiteX128" fmla="*/ 6068529 w 12192001"/>
              <a:gd name="connsiteY128" fmla="*/ 2337139 h 2344739"/>
              <a:gd name="connsiteX129" fmla="*/ 6048638 w 12192001"/>
              <a:gd name="connsiteY129" fmla="*/ 2337822 h 2344739"/>
              <a:gd name="connsiteX130" fmla="*/ 6041285 w 12192001"/>
              <a:gd name="connsiteY130" fmla="*/ 2329473 h 2344739"/>
              <a:gd name="connsiteX131" fmla="*/ 6010090 w 12192001"/>
              <a:gd name="connsiteY131" fmla="*/ 2324380 h 2344739"/>
              <a:gd name="connsiteX132" fmla="*/ 5957375 w 12192001"/>
              <a:gd name="connsiteY132" fmla="*/ 2328024 h 2344739"/>
              <a:gd name="connsiteX133" fmla="*/ 5758919 w 12192001"/>
              <a:gd name="connsiteY133" fmla="*/ 2343716 h 2344739"/>
              <a:gd name="connsiteX134" fmla="*/ 5626960 w 12192001"/>
              <a:gd name="connsiteY134" fmla="*/ 2344739 h 2344739"/>
              <a:gd name="connsiteX135" fmla="*/ 5470906 w 12192001"/>
              <a:gd name="connsiteY135" fmla="*/ 2330719 h 2344739"/>
              <a:gd name="connsiteX136" fmla="*/ 5432761 w 12192001"/>
              <a:gd name="connsiteY136" fmla="*/ 2319466 h 2344739"/>
              <a:gd name="connsiteX137" fmla="*/ 5381669 w 12192001"/>
              <a:gd name="connsiteY137" fmla="*/ 2301764 h 2344739"/>
              <a:gd name="connsiteX138" fmla="*/ 5261764 w 12192001"/>
              <a:gd name="connsiteY138" fmla="*/ 2281347 h 2344739"/>
              <a:gd name="connsiteX139" fmla="*/ 5222961 w 12192001"/>
              <a:gd name="connsiteY139" fmla="*/ 2270223 h 2344739"/>
              <a:gd name="connsiteX140" fmla="*/ 5174660 w 12192001"/>
              <a:gd name="connsiteY140" fmla="*/ 2267233 h 2344739"/>
              <a:gd name="connsiteX141" fmla="*/ 5156554 w 12192001"/>
              <a:gd name="connsiteY141" fmla="*/ 2260010 h 2344739"/>
              <a:gd name="connsiteX142" fmla="*/ 5142599 w 12192001"/>
              <a:gd name="connsiteY142" fmla="*/ 2256610 h 2344739"/>
              <a:gd name="connsiteX143" fmla="*/ 5139596 w 12192001"/>
              <a:gd name="connsiteY143" fmla="*/ 2254509 h 2344739"/>
              <a:gd name="connsiteX144" fmla="*/ 5121659 w 12192001"/>
              <a:gd name="connsiteY144" fmla="*/ 2243656 h 2344739"/>
              <a:gd name="connsiteX145" fmla="*/ 5065790 w 12192001"/>
              <a:gd name="connsiteY145" fmla="*/ 2250227 h 2344739"/>
              <a:gd name="connsiteX146" fmla="*/ 5011514 w 12192001"/>
              <a:gd name="connsiteY146" fmla="*/ 2233846 h 2344739"/>
              <a:gd name="connsiteX147" fmla="*/ 4840441 w 12192001"/>
              <a:gd name="connsiteY147" fmla="*/ 2209829 h 2344739"/>
              <a:gd name="connsiteX148" fmla="*/ 4762447 w 12192001"/>
              <a:gd name="connsiteY148" fmla="*/ 2182061 h 2344739"/>
              <a:gd name="connsiteX149" fmla="*/ 4723186 w 12192001"/>
              <a:gd name="connsiteY149" fmla="*/ 2173047 h 2344739"/>
              <a:gd name="connsiteX150" fmla="*/ 4721176 w 12192001"/>
              <a:gd name="connsiteY150" fmla="*/ 2172298 h 2344739"/>
              <a:gd name="connsiteX151" fmla="*/ 4722111 w 12192001"/>
              <a:gd name="connsiteY151" fmla="*/ 2172087 h 2344739"/>
              <a:gd name="connsiteX152" fmla="*/ 4717202 w 12192001"/>
              <a:gd name="connsiteY152" fmla="*/ 2170817 h 2344739"/>
              <a:gd name="connsiteX153" fmla="*/ 4721176 w 12192001"/>
              <a:gd name="connsiteY153" fmla="*/ 2172298 h 2344739"/>
              <a:gd name="connsiteX154" fmla="*/ 4715526 w 12192001"/>
              <a:gd name="connsiteY154" fmla="*/ 2173573 h 2344739"/>
              <a:gd name="connsiteX155" fmla="*/ 4515814 w 12192001"/>
              <a:gd name="connsiteY155" fmla="*/ 2163671 h 2344739"/>
              <a:gd name="connsiteX156" fmla="*/ 4428543 w 12192001"/>
              <a:gd name="connsiteY156" fmla="*/ 2153020 h 2344739"/>
              <a:gd name="connsiteX157" fmla="*/ 4362875 w 12192001"/>
              <a:gd name="connsiteY157" fmla="*/ 2151674 h 2344739"/>
              <a:gd name="connsiteX158" fmla="*/ 4316966 w 12192001"/>
              <a:gd name="connsiteY158" fmla="*/ 2158289 h 2344739"/>
              <a:gd name="connsiteX159" fmla="*/ 4315110 w 12192001"/>
              <a:gd name="connsiteY159" fmla="*/ 2156948 h 2344739"/>
              <a:gd name="connsiteX160" fmla="*/ 4295144 w 12192001"/>
              <a:gd name="connsiteY160" fmla="*/ 2155069 h 2344739"/>
              <a:gd name="connsiteX161" fmla="*/ 4290064 w 12192001"/>
              <a:gd name="connsiteY161" fmla="*/ 2157986 h 2344739"/>
              <a:gd name="connsiteX162" fmla="*/ 4276142 w 12192001"/>
              <a:gd name="connsiteY162" fmla="*/ 2157740 h 2344739"/>
              <a:gd name="connsiteX163" fmla="*/ 4248117 w 12192001"/>
              <a:gd name="connsiteY163" fmla="*/ 2160064 h 2344739"/>
              <a:gd name="connsiteX164" fmla="*/ 4202051 w 12192001"/>
              <a:gd name="connsiteY164" fmla="*/ 2157269 h 2344739"/>
              <a:gd name="connsiteX165" fmla="*/ 4201745 w 12192001"/>
              <a:gd name="connsiteY165" fmla="*/ 2156010 h 2344739"/>
              <a:gd name="connsiteX166" fmla="*/ 4191248 w 12192001"/>
              <a:gd name="connsiteY166" fmla="*/ 2150376 h 2344739"/>
              <a:gd name="connsiteX167" fmla="*/ 4142745 w 12192001"/>
              <a:gd name="connsiteY167" fmla="*/ 2134511 h 2344739"/>
              <a:gd name="connsiteX168" fmla="*/ 4083097 w 12192001"/>
              <a:gd name="connsiteY168" fmla="*/ 2107978 h 2344739"/>
              <a:gd name="connsiteX169" fmla="*/ 4074546 w 12192001"/>
              <a:gd name="connsiteY169" fmla="*/ 2107143 h 2344739"/>
              <a:gd name="connsiteX170" fmla="*/ 4074427 w 12192001"/>
              <a:gd name="connsiteY170" fmla="*/ 2106844 h 2344739"/>
              <a:gd name="connsiteX171" fmla="*/ 4065510 w 12192001"/>
              <a:gd name="connsiteY171" fmla="*/ 2105400 h 2344739"/>
              <a:gd name="connsiteX172" fmla="*/ 4058954 w 12192001"/>
              <a:gd name="connsiteY172" fmla="*/ 2105618 h 2344739"/>
              <a:gd name="connsiteX173" fmla="*/ 4042364 w 12192001"/>
              <a:gd name="connsiteY173" fmla="*/ 2103997 h 2344739"/>
              <a:gd name="connsiteX174" fmla="*/ 4036997 w 12192001"/>
              <a:gd name="connsiteY174" fmla="*/ 2101563 h 2344739"/>
              <a:gd name="connsiteX175" fmla="*/ 4035363 w 12192001"/>
              <a:gd name="connsiteY175" fmla="*/ 2097896 h 2344739"/>
              <a:gd name="connsiteX176" fmla="*/ 4033778 w 12192001"/>
              <a:gd name="connsiteY176" fmla="*/ 2098131 h 2344739"/>
              <a:gd name="connsiteX177" fmla="*/ 4004538 w 12192001"/>
              <a:gd name="connsiteY177" fmla="*/ 2085563 h 2344739"/>
              <a:gd name="connsiteX178" fmla="*/ 3936846 w 12192001"/>
              <a:gd name="connsiteY178" fmla="*/ 2068106 h 2344739"/>
              <a:gd name="connsiteX179" fmla="*/ 3897275 w 12192001"/>
              <a:gd name="connsiteY179" fmla="*/ 2062451 h 2344739"/>
              <a:gd name="connsiteX180" fmla="*/ 3789760 w 12192001"/>
              <a:gd name="connsiteY180" fmla="*/ 2042213 h 2344739"/>
              <a:gd name="connsiteX181" fmla="*/ 3682513 w 12192001"/>
              <a:gd name="connsiteY181" fmla="*/ 2018290 h 2344739"/>
              <a:gd name="connsiteX182" fmla="*/ 3610035 w 12192001"/>
              <a:gd name="connsiteY182" fmla="*/ 1986019 h 2344739"/>
              <a:gd name="connsiteX183" fmla="*/ 3603855 w 12192001"/>
              <a:gd name="connsiteY183" fmla="*/ 1987381 h 2344739"/>
              <a:gd name="connsiteX184" fmla="*/ 3594736 w 12192001"/>
              <a:gd name="connsiteY184" fmla="*/ 1987545 h 2344739"/>
              <a:gd name="connsiteX185" fmla="*/ 3594501 w 12192001"/>
              <a:gd name="connsiteY185" fmla="*/ 1987276 h 2344739"/>
              <a:gd name="connsiteX186" fmla="*/ 3585978 w 12192001"/>
              <a:gd name="connsiteY186" fmla="*/ 1987966 h 2344739"/>
              <a:gd name="connsiteX187" fmla="*/ 3536135 w 12192001"/>
              <a:gd name="connsiteY187" fmla="*/ 1978267 h 2344739"/>
              <a:gd name="connsiteX188" fmla="*/ 3473223 w 12192001"/>
              <a:gd name="connsiteY188" fmla="*/ 1974606 h 2344739"/>
              <a:gd name="connsiteX189" fmla="*/ 3400728 w 12192001"/>
              <a:gd name="connsiteY189" fmla="*/ 1962558 h 2344739"/>
              <a:gd name="connsiteX190" fmla="*/ 3363888 w 12192001"/>
              <a:gd name="connsiteY190" fmla="*/ 1979510 h 2344739"/>
              <a:gd name="connsiteX191" fmla="*/ 3344026 w 12192001"/>
              <a:gd name="connsiteY191" fmla="*/ 1981192 h 2344739"/>
              <a:gd name="connsiteX192" fmla="*/ 3341698 w 12192001"/>
              <a:gd name="connsiteY192" fmla="*/ 1980217 h 2344739"/>
              <a:gd name="connsiteX193" fmla="*/ 3262356 w 12192001"/>
              <a:gd name="connsiteY193" fmla="*/ 1986094 h 2344739"/>
              <a:gd name="connsiteX194" fmla="*/ 3142556 w 12192001"/>
              <a:gd name="connsiteY194" fmla="*/ 1993869 h 2344739"/>
              <a:gd name="connsiteX195" fmla="*/ 3030291 w 12192001"/>
              <a:gd name="connsiteY195" fmla="*/ 1996512 h 2344739"/>
              <a:gd name="connsiteX196" fmla="*/ 2781569 w 12192001"/>
              <a:gd name="connsiteY196" fmla="*/ 2018333 h 2344739"/>
              <a:gd name="connsiteX197" fmla="*/ 2646527 w 12192001"/>
              <a:gd name="connsiteY197" fmla="*/ 2028869 h 2344739"/>
              <a:gd name="connsiteX198" fmla="*/ 2568028 w 12192001"/>
              <a:gd name="connsiteY198" fmla="*/ 2002628 h 2344739"/>
              <a:gd name="connsiteX199" fmla="*/ 2443255 w 12192001"/>
              <a:gd name="connsiteY199" fmla="*/ 2016529 h 2344739"/>
              <a:gd name="connsiteX200" fmla="*/ 2315112 w 12192001"/>
              <a:gd name="connsiteY200" fmla="*/ 2024996 h 2344739"/>
              <a:gd name="connsiteX201" fmla="*/ 2208578 w 12192001"/>
              <a:gd name="connsiteY201" fmla="*/ 2019763 h 2344739"/>
              <a:gd name="connsiteX202" fmla="*/ 2094665 w 12192001"/>
              <a:gd name="connsiteY202" fmla="*/ 2003052 h 2344739"/>
              <a:gd name="connsiteX203" fmla="*/ 1997356 w 12192001"/>
              <a:gd name="connsiteY203" fmla="*/ 1995032 h 2344739"/>
              <a:gd name="connsiteX204" fmla="*/ 1928172 w 12192001"/>
              <a:gd name="connsiteY204" fmla="*/ 2016977 h 2344739"/>
              <a:gd name="connsiteX205" fmla="*/ 1921650 w 12192001"/>
              <a:gd name="connsiteY205" fmla="*/ 2012146 h 2344739"/>
              <a:gd name="connsiteX206" fmla="*/ 1873080 w 12192001"/>
              <a:gd name="connsiteY206" fmla="*/ 2013741 h 2344739"/>
              <a:gd name="connsiteX207" fmla="*/ 1786655 w 12192001"/>
              <a:gd name="connsiteY207" fmla="*/ 2041363 h 2344739"/>
              <a:gd name="connsiteX208" fmla="*/ 1738204 w 12192001"/>
              <a:gd name="connsiteY208" fmla="*/ 2036312 h 2344739"/>
              <a:gd name="connsiteX209" fmla="*/ 1675071 w 12192001"/>
              <a:gd name="connsiteY209" fmla="*/ 2019963 h 2344739"/>
              <a:gd name="connsiteX210" fmla="*/ 1608669 w 12192001"/>
              <a:gd name="connsiteY210" fmla="*/ 2013066 h 2344739"/>
              <a:gd name="connsiteX211" fmla="*/ 1496110 w 12192001"/>
              <a:gd name="connsiteY211" fmla="*/ 1987476 h 2344739"/>
              <a:gd name="connsiteX212" fmla="*/ 1149979 w 12192001"/>
              <a:gd name="connsiteY212" fmla="*/ 1938041 h 2344739"/>
              <a:gd name="connsiteX213" fmla="*/ 858269 w 12192001"/>
              <a:gd name="connsiteY213" fmla="*/ 1928608 h 2344739"/>
              <a:gd name="connsiteX214" fmla="*/ 837540 w 12192001"/>
              <a:gd name="connsiteY214" fmla="*/ 1929821 h 2344739"/>
              <a:gd name="connsiteX215" fmla="*/ 816809 w 12192001"/>
              <a:gd name="connsiteY215" fmla="*/ 1927857 h 2344739"/>
              <a:gd name="connsiteX216" fmla="*/ 811506 w 12192001"/>
              <a:gd name="connsiteY216" fmla="*/ 1930751 h 2344739"/>
              <a:gd name="connsiteX217" fmla="*/ 797041 w 12192001"/>
              <a:gd name="connsiteY217" fmla="*/ 1930446 h 2344739"/>
              <a:gd name="connsiteX218" fmla="*/ 767901 w 12192001"/>
              <a:gd name="connsiteY218" fmla="*/ 1932653 h 2344739"/>
              <a:gd name="connsiteX219" fmla="*/ 763053 w 12192001"/>
              <a:gd name="connsiteY219" fmla="*/ 1930432 h 2344739"/>
              <a:gd name="connsiteX220" fmla="*/ 720047 w 12192001"/>
              <a:gd name="connsiteY220" fmla="*/ 1929661 h 2344739"/>
              <a:gd name="connsiteX221" fmla="*/ 719742 w 12192001"/>
              <a:gd name="connsiteY221" fmla="*/ 1928399 h 2344739"/>
              <a:gd name="connsiteX222" fmla="*/ 708875 w 12192001"/>
              <a:gd name="connsiteY222" fmla="*/ 1922722 h 2344739"/>
              <a:gd name="connsiteX223" fmla="*/ 596792 w 12192001"/>
              <a:gd name="connsiteY223" fmla="*/ 1879864 h 2344739"/>
              <a:gd name="connsiteX224" fmla="*/ 578535 w 12192001"/>
              <a:gd name="connsiteY224" fmla="*/ 1877212 h 2344739"/>
              <a:gd name="connsiteX225" fmla="*/ 571717 w 12192001"/>
              <a:gd name="connsiteY225" fmla="*/ 1877401 h 2344739"/>
              <a:gd name="connsiteX226" fmla="*/ 445099 w 12192001"/>
              <a:gd name="connsiteY226" fmla="*/ 1839371 h 2344739"/>
              <a:gd name="connsiteX227" fmla="*/ 404015 w 12192001"/>
              <a:gd name="connsiteY227" fmla="*/ 1833548 h 2344739"/>
              <a:gd name="connsiteX228" fmla="*/ 292435 w 12192001"/>
              <a:gd name="connsiteY228" fmla="*/ 1812852 h 2344739"/>
              <a:gd name="connsiteX229" fmla="*/ 118381 w 12192001"/>
              <a:gd name="connsiteY229" fmla="*/ 1761047 h 2344739"/>
              <a:gd name="connsiteX230" fmla="*/ 15526 w 12192001"/>
              <a:gd name="connsiteY230" fmla="*/ 1758191 h 2344739"/>
              <a:gd name="connsiteX231" fmla="*/ 2 w 12192001"/>
              <a:gd name="connsiteY231" fmla="*/ 1752722 h 2344739"/>
              <a:gd name="connsiteX232" fmla="*/ 1 w 12192001"/>
              <a:gd name="connsiteY232" fmla="*/ 762497 h 2344739"/>
              <a:gd name="connsiteX233" fmla="*/ 0 w 12192001"/>
              <a:gd name="connsiteY233" fmla="*/ 762497 h 2344739"/>
              <a:gd name="connsiteX234" fmla="*/ 0 w 12192001"/>
              <a:gd name="connsiteY234" fmla="*/ 222213 h 2344739"/>
              <a:gd name="connsiteX235" fmla="*/ 0 w 12192001"/>
              <a:gd name="connsiteY235"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522499 w 12192001"/>
              <a:gd name="connsiteY25" fmla="*/ 1207528 h 2344739"/>
              <a:gd name="connsiteX26" fmla="*/ 11245526 w 12192001"/>
              <a:gd name="connsiteY26" fmla="*/ 1274060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50210 w 12192001"/>
              <a:gd name="connsiteY70" fmla="*/ 1922604 h 2344739"/>
              <a:gd name="connsiteX71" fmla="*/ 9137318 w 12192001"/>
              <a:gd name="connsiteY71" fmla="*/ 1920435 h 2344739"/>
              <a:gd name="connsiteX72" fmla="*/ 9113812 w 12192001"/>
              <a:gd name="connsiteY72" fmla="*/ 1919069 h 2344739"/>
              <a:gd name="connsiteX73" fmla="*/ 9053453 w 12192001"/>
              <a:gd name="connsiteY73" fmla="*/ 1910755 h 2344739"/>
              <a:gd name="connsiteX74" fmla="*/ 9005486 w 12192001"/>
              <a:gd name="connsiteY74" fmla="*/ 1914040 h 2344739"/>
              <a:gd name="connsiteX75" fmla="*/ 9005201 w 12192001"/>
              <a:gd name="connsiteY75" fmla="*/ 1913800 h 2344739"/>
              <a:gd name="connsiteX76" fmla="*/ 8996232 w 12192001"/>
              <a:gd name="connsiteY76" fmla="*/ 1915011 h 2344739"/>
              <a:gd name="connsiteX77" fmla="*/ 8990394 w 12192001"/>
              <a:gd name="connsiteY77" fmla="*/ 1917072 h 2344739"/>
              <a:gd name="connsiteX78" fmla="*/ 8974337 w 12192001"/>
              <a:gd name="connsiteY78" fmla="*/ 1920298 h 2344739"/>
              <a:gd name="connsiteX79" fmla="*/ 8968011 w 12192001"/>
              <a:gd name="connsiteY79" fmla="*/ 1919598 h 2344739"/>
              <a:gd name="connsiteX80" fmla="*/ 8963048 w 12192001"/>
              <a:gd name="connsiteY80" fmla="*/ 1917373 h 2344739"/>
              <a:gd name="connsiteX81" fmla="*/ 8928988 w 12192001"/>
              <a:gd name="connsiteY81" fmla="*/ 1914185 h 2344739"/>
              <a:gd name="connsiteX82" fmla="*/ 8752444 w 12192001"/>
              <a:gd name="connsiteY82" fmla="*/ 1933417 h 2344739"/>
              <a:gd name="connsiteX83" fmla="*/ 8707847 w 12192001"/>
              <a:gd name="connsiteY83" fmla="*/ 1935518 h 2344739"/>
              <a:gd name="connsiteX84" fmla="*/ 8596071 w 12192001"/>
              <a:gd name="connsiteY84" fmla="*/ 1944090 h 2344739"/>
              <a:gd name="connsiteX85" fmla="*/ 8525230 w 12192001"/>
              <a:gd name="connsiteY85" fmla="*/ 1929248 h 2344739"/>
              <a:gd name="connsiteX86" fmla="*/ 8510983 w 12192001"/>
              <a:gd name="connsiteY86" fmla="*/ 1935163 h 2344739"/>
              <a:gd name="connsiteX87" fmla="*/ 8506167 w 12192001"/>
              <a:gd name="connsiteY87" fmla="*/ 1938164 h 2344739"/>
              <a:gd name="connsiteX88" fmla="*/ 8497968 w 12192001"/>
              <a:gd name="connsiteY88" fmla="*/ 1940902 h 2344739"/>
              <a:gd name="connsiteX89" fmla="*/ 8497594 w 12192001"/>
              <a:gd name="connsiteY89" fmla="*/ 1940723 h 2344739"/>
              <a:gd name="connsiteX90" fmla="*/ 8490249 w 12192001"/>
              <a:gd name="connsiteY90" fmla="*/ 1943773 h 2344739"/>
              <a:gd name="connsiteX91" fmla="*/ 8367182 w 12192001"/>
              <a:gd name="connsiteY91" fmla="*/ 1957815 h 2344739"/>
              <a:gd name="connsiteX92" fmla="*/ 8353799 w 12192001"/>
              <a:gd name="connsiteY92" fmla="*/ 1958009 h 2344739"/>
              <a:gd name="connsiteX93" fmla="*/ 8352373 w 12192001"/>
              <a:gd name="connsiteY93" fmla="*/ 1957169 h 2344739"/>
              <a:gd name="connsiteX94" fmla="*/ 8320104 w 12192001"/>
              <a:gd name="connsiteY94" fmla="*/ 1974587 h 2344739"/>
              <a:gd name="connsiteX95" fmla="*/ 8314433 w 12192001"/>
              <a:gd name="connsiteY95" fmla="*/ 1974913 h 2344739"/>
              <a:gd name="connsiteX96" fmla="*/ 8295174 w 12192001"/>
              <a:gd name="connsiteY96" fmla="*/ 1988808 h 2344739"/>
              <a:gd name="connsiteX97" fmla="*/ 8284276 w 12192001"/>
              <a:gd name="connsiteY97" fmla="*/ 1994631 h 2344739"/>
              <a:gd name="connsiteX98" fmla="*/ 8283150 w 12192001"/>
              <a:gd name="connsiteY98" fmla="*/ 1999074 h 2344739"/>
              <a:gd name="connsiteX99" fmla="*/ 8266076 w 12192001"/>
              <a:gd name="connsiteY99" fmla="*/ 2006249 h 2344739"/>
              <a:gd name="connsiteX100" fmla="*/ 8263377 w 12192001"/>
              <a:gd name="connsiteY100" fmla="*/ 2006019 h 2344739"/>
              <a:gd name="connsiteX101" fmla="*/ 8252033 w 12192001"/>
              <a:gd name="connsiteY101" fmla="*/ 2015862 h 2344739"/>
              <a:gd name="connsiteX102" fmla="*/ 8245834 w 12192001"/>
              <a:gd name="connsiteY102" fmla="*/ 2028854 h 2344739"/>
              <a:gd name="connsiteX103" fmla="*/ 8090272 w 12192001"/>
              <a:gd name="connsiteY103" fmla="*/ 2075015 h 2344739"/>
              <a:gd name="connsiteX104" fmla="*/ 7905407 w 12192001"/>
              <a:gd name="connsiteY104" fmla="*/ 2116988 h 2344739"/>
              <a:gd name="connsiteX105" fmla="*/ 7718745 w 12192001"/>
              <a:gd name="connsiteY105" fmla="*/ 2142703 h 2344739"/>
              <a:gd name="connsiteX106" fmla="*/ 7614347 w 12192001"/>
              <a:gd name="connsiteY106" fmla="*/ 2139232 h 2344739"/>
              <a:gd name="connsiteX107" fmla="*/ 7527543 w 12192001"/>
              <a:gd name="connsiteY107" fmla="*/ 2145060 h 2344739"/>
              <a:gd name="connsiteX108" fmla="*/ 7519571 w 12192001"/>
              <a:gd name="connsiteY108" fmla="*/ 2147613 h 2344739"/>
              <a:gd name="connsiteX109" fmla="*/ 7507411 w 12192001"/>
              <a:gd name="connsiteY109" fmla="*/ 2148948 h 2344739"/>
              <a:gd name="connsiteX110" fmla="*/ 7507040 w 12192001"/>
              <a:gd name="connsiteY110" fmla="*/ 2148621 h 2344739"/>
              <a:gd name="connsiteX111" fmla="*/ 7495795 w 12192001"/>
              <a:gd name="connsiteY111" fmla="*/ 2150573 h 2344739"/>
              <a:gd name="connsiteX112" fmla="*/ 7405391 w 12192001"/>
              <a:gd name="connsiteY112" fmla="*/ 2142468 h 2344739"/>
              <a:gd name="connsiteX113" fmla="*/ 7312180 w 12192001"/>
              <a:gd name="connsiteY113" fmla="*/ 2132873 h 2344739"/>
              <a:gd name="connsiteX114" fmla="*/ 7310853 w 12192001"/>
              <a:gd name="connsiteY114" fmla="*/ 2131431 h 2344739"/>
              <a:gd name="connsiteX115" fmla="*/ 7218559 w 12192001"/>
              <a:gd name="connsiteY115" fmla="*/ 2156680 h 2344739"/>
              <a:gd name="connsiteX116" fmla="*/ 7201101 w 12192001"/>
              <a:gd name="connsiteY116" fmla="*/ 2161230 h 2344739"/>
              <a:gd name="connsiteX117" fmla="*/ 7197004 w 12192001"/>
              <a:gd name="connsiteY117" fmla="*/ 2166588 h 2344739"/>
              <a:gd name="connsiteX118" fmla="*/ 7170808 w 12192001"/>
              <a:gd name="connsiteY118" fmla="*/ 2171236 h 2344739"/>
              <a:gd name="connsiteX119" fmla="*/ 7096988 w 12192001"/>
              <a:gd name="connsiteY119" fmla="*/ 2183464 h 2344739"/>
              <a:gd name="connsiteX120" fmla="*/ 7018496 w 12192001"/>
              <a:gd name="connsiteY120" fmla="*/ 2183090 h 2344739"/>
              <a:gd name="connsiteX121" fmla="*/ 6904146 w 12192001"/>
              <a:gd name="connsiteY121" fmla="*/ 2212596 h 2344739"/>
              <a:gd name="connsiteX122" fmla="*/ 6708222 w 12192001"/>
              <a:gd name="connsiteY122" fmla="*/ 2240551 h 2344739"/>
              <a:gd name="connsiteX123" fmla="*/ 6549454 w 12192001"/>
              <a:gd name="connsiteY123" fmla="*/ 2269327 h 2344739"/>
              <a:gd name="connsiteX124" fmla="*/ 6317560 w 12192001"/>
              <a:gd name="connsiteY124" fmla="*/ 2316127 h 2344739"/>
              <a:gd name="connsiteX125" fmla="*/ 6168674 w 12192001"/>
              <a:gd name="connsiteY125" fmla="*/ 2318214 h 2344739"/>
              <a:gd name="connsiteX126" fmla="*/ 6073848 w 12192001"/>
              <a:gd name="connsiteY126" fmla="*/ 2338676 h 2344739"/>
              <a:gd name="connsiteX127" fmla="*/ 6068529 w 12192001"/>
              <a:gd name="connsiteY127" fmla="*/ 2337139 h 2344739"/>
              <a:gd name="connsiteX128" fmla="*/ 6048638 w 12192001"/>
              <a:gd name="connsiteY128" fmla="*/ 2337822 h 2344739"/>
              <a:gd name="connsiteX129" fmla="*/ 6041285 w 12192001"/>
              <a:gd name="connsiteY129" fmla="*/ 2329473 h 2344739"/>
              <a:gd name="connsiteX130" fmla="*/ 6010090 w 12192001"/>
              <a:gd name="connsiteY130" fmla="*/ 2324380 h 2344739"/>
              <a:gd name="connsiteX131" fmla="*/ 5957375 w 12192001"/>
              <a:gd name="connsiteY131" fmla="*/ 2328024 h 2344739"/>
              <a:gd name="connsiteX132" fmla="*/ 5758919 w 12192001"/>
              <a:gd name="connsiteY132" fmla="*/ 2343716 h 2344739"/>
              <a:gd name="connsiteX133" fmla="*/ 5626960 w 12192001"/>
              <a:gd name="connsiteY133" fmla="*/ 2344739 h 2344739"/>
              <a:gd name="connsiteX134" fmla="*/ 5470906 w 12192001"/>
              <a:gd name="connsiteY134" fmla="*/ 2330719 h 2344739"/>
              <a:gd name="connsiteX135" fmla="*/ 5432761 w 12192001"/>
              <a:gd name="connsiteY135" fmla="*/ 2319466 h 2344739"/>
              <a:gd name="connsiteX136" fmla="*/ 5381669 w 12192001"/>
              <a:gd name="connsiteY136" fmla="*/ 2301764 h 2344739"/>
              <a:gd name="connsiteX137" fmla="*/ 5261764 w 12192001"/>
              <a:gd name="connsiteY137" fmla="*/ 2281347 h 2344739"/>
              <a:gd name="connsiteX138" fmla="*/ 5222961 w 12192001"/>
              <a:gd name="connsiteY138" fmla="*/ 2270223 h 2344739"/>
              <a:gd name="connsiteX139" fmla="*/ 5174660 w 12192001"/>
              <a:gd name="connsiteY139" fmla="*/ 2267233 h 2344739"/>
              <a:gd name="connsiteX140" fmla="*/ 5156554 w 12192001"/>
              <a:gd name="connsiteY140" fmla="*/ 2260010 h 2344739"/>
              <a:gd name="connsiteX141" fmla="*/ 5142599 w 12192001"/>
              <a:gd name="connsiteY141" fmla="*/ 2256610 h 2344739"/>
              <a:gd name="connsiteX142" fmla="*/ 5139596 w 12192001"/>
              <a:gd name="connsiteY142" fmla="*/ 2254509 h 2344739"/>
              <a:gd name="connsiteX143" fmla="*/ 5121659 w 12192001"/>
              <a:gd name="connsiteY143" fmla="*/ 2243656 h 2344739"/>
              <a:gd name="connsiteX144" fmla="*/ 5065790 w 12192001"/>
              <a:gd name="connsiteY144" fmla="*/ 2250227 h 2344739"/>
              <a:gd name="connsiteX145" fmla="*/ 5011514 w 12192001"/>
              <a:gd name="connsiteY145" fmla="*/ 2233846 h 2344739"/>
              <a:gd name="connsiteX146" fmla="*/ 4840441 w 12192001"/>
              <a:gd name="connsiteY146" fmla="*/ 2209829 h 2344739"/>
              <a:gd name="connsiteX147" fmla="*/ 4762447 w 12192001"/>
              <a:gd name="connsiteY147" fmla="*/ 2182061 h 2344739"/>
              <a:gd name="connsiteX148" fmla="*/ 4723186 w 12192001"/>
              <a:gd name="connsiteY148" fmla="*/ 2173047 h 2344739"/>
              <a:gd name="connsiteX149" fmla="*/ 4721176 w 12192001"/>
              <a:gd name="connsiteY149" fmla="*/ 2172298 h 2344739"/>
              <a:gd name="connsiteX150" fmla="*/ 4722111 w 12192001"/>
              <a:gd name="connsiteY150" fmla="*/ 2172087 h 2344739"/>
              <a:gd name="connsiteX151" fmla="*/ 4717202 w 12192001"/>
              <a:gd name="connsiteY151" fmla="*/ 2170817 h 2344739"/>
              <a:gd name="connsiteX152" fmla="*/ 4721176 w 12192001"/>
              <a:gd name="connsiteY152" fmla="*/ 2172298 h 2344739"/>
              <a:gd name="connsiteX153" fmla="*/ 4715526 w 12192001"/>
              <a:gd name="connsiteY153" fmla="*/ 2173573 h 2344739"/>
              <a:gd name="connsiteX154" fmla="*/ 4515814 w 12192001"/>
              <a:gd name="connsiteY154" fmla="*/ 2163671 h 2344739"/>
              <a:gd name="connsiteX155" fmla="*/ 4428543 w 12192001"/>
              <a:gd name="connsiteY155" fmla="*/ 2153020 h 2344739"/>
              <a:gd name="connsiteX156" fmla="*/ 4362875 w 12192001"/>
              <a:gd name="connsiteY156" fmla="*/ 2151674 h 2344739"/>
              <a:gd name="connsiteX157" fmla="*/ 4316966 w 12192001"/>
              <a:gd name="connsiteY157" fmla="*/ 2158289 h 2344739"/>
              <a:gd name="connsiteX158" fmla="*/ 4315110 w 12192001"/>
              <a:gd name="connsiteY158" fmla="*/ 2156948 h 2344739"/>
              <a:gd name="connsiteX159" fmla="*/ 4295144 w 12192001"/>
              <a:gd name="connsiteY159" fmla="*/ 2155069 h 2344739"/>
              <a:gd name="connsiteX160" fmla="*/ 4290064 w 12192001"/>
              <a:gd name="connsiteY160" fmla="*/ 2157986 h 2344739"/>
              <a:gd name="connsiteX161" fmla="*/ 4276142 w 12192001"/>
              <a:gd name="connsiteY161" fmla="*/ 2157740 h 2344739"/>
              <a:gd name="connsiteX162" fmla="*/ 4248117 w 12192001"/>
              <a:gd name="connsiteY162" fmla="*/ 2160064 h 2344739"/>
              <a:gd name="connsiteX163" fmla="*/ 4202051 w 12192001"/>
              <a:gd name="connsiteY163" fmla="*/ 2157269 h 2344739"/>
              <a:gd name="connsiteX164" fmla="*/ 4201745 w 12192001"/>
              <a:gd name="connsiteY164" fmla="*/ 2156010 h 2344739"/>
              <a:gd name="connsiteX165" fmla="*/ 4191248 w 12192001"/>
              <a:gd name="connsiteY165" fmla="*/ 2150376 h 2344739"/>
              <a:gd name="connsiteX166" fmla="*/ 4142745 w 12192001"/>
              <a:gd name="connsiteY166" fmla="*/ 2134511 h 2344739"/>
              <a:gd name="connsiteX167" fmla="*/ 4083097 w 12192001"/>
              <a:gd name="connsiteY167" fmla="*/ 2107978 h 2344739"/>
              <a:gd name="connsiteX168" fmla="*/ 4074546 w 12192001"/>
              <a:gd name="connsiteY168" fmla="*/ 2107143 h 2344739"/>
              <a:gd name="connsiteX169" fmla="*/ 4074427 w 12192001"/>
              <a:gd name="connsiteY169" fmla="*/ 2106844 h 2344739"/>
              <a:gd name="connsiteX170" fmla="*/ 4065510 w 12192001"/>
              <a:gd name="connsiteY170" fmla="*/ 2105400 h 2344739"/>
              <a:gd name="connsiteX171" fmla="*/ 4058954 w 12192001"/>
              <a:gd name="connsiteY171" fmla="*/ 2105618 h 2344739"/>
              <a:gd name="connsiteX172" fmla="*/ 4042364 w 12192001"/>
              <a:gd name="connsiteY172" fmla="*/ 2103997 h 2344739"/>
              <a:gd name="connsiteX173" fmla="*/ 4036997 w 12192001"/>
              <a:gd name="connsiteY173" fmla="*/ 2101563 h 2344739"/>
              <a:gd name="connsiteX174" fmla="*/ 4035363 w 12192001"/>
              <a:gd name="connsiteY174" fmla="*/ 2097896 h 2344739"/>
              <a:gd name="connsiteX175" fmla="*/ 4033778 w 12192001"/>
              <a:gd name="connsiteY175" fmla="*/ 2098131 h 2344739"/>
              <a:gd name="connsiteX176" fmla="*/ 4004538 w 12192001"/>
              <a:gd name="connsiteY176" fmla="*/ 2085563 h 2344739"/>
              <a:gd name="connsiteX177" fmla="*/ 3936846 w 12192001"/>
              <a:gd name="connsiteY177" fmla="*/ 2068106 h 2344739"/>
              <a:gd name="connsiteX178" fmla="*/ 3897275 w 12192001"/>
              <a:gd name="connsiteY178" fmla="*/ 2062451 h 2344739"/>
              <a:gd name="connsiteX179" fmla="*/ 3789760 w 12192001"/>
              <a:gd name="connsiteY179" fmla="*/ 2042213 h 2344739"/>
              <a:gd name="connsiteX180" fmla="*/ 3682513 w 12192001"/>
              <a:gd name="connsiteY180" fmla="*/ 2018290 h 2344739"/>
              <a:gd name="connsiteX181" fmla="*/ 3610035 w 12192001"/>
              <a:gd name="connsiteY181" fmla="*/ 1986019 h 2344739"/>
              <a:gd name="connsiteX182" fmla="*/ 3603855 w 12192001"/>
              <a:gd name="connsiteY182" fmla="*/ 1987381 h 2344739"/>
              <a:gd name="connsiteX183" fmla="*/ 3594736 w 12192001"/>
              <a:gd name="connsiteY183" fmla="*/ 1987545 h 2344739"/>
              <a:gd name="connsiteX184" fmla="*/ 3594501 w 12192001"/>
              <a:gd name="connsiteY184" fmla="*/ 1987276 h 2344739"/>
              <a:gd name="connsiteX185" fmla="*/ 3585978 w 12192001"/>
              <a:gd name="connsiteY185" fmla="*/ 1987966 h 2344739"/>
              <a:gd name="connsiteX186" fmla="*/ 3536135 w 12192001"/>
              <a:gd name="connsiteY186" fmla="*/ 1978267 h 2344739"/>
              <a:gd name="connsiteX187" fmla="*/ 3473223 w 12192001"/>
              <a:gd name="connsiteY187" fmla="*/ 1974606 h 2344739"/>
              <a:gd name="connsiteX188" fmla="*/ 3400728 w 12192001"/>
              <a:gd name="connsiteY188" fmla="*/ 1962558 h 2344739"/>
              <a:gd name="connsiteX189" fmla="*/ 3363888 w 12192001"/>
              <a:gd name="connsiteY189" fmla="*/ 1979510 h 2344739"/>
              <a:gd name="connsiteX190" fmla="*/ 3344026 w 12192001"/>
              <a:gd name="connsiteY190" fmla="*/ 1981192 h 2344739"/>
              <a:gd name="connsiteX191" fmla="*/ 3341698 w 12192001"/>
              <a:gd name="connsiteY191" fmla="*/ 1980217 h 2344739"/>
              <a:gd name="connsiteX192" fmla="*/ 3262356 w 12192001"/>
              <a:gd name="connsiteY192" fmla="*/ 1986094 h 2344739"/>
              <a:gd name="connsiteX193" fmla="*/ 3142556 w 12192001"/>
              <a:gd name="connsiteY193" fmla="*/ 1993869 h 2344739"/>
              <a:gd name="connsiteX194" fmla="*/ 3030291 w 12192001"/>
              <a:gd name="connsiteY194" fmla="*/ 1996512 h 2344739"/>
              <a:gd name="connsiteX195" fmla="*/ 2781569 w 12192001"/>
              <a:gd name="connsiteY195" fmla="*/ 2018333 h 2344739"/>
              <a:gd name="connsiteX196" fmla="*/ 2646527 w 12192001"/>
              <a:gd name="connsiteY196" fmla="*/ 2028869 h 2344739"/>
              <a:gd name="connsiteX197" fmla="*/ 2568028 w 12192001"/>
              <a:gd name="connsiteY197" fmla="*/ 2002628 h 2344739"/>
              <a:gd name="connsiteX198" fmla="*/ 2443255 w 12192001"/>
              <a:gd name="connsiteY198" fmla="*/ 2016529 h 2344739"/>
              <a:gd name="connsiteX199" fmla="*/ 2315112 w 12192001"/>
              <a:gd name="connsiteY199" fmla="*/ 2024996 h 2344739"/>
              <a:gd name="connsiteX200" fmla="*/ 2208578 w 12192001"/>
              <a:gd name="connsiteY200" fmla="*/ 2019763 h 2344739"/>
              <a:gd name="connsiteX201" fmla="*/ 2094665 w 12192001"/>
              <a:gd name="connsiteY201" fmla="*/ 2003052 h 2344739"/>
              <a:gd name="connsiteX202" fmla="*/ 1997356 w 12192001"/>
              <a:gd name="connsiteY202" fmla="*/ 1995032 h 2344739"/>
              <a:gd name="connsiteX203" fmla="*/ 1928172 w 12192001"/>
              <a:gd name="connsiteY203" fmla="*/ 2016977 h 2344739"/>
              <a:gd name="connsiteX204" fmla="*/ 1921650 w 12192001"/>
              <a:gd name="connsiteY204" fmla="*/ 2012146 h 2344739"/>
              <a:gd name="connsiteX205" fmla="*/ 1873080 w 12192001"/>
              <a:gd name="connsiteY205" fmla="*/ 2013741 h 2344739"/>
              <a:gd name="connsiteX206" fmla="*/ 1786655 w 12192001"/>
              <a:gd name="connsiteY206" fmla="*/ 2041363 h 2344739"/>
              <a:gd name="connsiteX207" fmla="*/ 1738204 w 12192001"/>
              <a:gd name="connsiteY207" fmla="*/ 2036312 h 2344739"/>
              <a:gd name="connsiteX208" fmla="*/ 1675071 w 12192001"/>
              <a:gd name="connsiteY208" fmla="*/ 2019963 h 2344739"/>
              <a:gd name="connsiteX209" fmla="*/ 1608669 w 12192001"/>
              <a:gd name="connsiteY209" fmla="*/ 2013066 h 2344739"/>
              <a:gd name="connsiteX210" fmla="*/ 1496110 w 12192001"/>
              <a:gd name="connsiteY210" fmla="*/ 1987476 h 2344739"/>
              <a:gd name="connsiteX211" fmla="*/ 1149979 w 12192001"/>
              <a:gd name="connsiteY211" fmla="*/ 1938041 h 2344739"/>
              <a:gd name="connsiteX212" fmla="*/ 858269 w 12192001"/>
              <a:gd name="connsiteY212" fmla="*/ 1928608 h 2344739"/>
              <a:gd name="connsiteX213" fmla="*/ 837540 w 12192001"/>
              <a:gd name="connsiteY213" fmla="*/ 1929821 h 2344739"/>
              <a:gd name="connsiteX214" fmla="*/ 816809 w 12192001"/>
              <a:gd name="connsiteY214" fmla="*/ 1927857 h 2344739"/>
              <a:gd name="connsiteX215" fmla="*/ 811506 w 12192001"/>
              <a:gd name="connsiteY215" fmla="*/ 1930751 h 2344739"/>
              <a:gd name="connsiteX216" fmla="*/ 797041 w 12192001"/>
              <a:gd name="connsiteY216" fmla="*/ 1930446 h 2344739"/>
              <a:gd name="connsiteX217" fmla="*/ 767901 w 12192001"/>
              <a:gd name="connsiteY217" fmla="*/ 1932653 h 2344739"/>
              <a:gd name="connsiteX218" fmla="*/ 763053 w 12192001"/>
              <a:gd name="connsiteY218" fmla="*/ 1930432 h 2344739"/>
              <a:gd name="connsiteX219" fmla="*/ 720047 w 12192001"/>
              <a:gd name="connsiteY219" fmla="*/ 1929661 h 2344739"/>
              <a:gd name="connsiteX220" fmla="*/ 719742 w 12192001"/>
              <a:gd name="connsiteY220" fmla="*/ 1928399 h 2344739"/>
              <a:gd name="connsiteX221" fmla="*/ 708875 w 12192001"/>
              <a:gd name="connsiteY221" fmla="*/ 1922722 h 2344739"/>
              <a:gd name="connsiteX222" fmla="*/ 596792 w 12192001"/>
              <a:gd name="connsiteY222" fmla="*/ 1879864 h 2344739"/>
              <a:gd name="connsiteX223" fmla="*/ 578535 w 12192001"/>
              <a:gd name="connsiteY223" fmla="*/ 1877212 h 2344739"/>
              <a:gd name="connsiteX224" fmla="*/ 571717 w 12192001"/>
              <a:gd name="connsiteY224" fmla="*/ 1877401 h 2344739"/>
              <a:gd name="connsiteX225" fmla="*/ 445099 w 12192001"/>
              <a:gd name="connsiteY225" fmla="*/ 1839371 h 2344739"/>
              <a:gd name="connsiteX226" fmla="*/ 404015 w 12192001"/>
              <a:gd name="connsiteY226" fmla="*/ 1833548 h 2344739"/>
              <a:gd name="connsiteX227" fmla="*/ 292435 w 12192001"/>
              <a:gd name="connsiteY227" fmla="*/ 1812852 h 2344739"/>
              <a:gd name="connsiteX228" fmla="*/ 118381 w 12192001"/>
              <a:gd name="connsiteY228" fmla="*/ 1761047 h 2344739"/>
              <a:gd name="connsiteX229" fmla="*/ 15526 w 12192001"/>
              <a:gd name="connsiteY229" fmla="*/ 1758191 h 2344739"/>
              <a:gd name="connsiteX230" fmla="*/ 2 w 12192001"/>
              <a:gd name="connsiteY230" fmla="*/ 1752722 h 2344739"/>
              <a:gd name="connsiteX231" fmla="*/ 1 w 12192001"/>
              <a:gd name="connsiteY231" fmla="*/ 762497 h 2344739"/>
              <a:gd name="connsiteX232" fmla="*/ 0 w 12192001"/>
              <a:gd name="connsiteY232" fmla="*/ 762497 h 2344739"/>
              <a:gd name="connsiteX233" fmla="*/ 0 w 12192001"/>
              <a:gd name="connsiteY233" fmla="*/ 222213 h 2344739"/>
              <a:gd name="connsiteX234" fmla="*/ 0 w 12192001"/>
              <a:gd name="connsiteY234"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522499 w 12192001"/>
              <a:gd name="connsiteY25" fmla="*/ 1207528 h 2344739"/>
              <a:gd name="connsiteX26" fmla="*/ 11245526 w 12192001"/>
              <a:gd name="connsiteY26" fmla="*/ 1274060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50210 w 12192001"/>
              <a:gd name="connsiteY70" fmla="*/ 1922604 h 2344739"/>
              <a:gd name="connsiteX71" fmla="*/ 9137318 w 12192001"/>
              <a:gd name="connsiteY71" fmla="*/ 1920435 h 2344739"/>
              <a:gd name="connsiteX72" fmla="*/ 9113812 w 12192001"/>
              <a:gd name="connsiteY72" fmla="*/ 1919069 h 2344739"/>
              <a:gd name="connsiteX73" fmla="*/ 9053453 w 12192001"/>
              <a:gd name="connsiteY73" fmla="*/ 1910755 h 2344739"/>
              <a:gd name="connsiteX74" fmla="*/ 9005486 w 12192001"/>
              <a:gd name="connsiteY74" fmla="*/ 1914040 h 2344739"/>
              <a:gd name="connsiteX75" fmla="*/ 9005201 w 12192001"/>
              <a:gd name="connsiteY75" fmla="*/ 1913800 h 2344739"/>
              <a:gd name="connsiteX76" fmla="*/ 8996232 w 12192001"/>
              <a:gd name="connsiteY76" fmla="*/ 1915011 h 2344739"/>
              <a:gd name="connsiteX77" fmla="*/ 8990394 w 12192001"/>
              <a:gd name="connsiteY77" fmla="*/ 1917072 h 2344739"/>
              <a:gd name="connsiteX78" fmla="*/ 8974337 w 12192001"/>
              <a:gd name="connsiteY78" fmla="*/ 1920298 h 2344739"/>
              <a:gd name="connsiteX79" fmla="*/ 8968011 w 12192001"/>
              <a:gd name="connsiteY79" fmla="*/ 1919598 h 2344739"/>
              <a:gd name="connsiteX80" fmla="*/ 8963048 w 12192001"/>
              <a:gd name="connsiteY80" fmla="*/ 1917373 h 2344739"/>
              <a:gd name="connsiteX81" fmla="*/ 8928988 w 12192001"/>
              <a:gd name="connsiteY81" fmla="*/ 1914185 h 2344739"/>
              <a:gd name="connsiteX82" fmla="*/ 8752444 w 12192001"/>
              <a:gd name="connsiteY82" fmla="*/ 1933417 h 2344739"/>
              <a:gd name="connsiteX83" fmla="*/ 8707847 w 12192001"/>
              <a:gd name="connsiteY83" fmla="*/ 1935518 h 2344739"/>
              <a:gd name="connsiteX84" fmla="*/ 8596071 w 12192001"/>
              <a:gd name="connsiteY84" fmla="*/ 1944090 h 2344739"/>
              <a:gd name="connsiteX85" fmla="*/ 8525230 w 12192001"/>
              <a:gd name="connsiteY85" fmla="*/ 1929248 h 2344739"/>
              <a:gd name="connsiteX86" fmla="*/ 8510983 w 12192001"/>
              <a:gd name="connsiteY86" fmla="*/ 1935163 h 2344739"/>
              <a:gd name="connsiteX87" fmla="*/ 8506167 w 12192001"/>
              <a:gd name="connsiteY87" fmla="*/ 1938164 h 2344739"/>
              <a:gd name="connsiteX88" fmla="*/ 8497968 w 12192001"/>
              <a:gd name="connsiteY88" fmla="*/ 1940902 h 2344739"/>
              <a:gd name="connsiteX89" fmla="*/ 8497594 w 12192001"/>
              <a:gd name="connsiteY89" fmla="*/ 1940723 h 2344739"/>
              <a:gd name="connsiteX90" fmla="*/ 8490249 w 12192001"/>
              <a:gd name="connsiteY90" fmla="*/ 1943773 h 2344739"/>
              <a:gd name="connsiteX91" fmla="*/ 8367182 w 12192001"/>
              <a:gd name="connsiteY91" fmla="*/ 1957815 h 2344739"/>
              <a:gd name="connsiteX92" fmla="*/ 8353799 w 12192001"/>
              <a:gd name="connsiteY92" fmla="*/ 1958009 h 2344739"/>
              <a:gd name="connsiteX93" fmla="*/ 8352373 w 12192001"/>
              <a:gd name="connsiteY93" fmla="*/ 1957169 h 2344739"/>
              <a:gd name="connsiteX94" fmla="*/ 8320104 w 12192001"/>
              <a:gd name="connsiteY94" fmla="*/ 1974587 h 2344739"/>
              <a:gd name="connsiteX95" fmla="*/ 8314433 w 12192001"/>
              <a:gd name="connsiteY95" fmla="*/ 1974913 h 2344739"/>
              <a:gd name="connsiteX96" fmla="*/ 8295174 w 12192001"/>
              <a:gd name="connsiteY96" fmla="*/ 1988808 h 2344739"/>
              <a:gd name="connsiteX97" fmla="*/ 8284276 w 12192001"/>
              <a:gd name="connsiteY97" fmla="*/ 1994631 h 2344739"/>
              <a:gd name="connsiteX98" fmla="*/ 8283150 w 12192001"/>
              <a:gd name="connsiteY98" fmla="*/ 1999074 h 2344739"/>
              <a:gd name="connsiteX99" fmla="*/ 8266076 w 12192001"/>
              <a:gd name="connsiteY99" fmla="*/ 2006249 h 2344739"/>
              <a:gd name="connsiteX100" fmla="*/ 8263377 w 12192001"/>
              <a:gd name="connsiteY100" fmla="*/ 2006019 h 2344739"/>
              <a:gd name="connsiteX101" fmla="*/ 8252033 w 12192001"/>
              <a:gd name="connsiteY101" fmla="*/ 2015862 h 2344739"/>
              <a:gd name="connsiteX102" fmla="*/ 8245834 w 12192001"/>
              <a:gd name="connsiteY102" fmla="*/ 2028854 h 2344739"/>
              <a:gd name="connsiteX103" fmla="*/ 8090272 w 12192001"/>
              <a:gd name="connsiteY103" fmla="*/ 2075015 h 2344739"/>
              <a:gd name="connsiteX104" fmla="*/ 7905407 w 12192001"/>
              <a:gd name="connsiteY104" fmla="*/ 2116988 h 2344739"/>
              <a:gd name="connsiteX105" fmla="*/ 7718745 w 12192001"/>
              <a:gd name="connsiteY105" fmla="*/ 2142703 h 2344739"/>
              <a:gd name="connsiteX106" fmla="*/ 7614347 w 12192001"/>
              <a:gd name="connsiteY106" fmla="*/ 2139232 h 2344739"/>
              <a:gd name="connsiteX107" fmla="*/ 7527543 w 12192001"/>
              <a:gd name="connsiteY107" fmla="*/ 2145060 h 2344739"/>
              <a:gd name="connsiteX108" fmla="*/ 7519571 w 12192001"/>
              <a:gd name="connsiteY108" fmla="*/ 2147613 h 2344739"/>
              <a:gd name="connsiteX109" fmla="*/ 7507411 w 12192001"/>
              <a:gd name="connsiteY109" fmla="*/ 2148948 h 2344739"/>
              <a:gd name="connsiteX110" fmla="*/ 7507040 w 12192001"/>
              <a:gd name="connsiteY110" fmla="*/ 2148621 h 2344739"/>
              <a:gd name="connsiteX111" fmla="*/ 7495795 w 12192001"/>
              <a:gd name="connsiteY111" fmla="*/ 2150573 h 2344739"/>
              <a:gd name="connsiteX112" fmla="*/ 7405391 w 12192001"/>
              <a:gd name="connsiteY112" fmla="*/ 2142468 h 2344739"/>
              <a:gd name="connsiteX113" fmla="*/ 7312180 w 12192001"/>
              <a:gd name="connsiteY113" fmla="*/ 2132873 h 2344739"/>
              <a:gd name="connsiteX114" fmla="*/ 7310853 w 12192001"/>
              <a:gd name="connsiteY114" fmla="*/ 2131431 h 2344739"/>
              <a:gd name="connsiteX115" fmla="*/ 7218559 w 12192001"/>
              <a:gd name="connsiteY115" fmla="*/ 2156680 h 2344739"/>
              <a:gd name="connsiteX116" fmla="*/ 7201101 w 12192001"/>
              <a:gd name="connsiteY116" fmla="*/ 2161230 h 2344739"/>
              <a:gd name="connsiteX117" fmla="*/ 7197004 w 12192001"/>
              <a:gd name="connsiteY117" fmla="*/ 2166588 h 2344739"/>
              <a:gd name="connsiteX118" fmla="*/ 7170808 w 12192001"/>
              <a:gd name="connsiteY118" fmla="*/ 2171236 h 2344739"/>
              <a:gd name="connsiteX119" fmla="*/ 7096988 w 12192001"/>
              <a:gd name="connsiteY119" fmla="*/ 2183464 h 2344739"/>
              <a:gd name="connsiteX120" fmla="*/ 7018496 w 12192001"/>
              <a:gd name="connsiteY120" fmla="*/ 2183090 h 2344739"/>
              <a:gd name="connsiteX121" fmla="*/ 6904146 w 12192001"/>
              <a:gd name="connsiteY121" fmla="*/ 2212596 h 2344739"/>
              <a:gd name="connsiteX122" fmla="*/ 6708222 w 12192001"/>
              <a:gd name="connsiteY122" fmla="*/ 2240551 h 2344739"/>
              <a:gd name="connsiteX123" fmla="*/ 6549454 w 12192001"/>
              <a:gd name="connsiteY123" fmla="*/ 2269327 h 2344739"/>
              <a:gd name="connsiteX124" fmla="*/ 6317560 w 12192001"/>
              <a:gd name="connsiteY124" fmla="*/ 2316127 h 2344739"/>
              <a:gd name="connsiteX125" fmla="*/ 6168674 w 12192001"/>
              <a:gd name="connsiteY125" fmla="*/ 2318214 h 2344739"/>
              <a:gd name="connsiteX126" fmla="*/ 6073848 w 12192001"/>
              <a:gd name="connsiteY126" fmla="*/ 2338676 h 2344739"/>
              <a:gd name="connsiteX127" fmla="*/ 6068529 w 12192001"/>
              <a:gd name="connsiteY127" fmla="*/ 2337139 h 2344739"/>
              <a:gd name="connsiteX128" fmla="*/ 6048638 w 12192001"/>
              <a:gd name="connsiteY128" fmla="*/ 2337822 h 2344739"/>
              <a:gd name="connsiteX129" fmla="*/ 6041285 w 12192001"/>
              <a:gd name="connsiteY129" fmla="*/ 2329473 h 2344739"/>
              <a:gd name="connsiteX130" fmla="*/ 6010090 w 12192001"/>
              <a:gd name="connsiteY130" fmla="*/ 2324380 h 2344739"/>
              <a:gd name="connsiteX131" fmla="*/ 5957375 w 12192001"/>
              <a:gd name="connsiteY131" fmla="*/ 2328024 h 2344739"/>
              <a:gd name="connsiteX132" fmla="*/ 5758919 w 12192001"/>
              <a:gd name="connsiteY132" fmla="*/ 2343716 h 2344739"/>
              <a:gd name="connsiteX133" fmla="*/ 5626960 w 12192001"/>
              <a:gd name="connsiteY133" fmla="*/ 2344739 h 2344739"/>
              <a:gd name="connsiteX134" fmla="*/ 5470906 w 12192001"/>
              <a:gd name="connsiteY134" fmla="*/ 2330719 h 2344739"/>
              <a:gd name="connsiteX135" fmla="*/ 5432761 w 12192001"/>
              <a:gd name="connsiteY135" fmla="*/ 2319466 h 2344739"/>
              <a:gd name="connsiteX136" fmla="*/ 5381669 w 12192001"/>
              <a:gd name="connsiteY136" fmla="*/ 2301764 h 2344739"/>
              <a:gd name="connsiteX137" fmla="*/ 5261764 w 12192001"/>
              <a:gd name="connsiteY137" fmla="*/ 2281347 h 2344739"/>
              <a:gd name="connsiteX138" fmla="*/ 5222961 w 12192001"/>
              <a:gd name="connsiteY138" fmla="*/ 2270223 h 2344739"/>
              <a:gd name="connsiteX139" fmla="*/ 5174660 w 12192001"/>
              <a:gd name="connsiteY139" fmla="*/ 2267233 h 2344739"/>
              <a:gd name="connsiteX140" fmla="*/ 5156554 w 12192001"/>
              <a:gd name="connsiteY140" fmla="*/ 2260010 h 2344739"/>
              <a:gd name="connsiteX141" fmla="*/ 5142599 w 12192001"/>
              <a:gd name="connsiteY141" fmla="*/ 2256610 h 2344739"/>
              <a:gd name="connsiteX142" fmla="*/ 5139596 w 12192001"/>
              <a:gd name="connsiteY142" fmla="*/ 2254509 h 2344739"/>
              <a:gd name="connsiteX143" fmla="*/ 5121659 w 12192001"/>
              <a:gd name="connsiteY143" fmla="*/ 2243656 h 2344739"/>
              <a:gd name="connsiteX144" fmla="*/ 5065790 w 12192001"/>
              <a:gd name="connsiteY144" fmla="*/ 2250227 h 2344739"/>
              <a:gd name="connsiteX145" fmla="*/ 5011514 w 12192001"/>
              <a:gd name="connsiteY145" fmla="*/ 2233846 h 2344739"/>
              <a:gd name="connsiteX146" fmla="*/ 4840441 w 12192001"/>
              <a:gd name="connsiteY146" fmla="*/ 2209829 h 2344739"/>
              <a:gd name="connsiteX147" fmla="*/ 4762447 w 12192001"/>
              <a:gd name="connsiteY147" fmla="*/ 2182061 h 2344739"/>
              <a:gd name="connsiteX148" fmla="*/ 4723186 w 12192001"/>
              <a:gd name="connsiteY148" fmla="*/ 2173047 h 2344739"/>
              <a:gd name="connsiteX149" fmla="*/ 4721176 w 12192001"/>
              <a:gd name="connsiteY149" fmla="*/ 2172298 h 2344739"/>
              <a:gd name="connsiteX150" fmla="*/ 4722111 w 12192001"/>
              <a:gd name="connsiteY150" fmla="*/ 2172087 h 2344739"/>
              <a:gd name="connsiteX151" fmla="*/ 4717202 w 12192001"/>
              <a:gd name="connsiteY151" fmla="*/ 2170817 h 2344739"/>
              <a:gd name="connsiteX152" fmla="*/ 4721176 w 12192001"/>
              <a:gd name="connsiteY152" fmla="*/ 2172298 h 2344739"/>
              <a:gd name="connsiteX153" fmla="*/ 4715526 w 12192001"/>
              <a:gd name="connsiteY153" fmla="*/ 2173573 h 2344739"/>
              <a:gd name="connsiteX154" fmla="*/ 4515814 w 12192001"/>
              <a:gd name="connsiteY154" fmla="*/ 2163671 h 2344739"/>
              <a:gd name="connsiteX155" fmla="*/ 4428543 w 12192001"/>
              <a:gd name="connsiteY155" fmla="*/ 2153020 h 2344739"/>
              <a:gd name="connsiteX156" fmla="*/ 4362875 w 12192001"/>
              <a:gd name="connsiteY156" fmla="*/ 2151674 h 2344739"/>
              <a:gd name="connsiteX157" fmla="*/ 4316966 w 12192001"/>
              <a:gd name="connsiteY157" fmla="*/ 2158289 h 2344739"/>
              <a:gd name="connsiteX158" fmla="*/ 4315110 w 12192001"/>
              <a:gd name="connsiteY158" fmla="*/ 2156948 h 2344739"/>
              <a:gd name="connsiteX159" fmla="*/ 4295144 w 12192001"/>
              <a:gd name="connsiteY159" fmla="*/ 2155069 h 2344739"/>
              <a:gd name="connsiteX160" fmla="*/ 4290064 w 12192001"/>
              <a:gd name="connsiteY160" fmla="*/ 2157986 h 2344739"/>
              <a:gd name="connsiteX161" fmla="*/ 4276142 w 12192001"/>
              <a:gd name="connsiteY161" fmla="*/ 2157740 h 2344739"/>
              <a:gd name="connsiteX162" fmla="*/ 4248117 w 12192001"/>
              <a:gd name="connsiteY162" fmla="*/ 2160064 h 2344739"/>
              <a:gd name="connsiteX163" fmla="*/ 4202051 w 12192001"/>
              <a:gd name="connsiteY163" fmla="*/ 2157269 h 2344739"/>
              <a:gd name="connsiteX164" fmla="*/ 4201745 w 12192001"/>
              <a:gd name="connsiteY164" fmla="*/ 2156010 h 2344739"/>
              <a:gd name="connsiteX165" fmla="*/ 4191248 w 12192001"/>
              <a:gd name="connsiteY165" fmla="*/ 2150376 h 2344739"/>
              <a:gd name="connsiteX166" fmla="*/ 4142745 w 12192001"/>
              <a:gd name="connsiteY166" fmla="*/ 2134511 h 2344739"/>
              <a:gd name="connsiteX167" fmla="*/ 4083097 w 12192001"/>
              <a:gd name="connsiteY167" fmla="*/ 2107978 h 2344739"/>
              <a:gd name="connsiteX168" fmla="*/ 4074546 w 12192001"/>
              <a:gd name="connsiteY168" fmla="*/ 2107143 h 2344739"/>
              <a:gd name="connsiteX169" fmla="*/ 4074427 w 12192001"/>
              <a:gd name="connsiteY169" fmla="*/ 2106844 h 2344739"/>
              <a:gd name="connsiteX170" fmla="*/ 4065510 w 12192001"/>
              <a:gd name="connsiteY170" fmla="*/ 2105400 h 2344739"/>
              <a:gd name="connsiteX171" fmla="*/ 4058954 w 12192001"/>
              <a:gd name="connsiteY171" fmla="*/ 2105618 h 2344739"/>
              <a:gd name="connsiteX172" fmla="*/ 4042364 w 12192001"/>
              <a:gd name="connsiteY172" fmla="*/ 2103997 h 2344739"/>
              <a:gd name="connsiteX173" fmla="*/ 4036997 w 12192001"/>
              <a:gd name="connsiteY173" fmla="*/ 2101563 h 2344739"/>
              <a:gd name="connsiteX174" fmla="*/ 4035363 w 12192001"/>
              <a:gd name="connsiteY174" fmla="*/ 2097896 h 2344739"/>
              <a:gd name="connsiteX175" fmla="*/ 4033778 w 12192001"/>
              <a:gd name="connsiteY175" fmla="*/ 2098131 h 2344739"/>
              <a:gd name="connsiteX176" fmla="*/ 4004538 w 12192001"/>
              <a:gd name="connsiteY176" fmla="*/ 2085563 h 2344739"/>
              <a:gd name="connsiteX177" fmla="*/ 3936846 w 12192001"/>
              <a:gd name="connsiteY177" fmla="*/ 2068106 h 2344739"/>
              <a:gd name="connsiteX178" fmla="*/ 3897275 w 12192001"/>
              <a:gd name="connsiteY178" fmla="*/ 2062451 h 2344739"/>
              <a:gd name="connsiteX179" fmla="*/ 3789760 w 12192001"/>
              <a:gd name="connsiteY179" fmla="*/ 2042213 h 2344739"/>
              <a:gd name="connsiteX180" fmla="*/ 3682513 w 12192001"/>
              <a:gd name="connsiteY180" fmla="*/ 2018290 h 2344739"/>
              <a:gd name="connsiteX181" fmla="*/ 3610035 w 12192001"/>
              <a:gd name="connsiteY181" fmla="*/ 1986019 h 2344739"/>
              <a:gd name="connsiteX182" fmla="*/ 3603855 w 12192001"/>
              <a:gd name="connsiteY182" fmla="*/ 1987381 h 2344739"/>
              <a:gd name="connsiteX183" fmla="*/ 3594736 w 12192001"/>
              <a:gd name="connsiteY183" fmla="*/ 1987545 h 2344739"/>
              <a:gd name="connsiteX184" fmla="*/ 3594501 w 12192001"/>
              <a:gd name="connsiteY184" fmla="*/ 1987276 h 2344739"/>
              <a:gd name="connsiteX185" fmla="*/ 3585978 w 12192001"/>
              <a:gd name="connsiteY185" fmla="*/ 1987966 h 2344739"/>
              <a:gd name="connsiteX186" fmla="*/ 3536135 w 12192001"/>
              <a:gd name="connsiteY186" fmla="*/ 1978267 h 2344739"/>
              <a:gd name="connsiteX187" fmla="*/ 3473223 w 12192001"/>
              <a:gd name="connsiteY187" fmla="*/ 1974606 h 2344739"/>
              <a:gd name="connsiteX188" fmla="*/ 3400728 w 12192001"/>
              <a:gd name="connsiteY188" fmla="*/ 1962558 h 2344739"/>
              <a:gd name="connsiteX189" fmla="*/ 3363888 w 12192001"/>
              <a:gd name="connsiteY189" fmla="*/ 1979510 h 2344739"/>
              <a:gd name="connsiteX190" fmla="*/ 3344026 w 12192001"/>
              <a:gd name="connsiteY190" fmla="*/ 1981192 h 2344739"/>
              <a:gd name="connsiteX191" fmla="*/ 3341698 w 12192001"/>
              <a:gd name="connsiteY191" fmla="*/ 1980217 h 2344739"/>
              <a:gd name="connsiteX192" fmla="*/ 3262356 w 12192001"/>
              <a:gd name="connsiteY192" fmla="*/ 1986094 h 2344739"/>
              <a:gd name="connsiteX193" fmla="*/ 3142556 w 12192001"/>
              <a:gd name="connsiteY193" fmla="*/ 1993869 h 2344739"/>
              <a:gd name="connsiteX194" fmla="*/ 3030291 w 12192001"/>
              <a:gd name="connsiteY194" fmla="*/ 1996512 h 2344739"/>
              <a:gd name="connsiteX195" fmla="*/ 2781569 w 12192001"/>
              <a:gd name="connsiteY195" fmla="*/ 2018333 h 2344739"/>
              <a:gd name="connsiteX196" fmla="*/ 2646527 w 12192001"/>
              <a:gd name="connsiteY196" fmla="*/ 2028869 h 2344739"/>
              <a:gd name="connsiteX197" fmla="*/ 2568028 w 12192001"/>
              <a:gd name="connsiteY197" fmla="*/ 2002628 h 2344739"/>
              <a:gd name="connsiteX198" fmla="*/ 2443255 w 12192001"/>
              <a:gd name="connsiteY198" fmla="*/ 2016529 h 2344739"/>
              <a:gd name="connsiteX199" fmla="*/ 2315112 w 12192001"/>
              <a:gd name="connsiteY199" fmla="*/ 2024996 h 2344739"/>
              <a:gd name="connsiteX200" fmla="*/ 2208578 w 12192001"/>
              <a:gd name="connsiteY200" fmla="*/ 2019763 h 2344739"/>
              <a:gd name="connsiteX201" fmla="*/ 2094665 w 12192001"/>
              <a:gd name="connsiteY201" fmla="*/ 2003052 h 2344739"/>
              <a:gd name="connsiteX202" fmla="*/ 1997356 w 12192001"/>
              <a:gd name="connsiteY202" fmla="*/ 1995032 h 2344739"/>
              <a:gd name="connsiteX203" fmla="*/ 1928172 w 12192001"/>
              <a:gd name="connsiteY203" fmla="*/ 2016977 h 2344739"/>
              <a:gd name="connsiteX204" fmla="*/ 1921650 w 12192001"/>
              <a:gd name="connsiteY204" fmla="*/ 2012146 h 2344739"/>
              <a:gd name="connsiteX205" fmla="*/ 1873080 w 12192001"/>
              <a:gd name="connsiteY205" fmla="*/ 2013741 h 2344739"/>
              <a:gd name="connsiteX206" fmla="*/ 1786655 w 12192001"/>
              <a:gd name="connsiteY206" fmla="*/ 2041363 h 2344739"/>
              <a:gd name="connsiteX207" fmla="*/ 1738204 w 12192001"/>
              <a:gd name="connsiteY207" fmla="*/ 2036312 h 2344739"/>
              <a:gd name="connsiteX208" fmla="*/ 1675071 w 12192001"/>
              <a:gd name="connsiteY208" fmla="*/ 2019963 h 2344739"/>
              <a:gd name="connsiteX209" fmla="*/ 1608669 w 12192001"/>
              <a:gd name="connsiteY209" fmla="*/ 2013066 h 2344739"/>
              <a:gd name="connsiteX210" fmla="*/ 1496110 w 12192001"/>
              <a:gd name="connsiteY210" fmla="*/ 1987476 h 2344739"/>
              <a:gd name="connsiteX211" fmla="*/ 1149979 w 12192001"/>
              <a:gd name="connsiteY211" fmla="*/ 1938041 h 2344739"/>
              <a:gd name="connsiteX212" fmla="*/ 858269 w 12192001"/>
              <a:gd name="connsiteY212" fmla="*/ 1928608 h 2344739"/>
              <a:gd name="connsiteX213" fmla="*/ 837540 w 12192001"/>
              <a:gd name="connsiteY213" fmla="*/ 1929821 h 2344739"/>
              <a:gd name="connsiteX214" fmla="*/ 816809 w 12192001"/>
              <a:gd name="connsiteY214" fmla="*/ 1927857 h 2344739"/>
              <a:gd name="connsiteX215" fmla="*/ 811506 w 12192001"/>
              <a:gd name="connsiteY215" fmla="*/ 1930751 h 2344739"/>
              <a:gd name="connsiteX216" fmla="*/ 797041 w 12192001"/>
              <a:gd name="connsiteY216" fmla="*/ 1930446 h 2344739"/>
              <a:gd name="connsiteX217" fmla="*/ 767901 w 12192001"/>
              <a:gd name="connsiteY217" fmla="*/ 1932653 h 2344739"/>
              <a:gd name="connsiteX218" fmla="*/ 763053 w 12192001"/>
              <a:gd name="connsiteY218" fmla="*/ 1930432 h 2344739"/>
              <a:gd name="connsiteX219" fmla="*/ 720047 w 12192001"/>
              <a:gd name="connsiteY219" fmla="*/ 1929661 h 2344739"/>
              <a:gd name="connsiteX220" fmla="*/ 719742 w 12192001"/>
              <a:gd name="connsiteY220" fmla="*/ 1928399 h 2344739"/>
              <a:gd name="connsiteX221" fmla="*/ 708875 w 12192001"/>
              <a:gd name="connsiteY221" fmla="*/ 1922722 h 2344739"/>
              <a:gd name="connsiteX222" fmla="*/ 596792 w 12192001"/>
              <a:gd name="connsiteY222" fmla="*/ 1879864 h 2344739"/>
              <a:gd name="connsiteX223" fmla="*/ 578535 w 12192001"/>
              <a:gd name="connsiteY223" fmla="*/ 1877212 h 2344739"/>
              <a:gd name="connsiteX224" fmla="*/ 571717 w 12192001"/>
              <a:gd name="connsiteY224" fmla="*/ 1877401 h 2344739"/>
              <a:gd name="connsiteX225" fmla="*/ 445099 w 12192001"/>
              <a:gd name="connsiteY225" fmla="*/ 1839371 h 2344739"/>
              <a:gd name="connsiteX226" fmla="*/ 404015 w 12192001"/>
              <a:gd name="connsiteY226" fmla="*/ 1833548 h 2344739"/>
              <a:gd name="connsiteX227" fmla="*/ 292435 w 12192001"/>
              <a:gd name="connsiteY227" fmla="*/ 1812852 h 2344739"/>
              <a:gd name="connsiteX228" fmla="*/ 118381 w 12192001"/>
              <a:gd name="connsiteY228" fmla="*/ 1761047 h 2344739"/>
              <a:gd name="connsiteX229" fmla="*/ 15526 w 12192001"/>
              <a:gd name="connsiteY229" fmla="*/ 1758191 h 2344739"/>
              <a:gd name="connsiteX230" fmla="*/ 2 w 12192001"/>
              <a:gd name="connsiteY230" fmla="*/ 1752722 h 2344739"/>
              <a:gd name="connsiteX231" fmla="*/ 1 w 12192001"/>
              <a:gd name="connsiteY231" fmla="*/ 762497 h 2344739"/>
              <a:gd name="connsiteX232" fmla="*/ 0 w 12192001"/>
              <a:gd name="connsiteY232" fmla="*/ 762497 h 2344739"/>
              <a:gd name="connsiteX233" fmla="*/ 0 w 12192001"/>
              <a:gd name="connsiteY233" fmla="*/ 222213 h 2344739"/>
              <a:gd name="connsiteX234" fmla="*/ 0 w 12192001"/>
              <a:gd name="connsiteY234"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522499 w 12192001"/>
              <a:gd name="connsiteY25" fmla="*/ 1207528 h 2344739"/>
              <a:gd name="connsiteX26" fmla="*/ 11245526 w 12192001"/>
              <a:gd name="connsiteY26" fmla="*/ 1274060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50210 w 12192001"/>
              <a:gd name="connsiteY70" fmla="*/ 1922604 h 2344739"/>
              <a:gd name="connsiteX71" fmla="*/ 9137318 w 12192001"/>
              <a:gd name="connsiteY71" fmla="*/ 1920435 h 2344739"/>
              <a:gd name="connsiteX72" fmla="*/ 9113812 w 12192001"/>
              <a:gd name="connsiteY72" fmla="*/ 1919069 h 2344739"/>
              <a:gd name="connsiteX73" fmla="*/ 9053453 w 12192001"/>
              <a:gd name="connsiteY73" fmla="*/ 1910755 h 2344739"/>
              <a:gd name="connsiteX74" fmla="*/ 9005486 w 12192001"/>
              <a:gd name="connsiteY74" fmla="*/ 1914040 h 2344739"/>
              <a:gd name="connsiteX75" fmla="*/ 9005201 w 12192001"/>
              <a:gd name="connsiteY75" fmla="*/ 1913800 h 2344739"/>
              <a:gd name="connsiteX76" fmla="*/ 8996232 w 12192001"/>
              <a:gd name="connsiteY76" fmla="*/ 1915011 h 2344739"/>
              <a:gd name="connsiteX77" fmla="*/ 8990394 w 12192001"/>
              <a:gd name="connsiteY77" fmla="*/ 1917072 h 2344739"/>
              <a:gd name="connsiteX78" fmla="*/ 8974337 w 12192001"/>
              <a:gd name="connsiteY78" fmla="*/ 1920298 h 2344739"/>
              <a:gd name="connsiteX79" fmla="*/ 8968011 w 12192001"/>
              <a:gd name="connsiteY79" fmla="*/ 1919598 h 2344739"/>
              <a:gd name="connsiteX80" fmla="*/ 8963048 w 12192001"/>
              <a:gd name="connsiteY80" fmla="*/ 1917373 h 2344739"/>
              <a:gd name="connsiteX81" fmla="*/ 8928988 w 12192001"/>
              <a:gd name="connsiteY81" fmla="*/ 1914185 h 2344739"/>
              <a:gd name="connsiteX82" fmla="*/ 8752444 w 12192001"/>
              <a:gd name="connsiteY82" fmla="*/ 1933417 h 2344739"/>
              <a:gd name="connsiteX83" fmla="*/ 8707847 w 12192001"/>
              <a:gd name="connsiteY83" fmla="*/ 1935518 h 2344739"/>
              <a:gd name="connsiteX84" fmla="*/ 8596071 w 12192001"/>
              <a:gd name="connsiteY84" fmla="*/ 1944090 h 2344739"/>
              <a:gd name="connsiteX85" fmla="*/ 8525230 w 12192001"/>
              <a:gd name="connsiteY85" fmla="*/ 1929248 h 2344739"/>
              <a:gd name="connsiteX86" fmla="*/ 8510983 w 12192001"/>
              <a:gd name="connsiteY86" fmla="*/ 1935163 h 2344739"/>
              <a:gd name="connsiteX87" fmla="*/ 8506167 w 12192001"/>
              <a:gd name="connsiteY87" fmla="*/ 1938164 h 2344739"/>
              <a:gd name="connsiteX88" fmla="*/ 8497968 w 12192001"/>
              <a:gd name="connsiteY88" fmla="*/ 1940902 h 2344739"/>
              <a:gd name="connsiteX89" fmla="*/ 8497594 w 12192001"/>
              <a:gd name="connsiteY89" fmla="*/ 1940723 h 2344739"/>
              <a:gd name="connsiteX90" fmla="*/ 8490249 w 12192001"/>
              <a:gd name="connsiteY90" fmla="*/ 1943773 h 2344739"/>
              <a:gd name="connsiteX91" fmla="*/ 8367182 w 12192001"/>
              <a:gd name="connsiteY91" fmla="*/ 1957815 h 2344739"/>
              <a:gd name="connsiteX92" fmla="*/ 8353799 w 12192001"/>
              <a:gd name="connsiteY92" fmla="*/ 1958009 h 2344739"/>
              <a:gd name="connsiteX93" fmla="*/ 8352373 w 12192001"/>
              <a:gd name="connsiteY93" fmla="*/ 1957169 h 2344739"/>
              <a:gd name="connsiteX94" fmla="*/ 8320104 w 12192001"/>
              <a:gd name="connsiteY94" fmla="*/ 1974587 h 2344739"/>
              <a:gd name="connsiteX95" fmla="*/ 8314433 w 12192001"/>
              <a:gd name="connsiteY95" fmla="*/ 1974913 h 2344739"/>
              <a:gd name="connsiteX96" fmla="*/ 8295174 w 12192001"/>
              <a:gd name="connsiteY96" fmla="*/ 1988808 h 2344739"/>
              <a:gd name="connsiteX97" fmla="*/ 8284276 w 12192001"/>
              <a:gd name="connsiteY97" fmla="*/ 1994631 h 2344739"/>
              <a:gd name="connsiteX98" fmla="*/ 8283150 w 12192001"/>
              <a:gd name="connsiteY98" fmla="*/ 1999074 h 2344739"/>
              <a:gd name="connsiteX99" fmla="*/ 8266076 w 12192001"/>
              <a:gd name="connsiteY99" fmla="*/ 2006249 h 2344739"/>
              <a:gd name="connsiteX100" fmla="*/ 8263377 w 12192001"/>
              <a:gd name="connsiteY100" fmla="*/ 2006019 h 2344739"/>
              <a:gd name="connsiteX101" fmla="*/ 8252033 w 12192001"/>
              <a:gd name="connsiteY101" fmla="*/ 2015862 h 2344739"/>
              <a:gd name="connsiteX102" fmla="*/ 8245834 w 12192001"/>
              <a:gd name="connsiteY102" fmla="*/ 2028854 h 2344739"/>
              <a:gd name="connsiteX103" fmla="*/ 8090272 w 12192001"/>
              <a:gd name="connsiteY103" fmla="*/ 2075015 h 2344739"/>
              <a:gd name="connsiteX104" fmla="*/ 7905407 w 12192001"/>
              <a:gd name="connsiteY104" fmla="*/ 2116988 h 2344739"/>
              <a:gd name="connsiteX105" fmla="*/ 7718745 w 12192001"/>
              <a:gd name="connsiteY105" fmla="*/ 2142703 h 2344739"/>
              <a:gd name="connsiteX106" fmla="*/ 7614347 w 12192001"/>
              <a:gd name="connsiteY106" fmla="*/ 2139232 h 2344739"/>
              <a:gd name="connsiteX107" fmla="*/ 7527543 w 12192001"/>
              <a:gd name="connsiteY107" fmla="*/ 2145060 h 2344739"/>
              <a:gd name="connsiteX108" fmla="*/ 7519571 w 12192001"/>
              <a:gd name="connsiteY108" fmla="*/ 2147613 h 2344739"/>
              <a:gd name="connsiteX109" fmla="*/ 7507411 w 12192001"/>
              <a:gd name="connsiteY109" fmla="*/ 2148948 h 2344739"/>
              <a:gd name="connsiteX110" fmla="*/ 7507040 w 12192001"/>
              <a:gd name="connsiteY110" fmla="*/ 2148621 h 2344739"/>
              <a:gd name="connsiteX111" fmla="*/ 7495795 w 12192001"/>
              <a:gd name="connsiteY111" fmla="*/ 2150573 h 2344739"/>
              <a:gd name="connsiteX112" fmla="*/ 7405391 w 12192001"/>
              <a:gd name="connsiteY112" fmla="*/ 2142468 h 2344739"/>
              <a:gd name="connsiteX113" fmla="*/ 7312180 w 12192001"/>
              <a:gd name="connsiteY113" fmla="*/ 2132873 h 2344739"/>
              <a:gd name="connsiteX114" fmla="*/ 7310853 w 12192001"/>
              <a:gd name="connsiteY114" fmla="*/ 2131431 h 2344739"/>
              <a:gd name="connsiteX115" fmla="*/ 7218559 w 12192001"/>
              <a:gd name="connsiteY115" fmla="*/ 2156680 h 2344739"/>
              <a:gd name="connsiteX116" fmla="*/ 7201101 w 12192001"/>
              <a:gd name="connsiteY116" fmla="*/ 2161230 h 2344739"/>
              <a:gd name="connsiteX117" fmla="*/ 7197004 w 12192001"/>
              <a:gd name="connsiteY117" fmla="*/ 2166588 h 2344739"/>
              <a:gd name="connsiteX118" fmla="*/ 7170808 w 12192001"/>
              <a:gd name="connsiteY118" fmla="*/ 2171236 h 2344739"/>
              <a:gd name="connsiteX119" fmla="*/ 7096988 w 12192001"/>
              <a:gd name="connsiteY119" fmla="*/ 2183464 h 2344739"/>
              <a:gd name="connsiteX120" fmla="*/ 7018496 w 12192001"/>
              <a:gd name="connsiteY120" fmla="*/ 2183090 h 2344739"/>
              <a:gd name="connsiteX121" fmla="*/ 6904146 w 12192001"/>
              <a:gd name="connsiteY121" fmla="*/ 2212596 h 2344739"/>
              <a:gd name="connsiteX122" fmla="*/ 6708222 w 12192001"/>
              <a:gd name="connsiteY122" fmla="*/ 2240551 h 2344739"/>
              <a:gd name="connsiteX123" fmla="*/ 6549454 w 12192001"/>
              <a:gd name="connsiteY123" fmla="*/ 2269327 h 2344739"/>
              <a:gd name="connsiteX124" fmla="*/ 6317560 w 12192001"/>
              <a:gd name="connsiteY124" fmla="*/ 2316127 h 2344739"/>
              <a:gd name="connsiteX125" fmla="*/ 6168674 w 12192001"/>
              <a:gd name="connsiteY125" fmla="*/ 2318214 h 2344739"/>
              <a:gd name="connsiteX126" fmla="*/ 6073848 w 12192001"/>
              <a:gd name="connsiteY126" fmla="*/ 2338676 h 2344739"/>
              <a:gd name="connsiteX127" fmla="*/ 6068529 w 12192001"/>
              <a:gd name="connsiteY127" fmla="*/ 2337139 h 2344739"/>
              <a:gd name="connsiteX128" fmla="*/ 6048638 w 12192001"/>
              <a:gd name="connsiteY128" fmla="*/ 2337822 h 2344739"/>
              <a:gd name="connsiteX129" fmla="*/ 6041285 w 12192001"/>
              <a:gd name="connsiteY129" fmla="*/ 2329473 h 2344739"/>
              <a:gd name="connsiteX130" fmla="*/ 6010090 w 12192001"/>
              <a:gd name="connsiteY130" fmla="*/ 2324380 h 2344739"/>
              <a:gd name="connsiteX131" fmla="*/ 5957375 w 12192001"/>
              <a:gd name="connsiteY131" fmla="*/ 2328024 h 2344739"/>
              <a:gd name="connsiteX132" fmla="*/ 5758919 w 12192001"/>
              <a:gd name="connsiteY132" fmla="*/ 2343716 h 2344739"/>
              <a:gd name="connsiteX133" fmla="*/ 5626960 w 12192001"/>
              <a:gd name="connsiteY133" fmla="*/ 2344739 h 2344739"/>
              <a:gd name="connsiteX134" fmla="*/ 5470906 w 12192001"/>
              <a:gd name="connsiteY134" fmla="*/ 2330719 h 2344739"/>
              <a:gd name="connsiteX135" fmla="*/ 5432761 w 12192001"/>
              <a:gd name="connsiteY135" fmla="*/ 2319466 h 2344739"/>
              <a:gd name="connsiteX136" fmla="*/ 5381669 w 12192001"/>
              <a:gd name="connsiteY136" fmla="*/ 2301764 h 2344739"/>
              <a:gd name="connsiteX137" fmla="*/ 5261764 w 12192001"/>
              <a:gd name="connsiteY137" fmla="*/ 2281347 h 2344739"/>
              <a:gd name="connsiteX138" fmla="*/ 5222961 w 12192001"/>
              <a:gd name="connsiteY138" fmla="*/ 2270223 h 2344739"/>
              <a:gd name="connsiteX139" fmla="*/ 5174660 w 12192001"/>
              <a:gd name="connsiteY139" fmla="*/ 2267233 h 2344739"/>
              <a:gd name="connsiteX140" fmla="*/ 5156554 w 12192001"/>
              <a:gd name="connsiteY140" fmla="*/ 2260010 h 2344739"/>
              <a:gd name="connsiteX141" fmla="*/ 5142599 w 12192001"/>
              <a:gd name="connsiteY141" fmla="*/ 2256610 h 2344739"/>
              <a:gd name="connsiteX142" fmla="*/ 5139596 w 12192001"/>
              <a:gd name="connsiteY142" fmla="*/ 2254509 h 2344739"/>
              <a:gd name="connsiteX143" fmla="*/ 5121659 w 12192001"/>
              <a:gd name="connsiteY143" fmla="*/ 2243656 h 2344739"/>
              <a:gd name="connsiteX144" fmla="*/ 5065790 w 12192001"/>
              <a:gd name="connsiteY144" fmla="*/ 2250227 h 2344739"/>
              <a:gd name="connsiteX145" fmla="*/ 5011514 w 12192001"/>
              <a:gd name="connsiteY145" fmla="*/ 2233846 h 2344739"/>
              <a:gd name="connsiteX146" fmla="*/ 4840441 w 12192001"/>
              <a:gd name="connsiteY146" fmla="*/ 2209829 h 2344739"/>
              <a:gd name="connsiteX147" fmla="*/ 4762447 w 12192001"/>
              <a:gd name="connsiteY147" fmla="*/ 2182061 h 2344739"/>
              <a:gd name="connsiteX148" fmla="*/ 4723186 w 12192001"/>
              <a:gd name="connsiteY148" fmla="*/ 2173047 h 2344739"/>
              <a:gd name="connsiteX149" fmla="*/ 4721176 w 12192001"/>
              <a:gd name="connsiteY149" fmla="*/ 2172298 h 2344739"/>
              <a:gd name="connsiteX150" fmla="*/ 4722111 w 12192001"/>
              <a:gd name="connsiteY150" fmla="*/ 2172087 h 2344739"/>
              <a:gd name="connsiteX151" fmla="*/ 4717202 w 12192001"/>
              <a:gd name="connsiteY151" fmla="*/ 2170817 h 2344739"/>
              <a:gd name="connsiteX152" fmla="*/ 4721176 w 12192001"/>
              <a:gd name="connsiteY152" fmla="*/ 2172298 h 2344739"/>
              <a:gd name="connsiteX153" fmla="*/ 4715526 w 12192001"/>
              <a:gd name="connsiteY153" fmla="*/ 2173573 h 2344739"/>
              <a:gd name="connsiteX154" fmla="*/ 4515814 w 12192001"/>
              <a:gd name="connsiteY154" fmla="*/ 2163671 h 2344739"/>
              <a:gd name="connsiteX155" fmla="*/ 4428543 w 12192001"/>
              <a:gd name="connsiteY155" fmla="*/ 2153020 h 2344739"/>
              <a:gd name="connsiteX156" fmla="*/ 4362875 w 12192001"/>
              <a:gd name="connsiteY156" fmla="*/ 2151674 h 2344739"/>
              <a:gd name="connsiteX157" fmla="*/ 4316966 w 12192001"/>
              <a:gd name="connsiteY157" fmla="*/ 2158289 h 2344739"/>
              <a:gd name="connsiteX158" fmla="*/ 4315110 w 12192001"/>
              <a:gd name="connsiteY158" fmla="*/ 2156948 h 2344739"/>
              <a:gd name="connsiteX159" fmla="*/ 4295144 w 12192001"/>
              <a:gd name="connsiteY159" fmla="*/ 2155069 h 2344739"/>
              <a:gd name="connsiteX160" fmla="*/ 4290064 w 12192001"/>
              <a:gd name="connsiteY160" fmla="*/ 2157986 h 2344739"/>
              <a:gd name="connsiteX161" fmla="*/ 4276142 w 12192001"/>
              <a:gd name="connsiteY161" fmla="*/ 2157740 h 2344739"/>
              <a:gd name="connsiteX162" fmla="*/ 4248117 w 12192001"/>
              <a:gd name="connsiteY162" fmla="*/ 2160064 h 2344739"/>
              <a:gd name="connsiteX163" fmla="*/ 4202051 w 12192001"/>
              <a:gd name="connsiteY163" fmla="*/ 2157269 h 2344739"/>
              <a:gd name="connsiteX164" fmla="*/ 4201745 w 12192001"/>
              <a:gd name="connsiteY164" fmla="*/ 2156010 h 2344739"/>
              <a:gd name="connsiteX165" fmla="*/ 4191248 w 12192001"/>
              <a:gd name="connsiteY165" fmla="*/ 2150376 h 2344739"/>
              <a:gd name="connsiteX166" fmla="*/ 4142745 w 12192001"/>
              <a:gd name="connsiteY166" fmla="*/ 2134511 h 2344739"/>
              <a:gd name="connsiteX167" fmla="*/ 4083097 w 12192001"/>
              <a:gd name="connsiteY167" fmla="*/ 2107978 h 2344739"/>
              <a:gd name="connsiteX168" fmla="*/ 4074546 w 12192001"/>
              <a:gd name="connsiteY168" fmla="*/ 2107143 h 2344739"/>
              <a:gd name="connsiteX169" fmla="*/ 4074427 w 12192001"/>
              <a:gd name="connsiteY169" fmla="*/ 2106844 h 2344739"/>
              <a:gd name="connsiteX170" fmla="*/ 4065510 w 12192001"/>
              <a:gd name="connsiteY170" fmla="*/ 2105400 h 2344739"/>
              <a:gd name="connsiteX171" fmla="*/ 4058954 w 12192001"/>
              <a:gd name="connsiteY171" fmla="*/ 2105618 h 2344739"/>
              <a:gd name="connsiteX172" fmla="*/ 4042364 w 12192001"/>
              <a:gd name="connsiteY172" fmla="*/ 2103997 h 2344739"/>
              <a:gd name="connsiteX173" fmla="*/ 4036997 w 12192001"/>
              <a:gd name="connsiteY173" fmla="*/ 2101563 h 2344739"/>
              <a:gd name="connsiteX174" fmla="*/ 4035363 w 12192001"/>
              <a:gd name="connsiteY174" fmla="*/ 2097896 h 2344739"/>
              <a:gd name="connsiteX175" fmla="*/ 4033778 w 12192001"/>
              <a:gd name="connsiteY175" fmla="*/ 2098131 h 2344739"/>
              <a:gd name="connsiteX176" fmla="*/ 4004538 w 12192001"/>
              <a:gd name="connsiteY176" fmla="*/ 2085563 h 2344739"/>
              <a:gd name="connsiteX177" fmla="*/ 3936846 w 12192001"/>
              <a:gd name="connsiteY177" fmla="*/ 2068106 h 2344739"/>
              <a:gd name="connsiteX178" fmla="*/ 3897275 w 12192001"/>
              <a:gd name="connsiteY178" fmla="*/ 2062451 h 2344739"/>
              <a:gd name="connsiteX179" fmla="*/ 3789760 w 12192001"/>
              <a:gd name="connsiteY179" fmla="*/ 2042213 h 2344739"/>
              <a:gd name="connsiteX180" fmla="*/ 3682513 w 12192001"/>
              <a:gd name="connsiteY180" fmla="*/ 2018290 h 2344739"/>
              <a:gd name="connsiteX181" fmla="*/ 3610035 w 12192001"/>
              <a:gd name="connsiteY181" fmla="*/ 1986019 h 2344739"/>
              <a:gd name="connsiteX182" fmla="*/ 3603855 w 12192001"/>
              <a:gd name="connsiteY182" fmla="*/ 1987381 h 2344739"/>
              <a:gd name="connsiteX183" fmla="*/ 3594736 w 12192001"/>
              <a:gd name="connsiteY183" fmla="*/ 1987545 h 2344739"/>
              <a:gd name="connsiteX184" fmla="*/ 3594501 w 12192001"/>
              <a:gd name="connsiteY184" fmla="*/ 1987276 h 2344739"/>
              <a:gd name="connsiteX185" fmla="*/ 3585978 w 12192001"/>
              <a:gd name="connsiteY185" fmla="*/ 1987966 h 2344739"/>
              <a:gd name="connsiteX186" fmla="*/ 3536135 w 12192001"/>
              <a:gd name="connsiteY186" fmla="*/ 1978267 h 2344739"/>
              <a:gd name="connsiteX187" fmla="*/ 3473223 w 12192001"/>
              <a:gd name="connsiteY187" fmla="*/ 1974606 h 2344739"/>
              <a:gd name="connsiteX188" fmla="*/ 3400728 w 12192001"/>
              <a:gd name="connsiteY188" fmla="*/ 1962558 h 2344739"/>
              <a:gd name="connsiteX189" fmla="*/ 3363888 w 12192001"/>
              <a:gd name="connsiteY189" fmla="*/ 1979510 h 2344739"/>
              <a:gd name="connsiteX190" fmla="*/ 3344026 w 12192001"/>
              <a:gd name="connsiteY190" fmla="*/ 1981192 h 2344739"/>
              <a:gd name="connsiteX191" fmla="*/ 3341698 w 12192001"/>
              <a:gd name="connsiteY191" fmla="*/ 1980217 h 2344739"/>
              <a:gd name="connsiteX192" fmla="*/ 3262356 w 12192001"/>
              <a:gd name="connsiteY192" fmla="*/ 1986094 h 2344739"/>
              <a:gd name="connsiteX193" fmla="*/ 3142556 w 12192001"/>
              <a:gd name="connsiteY193" fmla="*/ 1993869 h 2344739"/>
              <a:gd name="connsiteX194" fmla="*/ 3030291 w 12192001"/>
              <a:gd name="connsiteY194" fmla="*/ 1996512 h 2344739"/>
              <a:gd name="connsiteX195" fmla="*/ 2781569 w 12192001"/>
              <a:gd name="connsiteY195" fmla="*/ 2018333 h 2344739"/>
              <a:gd name="connsiteX196" fmla="*/ 2646527 w 12192001"/>
              <a:gd name="connsiteY196" fmla="*/ 2028869 h 2344739"/>
              <a:gd name="connsiteX197" fmla="*/ 2568028 w 12192001"/>
              <a:gd name="connsiteY197" fmla="*/ 2002628 h 2344739"/>
              <a:gd name="connsiteX198" fmla="*/ 2443255 w 12192001"/>
              <a:gd name="connsiteY198" fmla="*/ 2016529 h 2344739"/>
              <a:gd name="connsiteX199" fmla="*/ 2315112 w 12192001"/>
              <a:gd name="connsiteY199" fmla="*/ 2024996 h 2344739"/>
              <a:gd name="connsiteX200" fmla="*/ 2208578 w 12192001"/>
              <a:gd name="connsiteY200" fmla="*/ 2019763 h 2344739"/>
              <a:gd name="connsiteX201" fmla="*/ 2094665 w 12192001"/>
              <a:gd name="connsiteY201" fmla="*/ 2003052 h 2344739"/>
              <a:gd name="connsiteX202" fmla="*/ 1997356 w 12192001"/>
              <a:gd name="connsiteY202" fmla="*/ 1995032 h 2344739"/>
              <a:gd name="connsiteX203" fmla="*/ 1928172 w 12192001"/>
              <a:gd name="connsiteY203" fmla="*/ 2016977 h 2344739"/>
              <a:gd name="connsiteX204" fmla="*/ 1921650 w 12192001"/>
              <a:gd name="connsiteY204" fmla="*/ 2012146 h 2344739"/>
              <a:gd name="connsiteX205" fmla="*/ 1873080 w 12192001"/>
              <a:gd name="connsiteY205" fmla="*/ 2013741 h 2344739"/>
              <a:gd name="connsiteX206" fmla="*/ 1786655 w 12192001"/>
              <a:gd name="connsiteY206" fmla="*/ 2041363 h 2344739"/>
              <a:gd name="connsiteX207" fmla="*/ 1738204 w 12192001"/>
              <a:gd name="connsiteY207" fmla="*/ 2036312 h 2344739"/>
              <a:gd name="connsiteX208" fmla="*/ 1675071 w 12192001"/>
              <a:gd name="connsiteY208" fmla="*/ 2019963 h 2344739"/>
              <a:gd name="connsiteX209" fmla="*/ 1608669 w 12192001"/>
              <a:gd name="connsiteY209" fmla="*/ 2013066 h 2344739"/>
              <a:gd name="connsiteX210" fmla="*/ 1496110 w 12192001"/>
              <a:gd name="connsiteY210" fmla="*/ 1987476 h 2344739"/>
              <a:gd name="connsiteX211" fmla="*/ 1149979 w 12192001"/>
              <a:gd name="connsiteY211" fmla="*/ 1938041 h 2344739"/>
              <a:gd name="connsiteX212" fmla="*/ 858269 w 12192001"/>
              <a:gd name="connsiteY212" fmla="*/ 1928608 h 2344739"/>
              <a:gd name="connsiteX213" fmla="*/ 837540 w 12192001"/>
              <a:gd name="connsiteY213" fmla="*/ 1929821 h 2344739"/>
              <a:gd name="connsiteX214" fmla="*/ 816809 w 12192001"/>
              <a:gd name="connsiteY214" fmla="*/ 1927857 h 2344739"/>
              <a:gd name="connsiteX215" fmla="*/ 811506 w 12192001"/>
              <a:gd name="connsiteY215" fmla="*/ 1930751 h 2344739"/>
              <a:gd name="connsiteX216" fmla="*/ 797041 w 12192001"/>
              <a:gd name="connsiteY216" fmla="*/ 1930446 h 2344739"/>
              <a:gd name="connsiteX217" fmla="*/ 767901 w 12192001"/>
              <a:gd name="connsiteY217" fmla="*/ 1932653 h 2344739"/>
              <a:gd name="connsiteX218" fmla="*/ 763053 w 12192001"/>
              <a:gd name="connsiteY218" fmla="*/ 1930432 h 2344739"/>
              <a:gd name="connsiteX219" fmla="*/ 720047 w 12192001"/>
              <a:gd name="connsiteY219" fmla="*/ 1929661 h 2344739"/>
              <a:gd name="connsiteX220" fmla="*/ 719742 w 12192001"/>
              <a:gd name="connsiteY220" fmla="*/ 1928399 h 2344739"/>
              <a:gd name="connsiteX221" fmla="*/ 708875 w 12192001"/>
              <a:gd name="connsiteY221" fmla="*/ 1922722 h 2344739"/>
              <a:gd name="connsiteX222" fmla="*/ 596792 w 12192001"/>
              <a:gd name="connsiteY222" fmla="*/ 1879864 h 2344739"/>
              <a:gd name="connsiteX223" fmla="*/ 578535 w 12192001"/>
              <a:gd name="connsiteY223" fmla="*/ 1877212 h 2344739"/>
              <a:gd name="connsiteX224" fmla="*/ 571717 w 12192001"/>
              <a:gd name="connsiteY224" fmla="*/ 1877401 h 2344739"/>
              <a:gd name="connsiteX225" fmla="*/ 445099 w 12192001"/>
              <a:gd name="connsiteY225" fmla="*/ 1839371 h 2344739"/>
              <a:gd name="connsiteX226" fmla="*/ 404015 w 12192001"/>
              <a:gd name="connsiteY226" fmla="*/ 1833548 h 2344739"/>
              <a:gd name="connsiteX227" fmla="*/ 292435 w 12192001"/>
              <a:gd name="connsiteY227" fmla="*/ 1812852 h 2344739"/>
              <a:gd name="connsiteX228" fmla="*/ 118381 w 12192001"/>
              <a:gd name="connsiteY228" fmla="*/ 1761047 h 2344739"/>
              <a:gd name="connsiteX229" fmla="*/ 15526 w 12192001"/>
              <a:gd name="connsiteY229" fmla="*/ 1758191 h 2344739"/>
              <a:gd name="connsiteX230" fmla="*/ 2 w 12192001"/>
              <a:gd name="connsiteY230" fmla="*/ 1752722 h 2344739"/>
              <a:gd name="connsiteX231" fmla="*/ 1 w 12192001"/>
              <a:gd name="connsiteY231" fmla="*/ 762497 h 2344739"/>
              <a:gd name="connsiteX232" fmla="*/ 0 w 12192001"/>
              <a:gd name="connsiteY232" fmla="*/ 762497 h 2344739"/>
              <a:gd name="connsiteX233" fmla="*/ 0 w 12192001"/>
              <a:gd name="connsiteY233" fmla="*/ 222213 h 2344739"/>
              <a:gd name="connsiteX234" fmla="*/ 0 w 12192001"/>
              <a:gd name="connsiteY234"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522499 w 12192001"/>
              <a:gd name="connsiteY25" fmla="*/ 999965 h 2344739"/>
              <a:gd name="connsiteX26" fmla="*/ 11245526 w 12192001"/>
              <a:gd name="connsiteY26" fmla="*/ 1274060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50210 w 12192001"/>
              <a:gd name="connsiteY70" fmla="*/ 1922604 h 2344739"/>
              <a:gd name="connsiteX71" fmla="*/ 9137318 w 12192001"/>
              <a:gd name="connsiteY71" fmla="*/ 1920435 h 2344739"/>
              <a:gd name="connsiteX72" fmla="*/ 9113812 w 12192001"/>
              <a:gd name="connsiteY72" fmla="*/ 1919069 h 2344739"/>
              <a:gd name="connsiteX73" fmla="*/ 9053453 w 12192001"/>
              <a:gd name="connsiteY73" fmla="*/ 1910755 h 2344739"/>
              <a:gd name="connsiteX74" fmla="*/ 9005486 w 12192001"/>
              <a:gd name="connsiteY74" fmla="*/ 1914040 h 2344739"/>
              <a:gd name="connsiteX75" fmla="*/ 9005201 w 12192001"/>
              <a:gd name="connsiteY75" fmla="*/ 1913800 h 2344739"/>
              <a:gd name="connsiteX76" fmla="*/ 8996232 w 12192001"/>
              <a:gd name="connsiteY76" fmla="*/ 1915011 h 2344739"/>
              <a:gd name="connsiteX77" fmla="*/ 8990394 w 12192001"/>
              <a:gd name="connsiteY77" fmla="*/ 1917072 h 2344739"/>
              <a:gd name="connsiteX78" fmla="*/ 8974337 w 12192001"/>
              <a:gd name="connsiteY78" fmla="*/ 1920298 h 2344739"/>
              <a:gd name="connsiteX79" fmla="*/ 8968011 w 12192001"/>
              <a:gd name="connsiteY79" fmla="*/ 1919598 h 2344739"/>
              <a:gd name="connsiteX80" fmla="*/ 8963048 w 12192001"/>
              <a:gd name="connsiteY80" fmla="*/ 1917373 h 2344739"/>
              <a:gd name="connsiteX81" fmla="*/ 8928988 w 12192001"/>
              <a:gd name="connsiteY81" fmla="*/ 1914185 h 2344739"/>
              <a:gd name="connsiteX82" fmla="*/ 8752444 w 12192001"/>
              <a:gd name="connsiteY82" fmla="*/ 1933417 h 2344739"/>
              <a:gd name="connsiteX83" fmla="*/ 8707847 w 12192001"/>
              <a:gd name="connsiteY83" fmla="*/ 1935518 h 2344739"/>
              <a:gd name="connsiteX84" fmla="*/ 8596071 w 12192001"/>
              <a:gd name="connsiteY84" fmla="*/ 1944090 h 2344739"/>
              <a:gd name="connsiteX85" fmla="*/ 8525230 w 12192001"/>
              <a:gd name="connsiteY85" fmla="*/ 1929248 h 2344739"/>
              <a:gd name="connsiteX86" fmla="*/ 8510983 w 12192001"/>
              <a:gd name="connsiteY86" fmla="*/ 1935163 h 2344739"/>
              <a:gd name="connsiteX87" fmla="*/ 8506167 w 12192001"/>
              <a:gd name="connsiteY87" fmla="*/ 1938164 h 2344739"/>
              <a:gd name="connsiteX88" fmla="*/ 8497968 w 12192001"/>
              <a:gd name="connsiteY88" fmla="*/ 1940902 h 2344739"/>
              <a:gd name="connsiteX89" fmla="*/ 8497594 w 12192001"/>
              <a:gd name="connsiteY89" fmla="*/ 1940723 h 2344739"/>
              <a:gd name="connsiteX90" fmla="*/ 8490249 w 12192001"/>
              <a:gd name="connsiteY90" fmla="*/ 1943773 h 2344739"/>
              <a:gd name="connsiteX91" fmla="*/ 8367182 w 12192001"/>
              <a:gd name="connsiteY91" fmla="*/ 1957815 h 2344739"/>
              <a:gd name="connsiteX92" fmla="*/ 8353799 w 12192001"/>
              <a:gd name="connsiteY92" fmla="*/ 1958009 h 2344739"/>
              <a:gd name="connsiteX93" fmla="*/ 8352373 w 12192001"/>
              <a:gd name="connsiteY93" fmla="*/ 1957169 h 2344739"/>
              <a:gd name="connsiteX94" fmla="*/ 8320104 w 12192001"/>
              <a:gd name="connsiteY94" fmla="*/ 1974587 h 2344739"/>
              <a:gd name="connsiteX95" fmla="*/ 8314433 w 12192001"/>
              <a:gd name="connsiteY95" fmla="*/ 1974913 h 2344739"/>
              <a:gd name="connsiteX96" fmla="*/ 8295174 w 12192001"/>
              <a:gd name="connsiteY96" fmla="*/ 1988808 h 2344739"/>
              <a:gd name="connsiteX97" fmla="*/ 8284276 w 12192001"/>
              <a:gd name="connsiteY97" fmla="*/ 1994631 h 2344739"/>
              <a:gd name="connsiteX98" fmla="*/ 8283150 w 12192001"/>
              <a:gd name="connsiteY98" fmla="*/ 1999074 h 2344739"/>
              <a:gd name="connsiteX99" fmla="*/ 8266076 w 12192001"/>
              <a:gd name="connsiteY99" fmla="*/ 2006249 h 2344739"/>
              <a:gd name="connsiteX100" fmla="*/ 8263377 w 12192001"/>
              <a:gd name="connsiteY100" fmla="*/ 2006019 h 2344739"/>
              <a:gd name="connsiteX101" fmla="*/ 8252033 w 12192001"/>
              <a:gd name="connsiteY101" fmla="*/ 2015862 h 2344739"/>
              <a:gd name="connsiteX102" fmla="*/ 8245834 w 12192001"/>
              <a:gd name="connsiteY102" fmla="*/ 2028854 h 2344739"/>
              <a:gd name="connsiteX103" fmla="*/ 8090272 w 12192001"/>
              <a:gd name="connsiteY103" fmla="*/ 2075015 h 2344739"/>
              <a:gd name="connsiteX104" fmla="*/ 7905407 w 12192001"/>
              <a:gd name="connsiteY104" fmla="*/ 2116988 h 2344739"/>
              <a:gd name="connsiteX105" fmla="*/ 7718745 w 12192001"/>
              <a:gd name="connsiteY105" fmla="*/ 2142703 h 2344739"/>
              <a:gd name="connsiteX106" fmla="*/ 7614347 w 12192001"/>
              <a:gd name="connsiteY106" fmla="*/ 2139232 h 2344739"/>
              <a:gd name="connsiteX107" fmla="*/ 7527543 w 12192001"/>
              <a:gd name="connsiteY107" fmla="*/ 2145060 h 2344739"/>
              <a:gd name="connsiteX108" fmla="*/ 7519571 w 12192001"/>
              <a:gd name="connsiteY108" fmla="*/ 2147613 h 2344739"/>
              <a:gd name="connsiteX109" fmla="*/ 7507411 w 12192001"/>
              <a:gd name="connsiteY109" fmla="*/ 2148948 h 2344739"/>
              <a:gd name="connsiteX110" fmla="*/ 7507040 w 12192001"/>
              <a:gd name="connsiteY110" fmla="*/ 2148621 h 2344739"/>
              <a:gd name="connsiteX111" fmla="*/ 7495795 w 12192001"/>
              <a:gd name="connsiteY111" fmla="*/ 2150573 h 2344739"/>
              <a:gd name="connsiteX112" fmla="*/ 7405391 w 12192001"/>
              <a:gd name="connsiteY112" fmla="*/ 2142468 h 2344739"/>
              <a:gd name="connsiteX113" fmla="*/ 7312180 w 12192001"/>
              <a:gd name="connsiteY113" fmla="*/ 2132873 h 2344739"/>
              <a:gd name="connsiteX114" fmla="*/ 7310853 w 12192001"/>
              <a:gd name="connsiteY114" fmla="*/ 2131431 h 2344739"/>
              <a:gd name="connsiteX115" fmla="*/ 7218559 w 12192001"/>
              <a:gd name="connsiteY115" fmla="*/ 2156680 h 2344739"/>
              <a:gd name="connsiteX116" fmla="*/ 7201101 w 12192001"/>
              <a:gd name="connsiteY116" fmla="*/ 2161230 h 2344739"/>
              <a:gd name="connsiteX117" fmla="*/ 7197004 w 12192001"/>
              <a:gd name="connsiteY117" fmla="*/ 2166588 h 2344739"/>
              <a:gd name="connsiteX118" fmla="*/ 7170808 w 12192001"/>
              <a:gd name="connsiteY118" fmla="*/ 2171236 h 2344739"/>
              <a:gd name="connsiteX119" fmla="*/ 7096988 w 12192001"/>
              <a:gd name="connsiteY119" fmla="*/ 2183464 h 2344739"/>
              <a:gd name="connsiteX120" fmla="*/ 7018496 w 12192001"/>
              <a:gd name="connsiteY120" fmla="*/ 2183090 h 2344739"/>
              <a:gd name="connsiteX121" fmla="*/ 6904146 w 12192001"/>
              <a:gd name="connsiteY121" fmla="*/ 2212596 h 2344739"/>
              <a:gd name="connsiteX122" fmla="*/ 6708222 w 12192001"/>
              <a:gd name="connsiteY122" fmla="*/ 2240551 h 2344739"/>
              <a:gd name="connsiteX123" fmla="*/ 6549454 w 12192001"/>
              <a:gd name="connsiteY123" fmla="*/ 2269327 h 2344739"/>
              <a:gd name="connsiteX124" fmla="*/ 6317560 w 12192001"/>
              <a:gd name="connsiteY124" fmla="*/ 2316127 h 2344739"/>
              <a:gd name="connsiteX125" fmla="*/ 6168674 w 12192001"/>
              <a:gd name="connsiteY125" fmla="*/ 2318214 h 2344739"/>
              <a:gd name="connsiteX126" fmla="*/ 6073848 w 12192001"/>
              <a:gd name="connsiteY126" fmla="*/ 2338676 h 2344739"/>
              <a:gd name="connsiteX127" fmla="*/ 6068529 w 12192001"/>
              <a:gd name="connsiteY127" fmla="*/ 2337139 h 2344739"/>
              <a:gd name="connsiteX128" fmla="*/ 6048638 w 12192001"/>
              <a:gd name="connsiteY128" fmla="*/ 2337822 h 2344739"/>
              <a:gd name="connsiteX129" fmla="*/ 6041285 w 12192001"/>
              <a:gd name="connsiteY129" fmla="*/ 2329473 h 2344739"/>
              <a:gd name="connsiteX130" fmla="*/ 6010090 w 12192001"/>
              <a:gd name="connsiteY130" fmla="*/ 2324380 h 2344739"/>
              <a:gd name="connsiteX131" fmla="*/ 5957375 w 12192001"/>
              <a:gd name="connsiteY131" fmla="*/ 2328024 h 2344739"/>
              <a:gd name="connsiteX132" fmla="*/ 5758919 w 12192001"/>
              <a:gd name="connsiteY132" fmla="*/ 2343716 h 2344739"/>
              <a:gd name="connsiteX133" fmla="*/ 5626960 w 12192001"/>
              <a:gd name="connsiteY133" fmla="*/ 2344739 h 2344739"/>
              <a:gd name="connsiteX134" fmla="*/ 5470906 w 12192001"/>
              <a:gd name="connsiteY134" fmla="*/ 2330719 h 2344739"/>
              <a:gd name="connsiteX135" fmla="*/ 5432761 w 12192001"/>
              <a:gd name="connsiteY135" fmla="*/ 2319466 h 2344739"/>
              <a:gd name="connsiteX136" fmla="*/ 5381669 w 12192001"/>
              <a:gd name="connsiteY136" fmla="*/ 2301764 h 2344739"/>
              <a:gd name="connsiteX137" fmla="*/ 5261764 w 12192001"/>
              <a:gd name="connsiteY137" fmla="*/ 2281347 h 2344739"/>
              <a:gd name="connsiteX138" fmla="*/ 5222961 w 12192001"/>
              <a:gd name="connsiteY138" fmla="*/ 2270223 h 2344739"/>
              <a:gd name="connsiteX139" fmla="*/ 5174660 w 12192001"/>
              <a:gd name="connsiteY139" fmla="*/ 2267233 h 2344739"/>
              <a:gd name="connsiteX140" fmla="*/ 5156554 w 12192001"/>
              <a:gd name="connsiteY140" fmla="*/ 2260010 h 2344739"/>
              <a:gd name="connsiteX141" fmla="*/ 5142599 w 12192001"/>
              <a:gd name="connsiteY141" fmla="*/ 2256610 h 2344739"/>
              <a:gd name="connsiteX142" fmla="*/ 5139596 w 12192001"/>
              <a:gd name="connsiteY142" fmla="*/ 2254509 h 2344739"/>
              <a:gd name="connsiteX143" fmla="*/ 5121659 w 12192001"/>
              <a:gd name="connsiteY143" fmla="*/ 2243656 h 2344739"/>
              <a:gd name="connsiteX144" fmla="*/ 5065790 w 12192001"/>
              <a:gd name="connsiteY144" fmla="*/ 2250227 h 2344739"/>
              <a:gd name="connsiteX145" fmla="*/ 5011514 w 12192001"/>
              <a:gd name="connsiteY145" fmla="*/ 2233846 h 2344739"/>
              <a:gd name="connsiteX146" fmla="*/ 4840441 w 12192001"/>
              <a:gd name="connsiteY146" fmla="*/ 2209829 h 2344739"/>
              <a:gd name="connsiteX147" fmla="*/ 4762447 w 12192001"/>
              <a:gd name="connsiteY147" fmla="*/ 2182061 h 2344739"/>
              <a:gd name="connsiteX148" fmla="*/ 4723186 w 12192001"/>
              <a:gd name="connsiteY148" fmla="*/ 2173047 h 2344739"/>
              <a:gd name="connsiteX149" fmla="*/ 4721176 w 12192001"/>
              <a:gd name="connsiteY149" fmla="*/ 2172298 h 2344739"/>
              <a:gd name="connsiteX150" fmla="*/ 4722111 w 12192001"/>
              <a:gd name="connsiteY150" fmla="*/ 2172087 h 2344739"/>
              <a:gd name="connsiteX151" fmla="*/ 4717202 w 12192001"/>
              <a:gd name="connsiteY151" fmla="*/ 2170817 h 2344739"/>
              <a:gd name="connsiteX152" fmla="*/ 4721176 w 12192001"/>
              <a:gd name="connsiteY152" fmla="*/ 2172298 h 2344739"/>
              <a:gd name="connsiteX153" fmla="*/ 4715526 w 12192001"/>
              <a:gd name="connsiteY153" fmla="*/ 2173573 h 2344739"/>
              <a:gd name="connsiteX154" fmla="*/ 4515814 w 12192001"/>
              <a:gd name="connsiteY154" fmla="*/ 2163671 h 2344739"/>
              <a:gd name="connsiteX155" fmla="*/ 4428543 w 12192001"/>
              <a:gd name="connsiteY155" fmla="*/ 2153020 h 2344739"/>
              <a:gd name="connsiteX156" fmla="*/ 4362875 w 12192001"/>
              <a:gd name="connsiteY156" fmla="*/ 2151674 h 2344739"/>
              <a:gd name="connsiteX157" fmla="*/ 4316966 w 12192001"/>
              <a:gd name="connsiteY157" fmla="*/ 2158289 h 2344739"/>
              <a:gd name="connsiteX158" fmla="*/ 4315110 w 12192001"/>
              <a:gd name="connsiteY158" fmla="*/ 2156948 h 2344739"/>
              <a:gd name="connsiteX159" fmla="*/ 4295144 w 12192001"/>
              <a:gd name="connsiteY159" fmla="*/ 2155069 h 2344739"/>
              <a:gd name="connsiteX160" fmla="*/ 4290064 w 12192001"/>
              <a:gd name="connsiteY160" fmla="*/ 2157986 h 2344739"/>
              <a:gd name="connsiteX161" fmla="*/ 4276142 w 12192001"/>
              <a:gd name="connsiteY161" fmla="*/ 2157740 h 2344739"/>
              <a:gd name="connsiteX162" fmla="*/ 4248117 w 12192001"/>
              <a:gd name="connsiteY162" fmla="*/ 2160064 h 2344739"/>
              <a:gd name="connsiteX163" fmla="*/ 4202051 w 12192001"/>
              <a:gd name="connsiteY163" fmla="*/ 2157269 h 2344739"/>
              <a:gd name="connsiteX164" fmla="*/ 4201745 w 12192001"/>
              <a:gd name="connsiteY164" fmla="*/ 2156010 h 2344739"/>
              <a:gd name="connsiteX165" fmla="*/ 4191248 w 12192001"/>
              <a:gd name="connsiteY165" fmla="*/ 2150376 h 2344739"/>
              <a:gd name="connsiteX166" fmla="*/ 4142745 w 12192001"/>
              <a:gd name="connsiteY166" fmla="*/ 2134511 h 2344739"/>
              <a:gd name="connsiteX167" fmla="*/ 4083097 w 12192001"/>
              <a:gd name="connsiteY167" fmla="*/ 2107978 h 2344739"/>
              <a:gd name="connsiteX168" fmla="*/ 4074546 w 12192001"/>
              <a:gd name="connsiteY168" fmla="*/ 2107143 h 2344739"/>
              <a:gd name="connsiteX169" fmla="*/ 4074427 w 12192001"/>
              <a:gd name="connsiteY169" fmla="*/ 2106844 h 2344739"/>
              <a:gd name="connsiteX170" fmla="*/ 4065510 w 12192001"/>
              <a:gd name="connsiteY170" fmla="*/ 2105400 h 2344739"/>
              <a:gd name="connsiteX171" fmla="*/ 4058954 w 12192001"/>
              <a:gd name="connsiteY171" fmla="*/ 2105618 h 2344739"/>
              <a:gd name="connsiteX172" fmla="*/ 4042364 w 12192001"/>
              <a:gd name="connsiteY172" fmla="*/ 2103997 h 2344739"/>
              <a:gd name="connsiteX173" fmla="*/ 4036997 w 12192001"/>
              <a:gd name="connsiteY173" fmla="*/ 2101563 h 2344739"/>
              <a:gd name="connsiteX174" fmla="*/ 4035363 w 12192001"/>
              <a:gd name="connsiteY174" fmla="*/ 2097896 h 2344739"/>
              <a:gd name="connsiteX175" fmla="*/ 4033778 w 12192001"/>
              <a:gd name="connsiteY175" fmla="*/ 2098131 h 2344739"/>
              <a:gd name="connsiteX176" fmla="*/ 4004538 w 12192001"/>
              <a:gd name="connsiteY176" fmla="*/ 2085563 h 2344739"/>
              <a:gd name="connsiteX177" fmla="*/ 3936846 w 12192001"/>
              <a:gd name="connsiteY177" fmla="*/ 2068106 h 2344739"/>
              <a:gd name="connsiteX178" fmla="*/ 3897275 w 12192001"/>
              <a:gd name="connsiteY178" fmla="*/ 2062451 h 2344739"/>
              <a:gd name="connsiteX179" fmla="*/ 3789760 w 12192001"/>
              <a:gd name="connsiteY179" fmla="*/ 2042213 h 2344739"/>
              <a:gd name="connsiteX180" fmla="*/ 3682513 w 12192001"/>
              <a:gd name="connsiteY180" fmla="*/ 2018290 h 2344739"/>
              <a:gd name="connsiteX181" fmla="*/ 3610035 w 12192001"/>
              <a:gd name="connsiteY181" fmla="*/ 1986019 h 2344739"/>
              <a:gd name="connsiteX182" fmla="*/ 3603855 w 12192001"/>
              <a:gd name="connsiteY182" fmla="*/ 1987381 h 2344739"/>
              <a:gd name="connsiteX183" fmla="*/ 3594736 w 12192001"/>
              <a:gd name="connsiteY183" fmla="*/ 1987545 h 2344739"/>
              <a:gd name="connsiteX184" fmla="*/ 3594501 w 12192001"/>
              <a:gd name="connsiteY184" fmla="*/ 1987276 h 2344739"/>
              <a:gd name="connsiteX185" fmla="*/ 3585978 w 12192001"/>
              <a:gd name="connsiteY185" fmla="*/ 1987966 h 2344739"/>
              <a:gd name="connsiteX186" fmla="*/ 3536135 w 12192001"/>
              <a:gd name="connsiteY186" fmla="*/ 1978267 h 2344739"/>
              <a:gd name="connsiteX187" fmla="*/ 3473223 w 12192001"/>
              <a:gd name="connsiteY187" fmla="*/ 1974606 h 2344739"/>
              <a:gd name="connsiteX188" fmla="*/ 3400728 w 12192001"/>
              <a:gd name="connsiteY188" fmla="*/ 1962558 h 2344739"/>
              <a:gd name="connsiteX189" fmla="*/ 3363888 w 12192001"/>
              <a:gd name="connsiteY189" fmla="*/ 1979510 h 2344739"/>
              <a:gd name="connsiteX190" fmla="*/ 3344026 w 12192001"/>
              <a:gd name="connsiteY190" fmla="*/ 1981192 h 2344739"/>
              <a:gd name="connsiteX191" fmla="*/ 3341698 w 12192001"/>
              <a:gd name="connsiteY191" fmla="*/ 1980217 h 2344739"/>
              <a:gd name="connsiteX192" fmla="*/ 3262356 w 12192001"/>
              <a:gd name="connsiteY192" fmla="*/ 1986094 h 2344739"/>
              <a:gd name="connsiteX193" fmla="*/ 3142556 w 12192001"/>
              <a:gd name="connsiteY193" fmla="*/ 1993869 h 2344739"/>
              <a:gd name="connsiteX194" fmla="*/ 3030291 w 12192001"/>
              <a:gd name="connsiteY194" fmla="*/ 1996512 h 2344739"/>
              <a:gd name="connsiteX195" fmla="*/ 2781569 w 12192001"/>
              <a:gd name="connsiteY195" fmla="*/ 2018333 h 2344739"/>
              <a:gd name="connsiteX196" fmla="*/ 2646527 w 12192001"/>
              <a:gd name="connsiteY196" fmla="*/ 2028869 h 2344739"/>
              <a:gd name="connsiteX197" fmla="*/ 2568028 w 12192001"/>
              <a:gd name="connsiteY197" fmla="*/ 2002628 h 2344739"/>
              <a:gd name="connsiteX198" fmla="*/ 2443255 w 12192001"/>
              <a:gd name="connsiteY198" fmla="*/ 2016529 h 2344739"/>
              <a:gd name="connsiteX199" fmla="*/ 2315112 w 12192001"/>
              <a:gd name="connsiteY199" fmla="*/ 2024996 h 2344739"/>
              <a:gd name="connsiteX200" fmla="*/ 2208578 w 12192001"/>
              <a:gd name="connsiteY200" fmla="*/ 2019763 h 2344739"/>
              <a:gd name="connsiteX201" fmla="*/ 2094665 w 12192001"/>
              <a:gd name="connsiteY201" fmla="*/ 2003052 h 2344739"/>
              <a:gd name="connsiteX202" fmla="*/ 1997356 w 12192001"/>
              <a:gd name="connsiteY202" fmla="*/ 1995032 h 2344739"/>
              <a:gd name="connsiteX203" fmla="*/ 1928172 w 12192001"/>
              <a:gd name="connsiteY203" fmla="*/ 2016977 h 2344739"/>
              <a:gd name="connsiteX204" fmla="*/ 1921650 w 12192001"/>
              <a:gd name="connsiteY204" fmla="*/ 2012146 h 2344739"/>
              <a:gd name="connsiteX205" fmla="*/ 1873080 w 12192001"/>
              <a:gd name="connsiteY205" fmla="*/ 2013741 h 2344739"/>
              <a:gd name="connsiteX206" fmla="*/ 1786655 w 12192001"/>
              <a:gd name="connsiteY206" fmla="*/ 2041363 h 2344739"/>
              <a:gd name="connsiteX207" fmla="*/ 1738204 w 12192001"/>
              <a:gd name="connsiteY207" fmla="*/ 2036312 h 2344739"/>
              <a:gd name="connsiteX208" fmla="*/ 1675071 w 12192001"/>
              <a:gd name="connsiteY208" fmla="*/ 2019963 h 2344739"/>
              <a:gd name="connsiteX209" fmla="*/ 1608669 w 12192001"/>
              <a:gd name="connsiteY209" fmla="*/ 2013066 h 2344739"/>
              <a:gd name="connsiteX210" fmla="*/ 1496110 w 12192001"/>
              <a:gd name="connsiteY210" fmla="*/ 1987476 h 2344739"/>
              <a:gd name="connsiteX211" fmla="*/ 1149979 w 12192001"/>
              <a:gd name="connsiteY211" fmla="*/ 1938041 h 2344739"/>
              <a:gd name="connsiteX212" fmla="*/ 858269 w 12192001"/>
              <a:gd name="connsiteY212" fmla="*/ 1928608 h 2344739"/>
              <a:gd name="connsiteX213" fmla="*/ 837540 w 12192001"/>
              <a:gd name="connsiteY213" fmla="*/ 1929821 h 2344739"/>
              <a:gd name="connsiteX214" fmla="*/ 816809 w 12192001"/>
              <a:gd name="connsiteY214" fmla="*/ 1927857 h 2344739"/>
              <a:gd name="connsiteX215" fmla="*/ 811506 w 12192001"/>
              <a:gd name="connsiteY215" fmla="*/ 1930751 h 2344739"/>
              <a:gd name="connsiteX216" fmla="*/ 797041 w 12192001"/>
              <a:gd name="connsiteY216" fmla="*/ 1930446 h 2344739"/>
              <a:gd name="connsiteX217" fmla="*/ 767901 w 12192001"/>
              <a:gd name="connsiteY217" fmla="*/ 1932653 h 2344739"/>
              <a:gd name="connsiteX218" fmla="*/ 763053 w 12192001"/>
              <a:gd name="connsiteY218" fmla="*/ 1930432 h 2344739"/>
              <a:gd name="connsiteX219" fmla="*/ 720047 w 12192001"/>
              <a:gd name="connsiteY219" fmla="*/ 1929661 h 2344739"/>
              <a:gd name="connsiteX220" fmla="*/ 719742 w 12192001"/>
              <a:gd name="connsiteY220" fmla="*/ 1928399 h 2344739"/>
              <a:gd name="connsiteX221" fmla="*/ 708875 w 12192001"/>
              <a:gd name="connsiteY221" fmla="*/ 1922722 h 2344739"/>
              <a:gd name="connsiteX222" fmla="*/ 596792 w 12192001"/>
              <a:gd name="connsiteY222" fmla="*/ 1879864 h 2344739"/>
              <a:gd name="connsiteX223" fmla="*/ 578535 w 12192001"/>
              <a:gd name="connsiteY223" fmla="*/ 1877212 h 2344739"/>
              <a:gd name="connsiteX224" fmla="*/ 571717 w 12192001"/>
              <a:gd name="connsiteY224" fmla="*/ 1877401 h 2344739"/>
              <a:gd name="connsiteX225" fmla="*/ 445099 w 12192001"/>
              <a:gd name="connsiteY225" fmla="*/ 1839371 h 2344739"/>
              <a:gd name="connsiteX226" fmla="*/ 404015 w 12192001"/>
              <a:gd name="connsiteY226" fmla="*/ 1833548 h 2344739"/>
              <a:gd name="connsiteX227" fmla="*/ 292435 w 12192001"/>
              <a:gd name="connsiteY227" fmla="*/ 1812852 h 2344739"/>
              <a:gd name="connsiteX228" fmla="*/ 118381 w 12192001"/>
              <a:gd name="connsiteY228" fmla="*/ 1761047 h 2344739"/>
              <a:gd name="connsiteX229" fmla="*/ 15526 w 12192001"/>
              <a:gd name="connsiteY229" fmla="*/ 1758191 h 2344739"/>
              <a:gd name="connsiteX230" fmla="*/ 2 w 12192001"/>
              <a:gd name="connsiteY230" fmla="*/ 1752722 h 2344739"/>
              <a:gd name="connsiteX231" fmla="*/ 1 w 12192001"/>
              <a:gd name="connsiteY231" fmla="*/ 762497 h 2344739"/>
              <a:gd name="connsiteX232" fmla="*/ 0 w 12192001"/>
              <a:gd name="connsiteY232" fmla="*/ 762497 h 2344739"/>
              <a:gd name="connsiteX233" fmla="*/ 0 w 12192001"/>
              <a:gd name="connsiteY233" fmla="*/ 222213 h 2344739"/>
              <a:gd name="connsiteX234" fmla="*/ 0 w 12192001"/>
              <a:gd name="connsiteY234"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45526 w 12192001"/>
              <a:gd name="connsiteY26" fmla="*/ 1274060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50210 w 12192001"/>
              <a:gd name="connsiteY70" fmla="*/ 1922604 h 2344739"/>
              <a:gd name="connsiteX71" fmla="*/ 9137318 w 12192001"/>
              <a:gd name="connsiteY71" fmla="*/ 1920435 h 2344739"/>
              <a:gd name="connsiteX72" fmla="*/ 9113812 w 12192001"/>
              <a:gd name="connsiteY72" fmla="*/ 1919069 h 2344739"/>
              <a:gd name="connsiteX73" fmla="*/ 9053453 w 12192001"/>
              <a:gd name="connsiteY73" fmla="*/ 1910755 h 2344739"/>
              <a:gd name="connsiteX74" fmla="*/ 9005486 w 12192001"/>
              <a:gd name="connsiteY74" fmla="*/ 1914040 h 2344739"/>
              <a:gd name="connsiteX75" fmla="*/ 9005201 w 12192001"/>
              <a:gd name="connsiteY75" fmla="*/ 1913800 h 2344739"/>
              <a:gd name="connsiteX76" fmla="*/ 8996232 w 12192001"/>
              <a:gd name="connsiteY76" fmla="*/ 1915011 h 2344739"/>
              <a:gd name="connsiteX77" fmla="*/ 8990394 w 12192001"/>
              <a:gd name="connsiteY77" fmla="*/ 1917072 h 2344739"/>
              <a:gd name="connsiteX78" fmla="*/ 8974337 w 12192001"/>
              <a:gd name="connsiteY78" fmla="*/ 1920298 h 2344739"/>
              <a:gd name="connsiteX79" fmla="*/ 8968011 w 12192001"/>
              <a:gd name="connsiteY79" fmla="*/ 1919598 h 2344739"/>
              <a:gd name="connsiteX80" fmla="*/ 8963048 w 12192001"/>
              <a:gd name="connsiteY80" fmla="*/ 1917373 h 2344739"/>
              <a:gd name="connsiteX81" fmla="*/ 8928988 w 12192001"/>
              <a:gd name="connsiteY81" fmla="*/ 1914185 h 2344739"/>
              <a:gd name="connsiteX82" fmla="*/ 8752444 w 12192001"/>
              <a:gd name="connsiteY82" fmla="*/ 1933417 h 2344739"/>
              <a:gd name="connsiteX83" fmla="*/ 8707847 w 12192001"/>
              <a:gd name="connsiteY83" fmla="*/ 1935518 h 2344739"/>
              <a:gd name="connsiteX84" fmla="*/ 8596071 w 12192001"/>
              <a:gd name="connsiteY84" fmla="*/ 1944090 h 2344739"/>
              <a:gd name="connsiteX85" fmla="*/ 8525230 w 12192001"/>
              <a:gd name="connsiteY85" fmla="*/ 1929248 h 2344739"/>
              <a:gd name="connsiteX86" fmla="*/ 8510983 w 12192001"/>
              <a:gd name="connsiteY86" fmla="*/ 1935163 h 2344739"/>
              <a:gd name="connsiteX87" fmla="*/ 8506167 w 12192001"/>
              <a:gd name="connsiteY87" fmla="*/ 1938164 h 2344739"/>
              <a:gd name="connsiteX88" fmla="*/ 8497968 w 12192001"/>
              <a:gd name="connsiteY88" fmla="*/ 1940902 h 2344739"/>
              <a:gd name="connsiteX89" fmla="*/ 8497594 w 12192001"/>
              <a:gd name="connsiteY89" fmla="*/ 1940723 h 2344739"/>
              <a:gd name="connsiteX90" fmla="*/ 8490249 w 12192001"/>
              <a:gd name="connsiteY90" fmla="*/ 1943773 h 2344739"/>
              <a:gd name="connsiteX91" fmla="*/ 8367182 w 12192001"/>
              <a:gd name="connsiteY91" fmla="*/ 1957815 h 2344739"/>
              <a:gd name="connsiteX92" fmla="*/ 8353799 w 12192001"/>
              <a:gd name="connsiteY92" fmla="*/ 1958009 h 2344739"/>
              <a:gd name="connsiteX93" fmla="*/ 8352373 w 12192001"/>
              <a:gd name="connsiteY93" fmla="*/ 1957169 h 2344739"/>
              <a:gd name="connsiteX94" fmla="*/ 8320104 w 12192001"/>
              <a:gd name="connsiteY94" fmla="*/ 1974587 h 2344739"/>
              <a:gd name="connsiteX95" fmla="*/ 8314433 w 12192001"/>
              <a:gd name="connsiteY95" fmla="*/ 1974913 h 2344739"/>
              <a:gd name="connsiteX96" fmla="*/ 8295174 w 12192001"/>
              <a:gd name="connsiteY96" fmla="*/ 1988808 h 2344739"/>
              <a:gd name="connsiteX97" fmla="*/ 8284276 w 12192001"/>
              <a:gd name="connsiteY97" fmla="*/ 1994631 h 2344739"/>
              <a:gd name="connsiteX98" fmla="*/ 8283150 w 12192001"/>
              <a:gd name="connsiteY98" fmla="*/ 1999074 h 2344739"/>
              <a:gd name="connsiteX99" fmla="*/ 8266076 w 12192001"/>
              <a:gd name="connsiteY99" fmla="*/ 2006249 h 2344739"/>
              <a:gd name="connsiteX100" fmla="*/ 8263377 w 12192001"/>
              <a:gd name="connsiteY100" fmla="*/ 2006019 h 2344739"/>
              <a:gd name="connsiteX101" fmla="*/ 8252033 w 12192001"/>
              <a:gd name="connsiteY101" fmla="*/ 2015862 h 2344739"/>
              <a:gd name="connsiteX102" fmla="*/ 8245834 w 12192001"/>
              <a:gd name="connsiteY102" fmla="*/ 2028854 h 2344739"/>
              <a:gd name="connsiteX103" fmla="*/ 8090272 w 12192001"/>
              <a:gd name="connsiteY103" fmla="*/ 2075015 h 2344739"/>
              <a:gd name="connsiteX104" fmla="*/ 7905407 w 12192001"/>
              <a:gd name="connsiteY104" fmla="*/ 2116988 h 2344739"/>
              <a:gd name="connsiteX105" fmla="*/ 7718745 w 12192001"/>
              <a:gd name="connsiteY105" fmla="*/ 2142703 h 2344739"/>
              <a:gd name="connsiteX106" fmla="*/ 7614347 w 12192001"/>
              <a:gd name="connsiteY106" fmla="*/ 2139232 h 2344739"/>
              <a:gd name="connsiteX107" fmla="*/ 7527543 w 12192001"/>
              <a:gd name="connsiteY107" fmla="*/ 2145060 h 2344739"/>
              <a:gd name="connsiteX108" fmla="*/ 7519571 w 12192001"/>
              <a:gd name="connsiteY108" fmla="*/ 2147613 h 2344739"/>
              <a:gd name="connsiteX109" fmla="*/ 7507411 w 12192001"/>
              <a:gd name="connsiteY109" fmla="*/ 2148948 h 2344739"/>
              <a:gd name="connsiteX110" fmla="*/ 7507040 w 12192001"/>
              <a:gd name="connsiteY110" fmla="*/ 2148621 h 2344739"/>
              <a:gd name="connsiteX111" fmla="*/ 7495795 w 12192001"/>
              <a:gd name="connsiteY111" fmla="*/ 2150573 h 2344739"/>
              <a:gd name="connsiteX112" fmla="*/ 7405391 w 12192001"/>
              <a:gd name="connsiteY112" fmla="*/ 2142468 h 2344739"/>
              <a:gd name="connsiteX113" fmla="*/ 7312180 w 12192001"/>
              <a:gd name="connsiteY113" fmla="*/ 2132873 h 2344739"/>
              <a:gd name="connsiteX114" fmla="*/ 7310853 w 12192001"/>
              <a:gd name="connsiteY114" fmla="*/ 2131431 h 2344739"/>
              <a:gd name="connsiteX115" fmla="*/ 7218559 w 12192001"/>
              <a:gd name="connsiteY115" fmla="*/ 2156680 h 2344739"/>
              <a:gd name="connsiteX116" fmla="*/ 7201101 w 12192001"/>
              <a:gd name="connsiteY116" fmla="*/ 2161230 h 2344739"/>
              <a:gd name="connsiteX117" fmla="*/ 7197004 w 12192001"/>
              <a:gd name="connsiteY117" fmla="*/ 2166588 h 2344739"/>
              <a:gd name="connsiteX118" fmla="*/ 7170808 w 12192001"/>
              <a:gd name="connsiteY118" fmla="*/ 2171236 h 2344739"/>
              <a:gd name="connsiteX119" fmla="*/ 7096988 w 12192001"/>
              <a:gd name="connsiteY119" fmla="*/ 2183464 h 2344739"/>
              <a:gd name="connsiteX120" fmla="*/ 7018496 w 12192001"/>
              <a:gd name="connsiteY120" fmla="*/ 2183090 h 2344739"/>
              <a:gd name="connsiteX121" fmla="*/ 6904146 w 12192001"/>
              <a:gd name="connsiteY121" fmla="*/ 2212596 h 2344739"/>
              <a:gd name="connsiteX122" fmla="*/ 6708222 w 12192001"/>
              <a:gd name="connsiteY122" fmla="*/ 2240551 h 2344739"/>
              <a:gd name="connsiteX123" fmla="*/ 6549454 w 12192001"/>
              <a:gd name="connsiteY123" fmla="*/ 2269327 h 2344739"/>
              <a:gd name="connsiteX124" fmla="*/ 6317560 w 12192001"/>
              <a:gd name="connsiteY124" fmla="*/ 2316127 h 2344739"/>
              <a:gd name="connsiteX125" fmla="*/ 6168674 w 12192001"/>
              <a:gd name="connsiteY125" fmla="*/ 2318214 h 2344739"/>
              <a:gd name="connsiteX126" fmla="*/ 6073848 w 12192001"/>
              <a:gd name="connsiteY126" fmla="*/ 2338676 h 2344739"/>
              <a:gd name="connsiteX127" fmla="*/ 6068529 w 12192001"/>
              <a:gd name="connsiteY127" fmla="*/ 2337139 h 2344739"/>
              <a:gd name="connsiteX128" fmla="*/ 6048638 w 12192001"/>
              <a:gd name="connsiteY128" fmla="*/ 2337822 h 2344739"/>
              <a:gd name="connsiteX129" fmla="*/ 6041285 w 12192001"/>
              <a:gd name="connsiteY129" fmla="*/ 2329473 h 2344739"/>
              <a:gd name="connsiteX130" fmla="*/ 6010090 w 12192001"/>
              <a:gd name="connsiteY130" fmla="*/ 2324380 h 2344739"/>
              <a:gd name="connsiteX131" fmla="*/ 5957375 w 12192001"/>
              <a:gd name="connsiteY131" fmla="*/ 2328024 h 2344739"/>
              <a:gd name="connsiteX132" fmla="*/ 5758919 w 12192001"/>
              <a:gd name="connsiteY132" fmla="*/ 2343716 h 2344739"/>
              <a:gd name="connsiteX133" fmla="*/ 5626960 w 12192001"/>
              <a:gd name="connsiteY133" fmla="*/ 2344739 h 2344739"/>
              <a:gd name="connsiteX134" fmla="*/ 5470906 w 12192001"/>
              <a:gd name="connsiteY134" fmla="*/ 2330719 h 2344739"/>
              <a:gd name="connsiteX135" fmla="*/ 5432761 w 12192001"/>
              <a:gd name="connsiteY135" fmla="*/ 2319466 h 2344739"/>
              <a:gd name="connsiteX136" fmla="*/ 5381669 w 12192001"/>
              <a:gd name="connsiteY136" fmla="*/ 2301764 h 2344739"/>
              <a:gd name="connsiteX137" fmla="*/ 5261764 w 12192001"/>
              <a:gd name="connsiteY137" fmla="*/ 2281347 h 2344739"/>
              <a:gd name="connsiteX138" fmla="*/ 5222961 w 12192001"/>
              <a:gd name="connsiteY138" fmla="*/ 2270223 h 2344739"/>
              <a:gd name="connsiteX139" fmla="*/ 5174660 w 12192001"/>
              <a:gd name="connsiteY139" fmla="*/ 2267233 h 2344739"/>
              <a:gd name="connsiteX140" fmla="*/ 5156554 w 12192001"/>
              <a:gd name="connsiteY140" fmla="*/ 2260010 h 2344739"/>
              <a:gd name="connsiteX141" fmla="*/ 5142599 w 12192001"/>
              <a:gd name="connsiteY141" fmla="*/ 2256610 h 2344739"/>
              <a:gd name="connsiteX142" fmla="*/ 5139596 w 12192001"/>
              <a:gd name="connsiteY142" fmla="*/ 2254509 h 2344739"/>
              <a:gd name="connsiteX143" fmla="*/ 5121659 w 12192001"/>
              <a:gd name="connsiteY143" fmla="*/ 2243656 h 2344739"/>
              <a:gd name="connsiteX144" fmla="*/ 5065790 w 12192001"/>
              <a:gd name="connsiteY144" fmla="*/ 2250227 h 2344739"/>
              <a:gd name="connsiteX145" fmla="*/ 5011514 w 12192001"/>
              <a:gd name="connsiteY145" fmla="*/ 2233846 h 2344739"/>
              <a:gd name="connsiteX146" fmla="*/ 4840441 w 12192001"/>
              <a:gd name="connsiteY146" fmla="*/ 2209829 h 2344739"/>
              <a:gd name="connsiteX147" fmla="*/ 4762447 w 12192001"/>
              <a:gd name="connsiteY147" fmla="*/ 2182061 h 2344739"/>
              <a:gd name="connsiteX148" fmla="*/ 4723186 w 12192001"/>
              <a:gd name="connsiteY148" fmla="*/ 2173047 h 2344739"/>
              <a:gd name="connsiteX149" fmla="*/ 4721176 w 12192001"/>
              <a:gd name="connsiteY149" fmla="*/ 2172298 h 2344739"/>
              <a:gd name="connsiteX150" fmla="*/ 4722111 w 12192001"/>
              <a:gd name="connsiteY150" fmla="*/ 2172087 h 2344739"/>
              <a:gd name="connsiteX151" fmla="*/ 4717202 w 12192001"/>
              <a:gd name="connsiteY151" fmla="*/ 2170817 h 2344739"/>
              <a:gd name="connsiteX152" fmla="*/ 4721176 w 12192001"/>
              <a:gd name="connsiteY152" fmla="*/ 2172298 h 2344739"/>
              <a:gd name="connsiteX153" fmla="*/ 4715526 w 12192001"/>
              <a:gd name="connsiteY153" fmla="*/ 2173573 h 2344739"/>
              <a:gd name="connsiteX154" fmla="*/ 4515814 w 12192001"/>
              <a:gd name="connsiteY154" fmla="*/ 2163671 h 2344739"/>
              <a:gd name="connsiteX155" fmla="*/ 4428543 w 12192001"/>
              <a:gd name="connsiteY155" fmla="*/ 2153020 h 2344739"/>
              <a:gd name="connsiteX156" fmla="*/ 4362875 w 12192001"/>
              <a:gd name="connsiteY156" fmla="*/ 2151674 h 2344739"/>
              <a:gd name="connsiteX157" fmla="*/ 4316966 w 12192001"/>
              <a:gd name="connsiteY157" fmla="*/ 2158289 h 2344739"/>
              <a:gd name="connsiteX158" fmla="*/ 4315110 w 12192001"/>
              <a:gd name="connsiteY158" fmla="*/ 2156948 h 2344739"/>
              <a:gd name="connsiteX159" fmla="*/ 4295144 w 12192001"/>
              <a:gd name="connsiteY159" fmla="*/ 2155069 h 2344739"/>
              <a:gd name="connsiteX160" fmla="*/ 4290064 w 12192001"/>
              <a:gd name="connsiteY160" fmla="*/ 2157986 h 2344739"/>
              <a:gd name="connsiteX161" fmla="*/ 4276142 w 12192001"/>
              <a:gd name="connsiteY161" fmla="*/ 2157740 h 2344739"/>
              <a:gd name="connsiteX162" fmla="*/ 4248117 w 12192001"/>
              <a:gd name="connsiteY162" fmla="*/ 2160064 h 2344739"/>
              <a:gd name="connsiteX163" fmla="*/ 4202051 w 12192001"/>
              <a:gd name="connsiteY163" fmla="*/ 2157269 h 2344739"/>
              <a:gd name="connsiteX164" fmla="*/ 4201745 w 12192001"/>
              <a:gd name="connsiteY164" fmla="*/ 2156010 h 2344739"/>
              <a:gd name="connsiteX165" fmla="*/ 4191248 w 12192001"/>
              <a:gd name="connsiteY165" fmla="*/ 2150376 h 2344739"/>
              <a:gd name="connsiteX166" fmla="*/ 4142745 w 12192001"/>
              <a:gd name="connsiteY166" fmla="*/ 2134511 h 2344739"/>
              <a:gd name="connsiteX167" fmla="*/ 4083097 w 12192001"/>
              <a:gd name="connsiteY167" fmla="*/ 2107978 h 2344739"/>
              <a:gd name="connsiteX168" fmla="*/ 4074546 w 12192001"/>
              <a:gd name="connsiteY168" fmla="*/ 2107143 h 2344739"/>
              <a:gd name="connsiteX169" fmla="*/ 4074427 w 12192001"/>
              <a:gd name="connsiteY169" fmla="*/ 2106844 h 2344739"/>
              <a:gd name="connsiteX170" fmla="*/ 4065510 w 12192001"/>
              <a:gd name="connsiteY170" fmla="*/ 2105400 h 2344739"/>
              <a:gd name="connsiteX171" fmla="*/ 4058954 w 12192001"/>
              <a:gd name="connsiteY171" fmla="*/ 2105618 h 2344739"/>
              <a:gd name="connsiteX172" fmla="*/ 4042364 w 12192001"/>
              <a:gd name="connsiteY172" fmla="*/ 2103997 h 2344739"/>
              <a:gd name="connsiteX173" fmla="*/ 4036997 w 12192001"/>
              <a:gd name="connsiteY173" fmla="*/ 2101563 h 2344739"/>
              <a:gd name="connsiteX174" fmla="*/ 4035363 w 12192001"/>
              <a:gd name="connsiteY174" fmla="*/ 2097896 h 2344739"/>
              <a:gd name="connsiteX175" fmla="*/ 4033778 w 12192001"/>
              <a:gd name="connsiteY175" fmla="*/ 2098131 h 2344739"/>
              <a:gd name="connsiteX176" fmla="*/ 4004538 w 12192001"/>
              <a:gd name="connsiteY176" fmla="*/ 2085563 h 2344739"/>
              <a:gd name="connsiteX177" fmla="*/ 3936846 w 12192001"/>
              <a:gd name="connsiteY177" fmla="*/ 2068106 h 2344739"/>
              <a:gd name="connsiteX178" fmla="*/ 3897275 w 12192001"/>
              <a:gd name="connsiteY178" fmla="*/ 2062451 h 2344739"/>
              <a:gd name="connsiteX179" fmla="*/ 3789760 w 12192001"/>
              <a:gd name="connsiteY179" fmla="*/ 2042213 h 2344739"/>
              <a:gd name="connsiteX180" fmla="*/ 3682513 w 12192001"/>
              <a:gd name="connsiteY180" fmla="*/ 2018290 h 2344739"/>
              <a:gd name="connsiteX181" fmla="*/ 3610035 w 12192001"/>
              <a:gd name="connsiteY181" fmla="*/ 1986019 h 2344739"/>
              <a:gd name="connsiteX182" fmla="*/ 3603855 w 12192001"/>
              <a:gd name="connsiteY182" fmla="*/ 1987381 h 2344739"/>
              <a:gd name="connsiteX183" fmla="*/ 3594736 w 12192001"/>
              <a:gd name="connsiteY183" fmla="*/ 1987545 h 2344739"/>
              <a:gd name="connsiteX184" fmla="*/ 3594501 w 12192001"/>
              <a:gd name="connsiteY184" fmla="*/ 1987276 h 2344739"/>
              <a:gd name="connsiteX185" fmla="*/ 3585978 w 12192001"/>
              <a:gd name="connsiteY185" fmla="*/ 1987966 h 2344739"/>
              <a:gd name="connsiteX186" fmla="*/ 3536135 w 12192001"/>
              <a:gd name="connsiteY186" fmla="*/ 1978267 h 2344739"/>
              <a:gd name="connsiteX187" fmla="*/ 3473223 w 12192001"/>
              <a:gd name="connsiteY187" fmla="*/ 1974606 h 2344739"/>
              <a:gd name="connsiteX188" fmla="*/ 3400728 w 12192001"/>
              <a:gd name="connsiteY188" fmla="*/ 1962558 h 2344739"/>
              <a:gd name="connsiteX189" fmla="*/ 3363888 w 12192001"/>
              <a:gd name="connsiteY189" fmla="*/ 1979510 h 2344739"/>
              <a:gd name="connsiteX190" fmla="*/ 3344026 w 12192001"/>
              <a:gd name="connsiteY190" fmla="*/ 1981192 h 2344739"/>
              <a:gd name="connsiteX191" fmla="*/ 3341698 w 12192001"/>
              <a:gd name="connsiteY191" fmla="*/ 1980217 h 2344739"/>
              <a:gd name="connsiteX192" fmla="*/ 3262356 w 12192001"/>
              <a:gd name="connsiteY192" fmla="*/ 1986094 h 2344739"/>
              <a:gd name="connsiteX193" fmla="*/ 3142556 w 12192001"/>
              <a:gd name="connsiteY193" fmla="*/ 1993869 h 2344739"/>
              <a:gd name="connsiteX194" fmla="*/ 3030291 w 12192001"/>
              <a:gd name="connsiteY194" fmla="*/ 1996512 h 2344739"/>
              <a:gd name="connsiteX195" fmla="*/ 2781569 w 12192001"/>
              <a:gd name="connsiteY195" fmla="*/ 2018333 h 2344739"/>
              <a:gd name="connsiteX196" fmla="*/ 2646527 w 12192001"/>
              <a:gd name="connsiteY196" fmla="*/ 2028869 h 2344739"/>
              <a:gd name="connsiteX197" fmla="*/ 2568028 w 12192001"/>
              <a:gd name="connsiteY197" fmla="*/ 2002628 h 2344739"/>
              <a:gd name="connsiteX198" fmla="*/ 2443255 w 12192001"/>
              <a:gd name="connsiteY198" fmla="*/ 2016529 h 2344739"/>
              <a:gd name="connsiteX199" fmla="*/ 2315112 w 12192001"/>
              <a:gd name="connsiteY199" fmla="*/ 2024996 h 2344739"/>
              <a:gd name="connsiteX200" fmla="*/ 2208578 w 12192001"/>
              <a:gd name="connsiteY200" fmla="*/ 2019763 h 2344739"/>
              <a:gd name="connsiteX201" fmla="*/ 2094665 w 12192001"/>
              <a:gd name="connsiteY201" fmla="*/ 2003052 h 2344739"/>
              <a:gd name="connsiteX202" fmla="*/ 1997356 w 12192001"/>
              <a:gd name="connsiteY202" fmla="*/ 1995032 h 2344739"/>
              <a:gd name="connsiteX203" fmla="*/ 1928172 w 12192001"/>
              <a:gd name="connsiteY203" fmla="*/ 2016977 h 2344739"/>
              <a:gd name="connsiteX204" fmla="*/ 1921650 w 12192001"/>
              <a:gd name="connsiteY204" fmla="*/ 2012146 h 2344739"/>
              <a:gd name="connsiteX205" fmla="*/ 1873080 w 12192001"/>
              <a:gd name="connsiteY205" fmla="*/ 2013741 h 2344739"/>
              <a:gd name="connsiteX206" fmla="*/ 1786655 w 12192001"/>
              <a:gd name="connsiteY206" fmla="*/ 2041363 h 2344739"/>
              <a:gd name="connsiteX207" fmla="*/ 1738204 w 12192001"/>
              <a:gd name="connsiteY207" fmla="*/ 2036312 h 2344739"/>
              <a:gd name="connsiteX208" fmla="*/ 1675071 w 12192001"/>
              <a:gd name="connsiteY208" fmla="*/ 2019963 h 2344739"/>
              <a:gd name="connsiteX209" fmla="*/ 1608669 w 12192001"/>
              <a:gd name="connsiteY209" fmla="*/ 2013066 h 2344739"/>
              <a:gd name="connsiteX210" fmla="*/ 1496110 w 12192001"/>
              <a:gd name="connsiteY210" fmla="*/ 1987476 h 2344739"/>
              <a:gd name="connsiteX211" fmla="*/ 1149979 w 12192001"/>
              <a:gd name="connsiteY211" fmla="*/ 1938041 h 2344739"/>
              <a:gd name="connsiteX212" fmla="*/ 858269 w 12192001"/>
              <a:gd name="connsiteY212" fmla="*/ 1928608 h 2344739"/>
              <a:gd name="connsiteX213" fmla="*/ 837540 w 12192001"/>
              <a:gd name="connsiteY213" fmla="*/ 1929821 h 2344739"/>
              <a:gd name="connsiteX214" fmla="*/ 816809 w 12192001"/>
              <a:gd name="connsiteY214" fmla="*/ 1927857 h 2344739"/>
              <a:gd name="connsiteX215" fmla="*/ 811506 w 12192001"/>
              <a:gd name="connsiteY215" fmla="*/ 1930751 h 2344739"/>
              <a:gd name="connsiteX216" fmla="*/ 797041 w 12192001"/>
              <a:gd name="connsiteY216" fmla="*/ 1930446 h 2344739"/>
              <a:gd name="connsiteX217" fmla="*/ 767901 w 12192001"/>
              <a:gd name="connsiteY217" fmla="*/ 1932653 h 2344739"/>
              <a:gd name="connsiteX218" fmla="*/ 763053 w 12192001"/>
              <a:gd name="connsiteY218" fmla="*/ 1930432 h 2344739"/>
              <a:gd name="connsiteX219" fmla="*/ 720047 w 12192001"/>
              <a:gd name="connsiteY219" fmla="*/ 1929661 h 2344739"/>
              <a:gd name="connsiteX220" fmla="*/ 719742 w 12192001"/>
              <a:gd name="connsiteY220" fmla="*/ 1928399 h 2344739"/>
              <a:gd name="connsiteX221" fmla="*/ 708875 w 12192001"/>
              <a:gd name="connsiteY221" fmla="*/ 1922722 h 2344739"/>
              <a:gd name="connsiteX222" fmla="*/ 596792 w 12192001"/>
              <a:gd name="connsiteY222" fmla="*/ 1879864 h 2344739"/>
              <a:gd name="connsiteX223" fmla="*/ 578535 w 12192001"/>
              <a:gd name="connsiteY223" fmla="*/ 1877212 h 2344739"/>
              <a:gd name="connsiteX224" fmla="*/ 571717 w 12192001"/>
              <a:gd name="connsiteY224" fmla="*/ 1877401 h 2344739"/>
              <a:gd name="connsiteX225" fmla="*/ 445099 w 12192001"/>
              <a:gd name="connsiteY225" fmla="*/ 1839371 h 2344739"/>
              <a:gd name="connsiteX226" fmla="*/ 404015 w 12192001"/>
              <a:gd name="connsiteY226" fmla="*/ 1833548 h 2344739"/>
              <a:gd name="connsiteX227" fmla="*/ 292435 w 12192001"/>
              <a:gd name="connsiteY227" fmla="*/ 1812852 h 2344739"/>
              <a:gd name="connsiteX228" fmla="*/ 118381 w 12192001"/>
              <a:gd name="connsiteY228" fmla="*/ 1761047 h 2344739"/>
              <a:gd name="connsiteX229" fmla="*/ 15526 w 12192001"/>
              <a:gd name="connsiteY229" fmla="*/ 1758191 h 2344739"/>
              <a:gd name="connsiteX230" fmla="*/ 2 w 12192001"/>
              <a:gd name="connsiteY230" fmla="*/ 1752722 h 2344739"/>
              <a:gd name="connsiteX231" fmla="*/ 1 w 12192001"/>
              <a:gd name="connsiteY231" fmla="*/ 762497 h 2344739"/>
              <a:gd name="connsiteX232" fmla="*/ 0 w 12192001"/>
              <a:gd name="connsiteY232" fmla="*/ 762497 h 2344739"/>
              <a:gd name="connsiteX233" fmla="*/ 0 w 12192001"/>
              <a:gd name="connsiteY233" fmla="*/ 222213 h 2344739"/>
              <a:gd name="connsiteX234" fmla="*/ 0 w 12192001"/>
              <a:gd name="connsiteY234"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50210 w 12192001"/>
              <a:gd name="connsiteY70" fmla="*/ 1922604 h 2344739"/>
              <a:gd name="connsiteX71" fmla="*/ 9137318 w 12192001"/>
              <a:gd name="connsiteY71" fmla="*/ 1920435 h 2344739"/>
              <a:gd name="connsiteX72" fmla="*/ 9113812 w 12192001"/>
              <a:gd name="connsiteY72" fmla="*/ 1919069 h 2344739"/>
              <a:gd name="connsiteX73" fmla="*/ 9053453 w 12192001"/>
              <a:gd name="connsiteY73" fmla="*/ 1910755 h 2344739"/>
              <a:gd name="connsiteX74" fmla="*/ 9005486 w 12192001"/>
              <a:gd name="connsiteY74" fmla="*/ 1914040 h 2344739"/>
              <a:gd name="connsiteX75" fmla="*/ 9005201 w 12192001"/>
              <a:gd name="connsiteY75" fmla="*/ 1913800 h 2344739"/>
              <a:gd name="connsiteX76" fmla="*/ 8996232 w 12192001"/>
              <a:gd name="connsiteY76" fmla="*/ 1915011 h 2344739"/>
              <a:gd name="connsiteX77" fmla="*/ 8990394 w 12192001"/>
              <a:gd name="connsiteY77" fmla="*/ 1917072 h 2344739"/>
              <a:gd name="connsiteX78" fmla="*/ 8974337 w 12192001"/>
              <a:gd name="connsiteY78" fmla="*/ 1920298 h 2344739"/>
              <a:gd name="connsiteX79" fmla="*/ 8968011 w 12192001"/>
              <a:gd name="connsiteY79" fmla="*/ 1919598 h 2344739"/>
              <a:gd name="connsiteX80" fmla="*/ 8963048 w 12192001"/>
              <a:gd name="connsiteY80" fmla="*/ 1917373 h 2344739"/>
              <a:gd name="connsiteX81" fmla="*/ 8928988 w 12192001"/>
              <a:gd name="connsiteY81" fmla="*/ 1914185 h 2344739"/>
              <a:gd name="connsiteX82" fmla="*/ 8752444 w 12192001"/>
              <a:gd name="connsiteY82" fmla="*/ 1933417 h 2344739"/>
              <a:gd name="connsiteX83" fmla="*/ 8707847 w 12192001"/>
              <a:gd name="connsiteY83" fmla="*/ 1935518 h 2344739"/>
              <a:gd name="connsiteX84" fmla="*/ 8596071 w 12192001"/>
              <a:gd name="connsiteY84" fmla="*/ 1944090 h 2344739"/>
              <a:gd name="connsiteX85" fmla="*/ 8525230 w 12192001"/>
              <a:gd name="connsiteY85" fmla="*/ 1929248 h 2344739"/>
              <a:gd name="connsiteX86" fmla="*/ 8510983 w 12192001"/>
              <a:gd name="connsiteY86" fmla="*/ 1935163 h 2344739"/>
              <a:gd name="connsiteX87" fmla="*/ 8506167 w 12192001"/>
              <a:gd name="connsiteY87" fmla="*/ 1938164 h 2344739"/>
              <a:gd name="connsiteX88" fmla="*/ 8497968 w 12192001"/>
              <a:gd name="connsiteY88" fmla="*/ 1940902 h 2344739"/>
              <a:gd name="connsiteX89" fmla="*/ 8497594 w 12192001"/>
              <a:gd name="connsiteY89" fmla="*/ 1940723 h 2344739"/>
              <a:gd name="connsiteX90" fmla="*/ 8490249 w 12192001"/>
              <a:gd name="connsiteY90" fmla="*/ 1943773 h 2344739"/>
              <a:gd name="connsiteX91" fmla="*/ 8367182 w 12192001"/>
              <a:gd name="connsiteY91" fmla="*/ 1957815 h 2344739"/>
              <a:gd name="connsiteX92" fmla="*/ 8353799 w 12192001"/>
              <a:gd name="connsiteY92" fmla="*/ 1958009 h 2344739"/>
              <a:gd name="connsiteX93" fmla="*/ 8352373 w 12192001"/>
              <a:gd name="connsiteY93" fmla="*/ 1957169 h 2344739"/>
              <a:gd name="connsiteX94" fmla="*/ 8320104 w 12192001"/>
              <a:gd name="connsiteY94" fmla="*/ 1974587 h 2344739"/>
              <a:gd name="connsiteX95" fmla="*/ 8314433 w 12192001"/>
              <a:gd name="connsiteY95" fmla="*/ 1974913 h 2344739"/>
              <a:gd name="connsiteX96" fmla="*/ 8295174 w 12192001"/>
              <a:gd name="connsiteY96" fmla="*/ 1988808 h 2344739"/>
              <a:gd name="connsiteX97" fmla="*/ 8284276 w 12192001"/>
              <a:gd name="connsiteY97" fmla="*/ 1994631 h 2344739"/>
              <a:gd name="connsiteX98" fmla="*/ 8283150 w 12192001"/>
              <a:gd name="connsiteY98" fmla="*/ 1999074 h 2344739"/>
              <a:gd name="connsiteX99" fmla="*/ 8266076 w 12192001"/>
              <a:gd name="connsiteY99" fmla="*/ 2006249 h 2344739"/>
              <a:gd name="connsiteX100" fmla="*/ 8263377 w 12192001"/>
              <a:gd name="connsiteY100" fmla="*/ 2006019 h 2344739"/>
              <a:gd name="connsiteX101" fmla="*/ 8252033 w 12192001"/>
              <a:gd name="connsiteY101" fmla="*/ 2015862 h 2344739"/>
              <a:gd name="connsiteX102" fmla="*/ 8245834 w 12192001"/>
              <a:gd name="connsiteY102" fmla="*/ 2028854 h 2344739"/>
              <a:gd name="connsiteX103" fmla="*/ 8090272 w 12192001"/>
              <a:gd name="connsiteY103" fmla="*/ 2075015 h 2344739"/>
              <a:gd name="connsiteX104" fmla="*/ 7905407 w 12192001"/>
              <a:gd name="connsiteY104" fmla="*/ 2116988 h 2344739"/>
              <a:gd name="connsiteX105" fmla="*/ 7718745 w 12192001"/>
              <a:gd name="connsiteY105" fmla="*/ 2142703 h 2344739"/>
              <a:gd name="connsiteX106" fmla="*/ 7614347 w 12192001"/>
              <a:gd name="connsiteY106" fmla="*/ 2139232 h 2344739"/>
              <a:gd name="connsiteX107" fmla="*/ 7527543 w 12192001"/>
              <a:gd name="connsiteY107" fmla="*/ 2145060 h 2344739"/>
              <a:gd name="connsiteX108" fmla="*/ 7519571 w 12192001"/>
              <a:gd name="connsiteY108" fmla="*/ 2147613 h 2344739"/>
              <a:gd name="connsiteX109" fmla="*/ 7507411 w 12192001"/>
              <a:gd name="connsiteY109" fmla="*/ 2148948 h 2344739"/>
              <a:gd name="connsiteX110" fmla="*/ 7507040 w 12192001"/>
              <a:gd name="connsiteY110" fmla="*/ 2148621 h 2344739"/>
              <a:gd name="connsiteX111" fmla="*/ 7495795 w 12192001"/>
              <a:gd name="connsiteY111" fmla="*/ 2150573 h 2344739"/>
              <a:gd name="connsiteX112" fmla="*/ 7405391 w 12192001"/>
              <a:gd name="connsiteY112" fmla="*/ 2142468 h 2344739"/>
              <a:gd name="connsiteX113" fmla="*/ 7312180 w 12192001"/>
              <a:gd name="connsiteY113" fmla="*/ 2132873 h 2344739"/>
              <a:gd name="connsiteX114" fmla="*/ 7310853 w 12192001"/>
              <a:gd name="connsiteY114" fmla="*/ 2131431 h 2344739"/>
              <a:gd name="connsiteX115" fmla="*/ 7218559 w 12192001"/>
              <a:gd name="connsiteY115" fmla="*/ 2156680 h 2344739"/>
              <a:gd name="connsiteX116" fmla="*/ 7201101 w 12192001"/>
              <a:gd name="connsiteY116" fmla="*/ 2161230 h 2344739"/>
              <a:gd name="connsiteX117" fmla="*/ 7197004 w 12192001"/>
              <a:gd name="connsiteY117" fmla="*/ 2166588 h 2344739"/>
              <a:gd name="connsiteX118" fmla="*/ 7170808 w 12192001"/>
              <a:gd name="connsiteY118" fmla="*/ 2171236 h 2344739"/>
              <a:gd name="connsiteX119" fmla="*/ 7096988 w 12192001"/>
              <a:gd name="connsiteY119" fmla="*/ 2183464 h 2344739"/>
              <a:gd name="connsiteX120" fmla="*/ 7018496 w 12192001"/>
              <a:gd name="connsiteY120" fmla="*/ 2183090 h 2344739"/>
              <a:gd name="connsiteX121" fmla="*/ 6904146 w 12192001"/>
              <a:gd name="connsiteY121" fmla="*/ 2212596 h 2344739"/>
              <a:gd name="connsiteX122" fmla="*/ 6708222 w 12192001"/>
              <a:gd name="connsiteY122" fmla="*/ 2240551 h 2344739"/>
              <a:gd name="connsiteX123" fmla="*/ 6549454 w 12192001"/>
              <a:gd name="connsiteY123" fmla="*/ 2269327 h 2344739"/>
              <a:gd name="connsiteX124" fmla="*/ 6317560 w 12192001"/>
              <a:gd name="connsiteY124" fmla="*/ 2316127 h 2344739"/>
              <a:gd name="connsiteX125" fmla="*/ 6168674 w 12192001"/>
              <a:gd name="connsiteY125" fmla="*/ 2318214 h 2344739"/>
              <a:gd name="connsiteX126" fmla="*/ 6073848 w 12192001"/>
              <a:gd name="connsiteY126" fmla="*/ 2338676 h 2344739"/>
              <a:gd name="connsiteX127" fmla="*/ 6068529 w 12192001"/>
              <a:gd name="connsiteY127" fmla="*/ 2337139 h 2344739"/>
              <a:gd name="connsiteX128" fmla="*/ 6048638 w 12192001"/>
              <a:gd name="connsiteY128" fmla="*/ 2337822 h 2344739"/>
              <a:gd name="connsiteX129" fmla="*/ 6041285 w 12192001"/>
              <a:gd name="connsiteY129" fmla="*/ 2329473 h 2344739"/>
              <a:gd name="connsiteX130" fmla="*/ 6010090 w 12192001"/>
              <a:gd name="connsiteY130" fmla="*/ 2324380 h 2344739"/>
              <a:gd name="connsiteX131" fmla="*/ 5957375 w 12192001"/>
              <a:gd name="connsiteY131" fmla="*/ 2328024 h 2344739"/>
              <a:gd name="connsiteX132" fmla="*/ 5758919 w 12192001"/>
              <a:gd name="connsiteY132" fmla="*/ 2343716 h 2344739"/>
              <a:gd name="connsiteX133" fmla="*/ 5626960 w 12192001"/>
              <a:gd name="connsiteY133" fmla="*/ 2344739 h 2344739"/>
              <a:gd name="connsiteX134" fmla="*/ 5470906 w 12192001"/>
              <a:gd name="connsiteY134" fmla="*/ 2330719 h 2344739"/>
              <a:gd name="connsiteX135" fmla="*/ 5432761 w 12192001"/>
              <a:gd name="connsiteY135" fmla="*/ 2319466 h 2344739"/>
              <a:gd name="connsiteX136" fmla="*/ 5381669 w 12192001"/>
              <a:gd name="connsiteY136" fmla="*/ 2301764 h 2344739"/>
              <a:gd name="connsiteX137" fmla="*/ 5261764 w 12192001"/>
              <a:gd name="connsiteY137" fmla="*/ 2281347 h 2344739"/>
              <a:gd name="connsiteX138" fmla="*/ 5222961 w 12192001"/>
              <a:gd name="connsiteY138" fmla="*/ 2270223 h 2344739"/>
              <a:gd name="connsiteX139" fmla="*/ 5174660 w 12192001"/>
              <a:gd name="connsiteY139" fmla="*/ 2267233 h 2344739"/>
              <a:gd name="connsiteX140" fmla="*/ 5156554 w 12192001"/>
              <a:gd name="connsiteY140" fmla="*/ 2260010 h 2344739"/>
              <a:gd name="connsiteX141" fmla="*/ 5142599 w 12192001"/>
              <a:gd name="connsiteY141" fmla="*/ 2256610 h 2344739"/>
              <a:gd name="connsiteX142" fmla="*/ 5139596 w 12192001"/>
              <a:gd name="connsiteY142" fmla="*/ 2254509 h 2344739"/>
              <a:gd name="connsiteX143" fmla="*/ 5121659 w 12192001"/>
              <a:gd name="connsiteY143" fmla="*/ 2243656 h 2344739"/>
              <a:gd name="connsiteX144" fmla="*/ 5065790 w 12192001"/>
              <a:gd name="connsiteY144" fmla="*/ 2250227 h 2344739"/>
              <a:gd name="connsiteX145" fmla="*/ 5011514 w 12192001"/>
              <a:gd name="connsiteY145" fmla="*/ 2233846 h 2344739"/>
              <a:gd name="connsiteX146" fmla="*/ 4840441 w 12192001"/>
              <a:gd name="connsiteY146" fmla="*/ 2209829 h 2344739"/>
              <a:gd name="connsiteX147" fmla="*/ 4762447 w 12192001"/>
              <a:gd name="connsiteY147" fmla="*/ 2182061 h 2344739"/>
              <a:gd name="connsiteX148" fmla="*/ 4723186 w 12192001"/>
              <a:gd name="connsiteY148" fmla="*/ 2173047 h 2344739"/>
              <a:gd name="connsiteX149" fmla="*/ 4721176 w 12192001"/>
              <a:gd name="connsiteY149" fmla="*/ 2172298 h 2344739"/>
              <a:gd name="connsiteX150" fmla="*/ 4722111 w 12192001"/>
              <a:gd name="connsiteY150" fmla="*/ 2172087 h 2344739"/>
              <a:gd name="connsiteX151" fmla="*/ 4717202 w 12192001"/>
              <a:gd name="connsiteY151" fmla="*/ 2170817 h 2344739"/>
              <a:gd name="connsiteX152" fmla="*/ 4721176 w 12192001"/>
              <a:gd name="connsiteY152" fmla="*/ 2172298 h 2344739"/>
              <a:gd name="connsiteX153" fmla="*/ 4715526 w 12192001"/>
              <a:gd name="connsiteY153" fmla="*/ 2173573 h 2344739"/>
              <a:gd name="connsiteX154" fmla="*/ 4515814 w 12192001"/>
              <a:gd name="connsiteY154" fmla="*/ 2163671 h 2344739"/>
              <a:gd name="connsiteX155" fmla="*/ 4428543 w 12192001"/>
              <a:gd name="connsiteY155" fmla="*/ 2153020 h 2344739"/>
              <a:gd name="connsiteX156" fmla="*/ 4362875 w 12192001"/>
              <a:gd name="connsiteY156" fmla="*/ 2151674 h 2344739"/>
              <a:gd name="connsiteX157" fmla="*/ 4316966 w 12192001"/>
              <a:gd name="connsiteY157" fmla="*/ 2158289 h 2344739"/>
              <a:gd name="connsiteX158" fmla="*/ 4315110 w 12192001"/>
              <a:gd name="connsiteY158" fmla="*/ 2156948 h 2344739"/>
              <a:gd name="connsiteX159" fmla="*/ 4295144 w 12192001"/>
              <a:gd name="connsiteY159" fmla="*/ 2155069 h 2344739"/>
              <a:gd name="connsiteX160" fmla="*/ 4290064 w 12192001"/>
              <a:gd name="connsiteY160" fmla="*/ 2157986 h 2344739"/>
              <a:gd name="connsiteX161" fmla="*/ 4276142 w 12192001"/>
              <a:gd name="connsiteY161" fmla="*/ 2157740 h 2344739"/>
              <a:gd name="connsiteX162" fmla="*/ 4248117 w 12192001"/>
              <a:gd name="connsiteY162" fmla="*/ 2160064 h 2344739"/>
              <a:gd name="connsiteX163" fmla="*/ 4202051 w 12192001"/>
              <a:gd name="connsiteY163" fmla="*/ 2157269 h 2344739"/>
              <a:gd name="connsiteX164" fmla="*/ 4201745 w 12192001"/>
              <a:gd name="connsiteY164" fmla="*/ 2156010 h 2344739"/>
              <a:gd name="connsiteX165" fmla="*/ 4191248 w 12192001"/>
              <a:gd name="connsiteY165" fmla="*/ 2150376 h 2344739"/>
              <a:gd name="connsiteX166" fmla="*/ 4142745 w 12192001"/>
              <a:gd name="connsiteY166" fmla="*/ 2134511 h 2344739"/>
              <a:gd name="connsiteX167" fmla="*/ 4083097 w 12192001"/>
              <a:gd name="connsiteY167" fmla="*/ 2107978 h 2344739"/>
              <a:gd name="connsiteX168" fmla="*/ 4074546 w 12192001"/>
              <a:gd name="connsiteY168" fmla="*/ 2107143 h 2344739"/>
              <a:gd name="connsiteX169" fmla="*/ 4074427 w 12192001"/>
              <a:gd name="connsiteY169" fmla="*/ 2106844 h 2344739"/>
              <a:gd name="connsiteX170" fmla="*/ 4065510 w 12192001"/>
              <a:gd name="connsiteY170" fmla="*/ 2105400 h 2344739"/>
              <a:gd name="connsiteX171" fmla="*/ 4058954 w 12192001"/>
              <a:gd name="connsiteY171" fmla="*/ 2105618 h 2344739"/>
              <a:gd name="connsiteX172" fmla="*/ 4042364 w 12192001"/>
              <a:gd name="connsiteY172" fmla="*/ 2103997 h 2344739"/>
              <a:gd name="connsiteX173" fmla="*/ 4036997 w 12192001"/>
              <a:gd name="connsiteY173" fmla="*/ 2101563 h 2344739"/>
              <a:gd name="connsiteX174" fmla="*/ 4035363 w 12192001"/>
              <a:gd name="connsiteY174" fmla="*/ 2097896 h 2344739"/>
              <a:gd name="connsiteX175" fmla="*/ 4033778 w 12192001"/>
              <a:gd name="connsiteY175" fmla="*/ 2098131 h 2344739"/>
              <a:gd name="connsiteX176" fmla="*/ 4004538 w 12192001"/>
              <a:gd name="connsiteY176" fmla="*/ 2085563 h 2344739"/>
              <a:gd name="connsiteX177" fmla="*/ 3936846 w 12192001"/>
              <a:gd name="connsiteY177" fmla="*/ 2068106 h 2344739"/>
              <a:gd name="connsiteX178" fmla="*/ 3897275 w 12192001"/>
              <a:gd name="connsiteY178" fmla="*/ 2062451 h 2344739"/>
              <a:gd name="connsiteX179" fmla="*/ 3789760 w 12192001"/>
              <a:gd name="connsiteY179" fmla="*/ 2042213 h 2344739"/>
              <a:gd name="connsiteX180" fmla="*/ 3682513 w 12192001"/>
              <a:gd name="connsiteY180" fmla="*/ 2018290 h 2344739"/>
              <a:gd name="connsiteX181" fmla="*/ 3610035 w 12192001"/>
              <a:gd name="connsiteY181" fmla="*/ 1986019 h 2344739"/>
              <a:gd name="connsiteX182" fmla="*/ 3603855 w 12192001"/>
              <a:gd name="connsiteY182" fmla="*/ 1987381 h 2344739"/>
              <a:gd name="connsiteX183" fmla="*/ 3594736 w 12192001"/>
              <a:gd name="connsiteY183" fmla="*/ 1987545 h 2344739"/>
              <a:gd name="connsiteX184" fmla="*/ 3594501 w 12192001"/>
              <a:gd name="connsiteY184" fmla="*/ 1987276 h 2344739"/>
              <a:gd name="connsiteX185" fmla="*/ 3585978 w 12192001"/>
              <a:gd name="connsiteY185" fmla="*/ 1987966 h 2344739"/>
              <a:gd name="connsiteX186" fmla="*/ 3536135 w 12192001"/>
              <a:gd name="connsiteY186" fmla="*/ 1978267 h 2344739"/>
              <a:gd name="connsiteX187" fmla="*/ 3473223 w 12192001"/>
              <a:gd name="connsiteY187" fmla="*/ 1974606 h 2344739"/>
              <a:gd name="connsiteX188" fmla="*/ 3400728 w 12192001"/>
              <a:gd name="connsiteY188" fmla="*/ 1962558 h 2344739"/>
              <a:gd name="connsiteX189" fmla="*/ 3363888 w 12192001"/>
              <a:gd name="connsiteY189" fmla="*/ 1979510 h 2344739"/>
              <a:gd name="connsiteX190" fmla="*/ 3344026 w 12192001"/>
              <a:gd name="connsiteY190" fmla="*/ 1981192 h 2344739"/>
              <a:gd name="connsiteX191" fmla="*/ 3341698 w 12192001"/>
              <a:gd name="connsiteY191" fmla="*/ 1980217 h 2344739"/>
              <a:gd name="connsiteX192" fmla="*/ 3262356 w 12192001"/>
              <a:gd name="connsiteY192" fmla="*/ 1986094 h 2344739"/>
              <a:gd name="connsiteX193" fmla="*/ 3142556 w 12192001"/>
              <a:gd name="connsiteY193" fmla="*/ 1993869 h 2344739"/>
              <a:gd name="connsiteX194" fmla="*/ 3030291 w 12192001"/>
              <a:gd name="connsiteY194" fmla="*/ 1996512 h 2344739"/>
              <a:gd name="connsiteX195" fmla="*/ 2781569 w 12192001"/>
              <a:gd name="connsiteY195" fmla="*/ 2018333 h 2344739"/>
              <a:gd name="connsiteX196" fmla="*/ 2646527 w 12192001"/>
              <a:gd name="connsiteY196" fmla="*/ 2028869 h 2344739"/>
              <a:gd name="connsiteX197" fmla="*/ 2568028 w 12192001"/>
              <a:gd name="connsiteY197" fmla="*/ 2002628 h 2344739"/>
              <a:gd name="connsiteX198" fmla="*/ 2443255 w 12192001"/>
              <a:gd name="connsiteY198" fmla="*/ 2016529 h 2344739"/>
              <a:gd name="connsiteX199" fmla="*/ 2315112 w 12192001"/>
              <a:gd name="connsiteY199" fmla="*/ 2024996 h 2344739"/>
              <a:gd name="connsiteX200" fmla="*/ 2208578 w 12192001"/>
              <a:gd name="connsiteY200" fmla="*/ 2019763 h 2344739"/>
              <a:gd name="connsiteX201" fmla="*/ 2094665 w 12192001"/>
              <a:gd name="connsiteY201" fmla="*/ 2003052 h 2344739"/>
              <a:gd name="connsiteX202" fmla="*/ 1997356 w 12192001"/>
              <a:gd name="connsiteY202" fmla="*/ 1995032 h 2344739"/>
              <a:gd name="connsiteX203" fmla="*/ 1928172 w 12192001"/>
              <a:gd name="connsiteY203" fmla="*/ 2016977 h 2344739"/>
              <a:gd name="connsiteX204" fmla="*/ 1921650 w 12192001"/>
              <a:gd name="connsiteY204" fmla="*/ 2012146 h 2344739"/>
              <a:gd name="connsiteX205" fmla="*/ 1873080 w 12192001"/>
              <a:gd name="connsiteY205" fmla="*/ 2013741 h 2344739"/>
              <a:gd name="connsiteX206" fmla="*/ 1786655 w 12192001"/>
              <a:gd name="connsiteY206" fmla="*/ 2041363 h 2344739"/>
              <a:gd name="connsiteX207" fmla="*/ 1738204 w 12192001"/>
              <a:gd name="connsiteY207" fmla="*/ 2036312 h 2344739"/>
              <a:gd name="connsiteX208" fmla="*/ 1675071 w 12192001"/>
              <a:gd name="connsiteY208" fmla="*/ 2019963 h 2344739"/>
              <a:gd name="connsiteX209" fmla="*/ 1608669 w 12192001"/>
              <a:gd name="connsiteY209" fmla="*/ 2013066 h 2344739"/>
              <a:gd name="connsiteX210" fmla="*/ 1496110 w 12192001"/>
              <a:gd name="connsiteY210" fmla="*/ 1987476 h 2344739"/>
              <a:gd name="connsiteX211" fmla="*/ 1149979 w 12192001"/>
              <a:gd name="connsiteY211" fmla="*/ 1938041 h 2344739"/>
              <a:gd name="connsiteX212" fmla="*/ 858269 w 12192001"/>
              <a:gd name="connsiteY212" fmla="*/ 1928608 h 2344739"/>
              <a:gd name="connsiteX213" fmla="*/ 837540 w 12192001"/>
              <a:gd name="connsiteY213" fmla="*/ 1929821 h 2344739"/>
              <a:gd name="connsiteX214" fmla="*/ 816809 w 12192001"/>
              <a:gd name="connsiteY214" fmla="*/ 1927857 h 2344739"/>
              <a:gd name="connsiteX215" fmla="*/ 811506 w 12192001"/>
              <a:gd name="connsiteY215" fmla="*/ 1930751 h 2344739"/>
              <a:gd name="connsiteX216" fmla="*/ 797041 w 12192001"/>
              <a:gd name="connsiteY216" fmla="*/ 1930446 h 2344739"/>
              <a:gd name="connsiteX217" fmla="*/ 767901 w 12192001"/>
              <a:gd name="connsiteY217" fmla="*/ 1932653 h 2344739"/>
              <a:gd name="connsiteX218" fmla="*/ 763053 w 12192001"/>
              <a:gd name="connsiteY218" fmla="*/ 1930432 h 2344739"/>
              <a:gd name="connsiteX219" fmla="*/ 720047 w 12192001"/>
              <a:gd name="connsiteY219" fmla="*/ 1929661 h 2344739"/>
              <a:gd name="connsiteX220" fmla="*/ 719742 w 12192001"/>
              <a:gd name="connsiteY220" fmla="*/ 1928399 h 2344739"/>
              <a:gd name="connsiteX221" fmla="*/ 708875 w 12192001"/>
              <a:gd name="connsiteY221" fmla="*/ 1922722 h 2344739"/>
              <a:gd name="connsiteX222" fmla="*/ 596792 w 12192001"/>
              <a:gd name="connsiteY222" fmla="*/ 1879864 h 2344739"/>
              <a:gd name="connsiteX223" fmla="*/ 578535 w 12192001"/>
              <a:gd name="connsiteY223" fmla="*/ 1877212 h 2344739"/>
              <a:gd name="connsiteX224" fmla="*/ 571717 w 12192001"/>
              <a:gd name="connsiteY224" fmla="*/ 1877401 h 2344739"/>
              <a:gd name="connsiteX225" fmla="*/ 445099 w 12192001"/>
              <a:gd name="connsiteY225" fmla="*/ 1839371 h 2344739"/>
              <a:gd name="connsiteX226" fmla="*/ 404015 w 12192001"/>
              <a:gd name="connsiteY226" fmla="*/ 1833548 h 2344739"/>
              <a:gd name="connsiteX227" fmla="*/ 292435 w 12192001"/>
              <a:gd name="connsiteY227" fmla="*/ 1812852 h 2344739"/>
              <a:gd name="connsiteX228" fmla="*/ 118381 w 12192001"/>
              <a:gd name="connsiteY228" fmla="*/ 1761047 h 2344739"/>
              <a:gd name="connsiteX229" fmla="*/ 15526 w 12192001"/>
              <a:gd name="connsiteY229" fmla="*/ 1758191 h 2344739"/>
              <a:gd name="connsiteX230" fmla="*/ 2 w 12192001"/>
              <a:gd name="connsiteY230" fmla="*/ 1752722 h 2344739"/>
              <a:gd name="connsiteX231" fmla="*/ 1 w 12192001"/>
              <a:gd name="connsiteY231" fmla="*/ 762497 h 2344739"/>
              <a:gd name="connsiteX232" fmla="*/ 0 w 12192001"/>
              <a:gd name="connsiteY232" fmla="*/ 762497 h 2344739"/>
              <a:gd name="connsiteX233" fmla="*/ 0 w 12192001"/>
              <a:gd name="connsiteY233" fmla="*/ 222213 h 2344739"/>
              <a:gd name="connsiteX234" fmla="*/ 0 w 12192001"/>
              <a:gd name="connsiteY234"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37318 w 12192001"/>
              <a:gd name="connsiteY70" fmla="*/ 1920435 h 2344739"/>
              <a:gd name="connsiteX71" fmla="*/ 9113812 w 12192001"/>
              <a:gd name="connsiteY71" fmla="*/ 1919069 h 2344739"/>
              <a:gd name="connsiteX72" fmla="*/ 9053453 w 12192001"/>
              <a:gd name="connsiteY72" fmla="*/ 1910755 h 2344739"/>
              <a:gd name="connsiteX73" fmla="*/ 9005486 w 12192001"/>
              <a:gd name="connsiteY73" fmla="*/ 1914040 h 2344739"/>
              <a:gd name="connsiteX74" fmla="*/ 9005201 w 12192001"/>
              <a:gd name="connsiteY74" fmla="*/ 1913800 h 2344739"/>
              <a:gd name="connsiteX75" fmla="*/ 8996232 w 12192001"/>
              <a:gd name="connsiteY75" fmla="*/ 1915011 h 2344739"/>
              <a:gd name="connsiteX76" fmla="*/ 8990394 w 12192001"/>
              <a:gd name="connsiteY76" fmla="*/ 1917072 h 2344739"/>
              <a:gd name="connsiteX77" fmla="*/ 8974337 w 12192001"/>
              <a:gd name="connsiteY77" fmla="*/ 1920298 h 2344739"/>
              <a:gd name="connsiteX78" fmla="*/ 8968011 w 12192001"/>
              <a:gd name="connsiteY78" fmla="*/ 1919598 h 2344739"/>
              <a:gd name="connsiteX79" fmla="*/ 8963048 w 12192001"/>
              <a:gd name="connsiteY79" fmla="*/ 1917373 h 2344739"/>
              <a:gd name="connsiteX80" fmla="*/ 8928988 w 12192001"/>
              <a:gd name="connsiteY80" fmla="*/ 1914185 h 2344739"/>
              <a:gd name="connsiteX81" fmla="*/ 8752444 w 12192001"/>
              <a:gd name="connsiteY81" fmla="*/ 1933417 h 2344739"/>
              <a:gd name="connsiteX82" fmla="*/ 8707847 w 12192001"/>
              <a:gd name="connsiteY82" fmla="*/ 1935518 h 2344739"/>
              <a:gd name="connsiteX83" fmla="*/ 8596071 w 12192001"/>
              <a:gd name="connsiteY83" fmla="*/ 1944090 h 2344739"/>
              <a:gd name="connsiteX84" fmla="*/ 8525230 w 12192001"/>
              <a:gd name="connsiteY84" fmla="*/ 1929248 h 2344739"/>
              <a:gd name="connsiteX85" fmla="*/ 8510983 w 12192001"/>
              <a:gd name="connsiteY85" fmla="*/ 1935163 h 2344739"/>
              <a:gd name="connsiteX86" fmla="*/ 8506167 w 12192001"/>
              <a:gd name="connsiteY86" fmla="*/ 1938164 h 2344739"/>
              <a:gd name="connsiteX87" fmla="*/ 8497968 w 12192001"/>
              <a:gd name="connsiteY87" fmla="*/ 1940902 h 2344739"/>
              <a:gd name="connsiteX88" fmla="*/ 8497594 w 12192001"/>
              <a:gd name="connsiteY88" fmla="*/ 1940723 h 2344739"/>
              <a:gd name="connsiteX89" fmla="*/ 8490249 w 12192001"/>
              <a:gd name="connsiteY89" fmla="*/ 1943773 h 2344739"/>
              <a:gd name="connsiteX90" fmla="*/ 8367182 w 12192001"/>
              <a:gd name="connsiteY90" fmla="*/ 1957815 h 2344739"/>
              <a:gd name="connsiteX91" fmla="*/ 8353799 w 12192001"/>
              <a:gd name="connsiteY91" fmla="*/ 1958009 h 2344739"/>
              <a:gd name="connsiteX92" fmla="*/ 8352373 w 12192001"/>
              <a:gd name="connsiteY92" fmla="*/ 1957169 h 2344739"/>
              <a:gd name="connsiteX93" fmla="*/ 8320104 w 12192001"/>
              <a:gd name="connsiteY93" fmla="*/ 1974587 h 2344739"/>
              <a:gd name="connsiteX94" fmla="*/ 8314433 w 12192001"/>
              <a:gd name="connsiteY94" fmla="*/ 1974913 h 2344739"/>
              <a:gd name="connsiteX95" fmla="*/ 8295174 w 12192001"/>
              <a:gd name="connsiteY95" fmla="*/ 1988808 h 2344739"/>
              <a:gd name="connsiteX96" fmla="*/ 8284276 w 12192001"/>
              <a:gd name="connsiteY96" fmla="*/ 1994631 h 2344739"/>
              <a:gd name="connsiteX97" fmla="*/ 8283150 w 12192001"/>
              <a:gd name="connsiteY97" fmla="*/ 1999074 h 2344739"/>
              <a:gd name="connsiteX98" fmla="*/ 8266076 w 12192001"/>
              <a:gd name="connsiteY98" fmla="*/ 2006249 h 2344739"/>
              <a:gd name="connsiteX99" fmla="*/ 8263377 w 12192001"/>
              <a:gd name="connsiteY99" fmla="*/ 2006019 h 2344739"/>
              <a:gd name="connsiteX100" fmla="*/ 8252033 w 12192001"/>
              <a:gd name="connsiteY100" fmla="*/ 2015862 h 2344739"/>
              <a:gd name="connsiteX101" fmla="*/ 8245834 w 12192001"/>
              <a:gd name="connsiteY101" fmla="*/ 2028854 h 2344739"/>
              <a:gd name="connsiteX102" fmla="*/ 8090272 w 12192001"/>
              <a:gd name="connsiteY102" fmla="*/ 2075015 h 2344739"/>
              <a:gd name="connsiteX103" fmla="*/ 7905407 w 12192001"/>
              <a:gd name="connsiteY103" fmla="*/ 2116988 h 2344739"/>
              <a:gd name="connsiteX104" fmla="*/ 7718745 w 12192001"/>
              <a:gd name="connsiteY104" fmla="*/ 2142703 h 2344739"/>
              <a:gd name="connsiteX105" fmla="*/ 7614347 w 12192001"/>
              <a:gd name="connsiteY105" fmla="*/ 2139232 h 2344739"/>
              <a:gd name="connsiteX106" fmla="*/ 7527543 w 12192001"/>
              <a:gd name="connsiteY106" fmla="*/ 2145060 h 2344739"/>
              <a:gd name="connsiteX107" fmla="*/ 7519571 w 12192001"/>
              <a:gd name="connsiteY107" fmla="*/ 2147613 h 2344739"/>
              <a:gd name="connsiteX108" fmla="*/ 7507411 w 12192001"/>
              <a:gd name="connsiteY108" fmla="*/ 2148948 h 2344739"/>
              <a:gd name="connsiteX109" fmla="*/ 7507040 w 12192001"/>
              <a:gd name="connsiteY109" fmla="*/ 2148621 h 2344739"/>
              <a:gd name="connsiteX110" fmla="*/ 7495795 w 12192001"/>
              <a:gd name="connsiteY110" fmla="*/ 2150573 h 2344739"/>
              <a:gd name="connsiteX111" fmla="*/ 7405391 w 12192001"/>
              <a:gd name="connsiteY111" fmla="*/ 2142468 h 2344739"/>
              <a:gd name="connsiteX112" fmla="*/ 7312180 w 12192001"/>
              <a:gd name="connsiteY112" fmla="*/ 2132873 h 2344739"/>
              <a:gd name="connsiteX113" fmla="*/ 7310853 w 12192001"/>
              <a:gd name="connsiteY113" fmla="*/ 2131431 h 2344739"/>
              <a:gd name="connsiteX114" fmla="*/ 7218559 w 12192001"/>
              <a:gd name="connsiteY114" fmla="*/ 2156680 h 2344739"/>
              <a:gd name="connsiteX115" fmla="*/ 7201101 w 12192001"/>
              <a:gd name="connsiteY115" fmla="*/ 2161230 h 2344739"/>
              <a:gd name="connsiteX116" fmla="*/ 7197004 w 12192001"/>
              <a:gd name="connsiteY116" fmla="*/ 2166588 h 2344739"/>
              <a:gd name="connsiteX117" fmla="*/ 7170808 w 12192001"/>
              <a:gd name="connsiteY117" fmla="*/ 2171236 h 2344739"/>
              <a:gd name="connsiteX118" fmla="*/ 7096988 w 12192001"/>
              <a:gd name="connsiteY118" fmla="*/ 2183464 h 2344739"/>
              <a:gd name="connsiteX119" fmla="*/ 7018496 w 12192001"/>
              <a:gd name="connsiteY119" fmla="*/ 2183090 h 2344739"/>
              <a:gd name="connsiteX120" fmla="*/ 6904146 w 12192001"/>
              <a:gd name="connsiteY120" fmla="*/ 2212596 h 2344739"/>
              <a:gd name="connsiteX121" fmla="*/ 6708222 w 12192001"/>
              <a:gd name="connsiteY121" fmla="*/ 2240551 h 2344739"/>
              <a:gd name="connsiteX122" fmla="*/ 6549454 w 12192001"/>
              <a:gd name="connsiteY122" fmla="*/ 2269327 h 2344739"/>
              <a:gd name="connsiteX123" fmla="*/ 6317560 w 12192001"/>
              <a:gd name="connsiteY123" fmla="*/ 2316127 h 2344739"/>
              <a:gd name="connsiteX124" fmla="*/ 6168674 w 12192001"/>
              <a:gd name="connsiteY124" fmla="*/ 2318214 h 2344739"/>
              <a:gd name="connsiteX125" fmla="*/ 6073848 w 12192001"/>
              <a:gd name="connsiteY125" fmla="*/ 2338676 h 2344739"/>
              <a:gd name="connsiteX126" fmla="*/ 6068529 w 12192001"/>
              <a:gd name="connsiteY126" fmla="*/ 2337139 h 2344739"/>
              <a:gd name="connsiteX127" fmla="*/ 6048638 w 12192001"/>
              <a:gd name="connsiteY127" fmla="*/ 2337822 h 2344739"/>
              <a:gd name="connsiteX128" fmla="*/ 6041285 w 12192001"/>
              <a:gd name="connsiteY128" fmla="*/ 2329473 h 2344739"/>
              <a:gd name="connsiteX129" fmla="*/ 6010090 w 12192001"/>
              <a:gd name="connsiteY129" fmla="*/ 2324380 h 2344739"/>
              <a:gd name="connsiteX130" fmla="*/ 5957375 w 12192001"/>
              <a:gd name="connsiteY130" fmla="*/ 2328024 h 2344739"/>
              <a:gd name="connsiteX131" fmla="*/ 5758919 w 12192001"/>
              <a:gd name="connsiteY131" fmla="*/ 2343716 h 2344739"/>
              <a:gd name="connsiteX132" fmla="*/ 5626960 w 12192001"/>
              <a:gd name="connsiteY132" fmla="*/ 2344739 h 2344739"/>
              <a:gd name="connsiteX133" fmla="*/ 5470906 w 12192001"/>
              <a:gd name="connsiteY133" fmla="*/ 2330719 h 2344739"/>
              <a:gd name="connsiteX134" fmla="*/ 5432761 w 12192001"/>
              <a:gd name="connsiteY134" fmla="*/ 2319466 h 2344739"/>
              <a:gd name="connsiteX135" fmla="*/ 5381669 w 12192001"/>
              <a:gd name="connsiteY135" fmla="*/ 2301764 h 2344739"/>
              <a:gd name="connsiteX136" fmla="*/ 5261764 w 12192001"/>
              <a:gd name="connsiteY136" fmla="*/ 2281347 h 2344739"/>
              <a:gd name="connsiteX137" fmla="*/ 5222961 w 12192001"/>
              <a:gd name="connsiteY137" fmla="*/ 2270223 h 2344739"/>
              <a:gd name="connsiteX138" fmla="*/ 5174660 w 12192001"/>
              <a:gd name="connsiteY138" fmla="*/ 2267233 h 2344739"/>
              <a:gd name="connsiteX139" fmla="*/ 5156554 w 12192001"/>
              <a:gd name="connsiteY139" fmla="*/ 2260010 h 2344739"/>
              <a:gd name="connsiteX140" fmla="*/ 5142599 w 12192001"/>
              <a:gd name="connsiteY140" fmla="*/ 2256610 h 2344739"/>
              <a:gd name="connsiteX141" fmla="*/ 5139596 w 12192001"/>
              <a:gd name="connsiteY141" fmla="*/ 2254509 h 2344739"/>
              <a:gd name="connsiteX142" fmla="*/ 5121659 w 12192001"/>
              <a:gd name="connsiteY142" fmla="*/ 2243656 h 2344739"/>
              <a:gd name="connsiteX143" fmla="*/ 5065790 w 12192001"/>
              <a:gd name="connsiteY143" fmla="*/ 2250227 h 2344739"/>
              <a:gd name="connsiteX144" fmla="*/ 5011514 w 12192001"/>
              <a:gd name="connsiteY144" fmla="*/ 2233846 h 2344739"/>
              <a:gd name="connsiteX145" fmla="*/ 4840441 w 12192001"/>
              <a:gd name="connsiteY145" fmla="*/ 2209829 h 2344739"/>
              <a:gd name="connsiteX146" fmla="*/ 4762447 w 12192001"/>
              <a:gd name="connsiteY146" fmla="*/ 2182061 h 2344739"/>
              <a:gd name="connsiteX147" fmla="*/ 4723186 w 12192001"/>
              <a:gd name="connsiteY147" fmla="*/ 2173047 h 2344739"/>
              <a:gd name="connsiteX148" fmla="*/ 4721176 w 12192001"/>
              <a:gd name="connsiteY148" fmla="*/ 2172298 h 2344739"/>
              <a:gd name="connsiteX149" fmla="*/ 4722111 w 12192001"/>
              <a:gd name="connsiteY149" fmla="*/ 2172087 h 2344739"/>
              <a:gd name="connsiteX150" fmla="*/ 4717202 w 12192001"/>
              <a:gd name="connsiteY150" fmla="*/ 2170817 h 2344739"/>
              <a:gd name="connsiteX151" fmla="*/ 4721176 w 12192001"/>
              <a:gd name="connsiteY151" fmla="*/ 2172298 h 2344739"/>
              <a:gd name="connsiteX152" fmla="*/ 4715526 w 12192001"/>
              <a:gd name="connsiteY152" fmla="*/ 2173573 h 2344739"/>
              <a:gd name="connsiteX153" fmla="*/ 4515814 w 12192001"/>
              <a:gd name="connsiteY153" fmla="*/ 2163671 h 2344739"/>
              <a:gd name="connsiteX154" fmla="*/ 4428543 w 12192001"/>
              <a:gd name="connsiteY154" fmla="*/ 2153020 h 2344739"/>
              <a:gd name="connsiteX155" fmla="*/ 4362875 w 12192001"/>
              <a:gd name="connsiteY155" fmla="*/ 2151674 h 2344739"/>
              <a:gd name="connsiteX156" fmla="*/ 4316966 w 12192001"/>
              <a:gd name="connsiteY156" fmla="*/ 2158289 h 2344739"/>
              <a:gd name="connsiteX157" fmla="*/ 4315110 w 12192001"/>
              <a:gd name="connsiteY157" fmla="*/ 2156948 h 2344739"/>
              <a:gd name="connsiteX158" fmla="*/ 4295144 w 12192001"/>
              <a:gd name="connsiteY158" fmla="*/ 2155069 h 2344739"/>
              <a:gd name="connsiteX159" fmla="*/ 4290064 w 12192001"/>
              <a:gd name="connsiteY159" fmla="*/ 2157986 h 2344739"/>
              <a:gd name="connsiteX160" fmla="*/ 4276142 w 12192001"/>
              <a:gd name="connsiteY160" fmla="*/ 2157740 h 2344739"/>
              <a:gd name="connsiteX161" fmla="*/ 4248117 w 12192001"/>
              <a:gd name="connsiteY161" fmla="*/ 2160064 h 2344739"/>
              <a:gd name="connsiteX162" fmla="*/ 4202051 w 12192001"/>
              <a:gd name="connsiteY162" fmla="*/ 2157269 h 2344739"/>
              <a:gd name="connsiteX163" fmla="*/ 4201745 w 12192001"/>
              <a:gd name="connsiteY163" fmla="*/ 2156010 h 2344739"/>
              <a:gd name="connsiteX164" fmla="*/ 4191248 w 12192001"/>
              <a:gd name="connsiteY164" fmla="*/ 2150376 h 2344739"/>
              <a:gd name="connsiteX165" fmla="*/ 4142745 w 12192001"/>
              <a:gd name="connsiteY165" fmla="*/ 2134511 h 2344739"/>
              <a:gd name="connsiteX166" fmla="*/ 4083097 w 12192001"/>
              <a:gd name="connsiteY166" fmla="*/ 2107978 h 2344739"/>
              <a:gd name="connsiteX167" fmla="*/ 4074546 w 12192001"/>
              <a:gd name="connsiteY167" fmla="*/ 2107143 h 2344739"/>
              <a:gd name="connsiteX168" fmla="*/ 4074427 w 12192001"/>
              <a:gd name="connsiteY168" fmla="*/ 2106844 h 2344739"/>
              <a:gd name="connsiteX169" fmla="*/ 4065510 w 12192001"/>
              <a:gd name="connsiteY169" fmla="*/ 2105400 h 2344739"/>
              <a:gd name="connsiteX170" fmla="*/ 4058954 w 12192001"/>
              <a:gd name="connsiteY170" fmla="*/ 2105618 h 2344739"/>
              <a:gd name="connsiteX171" fmla="*/ 4042364 w 12192001"/>
              <a:gd name="connsiteY171" fmla="*/ 2103997 h 2344739"/>
              <a:gd name="connsiteX172" fmla="*/ 4036997 w 12192001"/>
              <a:gd name="connsiteY172" fmla="*/ 2101563 h 2344739"/>
              <a:gd name="connsiteX173" fmla="*/ 4035363 w 12192001"/>
              <a:gd name="connsiteY173" fmla="*/ 2097896 h 2344739"/>
              <a:gd name="connsiteX174" fmla="*/ 4033778 w 12192001"/>
              <a:gd name="connsiteY174" fmla="*/ 2098131 h 2344739"/>
              <a:gd name="connsiteX175" fmla="*/ 4004538 w 12192001"/>
              <a:gd name="connsiteY175" fmla="*/ 2085563 h 2344739"/>
              <a:gd name="connsiteX176" fmla="*/ 3936846 w 12192001"/>
              <a:gd name="connsiteY176" fmla="*/ 2068106 h 2344739"/>
              <a:gd name="connsiteX177" fmla="*/ 3897275 w 12192001"/>
              <a:gd name="connsiteY177" fmla="*/ 2062451 h 2344739"/>
              <a:gd name="connsiteX178" fmla="*/ 3789760 w 12192001"/>
              <a:gd name="connsiteY178" fmla="*/ 2042213 h 2344739"/>
              <a:gd name="connsiteX179" fmla="*/ 3682513 w 12192001"/>
              <a:gd name="connsiteY179" fmla="*/ 2018290 h 2344739"/>
              <a:gd name="connsiteX180" fmla="*/ 3610035 w 12192001"/>
              <a:gd name="connsiteY180" fmla="*/ 1986019 h 2344739"/>
              <a:gd name="connsiteX181" fmla="*/ 3603855 w 12192001"/>
              <a:gd name="connsiteY181" fmla="*/ 1987381 h 2344739"/>
              <a:gd name="connsiteX182" fmla="*/ 3594736 w 12192001"/>
              <a:gd name="connsiteY182" fmla="*/ 1987545 h 2344739"/>
              <a:gd name="connsiteX183" fmla="*/ 3594501 w 12192001"/>
              <a:gd name="connsiteY183" fmla="*/ 1987276 h 2344739"/>
              <a:gd name="connsiteX184" fmla="*/ 3585978 w 12192001"/>
              <a:gd name="connsiteY184" fmla="*/ 1987966 h 2344739"/>
              <a:gd name="connsiteX185" fmla="*/ 3536135 w 12192001"/>
              <a:gd name="connsiteY185" fmla="*/ 1978267 h 2344739"/>
              <a:gd name="connsiteX186" fmla="*/ 3473223 w 12192001"/>
              <a:gd name="connsiteY186" fmla="*/ 1974606 h 2344739"/>
              <a:gd name="connsiteX187" fmla="*/ 3400728 w 12192001"/>
              <a:gd name="connsiteY187" fmla="*/ 1962558 h 2344739"/>
              <a:gd name="connsiteX188" fmla="*/ 3363888 w 12192001"/>
              <a:gd name="connsiteY188" fmla="*/ 1979510 h 2344739"/>
              <a:gd name="connsiteX189" fmla="*/ 3344026 w 12192001"/>
              <a:gd name="connsiteY189" fmla="*/ 1981192 h 2344739"/>
              <a:gd name="connsiteX190" fmla="*/ 3341698 w 12192001"/>
              <a:gd name="connsiteY190" fmla="*/ 1980217 h 2344739"/>
              <a:gd name="connsiteX191" fmla="*/ 3262356 w 12192001"/>
              <a:gd name="connsiteY191" fmla="*/ 1986094 h 2344739"/>
              <a:gd name="connsiteX192" fmla="*/ 3142556 w 12192001"/>
              <a:gd name="connsiteY192" fmla="*/ 1993869 h 2344739"/>
              <a:gd name="connsiteX193" fmla="*/ 3030291 w 12192001"/>
              <a:gd name="connsiteY193" fmla="*/ 1996512 h 2344739"/>
              <a:gd name="connsiteX194" fmla="*/ 2781569 w 12192001"/>
              <a:gd name="connsiteY194" fmla="*/ 2018333 h 2344739"/>
              <a:gd name="connsiteX195" fmla="*/ 2646527 w 12192001"/>
              <a:gd name="connsiteY195" fmla="*/ 2028869 h 2344739"/>
              <a:gd name="connsiteX196" fmla="*/ 2568028 w 12192001"/>
              <a:gd name="connsiteY196" fmla="*/ 2002628 h 2344739"/>
              <a:gd name="connsiteX197" fmla="*/ 2443255 w 12192001"/>
              <a:gd name="connsiteY197" fmla="*/ 2016529 h 2344739"/>
              <a:gd name="connsiteX198" fmla="*/ 2315112 w 12192001"/>
              <a:gd name="connsiteY198" fmla="*/ 2024996 h 2344739"/>
              <a:gd name="connsiteX199" fmla="*/ 2208578 w 12192001"/>
              <a:gd name="connsiteY199" fmla="*/ 2019763 h 2344739"/>
              <a:gd name="connsiteX200" fmla="*/ 2094665 w 12192001"/>
              <a:gd name="connsiteY200" fmla="*/ 2003052 h 2344739"/>
              <a:gd name="connsiteX201" fmla="*/ 1997356 w 12192001"/>
              <a:gd name="connsiteY201" fmla="*/ 1995032 h 2344739"/>
              <a:gd name="connsiteX202" fmla="*/ 1928172 w 12192001"/>
              <a:gd name="connsiteY202" fmla="*/ 2016977 h 2344739"/>
              <a:gd name="connsiteX203" fmla="*/ 1921650 w 12192001"/>
              <a:gd name="connsiteY203" fmla="*/ 2012146 h 2344739"/>
              <a:gd name="connsiteX204" fmla="*/ 1873080 w 12192001"/>
              <a:gd name="connsiteY204" fmla="*/ 2013741 h 2344739"/>
              <a:gd name="connsiteX205" fmla="*/ 1786655 w 12192001"/>
              <a:gd name="connsiteY205" fmla="*/ 2041363 h 2344739"/>
              <a:gd name="connsiteX206" fmla="*/ 1738204 w 12192001"/>
              <a:gd name="connsiteY206" fmla="*/ 2036312 h 2344739"/>
              <a:gd name="connsiteX207" fmla="*/ 1675071 w 12192001"/>
              <a:gd name="connsiteY207" fmla="*/ 2019963 h 2344739"/>
              <a:gd name="connsiteX208" fmla="*/ 1608669 w 12192001"/>
              <a:gd name="connsiteY208" fmla="*/ 2013066 h 2344739"/>
              <a:gd name="connsiteX209" fmla="*/ 1496110 w 12192001"/>
              <a:gd name="connsiteY209" fmla="*/ 1987476 h 2344739"/>
              <a:gd name="connsiteX210" fmla="*/ 1149979 w 12192001"/>
              <a:gd name="connsiteY210" fmla="*/ 1938041 h 2344739"/>
              <a:gd name="connsiteX211" fmla="*/ 858269 w 12192001"/>
              <a:gd name="connsiteY211" fmla="*/ 1928608 h 2344739"/>
              <a:gd name="connsiteX212" fmla="*/ 837540 w 12192001"/>
              <a:gd name="connsiteY212" fmla="*/ 1929821 h 2344739"/>
              <a:gd name="connsiteX213" fmla="*/ 816809 w 12192001"/>
              <a:gd name="connsiteY213" fmla="*/ 1927857 h 2344739"/>
              <a:gd name="connsiteX214" fmla="*/ 811506 w 12192001"/>
              <a:gd name="connsiteY214" fmla="*/ 1930751 h 2344739"/>
              <a:gd name="connsiteX215" fmla="*/ 797041 w 12192001"/>
              <a:gd name="connsiteY215" fmla="*/ 1930446 h 2344739"/>
              <a:gd name="connsiteX216" fmla="*/ 767901 w 12192001"/>
              <a:gd name="connsiteY216" fmla="*/ 1932653 h 2344739"/>
              <a:gd name="connsiteX217" fmla="*/ 763053 w 12192001"/>
              <a:gd name="connsiteY217" fmla="*/ 1930432 h 2344739"/>
              <a:gd name="connsiteX218" fmla="*/ 720047 w 12192001"/>
              <a:gd name="connsiteY218" fmla="*/ 1929661 h 2344739"/>
              <a:gd name="connsiteX219" fmla="*/ 719742 w 12192001"/>
              <a:gd name="connsiteY219" fmla="*/ 1928399 h 2344739"/>
              <a:gd name="connsiteX220" fmla="*/ 708875 w 12192001"/>
              <a:gd name="connsiteY220" fmla="*/ 1922722 h 2344739"/>
              <a:gd name="connsiteX221" fmla="*/ 596792 w 12192001"/>
              <a:gd name="connsiteY221" fmla="*/ 1879864 h 2344739"/>
              <a:gd name="connsiteX222" fmla="*/ 578535 w 12192001"/>
              <a:gd name="connsiteY222" fmla="*/ 1877212 h 2344739"/>
              <a:gd name="connsiteX223" fmla="*/ 571717 w 12192001"/>
              <a:gd name="connsiteY223" fmla="*/ 1877401 h 2344739"/>
              <a:gd name="connsiteX224" fmla="*/ 445099 w 12192001"/>
              <a:gd name="connsiteY224" fmla="*/ 1839371 h 2344739"/>
              <a:gd name="connsiteX225" fmla="*/ 404015 w 12192001"/>
              <a:gd name="connsiteY225" fmla="*/ 1833548 h 2344739"/>
              <a:gd name="connsiteX226" fmla="*/ 292435 w 12192001"/>
              <a:gd name="connsiteY226" fmla="*/ 1812852 h 2344739"/>
              <a:gd name="connsiteX227" fmla="*/ 118381 w 12192001"/>
              <a:gd name="connsiteY227" fmla="*/ 1761047 h 2344739"/>
              <a:gd name="connsiteX228" fmla="*/ 15526 w 12192001"/>
              <a:gd name="connsiteY228" fmla="*/ 1758191 h 2344739"/>
              <a:gd name="connsiteX229" fmla="*/ 2 w 12192001"/>
              <a:gd name="connsiteY229" fmla="*/ 1752722 h 2344739"/>
              <a:gd name="connsiteX230" fmla="*/ 1 w 12192001"/>
              <a:gd name="connsiteY230" fmla="*/ 762497 h 2344739"/>
              <a:gd name="connsiteX231" fmla="*/ 0 w 12192001"/>
              <a:gd name="connsiteY231" fmla="*/ 762497 h 2344739"/>
              <a:gd name="connsiteX232" fmla="*/ 0 w 12192001"/>
              <a:gd name="connsiteY232" fmla="*/ 222213 h 2344739"/>
              <a:gd name="connsiteX233" fmla="*/ 0 w 12192001"/>
              <a:gd name="connsiteY233"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13812 w 12192001"/>
              <a:gd name="connsiteY70" fmla="*/ 1919069 h 2344739"/>
              <a:gd name="connsiteX71" fmla="*/ 9053453 w 12192001"/>
              <a:gd name="connsiteY71" fmla="*/ 1910755 h 2344739"/>
              <a:gd name="connsiteX72" fmla="*/ 9005486 w 12192001"/>
              <a:gd name="connsiteY72" fmla="*/ 1914040 h 2344739"/>
              <a:gd name="connsiteX73" fmla="*/ 9005201 w 12192001"/>
              <a:gd name="connsiteY73" fmla="*/ 1913800 h 2344739"/>
              <a:gd name="connsiteX74" fmla="*/ 8996232 w 12192001"/>
              <a:gd name="connsiteY74" fmla="*/ 1915011 h 2344739"/>
              <a:gd name="connsiteX75" fmla="*/ 8990394 w 12192001"/>
              <a:gd name="connsiteY75" fmla="*/ 1917072 h 2344739"/>
              <a:gd name="connsiteX76" fmla="*/ 8974337 w 12192001"/>
              <a:gd name="connsiteY76" fmla="*/ 1920298 h 2344739"/>
              <a:gd name="connsiteX77" fmla="*/ 8968011 w 12192001"/>
              <a:gd name="connsiteY77" fmla="*/ 1919598 h 2344739"/>
              <a:gd name="connsiteX78" fmla="*/ 8963048 w 12192001"/>
              <a:gd name="connsiteY78" fmla="*/ 1917373 h 2344739"/>
              <a:gd name="connsiteX79" fmla="*/ 8928988 w 12192001"/>
              <a:gd name="connsiteY79" fmla="*/ 1914185 h 2344739"/>
              <a:gd name="connsiteX80" fmla="*/ 8752444 w 12192001"/>
              <a:gd name="connsiteY80" fmla="*/ 1933417 h 2344739"/>
              <a:gd name="connsiteX81" fmla="*/ 8707847 w 12192001"/>
              <a:gd name="connsiteY81" fmla="*/ 1935518 h 2344739"/>
              <a:gd name="connsiteX82" fmla="*/ 8596071 w 12192001"/>
              <a:gd name="connsiteY82" fmla="*/ 1944090 h 2344739"/>
              <a:gd name="connsiteX83" fmla="*/ 8525230 w 12192001"/>
              <a:gd name="connsiteY83" fmla="*/ 1929248 h 2344739"/>
              <a:gd name="connsiteX84" fmla="*/ 8510983 w 12192001"/>
              <a:gd name="connsiteY84" fmla="*/ 1935163 h 2344739"/>
              <a:gd name="connsiteX85" fmla="*/ 8506167 w 12192001"/>
              <a:gd name="connsiteY85" fmla="*/ 1938164 h 2344739"/>
              <a:gd name="connsiteX86" fmla="*/ 8497968 w 12192001"/>
              <a:gd name="connsiteY86" fmla="*/ 1940902 h 2344739"/>
              <a:gd name="connsiteX87" fmla="*/ 8497594 w 12192001"/>
              <a:gd name="connsiteY87" fmla="*/ 1940723 h 2344739"/>
              <a:gd name="connsiteX88" fmla="*/ 8490249 w 12192001"/>
              <a:gd name="connsiteY88" fmla="*/ 1943773 h 2344739"/>
              <a:gd name="connsiteX89" fmla="*/ 8367182 w 12192001"/>
              <a:gd name="connsiteY89" fmla="*/ 1957815 h 2344739"/>
              <a:gd name="connsiteX90" fmla="*/ 8353799 w 12192001"/>
              <a:gd name="connsiteY90" fmla="*/ 1958009 h 2344739"/>
              <a:gd name="connsiteX91" fmla="*/ 8352373 w 12192001"/>
              <a:gd name="connsiteY91" fmla="*/ 1957169 h 2344739"/>
              <a:gd name="connsiteX92" fmla="*/ 8320104 w 12192001"/>
              <a:gd name="connsiteY92" fmla="*/ 1974587 h 2344739"/>
              <a:gd name="connsiteX93" fmla="*/ 8314433 w 12192001"/>
              <a:gd name="connsiteY93" fmla="*/ 1974913 h 2344739"/>
              <a:gd name="connsiteX94" fmla="*/ 8295174 w 12192001"/>
              <a:gd name="connsiteY94" fmla="*/ 1988808 h 2344739"/>
              <a:gd name="connsiteX95" fmla="*/ 8284276 w 12192001"/>
              <a:gd name="connsiteY95" fmla="*/ 1994631 h 2344739"/>
              <a:gd name="connsiteX96" fmla="*/ 8283150 w 12192001"/>
              <a:gd name="connsiteY96" fmla="*/ 1999074 h 2344739"/>
              <a:gd name="connsiteX97" fmla="*/ 8266076 w 12192001"/>
              <a:gd name="connsiteY97" fmla="*/ 2006249 h 2344739"/>
              <a:gd name="connsiteX98" fmla="*/ 8263377 w 12192001"/>
              <a:gd name="connsiteY98" fmla="*/ 2006019 h 2344739"/>
              <a:gd name="connsiteX99" fmla="*/ 8252033 w 12192001"/>
              <a:gd name="connsiteY99" fmla="*/ 2015862 h 2344739"/>
              <a:gd name="connsiteX100" fmla="*/ 8245834 w 12192001"/>
              <a:gd name="connsiteY100" fmla="*/ 2028854 h 2344739"/>
              <a:gd name="connsiteX101" fmla="*/ 8090272 w 12192001"/>
              <a:gd name="connsiteY101" fmla="*/ 2075015 h 2344739"/>
              <a:gd name="connsiteX102" fmla="*/ 7905407 w 12192001"/>
              <a:gd name="connsiteY102" fmla="*/ 2116988 h 2344739"/>
              <a:gd name="connsiteX103" fmla="*/ 7718745 w 12192001"/>
              <a:gd name="connsiteY103" fmla="*/ 2142703 h 2344739"/>
              <a:gd name="connsiteX104" fmla="*/ 7614347 w 12192001"/>
              <a:gd name="connsiteY104" fmla="*/ 2139232 h 2344739"/>
              <a:gd name="connsiteX105" fmla="*/ 7527543 w 12192001"/>
              <a:gd name="connsiteY105" fmla="*/ 2145060 h 2344739"/>
              <a:gd name="connsiteX106" fmla="*/ 7519571 w 12192001"/>
              <a:gd name="connsiteY106" fmla="*/ 2147613 h 2344739"/>
              <a:gd name="connsiteX107" fmla="*/ 7507411 w 12192001"/>
              <a:gd name="connsiteY107" fmla="*/ 2148948 h 2344739"/>
              <a:gd name="connsiteX108" fmla="*/ 7507040 w 12192001"/>
              <a:gd name="connsiteY108" fmla="*/ 2148621 h 2344739"/>
              <a:gd name="connsiteX109" fmla="*/ 7495795 w 12192001"/>
              <a:gd name="connsiteY109" fmla="*/ 2150573 h 2344739"/>
              <a:gd name="connsiteX110" fmla="*/ 7405391 w 12192001"/>
              <a:gd name="connsiteY110" fmla="*/ 2142468 h 2344739"/>
              <a:gd name="connsiteX111" fmla="*/ 7312180 w 12192001"/>
              <a:gd name="connsiteY111" fmla="*/ 2132873 h 2344739"/>
              <a:gd name="connsiteX112" fmla="*/ 7310853 w 12192001"/>
              <a:gd name="connsiteY112" fmla="*/ 2131431 h 2344739"/>
              <a:gd name="connsiteX113" fmla="*/ 7218559 w 12192001"/>
              <a:gd name="connsiteY113" fmla="*/ 2156680 h 2344739"/>
              <a:gd name="connsiteX114" fmla="*/ 7201101 w 12192001"/>
              <a:gd name="connsiteY114" fmla="*/ 2161230 h 2344739"/>
              <a:gd name="connsiteX115" fmla="*/ 7197004 w 12192001"/>
              <a:gd name="connsiteY115" fmla="*/ 2166588 h 2344739"/>
              <a:gd name="connsiteX116" fmla="*/ 7170808 w 12192001"/>
              <a:gd name="connsiteY116" fmla="*/ 2171236 h 2344739"/>
              <a:gd name="connsiteX117" fmla="*/ 7096988 w 12192001"/>
              <a:gd name="connsiteY117" fmla="*/ 2183464 h 2344739"/>
              <a:gd name="connsiteX118" fmla="*/ 7018496 w 12192001"/>
              <a:gd name="connsiteY118" fmla="*/ 2183090 h 2344739"/>
              <a:gd name="connsiteX119" fmla="*/ 6904146 w 12192001"/>
              <a:gd name="connsiteY119" fmla="*/ 2212596 h 2344739"/>
              <a:gd name="connsiteX120" fmla="*/ 6708222 w 12192001"/>
              <a:gd name="connsiteY120" fmla="*/ 2240551 h 2344739"/>
              <a:gd name="connsiteX121" fmla="*/ 6549454 w 12192001"/>
              <a:gd name="connsiteY121" fmla="*/ 2269327 h 2344739"/>
              <a:gd name="connsiteX122" fmla="*/ 6317560 w 12192001"/>
              <a:gd name="connsiteY122" fmla="*/ 2316127 h 2344739"/>
              <a:gd name="connsiteX123" fmla="*/ 6168674 w 12192001"/>
              <a:gd name="connsiteY123" fmla="*/ 2318214 h 2344739"/>
              <a:gd name="connsiteX124" fmla="*/ 6073848 w 12192001"/>
              <a:gd name="connsiteY124" fmla="*/ 2338676 h 2344739"/>
              <a:gd name="connsiteX125" fmla="*/ 6068529 w 12192001"/>
              <a:gd name="connsiteY125" fmla="*/ 2337139 h 2344739"/>
              <a:gd name="connsiteX126" fmla="*/ 6048638 w 12192001"/>
              <a:gd name="connsiteY126" fmla="*/ 2337822 h 2344739"/>
              <a:gd name="connsiteX127" fmla="*/ 6041285 w 12192001"/>
              <a:gd name="connsiteY127" fmla="*/ 2329473 h 2344739"/>
              <a:gd name="connsiteX128" fmla="*/ 6010090 w 12192001"/>
              <a:gd name="connsiteY128" fmla="*/ 2324380 h 2344739"/>
              <a:gd name="connsiteX129" fmla="*/ 5957375 w 12192001"/>
              <a:gd name="connsiteY129" fmla="*/ 2328024 h 2344739"/>
              <a:gd name="connsiteX130" fmla="*/ 5758919 w 12192001"/>
              <a:gd name="connsiteY130" fmla="*/ 2343716 h 2344739"/>
              <a:gd name="connsiteX131" fmla="*/ 5626960 w 12192001"/>
              <a:gd name="connsiteY131" fmla="*/ 2344739 h 2344739"/>
              <a:gd name="connsiteX132" fmla="*/ 5470906 w 12192001"/>
              <a:gd name="connsiteY132" fmla="*/ 2330719 h 2344739"/>
              <a:gd name="connsiteX133" fmla="*/ 5432761 w 12192001"/>
              <a:gd name="connsiteY133" fmla="*/ 2319466 h 2344739"/>
              <a:gd name="connsiteX134" fmla="*/ 5381669 w 12192001"/>
              <a:gd name="connsiteY134" fmla="*/ 2301764 h 2344739"/>
              <a:gd name="connsiteX135" fmla="*/ 5261764 w 12192001"/>
              <a:gd name="connsiteY135" fmla="*/ 2281347 h 2344739"/>
              <a:gd name="connsiteX136" fmla="*/ 5222961 w 12192001"/>
              <a:gd name="connsiteY136" fmla="*/ 2270223 h 2344739"/>
              <a:gd name="connsiteX137" fmla="*/ 5174660 w 12192001"/>
              <a:gd name="connsiteY137" fmla="*/ 2267233 h 2344739"/>
              <a:gd name="connsiteX138" fmla="*/ 5156554 w 12192001"/>
              <a:gd name="connsiteY138" fmla="*/ 2260010 h 2344739"/>
              <a:gd name="connsiteX139" fmla="*/ 5142599 w 12192001"/>
              <a:gd name="connsiteY139" fmla="*/ 2256610 h 2344739"/>
              <a:gd name="connsiteX140" fmla="*/ 5139596 w 12192001"/>
              <a:gd name="connsiteY140" fmla="*/ 2254509 h 2344739"/>
              <a:gd name="connsiteX141" fmla="*/ 5121659 w 12192001"/>
              <a:gd name="connsiteY141" fmla="*/ 2243656 h 2344739"/>
              <a:gd name="connsiteX142" fmla="*/ 5065790 w 12192001"/>
              <a:gd name="connsiteY142" fmla="*/ 2250227 h 2344739"/>
              <a:gd name="connsiteX143" fmla="*/ 5011514 w 12192001"/>
              <a:gd name="connsiteY143" fmla="*/ 2233846 h 2344739"/>
              <a:gd name="connsiteX144" fmla="*/ 4840441 w 12192001"/>
              <a:gd name="connsiteY144" fmla="*/ 2209829 h 2344739"/>
              <a:gd name="connsiteX145" fmla="*/ 4762447 w 12192001"/>
              <a:gd name="connsiteY145" fmla="*/ 2182061 h 2344739"/>
              <a:gd name="connsiteX146" fmla="*/ 4723186 w 12192001"/>
              <a:gd name="connsiteY146" fmla="*/ 2173047 h 2344739"/>
              <a:gd name="connsiteX147" fmla="*/ 4721176 w 12192001"/>
              <a:gd name="connsiteY147" fmla="*/ 2172298 h 2344739"/>
              <a:gd name="connsiteX148" fmla="*/ 4722111 w 12192001"/>
              <a:gd name="connsiteY148" fmla="*/ 2172087 h 2344739"/>
              <a:gd name="connsiteX149" fmla="*/ 4717202 w 12192001"/>
              <a:gd name="connsiteY149" fmla="*/ 2170817 h 2344739"/>
              <a:gd name="connsiteX150" fmla="*/ 4721176 w 12192001"/>
              <a:gd name="connsiteY150" fmla="*/ 2172298 h 2344739"/>
              <a:gd name="connsiteX151" fmla="*/ 4715526 w 12192001"/>
              <a:gd name="connsiteY151" fmla="*/ 2173573 h 2344739"/>
              <a:gd name="connsiteX152" fmla="*/ 4515814 w 12192001"/>
              <a:gd name="connsiteY152" fmla="*/ 2163671 h 2344739"/>
              <a:gd name="connsiteX153" fmla="*/ 4428543 w 12192001"/>
              <a:gd name="connsiteY153" fmla="*/ 2153020 h 2344739"/>
              <a:gd name="connsiteX154" fmla="*/ 4362875 w 12192001"/>
              <a:gd name="connsiteY154" fmla="*/ 2151674 h 2344739"/>
              <a:gd name="connsiteX155" fmla="*/ 4316966 w 12192001"/>
              <a:gd name="connsiteY155" fmla="*/ 2158289 h 2344739"/>
              <a:gd name="connsiteX156" fmla="*/ 4315110 w 12192001"/>
              <a:gd name="connsiteY156" fmla="*/ 2156948 h 2344739"/>
              <a:gd name="connsiteX157" fmla="*/ 4295144 w 12192001"/>
              <a:gd name="connsiteY157" fmla="*/ 2155069 h 2344739"/>
              <a:gd name="connsiteX158" fmla="*/ 4290064 w 12192001"/>
              <a:gd name="connsiteY158" fmla="*/ 2157986 h 2344739"/>
              <a:gd name="connsiteX159" fmla="*/ 4276142 w 12192001"/>
              <a:gd name="connsiteY159" fmla="*/ 2157740 h 2344739"/>
              <a:gd name="connsiteX160" fmla="*/ 4248117 w 12192001"/>
              <a:gd name="connsiteY160" fmla="*/ 2160064 h 2344739"/>
              <a:gd name="connsiteX161" fmla="*/ 4202051 w 12192001"/>
              <a:gd name="connsiteY161" fmla="*/ 2157269 h 2344739"/>
              <a:gd name="connsiteX162" fmla="*/ 4201745 w 12192001"/>
              <a:gd name="connsiteY162" fmla="*/ 2156010 h 2344739"/>
              <a:gd name="connsiteX163" fmla="*/ 4191248 w 12192001"/>
              <a:gd name="connsiteY163" fmla="*/ 2150376 h 2344739"/>
              <a:gd name="connsiteX164" fmla="*/ 4142745 w 12192001"/>
              <a:gd name="connsiteY164" fmla="*/ 2134511 h 2344739"/>
              <a:gd name="connsiteX165" fmla="*/ 4083097 w 12192001"/>
              <a:gd name="connsiteY165" fmla="*/ 2107978 h 2344739"/>
              <a:gd name="connsiteX166" fmla="*/ 4074546 w 12192001"/>
              <a:gd name="connsiteY166" fmla="*/ 2107143 h 2344739"/>
              <a:gd name="connsiteX167" fmla="*/ 4074427 w 12192001"/>
              <a:gd name="connsiteY167" fmla="*/ 2106844 h 2344739"/>
              <a:gd name="connsiteX168" fmla="*/ 4065510 w 12192001"/>
              <a:gd name="connsiteY168" fmla="*/ 2105400 h 2344739"/>
              <a:gd name="connsiteX169" fmla="*/ 4058954 w 12192001"/>
              <a:gd name="connsiteY169" fmla="*/ 2105618 h 2344739"/>
              <a:gd name="connsiteX170" fmla="*/ 4042364 w 12192001"/>
              <a:gd name="connsiteY170" fmla="*/ 2103997 h 2344739"/>
              <a:gd name="connsiteX171" fmla="*/ 4036997 w 12192001"/>
              <a:gd name="connsiteY171" fmla="*/ 2101563 h 2344739"/>
              <a:gd name="connsiteX172" fmla="*/ 4035363 w 12192001"/>
              <a:gd name="connsiteY172" fmla="*/ 2097896 h 2344739"/>
              <a:gd name="connsiteX173" fmla="*/ 4033778 w 12192001"/>
              <a:gd name="connsiteY173" fmla="*/ 2098131 h 2344739"/>
              <a:gd name="connsiteX174" fmla="*/ 4004538 w 12192001"/>
              <a:gd name="connsiteY174" fmla="*/ 2085563 h 2344739"/>
              <a:gd name="connsiteX175" fmla="*/ 3936846 w 12192001"/>
              <a:gd name="connsiteY175" fmla="*/ 2068106 h 2344739"/>
              <a:gd name="connsiteX176" fmla="*/ 3897275 w 12192001"/>
              <a:gd name="connsiteY176" fmla="*/ 2062451 h 2344739"/>
              <a:gd name="connsiteX177" fmla="*/ 3789760 w 12192001"/>
              <a:gd name="connsiteY177" fmla="*/ 2042213 h 2344739"/>
              <a:gd name="connsiteX178" fmla="*/ 3682513 w 12192001"/>
              <a:gd name="connsiteY178" fmla="*/ 2018290 h 2344739"/>
              <a:gd name="connsiteX179" fmla="*/ 3610035 w 12192001"/>
              <a:gd name="connsiteY179" fmla="*/ 1986019 h 2344739"/>
              <a:gd name="connsiteX180" fmla="*/ 3603855 w 12192001"/>
              <a:gd name="connsiteY180" fmla="*/ 1987381 h 2344739"/>
              <a:gd name="connsiteX181" fmla="*/ 3594736 w 12192001"/>
              <a:gd name="connsiteY181" fmla="*/ 1987545 h 2344739"/>
              <a:gd name="connsiteX182" fmla="*/ 3594501 w 12192001"/>
              <a:gd name="connsiteY182" fmla="*/ 1987276 h 2344739"/>
              <a:gd name="connsiteX183" fmla="*/ 3585978 w 12192001"/>
              <a:gd name="connsiteY183" fmla="*/ 1987966 h 2344739"/>
              <a:gd name="connsiteX184" fmla="*/ 3536135 w 12192001"/>
              <a:gd name="connsiteY184" fmla="*/ 1978267 h 2344739"/>
              <a:gd name="connsiteX185" fmla="*/ 3473223 w 12192001"/>
              <a:gd name="connsiteY185" fmla="*/ 1974606 h 2344739"/>
              <a:gd name="connsiteX186" fmla="*/ 3400728 w 12192001"/>
              <a:gd name="connsiteY186" fmla="*/ 1962558 h 2344739"/>
              <a:gd name="connsiteX187" fmla="*/ 3363888 w 12192001"/>
              <a:gd name="connsiteY187" fmla="*/ 1979510 h 2344739"/>
              <a:gd name="connsiteX188" fmla="*/ 3344026 w 12192001"/>
              <a:gd name="connsiteY188" fmla="*/ 1981192 h 2344739"/>
              <a:gd name="connsiteX189" fmla="*/ 3341698 w 12192001"/>
              <a:gd name="connsiteY189" fmla="*/ 1980217 h 2344739"/>
              <a:gd name="connsiteX190" fmla="*/ 3262356 w 12192001"/>
              <a:gd name="connsiteY190" fmla="*/ 1986094 h 2344739"/>
              <a:gd name="connsiteX191" fmla="*/ 3142556 w 12192001"/>
              <a:gd name="connsiteY191" fmla="*/ 1993869 h 2344739"/>
              <a:gd name="connsiteX192" fmla="*/ 3030291 w 12192001"/>
              <a:gd name="connsiteY192" fmla="*/ 1996512 h 2344739"/>
              <a:gd name="connsiteX193" fmla="*/ 2781569 w 12192001"/>
              <a:gd name="connsiteY193" fmla="*/ 2018333 h 2344739"/>
              <a:gd name="connsiteX194" fmla="*/ 2646527 w 12192001"/>
              <a:gd name="connsiteY194" fmla="*/ 2028869 h 2344739"/>
              <a:gd name="connsiteX195" fmla="*/ 2568028 w 12192001"/>
              <a:gd name="connsiteY195" fmla="*/ 2002628 h 2344739"/>
              <a:gd name="connsiteX196" fmla="*/ 2443255 w 12192001"/>
              <a:gd name="connsiteY196" fmla="*/ 2016529 h 2344739"/>
              <a:gd name="connsiteX197" fmla="*/ 2315112 w 12192001"/>
              <a:gd name="connsiteY197" fmla="*/ 2024996 h 2344739"/>
              <a:gd name="connsiteX198" fmla="*/ 2208578 w 12192001"/>
              <a:gd name="connsiteY198" fmla="*/ 2019763 h 2344739"/>
              <a:gd name="connsiteX199" fmla="*/ 2094665 w 12192001"/>
              <a:gd name="connsiteY199" fmla="*/ 2003052 h 2344739"/>
              <a:gd name="connsiteX200" fmla="*/ 1997356 w 12192001"/>
              <a:gd name="connsiteY200" fmla="*/ 1995032 h 2344739"/>
              <a:gd name="connsiteX201" fmla="*/ 1928172 w 12192001"/>
              <a:gd name="connsiteY201" fmla="*/ 2016977 h 2344739"/>
              <a:gd name="connsiteX202" fmla="*/ 1921650 w 12192001"/>
              <a:gd name="connsiteY202" fmla="*/ 2012146 h 2344739"/>
              <a:gd name="connsiteX203" fmla="*/ 1873080 w 12192001"/>
              <a:gd name="connsiteY203" fmla="*/ 2013741 h 2344739"/>
              <a:gd name="connsiteX204" fmla="*/ 1786655 w 12192001"/>
              <a:gd name="connsiteY204" fmla="*/ 2041363 h 2344739"/>
              <a:gd name="connsiteX205" fmla="*/ 1738204 w 12192001"/>
              <a:gd name="connsiteY205" fmla="*/ 2036312 h 2344739"/>
              <a:gd name="connsiteX206" fmla="*/ 1675071 w 12192001"/>
              <a:gd name="connsiteY206" fmla="*/ 2019963 h 2344739"/>
              <a:gd name="connsiteX207" fmla="*/ 1608669 w 12192001"/>
              <a:gd name="connsiteY207" fmla="*/ 2013066 h 2344739"/>
              <a:gd name="connsiteX208" fmla="*/ 1496110 w 12192001"/>
              <a:gd name="connsiteY208" fmla="*/ 1987476 h 2344739"/>
              <a:gd name="connsiteX209" fmla="*/ 1149979 w 12192001"/>
              <a:gd name="connsiteY209" fmla="*/ 1938041 h 2344739"/>
              <a:gd name="connsiteX210" fmla="*/ 858269 w 12192001"/>
              <a:gd name="connsiteY210" fmla="*/ 1928608 h 2344739"/>
              <a:gd name="connsiteX211" fmla="*/ 837540 w 12192001"/>
              <a:gd name="connsiteY211" fmla="*/ 1929821 h 2344739"/>
              <a:gd name="connsiteX212" fmla="*/ 816809 w 12192001"/>
              <a:gd name="connsiteY212" fmla="*/ 1927857 h 2344739"/>
              <a:gd name="connsiteX213" fmla="*/ 811506 w 12192001"/>
              <a:gd name="connsiteY213" fmla="*/ 1930751 h 2344739"/>
              <a:gd name="connsiteX214" fmla="*/ 797041 w 12192001"/>
              <a:gd name="connsiteY214" fmla="*/ 1930446 h 2344739"/>
              <a:gd name="connsiteX215" fmla="*/ 767901 w 12192001"/>
              <a:gd name="connsiteY215" fmla="*/ 1932653 h 2344739"/>
              <a:gd name="connsiteX216" fmla="*/ 763053 w 12192001"/>
              <a:gd name="connsiteY216" fmla="*/ 1930432 h 2344739"/>
              <a:gd name="connsiteX217" fmla="*/ 720047 w 12192001"/>
              <a:gd name="connsiteY217" fmla="*/ 1929661 h 2344739"/>
              <a:gd name="connsiteX218" fmla="*/ 719742 w 12192001"/>
              <a:gd name="connsiteY218" fmla="*/ 1928399 h 2344739"/>
              <a:gd name="connsiteX219" fmla="*/ 708875 w 12192001"/>
              <a:gd name="connsiteY219" fmla="*/ 1922722 h 2344739"/>
              <a:gd name="connsiteX220" fmla="*/ 596792 w 12192001"/>
              <a:gd name="connsiteY220" fmla="*/ 1879864 h 2344739"/>
              <a:gd name="connsiteX221" fmla="*/ 578535 w 12192001"/>
              <a:gd name="connsiteY221" fmla="*/ 1877212 h 2344739"/>
              <a:gd name="connsiteX222" fmla="*/ 571717 w 12192001"/>
              <a:gd name="connsiteY222" fmla="*/ 1877401 h 2344739"/>
              <a:gd name="connsiteX223" fmla="*/ 445099 w 12192001"/>
              <a:gd name="connsiteY223" fmla="*/ 1839371 h 2344739"/>
              <a:gd name="connsiteX224" fmla="*/ 404015 w 12192001"/>
              <a:gd name="connsiteY224" fmla="*/ 1833548 h 2344739"/>
              <a:gd name="connsiteX225" fmla="*/ 292435 w 12192001"/>
              <a:gd name="connsiteY225" fmla="*/ 1812852 h 2344739"/>
              <a:gd name="connsiteX226" fmla="*/ 118381 w 12192001"/>
              <a:gd name="connsiteY226" fmla="*/ 1761047 h 2344739"/>
              <a:gd name="connsiteX227" fmla="*/ 15526 w 12192001"/>
              <a:gd name="connsiteY227" fmla="*/ 1758191 h 2344739"/>
              <a:gd name="connsiteX228" fmla="*/ 2 w 12192001"/>
              <a:gd name="connsiteY228" fmla="*/ 1752722 h 2344739"/>
              <a:gd name="connsiteX229" fmla="*/ 1 w 12192001"/>
              <a:gd name="connsiteY229" fmla="*/ 762497 h 2344739"/>
              <a:gd name="connsiteX230" fmla="*/ 0 w 12192001"/>
              <a:gd name="connsiteY230" fmla="*/ 762497 h 2344739"/>
              <a:gd name="connsiteX231" fmla="*/ 0 w 12192001"/>
              <a:gd name="connsiteY231" fmla="*/ 222213 h 2344739"/>
              <a:gd name="connsiteX232" fmla="*/ 0 w 12192001"/>
              <a:gd name="connsiteY232"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312180 w 12192001"/>
              <a:gd name="connsiteY110" fmla="*/ 2132873 h 2344739"/>
              <a:gd name="connsiteX111" fmla="*/ 7310853 w 12192001"/>
              <a:gd name="connsiteY111" fmla="*/ 2131431 h 2344739"/>
              <a:gd name="connsiteX112" fmla="*/ 7218559 w 12192001"/>
              <a:gd name="connsiteY112" fmla="*/ 2156680 h 2344739"/>
              <a:gd name="connsiteX113" fmla="*/ 7201101 w 12192001"/>
              <a:gd name="connsiteY113" fmla="*/ 2161230 h 2344739"/>
              <a:gd name="connsiteX114" fmla="*/ 7197004 w 12192001"/>
              <a:gd name="connsiteY114" fmla="*/ 2166588 h 2344739"/>
              <a:gd name="connsiteX115" fmla="*/ 7170808 w 12192001"/>
              <a:gd name="connsiteY115" fmla="*/ 2171236 h 2344739"/>
              <a:gd name="connsiteX116" fmla="*/ 7096988 w 12192001"/>
              <a:gd name="connsiteY116" fmla="*/ 2183464 h 2344739"/>
              <a:gd name="connsiteX117" fmla="*/ 7018496 w 12192001"/>
              <a:gd name="connsiteY117" fmla="*/ 2183090 h 2344739"/>
              <a:gd name="connsiteX118" fmla="*/ 6904146 w 12192001"/>
              <a:gd name="connsiteY118" fmla="*/ 2212596 h 2344739"/>
              <a:gd name="connsiteX119" fmla="*/ 6708222 w 12192001"/>
              <a:gd name="connsiteY119" fmla="*/ 2240551 h 2344739"/>
              <a:gd name="connsiteX120" fmla="*/ 6549454 w 12192001"/>
              <a:gd name="connsiteY120" fmla="*/ 2269327 h 2344739"/>
              <a:gd name="connsiteX121" fmla="*/ 6317560 w 12192001"/>
              <a:gd name="connsiteY121" fmla="*/ 2316127 h 2344739"/>
              <a:gd name="connsiteX122" fmla="*/ 6168674 w 12192001"/>
              <a:gd name="connsiteY122" fmla="*/ 2318214 h 2344739"/>
              <a:gd name="connsiteX123" fmla="*/ 6073848 w 12192001"/>
              <a:gd name="connsiteY123" fmla="*/ 2338676 h 2344739"/>
              <a:gd name="connsiteX124" fmla="*/ 6068529 w 12192001"/>
              <a:gd name="connsiteY124" fmla="*/ 2337139 h 2344739"/>
              <a:gd name="connsiteX125" fmla="*/ 6048638 w 12192001"/>
              <a:gd name="connsiteY125" fmla="*/ 2337822 h 2344739"/>
              <a:gd name="connsiteX126" fmla="*/ 6041285 w 12192001"/>
              <a:gd name="connsiteY126" fmla="*/ 2329473 h 2344739"/>
              <a:gd name="connsiteX127" fmla="*/ 6010090 w 12192001"/>
              <a:gd name="connsiteY127" fmla="*/ 2324380 h 2344739"/>
              <a:gd name="connsiteX128" fmla="*/ 5957375 w 12192001"/>
              <a:gd name="connsiteY128" fmla="*/ 2328024 h 2344739"/>
              <a:gd name="connsiteX129" fmla="*/ 5758919 w 12192001"/>
              <a:gd name="connsiteY129" fmla="*/ 2343716 h 2344739"/>
              <a:gd name="connsiteX130" fmla="*/ 5626960 w 12192001"/>
              <a:gd name="connsiteY130" fmla="*/ 2344739 h 2344739"/>
              <a:gd name="connsiteX131" fmla="*/ 5470906 w 12192001"/>
              <a:gd name="connsiteY131" fmla="*/ 2330719 h 2344739"/>
              <a:gd name="connsiteX132" fmla="*/ 5432761 w 12192001"/>
              <a:gd name="connsiteY132" fmla="*/ 2319466 h 2344739"/>
              <a:gd name="connsiteX133" fmla="*/ 5381669 w 12192001"/>
              <a:gd name="connsiteY133" fmla="*/ 2301764 h 2344739"/>
              <a:gd name="connsiteX134" fmla="*/ 5261764 w 12192001"/>
              <a:gd name="connsiteY134" fmla="*/ 2281347 h 2344739"/>
              <a:gd name="connsiteX135" fmla="*/ 5222961 w 12192001"/>
              <a:gd name="connsiteY135" fmla="*/ 2270223 h 2344739"/>
              <a:gd name="connsiteX136" fmla="*/ 5174660 w 12192001"/>
              <a:gd name="connsiteY136" fmla="*/ 2267233 h 2344739"/>
              <a:gd name="connsiteX137" fmla="*/ 5156554 w 12192001"/>
              <a:gd name="connsiteY137" fmla="*/ 2260010 h 2344739"/>
              <a:gd name="connsiteX138" fmla="*/ 5142599 w 12192001"/>
              <a:gd name="connsiteY138" fmla="*/ 2256610 h 2344739"/>
              <a:gd name="connsiteX139" fmla="*/ 5139596 w 12192001"/>
              <a:gd name="connsiteY139" fmla="*/ 2254509 h 2344739"/>
              <a:gd name="connsiteX140" fmla="*/ 5121659 w 12192001"/>
              <a:gd name="connsiteY140" fmla="*/ 2243656 h 2344739"/>
              <a:gd name="connsiteX141" fmla="*/ 5065790 w 12192001"/>
              <a:gd name="connsiteY141" fmla="*/ 2250227 h 2344739"/>
              <a:gd name="connsiteX142" fmla="*/ 5011514 w 12192001"/>
              <a:gd name="connsiteY142" fmla="*/ 2233846 h 2344739"/>
              <a:gd name="connsiteX143" fmla="*/ 4840441 w 12192001"/>
              <a:gd name="connsiteY143" fmla="*/ 2209829 h 2344739"/>
              <a:gd name="connsiteX144" fmla="*/ 4762447 w 12192001"/>
              <a:gd name="connsiteY144" fmla="*/ 2182061 h 2344739"/>
              <a:gd name="connsiteX145" fmla="*/ 4723186 w 12192001"/>
              <a:gd name="connsiteY145" fmla="*/ 2173047 h 2344739"/>
              <a:gd name="connsiteX146" fmla="*/ 4721176 w 12192001"/>
              <a:gd name="connsiteY146" fmla="*/ 2172298 h 2344739"/>
              <a:gd name="connsiteX147" fmla="*/ 4722111 w 12192001"/>
              <a:gd name="connsiteY147" fmla="*/ 2172087 h 2344739"/>
              <a:gd name="connsiteX148" fmla="*/ 4717202 w 12192001"/>
              <a:gd name="connsiteY148" fmla="*/ 2170817 h 2344739"/>
              <a:gd name="connsiteX149" fmla="*/ 4721176 w 12192001"/>
              <a:gd name="connsiteY149" fmla="*/ 2172298 h 2344739"/>
              <a:gd name="connsiteX150" fmla="*/ 4715526 w 12192001"/>
              <a:gd name="connsiteY150" fmla="*/ 2173573 h 2344739"/>
              <a:gd name="connsiteX151" fmla="*/ 4515814 w 12192001"/>
              <a:gd name="connsiteY151" fmla="*/ 2163671 h 2344739"/>
              <a:gd name="connsiteX152" fmla="*/ 4428543 w 12192001"/>
              <a:gd name="connsiteY152" fmla="*/ 2153020 h 2344739"/>
              <a:gd name="connsiteX153" fmla="*/ 4362875 w 12192001"/>
              <a:gd name="connsiteY153" fmla="*/ 2151674 h 2344739"/>
              <a:gd name="connsiteX154" fmla="*/ 4316966 w 12192001"/>
              <a:gd name="connsiteY154" fmla="*/ 2158289 h 2344739"/>
              <a:gd name="connsiteX155" fmla="*/ 4315110 w 12192001"/>
              <a:gd name="connsiteY155" fmla="*/ 2156948 h 2344739"/>
              <a:gd name="connsiteX156" fmla="*/ 4295144 w 12192001"/>
              <a:gd name="connsiteY156" fmla="*/ 2155069 h 2344739"/>
              <a:gd name="connsiteX157" fmla="*/ 4290064 w 12192001"/>
              <a:gd name="connsiteY157" fmla="*/ 2157986 h 2344739"/>
              <a:gd name="connsiteX158" fmla="*/ 4276142 w 12192001"/>
              <a:gd name="connsiteY158" fmla="*/ 2157740 h 2344739"/>
              <a:gd name="connsiteX159" fmla="*/ 4248117 w 12192001"/>
              <a:gd name="connsiteY159" fmla="*/ 2160064 h 2344739"/>
              <a:gd name="connsiteX160" fmla="*/ 4202051 w 12192001"/>
              <a:gd name="connsiteY160" fmla="*/ 2157269 h 2344739"/>
              <a:gd name="connsiteX161" fmla="*/ 4201745 w 12192001"/>
              <a:gd name="connsiteY161" fmla="*/ 2156010 h 2344739"/>
              <a:gd name="connsiteX162" fmla="*/ 4191248 w 12192001"/>
              <a:gd name="connsiteY162" fmla="*/ 2150376 h 2344739"/>
              <a:gd name="connsiteX163" fmla="*/ 4142745 w 12192001"/>
              <a:gd name="connsiteY163" fmla="*/ 2134511 h 2344739"/>
              <a:gd name="connsiteX164" fmla="*/ 4083097 w 12192001"/>
              <a:gd name="connsiteY164" fmla="*/ 2107978 h 2344739"/>
              <a:gd name="connsiteX165" fmla="*/ 4074546 w 12192001"/>
              <a:gd name="connsiteY165" fmla="*/ 2107143 h 2344739"/>
              <a:gd name="connsiteX166" fmla="*/ 4074427 w 12192001"/>
              <a:gd name="connsiteY166" fmla="*/ 2106844 h 2344739"/>
              <a:gd name="connsiteX167" fmla="*/ 4065510 w 12192001"/>
              <a:gd name="connsiteY167" fmla="*/ 2105400 h 2344739"/>
              <a:gd name="connsiteX168" fmla="*/ 4058954 w 12192001"/>
              <a:gd name="connsiteY168" fmla="*/ 2105618 h 2344739"/>
              <a:gd name="connsiteX169" fmla="*/ 4042364 w 12192001"/>
              <a:gd name="connsiteY169" fmla="*/ 2103997 h 2344739"/>
              <a:gd name="connsiteX170" fmla="*/ 4036997 w 12192001"/>
              <a:gd name="connsiteY170" fmla="*/ 2101563 h 2344739"/>
              <a:gd name="connsiteX171" fmla="*/ 4035363 w 12192001"/>
              <a:gd name="connsiteY171" fmla="*/ 2097896 h 2344739"/>
              <a:gd name="connsiteX172" fmla="*/ 4033778 w 12192001"/>
              <a:gd name="connsiteY172" fmla="*/ 2098131 h 2344739"/>
              <a:gd name="connsiteX173" fmla="*/ 4004538 w 12192001"/>
              <a:gd name="connsiteY173" fmla="*/ 2085563 h 2344739"/>
              <a:gd name="connsiteX174" fmla="*/ 3936846 w 12192001"/>
              <a:gd name="connsiteY174" fmla="*/ 2068106 h 2344739"/>
              <a:gd name="connsiteX175" fmla="*/ 3897275 w 12192001"/>
              <a:gd name="connsiteY175" fmla="*/ 2062451 h 2344739"/>
              <a:gd name="connsiteX176" fmla="*/ 3789760 w 12192001"/>
              <a:gd name="connsiteY176" fmla="*/ 2042213 h 2344739"/>
              <a:gd name="connsiteX177" fmla="*/ 3682513 w 12192001"/>
              <a:gd name="connsiteY177" fmla="*/ 2018290 h 2344739"/>
              <a:gd name="connsiteX178" fmla="*/ 3610035 w 12192001"/>
              <a:gd name="connsiteY178" fmla="*/ 1986019 h 2344739"/>
              <a:gd name="connsiteX179" fmla="*/ 3603855 w 12192001"/>
              <a:gd name="connsiteY179" fmla="*/ 1987381 h 2344739"/>
              <a:gd name="connsiteX180" fmla="*/ 3594736 w 12192001"/>
              <a:gd name="connsiteY180" fmla="*/ 1987545 h 2344739"/>
              <a:gd name="connsiteX181" fmla="*/ 3594501 w 12192001"/>
              <a:gd name="connsiteY181" fmla="*/ 1987276 h 2344739"/>
              <a:gd name="connsiteX182" fmla="*/ 3585978 w 12192001"/>
              <a:gd name="connsiteY182" fmla="*/ 1987966 h 2344739"/>
              <a:gd name="connsiteX183" fmla="*/ 3536135 w 12192001"/>
              <a:gd name="connsiteY183" fmla="*/ 1978267 h 2344739"/>
              <a:gd name="connsiteX184" fmla="*/ 3473223 w 12192001"/>
              <a:gd name="connsiteY184" fmla="*/ 1974606 h 2344739"/>
              <a:gd name="connsiteX185" fmla="*/ 3400728 w 12192001"/>
              <a:gd name="connsiteY185" fmla="*/ 1962558 h 2344739"/>
              <a:gd name="connsiteX186" fmla="*/ 3363888 w 12192001"/>
              <a:gd name="connsiteY186" fmla="*/ 1979510 h 2344739"/>
              <a:gd name="connsiteX187" fmla="*/ 3344026 w 12192001"/>
              <a:gd name="connsiteY187" fmla="*/ 1981192 h 2344739"/>
              <a:gd name="connsiteX188" fmla="*/ 3341698 w 12192001"/>
              <a:gd name="connsiteY188" fmla="*/ 1980217 h 2344739"/>
              <a:gd name="connsiteX189" fmla="*/ 3262356 w 12192001"/>
              <a:gd name="connsiteY189" fmla="*/ 1986094 h 2344739"/>
              <a:gd name="connsiteX190" fmla="*/ 3142556 w 12192001"/>
              <a:gd name="connsiteY190" fmla="*/ 1993869 h 2344739"/>
              <a:gd name="connsiteX191" fmla="*/ 3030291 w 12192001"/>
              <a:gd name="connsiteY191" fmla="*/ 1996512 h 2344739"/>
              <a:gd name="connsiteX192" fmla="*/ 2781569 w 12192001"/>
              <a:gd name="connsiteY192" fmla="*/ 2018333 h 2344739"/>
              <a:gd name="connsiteX193" fmla="*/ 2646527 w 12192001"/>
              <a:gd name="connsiteY193" fmla="*/ 2028869 h 2344739"/>
              <a:gd name="connsiteX194" fmla="*/ 2568028 w 12192001"/>
              <a:gd name="connsiteY194" fmla="*/ 2002628 h 2344739"/>
              <a:gd name="connsiteX195" fmla="*/ 2443255 w 12192001"/>
              <a:gd name="connsiteY195" fmla="*/ 2016529 h 2344739"/>
              <a:gd name="connsiteX196" fmla="*/ 2315112 w 12192001"/>
              <a:gd name="connsiteY196" fmla="*/ 2024996 h 2344739"/>
              <a:gd name="connsiteX197" fmla="*/ 2208578 w 12192001"/>
              <a:gd name="connsiteY197" fmla="*/ 2019763 h 2344739"/>
              <a:gd name="connsiteX198" fmla="*/ 2094665 w 12192001"/>
              <a:gd name="connsiteY198" fmla="*/ 2003052 h 2344739"/>
              <a:gd name="connsiteX199" fmla="*/ 1997356 w 12192001"/>
              <a:gd name="connsiteY199" fmla="*/ 1995032 h 2344739"/>
              <a:gd name="connsiteX200" fmla="*/ 1928172 w 12192001"/>
              <a:gd name="connsiteY200" fmla="*/ 2016977 h 2344739"/>
              <a:gd name="connsiteX201" fmla="*/ 1921650 w 12192001"/>
              <a:gd name="connsiteY201" fmla="*/ 2012146 h 2344739"/>
              <a:gd name="connsiteX202" fmla="*/ 1873080 w 12192001"/>
              <a:gd name="connsiteY202" fmla="*/ 2013741 h 2344739"/>
              <a:gd name="connsiteX203" fmla="*/ 1786655 w 12192001"/>
              <a:gd name="connsiteY203" fmla="*/ 2041363 h 2344739"/>
              <a:gd name="connsiteX204" fmla="*/ 1738204 w 12192001"/>
              <a:gd name="connsiteY204" fmla="*/ 2036312 h 2344739"/>
              <a:gd name="connsiteX205" fmla="*/ 1675071 w 12192001"/>
              <a:gd name="connsiteY205" fmla="*/ 2019963 h 2344739"/>
              <a:gd name="connsiteX206" fmla="*/ 1608669 w 12192001"/>
              <a:gd name="connsiteY206" fmla="*/ 2013066 h 2344739"/>
              <a:gd name="connsiteX207" fmla="*/ 1496110 w 12192001"/>
              <a:gd name="connsiteY207" fmla="*/ 1987476 h 2344739"/>
              <a:gd name="connsiteX208" fmla="*/ 1149979 w 12192001"/>
              <a:gd name="connsiteY208" fmla="*/ 1938041 h 2344739"/>
              <a:gd name="connsiteX209" fmla="*/ 858269 w 12192001"/>
              <a:gd name="connsiteY209" fmla="*/ 1928608 h 2344739"/>
              <a:gd name="connsiteX210" fmla="*/ 837540 w 12192001"/>
              <a:gd name="connsiteY210" fmla="*/ 1929821 h 2344739"/>
              <a:gd name="connsiteX211" fmla="*/ 816809 w 12192001"/>
              <a:gd name="connsiteY211" fmla="*/ 1927857 h 2344739"/>
              <a:gd name="connsiteX212" fmla="*/ 811506 w 12192001"/>
              <a:gd name="connsiteY212" fmla="*/ 1930751 h 2344739"/>
              <a:gd name="connsiteX213" fmla="*/ 797041 w 12192001"/>
              <a:gd name="connsiteY213" fmla="*/ 1930446 h 2344739"/>
              <a:gd name="connsiteX214" fmla="*/ 767901 w 12192001"/>
              <a:gd name="connsiteY214" fmla="*/ 1932653 h 2344739"/>
              <a:gd name="connsiteX215" fmla="*/ 763053 w 12192001"/>
              <a:gd name="connsiteY215" fmla="*/ 1930432 h 2344739"/>
              <a:gd name="connsiteX216" fmla="*/ 720047 w 12192001"/>
              <a:gd name="connsiteY216" fmla="*/ 1929661 h 2344739"/>
              <a:gd name="connsiteX217" fmla="*/ 719742 w 12192001"/>
              <a:gd name="connsiteY217" fmla="*/ 1928399 h 2344739"/>
              <a:gd name="connsiteX218" fmla="*/ 708875 w 12192001"/>
              <a:gd name="connsiteY218" fmla="*/ 1922722 h 2344739"/>
              <a:gd name="connsiteX219" fmla="*/ 596792 w 12192001"/>
              <a:gd name="connsiteY219" fmla="*/ 1879864 h 2344739"/>
              <a:gd name="connsiteX220" fmla="*/ 578535 w 12192001"/>
              <a:gd name="connsiteY220" fmla="*/ 1877212 h 2344739"/>
              <a:gd name="connsiteX221" fmla="*/ 571717 w 12192001"/>
              <a:gd name="connsiteY221" fmla="*/ 1877401 h 2344739"/>
              <a:gd name="connsiteX222" fmla="*/ 445099 w 12192001"/>
              <a:gd name="connsiteY222" fmla="*/ 1839371 h 2344739"/>
              <a:gd name="connsiteX223" fmla="*/ 404015 w 12192001"/>
              <a:gd name="connsiteY223" fmla="*/ 1833548 h 2344739"/>
              <a:gd name="connsiteX224" fmla="*/ 292435 w 12192001"/>
              <a:gd name="connsiteY224" fmla="*/ 1812852 h 2344739"/>
              <a:gd name="connsiteX225" fmla="*/ 118381 w 12192001"/>
              <a:gd name="connsiteY225" fmla="*/ 1761047 h 2344739"/>
              <a:gd name="connsiteX226" fmla="*/ 15526 w 12192001"/>
              <a:gd name="connsiteY226" fmla="*/ 1758191 h 2344739"/>
              <a:gd name="connsiteX227" fmla="*/ 2 w 12192001"/>
              <a:gd name="connsiteY227" fmla="*/ 1752722 h 2344739"/>
              <a:gd name="connsiteX228" fmla="*/ 1 w 12192001"/>
              <a:gd name="connsiteY228" fmla="*/ 762497 h 2344739"/>
              <a:gd name="connsiteX229" fmla="*/ 0 w 12192001"/>
              <a:gd name="connsiteY229" fmla="*/ 762497 h 2344739"/>
              <a:gd name="connsiteX230" fmla="*/ 0 w 12192001"/>
              <a:gd name="connsiteY230" fmla="*/ 222213 h 2344739"/>
              <a:gd name="connsiteX231" fmla="*/ 0 w 12192001"/>
              <a:gd name="connsiteY231"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312180 w 12192001"/>
              <a:gd name="connsiteY110" fmla="*/ 2132873 h 2344739"/>
              <a:gd name="connsiteX111" fmla="*/ 7218559 w 12192001"/>
              <a:gd name="connsiteY111" fmla="*/ 2156680 h 2344739"/>
              <a:gd name="connsiteX112" fmla="*/ 7201101 w 12192001"/>
              <a:gd name="connsiteY112" fmla="*/ 2161230 h 2344739"/>
              <a:gd name="connsiteX113" fmla="*/ 7197004 w 12192001"/>
              <a:gd name="connsiteY113" fmla="*/ 2166588 h 2344739"/>
              <a:gd name="connsiteX114" fmla="*/ 7170808 w 12192001"/>
              <a:gd name="connsiteY114" fmla="*/ 2171236 h 2344739"/>
              <a:gd name="connsiteX115" fmla="*/ 7096988 w 12192001"/>
              <a:gd name="connsiteY115" fmla="*/ 2183464 h 2344739"/>
              <a:gd name="connsiteX116" fmla="*/ 7018496 w 12192001"/>
              <a:gd name="connsiteY116" fmla="*/ 2183090 h 2344739"/>
              <a:gd name="connsiteX117" fmla="*/ 6904146 w 12192001"/>
              <a:gd name="connsiteY117" fmla="*/ 2212596 h 2344739"/>
              <a:gd name="connsiteX118" fmla="*/ 6708222 w 12192001"/>
              <a:gd name="connsiteY118" fmla="*/ 2240551 h 2344739"/>
              <a:gd name="connsiteX119" fmla="*/ 6549454 w 12192001"/>
              <a:gd name="connsiteY119" fmla="*/ 2269327 h 2344739"/>
              <a:gd name="connsiteX120" fmla="*/ 6317560 w 12192001"/>
              <a:gd name="connsiteY120" fmla="*/ 2316127 h 2344739"/>
              <a:gd name="connsiteX121" fmla="*/ 6168674 w 12192001"/>
              <a:gd name="connsiteY121" fmla="*/ 2318214 h 2344739"/>
              <a:gd name="connsiteX122" fmla="*/ 6073848 w 12192001"/>
              <a:gd name="connsiteY122" fmla="*/ 2338676 h 2344739"/>
              <a:gd name="connsiteX123" fmla="*/ 6068529 w 12192001"/>
              <a:gd name="connsiteY123" fmla="*/ 2337139 h 2344739"/>
              <a:gd name="connsiteX124" fmla="*/ 6048638 w 12192001"/>
              <a:gd name="connsiteY124" fmla="*/ 2337822 h 2344739"/>
              <a:gd name="connsiteX125" fmla="*/ 6041285 w 12192001"/>
              <a:gd name="connsiteY125" fmla="*/ 2329473 h 2344739"/>
              <a:gd name="connsiteX126" fmla="*/ 6010090 w 12192001"/>
              <a:gd name="connsiteY126" fmla="*/ 2324380 h 2344739"/>
              <a:gd name="connsiteX127" fmla="*/ 5957375 w 12192001"/>
              <a:gd name="connsiteY127" fmla="*/ 2328024 h 2344739"/>
              <a:gd name="connsiteX128" fmla="*/ 5758919 w 12192001"/>
              <a:gd name="connsiteY128" fmla="*/ 2343716 h 2344739"/>
              <a:gd name="connsiteX129" fmla="*/ 5626960 w 12192001"/>
              <a:gd name="connsiteY129" fmla="*/ 2344739 h 2344739"/>
              <a:gd name="connsiteX130" fmla="*/ 5470906 w 12192001"/>
              <a:gd name="connsiteY130" fmla="*/ 2330719 h 2344739"/>
              <a:gd name="connsiteX131" fmla="*/ 5432761 w 12192001"/>
              <a:gd name="connsiteY131" fmla="*/ 2319466 h 2344739"/>
              <a:gd name="connsiteX132" fmla="*/ 5381669 w 12192001"/>
              <a:gd name="connsiteY132" fmla="*/ 2301764 h 2344739"/>
              <a:gd name="connsiteX133" fmla="*/ 5261764 w 12192001"/>
              <a:gd name="connsiteY133" fmla="*/ 2281347 h 2344739"/>
              <a:gd name="connsiteX134" fmla="*/ 5222961 w 12192001"/>
              <a:gd name="connsiteY134" fmla="*/ 2270223 h 2344739"/>
              <a:gd name="connsiteX135" fmla="*/ 5174660 w 12192001"/>
              <a:gd name="connsiteY135" fmla="*/ 2267233 h 2344739"/>
              <a:gd name="connsiteX136" fmla="*/ 5156554 w 12192001"/>
              <a:gd name="connsiteY136" fmla="*/ 2260010 h 2344739"/>
              <a:gd name="connsiteX137" fmla="*/ 5142599 w 12192001"/>
              <a:gd name="connsiteY137" fmla="*/ 2256610 h 2344739"/>
              <a:gd name="connsiteX138" fmla="*/ 5139596 w 12192001"/>
              <a:gd name="connsiteY138" fmla="*/ 2254509 h 2344739"/>
              <a:gd name="connsiteX139" fmla="*/ 5121659 w 12192001"/>
              <a:gd name="connsiteY139" fmla="*/ 2243656 h 2344739"/>
              <a:gd name="connsiteX140" fmla="*/ 5065790 w 12192001"/>
              <a:gd name="connsiteY140" fmla="*/ 2250227 h 2344739"/>
              <a:gd name="connsiteX141" fmla="*/ 5011514 w 12192001"/>
              <a:gd name="connsiteY141" fmla="*/ 2233846 h 2344739"/>
              <a:gd name="connsiteX142" fmla="*/ 4840441 w 12192001"/>
              <a:gd name="connsiteY142" fmla="*/ 2209829 h 2344739"/>
              <a:gd name="connsiteX143" fmla="*/ 4762447 w 12192001"/>
              <a:gd name="connsiteY143" fmla="*/ 2182061 h 2344739"/>
              <a:gd name="connsiteX144" fmla="*/ 4723186 w 12192001"/>
              <a:gd name="connsiteY144" fmla="*/ 2173047 h 2344739"/>
              <a:gd name="connsiteX145" fmla="*/ 4721176 w 12192001"/>
              <a:gd name="connsiteY145" fmla="*/ 2172298 h 2344739"/>
              <a:gd name="connsiteX146" fmla="*/ 4722111 w 12192001"/>
              <a:gd name="connsiteY146" fmla="*/ 2172087 h 2344739"/>
              <a:gd name="connsiteX147" fmla="*/ 4717202 w 12192001"/>
              <a:gd name="connsiteY147" fmla="*/ 2170817 h 2344739"/>
              <a:gd name="connsiteX148" fmla="*/ 4721176 w 12192001"/>
              <a:gd name="connsiteY148" fmla="*/ 2172298 h 2344739"/>
              <a:gd name="connsiteX149" fmla="*/ 4715526 w 12192001"/>
              <a:gd name="connsiteY149" fmla="*/ 2173573 h 2344739"/>
              <a:gd name="connsiteX150" fmla="*/ 4515814 w 12192001"/>
              <a:gd name="connsiteY150" fmla="*/ 2163671 h 2344739"/>
              <a:gd name="connsiteX151" fmla="*/ 4428543 w 12192001"/>
              <a:gd name="connsiteY151" fmla="*/ 2153020 h 2344739"/>
              <a:gd name="connsiteX152" fmla="*/ 4362875 w 12192001"/>
              <a:gd name="connsiteY152" fmla="*/ 2151674 h 2344739"/>
              <a:gd name="connsiteX153" fmla="*/ 4316966 w 12192001"/>
              <a:gd name="connsiteY153" fmla="*/ 2158289 h 2344739"/>
              <a:gd name="connsiteX154" fmla="*/ 4315110 w 12192001"/>
              <a:gd name="connsiteY154" fmla="*/ 2156948 h 2344739"/>
              <a:gd name="connsiteX155" fmla="*/ 4295144 w 12192001"/>
              <a:gd name="connsiteY155" fmla="*/ 2155069 h 2344739"/>
              <a:gd name="connsiteX156" fmla="*/ 4290064 w 12192001"/>
              <a:gd name="connsiteY156" fmla="*/ 2157986 h 2344739"/>
              <a:gd name="connsiteX157" fmla="*/ 4276142 w 12192001"/>
              <a:gd name="connsiteY157" fmla="*/ 2157740 h 2344739"/>
              <a:gd name="connsiteX158" fmla="*/ 4248117 w 12192001"/>
              <a:gd name="connsiteY158" fmla="*/ 2160064 h 2344739"/>
              <a:gd name="connsiteX159" fmla="*/ 4202051 w 12192001"/>
              <a:gd name="connsiteY159" fmla="*/ 2157269 h 2344739"/>
              <a:gd name="connsiteX160" fmla="*/ 4201745 w 12192001"/>
              <a:gd name="connsiteY160" fmla="*/ 2156010 h 2344739"/>
              <a:gd name="connsiteX161" fmla="*/ 4191248 w 12192001"/>
              <a:gd name="connsiteY161" fmla="*/ 2150376 h 2344739"/>
              <a:gd name="connsiteX162" fmla="*/ 4142745 w 12192001"/>
              <a:gd name="connsiteY162" fmla="*/ 2134511 h 2344739"/>
              <a:gd name="connsiteX163" fmla="*/ 4083097 w 12192001"/>
              <a:gd name="connsiteY163" fmla="*/ 2107978 h 2344739"/>
              <a:gd name="connsiteX164" fmla="*/ 4074546 w 12192001"/>
              <a:gd name="connsiteY164" fmla="*/ 2107143 h 2344739"/>
              <a:gd name="connsiteX165" fmla="*/ 4074427 w 12192001"/>
              <a:gd name="connsiteY165" fmla="*/ 2106844 h 2344739"/>
              <a:gd name="connsiteX166" fmla="*/ 4065510 w 12192001"/>
              <a:gd name="connsiteY166" fmla="*/ 2105400 h 2344739"/>
              <a:gd name="connsiteX167" fmla="*/ 4058954 w 12192001"/>
              <a:gd name="connsiteY167" fmla="*/ 2105618 h 2344739"/>
              <a:gd name="connsiteX168" fmla="*/ 4042364 w 12192001"/>
              <a:gd name="connsiteY168" fmla="*/ 2103997 h 2344739"/>
              <a:gd name="connsiteX169" fmla="*/ 4036997 w 12192001"/>
              <a:gd name="connsiteY169" fmla="*/ 2101563 h 2344739"/>
              <a:gd name="connsiteX170" fmla="*/ 4035363 w 12192001"/>
              <a:gd name="connsiteY170" fmla="*/ 2097896 h 2344739"/>
              <a:gd name="connsiteX171" fmla="*/ 4033778 w 12192001"/>
              <a:gd name="connsiteY171" fmla="*/ 2098131 h 2344739"/>
              <a:gd name="connsiteX172" fmla="*/ 4004538 w 12192001"/>
              <a:gd name="connsiteY172" fmla="*/ 2085563 h 2344739"/>
              <a:gd name="connsiteX173" fmla="*/ 3936846 w 12192001"/>
              <a:gd name="connsiteY173" fmla="*/ 2068106 h 2344739"/>
              <a:gd name="connsiteX174" fmla="*/ 3897275 w 12192001"/>
              <a:gd name="connsiteY174" fmla="*/ 2062451 h 2344739"/>
              <a:gd name="connsiteX175" fmla="*/ 3789760 w 12192001"/>
              <a:gd name="connsiteY175" fmla="*/ 2042213 h 2344739"/>
              <a:gd name="connsiteX176" fmla="*/ 3682513 w 12192001"/>
              <a:gd name="connsiteY176" fmla="*/ 2018290 h 2344739"/>
              <a:gd name="connsiteX177" fmla="*/ 3610035 w 12192001"/>
              <a:gd name="connsiteY177" fmla="*/ 1986019 h 2344739"/>
              <a:gd name="connsiteX178" fmla="*/ 3603855 w 12192001"/>
              <a:gd name="connsiteY178" fmla="*/ 1987381 h 2344739"/>
              <a:gd name="connsiteX179" fmla="*/ 3594736 w 12192001"/>
              <a:gd name="connsiteY179" fmla="*/ 1987545 h 2344739"/>
              <a:gd name="connsiteX180" fmla="*/ 3594501 w 12192001"/>
              <a:gd name="connsiteY180" fmla="*/ 1987276 h 2344739"/>
              <a:gd name="connsiteX181" fmla="*/ 3585978 w 12192001"/>
              <a:gd name="connsiteY181" fmla="*/ 1987966 h 2344739"/>
              <a:gd name="connsiteX182" fmla="*/ 3536135 w 12192001"/>
              <a:gd name="connsiteY182" fmla="*/ 1978267 h 2344739"/>
              <a:gd name="connsiteX183" fmla="*/ 3473223 w 12192001"/>
              <a:gd name="connsiteY183" fmla="*/ 1974606 h 2344739"/>
              <a:gd name="connsiteX184" fmla="*/ 3400728 w 12192001"/>
              <a:gd name="connsiteY184" fmla="*/ 1962558 h 2344739"/>
              <a:gd name="connsiteX185" fmla="*/ 3363888 w 12192001"/>
              <a:gd name="connsiteY185" fmla="*/ 1979510 h 2344739"/>
              <a:gd name="connsiteX186" fmla="*/ 3344026 w 12192001"/>
              <a:gd name="connsiteY186" fmla="*/ 1981192 h 2344739"/>
              <a:gd name="connsiteX187" fmla="*/ 3341698 w 12192001"/>
              <a:gd name="connsiteY187" fmla="*/ 1980217 h 2344739"/>
              <a:gd name="connsiteX188" fmla="*/ 3262356 w 12192001"/>
              <a:gd name="connsiteY188" fmla="*/ 1986094 h 2344739"/>
              <a:gd name="connsiteX189" fmla="*/ 3142556 w 12192001"/>
              <a:gd name="connsiteY189" fmla="*/ 1993869 h 2344739"/>
              <a:gd name="connsiteX190" fmla="*/ 3030291 w 12192001"/>
              <a:gd name="connsiteY190" fmla="*/ 1996512 h 2344739"/>
              <a:gd name="connsiteX191" fmla="*/ 2781569 w 12192001"/>
              <a:gd name="connsiteY191" fmla="*/ 2018333 h 2344739"/>
              <a:gd name="connsiteX192" fmla="*/ 2646527 w 12192001"/>
              <a:gd name="connsiteY192" fmla="*/ 2028869 h 2344739"/>
              <a:gd name="connsiteX193" fmla="*/ 2568028 w 12192001"/>
              <a:gd name="connsiteY193" fmla="*/ 2002628 h 2344739"/>
              <a:gd name="connsiteX194" fmla="*/ 2443255 w 12192001"/>
              <a:gd name="connsiteY194" fmla="*/ 2016529 h 2344739"/>
              <a:gd name="connsiteX195" fmla="*/ 2315112 w 12192001"/>
              <a:gd name="connsiteY195" fmla="*/ 2024996 h 2344739"/>
              <a:gd name="connsiteX196" fmla="*/ 2208578 w 12192001"/>
              <a:gd name="connsiteY196" fmla="*/ 2019763 h 2344739"/>
              <a:gd name="connsiteX197" fmla="*/ 2094665 w 12192001"/>
              <a:gd name="connsiteY197" fmla="*/ 2003052 h 2344739"/>
              <a:gd name="connsiteX198" fmla="*/ 1997356 w 12192001"/>
              <a:gd name="connsiteY198" fmla="*/ 1995032 h 2344739"/>
              <a:gd name="connsiteX199" fmla="*/ 1928172 w 12192001"/>
              <a:gd name="connsiteY199" fmla="*/ 2016977 h 2344739"/>
              <a:gd name="connsiteX200" fmla="*/ 1921650 w 12192001"/>
              <a:gd name="connsiteY200" fmla="*/ 2012146 h 2344739"/>
              <a:gd name="connsiteX201" fmla="*/ 1873080 w 12192001"/>
              <a:gd name="connsiteY201" fmla="*/ 2013741 h 2344739"/>
              <a:gd name="connsiteX202" fmla="*/ 1786655 w 12192001"/>
              <a:gd name="connsiteY202" fmla="*/ 2041363 h 2344739"/>
              <a:gd name="connsiteX203" fmla="*/ 1738204 w 12192001"/>
              <a:gd name="connsiteY203" fmla="*/ 2036312 h 2344739"/>
              <a:gd name="connsiteX204" fmla="*/ 1675071 w 12192001"/>
              <a:gd name="connsiteY204" fmla="*/ 2019963 h 2344739"/>
              <a:gd name="connsiteX205" fmla="*/ 1608669 w 12192001"/>
              <a:gd name="connsiteY205" fmla="*/ 2013066 h 2344739"/>
              <a:gd name="connsiteX206" fmla="*/ 1496110 w 12192001"/>
              <a:gd name="connsiteY206" fmla="*/ 1987476 h 2344739"/>
              <a:gd name="connsiteX207" fmla="*/ 1149979 w 12192001"/>
              <a:gd name="connsiteY207" fmla="*/ 1938041 h 2344739"/>
              <a:gd name="connsiteX208" fmla="*/ 858269 w 12192001"/>
              <a:gd name="connsiteY208" fmla="*/ 1928608 h 2344739"/>
              <a:gd name="connsiteX209" fmla="*/ 837540 w 12192001"/>
              <a:gd name="connsiteY209" fmla="*/ 1929821 h 2344739"/>
              <a:gd name="connsiteX210" fmla="*/ 816809 w 12192001"/>
              <a:gd name="connsiteY210" fmla="*/ 1927857 h 2344739"/>
              <a:gd name="connsiteX211" fmla="*/ 811506 w 12192001"/>
              <a:gd name="connsiteY211" fmla="*/ 1930751 h 2344739"/>
              <a:gd name="connsiteX212" fmla="*/ 797041 w 12192001"/>
              <a:gd name="connsiteY212" fmla="*/ 1930446 h 2344739"/>
              <a:gd name="connsiteX213" fmla="*/ 767901 w 12192001"/>
              <a:gd name="connsiteY213" fmla="*/ 1932653 h 2344739"/>
              <a:gd name="connsiteX214" fmla="*/ 763053 w 12192001"/>
              <a:gd name="connsiteY214" fmla="*/ 1930432 h 2344739"/>
              <a:gd name="connsiteX215" fmla="*/ 720047 w 12192001"/>
              <a:gd name="connsiteY215" fmla="*/ 1929661 h 2344739"/>
              <a:gd name="connsiteX216" fmla="*/ 719742 w 12192001"/>
              <a:gd name="connsiteY216" fmla="*/ 1928399 h 2344739"/>
              <a:gd name="connsiteX217" fmla="*/ 708875 w 12192001"/>
              <a:gd name="connsiteY217" fmla="*/ 1922722 h 2344739"/>
              <a:gd name="connsiteX218" fmla="*/ 596792 w 12192001"/>
              <a:gd name="connsiteY218" fmla="*/ 1879864 h 2344739"/>
              <a:gd name="connsiteX219" fmla="*/ 578535 w 12192001"/>
              <a:gd name="connsiteY219" fmla="*/ 1877212 h 2344739"/>
              <a:gd name="connsiteX220" fmla="*/ 571717 w 12192001"/>
              <a:gd name="connsiteY220" fmla="*/ 1877401 h 2344739"/>
              <a:gd name="connsiteX221" fmla="*/ 445099 w 12192001"/>
              <a:gd name="connsiteY221" fmla="*/ 1839371 h 2344739"/>
              <a:gd name="connsiteX222" fmla="*/ 404015 w 12192001"/>
              <a:gd name="connsiteY222" fmla="*/ 1833548 h 2344739"/>
              <a:gd name="connsiteX223" fmla="*/ 292435 w 12192001"/>
              <a:gd name="connsiteY223" fmla="*/ 1812852 h 2344739"/>
              <a:gd name="connsiteX224" fmla="*/ 118381 w 12192001"/>
              <a:gd name="connsiteY224" fmla="*/ 1761047 h 2344739"/>
              <a:gd name="connsiteX225" fmla="*/ 15526 w 12192001"/>
              <a:gd name="connsiteY225" fmla="*/ 1758191 h 2344739"/>
              <a:gd name="connsiteX226" fmla="*/ 2 w 12192001"/>
              <a:gd name="connsiteY226" fmla="*/ 1752722 h 2344739"/>
              <a:gd name="connsiteX227" fmla="*/ 1 w 12192001"/>
              <a:gd name="connsiteY227" fmla="*/ 762497 h 2344739"/>
              <a:gd name="connsiteX228" fmla="*/ 0 w 12192001"/>
              <a:gd name="connsiteY228" fmla="*/ 762497 h 2344739"/>
              <a:gd name="connsiteX229" fmla="*/ 0 w 12192001"/>
              <a:gd name="connsiteY229" fmla="*/ 222213 h 2344739"/>
              <a:gd name="connsiteX230" fmla="*/ 0 w 12192001"/>
              <a:gd name="connsiteY230"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97041 w 12192001"/>
              <a:gd name="connsiteY211" fmla="*/ 1930446 h 2344739"/>
              <a:gd name="connsiteX212" fmla="*/ 767901 w 12192001"/>
              <a:gd name="connsiteY212" fmla="*/ 1932653 h 2344739"/>
              <a:gd name="connsiteX213" fmla="*/ 763053 w 12192001"/>
              <a:gd name="connsiteY213" fmla="*/ 1930432 h 2344739"/>
              <a:gd name="connsiteX214" fmla="*/ 720047 w 12192001"/>
              <a:gd name="connsiteY214" fmla="*/ 1929661 h 2344739"/>
              <a:gd name="connsiteX215" fmla="*/ 719742 w 12192001"/>
              <a:gd name="connsiteY215" fmla="*/ 1928399 h 2344739"/>
              <a:gd name="connsiteX216" fmla="*/ 708875 w 12192001"/>
              <a:gd name="connsiteY216" fmla="*/ 1922722 h 2344739"/>
              <a:gd name="connsiteX217" fmla="*/ 596792 w 12192001"/>
              <a:gd name="connsiteY217" fmla="*/ 1879864 h 2344739"/>
              <a:gd name="connsiteX218" fmla="*/ 578535 w 12192001"/>
              <a:gd name="connsiteY218" fmla="*/ 1877212 h 2344739"/>
              <a:gd name="connsiteX219" fmla="*/ 571717 w 12192001"/>
              <a:gd name="connsiteY219" fmla="*/ 1877401 h 2344739"/>
              <a:gd name="connsiteX220" fmla="*/ 445099 w 12192001"/>
              <a:gd name="connsiteY220" fmla="*/ 1839371 h 2344739"/>
              <a:gd name="connsiteX221" fmla="*/ 404015 w 12192001"/>
              <a:gd name="connsiteY221" fmla="*/ 1833548 h 2344739"/>
              <a:gd name="connsiteX222" fmla="*/ 292435 w 12192001"/>
              <a:gd name="connsiteY222" fmla="*/ 1812852 h 2344739"/>
              <a:gd name="connsiteX223" fmla="*/ 118381 w 12192001"/>
              <a:gd name="connsiteY223" fmla="*/ 1761047 h 2344739"/>
              <a:gd name="connsiteX224" fmla="*/ 15526 w 12192001"/>
              <a:gd name="connsiteY224" fmla="*/ 1758191 h 2344739"/>
              <a:gd name="connsiteX225" fmla="*/ 2 w 12192001"/>
              <a:gd name="connsiteY225" fmla="*/ 1752722 h 2344739"/>
              <a:gd name="connsiteX226" fmla="*/ 1 w 12192001"/>
              <a:gd name="connsiteY226" fmla="*/ 762497 h 2344739"/>
              <a:gd name="connsiteX227" fmla="*/ 0 w 12192001"/>
              <a:gd name="connsiteY227" fmla="*/ 762497 h 2344739"/>
              <a:gd name="connsiteX228" fmla="*/ 0 w 12192001"/>
              <a:gd name="connsiteY228" fmla="*/ 222213 h 2344739"/>
              <a:gd name="connsiteX229" fmla="*/ 0 w 12192001"/>
              <a:gd name="connsiteY229"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05669 w 12192001"/>
              <a:gd name="connsiteY25" fmla="*/ 1033623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97041 w 12192001"/>
              <a:gd name="connsiteY211" fmla="*/ 1930446 h 2344739"/>
              <a:gd name="connsiteX212" fmla="*/ 767901 w 12192001"/>
              <a:gd name="connsiteY212" fmla="*/ 1932653 h 2344739"/>
              <a:gd name="connsiteX213" fmla="*/ 763053 w 12192001"/>
              <a:gd name="connsiteY213" fmla="*/ 1930432 h 2344739"/>
              <a:gd name="connsiteX214" fmla="*/ 720047 w 12192001"/>
              <a:gd name="connsiteY214" fmla="*/ 1929661 h 2344739"/>
              <a:gd name="connsiteX215" fmla="*/ 719742 w 12192001"/>
              <a:gd name="connsiteY215" fmla="*/ 1928399 h 2344739"/>
              <a:gd name="connsiteX216" fmla="*/ 708875 w 12192001"/>
              <a:gd name="connsiteY216" fmla="*/ 1922722 h 2344739"/>
              <a:gd name="connsiteX217" fmla="*/ 596792 w 12192001"/>
              <a:gd name="connsiteY217" fmla="*/ 1879864 h 2344739"/>
              <a:gd name="connsiteX218" fmla="*/ 578535 w 12192001"/>
              <a:gd name="connsiteY218" fmla="*/ 1877212 h 2344739"/>
              <a:gd name="connsiteX219" fmla="*/ 571717 w 12192001"/>
              <a:gd name="connsiteY219" fmla="*/ 1877401 h 2344739"/>
              <a:gd name="connsiteX220" fmla="*/ 445099 w 12192001"/>
              <a:gd name="connsiteY220" fmla="*/ 1839371 h 2344739"/>
              <a:gd name="connsiteX221" fmla="*/ 404015 w 12192001"/>
              <a:gd name="connsiteY221" fmla="*/ 1833548 h 2344739"/>
              <a:gd name="connsiteX222" fmla="*/ 292435 w 12192001"/>
              <a:gd name="connsiteY222" fmla="*/ 1812852 h 2344739"/>
              <a:gd name="connsiteX223" fmla="*/ 118381 w 12192001"/>
              <a:gd name="connsiteY223" fmla="*/ 1761047 h 2344739"/>
              <a:gd name="connsiteX224" fmla="*/ 15526 w 12192001"/>
              <a:gd name="connsiteY224" fmla="*/ 1758191 h 2344739"/>
              <a:gd name="connsiteX225" fmla="*/ 2 w 12192001"/>
              <a:gd name="connsiteY225" fmla="*/ 1752722 h 2344739"/>
              <a:gd name="connsiteX226" fmla="*/ 1 w 12192001"/>
              <a:gd name="connsiteY226" fmla="*/ 762497 h 2344739"/>
              <a:gd name="connsiteX227" fmla="*/ 0 w 12192001"/>
              <a:gd name="connsiteY227" fmla="*/ 762497 h 2344739"/>
              <a:gd name="connsiteX228" fmla="*/ 0 w 12192001"/>
              <a:gd name="connsiteY228" fmla="*/ 222213 h 2344739"/>
              <a:gd name="connsiteX229" fmla="*/ 0 w 12192001"/>
              <a:gd name="connsiteY229"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05669 w 12192001"/>
              <a:gd name="connsiteY25" fmla="*/ 1033623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97041 w 12192001"/>
              <a:gd name="connsiteY211" fmla="*/ 1930446 h 2344739"/>
              <a:gd name="connsiteX212" fmla="*/ 767901 w 12192001"/>
              <a:gd name="connsiteY212" fmla="*/ 1932653 h 2344739"/>
              <a:gd name="connsiteX213" fmla="*/ 763053 w 12192001"/>
              <a:gd name="connsiteY213" fmla="*/ 1930432 h 2344739"/>
              <a:gd name="connsiteX214" fmla="*/ 720047 w 12192001"/>
              <a:gd name="connsiteY214" fmla="*/ 1929661 h 2344739"/>
              <a:gd name="connsiteX215" fmla="*/ 719742 w 12192001"/>
              <a:gd name="connsiteY215" fmla="*/ 1928399 h 2344739"/>
              <a:gd name="connsiteX216" fmla="*/ 708875 w 12192001"/>
              <a:gd name="connsiteY216" fmla="*/ 1922722 h 2344739"/>
              <a:gd name="connsiteX217" fmla="*/ 596792 w 12192001"/>
              <a:gd name="connsiteY217" fmla="*/ 1879864 h 2344739"/>
              <a:gd name="connsiteX218" fmla="*/ 578535 w 12192001"/>
              <a:gd name="connsiteY218" fmla="*/ 1877212 h 2344739"/>
              <a:gd name="connsiteX219" fmla="*/ 571717 w 12192001"/>
              <a:gd name="connsiteY219" fmla="*/ 1877401 h 2344739"/>
              <a:gd name="connsiteX220" fmla="*/ 445099 w 12192001"/>
              <a:gd name="connsiteY220" fmla="*/ 1839371 h 2344739"/>
              <a:gd name="connsiteX221" fmla="*/ 404015 w 12192001"/>
              <a:gd name="connsiteY221" fmla="*/ 1833548 h 2344739"/>
              <a:gd name="connsiteX222" fmla="*/ 292435 w 12192001"/>
              <a:gd name="connsiteY222" fmla="*/ 1812852 h 2344739"/>
              <a:gd name="connsiteX223" fmla="*/ 118381 w 12192001"/>
              <a:gd name="connsiteY223" fmla="*/ 1761047 h 2344739"/>
              <a:gd name="connsiteX224" fmla="*/ 15526 w 12192001"/>
              <a:gd name="connsiteY224" fmla="*/ 1758191 h 2344739"/>
              <a:gd name="connsiteX225" fmla="*/ 2 w 12192001"/>
              <a:gd name="connsiteY225" fmla="*/ 1752722 h 2344739"/>
              <a:gd name="connsiteX226" fmla="*/ 1 w 12192001"/>
              <a:gd name="connsiteY226" fmla="*/ 762497 h 2344739"/>
              <a:gd name="connsiteX227" fmla="*/ 0 w 12192001"/>
              <a:gd name="connsiteY227" fmla="*/ 762497 h 2344739"/>
              <a:gd name="connsiteX228" fmla="*/ 0 w 12192001"/>
              <a:gd name="connsiteY228" fmla="*/ 222213 h 2344739"/>
              <a:gd name="connsiteX229" fmla="*/ 0 w 12192001"/>
              <a:gd name="connsiteY229"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05669 w 12192001"/>
              <a:gd name="connsiteY25" fmla="*/ 1033623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97041 w 12192001"/>
              <a:gd name="connsiteY211" fmla="*/ 1930446 h 2344739"/>
              <a:gd name="connsiteX212" fmla="*/ 767901 w 12192001"/>
              <a:gd name="connsiteY212" fmla="*/ 1932653 h 2344739"/>
              <a:gd name="connsiteX213" fmla="*/ 720047 w 12192001"/>
              <a:gd name="connsiteY213" fmla="*/ 1929661 h 2344739"/>
              <a:gd name="connsiteX214" fmla="*/ 719742 w 12192001"/>
              <a:gd name="connsiteY214" fmla="*/ 1928399 h 2344739"/>
              <a:gd name="connsiteX215" fmla="*/ 708875 w 12192001"/>
              <a:gd name="connsiteY215" fmla="*/ 1922722 h 2344739"/>
              <a:gd name="connsiteX216" fmla="*/ 596792 w 12192001"/>
              <a:gd name="connsiteY216" fmla="*/ 1879864 h 2344739"/>
              <a:gd name="connsiteX217" fmla="*/ 578535 w 12192001"/>
              <a:gd name="connsiteY217" fmla="*/ 1877212 h 2344739"/>
              <a:gd name="connsiteX218" fmla="*/ 571717 w 12192001"/>
              <a:gd name="connsiteY218" fmla="*/ 1877401 h 2344739"/>
              <a:gd name="connsiteX219" fmla="*/ 445099 w 12192001"/>
              <a:gd name="connsiteY219" fmla="*/ 1839371 h 2344739"/>
              <a:gd name="connsiteX220" fmla="*/ 404015 w 12192001"/>
              <a:gd name="connsiteY220" fmla="*/ 1833548 h 2344739"/>
              <a:gd name="connsiteX221" fmla="*/ 292435 w 12192001"/>
              <a:gd name="connsiteY221" fmla="*/ 1812852 h 2344739"/>
              <a:gd name="connsiteX222" fmla="*/ 118381 w 12192001"/>
              <a:gd name="connsiteY222" fmla="*/ 1761047 h 2344739"/>
              <a:gd name="connsiteX223" fmla="*/ 15526 w 12192001"/>
              <a:gd name="connsiteY223" fmla="*/ 1758191 h 2344739"/>
              <a:gd name="connsiteX224" fmla="*/ 2 w 12192001"/>
              <a:gd name="connsiteY224" fmla="*/ 1752722 h 2344739"/>
              <a:gd name="connsiteX225" fmla="*/ 1 w 12192001"/>
              <a:gd name="connsiteY225" fmla="*/ 762497 h 2344739"/>
              <a:gd name="connsiteX226" fmla="*/ 0 w 12192001"/>
              <a:gd name="connsiteY226" fmla="*/ 762497 h 2344739"/>
              <a:gd name="connsiteX227" fmla="*/ 0 w 12192001"/>
              <a:gd name="connsiteY227" fmla="*/ 222213 h 2344739"/>
              <a:gd name="connsiteX228" fmla="*/ 0 w 12192001"/>
              <a:gd name="connsiteY228"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05669 w 12192001"/>
              <a:gd name="connsiteY25" fmla="*/ 1033623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67901 w 12192001"/>
              <a:gd name="connsiteY211" fmla="*/ 1932653 h 2344739"/>
              <a:gd name="connsiteX212" fmla="*/ 720047 w 12192001"/>
              <a:gd name="connsiteY212" fmla="*/ 1929661 h 2344739"/>
              <a:gd name="connsiteX213" fmla="*/ 719742 w 12192001"/>
              <a:gd name="connsiteY213" fmla="*/ 1928399 h 2344739"/>
              <a:gd name="connsiteX214" fmla="*/ 708875 w 12192001"/>
              <a:gd name="connsiteY214" fmla="*/ 1922722 h 2344739"/>
              <a:gd name="connsiteX215" fmla="*/ 596792 w 12192001"/>
              <a:gd name="connsiteY215" fmla="*/ 1879864 h 2344739"/>
              <a:gd name="connsiteX216" fmla="*/ 578535 w 12192001"/>
              <a:gd name="connsiteY216" fmla="*/ 1877212 h 2344739"/>
              <a:gd name="connsiteX217" fmla="*/ 571717 w 12192001"/>
              <a:gd name="connsiteY217" fmla="*/ 1877401 h 2344739"/>
              <a:gd name="connsiteX218" fmla="*/ 445099 w 12192001"/>
              <a:gd name="connsiteY218" fmla="*/ 1839371 h 2344739"/>
              <a:gd name="connsiteX219" fmla="*/ 404015 w 12192001"/>
              <a:gd name="connsiteY219" fmla="*/ 1833548 h 2344739"/>
              <a:gd name="connsiteX220" fmla="*/ 292435 w 12192001"/>
              <a:gd name="connsiteY220" fmla="*/ 1812852 h 2344739"/>
              <a:gd name="connsiteX221" fmla="*/ 118381 w 12192001"/>
              <a:gd name="connsiteY221" fmla="*/ 1761047 h 2344739"/>
              <a:gd name="connsiteX222" fmla="*/ 15526 w 12192001"/>
              <a:gd name="connsiteY222" fmla="*/ 1758191 h 2344739"/>
              <a:gd name="connsiteX223" fmla="*/ 2 w 12192001"/>
              <a:gd name="connsiteY223" fmla="*/ 1752722 h 2344739"/>
              <a:gd name="connsiteX224" fmla="*/ 1 w 12192001"/>
              <a:gd name="connsiteY224" fmla="*/ 762497 h 2344739"/>
              <a:gd name="connsiteX225" fmla="*/ 0 w 12192001"/>
              <a:gd name="connsiteY225" fmla="*/ 762497 h 2344739"/>
              <a:gd name="connsiteX226" fmla="*/ 0 w 12192001"/>
              <a:gd name="connsiteY226" fmla="*/ 222213 h 2344739"/>
              <a:gd name="connsiteX227" fmla="*/ 0 w 12192001"/>
              <a:gd name="connsiteY227"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05669 w 12192001"/>
              <a:gd name="connsiteY25" fmla="*/ 1033623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20047 w 12192001"/>
              <a:gd name="connsiteY211" fmla="*/ 1929661 h 2344739"/>
              <a:gd name="connsiteX212" fmla="*/ 719742 w 12192001"/>
              <a:gd name="connsiteY212" fmla="*/ 1928399 h 2344739"/>
              <a:gd name="connsiteX213" fmla="*/ 708875 w 12192001"/>
              <a:gd name="connsiteY213" fmla="*/ 1922722 h 2344739"/>
              <a:gd name="connsiteX214" fmla="*/ 596792 w 12192001"/>
              <a:gd name="connsiteY214" fmla="*/ 1879864 h 2344739"/>
              <a:gd name="connsiteX215" fmla="*/ 578535 w 12192001"/>
              <a:gd name="connsiteY215" fmla="*/ 1877212 h 2344739"/>
              <a:gd name="connsiteX216" fmla="*/ 571717 w 12192001"/>
              <a:gd name="connsiteY216" fmla="*/ 1877401 h 2344739"/>
              <a:gd name="connsiteX217" fmla="*/ 445099 w 12192001"/>
              <a:gd name="connsiteY217" fmla="*/ 1839371 h 2344739"/>
              <a:gd name="connsiteX218" fmla="*/ 404015 w 12192001"/>
              <a:gd name="connsiteY218" fmla="*/ 1833548 h 2344739"/>
              <a:gd name="connsiteX219" fmla="*/ 292435 w 12192001"/>
              <a:gd name="connsiteY219" fmla="*/ 1812852 h 2344739"/>
              <a:gd name="connsiteX220" fmla="*/ 118381 w 12192001"/>
              <a:gd name="connsiteY220" fmla="*/ 1761047 h 2344739"/>
              <a:gd name="connsiteX221" fmla="*/ 15526 w 12192001"/>
              <a:gd name="connsiteY221" fmla="*/ 1758191 h 2344739"/>
              <a:gd name="connsiteX222" fmla="*/ 2 w 12192001"/>
              <a:gd name="connsiteY222" fmla="*/ 1752722 h 2344739"/>
              <a:gd name="connsiteX223" fmla="*/ 1 w 12192001"/>
              <a:gd name="connsiteY223" fmla="*/ 762497 h 2344739"/>
              <a:gd name="connsiteX224" fmla="*/ 0 w 12192001"/>
              <a:gd name="connsiteY224" fmla="*/ 762497 h 2344739"/>
              <a:gd name="connsiteX225" fmla="*/ 0 w 12192001"/>
              <a:gd name="connsiteY225" fmla="*/ 222213 h 2344739"/>
              <a:gd name="connsiteX226" fmla="*/ 0 w 12192001"/>
              <a:gd name="connsiteY226"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05669 w 12192001"/>
              <a:gd name="connsiteY25" fmla="*/ 1033623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20047 w 12192001"/>
              <a:gd name="connsiteY211" fmla="*/ 1929661 h 2344739"/>
              <a:gd name="connsiteX212" fmla="*/ 719742 w 12192001"/>
              <a:gd name="connsiteY212" fmla="*/ 1928399 h 2344739"/>
              <a:gd name="connsiteX213" fmla="*/ 708875 w 12192001"/>
              <a:gd name="connsiteY213" fmla="*/ 1922722 h 2344739"/>
              <a:gd name="connsiteX214" fmla="*/ 596792 w 12192001"/>
              <a:gd name="connsiteY214" fmla="*/ 1879864 h 2344739"/>
              <a:gd name="connsiteX215" fmla="*/ 578535 w 12192001"/>
              <a:gd name="connsiteY215" fmla="*/ 1877212 h 2344739"/>
              <a:gd name="connsiteX216" fmla="*/ 571717 w 12192001"/>
              <a:gd name="connsiteY216" fmla="*/ 1877401 h 2344739"/>
              <a:gd name="connsiteX217" fmla="*/ 445099 w 12192001"/>
              <a:gd name="connsiteY217" fmla="*/ 1839371 h 2344739"/>
              <a:gd name="connsiteX218" fmla="*/ 404015 w 12192001"/>
              <a:gd name="connsiteY218" fmla="*/ 1833548 h 2344739"/>
              <a:gd name="connsiteX219" fmla="*/ 292435 w 12192001"/>
              <a:gd name="connsiteY219" fmla="*/ 1812852 h 2344739"/>
              <a:gd name="connsiteX220" fmla="*/ 118381 w 12192001"/>
              <a:gd name="connsiteY220" fmla="*/ 1761047 h 2344739"/>
              <a:gd name="connsiteX221" fmla="*/ 15526 w 12192001"/>
              <a:gd name="connsiteY221" fmla="*/ 1758191 h 2344739"/>
              <a:gd name="connsiteX222" fmla="*/ 2 w 12192001"/>
              <a:gd name="connsiteY222" fmla="*/ 1752722 h 2344739"/>
              <a:gd name="connsiteX223" fmla="*/ 1 w 12192001"/>
              <a:gd name="connsiteY223" fmla="*/ 762497 h 2344739"/>
              <a:gd name="connsiteX224" fmla="*/ 0 w 12192001"/>
              <a:gd name="connsiteY224" fmla="*/ 222213 h 2344739"/>
              <a:gd name="connsiteX225" fmla="*/ 0 w 12192001"/>
              <a:gd name="connsiteY225"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101593 w 12193149"/>
              <a:gd name="connsiteY58" fmla="*/ 1742432 h 2344739"/>
              <a:gd name="connsiteX59" fmla="*/ 10083317 w 12193149"/>
              <a:gd name="connsiteY59" fmla="*/ 1743296 h 2344739"/>
              <a:gd name="connsiteX60" fmla="*/ 10040388 w 12193149"/>
              <a:gd name="connsiteY60" fmla="*/ 1741632 h 2344739"/>
              <a:gd name="connsiteX61" fmla="*/ 9961167 w 12193149"/>
              <a:gd name="connsiteY61" fmla="*/ 1757147 h 2344739"/>
              <a:gd name="connsiteX62" fmla="*/ 9848940 w 12193149"/>
              <a:gd name="connsiteY62" fmla="*/ 1763915 h 2344739"/>
              <a:gd name="connsiteX63" fmla="*/ 9729457 w 12193149"/>
              <a:gd name="connsiteY63" fmla="*/ 1784122 h 2344739"/>
              <a:gd name="connsiteX64" fmla="*/ 9585655 w 12193149"/>
              <a:gd name="connsiteY64" fmla="*/ 1795542 h 2344739"/>
              <a:gd name="connsiteX65" fmla="*/ 9344200 w 12193149"/>
              <a:gd name="connsiteY65" fmla="*/ 1841244 h 2344739"/>
              <a:gd name="connsiteX66" fmla="*/ 9232518 w 12193149"/>
              <a:gd name="connsiteY66" fmla="*/ 1893149 h 2344739"/>
              <a:gd name="connsiteX67" fmla="*/ 9195958 w 12193149"/>
              <a:gd name="connsiteY67" fmla="*/ 1903228 h 2344739"/>
              <a:gd name="connsiteX68" fmla="*/ 9190394 w 12193149"/>
              <a:gd name="connsiteY68" fmla="*/ 1912467 h 2344739"/>
              <a:gd name="connsiteX69" fmla="*/ 9114960 w 12193149"/>
              <a:gd name="connsiteY69" fmla="*/ 1919069 h 2344739"/>
              <a:gd name="connsiteX70" fmla="*/ 9054601 w 12193149"/>
              <a:gd name="connsiteY70" fmla="*/ 1910755 h 2344739"/>
              <a:gd name="connsiteX71" fmla="*/ 9006634 w 12193149"/>
              <a:gd name="connsiteY71" fmla="*/ 1914040 h 2344739"/>
              <a:gd name="connsiteX72" fmla="*/ 9006349 w 12193149"/>
              <a:gd name="connsiteY72" fmla="*/ 1913800 h 2344739"/>
              <a:gd name="connsiteX73" fmla="*/ 8997380 w 12193149"/>
              <a:gd name="connsiteY73" fmla="*/ 1915011 h 2344739"/>
              <a:gd name="connsiteX74" fmla="*/ 8991542 w 12193149"/>
              <a:gd name="connsiteY74" fmla="*/ 1917072 h 2344739"/>
              <a:gd name="connsiteX75" fmla="*/ 8975485 w 12193149"/>
              <a:gd name="connsiteY75" fmla="*/ 1920298 h 2344739"/>
              <a:gd name="connsiteX76" fmla="*/ 8969159 w 12193149"/>
              <a:gd name="connsiteY76" fmla="*/ 1919598 h 2344739"/>
              <a:gd name="connsiteX77" fmla="*/ 8964196 w 12193149"/>
              <a:gd name="connsiteY77" fmla="*/ 1917373 h 2344739"/>
              <a:gd name="connsiteX78" fmla="*/ 8930136 w 12193149"/>
              <a:gd name="connsiteY78" fmla="*/ 1914185 h 2344739"/>
              <a:gd name="connsiteX79" fmla="*/ 8753592 w 12193149"/>
              <a:gd name="connsiteY79" fmla="*/ 1933417 h 2344739"/>
              <a:gd name="connsiteX80" fmla="*/ 8708995 w 12193149"/>
              <a:gd name="connsiteY80" fmla="*/ 1935518 h 2344739"/>
              <a:gd name="connsiteX81" fmla="*/ 8597219 w 12193149"/>
              <a:gd name="connsiteY81" fmla="*/ 1944090 h 2344739"/>
              <a:gd name="connsiteX82" fmla="*/ 8526378 w 12193149"/>
              <a:gd name="connsiteY82" fmla="*/ 1929248 h 2344739"/>
              <a:gd name="connsiteX83" fmla="*/ 8512131 w 12193149"/>
              <a:gd name="connsiteY83" fmla="*/ 1935163 h 2344739"/>
              <a:gd name="connsiteX84" fmla="*/ 8507315 w 12193149"/>
              <a:gd name="connsiteY84" fmla="*/ 1938164 h 2344739"/>
              <a:gd name="connsiteX85" fmla="*/ 8499116 w 12193149"/>
              <a:gd name="connsiteY85" fmla="*/ 1940902 h 2344739"/>
              <a:gd name="connsiteX86" fmla="*/ 8498742 w 12193149"/>
              <a:gd name="connsiteY86" fmla="*/ 1940723 h 2344739"/>
              <a:gd name="connsiteX87" fmla="*/ 8491397 w 12193149"/>
              <a:gd name="connsiteY87" fmla="*/ 1943773 h 2344739"/>
              <a:gd name="connsiteX88" fmla="*/ 8368330 w 12193149"/>
              <a:gd name="connsiteY88" fmla="*/ 1957815 h 2344739"/>
              <a:gd name="connsiteX89" fmla="*/ 8354947 w 12193149"/>
              <a:gd name="connsiteY89" fmla="*/ 1958009 h 2344739"/>
              <a:gd name="connsiteX90" fmla="*/ 8353521 w 12193149"/>
              <a:gd name="connsiteY90" fmla="*/ 1957169 h 2344739"/>
              <a:gd name="connsiteX91" fmla="*/ 8321252 w 12193149"/>
              <a:gd name="connsiteY91" fmla="*/ 1974587 h 2344739"/>
              <a:gd name="connsiteX92" fmla="*/ 8315581 w 12193149"/>
              <a:gd name="connsiteY92" fmla="*/ 1974913 h 2344739"/>
              <a:gd name="connsiteX93" fmla="*/ 8296322 w 12193149"/>
              <a:gd name="connsiteY93" fmla="*/ 1988808 h 2344739"/>
              <a:gd name="connsiteX94" fmla="*/ 8285424 w 12193149"/>
              <a:gd name="connsiteY94" fmla="*/ 1994631 h 2344739"/>
              <a:gd name="connsiteX95" fmla="*/ 8284298 w 12193149"/>
              <a:gd name="connsiteY95" fmla="*/ 1999074 h 2344739"/>
              <a:gd name="connsiteX96" fmla="*/ 8267224 w 12193149"/>
              <a:gd name="connsiteY96" fmla="*/ 2006249 h 2344739"/>
              <a:gd name="connsiteX97" fmla="*/ 8264525 w 12193149"/>
              <a:gd name="connsiteY97" fmla="*/ 2006019 h 2344739"/>
              <a:gd name="connsiteX98" fmla="*/ 8253181 w 12193149"/>
              <a:gd name="connsiteY98" fmla="*/ 2015862 h 2344739"/>
              <a:gd name="connsiteX99" fmla="*/ 8246982 w 12193149"/>
              <a:gd name="connsiteY99" fmla="*/ 2028854 h 2344739"/>
              <a:gd name="connsiteX100" fmla="*/ 8091420 w 12193149"/>
              <a:gd name="connsiteY100" fmla="*/ 2075015 h 2344739"/>
              <a:gd name="connsiteX101" fmla="*/ 7906555 w 12193149"/>
              <a:gd name="connsiteY101" fmla="*/ 2116988 h 2344739"/>
              <a:gd name="connsiteX102" fmla="*/ 7719893 w 12193149"/>
              <a:gd name="connsiteY102" fmla="*/ 2142703 h 2344739"/>
              <a:gd name="connsiteX103" fmla="*/ 7615495 w 12193149"/>
              <a:gd name="connsiteY103" fmla="*/ 2139232 h 2344739"/>
              <a:gd name="connsiteX104" fmla="*/ 7528691 w 12193149"/>
              <a:gd name="connsiteY104" fmla="*/ 2145060 h 2344739"/>
              <a:gd name="connsiteX105" fmla="*/ 7520719 w 12193149"/>
              <a:gd name="connsiteY105" fmla="*/ 2147613 h 2344739"/>
              <a:gd name="connsiteX106" fmla="*/ 7508559 w 12193149"/>
              <a:gd name="connsiteY106" fmla="*/ 2148948 h 2344739"/>
              <a:gd name="connsiteX107" fmla="*/ 7508188 w 12193149"/>
              <a:gd name="connsiteY107" fmla="*/ 2148621 h 2344739"/>
              <a:gd name="connsiteX108" fmla="*/ 7496943 w 12193149"/>
              <a:gd name="connsiteY108" fmla="*/ 2150573 h 2344739"/>
              <a:gd name="connsiteX109" fmla="*/ 7406539 w 12193149"/>
              <a:gd name="connsiteY109" fmla="*/ 2142468 h 2344739"/>
              <a:gd name="connsiteX110" fmla="*/ 7219707 w 12193149"/>
              <a:gd name="connsiteY110" fmla="*/ 2156680 h 2344739"/>
              <a:gd name="connsiteX111" fmla="*/ 7202249 w 12193149"/>
              <a:gd name="connsiteY111" fmla="*/ 2161230 h 2344739"/>
              <a:gd name="connsiteX112" fmla="*/ 7198152 w 12193149"/>
              <a:gd name="connsiteY112" fmla="*/ 2166588 h 2344739"/>
              <a:gd name="connsiteX113" fmla="*/ 7171956 w 12193149"/>
              <a:gd name="connsiteY113" fmla="*/ 2171236 h 2344739"/>
              <a:gd name="connsiteX114" fmla="*/ 7098136 w 12193149"/>
              <a:gd name="connsiteY114" fmla="*/ 2183464 h 2344739"/>
              <a:gd name="connsiteX115" fmla="*/ 7019644 w 12193149"/>
              <a:gd name="connsiteY115" fmla="*/ 2183090 h 2344739"/>
              <a:gd name="connsiteX116" fmla="*/ 6905294 w 12193149"/>
              <a:gd name="connsiteY116" fmla="*/ 2212596 h 2344739"/>
              <a:gd name="connsiteX117" fmla="*/ 6709370 w 12193149"/>
              <a:gd name="connsiteY117" fmla="*/ 2240551 h 2344739"/>
              <a:gd name="connsiteX118" fmla="*/ 6550602 w 12193149"/>
              <a:gd name="connsiteY118" fmla="*/ 2269327 h 2344739"/>
              <a:gd name="connsiteX119" fmla="*/ 6318708 w 12193149"/>
              <a:gd name="connsiteY119" fmla="*/ 2316127 h 2344739"/>
              <a:gd name="connsiteX120" fmla="*/ 6169822 w 12193149"/>
              <a:gd name="connsiteY120" fmla="*/ 2318214 h 2344739"/>
              <a:gd name="connsiteX121" fmla="*/ 6074996 w 12193149"/>
              <a:gd name="connsiteY121" fmla="*/ 2338676 h 2344739"/>
              <a:gd name="connsiteX122" fmla="*/ 6069677 w 12193149"/>
              <a:gd name="connsiteY122" fmla="*/ 2337139 h 2344739"/>
              <a:gd name="connsiteX123" fmla="*/ 6049786 w 12193149"/>
              <a:gd name="connsiteY123" fmla="*/ 2337822 h 2344739"/>
              <a:gd name="connsiteX124" fmla="*/ 6042433 w 12193149"/>
              <a:gd name="connsiteY124" fmla="*/ 2329473 h 2344739"/>
              <a:gd name="connsiteX125" fmla="*/ 6011238 w 12193149"/>
              <a:gd name="connsiteY125" fmla="*/ 2324380 h 2344739"/>
              <a:gd name="connsiteX126" fmla="*/ 5958523 w 12193149"/>
              <a:gd name="connsiteY126" fmla="*/ 2328024 h 2344739"/>
              <a:gd name="connsiteX127" fmla="*/ 5760067 w 12193149"/>
              <a:gd name="connsiteY127" fmla="*/ 2343716 h 2344739"/>
              <a:gd name="connsiteX128" fmla="*/ 5628108 w 12193149"/>
              <a:gd name="connsiteY128" fmla="*/ 2344739 h 2344739"/>
              <a:gd name="connsiteX129" fmla="*/ 5472054 w 12193149"/>
              <a:gd name="connsiteY129" fmla="*/ 2330719 h 2344739"/>
              <a:gd name="connsiteX130" fmla="*/ 5433909 w 12193149"/>
              <a:gd name="connsiteY130" fmla="*/ 2319466 h 2344739"/>
              <a:gd name="connsiteX131" fmla="*/ 5382817 w 12193149"/>
              <a:gd name="connsiteY131" fmla="*/ 2301764 h 2344739"/>
              <a:gd name="connsiteX132" fmla="*/ 5262912 w 12193149"/>
              <a:gd name="connsiteY132" fmla="*/ 2281347 h 2344739"/>
              <a:gd name="connsiteX133" fmla="*/ 5224109 w 12193149"/>
              <a:gd name="connsiteY133" fmla="*/ 2270223 h 2344739"/>
              <a:gd name="connsiteX134" fmla="*/ 5175808 w 12193149"/>
              <a:gd name="connsiteY134" fmla="*/ 2267233 h 2344739"/>
              <a:gd name="connsiteX135" fmla="*/ 5157702 w 12193149"/>
              <a:gd name="connsiteY135" fmla="*/ 2260010 h 2344739"/>
              <a:gd name="connsiteX136" fmla="*/ 5143747 w 12193149"/>
              <a:gd name="connsiteY136" fmla="*/ 2256610 h 2344739"/>
              <a:gd name="connsiteX137" fmla="*/ 5140744 w 12193149"/>
              <a:gd name="connsiteY137" fmla="*/ 2254509 h 2344739"/>
              <a:gd name="connsiteX138" fmla="*/ 5122807 w 12193149"/>
              <a:gd name="connsiteY138" fmla="*/ 2243656 h 2344739"/>
              <a:gd name="connsiteX139" fmla="*/ 5066938 w 12193149"/>
              <a:gd name="connsiteY139" fmla="*/ 2250227 h 2344739"/>
              <a:gd name="connsiteX140" fmla="*/ 5012662 w 12193149"/>
              <a:gd name="connsiteY140" fmla="*/ 2233846 h 2344739"/>
              <a:gd name="connsiteX141" fmla="*/ 4841589 w 12193149"/>
              <a:gd name="connsiteY141" fmla="*/ 2209829 h 2344739"/>
              <a:gd name="connsiteX142" fmla="*/ 4763595 w 12193149"/>
              <a:gd name="connsiteY142" fmla="*/ 2182061 h 2344739"/>
              <a:gd name="connsiteX143" fmla="*/ 4724334 w 12193149"/>
              <a:gd name="connsiteY143" fmla="*/ 2173047 h 2344739"/>
              <a:gd name="connsiteX144" fmla="*/ 4722324 w 12193149"/>
              <a:gd name="connsiteY144" fmla="*/ 2172298 h 2344739"/>
              <a:gd name="connsiteX145" fmla="*/ 4723259 w 12193149"/>
              <a:gd name="connsiteY145" fmla="*/ 2172087 h 2344739"/>
              <a:gd name="connsiteX146" fmla="*/ 4718350 w 12193149"/>
              <a:gd name="connsiteY146" fmla="*/ 2170817 h 2344739"/>
              <a:gd name="connsiteX147" fmla="*/ 4722324 w 12193149"/>
              <a:gd name="connsiteY147" fmla="*/ 2172298 h 2344739"/>
              <a:gd name="connsiteX148" fmla="*/ 4716674 w 12193149"/>
              <a:gd name="connsiteY148" fmla="*/ 2173573 h 2344739"/>
              <a:gd name="connsiteX149" fmla="*/ 4516962 w 12193149"/>
              <a:gd name="connsiteY149" fmla="*/ 2163671 h 2344739"/>
              <a:gd name="connsiteX150" fmla="*/ 4429691 w 12193149"/>
              <a:gd name="connsiteY150" fmla="*/ 2153020 h 2344739"/>
              <a:gd name="connsiteX151" fmla="*/ 4364023 w 12193149"/>
              <a:gd name="connsiteY151" fmla="*/ 2151674 h 2344739"/>
              <a:gd name="connsiteX152" fmla="*/ 4318114 w 12193149"/>
              <a:gd name="connsiteY152" fmla="*/ 2158289 h 2344739"/>
              <a:gd name="connsiteX153" fmla="*/ 4316258 w 12193149"/>
              <a:gd name="connsiteY153" fmla="*/ 2156948 h 2344739"/>
              <a:gd name="connsiteX154" fmla="*/ 4296292 w 12193149"/>
              <a:gd name="connsiteY154" fmla="*/ 2155069 h 2344739"/>
              <a:gd name="connsiteX155" fmla="*/ 4291212 w 12193149"/>
              <a:gd name="connsiteY155" fmla="*/ 2157986 h 2344739"/>
              <a:gd name="connsiteX156" fmla="*/ 4277290 w 12193149"/>
              <a:gd name="connsiteY156" fmla="*/ 2157740 h 2344739"/>
              <a:gd name="connsiteX157" fmla="*/ 4249265 w 12193149"/>
              <a:gd name="connsiteY157" fmla="*/ 2160064 h 2344739"/>
              <a:gd name="connsiteX158" fmla="*/ 4203199 w 12193149"/>
              <a:gd name="connsiteY158" fmla="*/ 2157269 h 2344739"/>
              <a:gd name="connsiteX159" fmla="*/ 4202893 w 12193149"/>
              <a:gd name="connsiteY159" fmla="*/ 2156010 h 2344739"/>
              <a:gd name="connsiteX160" fmla="*/ 4192396 w 12193149"/>
              <a:gd name="connsiteY160" fmla="*/ 2150376 h 2344739"/>
              <a:gd name="connsiteX161" fmla="*/ 4143893 w 12193149"/>
              <a:gd name="connsiteY161" fmla="*/ 2134511 h 2344739"/>
              <a:gd name="connsiteX162" fmla="*/ 4084245 w 12193149"/>
              <a:gd name="connsiteY162" fmla="*/ 2107978 h 2344739"/>
              <a:gd name="connsiteX163" fmla="*/ 4075694 w 12193149"/>
              <a:gd name="connsiteY163" fmla="*/ 2107143 h 2344739"/>
              <a:gd name="connsiteX164" fmla="*/ 4075575 w 12193149"/>
              <a:gd name="connsiteY164" fmla="*/ 2106844 h 2344739"/>
              <a:gd name="connsiteX165" fmla="*/ 4066658 w 12193149"/>
              <a:gd name="connsiteY165" fmla="*/ 2105400 h 2344739"/>
              <a:gd name="connsiteX166" fmla="*/ 4060102 w 12193149"/>
              <a:gd name="connsiteY166" fmla="*/ 2105618 h 2344739"/>
              <a:gd name="connsiteX167" fmla="*/ 4043512 w 12193149"/>
              <a:gd name="connsiteY167" fmla="*/ 2103997 h 2344739"/>
              <a:gd name="connsiteX168" fmla="*/ 4038145 w 12193149"/>
              <a:gd name="connsiteY168" fmla="*/ 2101563 h 2344739"/>
              <a:gd name="connsiteX169" fmla="*/ 4036511 w 12193149"/>
              <a:gd name="connsiteY169" fmla="*/ 2097896 h 2344739"/>
              <a:gd name="connsiteX170" fmla="*/ 4034926 w 12193149"/>
              <a:gd name="connsiteY170" fmla="*/ 2098131 h 2344739"/>
              <a:gd name="connsiteX171" fmla="*/ 4005686 w 12193149"/>
              <a:gd name="connsiteY171" fmla="*/ 2085563 h 2344739"/>
              <a:gd name="connsiteX172" fmla="*/ 3937994 w 12193149"/>
              <a:gd name="connsiteY172" fmla="*/ 2068106 h 2344739"/>
              <a:gd name="connsiteX173" fmla="*/ 3898423 w 12193149"/>
              <a:gd name="connsiteY173" fmla="*/ 2062451 h 2344739"/>
              <a:gd name="connsiteX174" fmla="*/ 3790908 w 12193149"/>
              <a:gd name="connsiteY174" fmla="*/ 2042213 h 2344739"/>
              <a:gd name="connsiteX175" fmla="*/ 3683661 w 12193149"/>
              <a:gd name="connsiteY175" fmla="*/ 2018290 h 2344739"/>
              <a:gd name="connsiteX176" fmla="*/ 3611183 w 12193149"/>
              <a:gd name="connsiteY176" fmla="*/ 1986019 h 2344739"/>
              <a:gd name="connsiteX177" fmla="*/ 3605003 w 12193149"/>
              <a:gd name="connsiteY177" fmla="*/ 1987381 h 2344739"/>
              <a:gd name="connsiteX178" fmla="*/ 3595884 w 12193149"/>
              <a:gd name="connsiteY178" fmla="*/ 1987545 h 2344739"/>
              <a:gd name="connsiteX179" fmla="*/ 3595649 w 12193149"/>
              <a:gd name="connsiteY179" fmla="*/ 1987276 h 2344739"/>
              <a:gd name="connsiteX180" fmla="*/ 3587126 w 12193149"/>
              <a:gd name="connsiteY180" fmla="*/ 1987966 h 2344739"/>
              <a:gd name="connsiteX181" fmla="*/ 3537283 w 12193149"/>
              <a:gd name="connsiteY181" fmla="*/ 1978267 h 2344739"/>
              <a:gd name="connsiteX182" fmla="*/ 3474371 w 12193149"/>
              <a:gd name="connsiteY182" fmla="*/ 1974606 h 2344739"/>
              <a:gd name="connsiteX183" fmla="*/ 3401876 w 12193149"/>
              <a:gd name="connsiteY183" fmla="*/ 1962558 h 2344739"/>
              <a:gd name="connsiteX184" fmla="*/ 3365036 w 12193149"/>
              <a:gd name="connsiteY184" fmla="*/ 1979510 h 2344739"/>
              <a:gd name="connsiteX185" fmla="*/ 3345174 w 12193149"/>
              <a:gd name="connsiteY185" fmla="*/ 1981192 h 2344739"/>
              <a:gd name="connsiteX186" fmla="*/ 3342846 w 12193149"/>
              <a:gd name="connsiteY186" fmla="*/ 1980217 h 2344739"/>
              <a:gd name="connsiteX187" fmla="*/ 3263504 w 12193149"/>
              <a:gd name="connsiteY187" fmla="*/ 1986094 h 2344739"/>
              <a:gd name="connsiteX188" fmla="*/ 3143704 w 12193149"/>
              <a:gd name="connsiteY188" fmla="*/ 1993869 h 2344739"/>
              <a:gd name="connsiteX189" fmla="*/ 3031439 w 12193149"/>
              <a:gd name="connsiteY189" fmla="*/ 1996512 h 2344739"/>
              <a:gd name="connsiteX190" fmla="*/ 2782717 w 12193149"/>
              <a:gd name="connsiteY190" fmla="*/ 2018333 h 2344739"/>
              <a:gd name="connsiteX191" fmla="*/ 2647675 w 12193149"/>
              <a:gd name="connsiteY191" fmla="*/ 2028869 h 2344739"/>
              <a:gd name="connsiteX192" fmla="*/ 2569176 w 12193149"/>
              <a:gd name="connsiteY192" fmla="*/ 2002628 h 2344739"/>
              <a:gd name="connsiteX193" fmla="*/ 2444403 w 12193149"/>
              <a:gd name="connsiteY193" fmla="*/ 2016529 h 2344739"/>
              <a:gd name="connsiteX194" fmla="*/ 2316260 w 12193149"/>
              <a:gd name="connsiteY194" fmla="*/ 2024996 h 2344739"/>
              <a:gd name="connsiteX195" fmla="*/ 2209726 w 12193149"/>
              <a:gd name="connsiteY195" fmla="*/ 2019763 h 2344739"/>
              <a:gd name="connsiteX196" fmla="*/ 2095813 w 12193149"/>
              <a:gd name="connsiteY196" fmla="*/ 2003052 h 2344739"/>
              <a:gd name="connsiteX197" fmla="*/ 1998504 w 12193149"/>
              <a:gd name="connsiteY197" fmla="*/ 1995032 h 2344739"/>
              <a:gd name="connsiteX198" fmla="*/ 1929320 w 12193149"/>
              <a:gd name="connsiteY198" fmla="*/ 2016977 h 2344739"/>
              <a:gd name="connsiteX199" fmla="*/ 1922798 w 12193149"/>
              <a:gd name="connsiteY199" fmla="*/ 2012146 h 2344739"/>
              <a:gd name="connsiteX200" fmla="*/ 1874228 w 12193149"/>
              <a:gd name="connsiteY200" fmla="*/ 2013741 h 2344739"/>
              <a:gd name="connsiteX201" fmla="*/ 1787803 w 12193149"/>
              <a:gd name="connsiteY201" fmla="*/ 2041363 h 2344739"/>
              <a:gd name="connsiteX202" fmla="*/ 1739352 w 12193149"/>
              <a:gd name="connsiteY202" fmla="*/ 2036312 h 2344739"/>
              <a:gd name="connsiteX203" fmla="*/ 1676219 w 12193149"/>
              <a:gd name="connsiteY203" fmla="*/ 2019963 h 2344739"/>
              <a:gd name="connsiteX204" fmla="*/ 1609817 w 12193149"/>
              <a:gd name="connsiteY204" fmla="*/ 2013066 h 2344739"/>
              <a:gd name="connsiteX205" fmla="*/ 1497258 w 12193149"/>
              <a:gd name="connsiteY205" fmla="*/ 1987476 h 2344739"/>
              <a:gd name="connsiteX206" fmla="*/ 1151127 w 12193149"/>
              <a:gd name="connsiteY206" fmla="*/ 1938041 h 2344739"/>
              <a:gd name="connsiteX207" fmla="*/ 859417 w 12193149"/>
              <a:gd name="connsiteY207" fmla="*/ 1928608 h 2344739"/>
              <a:gd name="connsiteX208" fmla="*/ 838688 w 12193149"/>
              <a:gd name="connsiteY208" fmla="*/ 1929821 h 2344739"/>
              <a:gd name="connsiteX209" fmla="*/ 817957 w 12193149"/>
              <a:gd name="connsiteY209" fmla="*/ 1927857 h 2344739"/>
              <a:gd name="connsiteX210" fmla="*/ 812654 w 12193149"/>
              <a:gd name="connsiteY210" fmla="*/ 1930751 h 2344739"/>
              <a:gd name="connsiteX211" fmla="*/ 721195 w 12193149"/>
              <a:gd name="connsiteY211" fmla="*/ 1929661 h 2344739"/>
              <a:gd name="connsiteX212" fmla="*/ 720890 w 12193149"/>
              <a:gd name="connsiteY212" fmla="*/ 1928399 h 2344739"/>
              <a:gd name="connsiteX213" fmla="*/ 710023 w 12193149"/>
              <a:gd name="connsiteY213" fmla="*/ 1922722 h 2344739"/>
              <a:gd name="connsiteX214" fmla="*/ 597940 w 12193149"/>
              <a:gd name="connsiteY214" fmla="*/ 1879864 h 2344739"/>
              <a:gd name="connsiteX215" fmla="*/ 579683 w 12193149"/>
              <a:gd name="connsiteY215" fmla="*/ 1877212 h 2344739"/>
              <a:gd name="connsiteX216" fmla="*/ 572865 w 12193149"/>
              <a:gd name="connsiteY216" fmla="*/ 1877401 h 2344739"/>
              <a:gd name="connsiteX217" fmla="*/ 446247 w 12193149"/>
              <a:gd name="connsiteY217" fmla="*/ 1839371 h 2344739"/>
              <a:gd name="connsiteX218" fmla="*/ 405163 w 12193149"/>
              <a:gd name="connsiteY218" fmla="*/ 1833548 h 2344739"/>
              <a:gd name="connsiteX219" fmla="*/ 293583 w 12193149"/>
              <a:gd name="connsiteY219" fmla="*/ 1812852 h 2344739"/>
              <a:gd name="connsiteX220" fmla="*/ 119529 w 12193149"/>
              <a:gd name="connsiteY220" fmla="*/ 1761047 h 2344739"/>
              <a:gd name="connsiteX221" fmla="*/ 16674 w 12193149"/>
              <a:gd name="connsiteY221" fmla="*/ 1758191 h 2344739"/>
              <a:gd name="connsiteX222" fmla="*/ 1150 w 12193149"/>
              <a:gd name="connsiteY222" fmla="*/ 1752722 h 2344739"/>
              <a:gd name="connsiteX223" fmla="*/ 1148 w 12193149"/>
              <a:gd name="connsiteY223" fmla="*/ 222213 h 2344739"/>
              <a:gd name="connsiteX224" fmla="*/ 1148 w 12193149"/>
              <a:gd name="connsiteY224"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101593 w 12193149"/>
              <a:gd name="connsiteY58" fmla="*/ 1742432 h 2344739"/>
              <a:gd name="connsiteX59" fmla="*/ 10083317 w 12193149"/>
              <a:gd name="connsiteY59" fmla="*/ 1743296 h 2344739"/>
              <a:gd name="connsiteX60" fmla="*/ 10040388 w 12193149"/>
              <a:gd name="connsiteY60" fmla="*/ 1741632 h 2344739"/>
              <a:gd name="connsiteX61" fmla="*/ 9961167 w 12193149"/>
              <a:gd name="connsiteY61" fmla="*/ 1757147 h 2344739"/>
              <a:gd name="connsiteX62" fmla="*/ 9848940 w 12193149"/>
              <a:gd name="connsiteY62" fmla="*/ 1763915 h 2344739"/>
              <a:gd name="connsiteX63" fmla="*/ 9729457 w 12193149"/>
              <a:gd name="connsiteY63" fmla="*/ 1784122 h 2344739"/>
              <a:gd name="connsiteX64" fmla="*/ 9585655 w 12193149"/>
              <a:gd name="connsiteY64" fmla="*/ 1795542 h 2344739"/>
              <a:gd name="connsiteX65" fmla="*/ 9344200 w 12193149"/>
              <a:gd name="connsiteY65" fmla="*/ 1841244 h 2344739"/>
              <a:gd name="connsiteX66" fmla="*/ 9232518 w 12193149"/>
              <a:gd name="connsiteY66" fmla="*/ 1893149 h 2344739"/>
              <a:gd name="connsiteX67" fmla="*/ 9195958 w 12193149"/>
              <a:gd name="connsiteY67" fmla="*/ 1903228 h 2344739"/>
              <a:gd name="connsiteX68" fmla="*/ 9190394 w 12193149"/>
              <a:gd name="connsiteY68" fmla="*/ 1912467 h 2344739"/>
              <a:gd name="connsiteX69" fmla="*/ 9114960 w 12193149"/>
              <a:gd name="connsiteY69" fmla="*/ 1919069 h 2344739"/>
              <a:gd name="connsiteX70" fmla="*/ 9054601 w 12193149"/>
              <a:gd name="connsiteY70" fmla="*/ 1910755 h 2344739"/>
              <a:gd name="connsiteX71" fmla="*/ 9006634 w 12193149"/>
              <a:gd name="connsiteY71" fmla="*/ 1914040 h 2344739"/>
              <a:gd name="connsiteX72" fmla="*/ 9006349 w 12193149"/>
              <a:gd name="connsiteY72" fmla="*/ 1913800 h 2344739"/>
              <a:gd name="connsiteX73" fmla="*/ 8997380 w 12193149"/>
              <a:gd name="connsiteY73" fmla="*/ 1915011 h 2344739"/>
              <a:gd name="connsiteX74" fmla="*/ 8991542 w 12193149"/>
              <a:gd name="connsiteY74" fmla="*/ 1917072 h 2344739"/>
              <a:gd name="connsiteX75" fmla="*/ 8975485 w 12193149"/>
              <a:gd name="connsiteY75" fmla="*/ 1920298 h 2344739"/>
              <a:gd name="connsiteX76" fmla="*/ 8969159 w 12193149"/>
              <a:gd name="connsiteY76" fmla="*/ 1919598 h 2344739"/>
              <a:gd name="connsiteX77" fmla="*/ 8964196 w 12193149"/>
              <a:gd name="connsiteY77" fmla="*/ 1917373 h 2344739"/>
              <a:gd name="connsiteX78" fmla="*/ 8930136 w 12193149"/>
              <a:gd name="connsiteY78" fmla="*/ 1914185 h 2344739"/>
              <a:gd name="connsiteX79" fmla="*/ 8753592 w 12193149"/>
              <a:gd name="connsiteY79" fmla="*/ 1933417 h 2344739"/>
              <a:gd name="connsiteX80" fmla="*/ 8708995 w 12193149"/>
              <a:gd name="connsiteY80" fmla="*/ 1935518 h 2344739"/>
              <a:gd name="connsiteX81" fmla="*/ 8597219 w 12193149"/>
              <a:gd name="connsiteY81" fmla="*/ 1944090 h 2344739"/>
              <a:gd name="connsiteX82" fmla="*/ 8526378 w 12193149"/>
              <a:gd name="connsiteY82" fmla="*/ 1929248 h 2344739"/>
              <a:gd name="connsiteX83" fmla="*/ 8512131 w 12193149"/>
              <a:gd name="connsiteY83" fmla="*/ 1935163 h 2344739"/>
              <a:gd name="connsiteX84" fmla="*/ 8507315 w 12193149"/>
              <a:gd name="connsiteY84" fmla="*/ 1938164 h 2344739"/>
              <a:gd name="connsiteX85" fmla="*/ 8499116 w 12193149"/>
              <a:gd name="connsiteY85" fmla="*/ 1940902 h 2344739"/>
              <a:gd name="connsiteX86" fmla="*/ 8498742 w 12193149"/>
              <a:gd name="connsiteY86" fmla="*/ 1940723 h 2344739"/>
              <a:gd name="connsiteX87" fmla="*/ 8491397 w 12193149"/>
              <a:gd name="connsiteY87" fmla="*/ 1943773 h 2344739"/>
              <a:gd name="connsiteX88" fmla="*/ 8368330 w 12193149"/>
              <a:gd name="connsiteY88" fmla="*/ 1957815 h 2344739"/>
              <a:gd name="connsiteX89" fmla="*/ 8354947 w 12193149"/>
              <a:gd name="connsiteY89" fmla="*/ 1958009 h 2344739"/>
              <a:gd name="connsiteX90" fmla="*/ 8321252 w 12193149"/>
              <a:gd name="connsiteY90" fmla="*/ 1974587 h 2344739"/>
              <a:gd name="connsiteX91" fmla="*/ 8315581 w 12193149"/>
              <a:gd name="connsiteY91" fmla="*/ 1974913 h 2344739"/>
              <a:gd name="connsiteX92" fmla="*/ 8296322 w 12193149"/>
              <a:gd name="connsiteY92" fmla="*/ 1988808 h 2344739"/>
              <a:gd name="connsiteX93" fmla="*/ 8285424 w 12193149"/>
              <a:gd name="connsiteY93" fmla="*/ 1994631 h 2344739"/>
              <a:gd name="connsiteX94" fmla="*/ 8284298 w 12193149"/>
              <a:gd name="connsiteY94" fmla="*/ 1999074 h 2344739"/>
              <a:gd name="connsiteX95" fmla="*/ 8267224 w 12193149"/>
              <a:gd name="connsiteY95" fmla="*/ 2006249 h 2344739"/>
              <a:gd name="connsiteX96" fmla="*/ 8264525 w 12193149"/>
              <a:gd name="connsiteY96" fmla="*/ 2006019 h 2344739"/>
              <a:gd name="connsiteX97" fmla="*/ 8253181 w 12193149"/>
              <a:gd name="connsiteY97" fmla="*/ 2015862 h 2344739"/>
              <a:gd name="connsiteX98" fmla="*/ 8246982 w 12193149"/>
              <a:gd name="connsiteY98" fmla="*/ 2028854 h 2344739"/>
              <a:gd name="connsiteX99" fmla="*/ 8091420 w 12193149"/>
              <a:gd name="connsiteY99" fmla="*/ 2075015 h 2344739"/>
              <a:gd name="connsiteX100" fmla="*/ 7906555 w 12193149"/>
              <a:gd name="connsiteY100" fmla="*/ 2116988 h 2344739"/>
              <a:gd name="connsiteX101" fmla="*/ 7719893 w 12193149"/>
              <a:gd name="connsiteY101" fmla="*/ 2142703 h 2344739"/>
              <a:gd name="connsiteX102" fmla="*/ 7615495 w 12193149"/>
              <a:gd name="connsiteY102" fmla="*/ 2139232 h 2344739"/>
              <a:gd name="connsiteX103" fmla="*/ 7528691 w 12193149"/>
              <a:gd name="connsiteY103" fmla="*/ 2145060 h 2344739"/>
              <a:gd name="connsiteX104" fmla="*/ 7520719 w 12193149"/>
              <a:gd name="connsiteY104" fmla="*/ 2147613 h 2344739"/>
              <a:gd name="connsiteX105" fmla="*/ 7508559 w 12193149"/>
              <a:gd name="connsiteY105" fmla="*/ 2148948 h 2344739"/>
              <a:gd name="connsiteX106" fmla="*/ 7508188 w 12193149"/>
              <a:gd name="connsiteY106" fmla="*/ 2148621 h 2344739"/>
              <a:gd name="connsiteX107" fmla="*/ 7496943 w 12193149"/>
              <a:gd name="connsiteY107" fmla="*/ 2150573 h 2344739"/>
              <a:gd name="connsiteX108" fmla="*/ 7406539 w 12193149"/>
              <a:gd name="connsiteY108" fmla="*/ 2142468 h 2344739"/>
              <a:gd name="connsiteX109" fmla="*/ 7219707 w 12193149"/>
              <a:gd name="connsiteY109" fmla="*/ 2156680 h 2344739"/>
              <a:gd name="connsiteX110" fmla="*/ 7202249 w 12193149"/>
              <a:gd name="connsiteY110" fmla="*/ 2161230 h 2344739"/>
              <a:gd name="connsiteX111" fmla="*/ 7198152 w 12193149"/>
              <a:gd name="connsiteY111" fmla="*/ 2166588 h 2344739"/>
              <a:gd name="connsiteX112" fmla="*/ 7171956 w 12193149"/>
              <a:gd name="connsiteY112" fmla="*/ 2171236 h 2344739"/>
              <a:gd name="connsiteX113" fmla="*/ 7098136 w 12193149"/>
              <a:gd name="connsiteY113" fmla="*/ 2183464 h 2344739"/>
              <a:gd name="connsiteX114" fmla="*/ 7019644 w 12193149"/>
              <a:gd name="connsiteY114" fmla="*/ 2183090 h 2344739"/>
              <a:gd name="connsiteX115" fmla="*/ 6905294 w 12193149"/>
              <a:gd name="connsiteY115" fmla="*/ 2212596 h 2344739"/>
              <a:gd name="connsiteX116" fmla="*/ 6709370 w 12193149"/>
              <a:gd name="connsiteY116" fmla="*/ 2240551 h 2344739"/>
              <a:gd name="connsiteX117" fmla="*/ 6550602 w 12193149"/>
              <a:gd name="connsiteY117" fmla="*/ 2269327 h 2344739"/>
              <a:gd name="connsiteX118" fmla="*/ 6318708 w 12193149"/>
              <a:gd name="connsiteY118" fmla="*/ 2316127 h 2344739"/>
              <a:gd name="connsiteX119" fmla="*/ 6169822 w 12193149"/>
              <a:gd name="connsiteY119" fmla="*/ 2318214 h 2344739"/>
              <a:gd name="connsiteX120" fmla="*/ 6074996 w 12193149"/>
              <a:gd name="connsiteY120" fmla="*/ 2338676 h 2344739"/>
              <a:gd name="connsiteX121" fmla="*/ 6069677 w 12193149"/>
              <a:gd name="connsiteY121" fmla="*/ 2337139 h 2344739"/>
              <a:gd name="connsiteX122" fmla="*/ 6049786 w 12193149"/>
              <a:gd name="connsiteY122" fmla="*/ 2337822 h 2344739"/>
              <a:gd name="connsiteX123" fmla="*/ 6042433 w 12193149"/>
              <a:gd name="connsiteY123" fmla="*/ 2329473 h 2344739"/>
              <a:gd name="connsiteX124" fmla="*/ 6011238 w 12193149"/>
              <a:gd name="connsiteY124" fmla="*/ 2324380 h 2344739"/>
              <a:gd name="connsiteX125" fmla="*/ 5958523 w 12193149"/>
              <a:gd name="connsiteY125" fmla="*/ 2328024 h 2344739"/>
              <a:gd name="connsiteX126" fmla="*/ 5760067 w 12193149"/>
              <a:gd name="connsiteY126" fmla="*/ 2343716 h 2344739"/>
              <a:gd name="connsiteX127" fmla="*/ 5628108 w 12193149"/>
              <a:gd name="connsiteY127" fmla="*/ 2344739 h 2344739"/>
              <a:gd name="connsiteX128" fmla="*/ 5472054 w 12193149"/>
              <a:gd name="connsiteY128" fmla="*/ 2330719 h 2344739"/>
              <a:gd name="connsiteX129" fmla="*/ 5433909 w 12193149"/>
              <a:gd name="connsiteY129" fmla="*/ 2319466 h 2344739"/>
              <a:gd name="connsiteX130" fmla="*/ 5382817 w 12193149"/>
              <a:gd name="connsiteY130" fmla="*/ 2301764 h 2344739"/>
              <a:gd name="connsiteX131" fmla="*/ 5262912 w 12193149"/>
              <a:gd name="connsiteY131" fmla="*/ 2281347 h 2344739"/>
              <a:gd name="connsiteX132" fmla="*/ 5224109 w 12193149"/>
              <a:gd name="connsiteY132" fmla="*/ 2270223 h 2344739"/>
              <a:gd name="connsiteX133" fmla="*/ 5175808 w 12193149"/>
              <a:gd name="connsiteY133" fmla="*/ 2267233 h 2344739"/>
              <a:gd name="connsiteX134" fmla="*/ 5157702 w 12193149"/>
              <a:gd name="connsiteY134" fmla="*/ 2260010 h 2344739"/>
              <a:gd name="connsiteX135" fmla="*/ 5143747 w 12193149"/>
              <a:gd name="connsiteY135" fmla="*/ 2256610 h 2344739"/>
              <a:gd name="connsiteX136" fmla="*/ 5140744 w 12193149"/>
              <a:gd name="connsiteY136" fmla="*/ 2254509 h 2344739"/>
              <a:gd name="connsiteX137" fmla="*/ 5122807 w 12193149"/>
              <a:gd name="connsiteY137" fmla="*/ 2243656 h 2344739"/>
              <a:gd name="connsiteX138" fmla="*/ 5066938 w 12193149"/>
              <a:gd name="connsiteY138" fmla="*/ 2250227 h 2344739"/>
              <a:gd name="connsiteX139" fmla="*/ 5012662 w 12193149"/>
              <a:gd name="connsiteY139" fmla="*/ 2233846 h 2344739"/>
              <a:gd name="connsiteX140" fmla="*/ 4841589 w 12193149"/>
              <a:gd name="connsiteY140" fmla="*/ 2209829 h 2344739"/>
              <a:gd name="connsiteX141" fmla="*/ 4763595 w 12193149"/>
              <a:gd name="connsiteY141" fmla="*/ 2182061 h 2344739"/>
              <a:gd name="connsiteX142" fmla="*/ 4724334 w 12193149"/>
              <a:gd name="connsiteY142" fmla="*/ 2173047 h 2344739"/>
              <a:gd name="connsiteX143" fmla="*/ 4722324 w 12193149"/>
              <a:gd name="connsiteY143" fmla="*/ 2172298 h 2344739"/>
              <a:gd name="connsiteX144" fmla="*/ 4723259 w 12193149"/>
              <a:gd name="connsiteY144" fmla="*/ 2172087 h 2344739"/>
              <a:gd name="connsiteX145" fmla="*/ 4718350 w 12193149"/>
              <a:gd name="connsiteY145" fmla="*/ 2170817 h 2344739"/>
              <a:gd name="connsiteX146" fmla="*/ 4722324 w 12193149"/>
              <a:gd name="connsiteY146" fmla="*/ 2172298 h 2344739"/>
              <a:gd name="connsiteX147" fmla="*/ 4716674 w 12193149"/>
              <a:gd name="connsiteY147" fmla="*/ 2173573 h 2344739"/>
              <a:gd name="connsiteX148" fmla="*/ 4516962 w 12193149"/>
              <a:gd name="connsiteY148" fmla="*/ 2163671 h 2344739"/>
              <a:gd name="connsiteX149" fmla="*/ 4429691 w 12193149"/>
              <a:gd name="connsiteY149" fmla="*/ 2153020 h 2344739"/>
              <a:gd name="connsiteX150" fmla="*/ 4364023 w 12193149"/>
              <a:gd name="connsiteY150" fmla="*/ 2151674 h 2344739"/>
              <a:gd name="connsiteX151" fmla="*/ 4318114 w 12193149"/>
              <a:gd name="connsiteY151" fmla="*/ 2158289 h 2344739"/>
              <a:gd name="connsiteX152" fmla="*/ 4316258 w 12193149"/>
              <a:gd name="connsiteY152" fmla="*/ 2156948 h 2344739"/>
              <a:gd name="connsiteX153" fmla="*/ 4296292 w 12193149"/>
              <a:gd name="connsiteY153" fmla="*/ 2155069 h 2344739"/>
              <a:gd name="connsiteX154" fmla="*/ 4291212 w 12193149"/>
              <a:gd name="connsiteY154" fmla="*/ 2157986 h 2344739"/>
              <a:gd name="connsiteX155" fmla="*/ 4277290 w 12193149"/>
              <a:gd name="connsiteY155" fmla="*/ 2157740 h 2344739"/>
              <a:gd name="connsiteX156" fmla="*/ 4249265 w 12193149"/>
              <a:gd name="connsiteY156" fmla="*/ 2160064 h 2344739"/>
              <a:gd name="connsiteX157" fmla="*/ 4203199 w 12193149"/>
              <a:gd name="connsiteY157" fmla="*/ 2157269 h 2344739"/>
              <a:gd name="connsiteX158" fmla="*/ 4202893 w 12193149"/>
              <a:gd name="connsiteY158" fmla="*/ 2156010 h 2344739"/>
              <a:gd name="connsiteX159" fmla="*/ 4192396 w 12193149"/>
              <a:gd name="connsiteY159" fmla="*/ 2150376 h 2344739"/>
              <a:gd name="connsiteX160" fmla="*/ 4143893 w 12193149"/>
              <a:gd name="connsiteY160" fmla="*/ 2134511 h 2344739"/>
              <a:gd name="connsiteX161" fmla="*/ 4084245 w 12193149"/>
              <a:gd name="connsiteY161" fmla="*/ 2107978 h 2344739"/>
              <a:gd name="connsiteX162" fmla="*/ 4075694 w 12193149"/>
              <a:gd name="connsiteY162" fmla="*/ 2107143 h 2344739"/>
              <a:gd name="connsiteX163" fmla="*/ 4075575 w 12193149"/>
              <a:gd name="connsiteY163" fmla="*/ 2106844 h 2344739"/>
              <a:gd name="connsiteX164" fmla="*/ 4066658 w 12193149"/>
              <a:gd name="connsiteY164" fmla="*/ 2105400 h 2344739"/>
              <a:gd name="connsiteX165" fmla="*/ 4060102 w 12193149"/>
              <a:gd name="connsiteY165" fmla="*/ 2105618 h 2344739"/>
              <a:gd name="connsiteX166" fmla="*/ 4043512 w 12193149"/>
              <a:gd name="connsiteY166" fmla="*/ 2103997 h 2344739"/>
              <a:gd name="connsiteX167" fmla="*/ 4038145 w 12193149"/>
              <a:gd name="connsiteY167" fmla="*/ 2101563 h 2344739"/>
              <a:gd name="connsiteX168" fmla="*/ 4036511 w 12193149"/>
              <a:gd name="connsiteY168" fmla="*/ 2097896 h 2344739"/>
              <a:gd name="connsiteX169" fmla="*/ 4034926 w 12193149"/>
              <a:gd name="connsiteY169" fmla="*/ 2098131 h 2344739"/>
              <a:gd name="connsiteX170" fmla="*/ 4005686 w 12193149"/>
              <a:gd name="connsiteY170" fmla="*/ 2085563 h 2344739"/>
              <a:gd name="connsiteX171" fmla="*/ 3937994 w 12193149"/>
              <a:gd name="connsiteY171" fmla="*/ 2068106 h 2344739"/>
              <a:gd name="connsiteX172" fmla="*/ 3898423 w 12193149"/>
              <a:gd name="connsiteY172" fmla="*/ 2062451 h 2344739"/>
              <a:gd name="connsiteX173" fmla="*/ 3790908 w 12193149"/>
              <a:gd name="connsiteY173" fmla="*/ 2042213 h 2344739"/>
              <a:gd name="connsiteX174" fmla="*/ 3683661 w 12193149"/>
              <a:gd name="connsiteY174" fmla="*/ 2018290 h 2344739"/>
              <a:gd name="connsiteX175" fmla="*/ 3611183 w 12193149"/>
              <a:gd name="connsiteY175" fmla="*/ 1986019 h 2344739"/>
              <a:gd name="connsiteX176" fmla="*/ 3605003 w 12193149"/>
              <a:gd name="connsiteY176" fmla="*/ 1987381 h 2344739"/>
              <a:gd name="connsiteX177" fmla="*/ 3595884 w 12193149"/>
              <a:gd name="connsiteY177" fmla="*/ 1987545 h 2344739"/>
              <a:gd name="connsiteX178" fmla="*/ 3595649 w 12193149"/>
              <a:gd name="connsiteY178" fmla="*/ 1987276 h 2344739"/>
              <a:gd name="connsiteX179" fmla="*/ 3587126 w 12193149"/>
              <a:gd name="connsiteY179" fmla="*/ 1987966 h 2344739"/>
              <a:gd name="connsiteX180" fmla="*/ 3537283 w 12193149"/>
              <a:gd name="connsiteY180" fmla="*/ 1978267 h 2344739"/>
              <a:gd name="connsiteX181" fmla="*/ 3474371 w 12193149"/>
              <a:gd name="connsiteY181" fmla="*/ 1974606 h 2344739"/>
              <a:gd name="connsiteX182" fmla="*/ 3401876 w 12193149"/>
              <a:gd name="connsiteY182" fmla="*/ 1962558 h 2344739"/>
              <a:gd name="connsiteX183" fmla="*/ 3365036 w 12193149"/>
              <a:gd name="connsiteY183" fmla="*/ 1979510 h 2344739"/>
              <a:gd name="connsiteX184" fmla="*/ 3345174 w 12193149"/>
              <a:gd name="connsiteY184" fmla="*/ 1981192 h 2344739"/>
              <a:gd name="connsiteX185" fmla="*/ 3342846 w 12193149"/>
              <a:gd name="connsiteY185" fmla="*/ 1980217 h 2344739"/>
              <a:gd name="connsiteX186" fmla="*/ 3263504 w 12193149"/>
              <a:gd name="connsiteY186" fmla="*/ 1986094 h 2344739"/>
              <a:gd name="connsiteX187" fmla="*/ 3143704 w 12193149"/>
              <a:gd name="connsiteY187" fmla="*/ 1993869 h 2344739"/>
              <a:gd name="connsiteX188" fmla="*/ 3031439 w 12193149"/>
              <a:gd name="connsiteY188" fmla="*/ 1996512 h 2344739"/>
              <a:gd name="connsiteX189" fmla="*/ 2782717 w 12193149"/>
              <a:gd name="connsiteY189" fmla="*/ 2018333 h 2344739"/>
              <a:gd name="connsiteX190" fmla="*/ 2647675 w 12193149"/>
              <a:gd name="connsiteY190" fmla="*/ 2028869 h 2344739"/>
              <a:gd name="connsiteX191" fmla="*/ 2569176 w 12193149"/>
              <a:gd name="connsiteY191" fmla="*/ 2002628 h 2344739"/>
              <a:gd name="connsiteX192" fmla="*/ 2444403 w 12193149"/>
              <a:gd name="connsiteY192" fmla="*/ 2016529 h 2344739"/>
              <a:gd name="connsiteX193" fmla="*/ 2316260 w 12193149"/>
              <a:gd name="connsiteY193" fmla="*/ 2024996 h 2344739"/>
              <a:gd name="connsiteX194" fmla="*/ 2209726 w 12193149"/>
              <a:gd name="connsiteY194" fmla="*/ 2019763 h 2344739"/>
              <a:gd name="connsiteX195" fmla="*/ 2095813 w 12193149"/>
              <a:gd name="connsiteY195" fmla="*/ 2003052 h 2344739"/>
              <a:gd name="connsiteX196" fmla="*/ 1998504 w 12193149"/>
              <a:gd name="connsiteY196" fmla="*/ 1995032 h 2344739"/>
              <a:gd name="connsiteX197" fmla="*/ 1929320 w 12193149"/>
              <a:gd name="connsiteY197" fmla="*/ 2016977 h 2344739"/>
              <a:gd name="connsiteX198" fmla="*/ 1922798 w 12193149"/>
              <a:gd name="connsiteY198" fmla="*/ 2012146 h 2344739"/>
              <a:gd name="connsiteX199" fmla="*/ 1874228 w 12193149"/>
              <a:gd name="connsiteY199" fmla="*/ 2013741 h 2344739"/>
              <a:gd name="connsiteX200" fmla="*/ 1787803 w 12193149"/>
              <a:gd name="connsiteY200" fmla="*/ 2041363 h 2344739"/>
              <a:gd name="connsiteX201" fmla="*/ 1739352 w 12193149"/>
              <a:gd name="connsiteY201" fmla="*/ 2036312 h 2344739"/>
              <a:gd name="connsiteX202" fmla="*/ 1676219 w 12193149"/>
              <a:gd name="connsiteY202" fmla="*/ 2019963 h 2344739"/>
              <a:gd name="connsiteX203" fmla="*/ 1609817 w 12193149"/>
              <a:gd name="connsiteY203" fmla="*/ 2013066 h 2344739"/>
              <a:gd name="connsiteX204" fmla="*/ 1497258 w 12193149"/>
              <a:gd name="connsiteY204" fmla="*/ 1987476 h 2344739"/>
              <a:gd name="connsiteX205" fmla="*/ 1151127 w 12193149"/>
              <a:gd name="connsiteY205" fmla="*/ 1938041 h 2344739"/>
              <a:gd name="connsiteX206" fmla="*/ 859417 w 12193149"/>
              <a:gd name="connsiteY206" fmla="*/ 1928608 h 2344739"/>
              <a:gd name="connsiteX207" fmla="*/ 838688 w 12193149"/>
              <a:gd name="connsiteY207" fmla="*/ 1929821 h 2344739"/>
              <a:gd name="connsiteX208" fmla="*/ 817957 w 12193149"/>
              <a:gd name="connsiteY208" fmla="*/ 1927857 h 2344739"/>
              <a:gd name="connsiteX209" fmla="*/ 812654 w 12193149"/>
              <a:gd name="connsiteY209" fmla="*/ 1930751 h 2344739"/>
              <a:gd name="connsiteX210" fmla="*/ 721195 w 12193149"/>
              <a:gd name="connsiteY210" fmla="*/ 1929661 h 2344739"/>
              <a:gd name="connsiteX211" fmla="*/ 720890 w 12193149"/>
              <a:gd name="connsiteY211" fmla="*/ 1928399 h 2344739"/>
              <a:gd name="connsiteX212" fmla="*/ 710023 w 12193149"/>
              <a:gd name="connsiteY212" fmla="*/ 1922722 h 2344739"/>
              <a:gd name="connsiteX213" fmla="*/ 597940 w 12193149"/>
              <a:gd name="connsiteY213" fmla="*/ 1879864 h 2344739"/>
              <a:gd name="connsiteX214" fmla="*/ 579683 w 12193149"/>
              <a:gd name="connsiteY214" fmla="*/ 1877212 h 2344739"/>
              <a:gd name="connsiteX215" fmla="*/ 572865 w 12193149"/>
              <a:gd name="connsiteY215" fmla="*/ 1877401 h 2344739"/>
              <a:gd name="connsiteX216" fmla="*/ 446247 w 12193149"/>
              <a:gd name="connsiteY216" fmla="*/ 1839371 h 2344739"/>
              <a:gd name="connsiteX217" fmla="*/ 405163 w 12193149"/>
              <a:gd name="connsiteY217" fmla="*/ 1833548 h 2344739"/>
              <a:gd name="connsiteX218" fmla="*/ 293583 w 12193149"/>
              <a:gd name="connsiteY218" fmla="*/ 1812852 h 2344739"/>
              <a:gd name="connsiteX219" fmla="*/ 119529 w 12193149"/>
              <a:gd name="connsiteY219" fmla="*/ 1761047 h 2344739"/>
              <a:gd name="connsiteX220" fmla="*/ 16674 w 12193149"/>
              <a:gd name="connsiteY220" fmla="*/ 1758191 h 2344739"/>
              <a:gd name="connsiteX221" fmla="*/ 1150 w 12193149"/>
              <a:gd name="connsiteY221" fmla="*/ 1752722 h 2344739"/>
              <a:gd name="connsiteX222" fmla="*/ 1148 w 12193149"/>
              <a:gd name="connsiteY222" fmla="*/ 222213 h 2344739"/>
              <a:gd name="connsiteX223" fmla="*/ 1148 w 12193149"/>
              <a:gd name="connsiteY223"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101593 w 12193149"/>
              <a:gd name="connsiteY58" fmla="*/ 1742432 h 2344739"/>
              <a:gd name="connsiteX59" fmla="*/ 10083317 w 12193149"/>
              <a:gd name="connsiteY59" fmla="*/ 1743296 h 2344739"/>
              <a:gd name="connsiteX60" fmla="*/ 10040388 w 12193149"/>
              <a:gd name="connsiteY60" fmla="*/ 1741632 h 2344739"/>
              <a:gd name="connsiteX61" fmla="*/ 9961167 w 12193149"/>
              <a:gd name="connsiteY61" fmla="*/ 1757147 h 2344739"/>
              <a:gd name="connsiteX62" fmla="*/ 9848940 w 12193149"/>
              <a:gd name="connsiteY62" fmla="*/ 1763915 h 2344739"/>
              <a:gd name="connsiteX63" fmla="*/ 9729457 w 12193149"/>
              <a:gd name="connsiteY63" fmla="*/ 1784122 h 2344739"/>
              <a:gd name="connsiteX64" fmla="*/ 9585655 w 12193149"/>
              <a:gd name="connsiteY64" fmla="*/ 1795542 h 2344739"/>
              <a:gd name="connsiteX65" fmla="*/ 9344200 w 12193149"/>
              <a:gd name="connsiteY65" fmla="*/ 1841244 h 2344739"/>
              <a:gd name="connsiteX66" fmla="*/ 9232518 w 12193149"/>
              <a:gd name="connsiteY66" fmla="*/ 1893149 h 2344739"/>
              <a:gd name="connsiteX67" fmla="*/ 9195958 w 12193149"/>
              <a:gd name="connsiteY67" fmla="*/ 1903228 h 2344739"/>
              <a:gd name="connsiteX68" fmla="*/ 9114960 w 12193149"/>
              <a:gd name="connsiteY68" fmla="*/ 1919069 h 2344739"/>
              <a:gd name="connsiteX69" fmla="*/ 9054601 w 12193149"/>
              <a:gd name="connsiteY69" fmla="*/ 1910755 h 2344739"/>
              <a:gd name="connsiteX70" fmla="*/ 9006634 w 12193149"/>
              <a:gd name="connsiteY70" fmla="*/ 1914040 h 2344739"/>
              <a:gd name="connsiteX71" fmla="*/ 9006349 w 12193149"/>
              <a:gd name="connsiteY71" fmla="*/ 1913800 h 2344739"/>
              <a:gd name="connsiteX72" fmla="*/ 8997380 w 12193149"/>
              <a:gd name="connsiteY72" fmla="*/ 1915011 h 2344739"/>
              <a:gd name="connsiteX73" fmla="*/ 8991542 w 12193149"/>
              <a:gd name="connsiteY73" fmla="*/ 1917072 h 2344739"/>
              <a:gd name="connsiteX74" fmla="*/ 8975485 w 12193149"/>
              <a:gd name="connsiteY74" fmla="*/ 1920298 h 2344739"/>
              <a:gd name="connsiteX75" fmla="*/ 8969159 w 12193149"/>
              <a:gd name="connsiteY75" fmla="*/ 1919598 h 2344739"/>
              <a:gd name="connsiteX76" fmla="*/ 8964196 w 12193149"/>
              <a:gd name="connsiteY76" fmla="*/ 1917373 h 2344739"/>
              <a:gd name="connsiteX77" fmla="*/ 8930136 w 12193149"/>
              <a:gd name="connsiteY77" fmla="*/ 1914185 h 2344739"/>
              <a:gd name="connsiteX78" fmla="*/ 8753592 w 12193149"/>
              <a:gd name="connsiteY78" fmla="*/ 1933417 h 2344739"/>
              <a:gd name="connsiteX79" fmla="*/ 8708995 w 12193149"/>
              <a:gd name="connsiteY79" fmla="*/ 1935518 h 2344739"/>
              <a:gd name="connsiteX80" fmla="*/ 8597219 w 12193149"/>
              <a:gd name="connsiteY80" fmla="*/ 1944090 h 2344739"/>
              <a:gd name="connsiteX81" fmla="*/ 8526378 w 12193149"/>
              <a:gd name="connsiteY81" fmla="*/ 1929248 h 2344739"/>
              <a:gd name="connsiteX82" fmla="*/ 8512131 w 12193149"/>
              <a:gd name="connsiteY82" fmla="*/ 1935163 h 2344739"/>
              <a:gd name="connsiteX83" fmla="*/ 8507315 w 12193149"/>
              <a:gd name="connsiteY83" fmla="*/ 1938164 h 2344739"/>
              <a:gd name="connsiteX84" fmla="*/ 8499116 w 12193149"/>
              <a:gd name="connsiteY84" fmla="*/ 1940902 h 2344739"/>
              <a:gd name="connsiteX85" fmla="*/ 8498742 w 12193149"/>
              <a:gd name="connsiteY85" fmla="*/ 1940723 h 2344739"/>
              <a:gd name="connsiteX86" fmla="*/ 8491397 w 12193149"/>
              <a:gd name="connsiteY86" fmla="*/ 1943773 h 2344739"/>
              <a:gd name="connsiteX87" fmla="*/ 8368330 w 12193149"/>
              <a:gd name="connsiteY87" fmla="*/ 1957815 h 2344739"/>
              <a:gd name="connsiteX88" fmla="*/ 8354947 w 12193149"/>
              <a:gd name="connsiteY88" fmla="*/ 1958009 h 2344739"/>
              <a:gd name="connsiteX89" fmla="*/ 8321252 w 12193149"/>
              <a:gd name="connsiteY89" fmla="*/ 1974587 h 2344739"/>
              <a:gd name="connsiteX90" fmla="*/ 8315581 w 12193149"/>
              <a:gd name="connsiteY90" fmla="*/ 1974913 h 2344739"/>
              <a:gd name="connsiteX91" fmla="*/ 8296322 w 12193149"/>
              <a:gd name="connsiteY91" fmla="*/ 1988808 h 2344739"/>
              <a:gd name="connsiteX92" fmla="*/ 8285424 w 12193149"/>
              <a:gd name="connsiteY92" fmla="*/ 1994631 h 2344739"/>
              <a:gd name="connsiteX93" fmla="*/ 8284298 w 12193149"/>
              <a:gd name="connsiteY93" fmla="*/ 1999074 h 2344739"/>
              <a:gd name="connsiteX94" fmla="*/ 8267224 w 12193149"/>
              <a:gd name="connsiteY94" fmla="*/ 2006249 h 2344739"/>
              <a:gd name="connsiteX95" fmla="*/ 8264525 w 12193149"/>
              <a:gd name="connsiteY95" fmla="*/ 2006019 h 2344739"/>
              <a:gd name="connsiteX96" fmla="*/ 8253181 w 12193149"/>
              <a:gd name="connsiteY96" fmla="*/ 2015862 h 2344739"/>
              <a:gd name="connsiteX97" fmla="*/ 8246982 w 12193149"/>
              <a:gd name="connsiteY97" fmla="*/ 2028854 h 2344739"/>
              <a:gd name="connsiteX98" fmla="*/ 8091420 w 12193149"/>
              <a:gd name="connsiteY98" fmla="*/ 2075015 h 2344739"/>
              <a:gd name="connsiteX99" fmla="*/ 7906555 w 12193149"/>
              <a:gd name="connsiteY99" fmla="*/ 2116988 h 2344739"/>
              <a:gd name="connsiteX100" fmla="*/ 7719893 w 12193149"/>
              <a:gd name="connsiteY100" fmla="*/ 2142703 h 2344739"/>
              <a:gd name="connsiteX101" fmla="*/ 7615495 w 12193149"/>
              <a:gd name="connsiteY101" fmla="*/ 2139232 h 2344739"/>
              <a:gd name="connsiteX102" fmla="*/ 7528691 w 12193149"/>
              <a:gd name="connsiteY102" fmla="*/ 2145060 h 2344739"/>
              <a:gd name="connsiteX103" fmla="*/ 7520719 w 12193149"/>
              <a:gd name="connsiteY103" fmla="*/ 2147613 h 2344739"/>
              <a:gd name="connsiteX104" fmla="*/ 7508559 w 12193149"/>
              <a:gd name="connsiteY104" fmla="*/ 2148948 h 2344739"/>
              <a:gd name="connsiteX105" fmla="*/ 7508188 w 12193149"/>
              <a:gd name="connsiteY105" fmla="*/ 2148621 h 2344739"/>
              <a:gd name="connsiteX106" fmla="*/ 7496943 w 12193149"/>
              <a:gd name="connsiteY106" fmla="*/ 2150573 h 2344739"/>
              <a:gd name="connsiteX107" fmla="*/ 7406539 w 12193149"/>
              <a:gd name="connsiteY107" fmla="*/ 2142468 h 2344739"/>
              <a:gd name="connsiteX108" fmla="*/ 7219707 w 12193149"/>
              <a:gd name="connsiteY108" fmla="*/ 2156680 h 2344739"/>
              <a:gd name="connsiteX109" fmla="*/ 7202249 w 12193149"/>
              <a:gd name="connsiteY109" fmla="*/ 2161230 h 2344739"/>
              <a:gd name="connsiteX110" fmla="*/ 7198152 w 12193149"/>
              <a:gd name="connsiteY110" fmla="*/ 2166588 h 2344739"/>
              <a:gd name="connsiteX111" fmla="*/ 7171956 w 12193149"/>
              <a:gd name="connsiteY111" fmla="*/ 2171236 h 2344739"/>
              <a:gd name="connsiteX112" fmla="*/ 7098136 w 12193149"/>
              <a:gd name="connsiteY112" fmla="*/ 2183464 h 2344739"/>
              <a:gd name="connsiteX113" fmla="*/ 7019644 w 12193149"/>
              <a:gd name="connsiteY113" fmla="*/ 2183090 h 2344739"/>
              <a:gd name="connsiteX114" fmla="*/ 6905294 w 12193149"/>
              <a:gd name="connsiteY114" fmla="*/ 2212596 h 2344739"/>
              <a:gd name="connsiteX115" fmla="*/ 6709370 w 12193149"/>
              <a:gd name="connsiteY115" fmla="*/ 2240551 h 2344739"/>
              <a:gd name="connsiteX116" fmla="*/ 6550602 w 12193149"/>
              <a:gd name="connsiteY116" fmla="*/ 2269327 h 2344739"/>
              <a:gd name="connsiteX117" fmla="*/ 6318708 w 12193149"/>
              <a:gd name="connsiteY117" fmla="*/ 2316127 h 2344739"/>
              <a:gd name="connsiteX118" fmla="*/ 6169822 w 12193149"/>
              <a:gd name="connsiteY118" fmla="*/ 2318214 h 2344739"/>
              <a:gd name="connsiteX119" fmla="*/ 6074996 w 12193149"/>
              <a:gd name="connsiteY119" fmla="*/ 2338676 h 2344739"/>
              <a:gd name="connsiteX120" fmla="*/ 6069677 w 12193149"/>
              <a:gd name="connsiteY120" fmla="*/ 2337139 h 2344739"/>
              <a:gd name="connsiteX121" fmla="*/ 6049786 w 12193149"/>
              <a:gd name="connsiteY121" fmla="*/ 2337822 h 2344739"/>
              <a:gd name="connsiteX122" fmla="*/ 6042433 w 12193149"/>
              <a:gd name="connsiteY122" fmla="*/ 2329473 h 2344739"/>
              <a:gd name="connsiteX123" fmla="*/ 6011238 w 12193149"/>
              <a:gd name="connsiteY123" fmla="*/ 2324380 h 2344739"/>
              <a:gd name="connsiteX124" fmla="*/ 5958523 w 12193149"/>
              <a:gd name="connsiteY124" fmla="*/ 2328024 h 2344739"/>
              <a:gd name="connsiteX125" fmla="*/ 5760067 w 12193149"/>
              <a:gd name="connsiteY125" fmla="*/ 2343716 h 2344739"/>
              <a:gd name="connsiteX126" fmla="*/ 5628108 w 12193149"/>
              <a:gd name="connsiteY126" fmla="*/ 2344739 h 2344739"/>
              <a:gd name="connsiteX127" fmla="*/ 5472054 w 12193149"/>
              <a:gd name="connsiteY127" fmla="*/ 2330719 h 2344739"/>
              <a:gd name="connsiteX128" fmla="*/ 5433909 w 12193149"/>
              <a:gd name="connsiteY128" fmla="*/ 2319466 h 2344739"/>
              <a:gd name="connsiteX129" fmla="*/ 5382817 w 12193149"/>
              <a:gd name="connsiteY129" fmla="*/ 2301764 h 2344739"/>
              <a:gd name="connsiteX130" fmla="*/ 5262912 w 12193149"/>
              <a:gd name="connsiteY130" fmla="*/ 2281347 h 2344739"/>
              <a:gd name="connsiteX131" fmla="*/ 5224109 w 12193149"/>
              <a:gd name="connsiteY131" fmla="*/ 2270223 h 2344739"/>
              <a:gd name="connsiteX132" fmla="*/ 5175808 w 12193149"/>
              <a:gd name="connsiteY132" fmla="*/ 2267233 h 2344739"/>
              <a:gd name="connsiteX133" fmla="*/ 5157702 w 12193149"/>
              <a:gd name="connsiteY133" fmla="*/ 2260010 h 2344739"/>
              <a:gd name="connsiteX134" fmla="*/ 5143747 w 12193149"/>
              <a:gd name="connsiteY134" fmla="*/ 2256610 h 2344739"/>
              <a:gd name="connsiteX135" fmla="*/ 5140744 w 12193149"/>
              <a:gd name="connsiteY135" fmla="*/ 2254509 h 2344739"/>
              <a:gd name="connsiteX136" fmla="*/ 5122807 w 12193149"/>
              <a:gd name="connsiteY136" fmla="*/ 2243656 h 2344739"/>
              <a:gd name="connsiteX137" fmla="*/ 5066938 w 12193149"/>
              <a:gd name="connsiteY137" fmla="*/ 2250227 h 2344739"/>
              <a:gd name="connsiteX138" fmla="*/ 5012662 w 12193149"/>
              <a:gd name="connsiteY138" fmla="*/ 2233846 h 2344739"/>
              <a:gd name="connsiteX139" fmla="*/ 4841589 w 12193149"/>
              <a:gd name="connsiteY139" fmla="*/ 2209829 h 2344739"/>
              <a:gd name="connsiteX140" fmla="*/ 4763595 w 12193149"/>
              <a:gd name="connsiteY140" fmla="*/ 2182061 h 2344739"/>
              <a:gd name="connsiteX141" fmla="*/ 4724334 w 12193149"/>
              <a:gd name="connsiteY141" fmla="*/ 2173047 h 2344739"/>
              <a:gd name="connsiteX142" fmla="*/ 4722324 w 12193149"/>
              <a:gd name="connsiteY142" fmla="*/ 2172298 h 2344739"/>
              <a:gd name="connsiteX143" fmla="*/ 4723259 w 12193149"/>
              <a:gd name="connsiteY143" fmla="*/ 2172087 h 2344739"/>
              <a:gd name="connsiteX144" fmla="*/ 4718350 w 12193149"/>
              <a:gd name="connsiteY144" fmla="*/ 2170817 h 2344739"/>
              <a:gd name="connsiteX145" fmla="*/ 4722324 w 12193149"/>
              <a:gd name="connsiteY145" fmla="*/ 2172298 h 2344739"/>
              <a:gd name="connsiteX146" fmla="*/ 4716674 w 12193149"/>
              <a:gd name="connsiteY146" fmla="*/ 2173573 h 2344739"/>
              <a:gd name="connsiteX147" fmla="*/ 4516962 w 12193149"/>
              <a:gd name="connsiteY147" fmla="*/ 2163671 h 2344739"/>
              <a:gd name="connsiteX148" fmla="*/ 4429691 w 12193149"/>
              <a:gd name="connsiteY148" fmla="*/ 2153020 h 2344739"/>
              <a:gd name="connsiteX149" fmla="*/ 4364023 w 12193149"/>
              <a:gd name="connsiteY149" fmla="*/ 2151674 h 2344739"/>
              <a:gd name="connsiteX150" fmla="*/ 4318114 w 12193149"/>
              <a:gd name="connsiteY150" fmla="*/ 2158289 h 2344739"/>
              <a:gd name="connsiteX151" fmla="*/ 4316258 w 12193149"/>
              <a:gd name="connsiteY151" fmla="*/ 2156948 h 2344739"/>
              <a:gd name="connsiteX152" fmla="*/ 4296292 w 12193149"/>
              <a:gd name="connsiteY152" fmla="*/ 2155069 h 2344739"/>
              <a:gd name="connsiteX153" fmla="*/ 4291212 w 12193149"/>
              <a:gd name="connsiteY153" fmla="*/ 2157986 h 2344739"/>
              <a:gd name="connsiteX154" fmla="*/ 4277290 w 12193149"/>
              <a:gd name="connsiteY154" fmla="*/ 2157740 h 2344739"/>
              <a:gd name="connsiteX155" fmla="*/ 4249265 w 12193149"/>
              <a:gd name="connsiteY155" fmla="*/ 2160064 h 2344739"/>
              <a:gd name="connsiteX156" fmla="*/ 4203199 w 12193149"/>
              <a:gd name="connsiteY156" fmla="*/ 2157269 h 2344739"/>
              <a:gd name="connsiteX157" fmla="*/ 4202893 w 12193149"/>
              <a:gd name="connsiteY157" fmla="*/ 2156010 h 2344739"/>
              <a:gd name="connsiteX158" fmla="*/ 4192396 w 12193149"/>
              <a:gd name="connsiteY158" fmla="*/ 2150376 h 2344739"/>
              <a:gd name="connsiteX159" fmla="*/ 4143893 w 12193149"/>
              <a:gd name="connsiteY159" fmla="*/ 2134511 h 2344739"/>
              <a:gd name="connsiteX160" fmla="*/ 4084245 w 12193149"/>
              <a:gd name="connsiteY160" fmla="*/ 2107978 h 2344739"/>
              <a:gd name="connsiteX161" fmla="*/ 4075694 w 12193149"/>
              <a:gd name="connsiteY161" fmla="*/ 2107143 h 2344739"/>
              <a:gd name="connsiteX162" fmla="*/ 4075575 w 12193149"/>
              <a:gd name="connsiteY162" fmla="*/ 2106844 h 2344739"/>
              <a:gd name="connsiteX163" fmla="*/ 4066658 w 12193149"/>
              <a:gd name="connsiteY163" fmla="*/ 2105400 h 2344739"/>
              <a:gd name="connsiteX164" fmla="*/ 4060102 w 12193149"/>
              <a:gd name="connsiteY164" fmla="*/ 2105618 h 2344739"/>
              <a:gd name="connsiteX165" fmla="*/ 4043512 w 12193149"/>
              <a:gd name="connsiteY165" fmla="*/ 2103997 h 2344739"/>
              <a:gd name="connsiteX166" fmla="*/ 4038145 w 12193149"/>
              <a:gd name="connsiteY166" fmla="*/ 2101563 h 2344739"/>
              <a:gd name="connsiteX167" fmla="*/ 4036511 w 12193149"/>
              <a:gd name="connsiteY167" fmla="*/ 2097896 h 2344739"/>
              <a:gd name="connsiteX168" fmla="*/ 4034926 w 12193149"/>
              <a:gd name="connsiteY168" fmla="*/ 2098131 h 2344739"/>
              <a:gd name="connsiteX169" fmla="*/ 4005686 w 12193149"/>
              <a:gd name="connsiteY169" fmla="*/ 2085563 h 2344739"/>
              <a:gd name="connsiteX170" fmla="*/ 3937994 w 12193149"/>
              <a:gd name="connsiteY170" fmla="*/ 2068106 h 2344739"/>
              <a:gd name="connsiteX171" fmla="*/ 3898423 w 12193149"/>
              <a:gd name="connsiteY171" fmla="*/ 2062451 h 2344739"/>
              <a:gd name="connsiteX172" fmla="*/ 3790908 w 12193149"/>
              <a:gd name="connsiteY172" fmla="*/ 2042213 h 2344739"/>
              <a:gd name="connsiteX173" fmla="*/ 3683661 w 12193149"/>
              <a:gd name="connsiteY173" fmla="*/ 2018290 h 2344739"/>
              <a:gd name="connsiteX174" fmla="*/ 3611183 w 12193149"/>
              <a:gd name="connsiteY174" fmla="*/ 1986019 h 2344739"/>
              <a:gd name="connsiteX175" fmla="*/ 3605003 w 12193149"/>
              <a:gd name="connsiteY175" fmla="*/ 1987381 h 2344739"/>
              <a:gd name="connsiteX176" fmla="*/ 3595884 w 12193149"/>
              <a:gd name="connsiteY176" fmla="*/ 1987545 h 2344739"/>
              <a:gd name="connsiteX177" fmla="*/ 3595649 w 12193149"/>
              <a:gd name="connsiteY177" fmla="*/ 1987276 h 2344739"/>
              <a:gd name="connsiteX178" fmla="*/ 3587126 w 12193149"/>
              <a:gd name="connsiteY178" fmla="*/ 1987966 h 2344739"/>
              <a:gd name="connsiteX179" fmla="*/ 3537283 w 12193149"/>
              <a:gd name="connsiteY179" fmla="*/ 1978267 h 2344739"/>
              <a:gd name="connsiteX180" fmla="*/ 3474371 w 12193149"/>
              <a:gd name="connsiteY180" fmla="*/ 1974606 h 2344739"/>
              <a:gd name="connsiteX181" fmla="*/ 3401876 w 12193149"/>
              <a:gd name="connsiteY181" fmla="*/ 1962558 h 2344739"/>
              <a:gd name="connsiteX182" fmla="*/ 3365036 w 12193149"/>
              <a:gd name="connsiteY182" fmla="*/ 1979510 h 2344739"/>
              <a:gd name="connsiteX183" fmla="*/ 3345174 w 12193149"/>
              <a:gd name="connsiteY183" fmla="*/ 1981192 h 2344739"/>
              <a:gd name="connsiteX184" fmla="*/ 3342846 w 12193149"/>
              <a:gd name="connsiteY184" fmla="*/ 1980217 h 2344739"/>
              <a:gd name="connsiteX185" fmla="*/ 3263504 w 12193149"/>
              <a:gd name="connsiteY185" fmla="*/ 1986094 h 2344739"/>
              <a:gd name="connsiteX186" fmla="*/ 3143704 w 12193149"/>
              <a:gd name="connsiteY186" fmla="*/ 1993869 h 2344739"/>
              <a:gd name="connsiteX187" fmla="*/ 3031439 w 12193149"/>
              <a:gd name="connsiteY187" fmla="*/ 1996512 h 2344739"/>
              <a:gd name="connsiteX188" fmla="*/ 2782717 w 12193149"/>
              <a:gd name="connsiteY188" fmla="*/ 2018333 h 2344739"/>
              <a:gd name="connsiteX189" fmla="*/ 2647675 w 12193149"/>
              <a:gd name="connsiteY189" fmla="*/ 2028869 h 2344739"/>
              <a:gd name="connsiteX190" fmla="*/ 2569176 w 12193149"/>
              <a:gd name="connsiteY190" fmla="*/ 2002628 h 2344739"/>
              <a:gd name="connsiteX191" fmla="*/ 2444403 w 12193149"/>
              <a:gd name="connsiteY191" fmla="*/ 2016529 h 2344739"/>
              <a:gd name="connsiteX192" fmla="*/ 2316260 w 12193149"/>
              <a:gd name="connsiteY192" fmla="*/ 2024996 h 2344739"/>
              <a:gd name="connsiteX193" fmla="*/ 2209726 w 12193149"/>
              <a:gd name="connsiteY193" fmla="*/ 2019763 h 2344739"/>
              <a:gd name="connsiteX194" fmla="*/ 2095813 w 12193149"/>
              <a:gd name="connsiteY194" fmla="*/ 2003052 h 2344739"/>
              <a:gd name="connsiteX195" fmla="*/ 1998504 w 12193149"/>
              <a:gd name="connsiteY195" fmla="*/ 1995032 h 2344739"/>
              <a:gd name="connsiteX196" fmla="*/ 1929320 w 12193149"/>
              <a:gd name="connsiteY196" fmla="*/ 2016977 h 2344739"/>
              <a:gd name="connsiteX197" fmla="*/ 1922798 w 12193149"/>
              <a:gd name="connsiteY197" fmla="*/ 2012146 h 2344739"/>
              <a:gd name="connsiteX198" fmla="*/ 1874228 w 12193149"/>
              <a:gd name="connsiteY198" fmla="*/ 2013741 h 2344739"/>
              <a:gd name="connsiteX199" fmla="*/ 1787803 w 12193149"/>
              <a:gd name="connsiteY199" fmla="*/ 2041363 h 2344739"/>
              <a:gd name="connsiteX200" fmla="*/ 1739352 w 12193149"/>
              <a:gd name="connsiteY200" fmla="*/ 2036312 h 2344739"/>
              <a:gd name="connsiteX201" fmla="*/ 1676219 w 12193149"/>
              <a:gd name="connsiteY201" fmla="*/ 2019963 h 2344739"/>
              <a:gd name="connsiteX202" fmla="*/ 1609817 w 12193149"/>
              <a:gd name="connsiteY202" fmla="*/ 2013066 h 2344739"/>
              <a:gd name="connsiteX203" fmla="*/ 1497258 w 12193149"/>
              <a:gd name="connsiteY203" fmla="*/ 1987476 h 2344739"/>
              <a:gd name="connsiteX204" fmla="*/ 1151127 w 12193149"/>
              <a:gd name="connsiteY204" fmla="*/ 1938041 h 2344739"/>
              <a:gd name="connsiteX205" fmla="*/ 859417 w 12193149"/>
              <a:gd name="connsiteY205" fmla="*/ 1928608 h 2344739"/>
              <a:gd name="connsiteX206" fmla="*/ 838688 w 12193149"/>
              <a:gd name="connsiteY206" fmla="*/ 1929821 h 2344739"/>
              <a:gd name="connsiteX207" fmla="*/ 817957 w 12193149"/>
              <a:gd name="connsiteY207" fmla="*/ 1927857 h 2344739"/>
              <a:gd name="connsiteX208" fmla="*/ 812654 w 12193149"/>
              <a:gd name="connsiteY208" fmla="*/ 1930751 h 2344739"/>
              <a:gd name="connsiteX209" fmla="*/ 721195 w 12193149"/>
              <a:gd name="connsiteY209" fmla="*/ 1929661 h 2344739"/>
              <a:gd name="connsiteX210" fmla="*/ 720890 w 12193149"/>
              <a:gd name="connsiteY210" fmla="*/ 1928399 h 2344739"/>
              <a:gd name="connsiteX211" fmla="*/ 710023 w 12193149"/>
              <a:gd name="connsiteY211" fmla="*/ 1922722 h 2344739"/>
              <a:gd name="connsiteX212" fmla="*/ 597940 w 12193149"/>
              <a:gd name="connsiteY212" fmla="*/ 1879864 h 2344739"/>
              <a:gd name="connsiteX213" fmla="*/ 579683 w 12193149"/>
              <a:gd name="connsiteY213" fmla="*/ 1877212 h 2344739"/>
              <a:gd name="connsiteX214" fmla="*/ 572865 w 12193149"/>
              <a:gd name="connsiteY214" fmla="*/ 1877401 h 2344739"/>
              <a:gd name="connsiteX215" fmla="*/ 446247 w 12193149"/>
              <a:gd name="connsiteY215" fmla="*/ 1839371 h 2344739"/>
              <a:gd name="connsiteX216" fmla="*/ 405163 w 12193149"/>
              <a:gd name="connsiteY216" fmla="*/ 1833548 h 2344739"/>
              <a:gd name="connsiteX217" fmla="*/ 293583 w 12193149"/>
              <a:gd name="connsiteY217" fmla="*/ 1812852 h 2344739"/>
              <a:gd name="connsiteX218" fmla="*/ 119529 w 12193149"/>
              <a:gd name="connsiteY218" fmla="*/ 1761047 h 2344739"/>
              <a:gd name="connsiteX219" fmla="*/ 16674 w 12193149"/>
              <a:gd name="connsiteY219" fmla="*/ 1758191 h 2344739"/>
              <a:gd name="connsiteX220" fmla="*/ 1150 w 12193149"/>
              <a:gd name="connsiteY220" fmla="*/ 1752722 h 2344739"/>
              <a:gd name="connsiteX221" fmla="*/ 1148 w 12193149"/>
              <a:gd name="connsiteY221" fmla="*/ 222213 h 2344739"/>
              <a:gd name="connsiteX222" fmla="*/ 1148 w 12193149"/>
              <a:gd name="connsiteY222"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101593 w 12193149"/>
              <a:gd name="connsiteY58" fmla="*/ 1742432 h 2344739"/>
              <a:gd name="connsiteX59" fmla="*/ 10083317 w 12193149"/>
              <a:gd name="connsiteY59" fmla="*/ 1743296 h 2344739"/>
              <a:gd name="connsiteX60" fmla="*/ 10040388 w 12193149"/>
              <a:gd name="connsiteY60" fmla="*/ 1741632 h 2344739"/>
              <a:gd name="connsiteX61" fmla="*/ 9961167 w 12193149"/>
              <a:gd name="connsiteY61" fmla="*/ 1757147 h 2344739"/>
              <a:gd name="connsiteX62" fmla="*/ 9848940 w 12193149"/>
              <a:gd name="connsiteY62" fmla="*/ 1763915 h 2344739"/>
              <a:gd name="connsiteX63" fmla="*/ 9729457 w 12193149"/>
              <a:gd name="connsiteY63" fmla="*/ 1784122 h 2344739"/>
              <a:gd name="connsiteX64" fmla="*/ 9585655 w 12193149"/>
              <a:gd name="connsiteY64" fmla="*/ 1795542 h 2344739"/>
              <a:gd name="connsiteX65" fmla="*/ 9344200 w 12193149"/>
              <a:gd name="connsiteY65" fmla="*/ 1841244 h 2344739"/>
              <a:gd name="connsiteX66" fmla="*/ 9232518 w 12193149"/>
              <a:gd name="connsiteY66" fmla="*/ 1893149 h 2344739"/>
              <a:gd name="connsiteX67" fmla="*/ 9195958 w 12193149"/>
              <a:gd name="connsiteY67" fmla="*/ 1903228 h 2344739"/>
              <a:gd name="connsiteX68" fmla="*/ 9054601 w 12193149"/>
              <a:gd name="connsiteY68" fmla="*/ 1910755 h 2344739"/>
              <a:gd name="connsiteX69" fmla="*/ 9006634 w 12193149"/>
              <a:gd name="connsiteY69" fmla="*/ 1914040 h 2344739"/>
              <a:gd name="connsiteX70" fmla="*/ 9006349 w 12193149"/>
              <a:gd name="connsiteY70" fmla="*/ 1913800 h 2344739"/>
              <a:gd name="connsiteX71" fmla="*/ 8997380 w 12193149"/>
              <a:gd name="connsiteY71" fmla="*/ 1915011 h 2344739"/>
              <a:gd name="connsiteX72" fmla="*/ 8991542 w 12193149"/>
              <a:gd name="connsiteY72" fmla="*/ 1917072 h 2344739"/>
              <a:gd name="connsiteX73" fmla="*/ 8975485 w 12193149"/>
              <a:gd name="connsiteY73" fmla="*/ 1920298 h 2344739"/>
              <a:gd name="connsiteX74" fmla="*/ 8969159 w 12193149"/>
              <a:gd name="connsiteY74" fmla="*/ 1919598 h 2344739"/>
              <a:gd name="connsiteX75" fmla="*/ 8964196 w 12193149"/>
              <a:gd name="connsiteY75" fmla="*/ 1917373 h 2344739"/>
              <a:gd name="connsiteX76" fmla="*/ 8930136 w 12193149"/>
              <a:gd name="connsiteY76" fmla="*/ 1914185 h 2344739"/>
              <a:gd name="connsiteX77" fmla="*/ 8753592 w 12193149"/>
              <a:gd name="connsiteY77" fmla="*/ 1933417 h 2344739"/>
              <a:gd name="connsiteX78" fmla="*/ 8708995 w 12193149"/>
              <a:gd name="connsiteY78" fmla="*/ 1935518 h 2344739"/>
              <a:gd name="connsiteX79" fmla="*/ 8597219 w 12193149"/>
              <a:gd name="connsiteY79" fmla="*/ 1944090 h 2344739"/>
              <a:gd name="connsiteX80" fmla="*/ 8526378 w 12193149"/>
              <a:gd name="connsiteY80" fmla="*/ 1929248 h 2344739"/>
              <a:gd name="connsiteX81" fmla="*/ 8512131 w 12193149"/>
              <a:gd name="connsiteY81" fmla="*/ 1935163 h 2344739"/>
              <a:gd name="connsiteX82" fmla="*/ 8507315 w 12193149"/>
              <a:gd name="connsiteY82" fmla="*/ 1938164 h 2344739"/>
              <a:gd name="connsiteX83" fmla="*/ 8499116 w 12193149"/>
              <a:gd name="connsiteY83" fmla="*/ 1940902 h 2344739"/>
              <a:gd name="connsiteX84" fmla="*/ 8498742 w 12193149"/>
              <a:gd name="connsiteY84" fmla="*/ 1940723 h 2344739"/>
              <a:gd name="connsiteX85" fmla="*/ 8491397 w 12193149"/>
              <a:gd name="connsiteY85" fmla="*/ 1943773 h 2344739"/>
              <a:gd name="connsiteX86" fmla="*/ 8368330 w 12193149"/>
              <a:gd name="connsiteY86" fmla="*/ 1957815 h 2344739"/>
              <a:gd name="connsiteX87" fmla="*/ 8354947 w 12193149"/>
              <a:gd name="connsiteY87" fmla="*/ 1958009 h 2344739"/>
              <a:gd name="connsiteX88" fmla="*/ 8321252 w 12193149"/>
              <a:gd name="connsiteY88" fmla="*/ 1974587 h 2344739"/>
              <a:gd name="connsiteX89" fmla="*/ 8315581 w 12193149"/>
              <a:gd name="connsiteY89" fmla="*/ 1974913 h 2344739"/>
              <a:gd name="connsiteX90" fmla="*/ 8296322 w 12193149"/>
              <a:gd name="connsiteY90" fmla="*/ 1988808 h 2344739"/>
              <a:gd name="connsiteX91" fmla="*/ 8285424 w 12193149"/>
              <a:gd name="connsiteY91" fmla="*/ 1994631 h 2344739"/>
              <a:gd name="connsiteX92" fmla="*/ 8284298 w 12193149"/>
              <a:gd name="connsiteY92" fmla="*/ 1999074 h 2344739"/>
              <a:gd name="connsiteX93" fmla="*/ 8267224 w 12193149"/>
              <a:gd name="connsiteY93" fmla="*/ 2006249 h 2344739"/>
              <a:gd name="connsiteX94" fmla="*/ 8264525 w 12193149"/>
              <a:gd name="connsiteY94" fmla="*/ 2006019 h 2344739"/>
              <a:gd name="connsiteX95" fmla="*/ 8253181 w 12193149"/>
              <a:gd name="connsiteY95" fmla="*/ 2015862 h 2344739"/>
              <a:gd name="connsiteX96" fmla="*/ 8246982 w 12193149"/>
              <a:gd name="connsiteY96" fmla="*/ 2028854 h 2344739"/>
              <a:gd name="connsiteX97" fmla="*/ 8091420 w 12193149"/>
              <a:gd name="connsiteY97" fmla="*/ 2075015 h 2344739"/>
              <a:gd name="connsiteX98" fmla="*/ 7906555 w 12193149"/>
              <a:gd name="connsiteY98" fmla="*/ 2116988 h 2344739"/>
              <a:gd name="connsiteX99" fmla="*/ 7719893 w 12193149"/>
              <a:gd name="connsiteY99" fmla="*/ 2142703 h 2344739"/>
              <a:gd name="connsiteX100" fmla="*/ 7615495 w 12193149"/>
              <a:gd name="connsiteY100" fmla="*/ 2139232 h 2344739"/>
              <a:gd name="connsiteX101" fmla="*/ 7528691 w 12193149"/>
              <a:gd name="connsiteY101" fmla="*/ 2145060 h 2344739"/>
              <a:gd name="connsiteX102" fmla="*/ 7520719 w 12193149"/>
              <a:gd name="connsiteY102" fmla="*/ 2147613 h 2344739"/>
              <a:gd name="connsiteX103" fmla="*/ 7508559 w 12193149"/>
              <a:gd name="connsiteY103" fmla="*/ 2148948 h 2344739"/>
              <a:gd name="connsiteX104" fmla="*/ 7508188 w 12193149"/>
              <a:gd name="connsiteY104" fmla="*/ 2148621 h 2344739"/>
              <a:gd name="connsiteX105" fmla="*/ 7496943 w 12193149"/>
              <a:gd name="connsiteY105" fmla="*/ 2150573 h 2344739"/>
              <a:gd name="connsiteX106" fmla="*/ 7406539 w 12193149"/>
              <a:gd name="connsiteY106" fmla="*/ 2142468 h 2344739"/>
              <a:gd name="connsiteX107" fmla="*/ 7219707 w 12193149"/>
              <a:gd name="connsiteY107" fmla="*/ 2156680 h 2344739"/>
              <a:gd name="connsiteX108" fmla="*/ 7202249 w 12193149"/>
              <a:gd name="connsiteY108" fmla="*/ 2161230 h 2344739"/>
              <a:gd name="connsiteX109" fmla="*/ 7198152 w 12193149"/>
              <a:gd name="connsiteY109" fmla="*/ 2166588 h 2344739"/>
              <a:gd name="connsiteX110" fmla="*/ 7171956 w 12193149"/>
              <a:gd name="connsiteY110" fmla="*/ 2171236 h 2344739"/>
              <a:gd name="connsiteX111" fmla="*/ 7098136 w 12193149"/>
              <a:gd name="connsiteY111" fmla="*/ 2183464 h 2344739"/>
              <a:gd name="connsiteX112" fmla="*/ 7019644 w 12193149"/>
              <a:gd name="connsiteY112" fmla="*/ 2183090 h 2344739"/>
              <a:gd name="connsiteX113" fmla="*/ 6905294 w 12193149"/>
              <a:gd name="connsiteY113" fmla="*/ 2212596 h 2344739"/>
              <a:gd name="connsiteX114" fmla="*/ 6709370 w 12193149"/>
              <a:gd name="connsiteY114" fmla="*/ 2240551 h 2344739"/>
              <a:gd name="connsiteX115" fmla="*/ 6550602 w 12193149"/>
              <a:gd name="connsiteY115" fmla="*/ 2269327 h 2344739"/>
              <a:gd name="connsiteX116" fmla="*/ 6318708 w 12193149"/>
              <a:gd name="connsiteY116" fmla="*/ 2316127 h 2344739"/>
              <a:gd name="connsiteX117" fmla="*/ 6169822 w 12193149"/>
              <a:gd name="connsiteY117" fmla="*/ 2318214 h 2344739"/>
              <a:gd name="connsiteX118" fmla="*/ 6074996 w 12193149"/>
              <a:gd name="connsiteY118" fmla="*/ 2338676 h 2344739"/>
              <a:gd name="connsiteX119" fmla="*/ 6069677 w 12193149"/>
              <a:gd name="connsiteY119" fmla="*/ 2337139 h 2344739"/>
              <a:gd name="connsiteX120" fmla="*/ 6049786 w 12193149"/>
              <a:gd name="connsiteY120" fmla="*/ 2337822 h 2344739"/>
              <a:gd name="connsiteX121" fmla="*/ 6042433 w 12193149"/>
              <a:gd name="connsiteY121" fmla="*/ 2329473 h 2344739"/>
              <a:gd name="connsiteX122" fmla="*/ 6011238 w 12193149"/>
              <a:gd name="connsiteY122" fmla="*/ 2324380 h 2344739"/>
              <a:gd name="connsiteX123" fmla="*/ 5958523 w 12193149"/>
              <a:gd name="connsiteY123" fmla="*/ 2328024 h 2344739"/>
              <a:gd name="connsiteX124" fmla="*/ 5760067 w 12193149"/>
              <a:gd name="connsiteY124" fmla="*/ 2343716 h 2344739"/>
              <a:gd name="connsiteX125" fmla="*/ 5628108 w 12193149"/>
              <a:gd name="connsiteY125" fmla="*/ 2344739 h 2344739"/>
              <a:gd name="connsiteX126" fmla="*/ 5472054 w 12193149"/>
              <a:gd name="connsiteY126" fmla="*/ 2330719 h 2344739"/>
              <a:gd name="connsiteX127" fmla="*/ 5433909 w 12193149"/>
              <a:gd name="connsiteY127" fmla="*/ 2319466 h 2344739"/>
              <a:gd name="connsiteX128" fmla="*/ 5382817 w 12193149"/>
              <a:gd name="connsiteY128" fmla="*/ 2301764 h 2344739"/>
              <a:gd name="connsiteX129" fmla="*/ 5262912 w 12193149"/>
              <a:gd name="connsiteY129" fmla="*/ 2281347 h 2344739"/>
              <a:gd name="connsiteX130" fmla="*/ 5224109 w 12193149"/>
              <a:gd name="connsiteY130" fmla="*/ 2270223 h 2344739"/>
              <a:gd name="connsiteX131" fmla="*/ 5175808 w 12193149"/>
              <a:gd name="connsiteY131" fmla="*/ 2267233 h 2344739"/>
              <a:gd name="connsiteX132" fmla="*/ 5157702 w 12193149"/>
              <a:gd name="connsiteY132" fmla="*/ 2260010 h 2344739"/>
              <a:gd name="connsiteX133" fmla="*/ 5143747 w 12193149"/>
              <a:gd name="connsiteY133" fmla="*/ 2256610 h 2344739"/>
              <a:gd name="connsiteX134" fmla="*/ 5140744 w 12193149"/>
              <a:gd name="connsiteY134" fmla="*/ 2254509 h 2344739"/>
              <a:gd name="connsiteX135" fmla="*/ 5122807 w 12193149"/>
              <a:gd name="connsiteY135" fmla="*/ 2243656 h 2344739"/>
              <a:gd name="connsiteX136" fmla="*/ 5066938 w 12193149"/>
              <a:gd name="connsiteY136" fmla="*/ 2250227 h 2344739"/>
              <a:gd name="connsiteX137" fmla="*/ 5012662 w 12193149"/>
              <a:gd name="connsiteY137" fmla="*/ 2233846 h 2344739"/>
              <a:gd name="connsiteX138" fmla="*/ 4841589 w 12193149"/>
              <a:gd name="connsiteY138" fmla="*/ 2209829 h 2344739"/>
              <a:gd name="connsiteX139" fmla="*/ 4763595 w 12193149"/>
              <a:gd name="connsiteY139" fmla="*/ 2182061 h 2344739"/>
              <a:gd name="connsiteX140" fmla="*/ 4724334 w 12193149"/>
              <a:gd name="connsiteY140" fmla="*/ 2173047 h 2344739"/>
              <a:gd name="connsiteX141" fmla="*/ 4722324 w 12193149"/>
              <a:gd name="connsiteY141" fmla="*/ 2172298 h 2344739"/>
              <a:gd name="connsiteX142" fmla="*/ 4723259 w 12193149"/>
              <a:gd name="connsiteY142" fmla="*/ 2172087 h 2344739"/>
              <a:gd name="connsiteX143" fmla="*/ 4718350 w 12193149"/>
              <a:gd name="connsiteY143" fmla="*/ 2170817 h 2344739"/>
              <a:gd name="connsiteX144" fmla="*/ 4722324 w 12193149"/>
              <a:gd name="connsiteY144" fmla="*/ 2172298 h 2344739"/>
              <a:gd name="connsiteX145" fmla="*/ 4716674 w 12193149"/>
              <a:gd name="connsiteY145" fmla="*/ 2173573 h 2344739"/>
              <a:gd name="connsiteX146" fmla="*/ 4516962 w 12193149"/>
              <a:gd name="connsiteY146" fmla="*/ 2163671 h 2344739"/>
              <a:gd name="connsiteX147" fmla="*/ 4429691 w 12193149"/>
              <a:gd name="connsiteY147" fmla="*/ 2153020 h 2344739"/>
              <a:gd name="connsiteX148" fmla="*/ 4364023 w 12193149"/>
              <a:gd name="connsiteY148" fmla="*/ 2151674 h 2344739"/>
              <a:gd name="connsiteX149" fmla="*/ 4318114 w 12193149"/>
              <a:gd name="connsiteY149" fmla="*/ 2158289 h 2344739"/>
              <a:gd name="connsiteX150" fmla="*/ 4316258 w 12193149"/>
              <a:gd name="connsiteY150" fmla="*/ 2156948 h 2344739"/>
              <a:gd name="connsiteX151" fmla="*/ 4296292 w 12193149"/>
              <a:gd name="connsiteY151" fmla="*/ 2155069 h 2344739"/>
              <a:gd name="connsiteX152" fmla="*/ 4291212 w 12193149"/>
              <a:gd name="connsiteY152" fmla="*/ 2157986 h 2344739"/>
              <a:gd name="connsiteX153" fmla="*/ 4277290 w 12193149"/>
              <a:gd name="connsiteY153" fmla="*/ 2157740 h 2344739"/>
              <a:gd name="connsiteX154" fmla="*/ 4249265 w 12193149"/>
              <a:gd name="connsiteY154" fmla="*/ 2160064 h 2344739"/>
              <a:gd name="connsiteX155" fmla="*/ 4203199 w 12193149"/>
              <a:gd name="connsiteY155" fmla="*/ 2157269 h 2344739"/>
              <a:gd name="connsiteX156" fmla="*/ 4202893 w 12193149"/>
              <a:gd name="connsiteY156" fmla="*/ 2156010 h 2344739"/>
              <a:gd name="connsiteX157" fmla="*/ 4192396 w 12193149"/>
              <a:gd name="connsiteY157" fmla="*/ 2150376 h 2344739"/>
              <a:gd name="connsiteX158" fmla="*/ 4143893 w 12193149"/>
              <a:gd name="connsiteY158" fmla="*/ 2134511 h 2344739"/>
              <a:gd name="connsiteX159" fmla="*/ 4084245 w 12193149"/>
              <a:gd name="connsiteY159" fmla="*/ 2107978 h 2344739"/>
              <a:gd name="connsiteX160" fmla="*/ 4075694 w 12193149"/>
              <a:gd name="connsiteY160" fmla="*/ 2107143 h 2344739"/>
              <a:gd name="connsiteX161" fmla="*/ 4075575 w 12193149"/>
              <a:gd name="connsiteY161" fmla="*/ 2106844 h 2344739"/>
              <a:gd name="connsiteX162" fmla="*/ 4066658 w 12193149"/>
              <a:gd name="connsiteY162" fmla="*/ 2105400 h 2344739"/>
              <a:gd name="connsiteX163" fmla="*/ 4060102 w 12193149"/>
              <a:gd name="connsiteY163" fmla="*/ 2105618 h 2344739"/>
              <a:gd name="connsiteX164" fmla="*/ 4043512 w 12193149"/>
              <a:gd name="connsiteY164" fmla="*/ 2103997 h 2344739"/>
              <a:gd name="connsiteX165" fmla="*/ 4038145 w 12193149"/>
              <a:gd name="connsiteY165" fmla="*/ 2101563 h 2344739"/>
              <a:gd name="connsiteX166" fmla="*/ 4036511 w 12193149"/>
              <a:gd name="connsiteY166" fmla="*/ 2097896 h 2344739"/>
              <a:gd name="connsiteX167" fmla="*/ 4034926 w 12193149"/>
              <a:gd name="connsiteY167" fmla="*/ 2098131 h 2344739"/>
              <a:gd name="connsiteX168" fmla="*/ 4005686 w 12193149"/>
              <a:gd name="connsiteY168" fmla="*/ 2085563 h 2344739"/>
              <a:gd name="connsiteX169" fmla="*/ 3937994 w 12193149"/>
              <a:gd name="connsiteY169" fmla="*/ 2068106 h 2344739"/>
              <a:gd name="connsiteX170" fmla="*/ 3898423 w 12193149"/>
              <a:gd name="connsiteY170" fmla="*/ 2062451 h 2344739"/>
              <a:gd name="connsiteX171" fmla="*/ 3790908 w 12193149"/>
              <a:gd name="connsiteY171" fmla="*/ 2042213 h 2344739"/>
              <a:gd name="connsiteX172" fmla="*/ 3683661 w 12193149"/>
              <a:gd name="connsiteY172" fmla="*/ 2018290 h 2344739"/>
              <a:gd name="connsiteX173" fmla="*/ 3611183 w 12193149"/>
              <a:gd name="connsiteY173" fmla="*/ 1986019 h 2344739"/>
              <a:gd name="connsiteX174" fmla="*/ 3605003 w 12193149"/>
              <a:gd name="connsiteY174" fmla="*/ 1987381 h 2344739"/>
              <a:gd name="connsiteX175" fmla="*/ 3595884 w 12193149"/>
              <a:gd name="connsiteY175" fmla="*/ 1987545 h 2344739"/>
              <a:gd name="connsiteX176" fmla="*/ 3595649 w 12193149"/>
              <a:gd name="connsiteY176" fmla="*/ 1987276 h 2344739"/>
              <a:gd name="connsiteX177" fmla="*/ 3587126 w 12193149"/>
              <a:gd name="connsiteY177" fmla="*/ 1987966 h 2344739"/>
              <a:gd name="connsiteX178" fmla="*/ 3537283 w 12193149"/>
              <a:gd name="connsiteY178" fmla="*/ 1978267 h 2344739"/>
              <a:gd name="connsiteX179" fmla="*/ 3474371 w 12193149"/>
              <a:gd name="connsiteY179" fmla="*/ 1974606 h 2344739"/>
              <a:gd name="connsiteX180" fmla="*/ 3401876 w 12193149"/>
              <a:gd name="connsiteY180" fmla="*/ 1962558 h 2344739"/>
              <a:gd name="connsiteX181" fmla="*/ 3365036 w 12193149"/>
              <a:gd name="connsiteY181" fmla="*/ 1979510 h 2344739"/>
              <a:gd name="connsiteX182" fmla="*/ 3345174 w 12193149"/>
              <a:gd name="connsiteY182" fmla="*/ 1981192 h 2344739"/>
              <a:gd name="connsiteX183" fmla="*/ 3342846 w 12193149"/>
              <a:gd name="connsiteY183" fmla="*/ 1980217 h 2344739"/>
              <a:gd name="connsiteX184" fmla="*/ 3263504 w 12193149"/>
              <a:gd name="connsiteY184" fmla="*/ 1986094 h 2344739"/>
              <a:gd name="connsiteX185" fmla="*/ 3143704 w 12193149"/>
              <a:gd name="connsiteY185" fmla="*/ 1993869 h 2344739"/>
              <a:gd name="connsiteX186" fmla="*/ 3031439 w 12193149"/>
              <a:gd name="connsiteY186" fmla="*/ 1996512 h 2344739"/>
              <a:gd name="connsiteX187" fmla="*/ 2782717 w 12193149"/>
              <a:gd name="connsiteY187" fmla="*/ 2018333 h 2344739"/>
              <a:gd name="connsiteX188" fmla="*/ 2647675 w 12193149"/>
              <a:gd name="connsiteY188" fmla="*/ 2028869 h 2344739"/>
              <a:gd name="connsiteX189" fmla="*/ 2569176 w 12193149"/>
              <a:gd name="connsiteY189" fmla="*/ 2002628 h 2344739"/>
              <a:gd name="connsiteX190" fmla="*/ 2444403 w 12193149"/>
              <a:gd name="connsiteY190" fmla="*/ 2016529 h 2344739"/>
              <a:gd name="connsiteX191" fmla="*/ 2316260 w 12193149"/>
              <a:gd name="connsiteY191" fmla="*/ 2024996 h 2344739"/>
              <a:gd name="connsiteX192" fmla="*/ 2209726 w 12193149"/>
              <a:gd name="connsiteY192" fmla="*/ 2019763 h 2344739"/>
              <a:gd name="connsiteX193" fmla="*/ 2095813 w 12193149"/>
              <a:gd name="connsiteY193" fmla="*/ 2003052 h 2344739"/>
              <a:gd name="connsiteX194" fmla="*/ 1998504 w 12193149"/>
              <a:gd name="connsiteY194" fmla="*/ 1995032 h 2344739"/>
              <a:gd name="connsiteX195" fmla="*/ 1929320 w 12193149"/>
              <a:gd name="connsiteY195" fmla="*/ 2016977 h 2344739"/>
              <a:gd name="connsiteX196" fmla="*/ 1922798 w 12193149"/>
              <a:gd name="connsiteY196" fmla="*/ 2012146 h 2344739"/>
              <a:gd name="connsiteX197" fmla="*/ 1874228 w 12193149"/>
              <a:gd name="connsiteY197" fmla="*/ 2013741 h 2344739"/>
              <a:gd name="connsiteX198" fmla="*/ 1787803 w 12193149"/>
              <a:gd name="connsiteY198" fmla="*/ 2041363 h 2344739"/>
              <a:gd name="connsiteX199" fmla="*/ 1739352 w 12193149"/>
              <a:gd name="connsiteY199" fmla="*/ 2036312 h 2344739"/>
              <a:gd name="connsiteX200" fmla="*/ 1676219 w 12193149"/>
              <a:gd name="connsiteY200" fmla="*/ 2019963 h 2344739"/>
              <a:gd name="connsiteX201" fmla="*/ 1609817 w 12193149"/>
              <a:gd name="connsiteY201" fmla="*/ 2013066 h 2344739"/>
              <a:gd name="connsiteX202" fmla="*/ 1497258 w 12193149"/>
              <a:gd name="connsiteY202" fmla="*/ 1987476 h 2344739"/>
              <a:gd name="connsiteX203" fmla="*/ 1151127 w 12193149"/>
              <a:gd name="connsiteY203" fmla="*/ 1938041 h 2344739"/>
              <a:gd name="connsiteX204" fmla="*/ 859417 w 12193149"/>
              <a:gd name="connsiteY204" fmla="*/ 1928608 h 2344739"/>
              <a:gd name="connsiteX205" fmla="*/ 838688 w 12193149"/>
              <a:gd name="connsiteY205" fmla="*/ 1929821 h 2344739"/>
              <a:gd name="connsiteX206" fmla="*/ 817957 w 12193149"/>
              <a:gd name="connsiteY206" fmla="*/ 1927857 h 2344739"/>
              <a:gd name="connsiteX207" fmla="*/ 812654 w 12193149"/>
              <a:gd name="connsiteY207" fmla="*/ 1930751 h 2344739"/>
              <a:gd name="connsiteX208" fmla="*/ 721195 w 12193149"/>
              <a:gd name="connsiteY208" fmla="*/ 1929661 h 2344739"/>
              <a:gd name="connsiteX209" fmla="*/ 720890 w 12193149"/>
              <a:gd name="connsiteY209" fmla="*/ 1928399 h 2344739"/>
              <a:gd name="connsiteX210" fmla="*/ 710023 w 12193149"/>
              <a:gd name="connsiteY210" fmla="*/ 1922722 h 2344739"/>
              <a:gd name="connsiteX211" fmla="*/ 597940 w 12193149"/>
              <a:gd name="connsiteY211" fmla="*/ 1879864 h 2344739"/>
              <a:gd name="connsiteX212" fmla="*/ 579683 w 12193149"/>
              <a:gd name="connsiteY212" fmla="*/ 1877212 h 2344739"/>
              <a:gd name="connsiteX213" fmla="*/ 572865 w 12193149"/>
              <a:gd name="connsiteY213" fmla="*/ 1877401 h 2344739"/>
              <a:gd name="connsiteX214" fmla="*/ 446247 w 12193149"/>
              <a:gd name="connsiteY214" fmla="*/ 1839371 h 2344739"/>
              <a:gd name="connsiteX215" fmla="*/ 405163 w 12193149"/>
              <a:gd name="connsiteY215" fmla="*/ 1833548 h 2344739"/>
              <a:gd name="connsiteX216" fmla="*/ 293583 w 12193149"/>
              <a:gd name="connsiteY216" fmla="*/ 1812852 h 2344739"/>
              <a:gd name="connsiteX217" fmla="*/ 119529 w 12193149"/>
              <a:gd name="connsiteY217" fmla="*/ 1761047 h 2344739"/>
              <a:gd name="connsiteX218" fmla="*/ 16674 w 12193149"/>
              <a:gd name="connsiteY218" fmla="*/ 1758191 h 2344739"/>
              <a:gd name="connsiteX219" fmla="*/ 1150 w 12193149"/>
              <a:gd name="connsiteY219" fmla="*/ 1752722 h 2344739"/>
              <a:gd name="connsiteX220" fmla="*/ 1148 w 12193149"/>
              <a:gd name="connsiteY220" fmla="*/ 222213 h 2344739"/>
              <a:gd name="connsiteX221" fmla="*/ 1148 w 12193149"/>
              <a:gd name="connsiteY221"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101593 w 12193149"/>
              <a:gd name="connsiteY58" fmla="*/ 1742432 h 2344739"/>
              <a:gd name="connsiteX59" fmla="*/ 10083317 w 12193149"/>
              <a:gd name="connsiteY59" fmla="*/ 1743296 h 2344739"/>
              <a:gd name="connsiteX60" fmla="*/ 10040388 w 12193149"/>
              <a:gd name="connsiteY60" fmla="*/ 1741632 h 2344739"/>
              <a:gd name="connsiteX61" fmla="*/ 9961167 w 12193149"/>
              <a:gd name="connsiteY61" fmla="*/ 1757147 h 2344739"/>
              <a:gd name="connsiteX62" fmla="*/ 9848940 w 12193149"/>
              <a:gd name="connsiteY62" fmla="*/ 1763915 h 2344739"/>
              <a:gd name="connsiteX63" fmla="*/ 9729457 w 12193149"/>
              <a:gd name="connsiteY63" fmla="*/ 1784122 h 2344739"/>
              <a:gd name="connsiteX64" fmla="*/ 9585655 w 12193149"/>
              <a:gd name="connsiteY64" fmla="*/ 1795542 h 2344739"/>
              <a:gd name="connsiteX65" fmla="*/ 9344200 w 12193149"/>
              <a:gd name="connsiteY65" fmla="*/ 1841244 h 2344739"/>
              <a:gd name="connsiteX66" fmla="*/ 9232518 w 12193149"/>
              <a:gd name="connsiteY66" fmla="*/ 1893149 h 2344739"/>
              <a:gd name="connsiteX67" fmla="*/ 9156690 w 12193149"/>
              <a:gd name="connsiteY67" fmla="*/ 1903228 h 2344739"/>
              <a:gd name="connsiteX68" fmla="*/ 9054601 w 12193149"/>
              <a:gd name="connsiteY68" fmla="*/ 1910755 h 2344739"/>
              <a:gd name="connsiteX69" fmla="*/ 9006634 w 12193149"/>
              <a:gd name="connsiteY69" fmla="*/ 1914040 h 2344739"/>
              <a:gd name="connsiteX70" fmla="*/ 9006349 w 12193149"/>
              <a:gd name="connsiteY70" fmla="*/ 1913800 h 2344739"/>
              <a:gd name="connsiteX71" fmla="*/ 8997380 w 12193149"/>
              <a:gd name="connsiteY71" fmla="*/ 1915011 h 2344739"/>
              <a:gd name="connsiteX72" fmla="*/ 8991542 w 12193149"/>
              <a:gd name="connsiteY72" fmla="*/ 1917072 h 2344739"/>
              <a:gd name="connsiteX73" fmla="*/ 8975485 w 12193149"/>
              <a:gd name="connsiteY73" fmla="*/ 1920298 h 2344739"/>
              <a:gd name="connsiteX74" fmla="*/ 8969159 w 12193149"/>
              <a:gd name="connsiteY74" fmla="*/ 1919598 h 2344739"/>
              <a:gd name="connsiteX75" fmla="*/ 8964196 w 12193149"/>
              <a:gd name="connsiteY75" fmla="*/ 1917373 h 2344739"/>
              <a:gd name="connsiteX76" fmla="*/ 8930136 w 12193149"/>
              <a:gd name="connsiteY76" fmla="*/ 1914185 h 2344739"/>
              <a:gd name="connsiteX77" fmla="*/ 8753592 w 12193149"/>
              <a:gd name="connsiteY77" fmla="*/ 1933417 h 2344739"/>
              <a:gd name="connsiteX78" fmla="*/ 8708995 w 12193149"/>
              <a:gd name="connsiteY78" fmla="*/ 1935518 h 2344739"/>
              <a:gd name="connsiteX79" fmla="*/ 8597219 w 12193149"/>
              <a:gd name="connsiteY79" fmla="*/ 1944090 h 2344739"/>
              <a:gd name="connsiteX80" fmla="*/ 8526378 w 12193149"/>
              <a:gd name="connsiteY80" fmla="*/ 1929248 h 2344739"/>
              <a:gd name="connsiteX81" fmla="*/ 8512131 w 12193149"/>
              <a:gd name="connsiteY81" fmla="*/ 1935163 h 2344739"/>
              <a:gd name="connsiteX82" fmla="*/ 8507315 w 12193149"/>
              <a:gd name="connsiteY82" fmla="*/ 1938164 h 2344739"/>
              <a:gd name="connsiteX83" fmla="*/ 8499116 w 12193149"/>
              <a:gd name="connsiteY83" fmla="*/ 1940902 h 2344739"/>
              <a:gd name="connsiteX84" fmla="*/ 8498742 w 12193149"/>
              <a:gd name="connsiteY84" fmla="*/ 1940723 h 2344739"/>
              <a:gd name="connsiteX85" fmla="*/ 8491397 w 12193149"/>
              <a:gd name="connsiteY85" fmla="*/ 1943773 h 2344739"/>
              <a:gd name="connsiteX86" fmla="*/ 8368330 w 12193149"/>
              <a:gd name="connsiteY86" fmla="*/ 1957815 h 2344739"/>
              <a:gd name="connsiteX87" fmla="*/ 8354947 w 12193149"/>
              <a:gd name="connsiteY87" fmla="*/ 1958009 h 2344739"/>
              <a:gd name="connsiteX88" fmla="*/ 8321252 w 12193149"/>
              <a:gd name="connsiteY88" fmla="*/ 1974587 h 2344739"/>
              <a:gd name="connsiteX89" fmla="*/ 8315581 w 12193149"/>
              <a:gd name="connsiteY89" fmla="*/ 1974913 h 2344739"/>
              <a:gd name="connsiteX90" fmla="*/ 8296322 w 12193149"/>
              <a:gd name="connsiteY90" fmla="*/ 1988808 h 2344739"/>
              <a:gd name="connsiteX91" fmla="*/ 8285424 w 12193149"/>
              <a:gd name="connsiteY91" fmla="*/ 1994631 h 2344739"/>
              <a:gd name="connsiteX92" fmla="*/ 8284298 w 12193149"/>
              <a:gd name="connsiteY92" fmla="*/ 1999074 h 2344739"/>
              <a:gd name="connsiteX93" fmla="*/ 8267224 w 12193149"/>
              <a:gd name="connsiteY93" fmla="*/ 2006249 h 2344739"/>
              <a:gd name="connsiteX94" fmla="*/ 8264525 w 12193149"/>
              <a:gd name="connsiteY94" fmla="*/ 2006019 h 2344739"/>
              <a:gd name="connsiteX95" fmla="*/ 8253181 w 12193149"/>
              <a:gd name="connsiteY95" fmla="*/ 2015862 h 2344739"/>
              <a:gd name="connsiteX96" fmla="*/ 8246982 w 12193149"/>
              <a:gd name="connsiteY96" fmla="*/ 2028854 h 2344739"/>
              <a:gd name="connsiteX97" fmla="*/ 8091420 w 12193149"/>
              <a:gd name="connsiteY97" fmla="*/ 2075015 h 2344739"/>
              <a:gd name="connsiteX98" fmla="*/ 7906555 w 12193149"/>
              <a:gd name="connsiteY98" fmla="*/ 2116988 h 2344739"/>
              <a:gd name="connsiteX99" fmla="*/ 7719893 w 12193149"/>
              <a:gd name="connsiteY99" fmla="*/ 2142703 h 2344739"/>
              <a:gd name="connsiteX100" fmla="*/ 7615495 w 12193149"/>
              <a:gd name="connsiteY100" fmla="*/ 2139232 h 2344739"/>
              <a:gd name="connsiteX101" fmla="*/ 7528691 w 12193149"/>
              <a:gd name="connsiteY101" fmla="*/ 2145060 h 2344739"/>
              <a:gd name="connsiteX102" fmla="*/ 7520719 w 12193149"/>
              <a:gd name="connsiteY102" fmla="*/ 2147613 h 2344739"/>
              <a:gd name="connsiteX103" fmla="*/ 7508559 w 12193149"/>
              <a:gd name="connsiteY103" fmla="*/ 2148948 h 2344739"/>
              <a:gd name="connsiteX104" fmla="*/ 7508188 w 12193149"/>
              <a:gd name="connsiteY104" fmla="*/ 2148621 h 2344739"/>
              <a:gd name="connsiteX105" fmla="*/ 7496943 w 12193149"/>
              <a:gd name="connsiteY105" fmla="*/ 2150573 h 2344739"/>
              <a:gd name="connsiteX106" fmla="*/ 7406539 w 12193149"/>
              <a:gd name="connsiteY106" fmla="*/ 2142468 h 2344739"/>
              <a:gd name="connsiteX107" fmla="*/ 7219707 w 12193149"/>
              <a:gd name="connsiteY107" fmla="*/ 2156680 h 2344739"/>
              <a:gd name="connsiteX108" fmla="*/ 7202249 w 12193149"/>
              <a:gd name="connsiteY108" fmla="*/ 2161230 h 2344739"/>
              <a:gd name="connsiteX109" fmla="*/ 7198152 w 12193149"/>
              <a:gd name="connsiteY109" fmla="*/ 2166588 h 2344739"/>
              <a:gd name="connsiteX110" fmla="*/ 7171956 w 12193149"/>
              <a:gd name="connsiteY110" fmla="*/ 2171236 h 2344739"/>
              <a:gd name="connsiteX111" fmla="*/ 7098136 w 12193149"/>
              <a:gd name="connsiteY111" fmla="*/ 2183464 h 2344739"/>
              <a:gd name="connsiteX112" fmla="*/ 7019644 w 12193149"/>
              <a:gd name="connsiteY112" fmla="*/ 2183090 h 2344739"/>
              <a:gd name="connsiteX113" fmla="*/ 6905294 w 12193149"/>
              <a:gd name="connsiteY113" fmla="*/ 2212596 h 2344739"/>
              <a:gd name="connsiteX114" fmla="*/ 6709370 w 12193149"/>
              <a:gd name="connsiteY114" fmla="*/ 2240551 h 2344739"/>
              <a:gd name="connsiteX115" fmla="*/ 6550602 w 12193149"/>
              <a:gd name="connsiteY115" fmla="*/ 2269327 h 2344739"/>
              <a:gd name="connsiteX116" fmla="*/ 6318708 w 12193149"/>
              <a:gd name="connsiteY116" fmla="*/ 2316127 h 2344739"/>
              <a:gd name="connsiteX117" fmla="*/ 6169822 w 12193149"/>
              <a:gd name="connsiteY117" fmla="*/ 2318214 h 2344739"/>
              <a:gd name="connsiteX118" fmla="*/ 6074996 w 12193149"/>
              <a:gd name="connsiteY118" fmla="*/ 2338676 h 2344739"/>
              <a:gd name="connsiteX119" fmla="*/ 6069677 w 12193149"/>
              <a:gd name="connsiteY119" fmla="*/ 2337139 h 2344739"/>
              <a:gd name="connsiteX120" fmla="*/ 6049786 w 12193149"/>
              <a:gd name="connsiteY120" fmla="*/ 2337822 h 2344739"/>
              <a:gd name="connsiteX121" fmla="*/ 6042433 w 12193149"/>
              <a:gd name="connsiteY121" fmla="*/ 2329473 h 2344739"/>
              <a:gd name="connsiteX122" fmla="*/ 6011238 w 12193149"/>
              <a:gd name="connsiteY122" fmla="*/ 2324380 h 2344739"/>
              <a:gd name="connsiteX123" fmla="*/ 5958523 w 12193149"/>
              <a:gd name="connsiteY123" fmla="*/ 2328024 h 2344739"/>
              <a:gd name="connsiteX124" fmla="*/ 5760067 w 12193149"/>
              <a:gd name="connsiteY124" fmla="*/ 2343716 h 2344739"/>
              <a:gd name="connsiteX125" fmla="*/ 5628108 w 12193149"/>
              <a:gd name="connsiteY125" fmla="*/ 2344739 h 2344739"/>
              <a:gd name="connsiteX126" fmla="*/ 5472054 w 12193149"/>
              <a:gd name="connsiteY126" fmla="*/ 2330719 h 2344739"/>
              <a:gd name="connsiteX127" fmla="*/ 5433909 w 12193149"/>
              <a:gd name="connsiteY127" fmla="*/ 2319466 h 2344739"/>
              <a:gd name="connsiteX128" fmla="*/ 5382817 w 12193149"/>
              <a:gd name="connsiteY128" fmla="*/ 2301764 h 2344739"/>
              <a:gd name="connsiteX129" fmla="*/ 5262912 w 12193149"/>
              <a:gd name="connsiteY129" fmla="*/ 2281347 h 2344739"/>
              <a:gd name="connsiteX130" fmla="*/ 5224109 w 12193149"/>
              <a:gd name="connsiteY130" fmla="*/ 2270223 h 2344739"/>
              <a:gd name="connsiteX131" fmla="*/ 5175808 w 12193149"/>
              <a:gd name="connsiteY131" fmla="*/ 2267233 h 2344739"/>
              <a:gd name="connsiteX132" fmla="*/ 5157702 w 12193149"/>
              <a:gd name="connsiteY132" fmla="*/ 2260010 h 2344739"/>
              <a:gd name="connsiteX133" fmla="*/ 5143747 w 12193149"/>
              <a:gd name="connsiteY133" fmla="*/ 2256610 h 2344739"/>
              <a:gd name="connsiteX134" fmla="*/ 5140744 w 12193149"/>
              <a:gd name="connsiteY134" fmla="*/ 2254509 h 2344739"/>
              <a:gd name="connsiteX135" fmla="*/ 5122807 w 12193149"/>
              <a:gd name="connsiteY135" fmla="*/ 2243656 h 2344739"/>
              <a:gd name="connsiteX136" fmla="*/ 5066938 w 12193149"/>
              <a:gd name="connsiteY136" fmla="*/ 2250227 h 2344739"/>
              <a:gd name="connsiteX137" fmla="*/ 5012662 w 12193149"/>
              <a:gd name="connsiteY137" fmla="*/ 2233846 h 2344739"/>
              <a:gd name="connsiteX138" fmla="*/ 4841589 w 12193149"/>
              <a:gd name="connsiteY138" fmla="*/ 2209829 h 2344739"/>
              <a:gd name="connsiteX139" fmla="*/ 4763595 w 12193149"/>
              <a:gd name="connsiteY139" fmla="*/ 2182061 h 2344739"/>
              <a:gd name="connsiteX140" fmla="*/ 4724334 w 12193149"/>
              <a:gd name="connsiteY140" fmla="*/ 2173047 h 2344739"/>
              <a:gd name="connsiteX141" fmla="*/ 4722324 w 12193149"/>
              <a:gd name="connsiteY141" fmla="*/ 2172298 h 2344739"/>
              <a:gd name="connsiteX142" fmla="*/ 4723259 w 12193149"/>
              <a:gd name="connsiteY142" fmla="*/ 2172087 h 2344739"/>
              <a:gd name="connsiteX143" fmla="*/ 4718350 w 12193149"/>
              <a:gd name="connsiteY143" fmla="*/ 2170817 h 2344739"/>
              <a:gd name="connsiteX144" fmla="*/ 4722324 w 12193149"/>
              <a:gd name="connsiteY144" fmla="*/ 2172298 h 2344739"/>
              <a:gd name="connsiteX145" fmla="*/ 4716674 w 12193149"/>
              <a:gd name="connsiteY145" fmla="*/ 2173573 h 2344739"/>
              <a:gd name="connsiteX146" fmla="*/ 4516962 w 12193149"/>
              <a:gd name="connsiteY146" fmla="*/ 2163671 h 2344739"/>
              <a:gd name="connsiteX147" fmla="*/ 4429691 w 12193149"/>
              <a:gd name="connsiteY147" fmla="*/ 2153020 h 2344739"/>
              <a:gd name="connsiteX148" fmla="*/ 4364023 w 12193149"/>
              <a:gd name="connsiteY148" fmla="*/ 2151674 h 2344739"/>
              <a:gd name="connsiteX149" fmla="*/ 4318114 w 12193149"/>
              <a:gd name="connsiteY149" fmla="*/ 2158289 h 2344739"/>
              <a:gd name="connsiteX150" fmla="*/ 4316258 w 12193149"/>
              <a:gd name="connsiteY150" fmla="*/ 2156948 h 2344739"/>
              <a:gd name="connsiteX151" fmla="*/ 4296292 w 12193149"/>
              <a:gd name="connsiteY151" fmla="*/ 2155069 h 2344739"/>
              <a:gd name="connsiteX152" fmla="*/ 4291212 w 12193149"/>
              <a:gd name="connsiteY152" fmla="*/ 2157986 h 2344739"/>
              <a:gd name="connsiteX153" fmla="*/ 4277290 w 12193149"/>
              <a:gd name="connsiteY153" fmla="*/ 2157740 h 2344739"/>
              <a:gd name="connsiteX154" fmla="*/ 4249265 w 12193149"/>
              <a:gd name="connsiteY154" fmla="*/ 2160064 h 2344739"/>
              <a:gd name="connsiteX155" fmla="*/ 4203199 w 12193149"/>
              <a:gd name="connsiteY155" fmla="*/ 2157269 h 2344739"/>
              <a:gd name="connsiteX156" fmla="*/ 4202893 w 12193149"/>
              <a:gd name="connsiteY156" fmla="*/ 2156010 h 2344739"/>
              <a:gd name="connsiteX157" fmla="*/ 4192396 w 12193149"/>
              <a:gd name="connsiteY157" fmla="*/ 2150376 h 2344739"/>
              <a:gd name="connsiteX158" fmla="*/ 4143893 w 12193149"/>
              <a:gd name="connsiteY158" fmla="*/ 2134511 h 2344739"/>
              <a:gd name="connsiteX159" fmla="*/ 4084245 w 12193149"/>
              <a:gd name="connsiteY159" fmla="*/ 2107978 h 2344739"/>
              <a:gd name="connsiteX160" fmla="*/ 4075694 w 12193149"/>
              <a:gd name="connsiteY160" fmla="*/ 2107143 h 2344739"/>
              <a:gd name="connsiteX161" fmla="*/ 4075575 w 12193149"/>
              <a:gd name="connsiteY161" fmla="*/ 2106844 h 2344739"/>
              <a:gd name="connsiteX162" fmla="*/ 4066658 w 12193149"/>
              <a:gd name="connsiteY162" fmla="*/ 2105400 h 2344739"/>
              <a:gd name="connsiteX163" fmla="*/ 4060102 w 12193149"/>
              <a:gd name="connsiteY163" fmla="*/ 2105618 h 2344739"/>
              <a:gd name="connsiteX164" fmla="*/ 4043512 w 12193149"/>
              <a:gd name="connsiteY164" fmla="*/ 2103997 h 2344739"/>
              <a:gd name="connsiteX165" fmla="*/ 4038145 w 12193149"/>
              <a:gd name="connsiteY165" fmla="*/ 2101563 h 2344739"/>
              <a:gd name="connsiteX166" fmla="*/ 4036511 w 12193149"/>
              <a:gd name="connsiteY166" fmla="*/ 2097896 h 2344739"/>
              <a:gd name="connsiteX167" fmla="*/ 4034926 w 12193149"/>
              <a:gd name="connsiteY167" fmla="*/ 2098131 h 2344739"/>
              <a:gd name="connsiteX168" fmla="*/ 4005686 w 12193149"/>
              <a:gd name="connsiteY168" fmla="*/ 2085563 h 2344739"/>
              <a:gd name="connsiteX169" fmla="*/ 3937994 w 12193149"/>
              <a:gd name="connsiteY169" fmla="*/ 2068106 h 2344739"/>
              <a:gd name="connsiteX170" fmla="*/ 3898423 w 12193149"/>
              <a:gd name="connsiteY170" fmla="*/ 2062451 h 2344739"/>
              <a:gd name="connsiteX171" fmla="*/ 3790908 w 12193149"/>
              <a:gd name="connsiteY171" fmla="*/ 2042213 h 2344739"/>
              <a:gd name="connsiteX172" fmla="*/ 3683661 w 12193149"/>
              <a:gd name="connsiteY172" fmla="*/ 2018290 h 2344739"/>
              <a:gd name="connsiteX173" fmla="*/ 3611183 w 12193149"/>
              <a:gd name="connsiteY173" fmla="*/ 1986019 h 2344739"/>
              <a:gd name="connsiteX174" fmla="*/ 3605003 w 12193149"/>
              <a:gd name="connsiteY174" fmla="*/ 1987381 h 2344739"/>
              <a:gd name="connsiteX175" fmla="*/ 3595884 w 12193149"/>
              <a:gd name="connsiteY175" fmla="*/ 1987545 h 2344739"/>
              <a:gd name="connsiteX176" fmla="*/ 3595649 w 12193149"/>
              <a:gd name="connsiteY176" fmla="*/ 1987276 h 2344739"/>
              <a:gd name="connsiteX177" fmla="*/ 3587126 w 12193149"/>
              <a:gd name="connsiteY177" fmla="*/ 1987966 h 2344739"/>
              <a:gd name="connsiteX178" fmla="*/ 3537283 w 12193149"/>
              <a:gd name="connsiteY178" fmla="*/ 1978267 h 2344739"/>
              <a:gd name="connsiteX179" fmla="*/ 3474371 w 12193149"/>
              <a:gd name="connsiteY179" fmla="*/ 1974606 h 2344739"/>
              <a:gd name="connsiteX180" fmla="*/ 3401876 w 12193149"/>
              <a:gd name="connsiteY180" fmla="*/ 1962558 h 2344739"/>
              <a:gd name="connsiteX181" fmla="*/ 3365036 w 12193149"/>
              <a:gd name="connsiteY181" fmla="*/ 1979510 h 2344739"/>
              <a:gd name="connsiteX182" fmla="*/ 3345174 w 12193149"/>
              <a:gd name="connsiteY182" fmla="*/ 1981192 h 2344739"/>
              <a:gd name="connsiteX183" fmla="*/ 3342846 w 12193149"/>
              <a:gd name="connsiteY183" fmla="*/ 1980217 h 2344739"/>
              <a:gd name="connsiteX184" fmla="*/ 3263504 w 12193149"/>
              <a:gd name="connsiteY184" fmla="*/ 1986094 h 2344739"/>
              <a:gd name="connsiteX185" fmla="*/ 3143704 w 12193149"/>
              <a:gd name="connsiteY185" fmla="*/ 1993869 h 2344739"/>
              <a:gd name="connsiteX186" fmla="*/ 3031439 w 12193149"/>
              <a:gd name="connsiteY186" fmla="*/ 1996512 h 2344739"/>
              <a:gd name="connsiteX187" fmla="*/ 2782717 w 12193149"/>
              <a:gd name="connsiteY187" fmla="*/ 2018333 h 2344739"/>
              <a:gd name="connsiteX188" fmla="*/ 2647675 w 12193149"/>
              <a:gd name="connsiteY188" fmla="*/ 2028869 h 2344739"/>
              <a:gd name="connsiteX189" fmla="*/ 2569176 w 12193149"/>
              <a:gd name="connsiteY189" fmla="*/ 2002628 h 2344739"/>
              <a:gd name="connsiteX190" fmla="*/ 2444403 w 12193149"/>
              <a:gd name="connsiteY190" fmla="*/ 2016529 h 2344739"/>
              <a:gd name="connsiteX191" fmla="*/ 2316260 w 12193149"/>
              <a:gd name="connsiteY191" fmla="*/ 2024996 h 2344739"/>
              <a:gd name="connsiteX192" fmla="*/ 2209726 w 12193149"/>
              <a:gd name="connsiteY192" fmla="*/ 2019763 h 2344739"/>
              <a:gd name="connsiteX193" fmla="*/ 2095813 w 12193149"/>
              <a:gd name="connsiteY193" fmla="*/ 2003052 h 2344739"/>
              <a:gd name="connsiteX194" fmla="*/ 1998504 w 12193149"/>
              <a:gd name="connsiteY194" fmla="*/ 1995032 h 2344739"/>
              <a:gd name="connsiteX195" fmla="*/ 1929320 w 12193149"/>
              <a:gd name="connsiteY195" fmla="*/ 2016977 h 2344739"/>
              <a:gd name="connsiteX196" fmla="*/ 1922798 w 12193149"/>
              <a:gd name="connsiteY196" fmla="*/ 2012146 h 2344739"/>
              <a:gd name="connsiteX197" fmla="*/ 1874228 w 12193149"/>
              <a:gd name="connsiteY197" fmla="*/ 2013741 h 2344739"/>
              <a:gd name="connsiteX198" fmla="*/ 1787803 w 12193149"/>
              <a:gd name="connsiteY198" fmla="*/ 2041363 h 2344739"/>
              <a:gd name="connsiteX199" fmla="*/ 1739352 w 12193149"/>
              <a:gd name="connsiteY199" fmla="*/ 2036312 h 2344739"/>
              <a:gd name="connsiteX200" fmla="*/ 1676219 w 12193149"/>
              <a:gd name="connsiteY200" fmla="*/ 2019963 h 2344739"/>
              <a:gd name="connsiteX201" fmla="*/ 1609817 w 12193149"/>
              <a:gd name="connsiteY201" fmla="*/ 2013066 h 2344739"/>
              <a:gd name="connsiteX202" fmla="*/ 1497258 w 12193149"/>
              <a:gd name="connsiteY202" fmla="*/ 1987476 h 2344739"/>
              <a:gd name="connsiteX203" fmla="*/ 1151127 w 12193149"/>
              <a:gd name="connsiteY203" fmla="*/ 1938041 h 2344739"/>
              <a:gd name="connsiteX204" fmla="*/ 859417 w 12193149"/>
              <a:gd name="connsiteY204" fmla="*/ 1928608 h 2344739"/>
              <a:gd name="connsiteX205" fmla="*/ 838688 w 12193149"/>
              <a:gd name="connsiteY205" fmla="*/ 1929821 h 2344739"/>
              <a:gd name="connsiteX206" fmla="*/ 817957 w 12193149"/>
              <a:gd name="connsiteY206" fmla="*/ 1927857 h 2344739"/>
              <a:gd name="connsiteX207" fmla="*/ 812654 w 12193149"/>
              <a:gd name="connsiteY207" fmla="*/ 1930751 h 2344739"/>
              <a:gd name="connsiteX208" fmla="*/ 721195 w 12193149"/>
              <a:gd name="connsiteY208" fmla="*/ 1929661 h 2344739"/>
              <a:gd name="connsiteX209" fmla="*/ 720890 w 12193149"/>
              <a:gd name="connsiteY209" fmla="*/ 1928399 h 2344739"/>
              <a:gd name="connsiteX210" fmla="*/ 710023 w 12193149"/>
              <a:gd name="connsiteY210" fmla="*/ 1922722 h 2344739"/>
              <a:gd name="connsiteX211" fmla="*/ 597940 w 12193149"/>
              <a:gd name="connsiteY211" fmla="*/ 1879864 h 2344739"/>
              <a:gd name="connsiteX212" fmla="*/ 579683 w 12193149"/>
              <a:gd name="connsiteY212" fmla="*/ 1877212 h 2344739"/>
              <a:gd name="connsiteX213" fmla="*/ 572865 w 12193149"/>
              <a:gd name="connsiteY213" fmla="*/ 1877401 h 2344739"/>
              <a:gd name="connsiteX214" fmla="*/ 446247 w 12193149"/>
              <a:gd name="connsiteY214" fmla="*/ 1839371 h 2344739"/>
              <a:gd name="connsiteX215" fmla="*/ 405163 w 12193149"/>
              <a:gd name="connsiteY215" fmla="*/ 1833548 h 2344739"/>
              <a:gd name="connsiteX216" fmla="*/ 293583 w 12193149"/>
              <a:gd name="connsiteY216" fmla="*/ 1812852 h 2344739"/>
              <a:gd name="connsiteX217" fmla="*/ 119529 w 12193149"/>
              <a:gd name="connsiteY217" fmla="*/ 1761047 h 2344739"/>
              <a:gd name="connsiteX218" fmla="*/ 16674 w 12193149"/>
              <a:gd name="connsiteY218" fmla="*/ 1758191 h 2344739"/>
              <a:gd name="connsiteX219" fmla="*/ 1150 w 12193149"/>
              <a:gd name="connsiteY219" fmla="*/ 1752722 h 2344739"/>
              <a:gd name="connsiteX220" fmla="*/ 1148 w 12193149"/>
              <a:gd name="connsiteY220" fmla="*/ 222213 h 2344739"/>
              <a:gd name="connsiteX221" fmla="*/ 1148 w 12193149"/>
              <a:gd name="connsiteY221"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101593 w 12193149"/>
              <a:gd name="connsiteY58" fmla="*/ 1742432 h 2344739"/>
              <a:gd name="connsiteX59" fmla="*/ 10083317 w 12193149"/>
              <a:gd name="connsiteY59" fmla="*/ 1743296 h 2344739"/>
              <a:gd name="connsiteX60" fmla="*/ 10040388 w 12193149"/>
              <a:gd name="connsiteY60" fmla="*/ 1741632 h 2344739"/>
              <a:gd name="connsiteX61" fmla="*/ 9961167 w 12193149"/>
              <a:gd name="connsiteY61" fmla="*/ 1757147 h 2344739"/>
              <a:gd name="connsiteX62" fmla="*/ 9848940 w 12193149"/>
              <a:gd name="connsiteY62" fmla="*/ 1763915 h 2344739"/>
              <a:gd name="connsiteX63" fmla="*/ 9729457 w 12193149"/>
              <a:gd name="connsiteY63" fmla="*/ 1784122 h 2344739"/>
              <a:gd name="connsiteX64" fmla="*/ 9585655 w 12193149"/>
              <a:gd name="connsiteY64" fmla="*/ 1795542 h 2344739"/>
              <a:gd name="connsiteX65" fmla="*/ 9338590 w 12193149"/>
              <a:gd name="connsiteY65" fmla="*/ 1869293 h 2344739"/>
              <a:gd name="connsiteX66" fmla="*/ 9232518 w 12193149"/>
              <a:gd name="connsiteY66" fmla="*/ 1893149 h 2344739"/>
              <a:gd name="connsiteX67" fmla="*/ 9156690 w 12193149"/>
              <a:gd name="connsiteY67" fmla="*/ 1903228 h 2344739"/>
              <a:gd name="connsiteX68" fmla="*/ 9054601 w 12193149"/>
              <a:gd name="connsiteY68" fmla="*/ 1910755 h 2344739"/>
              <a:gd name="connsiteX69" fmla="*/ 9006634 w 12193149"/>
              <a:gd name="connsiteY69" fmla="*/ 1914040 h 2344739"/>
              <a:gd name="connsiteX70" fmla="*/ 9006349 w 12193149"/>
              <a:gd name="connsiteY70" fmla="*/ 1913800 h 2344739"/>
              <a:gd name="connsiteX71" fmla="*/ 8997380 w 12193149"/>
              <a:gd name="connsiteY71" fmla="*/ 1915011 h 2344739"/>
              <a:gd name="connsiteX72" fmla="*/ 8991542 w 12193149"/>
              <a:gd name="connsiteY72" fmla="*/ 1917072 h 2344739"/>
              <a:gd name="connsiteX73" fmla="*/ 8975485 w 12193149"/>
              <a:gd name="connsiteY73" fmla="*/ 1920298 h 2344739"/>
              <a:gd name="connsiteX74" fmla="*/ 8969159 w 12193149"/>
              <a:gd name="connsiteY74" fmla="*/ 1919598 h 2344739"/>
              <a:gd name="connsiteX75" fmla="*/ 8964196 w 12193149"/>
              <a:gd name="connsiteY75" fmla="*/ 1917373 h 2344739"/>
              <a:gd name="connsiteX76" fmla="*/ 8930136 w 12193149"/>
              <a:gd name="connsiteY76" fmla="*/ 1914185 h 2344739"/>
              <a:gd name="connsiteX77" fmla="*/ 8753592 w 12193149"/>
              <a:gd name="connsiteY77" fmla="*/ 1933417 h 2344739"/>
              <a:gd name="connsiteX78" fmla="*/ 8708995 w 12193149"/>
              <a:gd name="connsiteY78" fmla="*/ 1935518 h 2344739"/>
              <a:gd name="connsiteX79" fmla="*/ 8597219 w 12193149"/>
              <a:gd name="connsiteY79" fmla="*/ 1944090 h 2344739"/>
              <a:gd name="connsiteX80" fmla="*/ 8526378 w 12193149"/>
              <a:gd name="connsiteY80" fmla="*/ 1929248 h 2344739"/>
              <a:gd name="connsiteX81" fmla="*/ 8512131 w 12193149"/>
              <a:gd name="connsiteY81" fmla="*/ 1935163 h 2344739"/>
              <a:gd name="connsiteX82" fmla="*/ 8507315 w 12193149"/>
              <a:gd name="connsiteY82" fmla="*/ 1938164 h 2344739"/>
              <a:gd name="connsiteX83" fmla="*/ 8499116 w 12193149"/>
              <a:gd name="connsiteY83" fmla="*/ 1940902 h 2344739"/>
              <a:gd name="connsiteX84" fmla="*/ 8498742 w 12193149"/>
              <a:gd name="connsiteY84" fmla="*/ 1940723 h 2344739"/>
              <a:gd name="connsiteX85" fmla="*/ 8491397 w 12193149"/>
              <a:gd name="connsiteY85" fmla="*/ 1943773 h 2344739"/>
              <a:gd name="connsiteX86" fmla="*/ 8368330 w 12193149"/>
              <a:gd name="connsiteY86" fmla="*/ 1957815 h 2344739"/>
              <a:gd name="connsiteX87" fmla="*/ 8354947 w 12193149"/>
              <a:gd name="connsiteY87" fmla="*/ 1958009 h 2344739"/>
              <a:gd name="connsiteX88" fmla="*/ 8321252 w 12193149"/>
              <a:gd name="connsiteY88" fmla="*/ 1974587 h 2344739"/>
              <a:gd name="connsiteX89" fmla="*/ 8315581 w 12193149"/>
              <a:gd name="connsiteY89" fmla="*/ 1974913 h 2344739"/>
              <a:gd name="connsiteX90" fmla="*/ 8296322 w 12193149"/>
              <a:gd name="connsiteY90" fmla="*/ 1988808 h 2344739"/>
              <a:gd name="connsiteX91" fmla="*/ 8285424 w 12193149"/>
              <a:gd name="connsiteY91" fmla="*/ 1994631 h 2344739"/>
              <a:gd name="connsiteX92" fmla="*/ 8284298 w 12193149"/>
              <a:gd name="connsiteY92" fmla="*/ 1999074 h 2344739"/>
              <a:gd name="connsiteX93" fmla="*/ 8267224 w 12193149"/>
              <a:gd name="connsiteY93" fmla="*/ 2006249 h 2344739"/>
              <a:gd name="connsiteX94" fmla="*/ 8264525 w 12193149"/>
              <a:gd name="connsiteY94" fmla="*/ 2006019 h 2344739"/>
              <a:gd name="connsiteX95" fmla="*/ 8253181 w 12193149"/>
              <a:gd name="connsiteY95" fmla="*/ 2015862 h 2344739"/>
              <a:gd name="connsiteX96" fmla="*/ 8246982 w 12193149"/>
              <a:gd name="connsiteY96" fmla="*/ 2028854 h 2344739"/>
              <a:gd name="connsiteX97" fmla="*/ 8091420 w 12193149"/>
              <a:gd name="connsiteY97" fmla="*/ 2075015 h 2344739"/>
              <a:gd name="connsiteX98" fmla="*/ 7906555 w 12193149"/>
              <a:gd name="connsiteY98" fmla="*/ 2116988 h 2344739"/>
              <a:gd name="connsiteX99" fmla="*/ 7719893 w 12193149"/>
              <a:gd name="connsiteY99" fmla="*/ 2142703 h 2344739"/>
              <a:gd name="connsiteX100" fmla="*/ 7615495 w 12193149"/>
              <a:gd name="connsiteY100" fmla="*/ 2139232 h 2344739"/>
              <a:gd name="connsiteX101" fmla="*/ 7528691 w 12193149"/>
              <a:gd name="connsiteY101" fmla="*/ 2145060 h 2344739"/>
              <a:gd name="connsiteX102" fmla="*/ 7520719 w 12193149"/>
              <a:gd name="connsiteY102" fmla="*/ 2147613 h 2344739"/>
              <a:gd name="connsiteX103" fmla="*/ 7508559 w 12193149"/>
              <a:gd name="connsiteY103" fmla="*/ 2148948 h 2344739"/>
              <a:gd name="connsiteX104" fmla="*/ 7508188 w 12193149"/>
              <a:gd name="connsiteY104" fmla="*/ 2148621 h 2344739"/>
              <a:gd name="connsiteX105" fmla="*/ 7496943 w 12193149"/>
              <a:gd name="connsiteY105" fmla="*/ 2150573 h 2344739"/>
              <a:gd name="connsiteX106" fmla="*/ 7406539 w 12193149"/>
              <a:gd name="connsiteY106" fmla="*/ 2142468 h 2344739"/>
              <a:gd name="connsiteX107" fmla="*/ 7219707 w 12193149"/>
              <a:gd name="connsiteY107" fmla="*/ 2156680 h 2344739"/>
              <a:gd name="connsiteX108" fmla="*/ 7202249 w 12193149"/>
              <a:gd name="connsiteY108" fmla="*/ 2161230 h 2344739"/>
              <a:gd name="connsiteX109" fmla="*/ 7198152 w 12193149"/>
              <a:gd name="connsiteY109" fmla="*/ 2166588 h 2344739"/>
              <a:gd name="connsiteX110" fmla="*/ 7171956 w 12193149"/>
              <a:gd name="connsiteY110" fmla="*/ 2171236 h 2344739"/>
              <a:gd name="connsiteX111" fmla="*/ 7098136 w 12193149"/>
              <a:gd name="connsiteY111" fmla="*/ 2183464 h 2344739"/>
              <a:gd name="connsiteX112" fmla="*/ 7019644 w 12193149"/>
              <a:gd name="connsiteY112" fmla="*/ 2183090 h 2344739"/>
              <a:gd name="connsiteX113" fmla="*/ 6905294 w 12193149"/>
              <a:gd name="connsiteY113" fmla="*/ 2212596 h 2344739"/>
              <a:gd name="connsiteX114" fmla="*/ 6709370 w 12193149"/>
              <a:gd name="connsiteY114" fmla="*/ 2240551 h 2344739"/>
              <a:gd name="connsiteX115" fmla="*/ 6550602 w 12193149"/>
              <a:gd name="connsiteY115" fmla="*/ 2269327 h 2344739"/>
              <a:gd name="connsiteX116" fmla="*/ 6318708 w 12193149"/>
              <a:gd name="connsiteY116" fmla="*/ 2316127 h 2344739"/>
              <a:gd name="connsiteX117" fmla="*/ 6169822 w 12193149"/>
              <a:gd name="connsiteY117" fmla="*/ 2318214 h 2344739"/>
              <a:gd name="connsiteX118" fmla="*/ 6074996 w 12193149"/>
              <a:gd name="connsiteY118" fmla="*/ 2338676 h 2344739"/>
              <a:gd name="connsiteX119" fmla="*/ 6069677 w 12193149"/>
              <a:gd name="connsiteY119" fmla="*/ 2337139 h 2344739"/>
              <a:gd name="connsiteX120" fmla="*/ 6049786 w 12193149"/>
              <a:gd name="connsiteY120" fmla="*/ 2337822 h 2344739"/>
              <a:gd name="connsiteX121" fmla="*/ 6042433 w 12193149"/>
              <a:gd name="connsiteY121" fmla="*/ 2329473 h 2344739"/>
              <a:gd name="connsiteX122" fmla="*/ 6011238 w 12193149"/>
              <a:gd name="connsiteY122" fmla="*/ 2324380 h 2344739"/>
              <a:gd name="connsiteX123" fmla="*/ 5958523 w 12193149"/>
              <a:gd name="connsiteY123" fmla="*/ 2328024 h 2344739"/>
              <a:gd name="connsiteX124" fmla="*/ 5760067 w 12193149"/>
              <a:gd name="connsiteY124" fmla="*/ 2343716 h 2344739"/>
              <a:gd name="connsiteX125" fmla="*/ 5628108 w 12193149"/>
              <a:gd name="connsiteY125" fmla="*/ 2344739 h 2344739"/>
              <a:gd name="connsiteX126" fmla="*/ 5472054 w 12193149"/>
              <a:gd name="connsiteY126" fmla="*/ 2330719 h 2344739"/>
              <a:gd name="connsiteX127" fmla="*/ 5433909 w 12193149"/>
              <a:gd name="connsiteY127" fmla="*/ 2319466 h 2344739"/>
              <a:gd name="connsiteX128" fmla="*/ 5382817 w 12193149"/>
              <a:gd name="connsiteY128" fmla="*/ 2301764 h 2344739"/>
              <a:gd name="connsiteX129" fmla="*/ 5262912 w 12193149"/>
              <a:gd name="connsiteY129" fmla="*/ 2281347 h 2344739"/>
              <a:gd name="connsiteX130" fmla="*/ 5224109 w 12193149"/>
              <a:gd name="connsiteY130" fmla="*/ 2270223 h 2344739"/>
              <a:gd name="connsiteX131" fmla="*/ 5175808 w 12193149"/>
              <a:gd name="connsiteY131" fmla="*/ 2267233 h 2344739"/>
              <a:gd name="connsiteX132" fmla="*/ 5157702 w 12193149"/>
              <a:gd name="connsiteY132" fmla="*/ 2260010 h 2344739"/>
              <a:gd name="connsiteX133" fmla="*/ 5143747 w 12193149"/>
              <a:gd name="connsiteY133" fmla="*/ 2256610 h 2344739"/>
              <a:gd name="connsiteX134" fmla="*/ 5140744 w 12193149"/>
              <a:gd name="connsiteY134" fmla="*/ 2254509 h 2344739"/>
              <a:gd name="connsiteX135" fmla="*/ 5122807 w 12193149"/>
              <a:gd name="connsiteY135" fmla="*/ 2243656 h 2344739"/>
              <a:gd name="connsiteX136" fmla="*/ 5066938 w 12193149"/>
              <a:gd name="connsiteY136" fmla="*/ 2250227 h 2344739"/>
              <a:gd name="connsiteX137" fmla="*/ 5012662 w 12193149"/>
              <a:gd name="connsiteY137" fmla="*/ 2233846 h 2344739"/>
              <a:gd name="connsiteX138" fmla="*/ 4841589 w 12193149"/>
              <a:gd name="connsiteY138" fmla="*/ 2209829 h 2344739"/>
              <a:gd name="connsiteX139" fmla="*/ 4763595 w 12193149"/>
              <a:gd name="connsiteY139" fmla="*/ 2182061 h 2344739"/>
              <a:gd name="connsiteX140" fmla="*/ 4724334 w 12193149"/>
              <a:gd name="connsiteY140" fmla="*/ 2173047 h 2344739"/>
              <a:gd name="connsiteX141" fmla="*/ 4722324 w 12193149"/>
              <a:gd name="connsiteY141" fmla="*/ 2172298 h 2344739"/>
              <a:gd name="connsiteX142" fmla="*/ 4723259 w 12193149"/>
              <a:gd name="connsiteY142" fmla="*/ 2172087 h 2344739"/>
              <a:gd name="connsiteX143" fmla="*/ 4718350 w 12193149"/>
              <a:gd name="connsiteY143" fmla="*/ 2170817 h 2344739"/>
              <a:gd name="connsiteX144" fmla="*/ 4722324 w 12193149"/>
              <a:gd name="connsiteY144" fmla="*/ 2172298 h 2344739"/>
              <a:gd name="connsiteX145" fmla="*/ 4716674 w 12193149"/>
              <a:gd name="connsiteY145" fmla="*/ 2173573 h 2344739"/>
              <a:gd name="connsiteX146" fmla="*/ 4516962 w 12193149"/>
              <a:gd name="connsiteY146" fmla="*/ 2163671 h 2344739"/>
              <a:gd name="connsiteX147" fmla="*/ 4429691 w 12193149"/>
              <a:gd name="connsiteY147" fmla="*/ 2153020 h 2344739"/>
              <a:gd name="connsiteX148" fmla="*/ 4364023 w 12193149"/>
              <a:gd name="connsiteY148" fmla="*/ 2151674 h 2344739"/>
              <a:gd name="connsiteX149" fmla="*/ 4318114 w 12193149"/>
              <a:gd name="connsiteY149" fmla="*/ 2158289 h 2344739"/>
              <a:gd name="connsiteX150" fmla="*/ 4316258 w 12193149"/>
              <a:gd name="connsiteY150" fmla="*/ 2156948 h 2344739"/>
              <a:gd name="connsiteX151" fmla="*/ 4296292 w 12193149"/>
              <a:gd name="connsiteY151" fmla="*/ 2155069 h 2344739"/>
              <a:gd name="connsiteX152" fmla="*/ 4291212 w 12193149"/>
              <a:gd name="connsiteY152" fmla="*/ 2157986 h 2344739"/>
              <a:gd name="connsiteX153" fmla="*/ 4277290 w 12193149"/>
              <a:gd name="connsiteY153" fmla="*/ 2157740 h 2344739"/>
              <a:gd name="connsiteX154" fmla="*/ 4249265 w 12193149"/>
              <a:gd name="connsiteY154" fmla="*/ 2160064 h 2344739"/>
              <a:gd name="connsiteX155" fmla="*/ 4203199 w 12193149"/>
              <a:gd name="connsiteY155" fmla="*/ 2157269 h 2344739"/>
              <a:gd name="connsiteX156" fmla="*/ 4202893 w 12193149"/>
              <a:gd name="connsiteY156" fmla="*/ 2156010 h 2344739"/>
              <a:gd name="connsiteX157" fmla="*/ 4192396 w 12193149"/>
              <a:gd name="connsiteY157" fmla="*/ 2150376 h 2344739"/>
              <a:gd name="connsiteX158" fmla="*/ 4143893 w 12193149"/>
              <a:gd name="connsiteY158" fmla="*/ 2134511 h 2344739"/>
              <a:gd name="connsiteX159" fmla="*/ 4084245 w 12193149"/>
              <a:gd name="connsiteY159" fmla="*/ 2107978 h 2344739"/>
              <a:gd name="connsiteX160" fmla="*/ 4075694 w 12193149"/>
              <a:gd name="connsiteY160" fmla="*/ 2107143 h 2344739"/>
              <a:gd name="connsiteX161" fmla="*/ 4075575 w 12193149"/>
              <a:gd name="connsiteY161" fmla="*/ 2106844 h 2344739"/>
              <a:gd name="connsiteX162" fmla="*/ 4066658 w 12193149"/>
              <a:gd name="connsiteY162" fmla="*/ 2105400 h 2344739"/>
              <a:gd name="connsiteX163" fmla="*/ 4060102 w 12193149"/>
              <a:gd name="connsiteY163" fmla="*/ 2105618 h 2344739"/>
              <a:gd name="connsiteX164" fmla="*/ 4043512 w 12193149"/>
              <a:gd name="connsiteY164" fmla="*/ 2103997 h 2344739"/>
              <a:gd name="connsiteX165" fmla="*/ 4038145 w 12193149"/>
              <a:gd name="connsiteY165" fmla="*/ 2101563 h 2344739"/>
              <a:gd name="connsiteX166" fmla="*/ 4036511 w 12193149"/>
              <a:gd name="connsiteY166" fmla="*/ 2097896 h 2344739"/>
              <a:gd name="connsiteX167" fmla="*/ 4034926 w 12193149"/>
              <a:gd name="connsiteY167" fmla="*/ 2098131 h 2344739"/>
              <a:gd name="connsiteX168" fmla="*/ 4005686 w 12193149"/>
              <a:gd name="connsiteY168" fmla="*/ 2085563 h 2344739"/>
              <a:gd name="connsiteX169" fmla="*/ 3937994 w 12193149"/>
              <a:gd name="connsiteY169" fmla="*/ 2068106 h 2344739"/>
              <a:gd name="connsiteX170" fmla="*/ 3898423 w 12193149"/>
              <a:gd name="connsiteY170" fmla="*/ 2062451 h 2344739"/>
              <a:gd name="connsiteX171" fmla="*/ 3790908 w 12193149"/>
              <a:gd name="connsiteY171" fmla="*/ 2042213 h 2344739"/>
              <a:gd name="connsiteX172" fmla="*/ 3683661 w 12193149"/>
              <a:gd name="connsiteY172" fmla="*/ 2018290 h 2344739"/>
              <a:gd name="connsiteX173" fmla="*/ 3611183 w 12193149"/>
              <a:gd name="connsiteY173" fmla="*/ 1986019 h 2344739"/>
              <a:gd name="connsiteX174" fmla="*/ 3605003 w 12193149"/>
              <a:gd name="connsiteY174" fmla="*/ 1987381 h 2344739"/>
              <a:gd name="connsiteX175" fmla="*/ 3595884 w 12193149"/>
              <a:gd name="connsiteY175" fmla="*/ 1987545 h 2344739"/>
              <a:gd name="connsiteX176" fmla="*/ 3595649 w 12193149"/>
              <a:gd name="connsiteY176" fmla="*/ 1987276 h 2344739"/>
              <a:gd name="connsiteX177" fmla="*/ 3587126 w 12193149"/>
              <a:gd name="connsiteY177" fmla="*/ 1987966 h 2344739"/>
              <a:gd name="connsiteX178" fmla="*/ 3537283 w 12193149"/>
              <a:gd name="connsiteY178" fmla="*/ 1978267 h 2344739"/>
              <a:gd name="connsiteX179" fmla="*/ 3474371 w 12193149"/>
              <a:gd name="connsiteY179" fmla="*/ 1974606 h 2344739"/>
              <a:gd name="connsiteX180" fmla="*/ 3401876 w 12193149"/>
              <a:gd name="connsiteY180" fmla="*/ 1962558 h 2344739"/>
              <a:gd name="connsiteX181" fmla="*/ 3365036 w 12193149"/>
              <a:gd name="connsiteY181" fmla="*/ 1979510 h 2344739"/>
              <a:gd name="connsiteX182" fmla="*/ 3345174 w 12193149"/>
              <a:gd name="connsiteY182" fmla="*/ 1981192 h 2344739"/>
              <a:gd name="connsiteX183" fmla="*/ 3342846 w 12193149"/>
              <a:gd name="connsiteY183" fmla="*/ 1980217 h 2344739"/>
              <a:gd name="connsiteX184" fmla="*/ 3263504 w 12193149"/>
              <a:gd name="connsiteY184" fmla="*/ 1986094 h 2344739"/>
              <a:gd name="connsiteX185" fmla="*/ 3143704 w 12193149"/>
              <a:gd name="connsiteY185" fmla="*/ 1993869 h 2344739"/>
              <a:gd name="connsiteX186" fmla="*/ 3031439 w 12193149"/>
              <a:gd name="connsiteY186" fmla="*/ 1996512 h 2344739"/>
              <a:gd name="connsiteX187" fmla="*/ 2782717 w 12193149"/>
              <a:gd name="connsiteY187" fmla="*/ 2018333 h 2344739"/>
              <a:gd name="connsiteX188" fmla="*/ 2647675 w 12193149"/>
              <a:gd name="connsiteY188" fmla="*/ 2028869 h 2344739"/>
              <a:gd name="connsiteX189" fmla="*/ 2569176 w 12193149"/>
              <a:gd name="connsiteY189" fmla="*/ 2002628 h 2344739"/>
              <a:gd name="connsiteX190" fmla="*/ 2444403 w 12193149"/>
              <a:gd name="connsiteY190" fmla="*/ 2016529 h 2344739"/>
              <a:gd name="connsiteX191" fmla="*/ 2316260 w 12193149"/>
              <a:gd name="connsiteY191" fmla="*/ 2024996 h 2344739"/>
              <a:gd name="connsiteX192" fmla="*/ 2209726 w 12193149"/>
              <a:gd name="connsiteY192" fmla="*/ 2019763 h 2344739"/>
              <a:gd name="connsiteX193" fmla="*/ 2095813 w 12193149"/>
              <a:gd name="connsiteY193" fmla="*/ 2003052 h 2344739"/>
              <a:gd name="connsiteX194" fmla="*/ 1998504 w 12193149"/>
              <a:gd name="connsiteY194" fmla="*/ 1995032 h 2344739"/>
              <a:gd name="connsiteX195" fmla="*/ 1929320 w 12193149"/>
              <a:gd name="connsiteY195" fmla="*/ 2016977 h 2344739"/>
              <a:gd name="connsiteX196" fmla="*/ 1922798 w 12193149"/>
              <a:gd name="connsiteY196" fmla="*/ 2012146 h 2344739"/>
              <a:gd name="connsiteX197" fmla="*/ 1874228 w 12193149"/>
              <a:gd name="connsiteY197" fmla="*/ 2013741 h 2344739"/>
              <a:gd name="connsiteX198" fmla="*/ 1787803 w 12193149"/>
              <a:gd name="connsiteY198" fmla="*/ 2041363 h 2344739"/>
              <a:gd name="connsiteX199" fmla="*/ 1739352 w 12193149"/>
              <a:gd name="connsiteY199" fmla="*/ 2036312 h 2344739"/>
              <a:gd name="connsiteX200" fmla="*/ 1676219 w 12193149"/>
              <a:gd name="connsiteY200" fmla="*/ 2019963 h 2344739"/>
              <a:gd name="connsiteX201" fmla="*/ 1609817 w 12193149"/>
              <a:gd name="connsiteY201" fmla="*/ 2013066 h 2344739"/>
              <a:gd name="connsiteX202" fmla="*/ 1497258 w 12193149"/>
              <a:gd name="connsiteY202" fmla="*/ 1987476 h 2344739"/>
              <a:gd name="connsiteX203" fmla="*/ 1151127 w 12193149"/>
              <a:gd name="connsiteY203" fmla="*/ 1938041 h 2344739"/>
              <a:gd name="connsiteX204" fmla="*/ 859417 w 12193149"/>
              <a:gd name="connsiteY204" fmla="*/ 1928608 h 2344739"/>
              <a:gd name="connsiteX205" fmla="*/ 838688 w 12193149"/>
              <a:gd name="connsiteY205" fmla="*/ 1929821 h 2344739"/>
              <a:gd name="connsiteX206" fmla="*/ 817957 w 12193149"/>
              <a:gd name="connsiteY206" fmla="*/ 1927857 h 2344739"/>
              <a:gd name="connsiteX207" fmla="*/ 812654 w 12193149"/>
              <a:gd name="connsiteY207" fmla="*/ 1930751 h 2344739"/>
              <a:gd name="connsiteX208" fmla="*/ 721195 w 12193149"/>
              <a:gd name="connsiteY208" fmla="*/ 1929661 h 2344739"/>
              <a:gd name="connsiteX209" fmla="*/ 720890 w 12193149"/>
              <a:gd name="connsiteY209" fmla="*/ 1928399 h 2344739"/>
              <a:gd name="connsiteX210" fmla="*/ 710023 w 12193149"/>
              <a:gd name="connsiteY210" fmla="*/ 1922722 h 2344739"/>
              <a:gd name="connsiteX211" fmla="*/ 597940 w 12193149"/>
              <a:gd name="connsiteY211" fmla="*/ 1879864 h 2344739"/>
              <a:gd name="connsiteX212" fmla="*/ 579683 w 12193149"/>
              <a:gd name="connsiteY212" fmla="*/ 1877212 h 2344739"/>
              <a:gd name="connsiteX213" fmla="*/ 572865 w 12193149"/>
              <a:gd name="connsiteY213" fmla="*/ 1877401 h 2344739"/>
              <a:gd name="connsiteX214" fmla="*/ 446247 w 12193149"/>
              <a:gd name="connsiteY214" fmla="*/ 1839371 h 2344739"/>
              <a:gd name="connsiteX215" fmla="*/ 405163 w 12193149"/>
              <a:gd name="connsiteY215" fmla="*/ 1833548 h 2344739"/>
              <a:gd name="connsiteX216" fmla="*/ 293583 w 12193149"/>
              <a:gd name="connsiteY216" fmla="*/ 1812852 h 2344739"/>
              <a:gd name="connsiteX217" fmla="*/ 119529 w 12193149"/>
              <a:gd name="connsiteY217" fmla="*/ 1761047 h 2344739"/>
              <a:gd name="connsiteX218" fmla="*/ 16674 w 12193149"/>
              <a:gd name="connsiteY218" fmla="*/ 1758191 h 2344739"/>
              <a:gd name="connsiteX219" fmla="*/ 1150 w 12193149"/>
              <a:gd name="connsiteY219" fmla="*/ 1752722 h 2344739"/>
              <a:gd name="connsiteX220" fmla="*/ 1148 w 12193149"/>
              <a:gd name="connsiteY220" fmla="*/ 222213 h 2344739"/>
              <a:gd name="connsiteX221" fmla="*/ 1148 w 12193149"/>
              <a:gd name="connsiteY221"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083317 w 12193149"/>
              <a:gd name="connsiteY58" fmla="*/ 1743296 h 2344739"/>
              <a:gd name="connsiteX59" fmla="*/ 10040388 w 12193149"/>
              <a:gd name="connsiteY59" fmla="*/ 1741632 h 2344739"/>
              <a:gd name="connsiteX60" fmla="*/ 9961167 w 12193149"/>
              <a:gd name="connsiteY60" fmla="*/ 1757147 h 2344739"/>
              <a:gd name="connsiteX61" fmla="*/ 9848940 w 12193149"/>
              <a:gd name="connsiteY61" fmla="*/ 1763915 h 2344739"/>
              <a:gd name="connsiteX62" fmla="*/ 9729457 w 12193149"/>
              <a:gd name="connsiteY62" fmla="*/ 1784122 h 2344739"/>
              <a:gd name="connsiteX63" fmla="*/ 9585655 w 12193149"/>
              <a:gd name="connsiteY63" fmla="*/ 1795542 h 2344739"/>
              <a:gd name="connsiteX64" fmla="*/ 9338590 w 12193149"/>
              <a:gd name="connsiteY64" fmla="*/ 1869293 h 2344739"/>
              <a:gd name="connsiteX65" fmla="*/ 9232518 w 12193149"/>
              <a:gd name="connsiteY65" fmla="*/ 1893149 h 2344739"/>
              <a:gd name="connsiteX66" fmla="*/ 9156690 w 12193149"/>
              <a:gd name="connsiteY66" fmla="*/ 1903228 h 2344739"/>
              <a:gd name="connsiteX67" fmla="*/ 9054601 w 12193149"/>
              <a:gd name="connsiteY67" fmla="*/ 1910755 h 2344739"/>
              <a:gd name="connsiteX68" fmla="*/ 9006634 w 12193149"/>
              <a:gd name="connsiteY68" fmla="*/ 1914040 h 2344739"/>
              <a:gd name="connsiteX69" fmla="*/ 9006349 w 12193149"/>
              <a:gd name="connsiteY69" fmla="*/ 1913800 h 2344739"/>
              <a:gd name="connsiteX70" fmla="*/ 8997380 w 12193149"/>
              <a:gd name="connsiteY70" fmla="*/ 1915011 h 2344739"/>
              <a:gd name="connsiteX71" fmla="*/ 8991542 w 12193149"/>
              <a:gd name="connsiteY71" fmla="*/ 1917072 h 2344739"/>
              <a:gd name="connsiteX72" fmla="*/ 8975485 w 12193149"/>
              <a:gd name="connsiteY72" fmla="*/ 1920298 h 2344739"/>
              <a:gd name="connsiteX73" fmla="*/ 8969159 w 12193149"/>
              <a:gd name="connsiteY73" fmla="*/ 1919598 h 2344739"/>
              <a:gd name="connsiteX74" fmla="*/ 8964196 w 12193149"/>
              <a:gd name="connsiteY74" fmla="*/ 1917373 h 2344739"/>
              <a:gd name="connsiteX75" fmla="*/ 8930136 w 12193149"/>
              <a:gd name="connsiteY75" fmla="*/ 1914185 h 2344739"/>
              <a:gd name="connsiteX76" fmla="*/ 8753592 w 12193149"/>
              <a:gd name="connsiteY76" fmla="*/ 1933417 h 2344739"/>
              <a:gd name="connsiteX77" fmla="*/ 8708995 w 12193149"/>
              <a:gd name="connsiteY77" fmla="*/ 1935518 h 2344739"/>
              <a:gd name="connsiteX78" fmla="*/ 8597219 w 12193149"/>
              <a:gd name="connsiteY78" fmla="*/ 1944090 h 2344739"/>
              <a:gd name="connsiteX79" fmla="*/ 8526378 w 12193149"/>
              <a:gd name="connsiteY79" fmla="*/ 1929248 h 2344739"/>
              <a:gd name="connsiteX80" fmla="*/ 8512131 w 12193149"/>
              <a:gd name="connsiteY80" fmla="*/ 1935163 h 2344739"/>
              <a:gd name="connsiteX81" fmla="*/ 8507315 w 12193149"/>
              <a:gd name="connsiteY81" fmla="*/ 1938164 h 2344739"/>
              <a:gd name="connsiteX82" fmla="*/ 8499116 w 12193149"/>
              <a:gd name="connsiteY82" fmla="*/ 1940902 h 2344739"/>
              <a:gd name="connsiteX83" fmla="*/ 8498742 w 12193149"/>
              <a:gd name="connsiteY83" fmla="*/ 1940723 h 2344739"/>
              <a:gd name="connsiteX84" fmla="*/ 8491397 w 12193149"/>
              <a:gd name="connsiteY84" fmla="*/ 1943773 h 2344739"/>
              <a:gd name="connsiteX85" fmla="*/ 8368330 w 12193149"/>
              <a:gd name="connsiteY85" fmla="*/ 1957815 h 2344739"/>
              <a:gd name="connsiteX86" fmla="*/ 8354947 w 12193149"/>
              <a:gd name="connsiteY86" fmla="*/ 1958009 h 2344739"/>
              <a:gd name="connsiteX87" fmla="*/ 8321252 w 12193149"/>
              <a:gd name="connsiteY87" fmla="*/ 1974587 h 2344739"/>
              <a:gd name="connsiteX88" fmla="*/ 8315581 w 12193149"/>
              <a:gd name="connsiteY88" fmla="*/ 1974913 h 2344739"/>
              <a:gd name="connsiteX89" fmla="*/ 8296322 w 12193149"/>
              <a:gd name="connsiteY89" fmla="*/ 1988808 h 2344739"/>
              <a:gd name="connsiteX90" fmla="*/ 8285424 w 12193149"/>
              <a:gd name="connsiteY90" fmla="*/ 1994631 h 2344739"/>
              <a:gd name="connsiteX91" fmla="*/ 8284298 w 12193149"/>
              <a:gd name="connsiteY91" fmla="*/ 1999074 h 2344739"/>
              <a:gd name="connsiteX92" fmla="*/ 8267224 w 12193149"/>
              <a:gd name="connsiteY92" fmla="*/ 2006249 h 2344739"/>
              <a:gd name="connsiteX93" fmla="*/ 8264525 w 12193149"/>
              <a:gd name="connsiteY93" fmla="*/ 2006019 h 2344739"/>
              <a:gd name="connsiteX94" fmla="*/ 8253181 w 12193149"/>
              <a:gd name="connsiteY94" fmla="*/ 2015862 h 2344739"/>
              <a:gd name="connsiteX95" fmla="*/ 8246982 w 12193149"/>
              <a:gd name="connsiteY95" fmla="*/ 2028854 h 2344739"/>
              <a:gd name="connsiteX96" fmla="*/ 8091420 w 12193149"/>
              <a:gd name="connsiteY96" fmla="*/ 2075015 h 2344739"/>
              <a:gd name="connsiteX97" fmla="*/ 7906555 w 12193149"/>
              <a:gd name="connsiteY97" fmla="*/ 2116988 h 2344739"/>
              <a:gd name="connsiteX98" fmla="*/ 7719893 w 12193149"/>
              <a:gd name="connsiteY98" fmla="*/ 2142703 h 2344739"/>
              <a:gd name="connsiteX99" fmla="*/ 7615495 w 12193149"/>
              <a:gd name="connsiteY99" fmla="*/ 2139232 h 2344739"/>
              <a:gd name="connsiteX100" fmla="*/ 7528691 w 12193149"/>
              <a:gd name="connsiteY100" fmla="*/ 2145060 h 2344739"/>
              <a:gd name="connsiteX101" fmla="*/ 7520719 w 12193149"/>
              <a:gd name="connsiteY101" fmla="*/ 2147613 h 2344739"/>
              <a:gd name="connsiteX102" fmla="*/ 7508559 w 12193149"/>
              <a:gd name="connsiteY102" fmla="*/ 2148948 h 2344739"/>
              <a:gd name="connsiteX103" fmla="*/ 7508188 w 12193149"/>
              <a:gd name="connsiteY103" fmla="*/ 2148621 h 2344739"/>
              <a:gd name="connsiteX104" fmla="*/ 7496943 w 12193149"/>
              <a:gd name="connsiteY104" fmla="*/ 2150573 h 2344739"/>
              <a:gd name="connsiteX105" fmla="*/ 7406539 w 12193149"/>
              <a:gd name="connsiteY105" fmla="*/ 2142468 h 2344739"/>
              <a:gd name="connsiteX106" fmla="*/ 7219707 w 12193149"/>
              <a:gd name="connsiteY106" fmla="*/ 2156680 h 2344739"/>
              <a:gd name="connsiteX107" fmla="*/ 7202249 w 12193149"/>
              <a:gd name="connsiteY107" fmla="*/ 2161230 h 2344739"/>
              <a:gd name="connsiteX108" fmla="*/ 7198152 w 12193149"/>
              <a:gd name="connsiteY108" fmla="*/ 2166588 h 2344739"/>
              <a:gd name="connsiteX109" fmla="*/ 7171956 w 12193149"/>
              <a:gd name="connsiteY109" fmla="*/ 2171236 h 2344739"/>
              <a:gd name="connsiteX110" fmla="*/ 7098136 w 12193149"/>
              <a:gd name="connsiteY110" fmla="*/ 2183464 h 2344739"/>
              <a:gd name="connsiteX111" fmla="*/ 7019644 w 12193149"/>
              <a:gd name="connsiteY111" fmla="*/ 2183090 h 2344739"/>
              <a:gd name="connsiteX112" fmla="*/ 6905294 w 12193149"/>
              <a:gd name="connsiteY112" fmla="*/ 2212596 h 2344739"/>
              <a:gd name="connsiteX113" fmla="*/ 6709370 w 12193149"/>
              <a:gd name="connsiteY113" fmla="*/ 2240551 h 2344739"/>
              <a:gd name="connsiteX114" fmla="*/ 6550602 w 12193149"/>
              <a:gd name="connsiteY114" fmla="*/ 2269327 h 2344739"/>
              <a:gd name="connsiteX115" fmla="*/ 6318708 w 12193149"/>
              <a:gd name="connsiteY115" fmla="*/ 2316127 h 2344739"/>
              <a:gd name="connsiteX116" fmla="*/ 6169822 w 12193149"/>
              <a:gd name="connsiteY116" fmla="*/ 2318214 h 2344739"/>
              <a:gd name="connsiteX117" fmla="*/ 6074996 w 12193149"/>
              <a:gd name="connsiteY117" fmla="*/ 2338676 h 2344739"/>
              <a:gd name="connsiteX118" fmla="*/ 6069677 w 12193149"/>
              <a:gd name="connsiteY118" fmla="*/ 2337139 h 2344739"/>
              <a:gd name="connsiteX119" fmla="*/ 6049786 w 12193149"/>
              <a:gd name="connsiteY119" fmla="*/ 2337822 h 2344739"/>
              <a:gd name="connsiteX120" fmla="*/ 6042433 w 12193149"/>
              <a:gd name="connsiteY120" fmla="*/ 2329473 h 2344739"/>
              <a:gd name="connsiteX121" fmla="*/ 6011238 w 12193149"/>
              <a:gd name="connsiteY121" fmla="*/ 2324380 h 2344739"/>
              <a:gd name="connsiteX122" fmla="*/ 5958523 w 12193149"/>
              <a:gd name="connsiteY122" fmla="*/ 2328024 h 2344739"/>
              <a:gd name="connsiteX123" fmla="*/ 5760067 w 12193149"/>
              <a:gd name="connsiteY123" fmla="*/ 2343716 h 2344739"/>
              <a:gd name="connsiteX124" fmla="*/ 5628108 w 12193149"/>
              <a:gd name="connsiteY124" fmla="*/ 2344739 h 2344739"/>
              <a:gd name="connsiteX125" fmla="*/ 5472054 w 12193149"/>
              <a:gd name="connsiteY125" fmla="*/ 2330719 h 2344739"/>
              <a:gd name="connsiteX126" fmla="*/ 5433909 w 12193149"/>
              <a:gd name="connsiteY126" fmla="*/ 2319466 h 2344739"/>
              <a:gd name="connsiteX127" fmla="*/ 5382817 w 12193149"/>
              <a:gd name="connsiteY127" fmla="*/ 2301764 h 2344739"/>
              <a:gd name="connsiteX128" fmla="*/ 5262912 w 12193149"/>
              <a:gd name="connsiteY128" fmla="*/ 2281347 h 2344739"/>
              <a:gd name="connsiteX129" fmla="*/ 5224109 w 12193149"/>
              <a:gd name="connsiteY129" fmla="*/ 2270223 h 2344739"/>
              <a:gd name="connsiteX130" fmla="*/ 5175808 w 12193149"/>
              <a:gd name="connsiteY130" fmla="*/ 2267233 h 2344739"/>
              <a:gd name="connsiteX131" fmla="*/ 5157702 w 12193149"/>
              <a:gd name="connsiteY131" fmla="*/ 2260010 h 2344739"/>
              <a:gd name="connsiteX132" fmla="*/ 5143747 w 12193149"/>
              <a:gd name="connsiteY132" fmla="*/ 2256610 h 2344739"/>
              <a:gd name="connsiteX133" fmla="*/ 5140744 w 12193149"/>
              <a:gd name="connsiteY133" fmla="*/ 2254509 h 2344739"/>
              <a:gd name="connsiteX134" fmla="*/ 5122807 w 12193149"/>
              <a:gd name="connsiteY134" fmla="*/ 2243656 h 2344739"/>
              <a:gd name="connsiteX135" fmla="*/ 5066938 w 12193149"/>
              <a:gd name="connsiteY135" fmla="*/ 2250227 h 2344739"/>
              <a:gd name="connsiteX136" fmla="*/ 5012662 w 12193149"/>
              <a:gd name="connsiteY136" fmla="*/ 2233846 h 2344739"/>
              <a:gd name="connsiteX137" fmla="*/ 4841589 w 12193149"/>
              <a:gd name="connsiteY137" fmla="*/ 2209829 h 2344739"/>
              <a:gd name="connsiteX138" fmla="*/ 4763595 w 12193149"/>
              <a:gd name="connsiteY138" fmla="*/ 2182061 h 2344739"/>
              <a:gd name="connsiteX139" fmla="*/ 4724334 w 12193149"/>
              <a:gd name="connsiteY139" fmla="*/ 2173047 h 2344739"/>
              <a:gd name="connsiteX140" fmla="*/ 4722324 w 12193149"/>
              <a:gd name="connsiteY140" fmla="*/ 2172298 h 2344739"/>
              <a:gd name="connsiteX141" fmla="*/ 4723259 w 12193149"/>
              <a:gd name="connsiteY141" fmla="*/ 2172087 h 2344739"/>
              <a:gd name="connsiteX142" fmla="*/ 4718350 w 12193149"/>
              <a:gd name="connsiteY142" fmla="*/ 2170817 h 2344739"/>
              <a:gd name="connsiteX143" fmla="*/ 4722324 w 12193149"/>
              <a:gd name="connsiteY143" fmla="*/ 2172298 h 2344739"/>
              <a:gd name="connsiteX144" fmla="*/ 4716674 w 12193149"/>
              <a:gd name="connsiteY144" fmla="*/ 2173573 h 2344739"/>
              <a:gd name="connsiteX145" fmla="*/ 4516962 w 12193149"/>
              <a:gd name="connsiteY145" fmla="*/ 2163671 h 2344739"/>
              <a:gd name="connsiteX146" fmla="*/ 4429691 w 12193149"/>
              <a:gd name="connsiteY146" fmla="*/ 2153020 h 2344739"/>
              <a:gd name="connsiteX147" fmla="*/ 4364023 w 12193149"/>
              <a:gd name="connsiteY147" fmla="*/ 2151674 h 2344739"/>
              <a:gd name="connsiteX148" fmla="*/ 4318114 w 12193149"/>
              <a:gd name="connsiteY148" fmla="*/ 2158289 h 2344739"/>
              <a:gd name="connsiteX149" fmla="*/ 4316258 w 12193149"/>
              <a:gd name="connsiteY149" fmla="*/ 2156948 h 2344739"/>
              <a:gd name="connsiteX150" fmla="*/ 4296292 w 12193149"/>
              <a:gd name="connsiteY150" fmla="*/ 2155069 h 2344739"/>
              <a:gd name="connsiteX151" fmla="*/ 4291212 w 12193149"/>
              <a:gd name="connsiteY151" fmla="*/ 2157986 h 2344739"/>
              <a:gd name="connsiteX152" fmla="*/ 4277290 w 12193149"/>
              <a:gd name="connsiteY152" fmla="*/ 2157740 h 2344739"/>
              <a:gd name="connsiteX153" fmla="*/ 4249265 w 12193149"/>
              <a:gd name="connsiteY153" fmla="*/ 2160064 h 2344739"/>
              <a:gd name="connsiteX154" fmla="*/ 4203199 w 12193149"/>
              <a:gd name="connsiteY154" fmla="*/ 2157269 h 2344739"/>
              <a:gd name="connsiteX155" fmla="*/ 4202893 w 12193149"/>
              <a:gd name="connsiteY155" fmla="*/ 2156010 h 2344739"/>
              <a:gd name="connsiteX156" fmla="*/ 4192396 w 12193149"/>
              <a:gd name="connsiteY156" fmla="*/ 2150376 h 2344739"/>
              <a:gd name="connsiteX157" fmla="*/ 4143893 w 12193149"/>
              <a:gd name="connsiteY157" fmla="*/ 2134511 h 2344739"/>
              <a:gd name="connsiteX158" fmla="*/ 4084245 w 12193149"/>
              <a:gd name="connsiteY158" fmla="*/ 2107978 h 2344739"/>
              <a:gd name="connsiteX159" fmla="*/ 4075694 w 12193149"/>
              <a:gd name="connsiteY159" fmla="*/ 2107143 h 2344739"/>
              <a:gd name="connsiteX160" fmla="*/ 4075575 w 12193149"/>
              <a:gd name="connsiteY160" fmla="*/ 2106844 h 2344739"/>
              <a:gd name="connsiteX161" fmla="*/ 4066658 w 12193149"/>
              <a:gd name="connsiteY161" fmla="*/ 2105400 h 2344739"/>
              <a:gd name="connsiteX162" fmla="*/ 4060102 w 12193149"/>
              <a:gd name="connsiteY162" fmla="*/ 2105618 h 2344739"/>
              <a:gd name="connsiteX163" fmla="*/ 4043512 w 12193149"/>
              <a:gd name="connsiteY163" fmla="*/ 2103997 h 2344739"/>
              <a:gd name="connsiteX164" fmla="*/ 4038145 w 12193149"/>
              <a:gd name="connsiteY164" fmla="*/ 2101563 h 2344739"/>
              <a:gd name="connsiteX165" fmla="*/ 4036511 w 12193149"/>
              <a:gd name="connsiteY165" fmla="*/ 2097896 h 2344739"/>
              <a:gd name="connsiteX166" fmla="*/ 4034926 w 12193149"/>
              <a:gd name="connsiteY166" fmla="*/ 2098131 h 2344739"/>
              <a:gd name="connsiteX167" fmla="*/ 4005686 w 12193149"/>
              <a:gd name="connsiteY167" fmla="*/ 2085563 h 2344739"/>
              <a:gd name="connsiteX168" fmla="*/ 3937994 w 12193149"/>
              <a:gd name="connsiteY168" fmla="*/ 2068106 h 2344739"/>
              <a:gd name="connsiteX169" fmla="*/ 3898423 w 12193149"/>
              <a:gd name="connsiteY169" fmla="*/ 2062451 h 2344739"/>
              <a:gd name="connsiteX170" fmla="*/ 3790908 w 12193149"/>
              <a:gd name="connsiteY170" fmla="*/ 2042213 h 2344739"/>
              <a:gd name="connsiteX171" fmla="*/ 3683661 w 12193149"/>
              <a:gd name="connsiteY171" fmla="*/ 2018290 h 2344739"/>
              <a:gd name="connsiteX172" fmla="*/ 3611183 w 12193149"/>
              <a:gd name="connsiteY172" fmla="*/ 1986019 h 2344739"/>
              <a:gd name="connsiteX173" fmla="*/ 3605003 w 12193149"/>
              <a:gd name="connsiteY173" fmla="*/ 1987381 h 2344739"/>
              <a:gd name="connsiteX174" fmla="*/ 3595884 w 12193149"/>
              <a:gd name="connsiteY174" fmla="*/ 1987545 h 2344739"/>
              <a:gd name="connsiteX175" fmla="*/ 3595649 w 12193149"/>
              <a:gd name="connsiteY175" fmla="*/ 1987276 h 2344739"/>
              <a:gd name="connsiteX176" fmla="*/ 3587126 w 12193149"/>
              <a:gd name="connsiteY176" fmla="*/ 1987966 h 2344739"/>
              <a:gd name="connsiteX177" fmla="*/ 3537283 w 12193149"/>
              <a:gd name="connsiteY177" fmla="*/ 1978267 h 2344739"/>
              <a:gd name="connsiteX178" fmla="*/ 3474371 w 12193149"/>
              <a:gd name="connsiteY178" fmla="*/ 1974606 h 2344739"/>
              <a:gd name="connsiteX179" fmla="*/ 3401876 w 12193149"/>
              <a:gd name="connsiteY179" fmla="*/ 1962558 h 2344739"/>
              <a:gd name="connsiteX180" fmla="*/ 3365036 w 12193149"/>
              <a:gd name="connsiteY180" fmla="*/ 1979510 h 2344739"/>
              <a:gd name="connsiteX181" fmla="*/ 3345174 w 12193149"/>
              <a:gd name="connsiteY181" fmla="*/ 1981192 h 2344739"/>
              <a:gd name="connsiteX182" fmla="*/ 3342846 w 12193149"/>
              <a:gd name="connsiteY182" fmla="*/ 1980217 h 2344739"/>
              <a:gd name="connsiteX183" fmla="*/ 3263504 w 12193149"/>
              <a:gd name="connsiteY183" fmla="*/ 1986094 h 2344739"/>
              <a:gd name="connsiteX184" fmla="*/ 3143704 w 12193149"/>
              <a:gd name="connsiteY184" fmla="*/ 1993869 h 2344739"/>
              <a:gd name="connsiteX185" fmla="*/ 3031439 w 12193149"/>
              <a:gd name="connsiteY185" fmla="*/ 1996512 h 2344739"/>
              <a:gd name="connsiteX186" fmla="*/ 2782717 w 12193149"/>
              <a:gd name="connsiteY186" fmla="*/ 2018333 h 2344739"/>
              <a:gd name="connsiteX187" fmla="*/ 2647675 w 12193149"/>
              <a:gd name="connsiteY187" fmla="*/ 2028869 h 2344739"/>
              <a:gd name="connsiteX188" fmla="*/ 2569176 w 12193149"/>
              <a:gd name="connsiteY188" fmla="*/ 2002628 h 2344739"/>
              <a:gd name="connsiteX189" fmla="*/ 2444403 w 12193149"/>
              <a:gd name="connsiteY189" fmla="*/ 2016529 h 2344739"/>
              <a:gd name="connsiteX190" fmla="*/ 2316260 w 12193149"/>
              <a:gd name="connsiteY190" fmla="*/ 2024996 h 2344739"/>
              <a:gd name="connsiteX191" fmla="*/ 2209726 w 12193149"/>
              <a:gd name="connsiteY191" fmla="*/ 2019763 h 2344739"/>
              <a:gd name="connsiteX192" fmla="*/ 2095813 w 12193149"/>
              <a:gd name="connsiteY192" fmla="*/ 2003052 h 2344739"/>
              <a:gd name="connsiteX193" fmla="*/ 1998504 w 12193149"/>
              <a:gd name="connsiteY193" fmla="*/ 1995032 h 2344739"/>
              <a:gd name="connsiteX194" fmla="*/ 1929320 w 12193149"/>
              <a:gd name="connsiteY194" fmla="*/ 2016977 h 2344739"/>
              <a:gd name="connsiteX195" fmla="*/ 1922798 w 12193149"/>
              <a:gd name="connsiteY195" fmla="*/ 2012146 h 2344739"/>
              <a:gd name="connsiteX196" fmla="*/ 1874228 w 12193149"/>
              <a:gd name="connsiteY196" fmla="*/ 2013741 h 2344739"/>
              <a:gd name="connsiteX197" fmla="*/ 1787803 w 12193149"/>
              <a:gd name="connsiteY197" fmla="*/ 2041363 h 2344739"/>
              <a:gd name="connsiteX198" fmla="*/ 1739352 w 12193149"/>
              <a:gd name="connsiteY198" fmla="*/ 2036312 h 2344739"/>
              <a:gd name="connsiteX199" fmla="*/ 1676219 w 12193149"/>
              <a:gd name="connsiteY199" fmla="*/ 2019963 h 2344739"/>
              <a:gd name="connsiteX200" fmla="*/ 1609817 w 12193149"/>
              <a:gd name="connsiteY200" fmla="*/ 2013066 h 2344739"/>
              <a:gd name="connsiteX201" fmla="*/ 1497258 w 12193149"/>
              <a:gd name="connsiteY201" fmla="*/ 1987476 h 2344739"/>
              <a:gd name="connsiteX202" fmla="*/ 1151127 w 12193149"/>
              <a:gd name="connsiteY202" fmla="*/ 1938041 h 2344739"/>
              <a:gd name="connsiteX203" fmla="*/ 859417 w 12193149"/>
              <a:gd name="connsiteY203" fmla="*/ 1928608 h 2344739"/>
              <a:gd name="connsiteX204" fmla="*/ 838688 w 12193149"/>
              <a:gd name="connsiteY204" fmla="*/ 1929821 h 2344739"/>
              <a:gd name="connsiteX205" fmla="*/ 817957 w 12193149"/>
              <a:gd name="connsiteY205" fmla="*/ 1927857 h 2344739"/>
              <a:gd name="connsiteX206" fmla="*/ 812654 w 12193149"/>
              <a:gd name="connsiteY206" fmla="*/ 1930751 h 2344739"/>
              <a:gd name="connsiteX207" fmla="*/ 721195 w 12193149"/>
              <a:gd name="connsiteY207" fmla="*/ 1929661 h 2344739"/>
              <a:gd name="connsiteX208" fmla="*/ 720890 w 12193149"/>
              <a:gd name="connsiteY208" fmla="*/ 1928399 h 2344739"/>
              <a:gd name="connsiteX209" fmla="*/ 710023 w 12193149"/>
              <a:gd name="connsiteY209" fmla="*/ 1922722 h 2344739"/>
              <a:gd name="connsiteX210" fmla="*/ 597940 w 12193149"/>
              <a:gd name="connsiteY210" fmla="*/ 1879864 h 2344739"/>
              <a:gd name="connsiteX211" fmla="*/ 579683 w 12193149"/>
              <a:gd name="connsiteY211" fmla="*/ 1877212 h 2344739"/>
              <a:gd name="connsiteX212" fmla="*/ 572865 w 12193149"/>
              <a:gd name="connsiteY212" fmla="*/ 1877401 h 2344739"/>
              <a:gd name="connsiteX213" fmla="*/ 446247 w 12193149"/>
              <a:gd name="connsiteY213" fmla="*/ 1839371 h 2344739"/>
              <a:gd name="connsiteX214" fmla="*/ 405163 w 12193149"/>
              <a:gd name="connsiteY214" fmla="*/ 1833548 h 2344739"/>
              <a:gd name="connsiteX215" fmla="*/ 293583 w 12193149"/>
              <a:gd name="connsiteY215" fmla="*/ 1812852 h 2344739"/>
              <a:gd name="connsiteX216" fmla="*/ 119529 w 12193149"/>
              <a:gd name="connsiteY216" fmla="*/ 1761047 h 2344739"/>
              <a:gd name="connsiteX217" fmla="*/ 16674 w 12193149"/>
              <a:gd name="connsiteY217" fmla="*/ 1758191 h 2344739"/>
              <a:gd name="connsiteX218" fmla="*/ 1150 w 12193149"/>
              <a:gd name="connsiteY218" fmla="*/ 1752722 h 2344739"/>
              <a:gd name="connsiteX219" fmla="*/ 1148 w 12193149"/>
              <a:gd name="connsiteY219" fmla="*/ 222213 h 2344739"/>
              <a:gd name="connsiteX220" fmla="*/ 1148 w 12193149"/>
              <a:gd name="connsiteY220"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083317 w 12193149"/>
              <a:gd name="connsiteY58" fmla="*/ 1743296 h 2344739"/>
              <a:gd name="connsiteX59" fmla="*/ 10040388 w 12193149"/>
              <a:gd name="connsiteY59" fmla="*/ 1741632 h 2344739"/>
              <a:gd name="connsiteX60" fmla="*/ 9961167 w 12193149"/>
              <a:gd name="connsiteY60" fmla="*/ 1757147 h 2344739"/>
              <a:gd name="connsiteX61" fmla="*/ 9848940 w 12193149"/>
              <a:gd name="connsiteY61" fmla="*/ 1763915 h 2344739"/>
              <a:gd name="connsiteX62" fmla="*/ 9729457 w 12193149"/>
              <a:gd name="connsiteY62" fmla="*/ 1784122 h 2344739"/>
              <a:gd name="connsiteX63" fmla="*/ 9613704 w 12193149"/>
              <a:gd name="connsiteY63" fmla="*/ 1812371 h 2344739"/>
              <a:gd name="connsiteX64" fmla="*/ 9338590 w 12193149"/>
              <a:gd name="connsiteY64" fmla="*/ 1869293 h 2344739"/>
              <a:gd name="connsiteX65" fmla="*/ 9232518 w 12193149"/>
              <a:gd name="connsiteY65" fmla="*/ 1893149 h 2344739"/>
              <a:gd name="connsiteX66" fmla="*/ 9156690 w 12193149"/>
              <a:gd name="connsiteY66" fmla="*/ 1903228 h 2344739"/>
              <a:gd name="connsiteX67" fmla="*/ 9054601 w 12193149"/>
              <a:gd name="connsiteY67" fmla="*/ 1910755 h 2344739"/>
              <a:gd name="connsiteX68" fmla="*/ 9006634 w 12193149"/>
              <a:gd name="connsiteY68" fmla="*/ 1914040 h 2344739"/>
              <a:gd name="connsiteX69" fmla="*/ 9006349 w 12193149"/>
              <a:gd name="connsiteY69" fmla="*/ 1913800 h 2344739"/>
              <a:gd name="connsiteX70" fmla="*/ 8997380 w 12193149"/>
              <a:gd name="connsiteY70" fmla="*/ 1915011 h 2344739"/>
              <a:gd name="connsiteX71" fmla="*/ 8991542 w 12193149"/>
              <a:gd name="connsiteY71" fmla="*/ 1917072 h 2344739"/>
              <a:gd name="connsiteX72" fmla="*/ 8975485 w 12193149"/>
              <a:gd name="connsiteY72" fmla="*/ 1920298 h 2344739"/>
              <a:gd name="connsiteX73" fmla="*/ 8969159 w 12193149"/>
              <a:gd name="connsiteY73" fmla="*/ 1919598 h 2344739"/>
              <a:gd name="connsiteX74" fmla="*/ 8964196 w 12193149"/>
              <a:gd name="connsiteY74" fmla="*/ 1917373 h 2344739"/>
              <a:gd name="connsiteX75" fmla="*/ 8930136 w 12193149"/>
              <a:gd name="connsiteY75" fmla="*/ 1914185 h 2344739"/>
              <a:gd name="connsiteX76" fmla="*/ 8753592 w 12193149"/>
              <a:gd name="connsiteY76" fmla="*/ 1933417 h 2344739"/>
              <a:gd name="connsiteX77" fmla="*/ 8708995 w 12193149"/>
              <a:gd name="connsiteY77" fmla="*/ 1935518 h 2344739"/>
              <a:gd name="connsiteX78" fmla="*/ 8597219 w 12193149"/>
              <a:gd name="connsiteY78" fmla="*/ 1944090 h 2344739"/>
              <a:gd name="connsiteX79" fmla="*/ 8526378 w 12193149"/>
              <a:gd name="connsiteY79" fmla="*/ 1929248 h 2344739"/>
              <a:gd name="connsiteX80" fmla="*/ 8512131 w 12193149"/>
              <a:gd name="connsiteY80" fmla="*/ 1935163 h 2344739"/>
              <a:gd name="connsiteX81" fmla="*/ 8507315 w 12193149"/>
              <a:gd name="connsiteY81" fmla="*/ 1938164 h 2344739"/>
              <a:gd name="connsiteX82" fmla="*/ 8499116 w 12193149"/>
              <a:gd name="connsiteY82" fmla="*/ 1940902 h 2344739"/>
              <a:gd name="connsiteX83" fmla="*/ 8498742 w 12193149"/>
              <a:gd name="connsiteY83" fmla="*/ 1940723 h 2344739"/>
              <a:gd name="connsiteX84" fmla="*/ 8491397 w 12193149"/>
              <a:gd name="connsiteY84" fmla="*/ 1943773 h 2344739"/>
              <a:gd name="connsiteX85" fmla="*/ 8368330 w 12193149"/>
              <a:gd name="connsiteY85" fmla="*/ 1957815 h 2344739"/>
              <a:gd name="connsiteX86" fmla="*/ 8354947 w 12193149"/>
              <a:gd name="connsiteY86" fmla="*/ 1958009 h 2344739"/>
              <a:gd name="connsiteX87" fmla="*/ 8321252 w 12193149"/>
              <a:gd name="connsiteY87" fmla="*/ 1974587 h 2344739"/>
              <a:gd name="connsiteX88" fmla="*/ 8315581 w 12193149"/>
              <a:gd name="connsiteY88" fmla="*/ 1974913 h 2344739"/>
              <a:gd name="connsiteX89" fmla="*/ 8296322 w 12193149"/>
              <a:gd name="connsiteY89" fmla="*/ 1988808 h 2344739"/>
              <a:gd name="connsiteX90" fmla="*/ 8285424 w 12193149"/>
              <a:gd name="connsiteY90" fmla="*/ 1994631 h 2344739"/>
              <a:gd name="connsiteX91" fmla="*/ 8284298 w 12193149"/>
              <a:gd name="connsiteY91" fmla="*/ 1999074 h 2344739"/>
              <a:gd name="connsiteX92" fmla="*/ 8267224 w 12193149"/>
              <a:gd name="connsiteY92" fmla="*/ 2006249 h 2344739"/>
              <a:gd name="connsiteX93" fmla="*/ 8264525 w 12193149"/>
              <a:gd name="connsiteY93" fmla="*/ 2006019 h 2344739"/>
              <a:gd name="connsiteX94" fmla="*/ 8253181 w 12193149"/>
              <a:gd name="connsiteY94" fmla="*/ 2015862 h 2344739"/>
              <a:gd name="connsiteX95" fmla="*/ 8246982 w 12193149"/>
              <a:gd name="connsiteY95" fmla="*/ 2028854 h 2344739"/>
              <a:gd name="connsiteX96" fmla="*/ 8091420 w 12193149"/>
              <a:gd name="connsiteY96" fmla="*/ 2075015 h 2344739"/>
              <a:gd name="connsiteX97" fmla="*/ 7906555 w 12193149"/>
              <a:gd name="connsiteY97" fmla="*/ 2116988 h 2344739"/>
              <a:gd name="connsiteX98" fmla="*/ 7719893 w 12193149"/>
              <a:gd name="connsiteY98" fmla="*/ 2142703 h 2344739"/>
              <a:gd name="connsiteX99" fmla="*/ 7615495 w 12193149"/>
              <a:gd name="connsiteY99" fmla="*/ 2139232 h 2344739"/>
              <a:gd name="connsiteX100" fmla="*/ 7528691 w 12193149"/>
              <a:gd name="connsiteY100" fmla="*/ 2145060 h 2344739"/>
              <a:gd name="connsiteX101" fmla="*/ 7520719 w 12193149"/>
              <a:gd name="connsiteY101" fmla="*/ 2147613 h 2344739"/>
              <a:gd name="connsiteX102" fmla="*/ 7508559 w 12193149"/>
              <a:gd name="connsiteY102" fmla="*/ 2148948 h 2344739"/>
              <a:gd name="connsiteX103" fmla="*/ 7508188 w 12193149"/>
              <a:gd name="connsiteY103" fmla="*/ 2148621 h 2344739"/>
              <a:gd name="connsiteX104" fmla="*/ 7496943 w 12193149"/>
              <a:gd name="connsiteY104" fmla="*/ 2150573 h 2344739"/>
              <a:gd name="connsiteX105" fmla="*/ 7406539 w 12193149"/>
              <a:gd name="connsiteY105" fmla="*/ 2142468 h 2344739"/>
              <a:gd name="connsiteX106" fmla="*/ 7219707 w 12193149"/>
              <a:gd name="connsiteY106" fmla="*/ 2156680 h 2344739"/>
              <a:gd name="connsiteX107" fmla="*/ 7202249 w 12193149"/>
              <a:gd name="connsiteY107" fmla="*/ 2161230 h 2344739"/>
              <a:gd name="connsiteX108" fmla="*/ 7198152 w 12193149"/>
              <a:gd name="connsiteY108" fmla="*/ 2166588 h 2344739"/>
              <a:gd name="connsiteX109" fmla="*/ 7171956 w 12193149"/>
              <a:gd name="connsiteY109" fmla="*/ 2171236 h 2344739"/>
              <a:gd name="connsiteX110" fmla="*/ 7098136 w 12193149"/>
              <a:gd name="connsiteY110" fmla="*/ 2183464 h 2344739"/>
              <a:gd name="connsiteX111" fmla="*/ 7019644 w 12193149"/>
              <a:gd name="connsiteY111" fmla="*/ 2183090 h 2344739"/>
              <a:gd name="connsiteX112" fmla="*/ 6905294 w 12193149"/>
              <a:gd name="connsiteY112" fmla="*/ 2212596 h 2344739"/>
              <a:gd name="connsiteX113" fmla="*/ 6709370 w 12193149"/>
              <a:gd name="connsiteY113" fmla="*/ 2240551 h 2344739"/>
              <a:gd name="connsiteX114" fmla="*/ 6550602 w 12193149"/>
              <a:gd name="connsiteY114" fmla="*/ 2269327 h 2344739"/>
              <a:gd name="connsiteX115" fmla="*/ 6318708 w 12193149"/>
              <a:gd name="connsiteY115" fmla="*/ 2316127 h 2344739"/>
              <a:gd name="connsiteX116" fmla="*/ 6169822 w 12193149"/>
              <a:gd name="connsiteY116" fmla="*/ 2318214 h 2344739"/>
              <a:gd name="connsiteX117" fmla="*/ 6074996 w 12193149"/>
              <a:gd name="connsiteY117" fmla="*/ 2338676 h 2344739"/>
              <a:gd name="connsiteX118" fmla="*/ 6069677 w 12193149"/>
              <a:gd name="connsiteY118" fmla="*/ 2337139 h 2344739"/>
              <a:gd name="connsiteX119" fmla="*/ 6049786 w 12193149"/>
              <a:gd name="connsiteY119" fmla="*/ 2337822 h 2344739"/>
              <a:gd name="connsiteX120" fmla="*/ 6042433 w 12193149"/>
              <a:gd name="connsiteY120" fmla="*/ 2329473 h 2344739"/>
              <a:gd name="connsiteX121" fmla="*/ 6011238 w 12193149"/>
              <a:gd name="connsiteY121" fmla="*/ 2324380 h 2344739"/>
              <a:gd name="connsiteX122" fmla="*/ 5958523 w 12193149"/>
              <a:gd name="connsiteY122" fmla="*/ 2328024 h 2344739"/>
              <a:gd name="connsiteX123" fmla="*/ 5760067 w 12193149"/>
              <a:gd name="connsiteY123" fmla="*/ 2343716 h 2344739"/>
              <a:gd name="connsiteX124" fmla="*/ 5628108 w 12193149"/>
              <a:gd name="connsiteY124" fmla="*/ 2344739 h 2344739"/>
              <a:gd name="connsiteX125" fmla="*/ 5472054 w 12193149"/>
              <a:gd name="connsiteY125" fmla="*/ 2330719 h 2344739"/>
              <a:gd name="connsiteX126" fmla="*/ 5433909 w 12193149"/>
              <a:gd name="connsiteY126" fmla="*/ 2319466 h 2344739"/>
              <a:gd name="connsiteX127" fmla="*/ 5382817 w 12193149"/>
              <a:gd name="connsiteY127" fmla="*/ 2301764 h 2344739"/>
              <a:gd name="connsiteX128" fmla="*/ 5262912 w 12193149"/>
              <a:gd name="connsiteY128" fmla="*/ 2281347 h 2344739"/>
              <a:gd name="connsiteX129" fmla="*/ 5224109 w 12193149"/>
              <a:gd name="connsiteY129" fmla="*/ 2270223 h 2344739"/>
              <a:gd name="connsiteX130" fmla="*/ 5175808 w 12193149"/>
              <a:gd name="connsiteY130" fmla="*/ 2267233 h 2344739"/>
              <a:gd name="connsiteX131" fmla="*/ 5157702 w 12193149"/>
              <a:gd name="connsiteY131" fmla="*/ 2260010 h 2344739"/>
              <a:gd name="connsiteX132" fmla="*/ 5143747 w 12193149"/>
              <a:gd name="connsiteY132" fmla="*/ 2256610 h 2344739"/>
              <a:gd name="connsiteX133" fmla="*/ 5140744 w 12193149"/>
              <a:gd name="connsiteY133" fmla="*/ 2254509 h 2344739"/>
              <a:gd name="connsiteX134" fmla="*/ 5122807 w 12193149"/>
              <a:gd name="connsiteY134" fmla="*/ 2243656 h 2344739"/>
              <a:gd name="connsiteX135" fmla="*/ 5066938 w 12193149"/>
              <a:gd name="connsiteY135" fmla="*/ 2250227 h 2344739"/>
              <a:gd name="connsiteX136" fmla="*/ 5012662 w 12193149"/>
              <a:gd name="connsiteY136" fmla="*/ 2233846 h 2344739"/>
              <a:gd name="connsiteX137" fmla="*/ 4841589 w 12193149"/>
              <a:gd name="connsiteY137" fmla="*/ 2209829 h 2344739"/>
              <a:gd name="connsiteX138" fmla="*/ 4763595 w 12193149"/>
              <a:gd name="connsiteY138" fmla="*/ 2182061 h 2344739"/>
              <a:gd name="connsiteX139" fmla="*/ 4724334 w 12193149"/>
              <a:gd name="connsiteY139" fmla="*/ 2173047 h 2344739"/>
              <a:gd name="connsiteX140" fmla="*/ 4722324 w 12193149"/>
              <a:gd name="connsiteY140" fmla="*/ 2172298 h 2344739"/>
              <a:gd name="connsiteX141" fmla="*/ 4723259 w 12193149"/>
              <a:gd name="connsiteY141" fmla="*/ 2172087 h 2344739"/>
              <a:gd name="connsiteX142" fmla="*/ 4718350 w 12193149"/>
              <a:gd name="connsiteY142" fmla="*/ 2170817 h 2344739"/>
              <a:gd name="connsiteX143" fmla="*/ 4722324 w 12193149"/>
              <a:gd name="connsiteY143" fmla="*/ 2172298 h 2344739"/>
              <a:gd name="connsiteX144" fmla="*/ 4716674 w 12193149"/>
              <a:gd name="connsiteY144" fmla="*/ 2173573 h 2344739"/>
              <a:gd name="connsiteX145" fmla="*/ 4516962 w 12193149"/>
              <a:gd name="connsiteY145" fmla="*/ 2163671 h 2344739"/>
              <a:gd name="connsiteX146" fmla="*/ 4429691 w 12193149"/>
              <a:gd name="connsiteY146" fmla="*/ 2153020 h 2344739"/>
              <a:gd name="connsiteX147" fmla="*/ 4364023 w 12193149"/>
              <a:gd name="connsiteY147" fmla="*/ 2151674 h 2344739"/>
              <a:gd name="connsiteX148" fmla="*/ 4318114 w 12193149"/>
              <a:gd name="connsiteY148" fmla="*/ 2158289 h 2344739"/>
              <a:gd name="connsiteX149" fmla="*/ 4316258 w 12193149"/>
              <a:gd name="connsiteY149" fmla="*/ 2156948 h 2344739"/>
              <a:gd name="connsiteX150" fmla="*/ 4296292 w 12193149"/>
              <a:gd name="connsiteY150" fmla="*/ 2155069 h 2344739"/>
              <a:gd name="connsiteX151" fmla="*/ 4291212 w 12193149"/>
              <a:gd name="connsiteY151" fmla="*/ 2157986 h 2344739"/>
              <a:gd name="connsiteX152" fmla="*/ 4277290 w 12193149"/>
              <a:gd name="connsiteY152" fmla="*/ 2157740 h 2344739"/>
              <a:gd name="connsiteX153" fmla="*/ 4249265 w 12193149"/>
              <a:gd name="connsiteY153" fmla="*/ 2160064 h 2344739"/>
              <a:gd name="connsiteX154" fmla="*/ 4203199 w 12193149"/>
              <a:gd name="connsiteY154" fmla="*/ 2157269 h 2344739"/>
              <a:gd name="connsiteX155" fmla="*/ 4202893 w 12193149"/>
              <a:gd name="connsiteY155" fmla="*/ 2156010 h 2344739"/>
              <a:gd name="connsiteX156" fmla="*/ 4192396 w 12193149"/>
              <a:gd name="connsiteY156" fmla="*/ 2150376 h 2344739"/>
              <a:gd name="connsiteX157" fmla="*/ 4143893 w 12193149"/>
              <a:gd name="connsiteY157" fmla="*/ 2134511 h 2344739"/>
              <a:gd name="connsiteX158" fmla="*/ 4084245 w 12193149"/>
              <a:gd name="connsiteY158" fmla="*/ 2107978 h 2344739"/>
              <a:gd name="connsiteX159" fmla="*/ 4075694 w 12193149"/>
              <a:gd name="connsiteY159" fmla="*/ 2107143 h 2344739"/>
              <a:gd name="connsiteX160" fmla="*/ 4075575 w 12193149"/>
              <a:gd name="connsiteY160" fmla="*/ 2106844 h 2344739"/>
              <a:gd name="connsiteX161" fmla="*/ 4066658 w 12193149"/>
              <a:gd name="connsiteY161" fmla="*/ 2105400 h 2344739"/>
              <a:gd name="connsiteX162" fmla="*/ 4060102 w 12193149"/>
              <a:gd name="connsiteY162" fmla="*/ 2105618 h 2344739"/>
              <a:gd name="connsiteX163" fmla="*/ 4043512 w 12193149"/>
              <a:gd name="connsiteY163" fmla="*/ 2103997 h 2344739"/>
              <a:gd name="connsiteX164" fmla="*/ 4038145 w 12193149"/>
              <a:gd name="connsiteY164" fmla="*/ 2101563 h 2344739"/>
              <a:gd name="connsiteX165" fmla="*/ 4036511 w 12193149"/>
              <a:gd name="connsiteY165" fmla="*/ 2097896 h 2344739"/>
              <a:gd name="connsiteX166" fmla="*/ 4034926 w 12193149"/>
              <a:gd name="connsiteY166" fmla="*/ 2098131 h 2344739"/>
              <a:gd name="connsiteX167" fmla="*/ 4005686 w 12193149"/>
              <a:gd name="connsiteY167" fmla="*/ 2085563 h 2344739"/>
              <a:gd name="connsiteX168" fmla="*/ 3937994 w 12193149"/>
              <a:gd name="connsiteY168" fmla="*/ 2068106 h 2344739"/>
              <a:gd name="connsiteX169" fmla="*/ 3898423 w 12193149"/>
              <a:gd name="connsiteY169" fmla="*/ 2062451 h 2344739"/>
              <a:gd name="connsiteX170" fmla="*/ 3790908 w 12193149"/>
              <a:gd name="connsiteY170" fmla="*/ 2042213 h 2344739"/>
              <a:gd name="connsiteX171" fmla="*/ 3683661 w 12193149"/>
              <a:gd name="connsiteY171" fmla="*/ 2018290 h 2344739"/>
              <a:gd name="connsiteX172" fmla="*/ 3611183 w 12193149"/>
              <a:gd name="connsiteY172" fmla="*/ 1986019 h 2344739"/>
              <a:gd name="connsiteX173" fmla="*/ 3605003 w 12193149"/>
              <a:gd name="connsiteY173" fmla="*/ 1987381 h 2344739"/>
              <a:gd name="connsiteX174" fmla="*/ 3595884 w 12193149"/>
              <a:gd name="connsiteY174" fmla="*/ 1987545 h 2344739"/>
              <a:gd name="connsiteX175" fmla="*/ 3595649 w 12193149"/>
              <a:gd name="connsiteY175" fmla="*/ 1987276 h 2344739"/>
              <a:gd name="connsiteX176" fmla="*/ 3587126 w 12193149"/>
              <a:gd name="connsiteY176" fmla="*/ 1987966 h 2344739"/>
              <a:gd name="connsiteX177" fmla="*/ 3537283 w 12193149"/>
              <a:gd name="connsiteY177" fmla="*/ 1978267 h 2344739"/>
              <a:gd name="connsiteX178" fmla="*/ 3474371 w 12193149"/>
              <a:gd name="connsiteY178" fmla="*/ 1974606 h 2344739"/>
              <a:gd name="connsiteX179" fmla="*/ 3401876 w 12193149"/>
              <a:gd name="connsiteY179" fmla="*/ 1962558 h 2344739"/>
              <a:gd name="connsiteX180" fmla="*/ 3365036 w 12193149"/>
              <a:gd name="connsiteY180" fmla="*/ 1979510 h 2344739"/>
              <a:gd name="connsiteX181" fmla="*/ 3345174 w 12193149"/>
              <a:gd name="connsiteY181" fmla="*/ 1981192 h 2344739"/>
              <a:gd name="connsiteX182" fmla="*/ 3342846 w 12193149"/>
              <a:gd name="connsiteY182" fmla="*/ 1980217 h 2344739"/>
              <a:gd name="connsiteX183" fmla="*/ 3263504 w 12193149"/>
              <a:gd name="connsiteY183" fmla="*/ 1986094 h 2344739"/>
              <a:gd name="connsiteX184" fmla="*/ 3143704 w 12193149"/>
              <a:gd name="connsiteY184" fmla="*/ 1993869 h 2344739"/>
              <a:gd name="connsiteX185" fmla="*/ 3031439 w 12193149"/>
              <a:gd name="connsiteY185" fmla="*/ 1996512 h 2344739"/>
              <a:gd name="connsiteX186" fmla="*/ 2782717 w 12193149"/>
              <a:gd name="connsiteY186" fmla="*/ 2018333 h 2344739"/>
              <a:gd name="connsiteX187" fmla="*/ 2647675 w 12193149"/>
              <a:gd name="connsiteY187" fmla="*/ 2028869 h 2344739"/>
              <a:gd name="connsiteX188" fmla="*/ 2569176 w 12193149"/>
              <a:gd name="connsiteY188" fmla="*/ 2002628 h 2344739"/>
              <a:gd name="connsiteX189" fmla="*/ 2444403 w 12193149"/>
              <a:gd name="connsiteY189" fmla="*/ 2016529 h 2344739"/>
              <a:gd name="connsiteX190" fmla="*/ 2316260 w 12193149"/>
              <a:gd name="connsiteY190" fmla="*/ 2024996 h 2344739"/>
              <a:gd name="connsiteX191" fmla="*/ 2209726 w 12193149"/>
              <a:gd name="connsiteY191" fmla="*/ 2019763 h 2344739"/>
              <a:gd name="connsiteX192" fmla="*/ 2095813 w 12193149"/>
              <a:gd name="connsiteY192" fmla="*/ 2003052 h 2344739"/>
              <a:gd name="connsiteX193" fmla="*/ 1998504 w 12193149"/>
              <a:gd name="connsiteY193" fmla="*/ 1995032 h 2344739"/>
              <a:gd name="connsiteX194" fmla="*/ 1929320 w 12193149"/>
              <a:gd name="connsiteY194" fmla="*/ 2016977 h 2344739"/>
              <a:gd name="connsiteX195" fmla="*/ 1922798 w 12193149"/>
              <a:gd name="connsiteY195" fmla="*/ 2012146 h 2344739"/>
              <a:gd name="connsiteX196" fmla="*/ 1874228 w 12193149"/>
              <a:gd name="connsiteY196" fmla="*/ 2013741 h 2344739"/>
              <a:gd name="connsiteX197" fmla="*/ 1787803 w 12193149"/>
              <a:gd name="connsiteY197" fmla="*/ 2041363 h 2344739"/>
              <a:gd name="connsiteX198" fmla="*/ 1739352 w 12193149"/>
              <a:gd name="connsiteY198" fmla="*/ 2036312 h 2344739"/>
              <a:gd name="connsiteX199" fmla="*/ 1676219 w 12193149"/>
              <a:gd name="connsiteY199" fmla="*/ 2019963 h 2344739"/>
              <a:gd name="connsiteX200" fmla="*/ 1609817 w 12193149"/>
              <a:gd name="connsiteY200" fmla="*/ 2013066 h 2344739"/>
              <a:gd name="connsiteX201" fmla="*/ 1497258 w 12193149"/>
              <a:gd name="connsiteY201" fmla="*/ 1987476 h 2344739"/>
              <a:gd name="connsiteX202" fmla="*/ 1151127 w 12193149"/>
              <a:gd name="connsiteY202" fmla="*/ 1938041 h 2344739"/>
              <a:gd name="connsiteX203" fmla="*/ 859417 w 12193149"/>
              <a:gd name="connsiteY203" fmla="*/ 1928608 h 2344739"/>
              <a:gd name="connsiteX204" fmla="*/ 838688 w 12193149"/>
              <a:gd name="connsiteY204" fmla="*/ 1929821 h 2344739"/>
              <a:gd name="connsiteX205" fmla="*/ 817957 w 12193149"/>
              <a:gd name="connsiteY205" fmla="*/ 1927857 h 2344739"/>
              <a:gd name="connsiteX206" fmla="*/ 812654 w 12193149"/>
              <a:gd name="connsiteY206" fmla="*/ 1930751 h 2344739"/>
              <a:gd name="connsiteX207" fmla="*/ 721195 w 12193149"/>
              <a:gd name="connsiteY207" fmla="*/ 1929661 h 2344739"/>
              <a:gd name="connsiteX208" fmla="*/ 720890 w 12193149"/>
              <a:gd name="connsiteY208" fmla="*/ 1928399 h 2344739"/>
              <a:gd name="connsiteX209" fmla="*/ 710023 w 12193149"/>
              <a:gd name="connsiteY209" fmla="*/ 1922722 h 2344739"/>
              <a:gd name="connsiteX210" fmla="*/ 597940 w 12193149"/>
              <a:gd name="connsiteY210" fmla="*/ 1879864 h 2344739"/>
              <a:gd name="connsiteX211" fmla="*/ 579683 w 12193149"/>
              <a:gd name="connsiteY211" fmla="*/ 1877212 h 2344739"/>
              <a:gd name="connsiteX212" fmla="*/ 572865 w 12193149"/>
              <a:gd name="connsiteY212" fmla="*/ 1877401 h 2344739"/>
              <a:gd name="connsiteX213" fmla="*/ 446247 w 12193149"/>
              <a:gd name="connsiteY213" fmla="*/ 1839371 h 2344739"/>
              <a:gd name="connsiteX214" fmla="*/ 405163 w 12193149"/>
              <a:gd name="connsiteY214" fmla="*/ 1833548 h 2344739"/>
              <a:gd name="connsiteX215" fmla="*/ 293583 w 12193149"/>
              <a:gd name="connsiteY215" fmla="*/ 1812852 h 2344739"/>
              <a:gd name="connsiteX216" fmla="*/ 119529 w 12193149"/>
              <a:gd name="connsiteY216" fmla="*/ 1761047 h 2344739"/>
              <a:gd name="connsiteX217" fmla="*/ 16674 w 12193149"/>
              <a:gd name="connsiteY217" fmla="*/ 1758191 h 2344739"/>
              <a:gd name="connsiteX218" fmla="*/ 1150 w 12193149"/>
              <a:gd name="connsiteY218" fmla="*/ 1752722 h 2344739"/>
              <a:gd name="connsiteX219" fmla="*/ 1148 w 12193149"/>
              <a:gd name="connsiteY219" fmla="*/ 222213 h 2344739"/>
              <a:gd name="connsiteX220" fmla="*/ 1148 w 12193149"/>
              <a:gd name="connsiteY220"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083317 w 12193149"/>
              <a:gd name="connsiteY58" fmla="*/ 1743296 h 2344739"/>
              <a:gd name="connsiteX59" fmla="*/ 10040388 w 12193149"/>
              <a:gd name="connsiteY59" fmla="*/ 1741632 h 2344739"/>
              <a:gd name="connsiteX60" fmla="*/ 9961167 w 12193149"/>
              <a:gd name="connsiteY60" fmla="*/ 1757147 h 2344739"/>
              <a:gd name="connsiteX61" fmla="*/ 9848940 w 12193149"/>
              <a:gd name="connsiteY61" fmla="*/ 1763915 h 2344739"/>
              <a:gd name="connsiteX62" fmla="*/ 9729457 w 12193149"/>
              <a:gd name="connsiteY62" fmla="*/ 1784122 h 2344739"/>
              <a:gd name="connsiteX63" fmla="*/ 9613704 w 12193149"/>
              <a:gd name="connsiteY63" fmla="*/ 1812371 h 2344739"/>
              <a:gd name="connsiteX64" fmla="*/ 9338590 w 12193149"/>
              <a:gd name="connsiteY64" fmla="*/ 1869293 h 2344739"/>
              <a:gd name="connsiteX65" fmla="*/ 9232518 w 12193149"/>
              <a:gd name="connsiteY65" fmla="*/ 1893149 h 2344739"/>
              <a:gd name="connsiteX66" fmla="*/ 9156690 w 12193149"/>
              <a:gd name="connsiteY66" fmla="*/ 1903228 h 2344739"/>
              <a:gd name="connsiteX67" fmla="*/ 9054601 w 12193149"/>
              <a:gd name="connsiteY67" fmla="*/ 1910755 h 2344739"/>
              <a:gd name="connsiteX68" fmla="*/ 9006634 w 12193149"/>
              <a:gd name="connsiteY68" fmla="*/ 1914040 h 2344739"/>
              <a:gd name="connsiteX69" fmla="*/ 9006349 w 12193149"/>
              <a:gd name="connsiteY69" fmla="*/ 1913800 h 2344739"/>
              <a:gd name="connsiteX70" fmla="*/ 8997380 w 12193149"/>
              <a:gd name="connsiteY70" fmla="*/ 1915011 h 2344739"/>
              <a:gd name="connsiteX71" fmla="*/ 8991542 w 12193149"/>
              <a:gd name="connsiteY71" fmla="*/ 1917072 h 2344739"/>
              <a:gd name="connsiteX72" fmla="*/ 8975485 w 12193149"/>
              <a:gd name="connsiteY72" fmla="*/ 1920298 h 2344739"/>
              <a:gd name="connsiteX73" fmla="*/ 8969159 w 12193149"/>
              <a:gd name="connsiteY73" fmla="*/ 1919598 h 2344739"/>
              <a:gd name="connsiteX74" fmla="*/ 8964196 w 12193149"/>
              <a:gd name="connsiteY74" fmla="*/ 1917373 h 2344739"/>
              <a:gd name="connsiteX75" fmla="*/ 8930136 w 12193149"/>
              <a:gd name="connsiteY75" fmla="*/ 1914185 h 2344739"/>
              <a:gd name="connsiteX76" fmla="*/ 8753592 w 12193149"/>
              <a:gd name="connsiteY76" fmla="*/ 1933417 h 2344739"/>
              <a:gd name="connsiteX77" fmla="*/ 8708995 w 12193149"/>
              <a:gd name="connsiteY77" fmla="*/ 1935518 h 2344739"/>
              <a:gd name="connsiteX78" fmla="*/ 8597219 w 12193149"/>
              <a:gd name="connsiteY78" fmla="*/ 1944090 h 2344739"/>
              <a:gd name="connsiteX79" fmla="*/ 8526378 w 12193149"/>
              <a:gd name="connsiteY79" fmla="*/ 1929248 h 2344739"/>
              <a:gd name="connsiteX80" fmla="*/ 8512131 w 12193149"/>
              <a:gd name="connsiteY80" fmla="*/ 1935163 h 2344739"/>
              <a:gd name="connsiteX81" fmla="*/ 8507315 w 12193149"/>
              <a:gd name="connsiteY81" fmla="*/ 1938164 h 2344739"/>
              <a:gd name="connsiteX82" fmla="*/ 8499116 w 12193149"/>
              <a:gd name="connsiteY82" fmla="*/ 1940902 h 2344739"/>
              <a:gd name="connsiteX83" fmla="*/ 8498742 w 12193149"/>
              <a:gd name="connsiteY83" fmla="*/ 1940723 h 2344739"/>
              <a:gd name="connsiteX84" fmla="*/ 8491397 w 12193149"/>
              <a:gd name="connsiteY84" fmla="*/ 1943773 h 2344739"/>
              <a:gd name="connsiteX85" fmla="*/ 8368330 w 12193149"/>
              <a:gd name="connsiteY85" fmla="*/ 1957815 h 2344739"/>
              <a:gd name="connsiteX86" fmla="*/ 8354947 w 12193149"/>
              <a:gd name="connsiteY86" fmla="*/ 1958009 h 2344739"/>
              <a:gd name="connsiteX87" fmla="*/ 8321252 w 12193149"/>
              <a:gd name="connsiteY87" fmla="*/ 1974587 h 2344739"/>
              <a:gd name="connsiteX88" fmla="*/ 8315581 w 12193149"/>
              <a:gd name="connsiteY88" fmla="*/ 1974913 h 2344739"/>
              <a:gd name="connsiteX89" fmla="*/ 8296322 w 12193149"/>
              <a:gd name="connsiteY89" fmla="*/ 1988808 h 2344739"/>
              <a:gd name="connsiteX90" fmla="*/ 8285424 w 12193149"/>
              <a:gd name="connsiteY90" fmla="*/ 1994631 h 2344739"/>
              <a:gd name="connsiteX91" fmla="*/ 8284298 w 12193149"/>
              <a:gd name="connsiteY91" fmla="*/ 1999074 h 2344739"/>
              <a:gd name="connsiteX92" fmla="*/ 8267224 w 12193149"/>
              <a:gd name="connsiteY92" fmla="*/ 2006249 h 2344739"/>
              <a:gd name="connsiteX93" fmla="*/ 8264525 w 12193149"/>
              <a:gd name="connsiteY93" fmla="*/ 2006019 h 2344739"/>
              <a:gd name="connsiteX94" fmla="*/ 8253181 w 12193149"/>
              <a:gd name="connsiteY94" fmla="*/ 2015862 h 2344739"/>
              <a:gd name="connsiteX95" fmla="*/ 8246982 w 12193149"/>
              <a:gd name="connsiteY95" fmla="*/ 2028854 h 2344739"/>
              <a:gd name="connsiteX96" fmla="*/ 8091420 w 12193149"/>
              <a:gd name="connsiteY96" fmla="*/ 2075015 h 2344739"/>
              <a:gd name="connsiteX97" fmla="*/ 7906555 w 12193149"/>
              <a:gd name="connsiteY97" fmla="*/ 2116988 h 2344739"/>
              <a:gd name="connsiteX98" fmla="*/ 7719893 w 12193149"/>
              <a:gd name="connsiteY98" fmla="*/ 2142703 h 2344739"/>
              <a:gd name="connsiteX99" fmla="*/ 7615495 w 12193149"/>
              <a:gd name="connsiteY99" fmla="*/ 2139232 h 2344739"/>
              <a:gd name="connsiteX100" fmla="*/ 7528691 w 12193149"/>
              <a:gd name="connsiteY100" fmla="*/ 2145060 h 2344739"/>
              <a:gd name="connsiteX101" fmla="*/ 7520719 w 12193149"/>
              <a:gd name="connsiteY101" fmla="*/ 2147613 h 2344739"/>
              <a:gd name="connsiteX102" fmla="*/ 7508559 w 12193149"/>
              <a:gd name="connsiteY102" fmla="*/ 2148948 h 2344739"/>
              <a:gd name="connsiteX103" fmla="*/ 7508188 w 12193149"/>
              <a:gd name="connsiteY103" fmla="*/ 2148621 h 2344739"/>
              <a:gd name="connsiteX104" fmla="*/ 7496943 w 12193149"/>
              <a:gd name="connsiteY104" fmla="*/ 2150573 h 2344739"/>
              <a:gd name="connsiteX105" fmla="*/ 7219707 w 12193149"/>
              <a:gd name="connsiteY105" fmla="*/ 2156680 h 2344739"/>
              <a:gd name="connsiteX106" fmla="*/ 7202249 w 12193149"/>
              <a:gd name="connsiteY106" fmla="*/ 2161230 h 2344739"/>
              <a:gd name="connsiteX107" fmla="*/ 7198152 w 12193149"/>
              <a:gd name="connsiteY107" fmla="*/ 2166588 h 2344739"/>
              <a:gd name="connsiteX108" fmla="*/ 7171956 w 12193149"/>
              <a:gd name="connsiteY108" fmla="*/ 2171236 h 2344739"/>
              <a:gd name="connsiteX109" fmla="*/ 7098136 w 12193149"/>
              <a:gd name="connsiteY109" fmla="*/ 2183464 h 2344739"/>
              <a:gd name="connsiteX110" fmla="*/ 7019644 w 12193149"/>
              <a:gd name="connsiteY110" fmla="*/ 2183090 h 2344739"/>
              <a:gd name="connsiteX111" fmla="*/ 6905294 w 12193149"/>
              <a:gd name="connsiteY111" fmla="*/ 2212596 h 2344739"/>
              <a:gd name="connsiteX112" fmla="*/ 6709370 w 12193149"/>
              <a:gd name="connsiteY112" fmla="*/ 2240551 h 2344739"/>
              <a:gd name="connsiteX113" fmla="*/ 6550602 w 12193149"/>
              <a:gd name="connsiteY113" fmla="*/ 2269327 h 2344739"/>
              <a:gd name="connsiteX114" fmla="*/ 6318708 w 12193149"/>
              <a:gd name="connsiteY114" fmla="*/ 2316127 h 2344739"/>
              <a:gd name="connsiteX115" fmla="*/ 6169822 w 12193149"/>
              <a:gd name="connsiteY115" fmla="*/ 2318214 h 2344739"/>
              <a:gd name="connsiteX116" fmla="*/ 6074996 w 12193149"/>
              <a:gd name="connsiteY116" fmla="*/ 2338676 h 2344739"/>
              <a:gd name="connsiteX117" fmla="*/ 6069677 w 12193149"/>
              <a:gd name="connsiteY117" fmla="*/ 2337139 h 2344739"/>
              <a:gd name="connsiteX118" fmla="*/ 6049786 w 12193149"/>
              <a:gd name="connsiteY118" fmla="*/ 2337822 h 2344739"/>
              <a:gd name="connsiteX119" fmla="*/ 6042433 w 12193149"/>
              <a:gd name="connsiteY119" fmla="*/ 2329473 h 2344739"/>
              <a:gd name="connsiteX120" fmla="*/ 6011238 w 12193149"/>
              <a:gd name="connsiteY120" fmla="*/ 2324380 h 2344739"/>
              <a:gd name="connsiteX121" fmla="*/ 5958523 w 12193149"/>
              <a:gd name="connsiteY121" fmla="*/ 2328024 h 2344739"/>
              <a:gd name="connsiteX122" fmla="*/ 5760067 w 12193149"/>
              <a:gd name="connsiteY122" fmla="*/ 2343716 h 2344739"/>
              <a:gd name="connsiteX123" fmla="*/ 5628108 w 12193149"/>
              <a:gd name="connsiteY123" fmla="*/ 2344739 h 2344739"/>
              <a:gd name="connsiteX124" fmla="*/ 5472054 w 12193149"/>
              <a:gd name="connsiteY124" fmla="*/ 2330719 h 2344739"/>
              <a:gd name="connsiteX125" fmla="*/ 5433909 w 12193149"/>
              <a:gd name="connsiteY125" fmla="*/ 2319466 h 2344739"/>
              <a:gd name="connsiteX126" fmla="*/ 5382817 w 12193149"/>
              <a:gd name="connsiteY126" fmla="*/ 2301764 h 2344739"/>
              <a:gd name="connsiteX127" fmla="*/ 5262912 w 12193149"/>
              <a:gd name="connsiteY127" fmla="*/ 2281347 h 2344739"/>
              <a:gd name="connsiteX128" fmla="*/ 5224109 w 12193149"/>
              <a:gd name="connsiteY128" fmla="*/ 2270223 h 2344739"/>
              <a:gd name="connsiteX129" fmla="*/ 5175808 w 12193149"/>
              <a:gd name="connsiteY129" fmla="*/ 2267233 h 2344739"/>
              <a:gd name="connsiteX130" fmla="*/ 5157702 w 12193149"/>
              <a:gd name="connsiteY130" fmla="*/ 2260010 h 2344739"/>
              <a:gd name="connsiteX131" fmla="*/ 5143747 w 12193149"/>
              <a:gd name="connsiteY131" fmla="*/ 2256610 h 2344739"/>
              <a:gd name="connsiteX132" fmla="*/ 5140744 w 12193149"/>
              <a:gd name="connsiteY132" fmla="*/ 2254509 h 2344739"/>
              <a:gd name="connsiteX133" fmla="*/ 5122807 w 12193149"/>
              <a:gd name="connsiteY133" fmla="*/ 2243656 h 2344739"/>
              <a:gd name="connsiteX134" fmla="*/ 5066938 w 12193149"/>
              <a:gd name="connsiteY134" fmla="*/ 2250227 h 2344739"/>
              <a:gd name="connsiteX135" fmla="*/ 5012662 w 12193149"/>
              <a:gd name="connsiteY135" fmla="*/ 2233846 h 2344739"/>
              <a:gd name="connsiteX136" fmla="*/ 4841589 w 12193149"/>
              <a:gd name="connsiteY136" fmla="*/ 2209829 h 2344739"/>
              <a:gd name="connsiteX137" fmla="*/ 4763595 w 12193149"/>
              <a:gd name="connsiteY137" fmla="*/ 2182061 h 2344739"/>
              <a:gd name="connsiteX138" fmla="*/ 4724334 w 12193149"/>
              <a:gd name="connsiteY138" fmla="*/ 2173047 h 2344739"/>
              <a:gd name="connsiteX139" fmla="*/ 4722324 w 12193149"/>
              <a:gd name="connsiteY139" fmla="*/ 2172298 h 2344739"/>
              <a:gd name="connsiteX140" fmla="*/ 4723259 w 12193149"/>
              <a:gd name="connsiteY140" fmla="*/ 2172087 h 2344739"/>
              <a:gd name="connsiteX141" fmla="*/ 4718350 w 12193149"/>
              <a:gd name="connsiteY141" fmla="*/ 2170817 h 2344739"/>
              <a:gd name="connsiteX142" fmla="*/ 4722324 w 12193149"/>
              <a:gd name="connsiteY142" fmla="*/ 2172298 h 2344739"/>
              <a:gd name="connsiteX143" fmla="*/ 4716674 w 12193149"/>
              <a:gd name="connsiteY143" fmla="*/ 2173573 h 2344739"/>
              <a:gd name="connsiteX144" fmla="*/ 4516962 w 12193149"/>
              <a:gd name="connsiteY144" fmla="*/ 2163671 h 2344739"/>
              <a:gd name="connsiteX145" fmla="*/ 4429691 w 12193149"/>
              <a:gd name="connsiteY145" fmla="*/ 2153020 h 2344739"/>
              <a:gd name="connsiteX146" fmla="*/ 4364023 w 12193149"/>
              <a:gd name="connsiteY146" fmla="*/ 2151674 h 2344739"/>
              <a:gd name="connsiteX147" fmla="*/ 4318114 w 12193149"/>
              <a:gd name="connsiteY147" fmla="*/ 2158289 h 2344739"/>
              <a:gd name="connsiteX148" fmla="*/ 4316258 w 12193149"/>
              <a:gd name="connsiteY148" fmla="*/ 2156948 h 2344739"/>
              <a:gd name="connsiteX149" fmla="*/ 4296292 w 12193149"/>
              <a:gd name="connsiteY149" fmla="*/ 2155069 h 2344739"/>
              <a:gd name="connsiteX150" fmla="*/ 4291212 w 12193149"/>
              <a:gd name="connsiteY150" fmla="*/ 2157986 h 2344739"/>
              <a:gd name="connsiteX151" fmla="*/ 4277290 w 12193149"/>
              <a:gd name="connsiteY151" fmla="*/ 2157740 h 2344739"/>
              <a:gd name="connsiteX152" fmla="*/ 4249265 w 12193149"/>
              <a:gd name="connsiteY152" fmla="*/ 2160064 h 2344739"/>
              <a:gd name="connsiteX153" fmla="*/ 4203199 w 12193149"/>
              <a:gd name="connsiteY153" fmla="*/ 2157269 h 2344739"/>
              <a:gd name="connsiteX154" fmla="*/ 4202893 w 12193149"/>
              <a:gd name="connsiteY154" fmla="*/ 2156010 h 2344739"/>
              <a:gd name="connsiteX155" fmla="*/ 4192396 w 12193149"/>
              <a:gd name="connsiteY155" fmla="*/ 2150376 h 2344739"/>
              <a:gd name="connsiteX156" fmla="*/ 4143893 w 12193149"/>
              <a:gd name="connsiteY156" fmla="*/ 2134511 h 2344739"/>
              <a:gd name="connsiteX157" fmla="*/ 4084245 w 12193149"/>
              <a:gd name="connsiteY157" fmla="*/ 2107978 h 2344739"/>
              <a:gd name="connsiteX158" fmla="*/ 4075694 w 12193149"/>
              <a:gd name="connsiteY158" fmla="*/ 2107143 h 2344739"/>
              <a:gd name="connsiteX159" fmla="*/ 4075575 w 12193149"/>
              <a:gd name="connsiteY159" fmla="*/ 2106844 h 2344739"/>
              <a:gd name="connsiteX160" fmla="*/ 4066658 w 12193149"/>
              <a:gd name="connsiteY160" fmla="*/ 2105400 h 2344739"/>
              <a:gd name="connsiteX161" fmla="*/ 4060102 w 12193149"/>
              <a:gd name="connsiteY161" fmla="*/ 2105618 h 2344739"/>
              <a:gd name="connsiteX162" fmla="*/ 4043512 w 12193149"/>
              <a:gd name="connsiteY162" fmla="*/ 2103997 h 2344739"/>
              <a:gd name="connsiteX163" fmla="*/ 4038145 w 12193149"/>
              <a:gd name="connsiteY163" fmla="*/ 2101563 h 2344739"/>
              <a:gd name="connsiteX164" fmla="*/ 4036511 w 12193149"/>
              <a:gd name="connsiteY164" fmla="*/ 2097896 h 2344739"/>
              <a:gd name="connsiteX165" fmla="*/ 4034926 w 12193149"/>
              <a:gd name="connsiteY165" fmla="*/ 2098131 h 2344739"/>
              <a:gd name="connsiteX166" fmla="*/ 4005686 w 12193149"/>
              <a:gd name="connsiteY166" fmla="*/ 2085563 h 2344739"/>
              <a:gd name="connsiteX167" fmla="*/ 3937994 w 12193149"/>
              <a:gd name="connsiteY167" fmla="*/ 2068106 h 2344739"/>
              <a:gd name="connsiteX168" fmla="*/ 3898423 w 12193149"/>
              <a:gd name="connsiteY168" fmla="*/ 2062451 h 2344739"/>
              <a:gd name="connsiteX169" fmla="*/ 3790908 w 12193149"/>
              <a:gd name="connsiteY169" fmla="*/ 2042213 h 2344739"/>
              <a:gd name="connsiteX170" fmla="*/ 3683661 w 12193149"/>
              <a:gd name="connsiteY170" fmla="*/ 2018290 h 2344739"/>
              <a:gd name="connsiteX171" fmla="*/ 3611183 w 12193149"/>
              <a:gd name="connsiteY171" fmla="*/ 1986019 h 2344739"/>
              <a:gd name="connsiteX172" fmla="*/ 3605003 w 12193149"/>
              <a:gd name="connsiteY172" fmla="*/ 1987381 h 2344739"/>
              <a:gd name="connsiteX173" fmla="*/ 3595884 w 12193149"/>
              <a:gd name="connsiteY173" fmla="*/ 1987545 h 2344739"/>
              <a:gd name="connsiteX174" fmla="*/ 3595649 w 12193149"/>
              <a:gd name="connsiteY174" fmla="*/ 1987276 h 2344739"/>
              <a:gd name="connsiteX175" fmla="*/ 3587126 w 12193149"/>
              <a:gd name="connsiteY175" fmla="*/ 1987966 h 2344739"/>
              <a:gd name="connsiteX176" fmla="*/ 3537283 w 12193149"/>
              <a:gd name="connsiteY176" fmla="*/ 1978267 h 2344739"/>
              <a:gd name="connsiteX177" fmla="*/ 3474371 w 12193149"/>
              <a:gd name="connsiteY177" fmla="*/ 1974606 h 2344739"/>
              <a:gd name="connsiteX178" fmla="*/ 3401876 w 12193149"/>
              <a:gd name="connsiteY178" fmla="*/ 1962558 h 2344739"/>
              <a:gd name="connsiteX179" fmla="*/ 3365036 w 12193149"/>
              <a:gd name="connsiteY179" fmla="*/ 1979510 h 2344739"/>
              <a:gd name="connsiteX180" fmla="*/ 3345174 w 12193149"/>
              <a:gd name="connsiteY180" fmla="*/ 1981192 h 2344739"/>
              <a:gd name="connsiteX181" fmla="*/ 3342846 w 12193149"/>
              <a:gd name="connsiteY181" fmla="*/ 1980217 h 2344739"/>
              <a:gd name="connsiteX182" fmla="*/ 3263504 w 12193149"/>
              <a:gd name="connsiteY182" fmla="*/ 1986094 h 2344739"/>
              <a:gd name="connsiteX183" fmla="*/ 3143704 w 12193149"/>
              <a:gd name="connsiteY183" fmla="*/ 1993869 h 2344739"/>
              <a:gd name="connsiteX184" fmla="*/ 3031439 w 12193149"/>
              <a:gd name="connsiteY184" fmla="*/ 1996512 h 2344739"/>
              <a:gd name="connsiteX185" fmla="*/ 2782717 w 12193149"/>
              <a:gd name="connsiteY185" fmla="*/ 2018333 h 2344739"/>
              <a:gd name="connsiteX186" fmla="*/ 2647675 w 12193149"/>
              <a:gd name="connsiteY186" fmla="*/ 2028869 h 2344739"/>
              <a:gd name="connsiteX187" fmla="*/ 2569176 w 12193149"/>
              <a:gd name="connsiteY187" fmla="*/ 2002628 h 2344739"/>
              <a:gd name="connsiteX188" fmla="*/ 2444403 w 12193149"/>
              <a:gd name="connsiteY188" fmla="*/ 2016529 h 2344739"/>
              <a:gd name="connsiteX189" fmla="*/ 2316260 w 12193149"/>
              <a:gd name="connsiteY189" fmla="*/ 2024996 h 2344739"/>
              <a:gd name="connsiteX190" fmla="*/ 2209726 w 12193149"/>
              <a:gd name="connsiteY190" fmla="*/ 2019763 h 2344739"/>
              <a:gd name="connsiteX191" fmla="*/ 2095813 w 12193149"/>
              <a:gd name="connsiteY191" fmla="*/ 2003052 h 2344739"/>
              <a:gd name="connsiteX192" fmla="*/ 1998504 w 12193149"/>
              <a:gd name="connsiteY192" fmla="*/ 1995032 h 2344739"/>
              <a:gd name="connsiteX193" fmla="*/ 1929320 w 12193149"/>
              <a:gd name="connsiteY193" fmla="*/ 2016977 h 2344739"/>
              <a:gd name="connsiteX194" fmla="*/ 1922798 w 12193149"/>
              <a:gd name="connsiteY194" fmla="*/ 2012146 h 2344739"/>
              <a:gd name="connsiteX195" fmla="*/ 1874228 w 12193149"/>
              <a:gd name="connsiteY195" fmla="*/ 2013741 h 2344739"/>
              <a:gd name="connsiteX196" fmla="*/ 1787803 w 12193149"/>
              <a:gd name="connsiteY196" fmla="*/ 2041363 h 2344739"/>
              <a:gd name="connsiteX197" fmla="*/ 1739352 w 12193149"/>
              <a:gd name="connsiteY197" fmla="*/ 2036312 h 2344739"/>
              <a:gd name="connsiteX198" fmla="*/ 1676219 w 12193149"/>
              <a:gd name="connsiteY198" fmla="*/ 2019963 h 2344739"/>
              <a:gd name="connsiteX199" fmla="*/ 1609817 w 12193149"/>
              <a:gd name="connsiteY199" fmla="*/ 2013066 h 2344739"/>
              <a:gd name="connsiteX200" fmla="*/ 1497258 w 12193149"/>
              <a:gd name="connsiteY200" fmla="*/ 1987476 h 2344739"/>
              <a:gd name="connsiteX201" fmla="*/ 1151127 w 12193149"/>
              <a:gd name="connsiteY201" fmla="*/ 1938041 h 2344739"/>
              <a:gd name="connsiteX202" fmla="*/ 859417 w 12193149"/>
              <a:gd name="connsiteY202" fmla="*/ 1928608 h 2344739"/>
              <a:gd name="connsiteX203" fmla="*/ 838688 w 12193149"/>
              <a:gd name="connsiteY203" fmla="*/ 1929821 h 2344739"/>
              <a:gd name="connsiteX204" fmla="*/ 817957 w 12193149"/>
              <a:gd name="connsiteY204" fmla="*/ 1927857 h 2344739"/>
              <a:gd name="connsiteX205" fmla="*/ 812654 w 12193149"/>
              <a:gd name="connsiteY205" fmla="*/ 1930751 h 2344739"/>
              <a:gd name="connsiteX206" fmla="*/ 721195 w 12193149"/>
              <a:gd name="connsiteY206" fmla="*/ 1929661 h 2344739"/>
              <a:gd name="connsiteX207" fmla="*/ 720890 w 12193149"/>
              <a:gd name="connsiteY207" fmla="*/ 1928399 h 2344739"/>
              <a:gd name="connsiteX208" fmla="*/ 710023 w 12193149"/>
              <a:gd name="connsiteY208" fmla="*/ 1922722 h 2344739"/>
              <a:gd name="connsiteX209" fmla="*/ 597940 w 12193149"/>
              <a:gd name="connsiteY209" fmla="*/ 1879864 h 2344739"/>
              <a:gd name="connsiteX210" fmla="*/ 579683 w 12193149"/>
              <a:gd name="connsiteY210" fmla="*/ 1877212 h 2344739"/>
              <a:gd name="connsiteX211" fmla="*/ 572865 w 12193149"/>
              <a:gd name="connsiteY211" fmla="*/ 1877401 h 2344739"/>
              <a:gd name="connsiteX212" fmla="*/ 446247 w 12193149"/>
              <a:gd name="connsiteY212" fmla="*/ 1839371 h 2344739"/>
              <a:gd name="connsiteX213" fmla="*/ 405163 w 12193149"/>
              <a:gd name="connsiteY213" fmla="*/ 1833548 h 2344739"/>
              <a:gd name="connsiteX214" fmla="*/ 293583 w 12193149"/>
              <a:gd name="connsiteY214" fmla="*/ 1812852 h 2344739"/>
              <a:gd name="connsiteX215" fmla="*/ 119529 w 12193149"/>
              <a:gd name="connsiteY215" fmla="*/ 1761047 h 2344739"/>
              <a:gd name="connsiteX216" fmla="*/ 16674 w 12193149"/>
              <a:gd name="connsiteY216" fmla="*/ 1758191 h 2344739"/>
              <a:gd name="connsiteX217" fmla="*/ 1150 w 12193149"/>
              <a:gd name="connsiteY217" fmla="*/ 1752722 h 2344739"/>
              <a:gd name="connsiteX218" fmla="*/ 1148 w 12193149"/>
              <a:gd name="connsiteY218" fmla="*/ 222213 h 2344739"/>
              <a:gd name="connsiteX219" fmla="*/ 1148 w 12193149"/>
              <a:gd name="connsiteY219"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590693 w 12193149"/>
              <a:gd name="connsiteY23" fmla="*/ 963777 h 2344739"/>
              <a:gd name="connsiteX24" fmla="*/ 11506817 w 12193149"/>
              <a:gd name="connsiteY24" fmla="*/ 1033623 h 2344739"/>
              <a:gd name="connsiteX25" fmla="*/ 11280332 w 12193149"/>
              <a:gd name="connsiteY25" fmla="*/ 1223571 h 2344739"/>
              <a:gd name="connsiteX26" fmla="*/ 11228309 w 12193149"/>
              <a:gd name="connsiteY26" fmla="*/ 1276236 h 2344739"/>
              <a:gd name="connsiteX27" fmla="*/ 11218087 w 12193149"/>
              <a:gd name="connsiteY27" fmla="*/ 1275961 h 2344739"/>
              <a:gd name="connsiteX28" fmla="*/ 11217184 w 12193149"/>
              <a:gd name="connsiteY28" fmla="*/ 1275018 h 2344739"/>
              <a:gd name="connsiteX29" fmla="*/ 11188885 w 12193149"/>
              <a:gd name="connsiteY29" fmla="*/ 1292383 h 2344739"/>
              <a:gd name="connsiteX30" fmla="*/ 11184501 w 12193149"/>
              <a:gd name="connsiteY30" fmla="*/ 1292525 h 2344739"/>
              <a:gd name="connsiteX31" fmla="*/ 11166854 w 12193149"/>
              <a:gd name="connsiteY31" fmla="*/ 1306612 h 2344739"/>
              <a:gd name="connsiteX32" fmla="*/ 11157311 w 12193149"/>
              <a:gd name="connsiteY32" fmla="*/ 1312414 h 2344739"/>
              <a:gd name="connsiteX33" fmla="*/ 11155496 w 12193149"/>
              <a:gd name="connsiteY33" fmla="*/ 1317097 h 2344739"/>
              <a:gd name="connsiteX34" fmla="*/ 11140961 w 12193149"/>
              <a:gd name="connsiteY34" fmla="*/ 1324115 h 2344739"/>
              <a:gd name="connsiteX35" fmla="*/ 11138961 w 12193149"/>
              <a:gd name="connsiteY35" fmla="*/ 1323772 h 2344739"/>
              <a:gd name="connsiteX36" fmla="*/ 11128208 w 12193149"/>
              <a:gd name="connsiteY36" fmla="*/ 1333832 h 2344739"/>
              <a:gd name="connsiteX37" fmla="*/ 11120691 w 12193149"/>
              <a:gd name="connsiteY37" fmla="*/ 1347424 h 2344739"/>
              <a:gd name="connsiteX38" fmla="*/ 10894683 w 12193149"/>
              <a:gd name="connsiteY38" fmla="*/ 1473399 h 2344739"/>
              <a:gd name="connsiteX39" fmla="*/ 10773300 w 12193149"/>
              <a:gd name="connsiteY39" fmla="*/ 1523191 h 2344739"/>
              <a:gd name="connsiteX40" fmla="*/ 10627668 w 12193149"/>
              <a:gd name="connsiteY40" fmla="*/ 1559229 h 2344739"/>
              <a:gd name="connsiteX41" fmla="*/ 10581895 w 12193149"/>
              <a:gd name="connsiteY41" fmla="*/ 1568689 h 2344739"/>
              <a:gd name="connsiteX42" fmla="*/ 10547790 w 12193149"/>
              <a:gd name="connsiteY42" fmla="*/ 1598423 h 2344739"/>
              <a:gd name="connsiteX43" fmla="*/ 10529643 w 12193149"/>
              <a:gd name="connsiteY43" fmla="*/ 1596907 h 2344739"/>
              <a:gd name="connsiteX44" fmla="*/ 10526446 w 12193149"/>
              <a:gd name="connsiteY44" fmla="*/ 1596411 h 2344739"/>
              <a:gd name="connsiteX45" fmla="*/ 10515129 w 12193149"/>
              <a:gd name="connsiteY45" fmla="*/ 1599537 h 2344739"/>
              <a:gd name="connsiteX46" fmla="*/ 10491735 w 12193149"/>
              <a:gd name="connsiteY46" fmla="*/ 1594156 h 2344739"/>
              <a:gd name="connsiteX47" fmla="*/ 10471418 w 12193149"/>
              <a:gd name="connsiteY47" fmla="*/ 1601693 h 2344739"/>
              <a:gd name="connsiteX48" fmla="*/ 10377042 w 12193149"/>
              <a:gd name="connsiteY48" fmla="*/ 1644598 h 2344739"/>
              <a:gd name="connsiteX49" fmla="*/ 10319338 w 12193149"/>
              <a:gd name="connsiteY49" fmla="*/ 1666221 h 2344739"/>
              <a:gd name="connsiteX50" fmla="*/ 10295467 w 12193149"/>
              <a:gd name="connsiteY50" fmla="*/ 1668079 h 2344739"/>
              <a:gd name="connsiteX51" fmla="*/ 10263443 w 12193149"/>
              <a:gd name="connsiteY51" fmla="*/ 1674948 h 2344739"/>
              <a:gd name="connsiteX52" fmla="*/ 10205418 w 12193149"/>
              <a:gd name="connsiteY52" fmla="*/ 1682149 h 2344739"/>
              <a:gd name="connsiteX53" fmla="*/ 10177759 w 12193149"/>
              <a:gd name="connsiteY53" fmla="*/ 1692943 h 2344739"/>
              <a:gd name="connsiteX54" fmla="*/ 10165070 w 12193149"/>
              <a:gd name="connsiteY54" fmla="*/ 1693739 h 2344739"/>
              <a:gd name="connsiteX55" fmla="*/ 10156308 w 12193149"/>
              <a:gd name="connsiteY55" fmla="*/ 1707487 h 2344739"/>
              <a:gd name="connsiteX56" fmla="*/ 10118267 w 12193149"/>
              <a:gd name="connsiteY56" fmla="*/ 1731142 h 2344739"/>
              <a:gd name="connsiteX57" fmla="*/ 10083317 w 12193149"/>
              <a:gd name="connsiteY57" fmla="*/ 1743296 h 2344739"/>
              <a:gd name="connsiteX58" fmla="*/ 10040388 w 12193149"/>
              <a:gd name="connsiteY58" fmla="*/ 1741632 h 2344739"/>
              <a:gd name="connsiteX59" fmla="*/ 9961167 w 12193149"/>
              <a:gd name="connsiteY59" fmla="*/ 1757147 h 2344739"/>
              <a:gd name="connsiteX60" fmla="*/ 9848940 w 12193149"/>
              <a:gd name="connsiteY60" fmla="*/ 1763915 h 2344739"/>
              <a:gd name="connsiteX61" fmla="*/ 9729457 w 12193149"/>
              <a:gd name="connsiteY61" fmla="*/ 1784122 h 2344739"/>
              <a:gd name="connsiteX62" fmla="*/ 9613704 w 12193149"/>
              <a:gd name="connsiteY62" fmla="*/ 1812371 h 2344739"/>
              <a:gd name="connsiteX63" fmla="*/ 9338590 w 12193149"/>
              <a:gd name="connsiteY63" fmla="*/ 1869293 h 2344739"/>
              <a:gd name="connsiteX64" fmla="*/ 9232518 w 12193149"/>
              <a:gd name="connsiteY64" fmla="*/ 1893149 h 2344739"/>
              <a:gd name="connsiteX65" fmla="*/ 9156690 w 12193149"/>
              <a:gd name="connsiteY65" fmla="*/ 1903228 h 2344739"/>
              <a:gd name="connsiteX66" fmla="*/ 9054601 w 12193149"/>
              <a:gd name="connsiteY66" fmla="*/ 1910755 h 2344739"/>
              <a:gd name="connsiteX67" fmla="*/ 9006634 w 12193149"/>
              <a:gd name="connsiteY67" fmla="*/ 1914040 h 2344739"/>
              <a:gd name="connsiteX68" fmla="*/ 9006349 w 12193149"/>
              <a:gd name="connsiteY68" fmla="*/ 1913800 h 2344739"/>
              <a:gd name="connsiteX69" fmla="*/ 8997380 w 12193149"/>
              <a:gd name="connsiteY69" fmla="*/ 1915011 h 2344739"/>
              <a:gd name="connsiteX70" fmla="*/ 8991542 w 12193149"/>
              <a:gd name="connsiteY70" fmla="*/ 1917072 h 2344739"/>
              <a:gd name="connsiteX71" fmla="*/ 8975485 w 12193149"/>
              <a:gd name="connsiteY71" fmla="*/ 1920298 h 2344739"/>
              <a:gd name="connsiteX72" fmla="*/ 8969159 w 12193149"/>
              <a:gd name="connsiteY72" fmla="*/ 1919598 h 2344739"/>
              <a:gd name="connsiteX73" fmla="*/ 8964196 w 12193149"/>
              <a:gd name="connsiteY73" fmla="*/ 1917373 h 2344739"/>
              <a:gd name="connsiteX74" fmla="*/ 8930136 w 12193149"/>
              <a:gd name="connsiteY74" fmla="*/ 1914185 h 2344739"/>
              <a:gd name="connsiteX75" fmla="*/ 8753592 w 12193149"/>
              <a:gd name="connsiteY75" fmla="*/ 1933417 h 2344739"/>
              <a:gd name="connsiteX76" fmla="*/ 8708995 w 12193149"/>
              <a:gd name="connsiteY76" fmla="*/ 1935518 h 2344739"/>
              <a:gd name="connsiteX77" fmla="*/ 8597219 w 12193149"/>
              <a:gd name="connsiteY77" fmla="*/ 1944090 h 2344739"/>
              <a:gd name="connsiteX78" fmla="*/ 8526378 w 12193149"/>
              <a:gd name="connsiteY78" fmla="*/ 1929248 h 2344739"/>
              <a:gd name="connsiteX79" fmla="*/ 8512131 w 12193149"/>
              <a:gd name="connsiteY79" fmla="*/ 1935163 h 2344739"/>
              <a:gd name="connsiteX80" fmla="*/ 8507315 w 12193149"/>
              <a:gd name="connsiteY80" fmla="*/ 1938164 h 2344739"/>
              <a:gd name="connsiteX81" fmla="*/ 8499116 w 12193149"/>
              <a:gd name="connsiteY81" fmla="*/ 1940902 h 2344739"/>
              <a:gd name="connsiteX82" fmla="*/ 8498742 w 12193149"/>
              <a:gd name="connsiteY82" fmla="*/ 1940723 h 2344739"/>
              <a:gd name="connsiteX83" fmla="*/ 8491397 w 12193149"/>
              <a:gd name="connsiteY83" fmla="*/ 1943773 h 2344739"/>
              <a:gd name="connsiteX84" fmla="*/ 8368330 w 12193149"/>
              <a:gd name="connsiteY84" fmla="*/ 1957815 h 2344739"/>
              <a:gd name="connsiteX85" fmla="*/ 8354947 w 12193149"/>
              <a:gd name="connsiteY85" fmla="*/ 1958009 h 2344739"/>
              <a:gd name="connsiteX86" fmla="*/ 8321252 w 12193149"/>
              <a:gd name="connsiteY86" fmla="*/ 1974587 h 2344739"/>
              <a:gd name="connsiteX87" fmla="*/ 8315581 w 12193149"/>
              <a:gd name="connsiteY87" fmla="*/ 1974913 h 2344739"/>
              <a:gd name="connsiteX88" fmla="*/ 8296322 w 12193149"/>
              <a:gd name="connsiteY88" fmla="*/ 1988808 h 2344739"/>
              <a:gd name="connsiteX89" fmla="*/ 8285424 w 12193149"/>
              <a:gd name="connsiteY89" fmla="*/ 1994631 h 2344739"/>
              <a:gd name="connsiteX90" fmla="*/ 8284298 w 12193149"/>
              <a:gd name="connsiteY90" fmla="*/ 1999074 h 2344739"/>
              <a:gd name="connsiteX91" fmla="*/ 8267224 w 12193149"/>
              <a:gd name="connsiteY91" fmla="*/ 2006249 h 2344739"/>
              <a:gd name="connsiteX92" fmla="*/ 8264525 w 12193149"/>
              <a:gd name="connsiteY92" fmla="*/ 2006019 h 2344739"/>
              <a:gd name="connsiteX93" fmla="*/ 8253181 w 12193149"/>
              <a:gd name="connsiteY93" fmla="*/ 2015862 h 2344739"/>
              <a:gd name="connsiteX94" fmla="*/ 8246982 w 12193149"/>
              <a:gd name="connsiteY94" fmla="*/ 2028854 h 2344739"/>
              <a:gd name="connsiteX95" fmla="*/ 8091420 w 12193149"/>
              <a:gd name="connsiteY95" fmla="*/ 2075015 h 2344739"/>
              <a:gd name="connsiteX96" fmla="*/ 7906555 w 12193149"/>
              <a:gd name="connsiteY96" fmla="*/ 2116988 h 2344739"/>
              <a:gd name="connsiteX97" fmla="*/ 7719893 w 12193149"/>
              <a:gd name="connsiteY97" fmla="*/ 2142703 h 2344739"/>
              <a:gd name="connsiteX98" fmla="*/ 7615495 w 12193149"/>
              <a:gd name="connsiteY98" fmla="*/ 2139232 h 2344739"/>
              <a:gd name="connsiteX99" fmla="*/ 7528691 w 12193149"/>
              <a:gd name="connsiteY99" fmla="*/ 2145060 h 2344739"/>
              <a:gd name="connsiteX100" fmla="*/ 7520719 w 12193149"/>
              <a:gd name="connsiteY100" fmla="*/ 2147613 h 2344739"/>
              <a:gd name="connsiteX101" fmla="*/ 7508559 w 12193149"/>
              <a:gd name="connsiteY101" fmla="*/ 2148948 h 2344739"/>
              <a:gd name="connsiteX102" fmla="*/ 7508188 w 12193149"/>
              <a:gd name="connsiteY102" fmla="*/ 2148621 h 2344739"/>
              <a:gd name="connsiteX103" fmla="*/ 7496943 w 12193149"/>
              <a:gd name="connsiteY103" fmla="*/ 2150573 h 2344739"/>
              <a:gd name="connsiteX104" fmla="*/ 7219707 w 12193149"/>
              <a:gd name="connsiteY104" fmla="*/ 2156680 h 2344739"/>
              <a:gd name="connsiteX105" fmla="*/ 7202249 w 12193149"/>
              <a:gd name="connsiteY105" fmla="*/ 2161230 h 2344739"/>
              <a:gd name="connsiteX106" fmla="*/ 7198152 w 12193149"/>
              <a:gd name="connsiteY106" fmla="*/ 2166588 h 2344739"/>
              <a:gd name="connsiteX107" fmla="*/ 7171956 w 12193149"/>
              <a:gd name="connsiteY107" fmla="*/ 2171236 h 2344739"/>
              <a:gd name="connsiteX108" fmla="*/ 7098136 w 12193149"/>
              <a:gd name="connsiteY108" fmla="*/ 2183464 h 2344739"/>
              <a:gd name="connsiteX109" fmla="*/ 7019644 w 12193149"/>
              <a:gd name="connsiteY109" fmla="*/ 2183090 h 2344739"/>
              <a:gd name="connsiteX110" fmla="*/ 6905294 w 12193149"/>
              <a:gd name="connsiteY110" fmla="*/ 2212596 h 2344739"/>
              <a:gd name="connsiteX111" fmla="*/ 6709370 w 12193149"/>
              <a:gd name="connsiteY111" fmla="*/ 2240551 h 2344739"/>
              <a:gd name="connsiteX112" fmla="*/ 6550602 w 12193149"/>
              <a:gd name="connsiteY112" fmla="*/ 2269327 h 2344739"/>
              <a:gd name="connsiteX113" fmla="*/ 6318708 w 12193149"/>
              <a:gd name="connsiteY113" fmla="*/ 2316127 h 2344739"/>
              <a:gd name="connsiteX114" fmla="*/ 6169822 w 12193149"/>
              <a:gd name="connsiteY114" fmla="*/ 2318214 h 2344739"/>
              <a:gd name="connsiteX115" fmla="*/ 6074996 w 12193149"/>
              <a:gd name="connsiteY115" fmla="*/ 2338676 h 2344739"/>
              <a:gd name="connsiteX116" fmla="*/ 6069677 w 12193149"/>
              <a:gd name="connsiteY116" fmla="*/ 2337139 h 2344739"/>
              <a:gd name="connsiteX117" fmla="*/ 6049786 w 12193149"/>
              <a:gd name="connsiteY117" fmla="*/ 2337822 h 2344739"/>
              <a:gd name="connsiteX118" fmla="*/ 6042433 w 12193149"/>
              <a:gd name="connsiteY118" fmla="*/ 2329473 h 2344739"/>
              <a:gd name="connsiteX119" fmla="*/ 6011238 w 12193149"/>
              <a:gd name="connsiteY119" fmla="*/ 2324380 h 2344739"/>
              <a:gd name="connsiteX120" fmla="*/ 5958523 w 12193149"/>
              <a:gd name="connsiteY120" fmla="*/ 2328024 h 2344739"/>
              <a:gd name="connsiteX121" fmla="*/ 5760067 w 12193149"/>
              <a:gd name="connsiteY121" fmla="*/ 2343716 h 2344739"/>
              <a:gd name="connsiteX122" fmla="*/ 5628108 w 12193149"/>
              <a:gd name="connsiteY122" fmla="*/ 2344739 h 2344739"/>
              <a:gd name="connsiteX123" fmla="*/ 5472054 w 12193149"/>
              <a:gd name="connsiteY123" fmla="*/ 2330719 h 2344739"/>
              <a:gd name="connsiteX124" fmla="*/ 5433909 w 12193149"/>
              <a:gd name="connsiteY124" fmla="*/ 2319466 h 2344739"/>
              <a:gd name="connsiteX125" fmla="*/ 5382817 w 12193149"/>
              <a:gd name="connsiteY125" fmla="*/ 2301764 h 2344739"/>
              <a:gd name="connsiteX126" fmla="*/ 5262912 w 12193149"/>
              <a:gd name="connsiteY126" fmla="*/ 2281347 h 2344739"/>
              <a:gd name="connsiteX127" fmla="*/ 5224109 w 12193149"/>
              <a:gd name="connsiteY127" fmla="*/ 2270223 h 2344739"/>
              <a:gd name="connsiteX128" fmla="*/ 5175808 w 12193149"/>
              <a:gd name="connsiteY128" fmla="*/ 2267233 h 2344739"/>
              <a:gd name="connsiteX129" fmla="*/ 5157702 w 12193149"/>
              <a:gd name="connsiteY129" fmla="*/ 2260010 h 2344739"/>
              <a:gd name="connsiteX130" fmla="*/ 5143747 w 12193149"/>
              <a:gd name="connsiteY130" fmla="*/ 2256610 h 2344739"/>
              <a:gd name="connsiteX131" fmla="*/ 5140744 w 12193149"/>
              <a:gd name="connsiteY131" fmla="*/ 2254509 h 2344739"/>
              <a:gd name="connsiteX132" fmla="*/ 5122807 w 12193149"/>
              <a:gd name="connsiteY132" fmla="*/ 2243656 h 2344739"/>
              <a:gd name="connsiteX133" fmla="*/ 5066938 w 12193149"/>
              <a:gd name="connsiteY133" fmla="*/ 2250227 h 2344739"/>
              <a:gd name="connsiteX134" fmla="*/ 5012662 w 12193149"/>
              <a:gd name="connsiteY134" fmla="*/ 2233846 h 2344739"/>
              <a:gd name="connsiteX135" fmla="*/ 4841589 w 12193149"/>
              <a:gd name="connsiteY135" fmla="*/ 2209829 h 2344739"/>
              <a:gd name="connsiteX136" fmla="*/ 4763595 w 12193149"/>
              <a:gd name="connsiteY136" fmla="*/ 2182061 h 2344739"/>
              <a:gd name="connsiteX137" fmla="*/ 4724334 w 12193149"/>
              <a:gd name="connsiteY137" fmla="*/ 2173047 h 2344739"/>
              <a:gd name="connsiteX138" fmla="*/ 4722324 w 12193149"/>
              <a:gd name="connsiteY138" fmla="*/ 2172298 h 2344739"/>
              <a:gd name="connsiteX139" fmla="*/ 4723259 w 12193149"/>
              <a:gd name="connsiteY139" fmla="*/ 2172087 h 2344739"/>
              <a:gd name="connsiteX140" fmla="*/ 4718350 w 12193149"/>
              <a:gd name="connsiteY140" fmla="*/ 2170817 h 2344739"/>
              <a:gd name="connsiteX141" fmla="*/ 4722324 w 12193149"/>
              <a:gd name="connsiteY141" fmla="*/ 2172298 h 2344739"/>
              <a:gd name="connsiteX142" fmla="*/ 4716674 w 12193149"/>
              <a:gd name="connsiteY142" fmla="*/ 2173573 h 2344739"/>
              <a:gd name="connsiteX143" fmla="*/ 4516962 w 12193149"/>
              <a:gd name="connsiteY143" fmla="*/ 2163671 h 2344739"/>
              <a:gd name="connsiteX144" fmla="*/ 4429691 w 12193149"/>
              <a:gd name="connsiteY144" fmla="*/ 2153020 h 2344739"/>
              <a:gd name="connsiteX145" fmla="*/ 4364023 w 12193149"/>
              <a:gd name="connsiteY145" fmla="*/ 2151674 h 2344739"/>
              <a:gd name="connsiteX146" fmla="*/ 4318114 w 12193149"/>
              <a:gd name="connsiteY146" fmla="*/ 2158289 h 2344739"/>
              <a:gd name="connsiteX147" fmla="*/ 4316258 w 12193149"/>
              <a:gd name="connsiteY147" fmla="*/ 2156948 h 2344739"/>
              <a:gd name="connsiteX148" fmla="*/ 4296292 w 12193149"/>
              <a:gd name="connsiteY148" fmla="*/ 2155069 h 2344739"/>
              <a:gd name="connsiteX149" fmla="*/ 4291212 w 12193149"/>
              <a:gd name="connsiteY149" fmla="*/ 2157986 h 2344739"/>
              <a:gd name="connsiteX150" fmla="*/ 4277290 w 12193149"/>
              <a:gd name="connsiteY150" fmla="*/ 2157740 h 2344739"/>
              <a:gd name="connsiteX151" fmla="*/ 4249265 w 12193149"/>
              <a:gd name="connsiteY151" fmla="*/ 2160064 h 2344739"/>
              <a:gd name="connsiteX152" fmla="*/ 4203199 w 12193149"/>
              <a:gd name="connsiteY152" fmla="*/ 2157269 h 2344739"/>
              <a:gd name="connsiteX153" fmla="*/ 4202893 w 12193149"/>
              <a:gd name="connsiteY153" fmla="*/ 2156010 h 2344739"/>
              <a:gd name="connsiteX154" fmla="*/ 4192396 w 12193149"/>
              <a:gd name="connsiteY154" fmla="*/ 2150376 h 2344739"/>
              <a:gd name="connsiteX155" fmla="*/ 4143893 w 12193149"/>
              <a:gd name="connsiteY155" fmla="*/ 2134511 h 2344739"/>
              <a:gd name="connsiteX156" fmla="*/ 4084245 w 12193149"/>
              <a:gd name="connsiteY156" fmla="*/ 2107978 h 2344739"/>
              <a:gd name="connsiteX157" fmla="*/ 4075694 w 12193149"/>
              <a:gd name="connsiteY157" fmla="*/ 2107143 h 2344739"/>
              <a:gd name="connsiteX158" fmla="*/ 4075575 w 12193149"/>
              <a:gd name="connsiteY158" fmla="*/ 2106844 h 2344739"/>
              <a:gd name="connsiteX159" fmla="*/ 4066658 w 12193149"/>
              <a:gd name="connsiteY159" fmla="*/ 2105400 h 2344739"/>
              <a:gd name="connsiteX160" fmla="*/ 4060102 w 12193149"/>
              <a:gd name="connsiteY160" fmla="*/ 2105618 h 2344739"/>
              <a:gd name="connsiteX161" fmla="*/ 4043512 w 12193149"/>
              <a:gd name="connsiteY161" fmla="*/ 2103997 h 2344739"/>
              <a:gd name="connsiteX162" fmla="*/ 4038145 w 12193149"/>
              <a:gd name="connsiteY162" fmla="*/ 2101563 h 2344739"/>
              <a:gd name="connsiteX163" fmla="*/ 4036511 w 12193149"/>
              <a:gd name="connsiteY163" fmla="*/ 2097896 h 2344739"/>
              <a:gd name="connsiteX164" fmla="*/ 4034926 w 12193149"/>
              <a:gd name="connsiteY164" fmla="*/ 2098131 h 2344739"/>
              <a:gd name="connsiteX165" fmla="*/ 4005686 w 12193149"/>
              <a:gd name="connsiteY165" fmla="*/ 2085563 h 2344739"/>
              <a:gd name="connsiteX166" fmla="*/ 3937994 w 12193149"/>
              <a:gd name="connsiteY166" fmla="*/ 2068106 h 2344739"/>
              <a:gd name="connsiteX167" fmla="*/ 3898423 w 12193149"/>
              <a:gd name="connsiteY167" fmla="*/ 2062451 h 2344739"/>
              <a:gd name="connsiteX168" fmla="*/ 3790908 w 12193149"/>
              <a:gd name="connsiteY168" fmla="*/ 2042213 h 2344739"/>
              <a:gd name="connsiteX169" fmla="*/ 3683661 w 12193149"/>
              <a:gd name="connsiteY169" fmla="*/ 2018290 h 2344739"/>
              <a:gd name="connsiteX170" fmla="*/ 3611183 w 12193149"/>
              <a:gd name="connsiteY170" fmla="*/ 1986019 h 2344739"/>
              <a:gd name="connsiteX171" fmla="*/ 3605003 w 12193149"/>
              <a:gd name="connsiteY171" fmla="*/ 1987381 h 2344739"/>
              <a:gd name="connsiteX172" fmla="*/ 3595884 w 12193149"/>
              <a:gd name="connsiteY172" fmla="*/ 1987545 h 2344739"/>
              <a:gd name="connsiteX173" fmla="*/ 3595649 w 12193149"/>
              <a:gd name="connsiteY173" fmla="*/ 1987276 h 2344739"/>
              <a:gd name="connsiteX174" fmla="*/ 3587126 w 12193149"/>
              <a:gd name="connsiteY174" fmla="*/ 1987966 h 2344739"/>
              <a:gd name="connsiteX175" fmla="*/ 3537283 w 12193149"/>
              <a:gd name="connsiteY175" fmla="*/ 1978267 h 2344739"/>
              <a:gd name="connsiteX176" fmla="*/ 3474371 w 12193149"/>
              <a:gd name="connsiteY176" fmla="*/ 1974606 h 2344739"/>
              <a:gd name="connsiteX177" fmla="*/ 3401876 w 12193149"/>
              <a:gd name="connsiteY177" fmla="*/ 1962558 h 2344739"/>
              <a:gd name="connsiteX178" fmla="*/ 3365036 w 12193149"/>
              <a:gd name="connsiteY178" fmla="*/ 1979510 h 2344739"/>
              <a:gd name="connsiteX179" fmla="*/ 3345174 w 12193149"/>
              <a:gd name="connsiteY179" fmla="*/ 1981192 h 2344739"/>
              <a:gd name="connsiteX180" fmla="*/ 3342846 w 12193149"/>
              <a:gd name="connsiteY180" fmla="*/ 1980217 h 2344739"/>
              <a:gd name="connsiteX181" fmla="*/ 3263504 w 12193149"/>
              <a:gd name="connsiteY181" fmla="*/ 1986094 h 2344739"/>
              <a:gd name="connsiteX182" fmla="*/ 3143704 w 12193149"/>
              <a:gd name="connsiteY182" fmla="*/ 1993869 h 2344739"/>
              <a:gd name="connsiteX183" fmla="*/ 3031439 w 12193149"/>
              <a:gd name="connsiteY183" fmla="*/ 1996512 h 2344739"/>
              <a:gd name="connsiteX184" fmla="*/ 2782717 w 12193149"/>
              <a:gd name="connsiteY184" fmla="*/ 2018333 h 2344739"/>
              <a:gd name="connsiteX185" fmla="*/ 2647675 w 12193149"/>
              <a:gd name="connsiteY185" fmla="*/ 2028869 h 2344739"/>
              <a:gd name="connsiteX186" fmla="*/ 2569176 w 12193149"/>
              <a:gd name="connsiteY186" fmla="*/ 2002628 h 2344739"/>
              <a:gd name="connsiteX187" fmla="*/ 2444403 w 12193149"/>
              <a:gd name="connsiteY187" fmla="*/ 2016529 h 2344739"/>
              <a:gd name="connsiteX188" fmla="*/ 2316260 w 12193149"/>
              <a:gd name="connsiteY188" fmla="*/ 2024996 h 2344739"/>
              <a:gd name="connsiteX189" fmla="*/ 2209726 w 12193149"/>
              <a:gd name="connsiteY189" fmla="*/ 2019763 h 2344739"/>
              <a:gd name="connsiteX190" fmla="*/ 2095813 w 12193149"/>
              <a:gd name="connsiteY190" fmla="*/ 2003052 h 2344739"/>
              <a:gd name="connsiteX191" fmla="*/ 1998504 w 12193149"/>
              <a:gd name="connsiteY191" fmla="*/ 1995032 h 2344739"/>
              <a:gd name="connsiteX192" fmla="*/ 1929320 w 12193149"/>
              <a:gd name="connsiteY192" fmla="*/ 2016977 h 2344739"/>
              <a:gd name="connsiteX193" fmla="*/ 1922798 w 12193149"/>
              <a:gd name="connsiteY193" fmla="*/ 2012146 h 2344739"/>
              <a:gd name="connsiteX194" fmla="*/ 1874228 w 12193149"/>
              <a:gd name="connsiteY194" fmla="*/ 2013741 h 2344739"/>
              <a:gd name="connsiteX195" fmla="*/ 1787803 w 12193149"/>
              <a:gd name="connsiteY195" fmla="*/ 2041363 h 2344739"/>
              <a:gd name="connsiteX196" fmla="*/ 1739352 w 12193149"/>
              <a:gd name="connsiteY196" fmla="*/ 2036312 h 2344739"/>
              <a:gd name="connsiteX197" fmla="*/ 1676219 w 12193149"/>
              <a:gd name="connsiteY197" fmla="*/ 2019963 h 2344739"/>
              <a:gd name="connsiteX198" fmla="*/ 1609817 w 12193149"/>
              <a:gd name="connsiteY198" fmla="*/ 2013066 h 2344739"/>
              <a:gd name="connsiteX199" fmla="*/ 1497258 w 12193149"/>
              <a:gd name="connsiteY199" fmla="*/ 1987476 h 2344739"/>
              <a:gd name="connsiteX200" fmla="*/ 1151127 w 12193149"/>
              <a:gd name="connsiteY200" fmla="*/ 1938041 h 2344739"/>
              <a:gd name="connsiteX201" fmla="*/ 859417 w 12193149"/>
              <a:gd name="connsiteY201" fmla="*/ 1928608 h 2344739"/>
              <a:gd name="connsiteX202" fmla="*/ 838688 w 12193149"/>
              <a:gd name="connsiteY202" fmla="*/ 1929821 h 2344739"/>
              <a:gd name="connsiteX203" fmla="*/ 817957 w 12193149"/>
              <a:gd name="connsiteY203" fmla="*/ 1927857 h 2344739"/>
              <a:gd name="connsiteX204" fmla="*/ 812654 w 12193149"/>
              <a:gd name="connsiteY204" fmla="*/ 1930751 h 2344739"/>
              <a:gd name="connsiteX205" fmla="*/ 721195 w 12193149"/>
              <a:gd name="connsiteY205" fmla="*/ 1929661 h 2344739"/>
              <a:gd name="connsiteX206" fmla="*/ 720890 w 12193149"/>
              <a:gd name="connsiteY206" fmla="*/ 1928399 h 2344739"/>
              <a:gd name="connsiteX207" fmla="*/ 710023 w 12193149"/>
              <a:gd name="connsiteY207" fmla="*/ 1922722 h 2344739"/>
              <a:gd name="connsiteX208" fmla="*/ 597940 w 12193149"/>
              <a:gd name="connsiteY208" fmla="*/ 1879864 h 2344739"/>
              <a:gd name="connsiteX209" fmla="*/ 579683 w 12193149"/>
              <a:gd name="connsiteY209" fmla="*/ 1877212 h 2344739"/>
              <a:gd name="connsiteX210" fmla="*/ 572865 w 12193149"/>
              <a:gd name="connsiteY210" fmla="*/ 1877401 h 2344739"/>
              <a:gd name="connsiteX211" fmla="*/ 446247 w 12193149"/>
              <a:gd name="connsiteY211" fmla="*/ 1839371 h 2344739"/>
              <a:gd name="connsiteX212" fmla="*/ 405163 w 12193149"/>
              <a:gd name="connsiteY212" fmla="*/ 1833548 h 2344739"/>
              <a:gd name="connsiteX213" fmla="*/ 293583 w 12193149"/>
              <a:gd name="connsiteY213" fmla="*/ 1812852 h 2344739"/>
              <a:gd name="connsiteX214" fmla="*/ 119529 w 12193149"/>
              <a:gd name="connsiteY214" fmla="*/ 1761047 h 2344739"/>
              <a:gd name="connsiteX215" fmla="*/ 16674 w 12193149"/>
              <a:gd name="connsiteY215" fmla="*/ 1758191 h 2344739"/>
              <a:gd name="connsiteX216" fmla="*/ 1150 w 12193149"/>
              <a:gd name="connsiteY216" fmla="*/ 1752722 h 2344739"/>
              <a:gd name="connsiteX217" fmla="*/ 1148 w 12193149"/>
              <a:gd name="connsiteY217" fmla="*/ 222213 h 2344739"/>
              <a:gd name="connsiteX218" fmla="*/ 1148 w 12193149"/>
              <a:gd name="connsiteY218"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9 w 12193149"/>
              <a:gd name="connsiteY3" fmla="*/ 579739 h 2344739"/>
              <a:gd name="connsiteX4" fmla="*/ 12185986 w 12193149"/>
              <a:gd name="connsiteY4" fmla="*/ 584189 h 2344739"/>
              <a:gd name="connsiteX5" fmla="*/ 12156363 w 12193149"/>
              <a:gd name="connsiteY5" fmla="*/ 597366 h 2344739"/>
              <a:gd name="connsiteX6" fmla="*/ 12139215 w 12193149"/>
              <a:gd name="connsiteY6" fmla="*/ 623179 h 2344739"/>
              <a:gd name="connsiteX7" fmla="*/ 12126327 w 12193149"/>
              <a:gd name="connsiteY7" fmla="*/ 624690 h 2344739"/>
              <a:gd name="connsiteX8" fmla="*/ 12124007 w 12193149"/>
              <a:gd name="connsiteY8" fmla="*/ 624794 h 2344739"/>
              <a:gd name="connsiteX9" fmla="*/ 12116854 w 12193149"/>
              <a:gd name="connsiteY9" fmla="*/ 628608 h 2344739"/>
              <a:gd name="connsiteX10" fmla="*/ 12099497 w 12193149"/>
              <a:gd name="connsiteY10" fmla="*/ 628139 h 2344739"/>
              <a:gd name="connsiteX11" fmla="*/ 12087073 w 12193149"/>
              <a:gd name="connsiteY11" fmla="*/ 636341 h 2344739"/>
              <a:gd name="connsiteX12" fmla="*/ 12031073 w 12193149"/>
              <a:gd name="connsiteY12" fmla="*/ 680009 h 2344739"/>
              <a:gd name="connsiteX13" fmla="*/ 11995833 w 12193149"/>
              <a:gd name="connsiteY13" fmla="*/ 703458 h 2344739"/>
              <a:gd name="connsiteX14" fmla="*/ 11979717 w 12193149"/>
              <a:gd name="connsiteY14" fmla="*/ 708161 h 2344739"/>
              <a:gd name="connsiteX15" fmla="*/ 11959046 w 12193149"/>
              <a:gd name="connsiteY15" fmla="*/ 717558 h 2344739"/>
              <a:gd name="connsiteX16" fmla="*/ 11920454 w 12193149"/>
              <a:gd name="connsiteY16" fmla="*/ 730883 h 2344739"/>
              <a:gd name="connsiteX17" fmla="*/ 11903656 w 12193149"/>
              <a:gd name="connsiteY17" fmla="*/ 742426 h 2344739"/>
              <a:gd name="connsiteX18" fmla="*/ 11895048 w 12193149"/>
              <a:gd name="connsiteY18" fmla="*/ 744791 h 2344739"/>
              <a:gd name="connsiteX19" fmla="*/ 11891968 w 12193149"/>
              <a:gd name="connsiteY19" fmla="*/ 755729 h 2344739"/>
              <a:gd name="connsiteX20" fmla="*/ 11870776 w 12193149"/>
              <a:gd name="connsiteY20" fmla="*/ 777816 h 2344739"/>
              <a:gd name="connsiteX21" fmla="*/ 11813376 w 12193149"/>
              <a:gd name="connsiteY21" fmla="*/ 797659 h 2344739"/>
              <a:gd name="connsiteX22" fmla="*/ 11590693 w 12193149"/>
              <a:gd name="connsiteY22" fmla="*/ 963777 h 2344739"/>
              <a:gd name="connsiteX23" fmla="*/ 11506817 w 12193149"/>
              <a:gd name="connsiteY23" fmla="*/ 1033623 h 2344739"/>
              <a:gd name="connsiteX24" fmla="*/ 11280332 w 12193149"/>
              <a:gd name="connsiteY24" fmla="*/ 1223571 h 2344739"/>
              <a:gd name="connsiteX25" fmla="*/ 11228309 w 12193149"/>
              <a:gd name="connsiteY25" fmla="*/ 1276236 h 2344739"/>
              <a:gd name="connsiteX26" fmla="*/ 11218087 w 12193149"/>
              <a:gd name="connsiteY26" fmla="*/ 1275961 h 2344739"/>
              <a:gd name="connsiteX27" fmla="*/ 11217184 w 12193149"/>
              <a:gd name="connsiteY27" fmla="*/ 1275018 h 2344739"/>
              <a:gd name="connsiteX28" fmla="*/ 11188885 w 12193149"/>
              <a:gd name="connsiteY28" fmla="*/ 1292383 h 2344739"/>
              <a:gd name="connsiteX29" fmla="*/ 11184501 w 12193149"/>
              <a:gd name="connsiteY29" fmla="*/ 1292525 h 2344739"/>
              <a:gd name="connsiteX30" fmla="*/ 11166854 w 12193149"/>
              <a:gd name="connsiteY30" fmla="*/ 1306612 h 2344739"/>
              <a:gd name="connsiteX31" fmla="*/ 11157311 w 12193149"/>
              <a:gd name="connsiteY31" fmla="*/ 1312414 h 2344739"/>
              <a:gd name="connsiteX32" fmla="*/ 11155496 w 12193149"/>
              <a:gd name="connsiteY32" fmla="*/ 1317097 h 2344739"/>
              <a:gd name="connsiteX33" fmla="*/ 11140961 w 12193149"/>
              <a:gd name="connsiteY33" fmla="*/ 1324115 h 2344739"/>
              <a:gd name="connsiteX34" fmla="*/ 11138961 w 12193149"/>
              <a:gd name="connsiteY34" fmla="*/ 1323772 h 2344739"/>
              <a:gd name="connsiteX35" fmla="*/ 11128208 w 12193149"/>
              <a:gd name="connsiteY35" fmla="*/ 1333832 h 2344739"/>
              <a:gd name="connsiteX36" fmla="*/ 11120691 w 12193149"/>
              <a:gd name="connsiteY36" fmla="*/ 1347424 h 2344739"/>
              <a:gd name="connsiteX37" fmla="*/ 10894683 w 12193149"/>
              <a:gd name="connsiteY37" fmla="*/ 1473399 h 2344739"/>
              <a:gd name="connsiteX38" fmla="*/ 10773300 w 12193149"/>
              <a:gd name="connsiteY38" fmla="*/ 1523191 h 2344739"/>
              <a:gd name="connsiteX39" fmla="*/ 10627668 w 12193149"/>
              <a:gd name="connsiteY39" fmla="*/ 1559229 h 2344739"/>
              <a:gd name="connsiteX40" fmla="*/ 10581895 w 12193149"/>
              <a:gd name="connsiteY40" fmla="*/ 1568689 h 2344739"/>
              <a:gd name="connsiteX41" fmla="*/ 10547790 w 12193149"/>
              <a:gd name="connsiteY41" fmla="*/ 1598423 h 2344739"/>
              <a:gd name="connsiteX42" fmla="*/ 10529643 w 12193149"/>
              <a:gd name="connsiteY42" fmla="*/ 1596907 h 2344739"/>
              <a:gd name="connsiteX43" fmla="*/ 10526446 w 12193149"/>
              <a:gd name="connsiteY43" fmla="*/ 1596411 h 2344739"/>
              <a:gd name="connsiteX44" fmla="*/ 10515129 w 12193149"/>
              <a:gd name="connsiteY44" fmla="*/ 1599537 h 2344739"/>
              <a:gd name="connsiteX45" fmla="*/ 10491735 w 12193149"/>
              <a:gd name="connsiteY45" fmla="*/ 1594156 h 2344739"/>
              <a:gd name="connsiteX46" fmla="*/ 10471418 w 12193149"/>
              <a:gd name="connsiteY46" fmla="*/ 1601693 h 2344739"/>
              <a:gd name="connsiteX47" fmla="*/ 10377042 w 12193149"/>
              <a:gd name="connsiteY47" fmla="*/ 1644598 h 2344739"/>
              <a:gd name="connsiteX48" fmla="*/ 10319338 w 12193149"/>
              <a:gd name="connsiteY48" fmla="*/ 1666221 h 2344739"/>
              <a:gd name="connsiteX49" fmla="*/ 10295467 w 12193149"/>
              <a:gd name="connsiteY49" fmla="*/ 1668079 h 2344739"/>
              <a:gd name="connsiteX50" fmla="*/ 10263443 w 12193149"/>
              <a:gd name="connsiteY50" fmla="*/ 1674948 h 2344739"/>
              <a:gd name="connsiteX51" fmla="*/ 10205418 w 12193149"/>
              <a:gd name="connsiteY51" fmla="*/ 1682149 h 2344739"/>
              <a:gd name="connsiteX52" fmla="*/ 10177759 w 12193149"/>
              <a:gd name="connsiteY52" fmla="*/ 1692943 h 2344739"/>
              <a:gd name="connsiteX53" fmla="*/ 10165070 w 12193149"/>
              <a:gd name="connsiteY53" fmla="*/ 1693739 h 2344739"/>
              <a:gd name="connsiteX54" fmla="*/ 10156308 w 12193149"/>
              <a:gd name="connsiteY54" fmla="*/ 1707487 h 2344739"/>
              <a:gd name="connsiteX55" fmla="*/ 10118267 w 12193149"/>
              <a:gd name="connsiteY55" fmla="*/ 1731142 h 2344739"/>
              <a:gd name="connsiteX56" fmla="*/ 10083317 w 12193149"/>
              <a:gd name="connsiteY56" fmla="*/ 1743296 h 2344739"/>
              <a:gd name="connsiteX57" fmla="*/ 10040388 w 12193149"/>
              <a:gd name="connsiteY57" fmla="*/ 1741632 h 2344739"/>
              <a:gd name="connsiteX58" fmla="*/ 9961167 w 12193149"/>
              <a:gd name="connsiteY58" fmla="*/ 1757147 h 2344739"/>
              <a:gd name="connsiteX59" fmla="*/ 9848940 w 12193149"/>
              <a:gd name="connsiteY59" fmla="*/ 1763915 h 2344739"/>
              <a:gd name="connsiteX60" fmla="*/ 9729457 w 12193149"/>
              <a:gd name="connsiteY60" fmla="*/ 1784122 h 2344739"/>
              <a:gd name="connsiteX61" fmla="*/ 9613704 w 12193149"/>
              <a:gd name="connsiteY61" fmla="*/ 1812371 h 2344739"/>
              <a:gd name="connsiteX62" fmla="*/ 9338590 w 12193149"/>
              <a:gd name="connsiteY62" fmla="*/ 1869293 h 2344739"/>
              <a:gd name="connsiteX63" fmla="*/ 9232518 w 12193149"/>
              <a:gd name="connsiteY63" fmla="*/ 1893149 h 2344739"/>
              <a:gd name="connsiteX64" fmla="*/ 9156690 w 12193149"/>
              <a:gd name="connsiteY64" fmla="*/ 1903228 h 2344739"/>
              <a:gd name="connsiteX65" fmla="*/ 9054601 w 12193149"/>
              <a:gd name="connsiteY65" fmla="*/ 1910755 h 2344739"/>
              <a:gd name="connsiteX66" fmla="*/ 9006634 w 12193149"/>
              <a:gd name="connsiteY66" fmla="*/ 1914040 h 2344739"/>
              <a:gd name="connsiteX67" fmla="*/ 9006349 w 12193149"/>
              <a:gd name="connsiteY67" fmla="*/ 1913800 h 2344739"/>
              <a:gd name="connsiteX68" fmla="*/ 8997380 w 12193149"/>
              <a:gd name="connsiteY68" fmla="*/ 1915011 h 2344739"/>
              <a:gd name="connsiteX69" fmla="*/ 8991542 w 12193149"/>
              <a:gd name="connsiteY69" fmla="*/ 1917072 h 2344739"/>
              <a:gd name="connsiteX70" fmla="*/ 8975485 w 12193149"/>
              <a:gd name="connsiteY70" fmla="*/ 1920298 h 2344739"/>
              <a:gd name="connsiteX71" fmla="*/ 8969159 w 12193149"/>
              <a:gd name="connsiteY71" fmla="*/ 1919598 h 2344739"/>
              <a:gd name="connsiteX72" fmla="*/ 8964196 w 12193149"/>
              <a:gd name="connsiteY72" fmla="*/ 1917373 h 2344739"/>
              <a:gd name="connsiteX73" fmla="*/ 8930136 w 12193149"/>
              <a:gd name="connsiteY73" fmla="*/ 1914185 h 2344739"/>
              <a:gd name="connsiteX74" fmla="*/ 8753592 w 12193149"/>
              <a:gd name="connsiteY74" fmla="*/ 1933417 h 2344739"/>
              <a:gd name="connsiteX75" fmla="*/ 8708995 w 12193149"/>
              <a:gd name="connsiteY75" fmla="*/ 1935518 h 2344739"/>
              <a:gd name="connsiteX76" fmla="*/ 8597219 w 12193149"/>
              <a:gd name="connsiteY76" fmla="*/ 1944090 h 2344739"/>
              <a:gd name="connsiteX77" fmla="*/ 8526378 w 12193149"/>
              <a:gd name="connsiteY77" fmla="*/ 1929248 h 2344739"/>
              <a:gd name="connsiteX78" fmla="*/ 8512131 w 12193149"/>
              <a:gd name="connsiteY78" fmla="*/ 1935163 h 2344739"/>
              <a:gd name="connsiteX79" fmla="*/ 8507315 w 12193149"/>
              <a:gd name="connsiteY79" fmla="*/ 1938164 h 2344739"/>
              <a:gd name="connsiteX80" fmla="*/ 8499116 w 12193149"/>
              <a:gd name="connsiteY80" fmla="*/ 1940902 h 2344739"/>
              <a:gd name="connsiteX81" fmla="*/ 8498742 w 12193149"/>
              <a:gd name="connsiteY81" fmla="*/ 1940723 h 2344739"/>
              <a:gd name="connsiteX82" fmla="*/ 8491397 w 12193149"/>
              <a:gd name="connsiteY82" fmla="*/ 1943773 h 2344739"/>
              <a:gd name="connsiteX83" fmla="*/ 8368330 w 12193149"/>
              <a:gd name="connsiteY83" fmla="*/ 1957815 h 2344739"/>
              <a:gd name="connsiteX84" fmla="*/ 8354947 w 12193149"/>
              <a:gd name="connsiteY84" fmla="*/ 1958009 h 2344739"/>
              <a:gd name="connsiteX85" fmla="*/ 8321252 w 12193149"/>
              <a:gd name="connsiteY85" fmla="*/ 1974587 h 2344739"/>
              <a:gd name="connsiteX86" fmla="*/ 8315581 w 12193149"/>
              <a:gd name="connsiteY86" fmla="*/ 1974913 h 2344739"/>
              <a:gd name="connsiteX87" fmla="*/ 8296322 w 12193149"/>
              <a:gd name="connsiteY87" fmla="*/ 1988808 h 2344739"/>
              <a:gd name="connsiteX88" fmla="*/ 8285424 w 12193149"/>
              <a:gd name="connsiteY88" fmla="*/ 1994631 h 2344739"/>
              <a:gd name="connsiteX89" fmla="*/ 8284298 w 12193149"/>
              <a:gd name="connsiteY89" fmla="*/ 1999074 h 2344739"/>
              <a:gd name="connsiteX90" fmla="*/ 8267224 w 12193149"/>
              <a:gd name="connsiteY90" fmla="*/ 2006249 h 2344739"/>
              <a:gd name="connsiteX91" fmla="*/ 8264525 w 12193149"/>
              <a:gd name="connsiteY91" fmla="*/ 2006019 h 2344739"/>
              <a:gd name="connsiteX92" fmla="*/ 8253181 w 12193149"/>
              <a:gd name="connsiteY92" fmla="*/ 2015862 h 2344739"/>
              <a:gd name="connsiteX93" fmla="*/ 8246982 w 12193149"/>
              <a:gd name="connsiteY93" fmla="*/ 2028854 h 2344739"/>
              <a:gd name="connsiteX94" fmla="*/ 8091420 w 12193149"/>
              <a:gd name="connsiteY94" fmla="*/ 2075015 h 2344739"/>
              <a:gd name="connsiteX95" fmla="*/ 7906555 w 12193149"/>
              <a:gd name="connsiteY95" fmla="*/ 2116988 h 2344739"/>
              <a:gd name="connsiteX96" fmla="*/ 7719893 w 12193149"/>
              <a:gd name="connsiteY96" fmla="*/ 2142703 h 2344739"/>
              <a:gd name="connsiteX97" fmla="*/ 7615495 w 12193149"/>
              <a:gd name="connsiteY97" fmla="*/ 2139232 h 2344739"/>
              <a:gd name="connsiteX98" fmla="*/ 7528691 w 12193149"/>
              <a:gd name="connsiteY98" fmla="*/ 2145060 h 2344739"/>
              <a:gd name="connsiteX99" fmla="*/ 7520719 w 12193149"/>
              <a:gd name="connsiteY99" fmla="*/ 2147613 h 2344739"/>
              <a:gd name="connsiteX100" fmla="*/ 7508559 w 12193149"/>
              <a:gd name="connsiteY100" fmla="*/ 2148948 h 2344739"/>
              <a:gd name="connsiteX101" fmla="*/ 7508188 w 12193149"/>
              <a:gd name="connsiteY101" fmla="*/ 2148621 h 2344739"/>
              <a:gd name="connsiteX102" fmla="*/ 7496943 w 12193149"/>
              <a:gd name="connsiteY102" fmla="*/ 2150573 h 2344739"/>
              <a:gd name="connsiteX103" fmla="*/ 7219707 w 12193149"/>
              <a:gd name="connsiteY103" fmla="*/ 2156680 h 2344739"/>
              <a:gd name="connsiteX104" fmla="*/ 7202249 w 12193149"/>
              <a:gd name="connsiteY104" fmla="*/ 2161230 h 2344739"/>
              <a:gd name="connsiteX105" fmla="*/ 7198152 w 12193149"/>
              <a:gd name="connsiteY105" fmla="*/ 2166588 h 2344739"/>
              <a:gd name="connsiteX106" fmla="*/ 7171956 w 12193149"/>
              <a:gd name="connsiteY106" fmla="*/ 2171236 h 2344739"/>
              <a:gd name="connsiteX107" fmla="*/ 7098136 w 12193149"/>
              <a:gd name="connsiteY107" fmla="*/ 2183464 h 2344739"/>
              <a:gd name="connsiteX108" fmla="*/ 7019644 w 12193149"/>
              <a:gd name="connsiteY108" fmla="*/ 2183090 h 2344739"/>
              <a:gd name="connsiteX109" fmla="*/ 6905294 w 12193149"/>
              <a:gd name="connsiteY109" fmla="*/ 2212596 h 2344739"/>
              <a:gd name="connsiteX110" fmla="*/ 6709370 w 12193149"/>
              <a:gd name="connsiteY110" fmla="*/ 2240551 h 2344739"/>
              <a:gd name="connsiteX111" fmla="*/ 6550602 w 12193149"/>
              <a:gd name="connsiteY111" fmla="*/ 2269327 h 2344739"/>
              <a:gd name="connsiteX112" fmla="*/ 6318708 w 12193149"/>
              <a:gd name="connsiteY112" fmla="*/ 2316127 h 2344739"/>
              <a:gd name="connsiteX113" fmla="*/ 6169822 w 12193149"/>
              <a:gd name="connsiteY113" fmla="*/ 2318214 h 2344739"/>
              <a:gd name="connsiteX114" fmla="*/ 6074996 w 12193149"/>
              <a:gd name="connsiteY114" fmla="*/ 2338676 h 2344739"/>
              <a:gd name="connsiteX115" fmla="*/ 6069677 w 12193149"/>
              <a:gd name="connsiteY115" fmla="*/ 2337139 h 2344739"/>
              <a:gd name="connsiteX116" fmla="*/ 6049786 w 12193149"/>
              <a:gd name="connsiteY116" fmla="*/ 2337822 h 2344739"/>
              <a:gd name="connsiteX117" fmla="*/ 6042433 w 12193149"/>
              <a:gd name="connsiteY117" fmla="*/ 2329473 h 2344739"/>
              <a:gd name="connsiteX118" fmla="*/ 6011238 w 12193149"/>
              <a:gd name="connsiteY118" fmla="*/ 2324380 h 2344739"/>
              <a:gd name="connsiteX119" fmla="*/ 5958523 w 12193149"/>
              <a:gd name="connsiteY119" fmla="*/ 2328024 h 2344739"/>
              <a:gd name="connsiteX120" fmla="*/ 5760067 w 12193149"/>
              <a:gd name="connsiteY120" fmla="*/ 2343716 h 2344739"/>
              <a:gd name="connsiteX121" fmla="*/ 5628108 w 12193149"/>
              <a:gd name="connsiteY121" fmla="*/ 2344739 h 2344739"/>
              <a:gd name="connsiteX122" fmla="*/ 5472054 w 12193149"/>
              <a:gd name="connsiteY122" fmla="*/ 2330719 h 2344739"/>
              <a:gd name="connsiteX123" fmla="*/ 5433909 w 12193149"/>
              <a:gd name="connsiteY123" fmla="*/ 2319466 h 2344739"/>
              <a:gd name="connsiteX124" fmla="*/ 5382817 w 12193149"/>
              <a:gd name="connsiteY124" fmla="*/ 2301764 h 2344739"/>
              <a:gd name="connsiteX125" fmla="*/ 5262912 w 12193149"/>
              <a:gd name="connsiteY125" fmla="*/ 2281347 h 2344739"/>
              <a:gd name="connsiteX126" fmla="*/ 5224109 w 12193149"/>
              <a:gd name="connsiteY126" fmla="*/ 2270223 h 2344739"/>
              <a:gd name="connsiteX127" fmla="*/ 5175808 w 12193149"/>
              <a:gd name="connsiteY127" fmla="*/ 2267233 h 2344739"/>
              <a:gd name="connsiteX128" fmla="*/ 5157702 w 12193149"/>
              <a:gd name="connsiteY128" fmla="*/ 2260010 h 2344739"/>
              <a:gd name="connsiteX129" fmla="*/ 5143747 w 12193149"/>
              <a:gd name="connsiteY129" fmla="*/ 2256610 h 2344739"/>
              <a:gd name="connsiteX130" fmla="*/ 5140744 w 12193149"/>
              <a:gd name="connsiteY130" fmla="*/ 2254509 h 2344739"/>
              <a:gd name="connsiteX131" fmla="*/ 5122807 w 12193149"/>
              <a:gd name="connsiteY131" fmla="*/ 2243656 h 2344739"/>
              <a:gd name="connsiteX132" fmla="*/ 5066938 w 12193149"/>
              <a:gd name="connsiteY132" fmla="*/ 2250227 h 2344739"/>
              <a:gd name="connsiteX133" fmla="*/ 5012662 w 12193149"/>
              <a:gd name="connsiteY133" fmla="*/ 2233846 h 2344739"/>
              <a:gd name="connsiteX134" fmla="*/ 4841589 w 12193149"/>
              <a:gd name="connsiteY134" fmla="*/ 2209829 h 2344739"/>
              <a:gd name="connsiteX135" fmla="*/ 4763595 w 12193149"/>
              <a:gd name="connsiteY135" fmla="*/ 2182061 h 2344739"/>
              <a:gd name="connsiteX136" fmla="*/ 4724334 w 12193149"/>
              <a:gd name="connsiteY136" fmla="*/ 2173047 h 2344739"/>
              <a:gd name="connsiteX137" fmla="*/ 4722324 w 12193149"/>
              <a:gd name="connsiteY137" fmla="*/ 2172298 h 2344739"/>
              <a:gd name="connsiteX138" fmla="*/ 4723259 w 12193149"/>
              <a:gd name="connsiteY138" fmla="*/ 2172087 h 2344739"/>
              <a:gd name="connsiteX139" fmla="*/ 4718350 w 12193149"/>
              <a:gd name="connsiteY139" fmla="*/ 2170817 h 2344739"/>
              <a:gd name="connsiteX140" fmla="*/ 4722324 w 12193149"/>
              <a:gd name="connsiteY140" fmla="*/ 2172298 h 2344739"/>
              <a:gd name="connsiteX141" fmla="*/ 4716674 w 12193149"/>
              <a:gd name="connsiteY141" fmla="*/ 2173573 h 2344739"/>
              <a:gd name="connsiteX142" fmla="*/ 4516962 w 12193149"/>
              <a:gd name="connsiteY142" fmla="*/ 2163671 h 2344739"/>
              <a:gd name="connsiteX143" fmla="*/ 4429691 w 12193149"/>
              <a:gd name="connsiteY143" fmla="*/ 2153020 h 2344739"/>
              <a:gd name="connsiteX144" fmla="*/ 4364023 w 12193149"/>
              <a:gd name="connsiteY144" fmla="*/ 2151674 h 2344739"/>
              <a:gd name="connsiteX145" fmla="*/ 4318114 w 12193149"/>
              <a:gd name="connsiteY145" fmla="*/ 2158289 h 2344739"/>
              <a:gd name="connsiteX146" fmla="*/ 4316258 w 12193149"/>
              <a:gd name="connsiteY146" fmla="*/ 2156948 h 2344739"/>
              <a:gd name="connsiteX147" fmla="*/ 4296292 w 12193149"/>
              <a:gd name="connsiteY147" fmla="*/ 2155069 h 2344739"/>
              <a:gd name="connsiteX148" fmla="*/ 4291212 w 12193149"/>
              <a:gd name="connsiteY148" fmla="*/ 2157986 h 2344739"/>
              <a:gd name="connsiteX149" fmla="*/ 4277290 w 12193149"/>
              <a:gd name="connsiteY149" fmla="*/ 2157740 h 2344739"/>
              <a:gd name="connsiteX150" fmla="*/ 4249265 w 12193149"/>
              <a:gd name="connsiteY150" fmla="*/ 2160064 h 2344739"/>
              <a:gd name="connsiteX151" fmla="*/ 4203199 w 12193149"/>
              <a:gd name="connsiteY151" fmla="*/ 2157269 h 2344739"/>
              <a:gd name="connsiteX152" fmla="*/ 4202893 w 12193149"/>
              <a:gd name="connsiteY152" fmla="*/ 2156010 h 2344739"/>
              <a:gd name="connsiteX153" fmla="*/ 4192396 w 12193149"/>
              <a:gd name="connsiteY153" fmla="*/ 2150376 h 2344739"/>
              <a:gd name="connsiteX154" fmla="*/ 4143893 w 12193149"/>
              <a:gd name="connsiteY154" fmla="*/ 2134511 h 2344739"/>
              <a:gd name="connsiteX155" fmla="*/ 4084245 w 12193149"/>
              <a:gd name="connsiteY155" fmla="*/ 2107978 h 2344739"/>
              <a:gd name="connsiteX156" fmla="*/ 4075694 w 12193149"/>
              <a:gd name="connsiteY156" fmla="*/ 2107143 h 2344739"/>
              <a:gd name="connsiteX157" fmla="*/ 4075575 w 12193149"/>
              <a:gd name="connsiteY157" fmla="*/ 2106844 h 2344739"/>
              <a:gd name="connsiteX158" fmla="*/ 4066658 w 12193149"/>
              <a:gd name="connsiteY158" fmla="*/ 2105400 h 2344739"/>
              <a:gd name="connsiteX159" fmla="*/ 4060102 w 12193149"/>
              <a:gd name="connsiteY159" fmla="*/ 2105618 h 2344739"/>
              <a:gd name="connsiteX160" fmla="*/ 4043512 w 12193149"/>
              <a:gd name="connsiteY160" fmla="*/ 2103997 h 2344739"/>
              <a:gd name="connsiteX161" fmla="*/ 4038145 w 12193149"/>
              <a:gd name="connsiteY161" fmla="*/ 2101563 h 2344739"/>
              <a:gd name="connsiteX162" fmla="*/ 4036511 w 12193149"/>
              <a:gd name="connsiteY162" fmla="*/ 2097896 h 2344739"/>
              <a:gd name="connsiteX163" fmla="*/ 4034926 w 12193149"/>
              <a:gd name="connsiteY163" fmla="*/ 2098131 h 2344739"/>
              <a:gd name="connsiteX164" fmla="*/ 4005686 w 12193149"/>
              <a:gd name="connsiteY164" fmla="*/ 2085563 h 2344739"/>
              <a:gd name="connsiteX165" fmla="*/ 3937994 w 12193149"/>
              <a:gd name="connsiteY165" fmla="*/ 2068106 h 2344739"/>
              <a:gd name="connsiteX166" fmla="*/ 3898423 w 12193149"/>
              <a:gd name="connsiteY166" fmla="*/ 2062451 h 2344739"/>
              <a:gd name="connsiteX167" fmla="*/ 3790908 w 12193149"/>
              <a:gd name="connsiteY167" fmla="*/ 2042213 h 2344739"/>
              <a:gd name="connsiteX168" fmla="*/ 3683661 w 12193149"/>
              <a:gd name="connsiteY168" fmla="*/ 2018290 h 2344739"/>
              <a:gd name="connsiteX169" fmla="*/ 3611183 w 12193149"/>
              <a:gd name="connsiteY169" fmla="*/ 1986019 h 2344739"/>
              <a:gd name="connsiteX170" fmla="*/ 3605003 w 12193149"/>
              <a:gd name="connsiteY170" fmla="*/ 1987381 h 2344739"/>
              <a:gd name="connsiteX171" fmla="*/ 3595884 w 12193149"/>
              <a:gd name="connsiteY171" fmla="*/ 1987545 h 2344739"/>
              <a:gd name="connsiteX172" fmla="*/ 3595649 w 12193149"/>
              <a:gd name="connsiteY172" fmla="*/ 1987276 h 2344739"/>
              <a:gd name="connsiteX173" fmla="*/ 3587126 w 12193149"/>
              <a:gd name="connsiteY173" fmla="*/ 1987966 h 2344739"/>
              <a:gd name="connsiteX174" fmla="*/ 3537283 w 12193149"/>
              <a:gd name="connsiteY174" fmla="*/ 1978267 h 2344739"/>
              <a:gd name="connsiteX175" fmla="*/ 3474371 w 12193149"/>
              <a:gd name="connsiteY175" fmla="*/ 1974606 h 2344739"/>
              <a:gd name="connsiteX176" fmla="*/ 3401876 w 12193149"/>
              <a:gd name="connsiteY176" fmla="*/ 1962558 h 2344739"/>
              <a:gd name="connsiteX177" fmla="*/ 3365036 w 12193149"/>
              <a:gd name="connsiteY177" fmla="*/ 1979510 h 2344739"/>
              <a:gd name="connsiteX178" fmla="*/ 3345174 w 12193149"/>
              <a:gd name="connsiteY178" fmla="*/ 1981192 h 2344739"/>
              <a:gd name="connsiteX179" fmla="*/ 3342846 w 12193149"/>
              <a:gd name="connsiteY179" fmla="*/ 1980217 h 2344739"/>
              <a:gd name="connsiteX180" fmla="*/ 3263504 w 12193149"/>
              <a:gd name="connsiteY180" fmla="*/ 1986094 h 2344739"/>
              <a:gd name="connsiteX181" fmla="*/ 3143704 w 12193149"/>
              <a:gd name="connsiteY181" fmla="*/ 1993869 h 2344739"/>
              <a:gd name="connsiteX182" fmla="*/ 3031439 w 12193149"/>
              <a:gd name="connsiteY182" fmla="*/ 1996512 h 2344739"/>
              <a:gd name="connsiteX183" fmla="*/ 2782717 w 12193149"/>
              <a:gd name="connsiteY183" fmla="*/ 2018333 h 2344739"/>
              <a:gd name="connsiteX184" fmla="*/ 2647675 w 12193149"/>
              <a:gd name="connsiteY184" fmla="*/ 2028869 h 2344739"/>
              <a:gd name="connsiteX185" fmla="*/ 2569176 w 12193149"/>
              <a:gd name="connsiteY185" fmla="*/ 2002628 h 2344739"/>
              <a:gd name="connsiteX186" fmla="*/ 2444403 w 12193149"/>
              <a:gd name="connsiteY186" fmla="*/ 2016529 h 2344739"/>
              <a:gd name="connsiteX187" fmla="*/ 2316260 w 12193149"/>
              <a:gd name="connsiteY187" fmla="*/ 2024996 h 2344739"/>
              <a:gd name="connsiteX188" fmla="*/ 2209726 w 12193149"/>
              <a:gd name="connsiteY188" fmla="*/ 2019763 h 2344739"/>
              <a:gd name="connsiteX189" fmla="*/ 2095813 w 12193149"/>
              <a:gd name="connsiteY189" fmla="*/ 2003052 h 2344739"/>
              <a:gd name="connsiteX190" fmla="*/ 1998504 w 12193149"/>
              <a:gd name="connsiteY190" fmla="*/ 1995032 h 2344739"/>
              <a:gd name="connsiteX191" fmla="*/ 1929320 w 12193149"/>
              <a:gd name="connsiteY191" fmla="*/ 2016977 h 2344739"/>
              <a:gd name="connsiteX192" fmla="*/ 1922798 w 12193149"/>
              <a:gd name="connsiteY192" fmla="*/ 2012146 h 2344739"/>
              <a:gd name="connsiteX193" fmla="*/ 1874228 w 12193149"/>
              <a:gd name="connsiteY193" fmla="*/ 2013741 h 2344739"/>
              <a:gd name="connsiteX194" fmla="*/ 1787803 w 12193149"/>
              <a:gd name="connsiteY194" fmla="*/ 2041363 h 2344739"/>
              <a:gd name="connsiteX195" fmla="*/ 1739352 w 12193149"/>
              <a:gd name="connsiteY195" fmla="*/ 2036312 h 2344739"/>
              <a:gd name="connsiteX196" fmla="*/ 1676219 w 12193149"/>
              <a:gd name="connsiteY196" fmla="*/ 2019963 h 2344739"/>
              <a:gd name="connsiteX197" fmla="*/ 1609817 w 12193149"/>
              <a:gd name="connsiteY197" fmla="*/ 2013066 h 2344739"/>
              <a:gd name="connsiteX198" fmla="*/ 1497258 w 12193149"/>
              <a:gd name="connsiteY198" fmla="*/ 1987476 h 2344739"/>
              <a:gd name="connsiteX199" fmla="*/ 1151127 w 12193149"/>
              <a:gd name="connsiteY199" fmla="*/ 1938041 h 2344739"/>
              <a:gd name="connsiteX200" fmla="*/ 859417 w 12193149"/>
              <a:gd name="connsiteY200" fmla="*/ 1928608 h 2344739"/>
              <a:gd name="connsiteX201" fmla="*/ 838688 w 12193149"/>
              <a:gd name="connsiteY201" fmla="*/ 1929821 h 2344739"/>
              <a:gd name="connsiteX202" fmla="*/ 817957 w 12193149"/>
              <a:gd name="connsiteY202" fmla="*/ 1927857 h 2344739"/>
              <a:gd name="connsiteX203" fmla="*/ 812654 w 12193149"/>
              <a:gd name="connsiteY203" fmla="*/ 1930751 h 2344739"/>
              <a:gd name="connsiteX204" fmla="*/ 721195 w 12193149"/>
              <a:gd name="connsiteY204" fmla="*/ 1929661 h 2344739"/>
              <a:gd name="connsiteX205" fmla="*/ 720890 w 12193149"/>
              <a:gd name="connsiteY205" fmla="*/ 1928399 h 2344739"/>
              <a:gd name="connsiteX206" fmla="*/ 710023 w 12193149"/>
              <a:gd name="connsiteY206" fmla="*/ 1922722 h 2344739"/>
              <a:gd name="connsiteX207" fmla="*/ 597940 w 12193149"/>
              <a:gd name="connsiteY207" fmla="*/ 1879864 h 2344739"/>
              <a:gd name="connsiteX208" fmla="*/ 579683 w 12193149"/>
              <a:gd name="connsiteY208" fmla="*/ 1877212 h 2344739"/>
              <a:gd name="connsiteX209" fmla="*/ 572865 w 12193149"/>
              <a:gd name="connsiteY209" fmla="*/ 1877401 h 2344739"/>
              <a:gd name="connsiteX210" fmla="*/ 446247 w 12193149"/>
              <a:gd name="connsiteY210" fmla="*/ 1839371 h 2344739"/>
              <a:gd name="connsiteX211" fmla="*/ 405163 w 12193149"/>
              <a:gd name="connsiteY211" fmla="*/ 1833548 h 2344739"/>
              <a:gd name="connsiteX212" fmla="*/ 293583 w 12193149"/>
              <a:gd name="connsiteY212" fmla="*/ 1812852 h 2344739"/>
              <a:gd name="connsiteX213" fmla="*/ 119529 w 12193149"/>
              <a:gd name="connsiteY213" fmla="*/ 1761047 h 2344739"/>
              <a:gd name="connsiteX214" fmla="*/ 16674 w 12193149"/>
              <a:gd name="connsiteY214" fmla="*/ 1758191 h 2344739"/>
              <a:gd name="connsiteX215" fmla="*/ 1150 w 12193149"/>
              <a:gd name="connsiteY215" fmla="*/ 1752722 h 2344739"/>
              <a:gd name="connsiteX216" fmla="*/ 1148 w 12193149"/>
              <a:gd name="connsiteY216" fmla="*/ 222213 h 2344739"/>
              <a:gd name="connsiteX217" fmla="*/ 1148 w 12193149"/>
              <a:gd name="connsiteY217" fmla="*/ 0 h 2344739"/>
              <a:gd name="connsiteX0" fmla="*/ 1148 w 12193149"/>
              <a:gd name="connsiteY0" fmla="*/ 0 h 2344739"/>
              <a:gd name="connsiteX1" fmla="*/ 12193148 w 12193149"/>
              <a:gd name="connsiteY1" fmla="*/ 0 h 2344739"/>
              <a:gd name="connsiteX2" fmla="*/ 12193149 w 12193149"/>
              <a:gd name="connsiteY2" fmla="*/ 579739 h 2344739"/>
              <a:gd name="connsiteX3" fmla="*/ 12185986 w 12193149"/>
              <a:gd name="connsiteY3" fmla="*/ 584189 h 2344739"/>
              <a:gd name="connsiteX4" fmla="*/ 12156363 w 12193149"/>
              <a:gd name="connsiteY4" fmla="*/ 597366 h 2344739"/>
              <a:gd name="connsiteX5" fmla="*/ 12139215 w 12193149"/>
              <a:gd name="connsiteY5" fmla="*/ 623179 h 2344739"/>
              <a:gd name="connsiteX6" fmla="*/ 12126327 w 12193149"/>
              <a:gd name="connsiteY6" fmla="*/ 624690 h 2344739"/>
              <a:gd name="connsiteX7" fmla="*/ 12124007 w 12193149"/>
              <a:gd name="connsiteY7" fmla="*/ 624794 h 2344739"/>
              <a:gd name="connsiteX8" fmla="*/ 12116854 w 12193149"/>
              <a:gd name="connsiteY8" fmla="*/ 628608 h 2344739"/>
              <a:gd name="connsiteX9" fmla="*/ 12099497 w 12193149"/>
              <a:gd name="connsiteY9" fmla="*/ 628139 h 2344739"/>
              <a:gd name="connsiteX10" fmla="*/ 12087073 w 12193149"/>
              <a:gd name="connsiteY10" fmla="*/ 636341 h 2344739"/>
              <a:gd name="connsiteX11" fmla="*/ 12031073 w 12193149"/>
              <a:gd name="connsiteY11" fmla="*/ 680009 h 2344739"/>
              <a:gd name="connsiteX12" fmla="*/ 11995833 w 12193149"/>
              <a:gd name="connsiteY12" fmla="*/ 703458 h 2344739"/>
              <a:gd name="connsiteX13" fmla="*/ 11979717 w 12193149"/>
              <a:gd name="connsiteY13" fmla="*/ 708161 h 2344739"/>
              <a:gd name="connsiteX14" fmla="*/ 11959046 w 12193149"/>
              <a:gd name="connsiteY14" fmla="*/ 717558 h 2344739"/>
              <a:gd name="connsiteX15" fmla="*/ 11920454 w 12193149"/>
              <a:gd name="connsiteY15" fmla="*/ 730883 h 2344739"/>
              <a:gd name="connsiteX16" fmla="*/ 11903656 w 12193149"/>
              <a:gd name="connsiteY16" fmla="*/ 742426 h 2344739"/>
              <a:gd name="connsiteX17" fmla="*/ 11895048 w 12193149"/>
              <a:gd name="connsiteY17" fmla="*/ 744791 h 2344739"/>
              <a:gd name="connsiteX18" fmla="*/ 11891968 w 12193149"/>
              <a:gd name="connsiteY18" fmla="*/ 755729 h 2344739"/>
              <a:gd name="connsiteX19" fmla="*/ 11870776 w 12193149"/>
              <a:gd name="connsiteY19" fmla="*/ 777816 h 2344739"/>
              <a:gd name="connsiteX20" fmla="*/ 11813376 w 12193149"/>
              <a:gd name="connsiteY20" fmla="*/ 797659 h 2344739"/>
              <a:gd name="connsiteX21" fmla="*/ 11590693 w 12193149"/>
              <a:gd name="connsiteY21" fmla="*/ 963777 h 2344739"/>
              <a:gd name="connsiteX22" fmla="*/ 11506817 w 12193149"/>
              <a:gd name="connsiteY22" fmla="*/ 1033623 h 2344739"/>
              <a:gd name="connsiteX23" fmla="*/ 11280332 w 12193149"/>
              <a:gd name="connsiteY23" fmla="*/ 1223571 h 2344739"/>
              <a:gd name="connsiteX24" fmla="*/ 11228309 w 12193149"/>
              <a:gd name="connsiteY24" fmla="*/ 1276236 h 2344739"/>
              <a:gd name="connsiteX25" fmla="*/ 11218087 w 12193149"/>
              <a:gd name="connsiteY25" fmla="*/ 1275961 h 2344739"/>
              <a:gd name="connsiteX26" fmla="*/ 11217184 w 12193149"/>
              <a:gd name="connsiteY26" fmla="*/ 1275018 h 2344739"/>
              <a:gd name="connsiteX27" fmla="*/ 11188885 w 12193149"/>
              <a:gd name="connsiteY27" fmla="*/ 1292383 h 2344739"/>
              <a:gd name="connsiteX28" fmla="*/ 11184501 w 12193149"/>
              <a:gd name="connsiteY28" fmla="*/ 1292525 h 2344739"/>
              <a:gd name="connsiteX29" fmla="*/ 11166854 w 12193149"/>
              <a:gd name="connsiteY29" fmla="*/ 1306612 h 2344739"/>
              <a:gd name="connsiteX30" fmla="*/ 11157311 w 12193149"/>
              <a:gd name="connsiteY30" fmla="*/ 1312414 h 2344739"/>
              <a:gd name="connsiteX31" fmla="*/ 11155496 w 12193149"/>
              <a:gd name="connsiteY31" fmla="*/ 1317097 h 2344739"/>
              <a:gd name="connsiteX32" fmla="*/ 11140961 w 12193149"/>
              <a:gd name="connsiteY32" fmla="*/ 1324115 h 2344739"/>
              <a:gd name="connsiteX33" fmla="*/ 11138961 w 12193149"/>
              <a:gd name="connsiteY33" fmla="*/ 1323772 h 2344739"/>
              <a:gd name="connsiteX34" fmla="*/ 11128208 w 12193149"/>
              <a:gd name="connsiteY34" fmla="*/ 1333832 h 2344739"/>
              <a:gd name="connsiteX35" fmla="*/ 11120691 w 12193149"/>
              <a:gd name="connsiteY35" fmla="*/ 1347424 h 2344739"/>
              <a:gd name="connsiteX36" fmla="*/ 10894683 w 12193149"/>
              <a:gd name="connsiteY36" fmla="*/ 1473399 h 2344739"/>
              <a:gd name="connsiteX37" fmla="*/ 10773300 w 12193149"/>
              <a:gd name="connsiteY37" fmla="*/ 1523191 h 2344739"/>
              <a:gd name="connsiteX38" fmla="*/ 10627668 w 12193149"/>
              <a:gd name="connsiteY38" fmla="*/ 1559229 h 2344739"/>
              <a:gd name="connsiteX39" fmla="*/ 10581895 w 12193149"/>
              <a:gd name="connsiteY39" fmla="*/ 1568689 h 2344739"/>
              <a:gd name="connsiteX40" fmla="*/ 10547790 w 12193149"/>
              <a:gd name="connsiteY40" fmla="*/ 1598423 h 2344739"/>
              <a:gd name="connsiteX41" fmla="*/ 10529643 w 12193149"/>
              <a:gd name="connsiteY41" fmla="*/ 1596907 h 2344739"/>
              <a:gd name="connsiteX42" fmla="*/ 10526446 w 12193149"/>
              <a:gd name="connsiteY42" fmla="*/ 1596411 h 2344739"/>
              <a:gd name="connsiteX43" fmla="*/ 10515129 w 12193149"/>
              <a:gd name="connsiteY43" fmla="*/ 1599537 h 2344739"/>
              <a:gd name="connsiteX44" fmla="*/ 10491735 w 12193149"/>
              <a:gd name="connsiteY44" fmla="*/ 1594156 h 2344739"/>
              <a:gd name="connsiteX45" fmla="*/ 10471418 w 12193149"/>
              <a:gd name="connsiteY45" fmla="*/ 1601693 h 2344739"/>
              <a:gd name="connsiteX46" fmla="*/ 10377042 w 12193149"/>
              <a:gd name="connsiteY46" fmla="*/ 1644598 h 2344739"/>
              <a:gd name="connsiteX47" fmla="*/ 10319338 w 12193149"/>
              <a:gd name="connsiteY47" fmla="*/ 1666221 h 2344739"/>
              <a:gd name="connsiteX48" fmla="*/ 10295467 w 12193149"/>
              <a:gd name="connsiteY48" fmla="*/ 1668079 h 2344739"/>
              <a:gd name="connsiteX49" fmla="*/ 10263443 w 12193149"/>
              <a:gd name="connsiteY49" fmla="*/ 1674948 h 2344739"/>
              <a:gd name="connsiteX50" fmla="*/ 10205418 w 12193149"/>
              <a:gd name="connsiteY50" fmla="*/ 1682149 h 2344739"/>
              <a:gd name="connsiteX51" fmla="*/ 10177759 w 12193149"/>
              <a:gd name="connsiteY51" fmla="*/ 1692943 h 2344739"/>
              <a:gd name="connsiteX52" fmla="*/ 10165070 w 12193149"/>
              <a:gd name="connsiteY52" fmla="*/ 1693739 h 2344739"/>
              <a:gd name="connsiteX53" fmla="*/ 10156308 w 12193149"/>
              <a:gd name="connsiteY53" fmla="*/ 1707487 h 2344739"/>
              <a:gd name="connsiteX54" fmla="*/ 10118267 w 12193149"/>
              <a:gd name="connsiteY54" fmla="*/ 1731142 h 2344739"/>
              <a:gd name="connsiteX55" fmla="*/ 10083317 w 12193149"/>
              <a:gd name="connsiteY55" fmla="*/ 1743296 h 2344739"/>
              <a:gd name="connsiteX56" fmla="*/ 10040388 w 12193149"/>
              <a:gd name="connsiteY56" fmla="*/ 1741632 h 2344739"/>
              <a:gd name="connsiteX57" fmla="*/ 9961167 w 12193149"/>
              <a:gd name="connsiteY57" fmla="*/ 1757147 h 2344739"/>
              <a:gd name="connsiteX58" fmla="*/ 9848940 w 12193149"/>
              <a:gd name="connsiteY58" fmla="*/ 1763915 h 2344739"/>
              <a:gd name="connsiteX59" fmla="*/ 9729457 w 12193149"/>
              <a:gd name="connsiteY59" fmla="*/ 1784122 h 2344739"/>
              <a:gd name="connsiteX60" fmla="*/ 9613704 w 12193149"/>
              <a:gd name="connsiteY60" fmla="*/ 1812371 h 2344739"/>
              <a:gd name="connsiteX61" fmla="*/ 9338590 w 12193149"/>
              <a:gd name="connsiteY61" fmla="*/ 1869293 h 2344739"/>
              <a:gd name="connsiteX62" fmla="*/ 9232518 w 12193149"/>
              <a:gd name="connsiteY62" fmla="*/ 1893149 h 2344739"/>
              <a:gd name="connsiteX63" fmla="*/ 9156690 w 12193149"/>
              <a:gd name="connsiteY63" fmla="*/ 1903228 h 2344739"/>
              <a:gd name="connsiteX64" fmla="*/ 9054601 w 12193149"/>
              <a:gd name="connsiteY64" fmla="*/ 1910755 h 2344739"/>
              <a:gd name="connsiteX65" fmla="*/ 9006634 w 12193149"/>
              <a:gd name="connsiteY65" fmla="*/ 1914040 h 2344739"/>
              <a:gd name="connsiteX66" fmla="*/ 9006349 w 12193149"/>
              <a:gd name="connsiteY66" fmla="*/ 1913800 h 2344739"/>
              <a:gd name="connsiteX67" fmla="*/ 8997380 w 12193149"/>
              <a:gd name="connsiteY67" fmla="*/ 1915011 h 2344739"/>
              <a:gd name="connsiteX68" fmla="*/ 8991542 w 12193149"/>
              <a:gd name="connsiteY68" fmla="*/ 1917072 h 2344739"/>
              <a:gd name="connsiteX69" fmla="*/ 8975485 w 12193149"/>
              <a:gd name="connsiteY69" fmla="*/ 1920298 h 2344739"/>
              <a:gd name="connsiteX70" fmla="*/ 8969159 w 12193149"/>
              <a:gd name="connsiteY70" fmla="*/ 1919598 h 2344739"/>
              <a:gd name="connsiteX71" fmla="*/ 8964196 w 12193149"/>
              <a:gd name="connsiteY71" fmla="*/ 1917373 h 2344739"/>
              <a:gd name="connsiteX72" fmla="*/ 8930136 w 12193149"/>
              <a:gd name="connsiteY72" fmla="*/ 1914185 h 2344739"/>
              <a:gd name="connsiteX73" fmla="*/ 8753592 w 12193149"/>
              <a:gd name="connsiteY73" fmla="*/ 1933417 h 2344739"/>
              <a:gd name="connsiteX74" fmla="*/ 8708995 w 12193149"/>
              <a:gd name="connsiteY74" fmla="*/ 1935518 h 2344739"/>
              <a:gd name="connsiteX75" fmla="*/ 8597219 w 12193149"/>
              <a:gd name="connsiteY75" fmla="*/ 1944090 h 2344739"/>
              <a:gd name="connsiteX76" fmla="*/ 8526378 w 12193149"/>
              <a:gd name="connsiteY76" fmla="*/ 1929248 h 2344739"/>
              <a:gd name="connsiteX77" fmla="*/ 8512131 w 12193149"/>
              <a:gd name="connsiteY77" fmla="*/ 1935163 h 2344739"/>
              <a:gd name="connsiteX78" fmla="*/ 8507315 w 12193149"/>
              <a:gd name="connsiteY78" fmla="*/ 1938164 h 2344739"/>
              <a:gd name="connsiteX79" fmla="*/ 8499116 w 12193149"/>
              <a:gd name="connsiteY79" fmla="*/ 1940902 h 2344739"/>
              <a:gd name="connsiteX80" fmla="*/ 8498742 w 12193149"/>
              <a:gd name="connsiteY80" fmla="*/ 1940723 h 2344739"/>
              <a:gd name="connsiteX81" fmla="*/ 8491397 w 12193149"/>
              <a:gd name="connsiteY81" fmla="*/ 1943773 h 2344739"/>
              <a:gd name="connsiteX82" fmla="*/ 8368330 w 12193149"/>
              <a:gd name="connsiteY82" fmla="*/ 1957815 h 2344739"/>
              <a:gd name="connsiteX83" fmla="*/ 8354947 w 12193149"/>
              <a:gd name="connsiteY83" fmla="*/ 1958009 h 2344739"/>
              <a:gd name="connsiteX84" fmla="*/ 8321252 w 12193149"/>
              <a:gd name="connsiteY84" fmla="*/ 1974587 h 2344739"/>
              <a:gd name="connsiteX85" fmla="*/ 8315581 w 12193149"/>
              <a:gd name="connsiteY85" fmla="*/ 1974913 h 2344739"/>
              <a:gd name="connsiteX86" fmla="*/ 8296322 w 12193149"/>
              <a:gd name="connsiteY86" fmla="*/ 1988808 h 2344739"/>
              <a:gd name="connsiteX87" fmla="*/ 8285424 w 12193149"/>
              <a:gd name="connsiteY87" fmla="*/ 1994631 h 2344739"/>
              <a:gd name="connsiteX88" fmla="*/ 8284298 w 12193149"/>
              <a:gd name="connsiteY88" fmla="*/ 1999074 h 2344739"/>
              <a:gd name="connsiteX89" fmla="*/ 8267224 w 12193149"/>
              <a:gd name="connsiteY89" fmla="*/ 2006249 h 2344739"/>
              <a:gd name="connsiteX90" fmla="*/ 8264525 w 12193149"/>
              <a:gd name="connsiteY90" fmla="*/ 2006019 h 2344739"/>
              <a:gd name="connsiteX91" fmla="*/ 8253181 w 12193149"/>
              <a:gd name="connsiteY91" fmla="*/ 2015862 h 2344739"/>
              <a:gd name="connsiteX92" fmla="*/ 8246982 w 12193149"/>
              <a:gd name="connsiteY92" fmla="*/ 2028854 h 2344739"/>
              <a:gd name="connsiteX93" fmla="*/ 8091420 w 12193149"/>
              <a:gd name="connsiteY93" fmla="*/ 2075015 h 2344739"/>
              <a:gd name="connsiteX94" fmla="*/ 7906555 w 12193149"/>
              <a:gd name="connsiteY94" fmla="*/ 2116988 h 2344739"/>
              <a:gd name="connsiteX95" fmla="*/ 7719893 w 12193149"/>
              <a:gd name="connsiteY95" fmla="*/ 2142703 h 2344739"/>
              <a:gd name="connsiteX96" fmla="*/ 7615495 w 12193149"/>
              <a:gd name="connsiteY96" fmla="*/ 2139232 h 2344739"/>
              <a:gd name="connsiteX97" fmla="*/ 7528691 w 12193149"/>
              <a:gd name="connsiteY97" fmla="*/ 2145060 h 2344739"/>
              <a:gd name="connsiteX98" fmla="*/ 7520719 w 12193149"/>
              <a:gd name="connsiteY98" fmla="*/ 2147613 h 2344739"/>
              <a:gd name="connsiteX99" fmla="*/ 7508559 w 12193149"/>
              <a:gd name="connsiteY99" fmla="*/ 2148948 h 2344739"/>
              <a:gd name="connsiteX100" fmla="*/ 7508188 w 12193149"/>
              <a:gd name="connsiteY100" fmla="*/ 2148621 h 2344739"/>
              <a:gd name="connsiteX101" fmla="*/ 7496943 w 12193149"/>
              <a:gd name="connsiteY101" fmla="*/ 2150573 h 2344739"/>
              <a:gd name="connsiteX102" fmla="*/ 7219707 w 12193149"/>
              <a:gd name="connsiteY102" fmla="*/ 2156680 h 2344739"/>
              <a:gd name="connsiteX103" fmla="*/ 7202249 w 12193149"/>
              <a:gd name="connsiteY103" fmla="*/ 2161230 h 2344739"/>
              <a:gd name="connsiteX104" fmla="*/ 7198152 w 12193149"/>
              <a:gd name="connsiteY104" fmla="*/ 2166588 h 2344739"/>
              <a:gd name="connsiteX105" fmla="*/ 7171956 w 12193149"/>
              <a:gd name="connsiteY105" fmla="*/ 2171236 h 2344739"/>
              <a:gd name="connsiteX106" fmla="*/ 7098136 w 12193149"/>
              <a:gd name="connsiteY106" fmla="*/ 2183464 h 2344739"/>
              <a:gd name="connsiteX107" fmla="*/ 7019644 w 12193149"/>
              <a:gd name="connsiteY107" fmla="*/ 2183090 h 2344739"/>
              <a:gd name="connsiteX108" fmla="*/ 6905294 w 12193149"/>
              <a:gd name="connsiteY108" fmla="*/ 2212596 h 2344739"/>
              <a:gd name="connsiteX109" fmla="*/ 6709370 w 12193149"/>
              <a:gd name="connsiteY109" fmla="*/ 2240551 h 2344739"/>
              <a:gd name="connsiteX110" fmla="*/ 6550602 w 12193149"/>
              <a:gd name="connsiteY110" fmla="*/ 2269327 h 2344739"/>
              <a:gd name="connsiteX111" fmla="*/ 6318708 w 12193149"/>
              <a:gd name="connsiteY111" fmla="*/ 2316127 h 2344739"/>
              <a:gd name="connsiteX112" fmla="*/ 6169822 w 12193149"/>
              <a:gd name="connsiteY112" fmla="*/ 2318214 h 2344739"/>
              <a:gd name="connsiteX113" fmla="*/ 6074996 w 12193149"/>
              <a:gd name="connsiteY113" fmla="*/ 2338676 h 2344739"/>
              <a:gd name="connsiteX114" fmla="*/ 6069677 w 12193149"/>
              <a:gd name="connsiteY114" fmla="*/ 2337139 h 2344739"/>
              <a:gd name="connsiteX115" fmla="*/ 6049786 w 12193149"/>
              <a:gd name="connsiteY115" fmla="*/ 2337822 h 2344739"/>
              <a:gd name="connsiteX116" fmla="*/ 6042433 w 12193149"/>
              <a:gd name="connsiteY116" fmla="*/ 2329473 h 2344739"/>
              <a:gd name="connsiteX117" fmla="*/ 6011238 w 12193149"/>
              <a:gd name="connsiteY117" fmla="*/ 2324380 h 2344739"/>
              <a:gd name="connsiteX118" fmla="*/ 5958523 w 12193149"/>
              <a:gd name="connsiteY118" fmla="*/ 2328024 h 2344739"/>
              <a:gd name="connsiteX119" fmla="*/ 5760067 w 12193149"/>
              <a:gd name="connsiteY119" fmla="*/ 2343716 h 2344739"/>
              <a:gd name="connsiteX120" fmla="*/ 5628108 w 12193149"/>
              <a:gd name="connsiteY120" fmla="*/ 2344739 h 2344739"/>
              <a:gd name="connsiteX121" fmla="*/ 5472054 w 12193149"/>
              <a:gd name="connsiteY121" fmla="*/ 2330719 h 2344739"/>
              <a:gd name="connsiteX122" fmla="*/ 5433909 w 12193149"/>
              <a:gd name="connsiteY122" fmla="*/ 2319466 h 2344739"/>
              <a:gd name="connsiteX123" fmla="*/ 5382817 w 12193149"/>
              <a:gd name="connsiteY123" fmla="*/ 2301764 h 2344739"/>
              <a:gd name="connsiteX124" fmla="*/ 5262912 w 12193149"/>
              <a:gd name="connsiteY124" fmla="*/ 2281347 h 2344739"/>
              <a:gd name="connsiteX125" fmla="*/ 5224109 w 12193149"/>
              <a:gd name="connsiteY125" fmla="*/ 2270223 h 2344739"/>
              <a:gd name="connsiteX126" fmla="*/ 5175808 w 12193149"/>
              <a:gd name="connsiteY126" fmla="*/ 2267233 h 2344739"/>
              <a:gd name="connsiteX127" fmla="*/ 5157702 w 12193149"/>
              <a:gd name="connsiteY127" fmla="*/ 2260010 h 2344739"/>
              <a:gd name="connsiteX128" fmla="*/ 5143747 w 12193149"/>
              <a:gd name="connsiteY128" fmla="*/ 2256610 h 2344739"/>
              <a:gd name="connsiteX129" fmla="*/ 5140744 w 12193149"/>
              <a:gd name="connsiteY129" fmla="*/ 2254509 h 2344739"/>
              <a:gd name="connsiteX130" fmla="*/ 5122807 w 12193149"/>
              <a:gd name="connsiteY130" fmla="*/ 2243656 h 2344739"/>
              <a:gd name="connsiteX131" fmla="*/ 5066938 w 12193149"/>
              <a:gd name="connsiteY131" fmla="*/ 2250227 h 2344739"/>
              <a:gd name="connsiteX132" fmla="*/ 5012662 w 12193149"/>
              <a:gd name="connsiteY132" fmla="*/ 2233846 h 2344739"/>
              <a:gd name="connsiteX133" fmla="*/ 4841589 w 12193149"/>
              <a:gd name="connsiteY133" fmla="*/ 2209829 h 2344739"/>
              <a:gd name="connsiteX134" fmla="*/ 4763595 w 12193149"/>
              <a:gd name="connsiteY134" fmla="*/ 2182061 h 2344739"/>
              <a:gd name="connsiteX135" fmla="*/ 4724334 w 12193149"/>
              <a:gd name="connsiteY135" fmla="*/ 2173047 h 2344739"/>
              <a:gd name="connsiteX136" fmla="*/ 4722324 w 12193149"/>
              <a:gd name="connsiteY136" fmla="*/ 2172298 h 2344739"/>
              <a:gd name="connsiteX137" fmla="*/ 4723259 w 12193149"/>
              <a:gd name="connsiteY137" fmla="*/ 2172087 h 2344739"/>
              <a:gd name="connsiteX138" fmla="*/ 4718350 w 12193149"/>
              <a:gd name="connsiteY138" fmla="*/ 2170817 h 2344739"/>
              <a:gd name="connsiteX139" fmla="*/ 4722324 w 12193149"/>
              <a:gd name="connsiteY139" fmla="*/ 2172298 h 2344739"/>
              <a:gd name="connsiteX140" fmla="*/ 4716674 w 12193149"/>
              <a:gd name="connsiteY140" fmla="*/ 2173573 h 2344739"/>
              <a:gd name="connsiteX141" fmla="*/ 4516962 w 12193149"/>
              <a:gd name="connsiteY141" fmla="*/ 2163671 h 2344739"/>
              <a:gd name="connsiteX142" fmla="*/ 4429691 w 12193149"/>
              <a:gd name="connsiteY142" fmla="*/ 2153020 h 2344739"/>
              <a:gd name="connsiteX143" fmla="*/ 4364023 w 12193149"/>
              <a:gd name="connsiteY143" fmla="*/ 2151674 h 2344739"/>
              <a:gd name="connsiteX144" fmla="*/ 4318114 w 12193149"/>
              <a:gd name="connsiteY144" fmla="*/ 2158289 h 2344739"/>
              <a:gd name="connsiteX145" fmla="*/ 4316258 w 12193149"/>
              <a:gd name="connsiteY145" fmla="*/ 2156948 h 2344739"/>
              <a:gd name="connsiteX146" fmla="*/ 4296292 w 12193149"/>
              <a:gd name="connsiteY146" fmla="*/ 2155069 h 2344739"/>
              <a:gd name="connsiteX147" fmla="*/ 4291212 w 12193149"/>
              <a:gd name="connsiteY147" fmla="*/ 2157986 h 2344739"/>
              <a:gd name="connsiteX148" fmla="*/ 4277290 w 12193149"/>
              <a:gd name="connsiteY148" fmla="*/ 2157740 h 2344739"/>
              <a:gd name="connsiteX149" fmla="*/ 4249265 w 12193149"/>
              <a:gd name="connsiteY149" fmla="*/ 2160064 h 2344739"/>
              <a:gd name="connsiteX150" fmla="*/ 4203199 w 12193149"/>
              <a:gd name="connsiteY150" fmla="*/ 2157269 h 2344739"/>
              <a:gd name="connsiteX151" fmla="*/ 4202893 w 12193149"/>
              <a:gd name="connsiteY151" fmla="*/ 2156010 h 2344739"/>
              <a:gd name="connsiteX152" fmla="*/ 4192396 w 12193149"/>
              <a:gd name="connsiteY152" fmla="*/ 2150376 h 2344739"/>
              <a:gd name="connsiteX153" fmla="*/ 4143893 w 12193149"/>
              <a:gd name="connsiteY153" fmla="*/ 2134511 h 2344739"/>
              <a:gd name="connsiteX154" fmla="*/ 4084245 w 12193149"/>
              <a:gd name="connsiteY154" fmla="*/ 2107978 h 2344739"/>
              <a:gd name="connsiteX155" fmla="*/ 4075694 w 12193149"/>
              <a:gd name="connsiteY155" fmla="*/ 2107143 h 2344739"/>
              <a:gd name="connsiteX156" fmla="*/ 4075575 w 12193149"/>
              <a:gd name="connsiteY156" fmla="*/ 2106844 h 2344739"/>
              <a:gd name="connsiteX157" fmla="*/ 4066658 w 12193149"/>
              <a:gd name="connsiteY157" fmla="*/ 2105400 h 2344739"/>
              <a:gd name="connsiteX158" fmla="*/ 4060102 w 12193149"/>
              <a:gd name="connsiteY158" fmla="*/ 2105618 h 2344739"/>
              <a:gd name="connsiteX159" fmla="*/ 4043512 w 12193149"/>
              <a:gd name="connsiteY159" fmla="*/ 2103997 h 2344739"/>
              <a:gd name="connsiteX160" fmla="*/ 4038145 w 12193149"/>
              <a:gd name="connsiteY160" fmla="*/ 2101563 h 2344739"/>
              <a:gd name="connsiteX161" fmla="*/ 4036511 w 12193149"/>
              <a:gd name="connsiteY161" fmla="*/ 2097896 h 2344739"/>
              <a:gd name="connsiteX162" fmla="*/ 4034926 w 12193149"/>
              <a:gd name="connsiteY162" fmla="*/ 2098131 h 2344739"/>
              <a:gd name="connsiteX163" fmla="*/ 4005686 w 12193149"/>
              <a:gd name="connsiteY163" fmla="*/ 2085563 h 2344739"/>
              <a:gd name="connsiteX164" fmla="*/ 3937994 w 12193149"/>
              <a:gd name="connsiteY164" fmla="*/ 2068106 h 2344739"/>
              <a:gd name="connsiteX165" fmla="*/ 3898423 w 12193149"/>
              <a:gd name="connsiteY165" fmla="*/ 2062451 h 2344739"/>
              <a:gd name="connsiteX166" fmla="*/ 3790908 w 12193149"/>
              <a:gd name="connsiteY166" fmla="*/ 2042213 h 2344739"/>
              <a:gd name="connsiteX167" fmla="*/ 3683661 w 12193149"/>
              <a:gd name="connsiteY167" fmla="*/ 2018290 h 2344739"/>
              <a:gd name="connsiteX168" fmla="*/ 3611183 w 12193149"/>
              <a:gd name="connsiteY168" fmla="*/ 1986019 h 2344739"/>
              <a:gd name="connsiteX169" fmla="*/ 3605003 w 12193149"/>
              <a:gd name="connsiteY169" fmla="*/ 1987381 h 2344739"/>
              <a:gd name="connsiteX170" fmla="*/ 3595884 w 12193149"/>
              <a:gd name="connsiteY170" fmla="*/ 1987545 h 2344739"/>
              <a:gd name="connsiteX171" fmla="*/ 3595649 w 12193149"/>
              <a:gd name="connsiteY171" fmla="*/ 1987276 h 2344739"/>
              <a:gd name="connsiteX172" fmla="*/ 3587126 w 12193149"/>
              <a:gd name="connsiteY172" fmla="*/ 1987966 h 2344739"/>
              <a:gd name="connsiteX173" fmla="*/ 3537283 w 12193149"/>
              <a:gd name="connsiteY173" fmla="*/ 1978267 h 2344739"/>
              <a:gd name="connsiteX174" fmla="*/ 3474371 w 12193149"/>
              <a:gd name="connsiteY174" fmla="*/ 1974606 h 2344739"/>
              <a:gd name="connsiteX175" fmla="*/ 3401876 w 12193149"/>
              <a:gd name="connsiteY175" fmla="*/ 1962558 h 2344739"/>
              <a:gd name="connsiteX176" fmla="*/ 3365036 w 12193149"/>
              <a:gd name="connsiteY176" fmla="*/ 1979510 h 2344739"/>
              <a:gd name="connsiteX177" fmla="*/ 3345174 w 12193149"/>
              <a:gd name="connsiteY177" fmla="*/ 1981192 h 2344739"/>
              <a:gd name="connsiteX178" fmla="*/ 3342846 w 12193149"/>
              <a:gd name="connsiteY178" fmla="*/ 1980217 h 2344739"/>
              <a:gd name="connsiteX179" fmla="*/ 3263504 w 12193149"/>
              <a:gd name="connsiteY179" fmla="*/ 1986094 h 2344739"/>
              <a:gd name="connsiteX180" fmla="*/ 3143704 w 12193149"/>
              <a:gd name="connsiteY180" fmla="*/ 1993869 h 2344739"/>
              <a:gd name="connsiteX181" fmla="*/ 3031439 w 12193149"/>
              <a:gd name="connsiteY181" fmla="*/ 1996512 h 2344739"/>
              <a:gd name="connsiteX182" fmla="*/ 2782717 w 12193149"/>
              <a:gd name="connsiteY182" fmla="*/ 2018333 h 2344739"/>
              <a:gd name="connsiteX183" fmla="*/ 2647675 w 12193149"/>
              <a:gd name="connsiteY183" fmla="*/ 2028869 h 2344739"/>
              <a:gd name="connsiteX184" fmla="*/ 2569176 w 12193149"/>
              <a:gd name="connsiteY184" fmla="*/ 2002628 h 2344739"/>
              <a:gd name="connsiteX185" fmla="*/ 2444403 w 12193149"/>
              <a:gd name="connsiteY185" fmla="*/ 2016529 h 2344739"/>
              <a:gd name="connsiteX186" fmla="*/ 2316260 w 12193149"/>
              <a:gd name="connsiteY186" fmla="*/ 2024996 h 2344739"/>
              <a:gd name="connsiteX187" fmla="*/ 2209726 w 12193149"/>
              <a:gd name="connsiteY187" fmla="*/ 2019763 h 2344739"/>
              <a:gd name="connsiteX188" fmla="*/ 2095813 w 12193149"/>
              <a:gd name="connsiteY188" fmla="*/ 2003052 h 2344739"/>
              <a:gd name="connsiteX189" fmla="*/ 1998504 w 12193149"/>
              <a:gd name="connsiteY189" fmla="*/ 1995032 h 2344739"/>
              <a:gd name="connsiteX190" fmla="*/ 1929320 w 12193149"/>
              <a:gd name="connsiteY190" fmla="*/ 2016977 h 2344739"/>
              <a:gd name="connsiteX191" fmla="*/ 1922798 w 12193149"/>
              <a:gd name="connsiteY191" fmla="*/ 2012146 h 2344739"/>
              <a:gd name="connsiteX192" fmla="*/ 1874228 w 12193149"/>
              <a:gd name="connsiteY192" fmla="*/ 2013741 h 2344739"/>
              <a:gd name="connsiteX193" fmla="*/ 1787803 w 12193149"/>
              <a:gd name="connsiteY193" fmla="*/ 2041363 h 2344739"/>
              <a:gd name="connsiteX194" fmla="*/ 1739352 w 12193149"/>
              <a:gd name="connsiteY194" fmla="*/ 2036312 h 2344739"/>
              <a:gd name="connsiteX195" fmla="*/ 1676219 w 12193149"/>
              <a:gd name="connsiteY195" fmla="*/ 2019963 h 2344739"/>
              <a:gd name="connsiteX196" fmla="*/ 1609817 w 12193149"/>
              <a:gd name="connsiteY196" fmla="*/ 2013066 h 2344739"/>
              <a:gd name="connsiteX197" fmla="*/ 1497258 w 12193149"/>
              <a:gd name="connsiteY197" fmla="*/ 1987476 h 2344739"/>
              <a:gd name="connsiteX198" fmla="*/ 1151127 w 12193149"/>
              <a:gd name="connsiteY198" fmla="*/ 1938041 h 2344739"/>
              <a:gd name="connsiteX199" fmla="*/ 859417 w 12193149"/>
              <a:gd name="connsiteY199" fmla="*/ 1928608 h 2344739"/>
              <a:gd name="connsiteX200" fmla="*/ 838688 w 12193149"/>
              <a:gd name="connsiteY200" fmla="*/ 1929821 h 2344739"/>
              <a:gd name="connsiteX201" fmla="*/ 817957 w 12193149"/>
              <a:gd name="connsiteY201" fmla="*/ 1927857 h 2344739"/>
              <a:gd name="connsiteX202" fmla="*/ 812654 w 12193149"/>
              <a:gd name="connsiteY202" fmla="*/ 1930751 h 2344739"/>
              <a:gd name="connsiteX203" fmla="*/ 721195 w 12193149"/>
              <a:gd name="connsiteY203" fmla="*/ 1929661 h 2344739"/>
              <a:gd name="connsiteX204" fmla="*/ 720890 w 12193149"/>
              <a:gd name="connsiteY204" fmla="*/ 1928399 h 2344739"/>
              <a:gd name="connsiteX205" fmla="*/ 710023 w 12193149"/>
              <a:gd name="connsiteY205" fmla="*/ 1922722 h 2344739"/>
              <a:gd name="connsiteX206" fmla="*/ 597940 w 12193149"/>
              <a:gd name="connsiteY206" fmla="*/ 1879864 h 2344739"/>
              <a:gd name="connsiteX207" fmla="*/ 579683 w 12193149"/>
              <a:gd name="connsiteY207" fmla="*/ 1877212 h 2344739"/>
              <a:gd name="connsiteX208" fmla="*/ 572865 w 12193149"/>
              <a:gd name="connsiteY208" fmla="*/ 1877401 h 2344739"/>
              <a:gd name="connsiteX209" fmla="*/ 446247 w 12193149"/>
              <a:gd name="connsiteY209" fmla="*/ 1839371 h 2344739"/>
              <a:gd name="connsiteX210" fmla="*/ 405163 w 12193149"/>
              <a:gd name="connsiteY210" fmla="*/ 1833548 h 2344739"/>
              <a:gd name="connsiteX211" fmla="*/ 293583 w 12193149"/>
              <a:gd name="connsiteY211" fmla="*/ 1812852 h 2344739"/>
              <a:gd name="connsiteX212" fmla="*/ 119529 w 12193149"/>
              <a:gd name="connsiteY212" fmla="*/ 1761047 h 2344739"/>
              <a:gd name="connsiteX213" fmla="*/ 16674 w 12193149"/>
              <a:gd name="connsiteY213" fmla="*/ 1758191 h 2344739"/>
              <a:gd name="connsiteX214" fmla="*/ 1150 w 12193149"/>
              <a:gd name="connsiteY214" fmla="*/ 1752722 h 2344739"/>
              <a:gd name="connsiteX215" fmla="*/ 1148 w 12193149"/>
              <a:gd name="connsiteY215" fmla="*/ 222213 h 2344739"/>
              <a:gd name="connsiteX216" fmla="*/ 1148 w 12193149"/>
              <a:gd name="connsiteY216" fmla="*/ 0 h 2344739"/>
              <a:gd name="connsiteX0" fmla="*/ 1148 w 12193149"/>
              <a:gd name="connsiteY0" fmla="*/ 818782 h 3163521"/>
              <a:gd name="connsiteX1" fmla="*/ 12181789 w 12193149"/>
              <a:gd name="connsiteY1" fmla="*/ 0 h 3163521"/>
              <a:gd name="connsiteX2" fmla="*/ 12193149 w 12193149"/>
              <a:gd name="connsiteY2" fmla="*/ 1398521 h 3163521"/>
              <a:gd name="connsiteX3" fmla="*/ 12185986 w 12193149"/>
              <a:gd name="connsiteY3" fmla="*/ 1402971 h 3163521"/>
              <a:gd name="connsiteX4" fmla="*/ 12156363 w 12193149"/>
              <a:gd name="connsiteY4" fmla="*/ 1416148 h 3163521"/>
              <a:gd name="connsiteX5" fmla="*/ 12139215 w 12193149"/>
              <a:gd name="connsiteY5" fmla="*/ 1441961 h 3163521"/>
              <a:gd name="connsiteX6" fmla="*/ 12126327 w 12193149"/>
              <a:gd name="connsiteY6" fmla="*/ 1443472 h 3163521"/>
              <a:gd name="connsiteX7" fmla="*/ 12124007 w 12193149"/>
              <a:gd name="connsiteY7" fmla="*/ 1443576 h 3163521"/>
              <a:gd name="connsiteX8" fmla="*/ 12116854 w 12193149"/>
              <a:gd name="connsiteY8" fmla="*/ 1447390 h 3163521"/>
              <a:gd name="connsiteX9" fmla="*/ 12099497 w 12193149"/>
              <a:gd name="connsiteY9" fmla="*/ 1446921 h 3163521"/>
              <a:gd name="connsiteX10" fmla="*/ 12087073 w 12193149"/>
              <a:gd name="connsiteY10" fmla="*/ 1455123 h 3163521"/>
              <a:gd name="connsiteX11" fmla="*/ 12031073 w 12193149"/>
              <a:gd name="connsiteY11" fmla="*/ 1498791 h 3163521"/>
              <a:gd name="connsiteX12" fmla="*/ 11995833 w 12193149"/>
              <a:gd name="connsiteY12" fmla="*/ 1522240 h 3163521"/>
              <a:gd name="connsiteX13" fmla="*/ 11979717 w 12193149"/>
              <a:gd name="connsiteY13" fmla="*/ 1526943 h 3163521"/>
              <a:gd name="connsiteX14" fmla="*/ 11959046 w 12193149"/>
              <a:gd name="connsiteY14" fmla="*/ 1536340 h 3163521"/>
              <a:gd name="connsiteX15" fmla="*/ 11920454 w 12193149"/>
              <a:gd name="connsiteY15" fmla="*/ 1549665 h 3163521"/>
              <a:gd name="connsiteX16" fmla="*/ 11903656 w 12193149"/>
              <a:gd name="connsiteY16" fmla="*/ 1561208 h 3163521"/>
              <a:gd name="connsiteX17" fmla="*/ 11895048 w 12193149"/>
              <a:gd name="connsiteY17" fmla="*/ 1563573 h 3163521"/>
              <a:gd name="connsiteX18" fmla="*/ 11891968 w 12193149"/>
              <a:gd name="connsiteY18" fmla="*/ 1574511 h 3163521"/>
              <a:gd name="connsiteX19" fmla="*/ 11870776 w 12193149"/>
              <a:gd name="connsiteY19" fmla="*/ 1596598 h 3163521"/>
              <a:gd name="connsiteX20" fmla="*/ 11813376 w 12193149"/>
              <a:gd name="connsiteY20" fmla="*/ 1616441 h 3163521"/>
              <a:gd name="connsiteX21" fmla="*/ 11590693 w 12193149"/>
              <a:gd name="connsiteY21" fmla="*/ 1782559 h 3163521"/>
              <a:gd name="connsiteX22" fmla="*/ 11506817 w 12193149"/>
              <a:gd name="connsiteY22" fmla="*/ 1852405 h 3163521"/>
              <a:gd name="connsiteX23" fmla="*/ 11280332 w 12193149"/>
              <a:gd name="connsiteY23" fmla="*/ 2042353 h 3163521"/>
              <a:gd name="connsiteX24" fmla="*/ 11228309 w 12193149"/>
              <a:gd name="connsiteY24" fmla="*/ 2095018 h 3163521"/>
              <a:gd name="connsiteX25" fmla="*/ 11218087 w 12193149"/>
              <a:gd name="connsiteY25" fmla="*/ 2094743 h 3163521"/>
              <a:gd name="connsiteX26" fmla="*/ 11217184 w 12193149"/>
              <a:gd name="connsiteY26" fmla="*/ 2093800 h 3163521"/>
              <a:gd name="connsiteX27" fmla="*/ 11188885 w 12193149"/>
              <a:gd name="connsiteY27" fmla="*/ 2111165 h 3163521"/>
              <a:gd name="connsiteX28" fmla="*/ 11184501 w 12193149"/>
              <a:gd name="connsiteY28" fmla="*/ 2111307 h 3163521"/>
              <a:gd name="connsiteX29" fmla="*/ 11166854 w 12193149"/>
              <a:gd name="connsiteY29" fmla="*/ 2125394 h 3163521"/>
              <a:gd name="connsiteX30" fmla="*/ 11157311 w 12193149"/>
              <a:gd name="connsiteY30" fmla="*/ 2131196 h 3163521"/>
              <a:gd name="connsiteX31" fmla="*/ 11155496 w 12193149"/>
              <a:gd name="connsiteY31" fmla="*/ 2135879 h 3163521"/>
              <a:gd name="connsiteX32" fmla="*/ 11140961 w 12193149"/>
              <a:gd name="connsiteY32" fmla="*/ 2142897 h 3163521"/>
              <a:gd name="connsiteX33" fmla="*/ 11138961 w 12193149"/>
              <a:gd name="connsiteY33" fmla="*/ 2142554 h 3163521"/>
              <a:gd name="connsiteX34" fmla="*/ 11128208 w 12193149"/>
              <a:gd name="connsiteY34" fmla="*/ 2152614 h 3163521"/>
              <a:gd name="connsiteX35" fmla="*/ 11120691 w 12193149"/>
              <a:gd name="connsiteY35" fmla="*/ 2166206 h 3163521"/>
              <a:gd name="connsiteX36" fmla="*/ 10894683 w 12193149"/>
              <a:gd name="connsiteY36" fmla="*/ 2292181 h 3163521"/>
              <a:gd name="connsiteX37" fmla="*/ 10773300 w 12193149"/>
              <a:gd name="connsiteY37" fmla="*/ 2341973 h 3163521"/>
              <a:gd name="connsiteX38" fmla="*/ 10627668 w 12193149"/>
              <a:gd name="connsiteY38" fmla="*/ 2378011 h 3163521"/>
              <a:gd name="connsiteX39" fmla="*/ 10581895 w 12193149"/>
              <a:gd name="connsiteY39" fmla="*/ 2387471 h 3163521"/>
              <a:gd name="connsiteX40" fmla="*/ 10547790 w 12193149"/>
              <a:gd name="connsiteY40" fmla="*/ 2417205 h 3163521"/>
              <a:gd name="connsiteX41" fmla="*/ 10529643 w 12193149"/>
              <a:gd name="connsiteY41" fmla="*/ 2415689 h 3163521"/>
              <a:gd name="connsiteX42" fmla="*/ 10526446 w 12193149"/>
              <a:gd name="connsiteY42" fmla="*/ 2415193 h 3163521"/>
              <a:gd name="connsiteX43" fmla="*/ 10515129 w 12193149"/>
              <a:gd name="connsiteY43" fmla="*/ 2418319 h 3163521"/>
              <a:gd name="connsiteX44" fmla="*/ 10491735 w 12193149"/>
              <a:gd name="connsiteY44" fmla="*/ 2412938 h 3163521"/>
              <a:gd name="connsiteX45" fmla="*/ 10471418 w 12193149"/>
              <a:gd name="connsiteY45" fmla="*/ 2420475 h 3163521"/>
              <a:gd name="connsiteX46" fmla="*/ 10377042 w 12193149"/>
              <a:gd name="connsiteY46" fmla="*/ 2463380 h 3163521"/>
              <a:gd name="connsiteX47" fmla="*/ 10319338 w 12193149"/>
              <a:gd name="connsiteY47" fmla="*/ 2485003 h 3163521"/>
              <a:gd name="connsiteX48" fmla="*/ 10295467 w 12193149"/>
              <a:gd name="connsiteY48" fmla="*/ 2486861 h 3163521"/>
              <a:gd name="connsiteX49" fmla="*/ 10263443 w 12193149"/>
              <a:gd name="connsiteY49" fmla="*/ 2493730 h 3163521"/>
              <a:gd name="connsiteX50" fmla="*/ 10205418 w 12193149"/>
              <a:gd name="connsiteY50" fmla="*/ 2500931 h 3163521"/>
              <a:gd name="connsiteX51" fmla="*/ 10177759 w 12193149"/>
              <a:gd name="connsiteY51" fmla="*/ 2511725 h 3163521"/>
              <a:gd name="connsiteX52" fmla="*/ 10165070 w 12193149"/>
              <a:gd name="connsiteY52" fmla="*/ 2512521 h 3163521"/>
              <a:gd name="connsiteX53" fmla="*/ 10156308 w 12193149"/>
              <a:gd name="connsiteY53" fmla="*/ 2526269 h 3163521"/>
              <a:gd name="connsiteX54" fmla="*/ 10118267 w 12193149"/>
              <a:gd name="connsiteY54" fmla="*/ 2549924 h 3163521"/>
              <a:gd name="connsiteX55" fmla="*/ 10083317 w 12193149"/>
              <a:gd name="connsiteY55" fmla="*/ 2562078 h 3163521"/>
              <a:gd name="connsiteX56" fmla="*/ 10040388 w 12193149"/>
              <a:gd name="connsiteY56" fmla="*/ 2560414 h 3163521"/>
              <a:gd name="connsiteX57" fmla="*/ 9961167 w 12193149"/>
              <a:gd name="connsiteY57" fmla="*/ 2575929 h 3163521"/>
              <a:gd name="connsiteX58" fmla="*/ 9848940 w 12193149"/>
              <a:gd name="connsiteY58" fmla="*/ 2582697 h 3163521"/>
              <a:gd name="connsiteX59" fmla="*/ 9729457 w 12193149"/>
              <a:gd name="connsiteY59" fmla="*/ 2602904 h 3163521"/>
              <a:gd name="connsiteX60" fmla="*/ 9613704 w 12193149"/>
              <a:gd name="connsiteY60" fmla="*/ 2631153 h 3163521"/>
              <a:gd name="connsiteX61" fmla="*/ 9338590 w 12193149"/>
              <a:gd name="connsiteY61" fmla="*/ 2688075 h 3163521"/>
              <a:gd name="connsiteX62" fmla="*/ 9232518 w 12193149"/>
              <a:gd name="connsiteY62" fmla="*/ 2711931 h 3163521"/>
              <a:gd name="connsiteX63" fmla="*/ 9156690 w 12193149"/>
              <a:gd name="connsiteY63" fmla="*/ 2722010 h 3163521"/>
              <a:gd name="connsiteX64" fmla="*/ 9054601 w 12193149"/>
              <a:gd name="connsiteY64" fmla="*/ 2729537 h 3163521"/>
              <a:gd name="connsiteX65" fmla="*/ 9006634 w 12193149"/>
              <a:gd name="connsiteY65" fmla="*/ 2732822 h 3163521"/>
              <a:gd name="connsiteX66" fmla="*/ 9006349 w 12193149"/>
              <a:gd name="connsiteY66" fmla="*/ 2732582 h 3163521"/>
              <a:gd name="connsiteX67" fmla="*/ 8997380 w 12193149"/>
              <a:gd name="connsiteY67" fmla="*/ 2733793 h 3163521"/>
              <a:gd name="connsiteX68" fmla="*/ 8991542 w 12193149"/>
              <a:gd name="connsiteY68" fmla="*/ 2735854 h 3163521"/>
              <a:gd name="connsiteX69" fmla="*/ 8975485 w 12193149"/>
              <a:gd name="connsiteY69" fmla="*/ 2739080 h 3163521"/>
              <a:gd name="connsiteX70" fmla="*/ 8969159 w 12193149"/>
              <a:gd name="connsiteY70" fmla="*/ 2738380 h 3163521"/>
              <a:gd name="connsiteX71" fmla="*/ 8964196 w 12193149"/>
              <a:gd name="connsiteY71" fmla="*/ 2736155 h 3163521"/>
              <a:gd name="connsiteX72" fmla="*/ 8930136 w 12193149"/>
              <a:gd name="connsiteY72" fmla="*/ 2732967 h 3163521"/>
              <a:gd name="connsiteX73" fmla="*/ 8753592 w 12193149"/>
              <a:gd name="connsiteY73" fmla="*/ 2752199 h 3163521"/>
              <a:gd name="connsiteX74" fmla="*/ 8708995 w 12193149"/>
              <a:gd name="connsiteY74" fmla="*/ 2754300 h 3163521"/>
              <a:gd name="connsiteX75" fmla="*/ 8597219 w 12193149"/>
              <a:gd name="connsiteY75" fmla="*/ 2762872 h 3163521"/>
              <a:gd name="connsiteX76" fmla="*/ 8526378 w 12193149"/>
              <a:gd name="connsiteY76" fmla="*/ 2748030 h 3163521"/>
              <a:gd name="connsiteX77" fmla="*/ 8512131 w 12193149"/>
              <a:gd name="connsiteY77" fmla="*/ 2753945 h 3163521"/>
              <a:gd name="connsiteX78" fmla="*/ 8507315 w 12193149"/>
              <a:gd name="connsiteY78" fmla="*/ 2756946 h 3163521"/>
              <a:gd name="connsiteX79" fmla="*/ 8499116 w 12193149"/>
              <a:gd name="connsiteY79" fmla="*/ 2759684 h 3163521"/>
              <a:gd name="connsiteX80" fmla="*/ 8498742 w 12193149"/>
              <a:gd name="connsiteY80" fmla="*/ 2759505 h 3163521"/>
              <a:gd name="connsiteX81" fmla="*/ 8491397 w 12193149"/>
              <a:gd name="connsiteY81" fmla="*/ 2762555 h 3163521"/>
              <a:gd name="connsiteX82" fmla="*/ 8368330 w 12193149"/>
              <a:gd name="connsiteY82" fmla="*/ 2776597 h 3163521"/>
              <a:gd name="connsiteX83" fmla="*/ 8354947 w 12193149"/>
              <a:gd name="connsiteY83" fmla="*/ 2776791 h 3163521"/>
              <a:gd name="connsiteX84" fmla="*/ 8321252 w 12193149"/>
              <a:gd name="connsiteY84" fmla="*/ 2793369 h 3163521"/>
              <a:gd name="connsiteX85" fmla="*/ 8315581 w 12193149"/>
              <a:gd name="connsiteY85" fmla="*/ 2793695 h 3163521"/>
              <a:gd name="connsiteX86" fmla="*/ 8296322 w 12193149"/>
              <a:gd name="connsiteY86" fmla="*/ 2807590 h 3163521"/>
              <a:gd name="connsiteX87" fmla="*/ 8285424 w 12193149"/>
              <a:gd name="connsiteY87" fmla="*/ 2813413 h 3163521"/>
              <a:gd name="connsiteX88" fmla="*/ 8284298 w 12193149"/>
              <a:gd name="connsiteY88" fmla="*/ 2817856 h 3163521"/>
              <a:gd name="connsiteX89" fmla="*/ 8267224 w 12193149"/>
              <a:gd name="connsiteY89" fmla="*/ 2825031 h 3163521"/>
              <a:gd name="connsiteX90" fmla="*/ 8264525 w 12193149"/>
              <a:gd name="connsiteY90" fmla="*/ 2824801 h 3163521"/>
              <a:gd name="connsiteX91" fmla="*/ 8253181 w 12193149"/>
              <a:gd name="connsiteY91" fmla="*/ 2834644 h 3163521"/>
              <a:gd name="connsiteX92" fmla="*/ 8246982 w 12193149"/>
              <a:gd name="connsiteY92" fmla="*/ 2847636 h 3163521"/>
              <a:gd name="connsiteX93" fmla="*/ 8091420 w 12193149"/>
              <a:gd name="connsiteY93" fmla="*/ 2893797 h 3163521"/>
              <a:gd name="connsiteX94" fmla="*/ 7906555 w 12193149"/>
              <a:gd name="connsiteY94" fmla="*/ 2935770 h 3163521"/>
              <a:gd name="connsiteX95" fmla="*/ 7719893 w 12193149"/>
              <a:gd name="connsiteY95" fmla="*/ 2961485 h 3163521"/>
              <a:gd name="connsiteX96" fmla="*/ 7615495 w 12193149"/>
              <a:gd name="connsiteY96" fmla="*/ 2958014 h 3163521"/>
              <a:gd name="connsiteX97" fmla="*/ 7528691 w 12193149"/>
              <a:gd name="connsiteY97" fmla="*/ 2963842 h 3163521"/>
              <a:gd name="connsiteX98" fmla="*/ 7520719 w 12193149"/>
              <a:gd name="connsiteY98" fmla="*/ 2966395 h 3163521"/>
              <a:gd name="connsiteX99" fmla="*/ 7508559 w 12193149"/>
              <a:gd name="connsiteY99" fmla="*/ 2967730 h 3163521"/>
              <a:gd name="connsiteX100" fmla="*/ 7508188 w 12193149"/>
              <a:gd name="connsiteY100" fmla="*/ 2967403 h 3163521"/>
              <a:gd name="connsiteX101" fmla="*/ 7496943 w 12193149"/>
              <a:gd name="connsiteY101" fmla="*/ 2969355 h 3163521"/>
              <a:gd name="connsiteX102" fmla="*/ 7219707 w 12193149"/>
              <a:gd name="connsiteY102" fmla="*/ 2975462 h 3163521"/>
              <a:gd name="connsiteX103" fmla="*/ 7202249 w 12193149"/>
              <a:gd name="connsiteY103" fmla="*/ 2980012 h 3163521"/>
              <a:gd name="connsiteX104" fmla="*/ 7198152 w 12193149"/>
              <a:gd name="connsiteY104" fmla="*/ 2985370 h 3163521"/>
              <a:gd name="connsiteX105" fmla="*/ 7171956 w 12193149"/>
              <a:gd name="connsiteY105" fmla="*/ 2990018 h 3163521"/>
              <a:gd name="connsiteX106" fmla="*/ 7098136 w 12193149"/>
              <a:gd name="connsiteY106" fmla="*/ 3002246 h 3163521"/>
              <a:gd name="connsiteX107" fmla="*/ 7019644 w 12193149"/>
              <a:gd name="connsiteY107" fmla="*/ 3001872 h 3163521"/>
              <a:gd name="connsiteX108" fmla="*/ 6905294 w 12193149"/>
              <a:gd name="connsiteY108" fmla="*/ 3031378 h 3163521"/>
              <a:gd name="connsiteX109" fmla="*/ 6709370 w 12193149"/>
              <a:gd name="connsiteY109" fmla="*/ 3059333 h 3163521"/>
              <a:gd name="connsiteX110" fmla="*/ 6550602 w 12193149"/>
              <a:gd name="connsiteY110" fmla="*/ 3088109 h 3163521"/>
              <a:gd name="connsiteX111" fmla="*/ 6318708 w 12193149"/>
              <a:gd name="connsiteY111" fmla="*/ 3134909 h 3163521"/>
              <a:gd name="connsiteX112" fmla="*/ 6169822 w 12193149"/>
              <a:gd name="connsiteY112" fmla="*/ 3136996 h 3163521"/>
              <a:gd name="connsiteX113" fmla="*/ 6074996 w 12193149"/>
              <a:gd name="connsiteY113" fmla="*/ 3157458 h 3163521"/>
              <a:gd name="connsiteX114" fmla="*/ 6069677 w 12193149"/>
              <a:gd name="connsiteY114" fmla="*/ 3155921 h 3163521"/>
              <a:gd name="connsiteX115" fmla="*/ 6049786 w 12193149"/>
              <a:gd name="connsiteY115" fmla="*/ 3156604 h 3163521"/>
              <a:gd name="connsiteX116" fmla="*/ 6042433 w 12193149"/>
              <a:gd name="connsiteY116" fmla="*/ 3148255 h 3163521"/>
              <a:gd name="connsiteX117" fmla="*/ 6011238 w 12193149"/>
              <a:gd name="connsiteY117" fmla="*/ 3143162 h 3163521"/>
              <a:gd name="connsiteX118" fmla="*/ 5958523 w 12193149"/>
              <a:gd name="connsiteY118" fmla="*/ 3146806 h 3163521"/>
              <a:gd name="connsiteX119" fmla="*/ 5760067 w 12193149"/>
              <a:gd name="connsiteY119" fmla="*/ 3162498 h 3163521"/>
              <a:gd name="connsiteX120" fmla="*/ 5628108 w 12193149"/>
              <a:gd name="connsiteY120" fmla="*/ 3163521 h 3163521"/>
              <a:gd name="connsiteX121" fmla="*/ 5472054 w 12193149"/>
              <a:gd name="connsiteY121" fmla="*/ 3149501 h 3163521"/>
              <a:gd name="connsiteX122" fmla="*/ 5433909 w 12193149"/>
              <a:gd name="connsiteY122" fmla="*/ 3138248 h 3163521"/>
              <a:gd name="connsiteX123" fmla="*/ 5382817 w 12193149"/>
              <a:gd name="connsiteY123" fmla="*/ 3120546 h 3163521"/>
              <a:gd name="connsiteX124" fmla="*/ 5262912 w 12193149"/>
              <a:gd name="connsiteY124" fmla="*/ 3100129 h 3163521"/>
              <a:gd name="connsiteX125" fmla="*/ 5224109 w 12193149"/>
              <a:gd name="connsiteY125" fmla="*/ 3089005 h 3163521"/>
              <a:gd name="connsiteX126" fmla="*/ 5175808 w 12193149"/>
              <a:gd name="connsiteY126" fmla="*/ 3086015 h 3163521"/>
              <a:gd name="connsiteX127" fmla="*/ 5157702 w 12193149"/>
              <a:gd name="connsiteY127" fmla="*/ 3078792 h 3163521"/>
              <a:gd name="connsiteX128" fmla="*/ 5143747 w 12193149"/>
              <a:gd name="connsiteY128" fmla="*/ 3075392 h 3163521"/>
              <a:gd name="connsiteX129" fmla="*/ 5140744 w 12193149"/>
              <a:gd name="connsiteY129" fmla="*/ 3073291 h 3163521"/>
              <a:gd name="connsiteX130" fmla="*/ 5122807 w 12193149"/>
              <a:gd name="connsiteY130" fmla="*/ 3062438 h 3163521"/>
              <a:gd name="connsiteX131" fmla="*/ 5066938 w 12193149"/>
              <a:gd name="connsiteY131" fmla="*/ 3069009 h 3163521"/>
              <a:gd name="connsiteX132" fmla="*/ 5012662 w 12193149"/>
              <a:gd name="connsiteY132" fmla="*/ 3052628 h 3163521"/>
              <a:gd name="connsiteX133" fmla="*/ 4841589 w 12193149"/>
              <a:gd name="connsiteY133" fmla="*/ 3028611 h 3163521"/>
              <a:gd name="connsiteX134" fmla="*/ 4763595 w 12193149"/>
              <a:gd name="connsiteY134" fmla="*/ 3000843 h 3163521"/>
              <a:gd name="connsiteX135" fmla="*/ 4724334 w 12193149"/>
              <a:gd name="connsiteY135" fmla="*/ 2991829 h 3163521"/>
              <a:gd name="connsiteX136" fmla="*/ 4722324 w 12193149"/>
              <a:gd name="connsiteY136" fmla="*/ 2991080 h 3163521"/>
              <a:gd name="connsiteX137" fmla="*/ 4723259 w 12193149"/>
              <a:gd name="connsiteY137" fmla="*/ 2990869 h 3163521"/>
              <a:gd name="connsiteX138" fmla="*/ 4718350 w 12193149"/>
              <a:gd name="connsiteY138" fmla="*/ 2989599 h 3163521"/>
              <a:gd name="connsiteX139" fmla="*/ 4722324 w 12193149"/>
              <a:gd name="connsiteY139" fmla="*/ 2991080 h 3163521"/>
              <a:gd name="connsiteX140" fmla="*/ 4716674 w 12193149"/>
              <a:gd name="connsiteY140" fmla="*/ 2992355 h 3163521"/>
              <a:gd name="connsiteX141" fmla="*/ 4516962 w 12193149"/>
              <a:gd name="connsiteY141" fmla="*/ 2982453 h 3163521"/>
              <a:gd name="connsiteX142" fmla="*/ 4429691 w 12193149"/>
              <a:gd name="connsiteY142" fmla="*/ 2971802 h 3163521"/>
              <a:gd name="connsiteX143" fmla="*/ 4364023 w 12193149"/>
              <a:gd name="connsiteY143" fmla="*/ 2970456 h 3163521"/>
              <a:gd name="connsiteX144" fmla="*/ 4318114 w 12193149"/>
              <a:gd name="connsiteY144" fmla="*/ 2977071 h 3163521"/>
              <a:gd name="connsiteX145" fmla="*/ 4316258 w 12193149"/>
              <a:gd name="connsiteY145" fmla="*/ 2975730 h 3163521"/>
              <a:gd name="connsiteX146" fmla="*/ 4296292 w 12193149"/>
              <a:gd name="connsiteY146" fmla="*/ 2973851 h 3163521"/>
              <a:gd name="connsiteX147" fmla="*/ 4291212 w 12193149"/>
              <a:gd name="connsiteY147" fmla="*/ 2976768 h 3163521"/>
              <a:gd name="connsiteX148" fmla="*/ 4277290 w 12193149"/>
              <a:gd name="connsiteY148" fmla="*/ 2976522 h 3163521"/>
              <a:gd name="connsiteX149" fmla="*/ 4249265 w 12193149"/>
              <a:gd name="connsiteY149" fmla="*/ 2978846 h 3163521"/>
              <a:gd name="connsiteX150" fmla="*/ 4203199 w 12193149"/>
              <a:gd name="connsiteY150" fmla="*/ 2976051 h 3163521"/>
              <a:gd name="connsiteX151" fmla="*/ 4202893 w 12193149"/>
              <a:gd name="connsiteY151" fmla="*/ 2974792 h 3163521"/>
              <a:gd name="connsiteX152" fmla="*/ 4192396 w 12193149"/>
              <a:gd name="connsiteY152" fmla="*/ 2969158 h 3163521"/>
              <a:gd name="connsiteX153" fmla="*/ 4143893 w 12193149"/>
              <a:gd name="connsiteY153" fmla="*/ 2953293 h 3163521"/>
              <a:gd name="connsiteX154" fmla="*/ 4084245 w 12193149"/>
              <a:gd name="connsiteY154" fmla="*/ 2926760 h 3163521"/>
              <a:gd name="connsiteX155" fmla="*/ 4075694 w 12193149"/>
              <a:gd name="connsiteY155" fmla="*/ 2925925 h 3163521"/>
              <a:gd name="connsiteX156" fmla="*/ 4075575 w 12193149"/>
              <a:gd name="connsiteY156" fmla="*/ 2925626 h 3163521"/>
              <a:gd name="connsiteX157" fmla="*/ 4066658 w 12193149"/>
              <a:gd name="connsiteY157" fmla="*/ 2924182 h 3163521"/>
              <a:gd name="connsiteX158" fmla="*/ 4060102 w 12193149"/>
              <a:gd name="connsiteY158" fmla="*/ 2924400 h 3163521"/>
              <a:gd name="connsiteX159" fmla="*/ 4043512 w 12193149"/>
              <a:gd name="connsiteY159" fmla="*/ 2922779 h 3163521"/>
              <a:gd name="connsiteX160" fmla="*/ 4038145 w 12193149"/>
              <a:gd name="connsiteY160" fmla="*/ 2920345 h 3163521"/>
              <a:gd name="connsiteX161" fmla="*/ 4036511 w 12193149"/>
              <a:gd name="connsiteY161" fmla="*/ 2916678 h 3163521"/>
              <a:gd name="connsiteX162" fmla="*/ 4034926 w 12193149"/>
              <a:gd name="connsiteY162" fmla="*/ 2916913 h 3163521"/>
              <a:gd name="connsiteX163" fmla="*/ 4005686 w 12193149"/>
              <a:gd name="connsiteY163" fmla="*/ 2904345 h 3163521"/>
              <a:gd name="connsiteX164" fmla="*/ 3937994 w 12193149"/>
              <a:gd name="connsiteY164" fmla="*/ 2886888 h 3163521"/>
              <a:gd name="connsiteX165" fmla="*/ 3898423 w 12193149"/>
              <a:gd name="connsiteY165" fmla="*/ 2881233 h 3163521"/>
              <a:gd name="connsiteX166" fmla="*/ 3790908 w 12193149"/>
              <a:gd name="connsiteY166" fmla="*/ 2860995 h 3163521"/>
              <a:gd name="connsiteX167" fmla="*/ 3683661 w 12193149"/>
              <a:gd name="connsiteY167" fmla="*/ 2837072 h 3163521"/>
              <a:gd name="connsiteX168" fmla="*/ 3611183 w 12193149"/>
              <a:gd name="connsiteY168" fmla="*/ 2804801 h 3163521"/>
              <a:gd name="connsiteX169" fmla="*/ 3605003 w 12193149"/>
              <a:gd name="connsiteY169" fmla="*/ 2806163 h 3163521"/>
              <a:gd name="connsiteX170" fmla="*/ 3595884 w 12193149"/>
              <a:gd name="connsiteY170" fmla="*/ 2806327 h 3163521"/>
              <a:gd name="connsiteX171" fmla="*/ 3595649 w 12193149"/>
              <a:gd name="connsiteY171" fmla="*/ 2806058 h 3163521"/>
              <a:gd name="connsiteX172" fmla="*/ 3587126 w 12193149"/>
              <a:gd name="connsiteY172" fmla="*/ 2806748 h 3163521"/>
              <a:gd name="connsiteX173" fmla="*/ 3537283 w 12193149"/>
              <a:gd name="connsiteY173" fmla="*/ 2797049 h 3163521"/>
              <a:gd name="connsiteX174" fmla="*/ 3474371 w 12193149"/>
              <a:gd name="connsiteY174" fmla="*/ 2793388 h 3163521"/>
              <a:gd name="connsiteX175" fmla="*/ 3401876 w 12193149"/>
              <a:gd name="connsiteY175" fmla="*/ 2781340 h 3163521"/>
              <a:gd name="connsiteX176" fmla="*/ 3365036 w 12193149"/>
              <a:gd name="connsiteY176" fmla="*/ 2798292 h 3163521"/>
              <a:gd name="connsiteX177" fmla="*/ 3345174 w 12193149"/>
              <a:gd name="connsiteY177" fmla="*/ 2799974 h 3163521"/>
              <a:gd name="connsiteX178" fmla="*/ 3342846 w 12193149"/>
              <a:gd name="connsiteY178" fmla="*/ 2798999 h 3163521"/>
              <a:gd name="connsiteX179" fmla="*/ 3263504 w 12193149"/>
              <a:gd name="connsiteY179" fmla="*/ 2804876 h 3163521"/>
              <a:gd name="connsiteX180" fmla="*/ 3143704 w 12193149"/>
              <a:gd name="connsiteY180" fmla="*/ 2812651 h 3163521"/>
              <a:gd name="connsiteX181" fmla="*/ 3031439 w 12193149"/>
              <a:gd name="connsiteY181" fmla="*/ 2815294 h 3163521"/>
              <a:gd name="connsiteX182" fmla="*/ 2782717 w 12193149"/>
              <a:gd name="connsiteY182" fmla="*/ 2837115 h 3163521"/>
              <a:gd name="connsiteX183" fmla="*/ 2647675 w 12193149"/>
              <a:gd name="connsiteY183" fmla="*/ 2847651 h 3163521"/>
              <a:gd name="connsiteX184" fmla="*/ 2569176 w 12193149"/>
              <a:gd name="connsiteY184" fmla="*/ 2821410 h 3163521"/>
              <a:gd name="connsiteX185" fmla="*/ 2444403 w 12193149"/>
              <a:gd name="connsiteY185" fmla="*/ 2835311 h 3163521"/>
              <a:gd name="connsiteX186" fmla="*/ 2316260 w 12193149"/>
              <a:gd name="connsiteY186" fmla="*/ 2843778 h 3163521"/>
              <a:gd name="connsiteX187" fmla="*/ 2209726 w 12193149"/>
              <a:gd name="connsiteY187" fmla="*/ 2838545 h 3163521"/>
              <a:gd name="connsiteX188" fmla="*/ 2095813 w 12193149"/>
              <a:gd name="connsiteY188" fmla="*/ 2821834 h 3163521"/>
              <a:gd name="connsiteX189" fmla="*/ 1998504 w 12193149"/>
              <a:gd name="connsiteY189" fmla="*/ 2813814 h 3163521"/>
              <a:gd name="connsiteX190" fmla="*/ 1929320 w 12193149"/>
              <a:gd name="connsiteY190" fmla="*/ 2835759 h 3163521"/>
              <a:gd name="connsiteX191" fmla="*/ 1922798 w 12193149"/>
              <a:gd name="connsiteY191" fmla="*/ 2830928 h 3163521"/>
              <a:gd name="connsiteX192" fmla="*/ 1874228 w 12193149"/>
              <a:gd name="connsiteY192" fmla="*/ 2832523 h 3163521"/>
              <a:gd name="connsiteX193" fmla="*/ 1787803 w 12193149"/>
              <a:gd name="connsiteY193" fmla="*/ 2860145 h 3163521"/>
              <a:gd name="connsiteX194" fmla="*/ 1739352 w 12193149"/>
              <a:gd name="connsiteY194" fmla="*/ 2855094 h 3163521"/>
              <a:gd name="connsiteX195" fmla="*/ 1676219 w 12193149"/>
              <a:gd name="connsiteY195" fmla="*/ 2838745 h 3163521"/>
              <a:gd name="connsiteX196" fmla="*/ 1609817 w 12193149"/>
              <a:gd name="connsiteY196" fmla="*/ 2831848 h 3163521"/>
              <a:gd name="connsiteX197" fmla="*/ 1497258 w 12193149"/>
              <a:gd name="connsiteY197" fmla="*/ 2806258 h 3163521"/>
              <a:gd name="connsiteX198" fmla="*/ 1151127 w 12193149"/>
              <a:gd name="connsiteY198" fmla="*/ 2756823 h 3163521"/>
              <a:gd name="connsiteX199" fmla="*/ 859417 w 12193149"/>
              <a:gd name="connsiteY199" fmla="*/ 2747390 h 3163521"/>
              <a:gd name="connsiteX200" fmla="*/ 838688 w 12193149"/>
              <a:gd name="connsiteY200" fmla="*/ 2748603 h 3163521"/>
              <a:gd name="connsiteX201" fmla="*/ 817957 w 12193149"/>
              <a:gd name="connsiteY201" fmla="*/ 2746639 h 3163521"/>
              <a:gd name="connsiteX202" fmla="*/ 812654 w 12193149"/>
              <a:gd name="connsiteY202" fmla="*/ 2749533 h 3163521"/>
              <a:gd name="connsiteX203" fmla="*/ 721195 w 12193149"/>
              <a:gd name="connsiteY203" fmla="*/ 2748443 h 3163521"/>
              <a:gd name="connsiteX204" fmla="*/ 720890 w 12193149"/>
              <a:gd name="connsiteY204" fmla="*/ 2747181 h 3163521"/>
              <a:gd name="connsiteX205" fmla="*/ 710023 w 12193149"/>
              <a:gd name="connsiteY205" fmla="*/ 2741504 h 3163521"/>
              <a:gd name="connsiteX206" fmla="*/ 597940 w 12193149"/>
              <a:gd name="connsiteY206" fmla="*/ 2698646 h 3163521"/>
              <a:gd name="connsiteX207" fmla="*/ 579683 w 12193149"/>
              <a:gd name="connsiteY207" fmla="*/ 2695994 h 3163521"/>
              <a:gd name="connsiteX208" fmla="*/ 572865 w 12193149"/>
              <a:gd name="connsiteY208" fmla="*/ 2696183 h 3163521"/>
              <a:gd name="connsiteX209" fmla="*/ 446247 w 12193149"/>
              <a:gd name="connsiteY209" fmla="*/ 2658153 h 3163521"/>
              <a:gd name="connsiteX210" fmla="*/ 405163 w 12193149"/>
              <a:gd name="connsiteY210" fmla="*/ 2652330 h 3163521"/>
              <a:gd name="connsiteX211" fmla="*/ 293583 w 12193149"/>
              <a:gd name="connsiteY211" fmla="*/ 2631634 h 3163521"/>
              <a:gd name="connsiteX212" fmla="*/ 119529 w 12193149"/>
              <a:gd name="connsiteY212" fmla="*/ 2579829 h 3163521"/>
              <a:gd name="connsiteX213" fmla="*/ 16674 w 12193149"/>
              <a:gd name="connsiteY213" fmla="*/ 2576973 h 3163521"/>
              <a:gd name="connsiteX214" fmla="*/ 1150 w 12193149"/>
              <a:gd name="connsiteY214" fmla="*/ 2571504 h 3163521"/>
              <a:gd name="connsiteX215" fmla="*/ 1148 w 12193149"/>
              <a:gd name="connsiteY215" fmla="*/ 1040995 h 3163521"/>
              <a:gd name="connsiteX216" fmla="*/ 1148 w 12193149"/>
              <a:gd name="connsiteY216" fmla="*/ 818782 h 3163521"/>
              <a:gd name="connsiteX0" fmla="*/ 1148 w 12193149"/>
              <a:gd name="connsiteY0" fmla="*/ 0 h 3171710"/>
              <a:gd name="connsiteX1" fmla="*/ 12181789 w 12193149"/>
              <a:gd name="connsiteY1" fmla="*/ 8189 h 3171710"/>
              <a:gd name="connsiteX2" fmla="*/ 12193149 w 12193149"/>
              <a:gd name="connsiteY2" fmla="*/ 1406710 h 3171710"/>
              <a:gd name="connsiteX3" fmla="*/ 12185986 w 12193149"/>
              <a:gd name="connsiteY3" fmla="*/ 1411160 h 3171710"/>
              <a:gd name="connsiteX4" fmla="*/ 12156363 w 12193149"/>
              <a:gd name="connsiteY4" fmla="*/ 1424337 h 3171710"/>
              <a:gd name="connsiteX5" fmla="*/ 12139215 w 12193149"/>
              <a:gd name="connsiteY5" fmla="*/ 1450150 h 3171710"/>
              <a:gd name="connsiteX6" fmla="*/ 12126327 w 12193149"/>
              <a:gd name="connsiteY6" fmla="*/ 1451661 h 3171710"/>
              <a:gd name="connsiteX7" fmla="*/ 12124007 w 12193149"/>
              <a:gd name="connsiteY7" fmla="*/ 1451765 h 3171710"/>
              <a:gd name="connsiteX8" fmla="*/ 12116854 w 12193149"/>
              <a:gd name="connsiteY8" fmla="*/ 1455579 h 3171710"/>
              <a:gd name="connsiteX9" fmla="*/ 12099497 w 12193149"/>
              <a:gd name="connsiteY9" fmla="*/ 1455110 h 3171710"/>
              <a:gd name="connsiteX10" fmla="*/ 12087073 w 12193149"/>
              <a:gd name="connsiteY10" fmla="*/ 1463312 h 3171710"/>
              <a:gd name="connsiteX11" fmla="*/ 12031073 w 12193149"/>
              <a:gd name="connsiteY11" fmla="*/ 1506980 h 3171710"/>
              <a:gd name="connsiteX12" fmla="*/ 11995833 w 12193149"/>
              <a:gd name="connsiteY12" fmla="*/ 1530429 h 3171710"/>
              <a:gd name="connsiteX13" fmla="*/ 11979717 w 12193149"/>
              <a:gd name="connsiteY13" fmla="*/ 1535132 h 3171710"/>
              <a:gd name="connsiteX14" fmla="*/ 11959046 w 12193149"/>
              <a:gd name="connsiteY14" fmla="*/ 1544529 h 3171710"/>
              <a:gd name="connsiteX15" fmla="*/ 11920454 w 12193149"/>
              <a:gd name="connsiteY15" fmla="*/ 1557854 h 3171710"/>
              <a:gd name="connsiteX16" fmla="*/ 11903656 w 12193149"/>
              <a:gd name="connsiteY16" fmla="*/ 1569397 h 3171710"/>
              <a:gd name="connsiteX17" fmla="*/ 11895048 w 12193149"/>
              <a:gd name="connsiteY17" fmla="*/ 1571762 h 3171710"/>
              <a:gd name="connsiteX18" fmla="*/ 11891968 w 12193149"/>
              <a:gd name="connsiteY18" fmla="*/ 1582700 h 3171710"/>
              <a:gd name="connsiteX19" fmla="*/ 11870776 w 12193149"/>
              <a:gd name="connsiteY19" fmla="*/ 1604787 h 3171710"/>
              <a:gd name="connsiteX20" fmla="*/ 11813376 w 12193149"/>
              <a:gd name="connsiteY20" fmla="*/ 1624630 h 3171710"/>
              <a:gd name="connsiteX21" fmla="*/ 11590693 w 12193149"/>
              <a:gd name="connsiteY21" fmla="*/ 1790748 h 3171710"/>
              <a:gd name="connsiteX22" fmla="*/ 11506817 w 12193149"/>
              <a:gd name="connsiteY22" fmla="*/ 1860594 h 3171710"/>
              <a:gd name="connsiteX23" fmla="*/ 11280332 w 12193149"/>
              <a:gd name="connsiteY23" fmla="*/ 2050542 h 3171710"/>
              <a:gd name="connsiteX24" fmla="*/ 11228309 w 12193149"/>
              <a:gd name="connsiteY24" fmla="*/ 2103207 h 3171710"/>
              <a:gd name="connsiteX25" fmla="*/ 11218087 w 12193149"/>
              <a:gd name="connsiteY25" fmla="*/ 2102932 h 3171710"/>
              <a:gd name="connsiteX26" fmla="*/ 11217184 w 12193149"/>
              <a:gd name="connsiteY26" fmla="*/ 2101989 h 3171710"/>
              <a:gd name="connsiteX27" fmla="*/ 11188885 w 12193149"/>
              <a:gd name="connsiteY27" fmla="*/ 2119354 h 3171710"/>
              <a:gd name="connsiteX28" fmla="*/ 11184501 w 12193149"/>
              <a:gd name="connsiteY28" fmla="*/ 2119496 h 3171710"/>
              <a:gd name="connsiteX29" fmla="*/ 11166854 w 12193149"/>
              <a:gd name="connsiteY29" fmla="*/ 2133583 h 3171710"/>
              <a:gd name="connsiteX30" fmla="*/ 11157311 w 12193149"/>
              <a:gd name="connsiteY30" fmla="*/ 2139385 h 3171710"/>
              <a:gd name="connsiteX31" fmla="*/ 11155496 w 12193149"/>
              <a:gd name="connsiteY31" fmla="*/ 2144068 h 3171710"/>
              <a:gd name="connsiteX32" fmla="*/ 11140961 w 12193149"/>
              <a:gd name="connsiteY32" fmla="*/ 2151086 h 3171710"/>
              <a:gd name="connsiteX33" fmla="*/ 11138961 w 12193149"/>
              <a:gd name="connsiteY33" fmla="*/ 2150743 h 3171710"/>
              <a:gd name="connsiteX34" fmla="*/ 11128208 w 12193149"/>
              <a:gd name="connsiteY34" fmla="*/ 2160803 h 3171710"/>
              <a:gd name="connsiteX35" fmla="*/ 11120691 w 12193149"/>
              <a:gd name="connsiteY35" fmla="*/ 2174395 h 3171710"/>
              <a:gd name="connsiteX36" fmla="*/ 10894683 w 12193149"/>
              <a:gd name="connsiteY36" fmla="*/ 2300370 h 3171710"/>
              <a:gd name="connsiteX37" fmla="*/ 10773300 w 12193149"/>
              <a:gd name="connsiteY37" fmla="*/ 2350162 h 3171710"/>
              <a:gd name="connsiteX38" fmla="*/ 10627668 w 12193149"/>
              <a:gd name="connsiteY38" fmla="*/ 2386200 h 3171710"/>
              <a:gd name="connsiteX39" fmla="*/ 10581895 w 12193149"/>
              <a:gd name="connsiteY39" fmla="*/ 2395660 h 3171710"/>
              <a:gd name="connsiteX40" fmla="*/ 10547790 w 12193149"/>
              <a:gd name="connsiteY40" fmla="*/ 2425394 h 3171710"/>
              <a:gd name="connsiteX41" fmla="*/ 10529643 w 12193149"/>
              <a:gd name="connsiteY41" fmla="*/ 2423878 h 3171710"/>
              <a:gd name="connsiteX42" fmla="*/ 10526446 w 12193149"/>
              <a:gd name="connsiteY42" fmla="*/ 2423382 h 3171710"/>
              <a:gd name="connsiteX43" fmla="*/ 10515129 w 12193149"/>
              <a:gd name="connsiteY43" fmla="*/ 2426508 h 3171710"/>
              <a:gd name="connsiteX44" fmla="*/ 10491735 w 12193149"/>
              <a:gd name="connsiteY44" fmla="*/ 2421127 h 3171710"/>
              <a:gd name="connsiteX45" fmla="*/ 10471418 w 12193149"/>
              <a:gd name="connsiteY45" fmla="*/ 2428664 h 3171710"/>
              <a:gd name="connsiteX46" fmla="*/ 10377042 w 12193149"/>
              <a:gd name="connsiteY46" fmla="*/ 2471569 h 3171710"/>
              <a:gd name="connsiteX47" fmla="*/ 10319338 w 12193149"/>
              <a:gd name="connsiteY47" fmla="*/ 2493192 h 3171710"/>
              <a:gd name="connsiteX48" fmla="*/ 10295467 w 12193149"/>
              <a:gd name="connsiteY48" fmla="*/ 2495050 h 3171710"/>
              <a:gd name="connsiteX49" fmla="*/ 10263443 w 12193149"/>
              <a:gd name="connsiteY49" fmla="*/ 2501919 h 3171710"/>
              <a:gd name="connsiteX50" fmla="*/ 10205418 w 12193149"/>
              <a:gd name="connsiteY50" fmla="*/ 2509120 h 3171710"/>
              <a:gd name="connsiteX51" fmla="*/ 10177759 w 12193149"/>
              <a:gd name="connsiteY51" fmla="*/ 2519914 h 3171710"/>
              <a:gd name="connsiteX52" fmla="*/ 10165070 w 12193149"/>
              <a:gd name="connsiteY52" fmla="*/ 2520710 h 3171710"/>
              <a:gd name="connsiteX53" fmla="*/ 10156308 w 12193149"/>
              <a:gd name="connsiteY53" fmla="*/ 2534458 h 3171710"/>
              <a:gd name="connsiteX54" fmla="*/ 10118267 w 12193149"/>
              <a:gd name="connsiteY54" fmla="*/ 2558113 h 3171710"/>
              <a:gd name="connsiteX55" fmla="*/ 10083317 w 12193149"/>
              <a:gd name="connsiteY55" fmla="*/ 2570267 h 3171710"/>
              <a:gd name="connsiteX56" fmla="*/ 10040388 w 12193149"/>
              <a:gd name="connsiteY56" fmla="*/ 2568603 h 3171710"/>
              <a:gd name="connsiteX57" fmla="*/ 9961167 w 12193149"/>
              <a:gd name="connsiteY57" fmla="*/ 2584118 h 3171710"/>
              <a:gd name="connsiteX58" fmla="*/ 9848940 w 12193149"/>
              <a:gd name="connsiteY58" fmla="*/ 2590886 h 3171710"/>
              <a:gd name="connsiteX59" fmla="*/ 9729457 w 12193149"/>
              <a:gd name="connsiteY59" fmla="*/ 2611093 h 3171710"/>
              <a:gd name="connsiteX60" fmla="*/ 9613704 w 12193149"/>
              <a:gd name="connsiteY60" fmla="*/ 2639342 h 3171710"/>
              <a:gd name="connsiteX61" fmla="*/ 9338590 w 12193149"/>
              <a:gd name="connsiteY61" fmla="*/ 2696264 h 3171710"/>
              <a:gd name="connsiteX62" fmla="*/ 9232518 w 12193149"/>
              <a:gd name="connsiteY62" fmla="*/ 2720120 h 3171710"/>
              <a:gd name="connsiteX63" fmla="*/ 9156690 w 12193149"/>
              <a:gd name="connsiteY63" fmla="*/ 2730199 h 3171710"/>
              <a:gd name="connsiteX64" fmla="*/ 9054601 w 12193149"/>
              <a:gd name="connsiteY64" fmla="*/ 2737726 h 3171710"/>
              <a:gd name="connsiteX65" fmla="*/ 9006634 w 12193149"/>
              <a:gd name="connsiteY65" fmla="*/ 2741011 h 3171710"/>
              <a:gd name="connsiteX66" fmla="*/ 9006349 w 12193149"/>
              <a:gd name="connsiteY66" fmla="*/ 2740771 h 3171710"/>
              <a:gd name="connsiteX67" fmla="*/ 8997380 w 12193149"/>
              <a:gd name="connsiteY67" fmla="*/ 2741982 h 3171710"/>
              <a:gd name="connsiteX68" fmla="*/ 8991542 w 12193149"/>
              <a:gd name="connsiteY68" fmla="*/ 2744043 h 3171710"/>
              <a:gd name="connsiteX69" fmla="*/ 8975485 w 12193149"/>
              <a:gd name="connsiteY69" fmla="*/ 2747269 h 3171710"/>
              <a:gd name="connsiteX70" fmla="*/ 8969159 w 12193149"/>
              <a:gd name="connsiteY70" fmla="*/ 2746569 h 3171710"/>
              <a:gd name="connsiteX71" fmla="*/ 8964196 w 12193149"/>
              <a:gd name="connsiteY71" fmla="*/ 2744344 h 3171710"/>
              <a:gd name="connsiteX72" fmla="*/ 8930136 w 12193149"/>
              <a:gd name="connsiteY72" fmla="*/ 2741156 h 3171710"/>
              <a:gd name="connsiteX73" fmla="*/ 8753592 w 12193149"/>
              <a:gd name="connsiteY73" fmla="*/ 2760388 h 3171710"/>
              <a:gd name="connsiteX74" fmla="*/ 8708995 w 12193149"/>
              <a:gd name="connsiteY74" fmla="*/ 2762489 h 3171710"/>
              <a:gd name="connsiteX75" fmla="*/ 8597219 w 12193149"/>
              <a:gd name="connsiteY75" fmla="*/ 2771061 h 3171710"/>
              <a:gd name="connsiteX76" fmla="*/ 8526378 w 12193149"/>
              <a:gd name="connsiteY76" fmla="*/ 2756219 h 3171710"/>
              <a:gd name="connsiteX77" fmla="*/ 8512131 w 12193149"/>
              <a:gd name="connsiteY77" fmla="*/ 2762134 h 3171710"/>
              <a:gd name="connsiteX78" fmla="*/ 8507315 w 12193149"/>
              <a:gd name="connsiteY78" fmla="*/ 2765135 h 3171710"/>
              <a:gd name="connsiteX79" fmla="*/ 8499116 w 12193149"/>
              <a:gd name="connsiteY79" fmla="*/ 2767873 h 3171710"/>
              <a:gd name="connsiteX80" fmla="*/ 8498742 w 12193149"/>
              <a:gd name="connsiteY80" fmla="*/ 2767694 h 3171710"/>
              <a:gd name="connsiteX81" fmla="*/ 8491397 w 12193149"/>
              <a:gd name="connsiteY81" fmla="*/ 2770744 h 3171710"/>
              <a:gd name="connsiteX82" fmla="*/ 8368330 w 12193149"/>
              <a:gd name="connsiteY82" fmla="*/ 2784786 h 3171710"/>
              <a:gd name="connsiteX83" fmla="*/ 8354947 w 12193149"/>
              <a:gd name="connsiteY83" fmla="*/ 2784980 h 3171710"/>
              <a:gd name="connsiteX84" fmla="*/ 8321252 w 12193149"/>
              <a:gd name="connsiteY84" fmla="*/ 2801558 h 3171710"/>
              <a:gd name="connsiteX85" fmla="*/ 8315581 w 12193149"/>
              <a:gd name="connsiteY85" fmla="*/ 2801884 h 3171710"/>
              <a:gd name="connsiteX86" fmla="*/ 8296322 w 12193149"/>
              <a:gd name="connsiteY86" fmla="*/ 2815779 h 3171710"/>
              <a:gd name="connsiteX87" fmla="*/ 8285424 w 12193149"/>
              <a:gd name="connsiteY87" fmla="*/ 2821602 h 3171710"/>
              <a:gd name="connsiteX88" fmla="*/ 8284298 w 12193149"/>
              <a:gd name="connsiteY88" fmla="*/ 2826045 h 3171710"/>
              <a:gd name="connsiteX89" fmla="*/ 8267224 w 12193149"/>
              <a:gd name="connsiteY89" fmla="*/ 2833220 h 3171710"/>
              <a:gd name="connsiteX90" fmla="*/ 8264525 w 12193149"/>
              <a:gd name="connsiteY90" fmla="*/ 2832990 h 3171710"/>
              <a:gd name="connsiteX91" fmla="*/ 8253181 w 12193149"/>
              <a:gd name="connsiteY91" fmla="*/ 2842833 h 3171710"/>
              <a:gd name="connsiteX92" fmla="*/ 8246982 w 12193149"/>
              <a:gd name="connsiteY92" fmla="*/ 2855825 h 3171710"/>
              <a:gd name="connsiteX93" fmla="*/ 8091420 w 12193149"/>
              <a:gd name="connsiteY93" fmla="*/ 2901986 h 3171710"/>
              <a:gd name="connsiteX94" fmla="*/ 7906555 w 12193149"/>
              <a:gd name="connsiteY94" fmla="*/ 2943959 h 3171710"/>
              <a:gd name="connsiteX95" fmla="*/ 7719893 w 12193149"/>
              <a:gd name="connsiteY95" fmla="*/ 2969674 h 3171710"/>
              <a:gd name="connsiteX96" fmla="*/ 7615495 w 12193149"/>
              <a:gd name="connsiteY96" fmla="*/ 2966203 h 3171710"/>
              <a:gd name="connsiteX97" fmla="*/ 7528691 w 12193149"/>
              <a:gd name="connsiteY97" fmla="*/ 2972031 h 3171710"/>
              <a:gd name="connsiteX98" fmla="*/ 7520719 w 12193149"/>
              <a:gd name="connsiteY98" fmla="*/ 2974584 h 3171710"/>
              <a:gd name="connsiteX99" fmla="*/ 7508559 w 12193149"/>
              <a:gd name="connsiteY99" fmla="*/ 2975919 h 3171710"/>
              <a:gd name="connsiteX100" fmla="*/ 7508188 w 12193149"/>
              <a:gd name="connsiteY100" fmla="*/ 2975592 h 3171710"/>
              <a:gd name="connsiteX101" fmla="*/ 7496943 w 12193149"/>
              <a:gd name="connsiteY101" fmla="*/ 2977544 h 3171710"/>
              <a:gd name="connsiteX102" fmla="*/ 7219707 w 12193149"/>
              <a:gd name="connsiteY102" fmla="*/ 2983651 h 3171710"/>
              <a:gd name="connsiteX103" fmla="*/ 7202249 w 12193149"/>
              <a:gd name="connsiteY103" fmla="*/ 2988201 h 3171710"/>
              <a:gd name="connsiteX104" fmla="*/ 7198152 w 12193149"/>
              <a:gd name="connsiteY104" fmla="*/ 2993559 h 3171710"/>
              <a:gd name="connsiteX105" fmla="*/ 7171956 w 12193149"/>
              <a:gd name="connsiteY105" fmla="*/ 2998207 h 3171710"/>
              <a:gd name="connsiteX106" fmla="*/ 7098136 w 12193149"/>
              <a:gd name="connsiteY106" fmla="*/ 3010435 h 3171710"/>
              <a:gd name="connsiteX107" fmla="*/ 7019644 w 12193149"/>
              <a:gd name="connsiteY107" fmla="*/ 3010061 h 3171710"/>
              <a:gd name="connsiteX108" fmla="*/ 6905294 w 12193149"/>
              <a:gd name="connsiteY108" fmla="*/ 3039567 h 3171710"/>
              <a:gd name="connsiteX109" fmla="*/ 6709370 w 12193149"/>
              <a:gd name="connsiteY109" fmla="*/ 3067522 h 3171710"/>
              <a:gd name="connsiteX110" fmla="*/ 6550602 w 12193149"/>
              <a:gd name="connsiteY110" fmla="*/ 3096298 h 3171710"/>
              <a:gd name="connsiteX111" fmla="*/ 6318708 w 12193149"/>
              <a:gd name="connsiteY111" fmla="*/ 3143098 h 3171710"/>
              <a:gd name="connsiteX112" fmla="*/ 6169822 w 12193149"/>
              <a:gd name="connsiteY112" fmla="*/ 3145185 h 3171710"/>
              <a:gd name="connsiteX113" fmla="*/ 6074996 w 12193149"/>
              <a:gd name="connsiteY113" fmla="*/ 3165647 h 3171710"/>
              <a:gd name="connsiteX114" fmla="*/ 6069677 w 12193149"/>
              <a:gd name="connsiteY114" fmla="*/ 3164110 h 3171710"/>
              <a:gd name="connsiteX115" fmla="*/ 6049786 w 12193149"/>
              <a:gd name="connsiteY115" fmla="*/ 3164793 h 3171710"/>
              <a:gd name="connsiteX116" fmla="*/ 6042433 w 12193149"/>
              <a:gd name="connsiteY116" fmla="*/ 3156444 h 3171710"/>
              <a:gd name="connsiteX117" fmla="*/ 6011238 w 12193149"/>
              <a:gd name="connsiteY117" fmla="*/ 3151351 h 3171710"/>
              <a:gd name="connsiteX118" fmla="*/ 5958523 w 12193149"/>
              <a:gd name="connsiteY118" fmla="*/ 3154995 h 3171710"/>
              <a:gd name="connsiteX119" fmla="*/ 5760067 w 12193149"/>
              <a:gd name="connsiteY119" fmla="*/ 3170687 h 3171710"/>
              <a:gd name="connsiteX120" fmla="*/ 5628108 w 12193149"/>
              <a:gd name="connsiteY120" fmla="*/ 3171710 h 3171710"/>
              <a:gd name="connsiteX121" fmla="*/ 5472054 w 12193149"/>
              <a:gd name="connsiteY121" fmla="*/ 3157690 h 3171710"/>
              <a:gd name="connsiteX122" fmla="*/ 5433909 w 12193149"/>
              <a:gd name="connsiteY122" fmla="*/ 3146437 h 3171710"/>
              <a:gd name="connsiteX123" fmla="*/ 5382817 w 12193149"/>
              <a:gd name="connsiteY123" fmla="*/ 3128735 h 3171710"/>
              <a:gd name="connsiteX124" fmla="*/ 5262912 w 12193149"/>
              <a:gd name="connsiteY124" fmla="*/ 3108318 h 3171710"/>
              <a:gd name="connsiteX125" fmla="*/ 5224109 w 12193149"/>
              <a:gd name="connsiteY125" fmla="*/ 3097194 h 3171710"/>
              <a:gd name="connsiteX126" fmla="*/ 5175808 w 12193149"/>
              <a:gd name="connsiteY126" fmla="*/ 3094204 h 3171710"/>
              <a:gd name="connsiteX127" fmla="*/ 5157702 w 12193149"/>
              <a:gd name="connsiteY127" fmla="*/ 3086981 h 3171710"/>
              <a:gd name="connsiteX128" fmla="*/ 5143747 w 12193149"/>
              <a:gd name="connsiteY128" fmla="*/ 3083581 h 3171710"/>
              <a:gd name="connsiteX129" fmla="*/ 5140744 w 12193149"/>
              <a:gd name="connsiteY129" fmla="*/ 3081480 h 3171710"/>
              <a:gd name="connsiteX130" fmla="*/ 5122807 w 12193149"/>
              <a:gd name="connsiteY130" fmla="*/ 3070627 h 3171710"/>
              <a:gd name="connsiteX131" fmla="*/ 5066938 w 12193149"/>
              <a:gd name="connsiteY131" fmla="*/ 3077198 h 3171710"/>
              <a:gd name="connsiteX132" fmla="*/ 5012662 w 12193149"/>
              <a:gd name="connsiteY132" fmla="*/ 3060817 h 3171710"/>
              <a:gd name="connsiteX133" fmla="*/ 4841589 w 12193149"/>
              <a:gd name="connsiteY133" fmla="*/ 3036800 h 3171710"/>
              <a:gd name="connsiteX134" fmla="*/ 4763595 w 12193149"/>
              <a:gd name="connsiteY134" fmla="*/ 3009032 h 3171710"/>
              <a:gd name="connsiteX135" fmla="*/ 4724334 w 12193149"/>
              <a:gd name="connsiteY135" fmla="*/ 3000018 h 3171710"/>
              <a:gd name="connsiteX136" fmla="*/ 4722324 w 12193149"/>
              <a:gd name="connsiteY136" fmla="*/ 2999269 h 3171710"/>
              <a:gd name="connsiteX137" fmla="*/ 4723259 w 12193149"/>
              <a:gd name="connsiteY137" fmla="*/ 2999058 h 3171710"/>
              <a:gd name="connsiteX138" fmla="*/ 4718350 w 12193149"/>
              <a:gd name="connsiteY138" fmla="*/ 2997788 h 3171710"/>
              <a:gd name="connsiteX139" fmla="*/ 4722324 w 12193149"/>
              <a:gd name="connsiteY139" fmla="*/ 2999269 h 3171710"/>
              <a:gd name="connsiteX140" fmla="*/ 4716674 w 12193149"/>
              <a:gd name="connsiteY140" fmla="*/ 3000544 h 3171710"/>
              <a:gd name="connsiteX141" fmla="*/ 4516962 w 12193149"/>
              <a:gd name="connsiteY141" fmla="*/ 2990642 h 3171710"/>
              <a:gd name="connsiteX142" fmla="*/ 4429691 w 12193149"/>
              <a:gd name="connsiteY142" fmla="*/ 2979991 h 3171710"/>
              <a:gd name="connsiteX143" fmla="*/ 4364023 w 12193149"/>
              <a:gd name="connsiteY143" fmla="*/ 2978645 h 3171710"/>
              <a:gd name="connsiteX144" fmla="*/ 4318114 w 12193149"/>
              <a:gd name="connsiteY144" fmla="*/ 2985260 h 3171710"/>
              <a:gd name="connsiteX145" fmla="*/ 4316258 w 12193149"/>
              <a:gd name="connsiteY145" fmla="*/ 2983919 h 3171710"/>
              <a:gd name="connsiteX146" fmla="*/ 4296292 w 12193149"/>
              <a:gd name="connsiteY146" fmla="*/ 2982040 h 3171710"/>
              <a:gd name="connsiteX147" fmla="*/ 4291212 w 12193149"/>
              <a:gd name="connsiteY147" fmla="*/ 2984957 h 3171710"/>
              <a:gd name="connsiteX148" fmla="*/ 4277290 w 12193149"/>
              <a:gd name="connsiteY148" fmla="*/ 2984711 h 3171710"/>
              <a:gd name="connsiteX149" fmla="*/ 4249265 w 12193149"/>
              <a:gd name="connsiteY149" fmla="*/ 2987035 h 3171710"/>
              <a:gd name="connsiteX150" fmla="*/ 4203199 w 12193149"/>
              <a:gd name="connsiteY150" fmla="*/ 2984240 h 3171710"/>
              <a:gd name="connsiteX151" fmla="*/ 4202893 w 12193149"/>
              <a:gd name="connsiteY151" fmla="*/ 2982981 h 3171710"/>
              <a:gd name="connsiteX152" fmla="*/ 4192396 w 12193149"/>
              <a:gd name="connsiteY152" fmla="*/ 2977347 h 3171710"/>
              <a:gd name="connsiteX153" fmla="*/ 4143893 w 12193149"/>
              <a:gd name="connsiteY153" fmla="*/ 2961482 h 3171710"/>
              <a:gd name="connsiteX154" fmla="*/ 4084245 w 12193149"/>
              <a:gd name="connsiteY154" fmla="*/ 2934949 h 3171710"/>
              <a:gd name="connsiteX155" fmla="*/ 4075694 w 12193149"/>
              <a:gd name="connsiteY155" fmla="*/ 2934114 h 3171710"/>
              <a:gd name="connsiteX156" fmla="*/ 4075575 w 12193149"/>
              <a:gd name="connsiteY156" fmla="*/ 2933815 h 3171710"/>
              <a:gd name="connsiteX157" fmla="*/ 4066658 w 12193149"/>
              <a:gd name="connsiteY157" fmla="*/ 2932371 h 3171710"/>
              <a:gd name="connsiteX158" fmla="*/ 4060102 w 12193149"/>
              <a:gd name="connsiteY158" fmla="*/ 2932589 h 3171710"/>
              <a:gd name="connsiteX159" fmla="*/ 4043512 w 12193149"/>
              <a:gd name="connsiteY159" fmla="*/ 2930968 h 3171710"/>
              <a:gd name="connsiteX160" fmla="*/ 4038145 w 12193149"/>
              <a:gd name="connsiteY160" fmla="*/ 2928534 h 3171710"/>
              <a:gd name="connsiteX161" fmla="*/ 4036511 w 12193149"/>
              <a:gd name="connsiteY161" fmla="*/ 2924867 h 3171710"/>
              <a:gd name="connsiteX162" fmla="*/ 4034926 w 12193149"/>
              <a:gd name="connsiteY162" fmla="*/ 2925102 h 3171710"/>
              <a:gd name="connsiteX163" fmla="*/ 4005686 w 12193149"/>
              <a:gd name="connsiteY163" fmla="*/ 2912534 h 3171710"/>
              <a:gd name="connsiteX164" fmla="*/ 3937994 w 12193149"/>
              <a:gd name="connsiteY164" fmla="*/ 2895077 h 3171710"/>
              <a:gd name="connsiteX165" fmla="*/ 3898423 w 12193149"/>
              <a:gd name="connsiteY165" fmla="*/ 2889422 h 3171710"/>
              <a:gd name="connsiteX166" fmla="*/ 3790908 w 12193149"/>
              <a:gd name="connsiteY166" fmla="*/ 2869184 h 3171710"/>
              <a:gd name="connsiteX167" fmla="*/ 3683661 w 12193149"/>
              <a:gd name="connsiteY167" fmla="*/ 2845261 h 3171710"/>
              <a:gd name="connsiteX168" fmla="*/ 3611183 w 12193149"/>
              <a:gd name="connsiteY168" fmla="*/ 2812990 h 3171710"/>
              <a:gd name="connsiteX169" fmla="*/ 3605003 w 12193149"/>
              <a:gd name="connsiteY169" fmla="*/ 2814352 h 3171710"/>
              <a:gd name="connsiteX170" fmla="*/ 3595884 w 12193149"/>
              <a:gd name="connsiteY170" fmla="*/ 2814516 h 3171710"/>
              <a:gd name="connsiteX171" fmla="*/ 3595649 w 12193149"/>
              <a:gd name="connsiteY171" fmla="*/ 2814247 h 3171710"/>
              <a:gd name="connsiteX172" fmla="*/ 3587126 w 12193149"/>
              <a:gd name="connsiteY172" fmla="*/ 2814937 h 3171710"/>
              <a:gd name="connsiteX173" fmla="*/ 3537283 w 12193149"/>
              <a:gd name="connsiteY173" fmla="*/ 2805238 h 3171710"/>
              <a:gd name="connsiteX174" fmla="*/ 3474371 w 12193149"/>
              <a:gd name="connsiteY174" fmla="*/ 2801577 h 3171710"/>
              <a:gd name="connsiteX175" fmla="*/ 3401876 w 12193149"/>
              <a:gd name="connsiteY175" fmla="*/ 2789529 h 3171710"/>
              <a:gd name="connsiteX176" fmla="*/ 3365036 w 12193149"/>
              <a:gd name="connsiteY176" fmla="*/ 2806481 h 3171710"/>
              <a:gd name="connsiteX177" fmla="*/ 3345174 w 12193149"/>
              <a:gd name="connsiteY177" fmla="*/ 2808163 h 3171710"/>
              <a:gd name="connsiteX178" fmla="*/ 3342846 w 12193149"/>
              <a:gd name="connsiteY178" fmla="*/ 2807188 h 3171710"/>
              <a:gd name="connsiteX179" fmla="*/ 3263504 w 12193149"/>
              <a:gd name="connsiteY179" fmla="*/ 2813065 h 3171710"/>
              <a:gd name="connsiteX180" fmla="*/ 3143704 w 12193149"/>
              <a:gd name="connsiteY180" fmla="*/ 2820840 h 3171710"/>
              <a:gd name="connsiteX181" fmla="*/ 3031439 w 12193149"/>
              <a:gd name="connsiteY181" fmla="*/ 2823483 h 3171710"/>
              <a:gd name="connsiteX182" fmla="*/ 2782717 w 12193149"/>
              <a:gd name="connsiteY182" fmla="*/ 2845304 h 3171710"/>
              <a:gd name="connsiteX183" fmla="*/ 2647675 w 12193149"/>
              <a:gd name="connsiteY183" fmla="*/ 2855840 h 3171710"/>
              <a:gd name="connsiteX184" fmla="*/ 2569176 w 12193149"/>
              <a:gd name="connsiteY184" fmla="*/ 2829599 h 3171710"/>
              <a:gd name="connsiteX185" fmla="*/ 2444403 w 12193149"/>
              <a:gd name="connsiteY185" fmla="*/ 2843500 h 3171710"/>
              <a:gd name="connsiteX186" fmla="*/ 2316260 w 12193149"/>
              <a:gd name="connsiteY186" fmla="*/ 2851967 h 3171710"/>
              <a:gd name="connsiteX187" fmla="*/ 2209726 w 12193149"/>
              <a:gd name="connsiteY187" fmla="*/ 2846734 h 3171710"/>
              <a:gd name="connsiteX188" fmla="*/ 2095813 w 12193149"/>
              <a:gd name="connsiteY188" fmla="*/ 2830023 h 3171710"/>
              <a:gd name="connsiteX189" fmla="*/ 1998504 w 12193149"/>
              <a:gd name="connsiteY189" fmla="*/ 2822003 h 3171710"/>
              <a:gd name="connsiteX190" fmla="*/ 1929320 w 12193149"/>
              <a:gd name="connsiteY190" fmla="*/ 2843948 h 3171710"/>
              <a:gd name="connsiteX191" fmla="*/ 1922798 w 12193149"/>
              <a:gd name="connsiteY191" fmla="*/ 2839117 h 3171710"/>
              <a:gd name="connsiteX192" fmla="*/ 1874228 w 12193149"/>
              <a:gd name="connsiteY192" fmla="*/ 2840712 h 3171710"/>
              <a:gd name="connsiteX193" fmla="*/ 1787803 w 12193149"/>
              <a:gd name="connsiteY193" fmla="*/ 2868334 h 3171710"/>
              <a:gd name="connsiteX194" fmla="*/ 1739352 w 12193149"/>
              <a:gd name="connsiteY194" fmla="*/ 2863283 h 3171710"/>
              <a:gd name="connsiteX195" fmla="*/ 1676219 w 12193149"/>
              <a:gd name="connsiteY195" fmla="*/ 2846934 h 3171710"/>
              <a:gd name="connsiteX196" fmla="*/ 1609817 w 12193149"/>
              <a:gd name="connsiteY196" fmla="*/ 2840037 h 3171710"/>
              <a:gd name="connsiteX197" fmla="*/ 1497258 w 12193149"/>
              <a:gd name="connsiteY197" fmla="*/ 2814447 h 3171710"/>
              <a:gd name="connsiteX198" fmla="*/ 1151127 w 12193149"/>
              <a:gd name="connsiteY198" fmla="*/ 2765012 h 3171710"/>
              <a:gd name="connsiteX199" fmla="*/ 859417 w 12193149"/>
              <a:gd name="connsiteY199" fmla="*/ 2755579 h 3171710"/>
              <a:gd name="connsiteX200" fmla="*/ 838688 w 12193149"/>
              <a:gd name="connsiteY200" fmla="*/ 2756792 h 3171710"/>
              <a:gd name="connsiteX201" fmla="*/ 817957 w 12193149"/>
              <a:gd name="connsiteY201" fmla="*/ 2754828 h 3171710"/>
              <a:gd name="connsiteX202" fmla="*/ 812654 w 12193149"/>
              <a:gd name="connsiteY202" fmla="*/ 2757722 h 3171710"/>
              <a:gd name="connsiteX203" fmla="*/ 721195 w 12193149"/>
              <a:gd name="connsiteY203" fmla="*/ 2756632 h 3171710"/>
              <a:gd name="connsiteX204" fmla="*/ 720890 w 12193149"/>
              <a:gd name="connsiteY204" fmla="*/ 2755370 h 3171710"/>
              <a:gd name="connsiteX205" fmla="*/ 710023 w 12193149"/>
              <a:gd name="connsiteY205" fmla="*/ 2749693 h 3171710"/>
              <a:gd name="connsiteX206" fmla="*/ 597940 w 12193149"/>
              <a:gd name="connsiteY206" fmla="*/ 2706835 h 3171710"/>
              <a:gd name="connsiteX207" fmla="*/ 579683 w 12193149"/>
              <a:gd name="connsiteY207" fmla="*/ 2704183 h 3171710"/>
              <a:gd name="connsiteX208" fmla="*/ 572865 w 12193149"/>
              <a:gd name="connsiteY208" fmla="*/ 2704372 h 3171710"/>
              <a:gd name="connsiteX209" fmla="*/ 446247 w 12193149"/>
              <a:gd name="connsiteY209" fmla="*/ 2666342 h 3171710"/>
              <a:gd name="connsiteX210" fmla="*/ 405163 w 12193149"/>
              <a:gd name="connsiteY210" fmla="*/ 2660519 h 3171710"/>
              <a:gd name="connsiteX211" fmla="*/ 293583 w 12193149"/>
              <a:gd name="connsiteY211" fmla="*/ 2639823 h 3171710"/>
              <a:gd name="connsiteX212" fmla="*/ 119529 w 12193149"/>
              <a:gd name="connsiteY212" fmla="*/ 2588018 h 3171710"/>
              <a:gd name="connsiteX213" fmla="*/ 16674 w 12193149"/>
              <a:gd name="connsiteY213" fmla="*/ 2585162 h 3171710"/>
              <a:gd name="connsiteX214" fmla="*/ 1150 w 12193149"/>
              <a:gd name="connsiteY214" fmla="*/ 2579693 h 3171710"/>
              <a:gd name="connsiteX215" fmla="*/ 1148 w 12193149"/>
              <a:gd name="connsiteY215" fmla="*/ 1049184 h 3171710"/>
              <a:gd name="connsiteX216" fmla="*/ 1148 w 12193149"/>
              <a:gd name="connsiteY216" fmla="*/ 0 h 3171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Lst>
            <a:rect l="l" t="t" r="r" b="b"/>
            <a:pathLst>
              <a:path w="12193149" h="3171710">
                <a:moveTo>
                  <a:pt x="1148" y="0"/>
                </a:moveTo>
                <a:lnTo>
                  <a:pt x="12181789" y="8189"/>
                </a:lnTo>
                <a:cubicBezTo>
                  <a:pt x="12181789" y="201435"/>
                  <a:pt x="12193149" y="1213464"/>
                  <a:pt x="12193149" y="1406710"/>
                </a:cubicBezTo>
                <a:lnTo>
                  <a:pt x="12185986" y="1411160"/>
                </a:lnTo>
                <a:cubicBezTo>
                  <a:pt x="12156393" y="1404401"/>
                  <a:pt x="12176978" y="1415299"/>
                  <a:pt x="12156363" y="1424337"/>
                </a:cubicBezTo>
                <a:cubicBezTo>
                  <a:pt x="12172308" y="1438279"/>
                  <a:pt x="12127905" y="1429847"/>
                  <a:pt x="12139215" y="1450150"/>
                </a:cubicBezTo>
                <a:cubicBezTo>
                  <a:pt x="12135103" y="1451151"/>
                  <a:pt x="12130766" y="1451483"/>
                  <a:pt x="12126327" y="1451661"/>
                </a:cubicBezTo>
                <a:lnTo>
                  <a:pt x="12124007" y="1451765"/>
                </a:lnTo>
                <a:lnTo>
                  <a:pt x="12116854" y="1455579"/>
                </a:lnTo>
                <a:lnTo>
                  <a:pt x="12099497" y="1455110"/>
                </a:lnTo>
                <a:cubicBezTo>
                  <a:pt x="12095162" y="1456775"/>
                  <a:pt x="12090978" y="1459336"/>
                  <a:pt x="12087073" y="1463312"/>
                </a:cubicBezTo>
                <a:cubicBezTo>
                  <a:pt x="12078890" y="1483714"/>
                  <a:pt x="12040481" y="1480817"/>
                  <a:pt x="12031073" y="1506980"/>
                </a:cubicBezTo>
                <a:cubicBezTo>
                  <a:pt x="12026399" y="1515225"/>
                  <a:pt x="12004497" y="1532326"/>
                  <a:pt x="11995833" y="1530429"/>
                </a:cubicBezTo>
                <a:cubicBezTo>
                  <a:pt x="11990333" y="1532938"/>
                  <a:pt x="11986699" y="1539016"/>
                  <a:pt x="11979717" y="1535132"/>
                </a:cubicBezTo>
                <a:cubicBezTo>
                  <a:pt x="11970382" y="1531211"/>
                  <a:pt x="11963763" y="1554233"/>
                  <a:pt x="11959046" y="1544529"/>
                </a:cubicBezTo>
                <a:lnTo>
                  <a:pt x="11920454" y="1557854"/>
                </a:lnTo>
                <a:cubicBezTo>
                  <a:pt x="11919152" y="1564914"/>
                  <a:pt x="11912619" y="1567116"/>
                  <a:pt x="11903656" y="1569397"/>
                </a:cubicBezTo>
                <a:lnTo>
                  <a:pt x="11895048" y="1571762"/>
                </a:lnTo>
                <a:lnTo>
                  <a:pt x="11891968" y="1582700"/>
                </a:lnTo>
                <a:cubicBezTo>
                  <a:pt x="11881074" y="1573372"/>
                  <a:pt x="11884523" y="1604713"/>
                  <a:pt x="11870776" y="1604787"/>
                </a:cubicBezTo>
                <a:lnTo>
                  <a:pt x="11813376" y="1624630"/>
                </a:lnTo>
                <a:lnTo>
                  <a:pt x="11590693" y="1790748"/>
                </a:lnTo>
                <a:cubicBezTo>
                  <a:pt x="11550201" y="1817685"/>
                  <a:pt x="11542649" y="1767741"/>
                  <a:pt x="11506817" y="1860594"/>
                </a:cubicBezTo>
                <a:cubicBezTo>
                  <a:pt x="11450023" y="1916431"/>
                  <a:pt x="11337127" y="2017145"/>
                  <a:pt x="11280332" y="2050542"/>
                </a:cubicBezTo>
                <a:cubicBezTo>
                  <a:pt x="11267547" y="2058142"/>
                  <a:pt x="11229147" y="2123560"/>
                  <a:pt x="11228309" y="2103207"/>
                </a:cubicBezTo>
                <a:cubicBezTo>
                  <a:pt x="11223950" y="2105174"/>
                  <a:pt x="11220761" y="2104651"/>
                  <a:pt x="11218087" y="2102932"/>
                </a:cubicBezTo>
                <a:lnTo>
                  <a:pt x="11217184" y="2101989"/>
                </a:lnTo>
                <a:lnTo>
                  <a:pt x="11188885" y="2119354"/>
                </a:lnTo>
                <a:lnTo>
                  <a:pt x="11184501" y="2119496"/>
                </a:lnTo>
                <a:lnTo>
                  <a:pt x="11166854" y="2133583"/>
                </a:lnTo>
                <a:lnTo>
                  <a:pt x="11157311" y="2139385"/>
                </a:lnTo>
                <a:lnTo>
                  <a:pt x="11155496" y="2144068"/>
                </a:lnTo>
                <a:cubicBezTo>
                  <a:pt x="11153045" y="2147436"/>
                  <a:pt x="11148902" y="2150083"/>
                  <a:pt x="11140961" y="2151086"/>
                </a:cubicBezTo>
                <a:lnTo>
                  <a:pt x="11138961" y="2150743"/>
                </a:lnTo>
                <a:lnTo>
                  <a:pt x="11128208" y="2160803"/>
                </a:lnTo>
                <a:cubicBezTo>
                  <a:pt x="11124962" y="2164785"/>
                  <a:pt x="11122359" y="2169258"/>
                  <a:pt x="11120691" y="2174395"/>
                </a:cubicBezTo>
                <a:cubicBezTo>
                  <a:pt x="11081770" y="2197656"/>
                  <a:pt x="10952581" y="2271077"/>
                  <a:pt x="10894683" y="2300370"/>
                </a:cubicBezTo>
                <a:cubicBezTo>
                  <a:pt x="10861781" y="2315405"/>
                  <a:pt x="10817803" y="2335857"/>
                  <a:pt x="10773300" y="2350162"/>
                </a:cubicBezTo>
                <a:cubicBezTo>
                  <a:pt x="10733414" y="2394390"/>
                  <a:pt x="10677791" y="2353706"/>
                  <a:pt x="10627668" y="2386200"/>
                </a:cubicBezTo>
                <a:cubicBezTo>
                  <a:pt x="10590276" y="2369074"/>
                  <a:pt x="10613693" y="2389253"/>
                  <a:pt x="10581895" y="2395660"/>
                </a:cubicBezTo>
                <a:cubicBezTo>
                  <a:pt x="10597733" y="2418627"/>
                  <a:pt x="10540912" y="2395212"/>
                  <a:pt x="10547790" y="2425394"/>
                </a:cubicBezTo>
                <a:cubicBezTo>
                  <a:pt x="10541784" y="2425603"/>
                  <a:pt x="10535750" y="2424857"/>
                  <a:pt x="10529643" y="2423878"/>
                </a:cubicBezTo>
                <a:lnTo>
                  <a:pt x="10526446" y="2423382"/>
                </a:lnTo>
                <a:lnTo>
                  <a:pt x="10515129" y="2426508"/>
                </a:lnTo>
                <a:lnTo>
                  <a:pt x="10491735" y="2421127"/>
                </a:lnTo>
                <a:cubicBezTo>
                  <a:pt x="10485147" y="2422161"/>
                  <a:pt x="10478389" y="2424430"/>
                  <a:pt x="10471418" y="2428664"/>
                </a:cubicBezTo>
                <a:cubicBezTo>
                  <a:pt x="10451763" y="2453636"/>
                  <a:pt x="10400774" y="2439247"/>
                  <a:pt x="10377042" y="2471569"/>
                </a:cubicBezTo>
                <a:cubicBezTo>
                  <a:pt x="10367240" y="2481286"/>
                  <a:pt x="10330319" y="2498097"/>
                  <a:pt x="10319338" y="2493192"/>
                </a:cubicBezTo>
                <a:cubicBezTo>
                  <a:pt x="10310813" y="2495031"/>
                  <a:pt x="10303331" y="2502144"/>
                  <a:pt x="10295467" y="2495050"/>
                </a:cubicBezTo>
                <a:cubicBezTo>
                  <a:pt x="10284420" y="2487261"/>
                  <a:pt x="10265794" y="2516157"/>
                  <a:pt x="10263443" y="2501919"/>
                </a:cubicBezTo>
                <a:lnTo>
                  <a:pt x="10205418" y="2509120"/>
                </a:lnTo>
                <a:cubicBezTo>
                  <a:pt x="10200696" y="2518180"/>
                  <a:pt x="10190895" y="2519327"/>
                  <a:pt x="10177759" y="2519914"/>
                </a:cubicBezTo>
                <a:lnTo>
                  <a:pt x="10165070" y="2520710"/>
                </a:lnTo>
                <a:lnTo>
                  <a:pt x="10156308" y="2534458"/>
                </a:lnTo>
                <a:cubicBezTo>
                  <a:pt x="10145406" y="2519028"/>
                  <a:pt x="10136981" y="2561781"/>
                  <a:pt x="10118267" y="2558113"/>
                </a:cubicBezTo>
                <a:lnTo>
                  <a:pt x="10083317" y="2570267"/>
                </a:lnTo>
                <a:cubicBezTo>
                  <a:pt x="10075718" y="2568198"/>
                  <a:pt x="10048011" y="2569526"/>
                  <a:pt x="10040388" y="2568603"/>
                </a:cubicBezTo>
                <a:cubicBezTo>
                  <a:pt x="9999609" y="2578704"/>
                  <a:pt x="9985545" y="2579194"/>
                  <a:pt x="9961167" y="2584118"/>
                </a:cubicBezTo>
                <a:cubicBezTo>
                  <a:pt x="9920131" y="2584260"/>
                  <a:pt x="9889892" y="2581061"/>
                  <a:pt x="9848940" y="2590886"/>
                </a:cubicBezTo>
                <a:lnTo>
                  <a:pt x="9729457" y="2611093"/>
                </a:lnTo>
                <a:cubicBezTo>
                  <a:pt x="9676207" y="2601507"/>
                  <a:pt x="9631235" y="2626730"/>
                  <a:pt x="9613704" y="2639342"/>
                </a:cubicBezTo>
                <a:cubicBezTo>
                  <a:pt x="9548152" y="2653618"/>
                  <a:pt x="9410970" y="2690964"/>
                  <a:pt x="9338590" y="2696264"/>
                </a:cubicBezTo>
                <a:lnTo>
                  <a:pt x="9232518" y="2720120"/>
                </a:lnTo>
                <a:lnTo>
                  <a:pt x="9156690" y="2730199"/>
                </a:lnTo>
                <a:lnTo>
                  <a:pt x="9054601" y="2737726"/>
                </a:lnTo>
                <a:lnTo>
                  <a:pt x="9006634" y="2741011"/>
                </a:lnTo>
                <a:lnTo>
                  <a:pt x="9006349" y="2740771"/>
                </a:lnTo>
                <a:cubicBezTo>
                  <a:pt x="9004294" y="2740551"/>
                  <a:pt x="9001475" y="2740879"/>
                  <a:pt x="8997380" y="2741982"/>
                </a:cubicBezTo>
                <a:lnTo>
                  <a:pt x="8991542" y="2744043"/>
                </a:lnTo>
                <a:lnTo>
                  <a:pt x="8975485" y="2747269"/>
                </a:lnTo>
                <a:lnTo>
                  <a:pt x="8969159" y="2746569"/>
                </a:lnTo>
                <a:lnTo>
                  <a:pt x="8964196" y="2744344"/>
                </a:lnTo>
                <a:cubicBezTo>
                  <a:pt x="8955841" y="2752295"/>
                  <a:pt x="8956668" y="2761243"/>
                  <a:pt x="8930136" y="2741156"/>
                </a:cubicBezTo>
                <a:cubicBezTo>
                  <a:pt x="8899182" y="2742176"/>
                  <a:pt x="8790451" y="2756831"/>
                  <a:pt x="8753592" y="2760388"/>
                </a:cubicBezTo>
                <a:cubicBezTo>
                  <a:pt x="8720970" y="2771108"/>
                  <a:pt x="8749345" y="2757447"/>
                  <a:pt x="8708995" y="2762489"/>
                </a:cubicBezTo>
                <a:cubicBezTo>
                  <a:pt x="8672757" y="2782024"/>
                  <a:pt x="8640293" y="2765584"/>
                  <a:pt x="8597219" y="2771061"/>
                </a:cubicBezTo>
                <a:lnTo>
                  <a:pt x="8526378" y="2756219"/>
                </a:lnTo>
                <a:lnTo>
                  <a:pt x="8512131" y="2762134"/>
                </a:lnTo>
                <a:lnTo>
                  <a:pt x="8507315" y="2765135"/>
                </a:lnTo>
                <a:cubicBezTo>
                  <a:pt x="8503797" y="2766912"/>
                  <a:pt x="8501196" y="2767723"/>
                  <a:pt x="8499116" y="2767873"/>
                </a:cubicBezTo>
                <a:lnTo>
                  <a:pt x="8498742" y="2767694"/>
                </a:lnTo>
                <a:lnTo>
                  <a:pt x="8491397" y="2770744"/>
                </a:lnTo>
                <a:lnTo>
                  <a:pt x="8368330" y="2784786"/>
                </a:lnTo>
                <a:cubicBezTo>
                  <a:pt x="8363173" y="2786811"/>
                  <a:pt x="8358881" y="2786463"/>
                  <a:pt x="8354947" y="2784980"/>
                </a:cubicBezTo>
                <a:lnTo>
                  <a:pt x="8321252" y="2801558"/>
                </a:lnTo>
                <a:lnTo>
                  <a:pt x="8315581" y="2801884"/>
                </a:lnTo>
                <a:lnTo>
                  <a:pt x="8296322" y="2815779"/>
                </a:lnTo>
                <a:lnTo>
                  <a:pt x="8285424" y="2821602"/>
                </a:lnTo>
                <a:lnTo>
                  <a:pt x="8284298" y="2826045"/>
                </a:lnTo>
                <a:cubicBezTo>
                  <a:pt x="8281994" y="2829290"/>
                  <a:pt x="8277300" y="2831938"/>
                  <a:pt x="8267224" y="2833220"/>
                </a:cubicBezTo>
                <a:lnTo>
                  <a:pt x="8264525" y="2832990"/>
                </a:lnTo>
                <a:lnTo>
                  <a:pt x="8253181" y="2842833"/>
                </a:lnTo>
                <a:cubicBezTo>
                  <a:pt x="8250007" y="2846683"/>
                  <a:pt x="8247795" y="2850965"/>
                  <a:pt x="8246982" y="2855825"/>
                </a:cubicBezTo>
                <a:cubicBezTo>
                  <a:pt x="8182975" y="2852918"/>
                  <a:pt x="8148279" y="2887040"/>
                  <a:pt x="8091420" y="2901986"/>
                </a:cubicBezTo>
                <a:cubicBezTo>
                  <a:pt x="8026616" y="2925128"/>
                  <a:pt x="7968218" y="2946364"/>
                  <a:pt x="7906555" y="2943959"/>
                </a:cubicBezTo>
                <a:cubicBezTo>
                  <a:pt x="7836267" y="2958871"/>
                  <a:pt x="7782114" y="2961102"/>
                  <a:pt x="7719893" y="2969674"/>
                </a:cubicBezTo>
                <a:lnTo>
                  <a:pt x="7615495" y="2966203"/>
                </a:lnTo>
                <a:lnTo>
                  <a:pt x="7528691" y="2972031"/>
                </a:lnTo>
                <a:lnTo>
                  <a:pt x="7520719" y="2974584"/>
                </a:lnTo>
                <a:cubicBezTo>
                  <a:pt x="7515141" y="2975923"/>
                  <a:pt x="7511320" y="2976273"/>
                  <a:pt x="7508559" y="2975919"/>
                </a:cubicBezTo>
                <a:lnTo>
                  <a:pt x="7508188" y="2975592"/>
                </a:lnTo>
                <a:lnTo>
                  <a:pt x="7496943" y="2977544"/>
                </a:lnTo>
                <a:lnTo>
                  <a:pt x="7219707" y="2983651"/>
                </a:lnTo>
                <a:lnTo>
                  <a:pt x="7202249" y="2988201"/>
                </a:lnTo>
                <a:lnTo>
                  <a:pt x="7198152" y="2993559"/>
                </a:lnTo>
                <a:cubicBezTo>
                  <a:pt x="7193259" y="2997082"/>
                  <a:pt x="7185654" y="2999221"/>
                  <a:pt x="7171956" y="2998207"/>
                </a:cubicBezTo>
                <a:lnTo>
                  <a:pt x="7098136" y="3010435"/>
                </a:lnTo>
                <a:cubicBezTo>
                  <a:pt x="7062296" y="3011413"/>
                  <a:pt x="7051336" y="3012390"/>
                  <a:pt x="7019644" y="3010061"/>
                </a:cubicBezTo>
                <a:cubicBezTo>
                  <a:pt x="6938675" y="3020999"/>
                  <a:pt x="6944793" y="3045165"/>
                  <a:pt x="6905294" y="3039567"/>
                </a:cubicBezTo>
                <a:cubicBezTo>
                  <a:pt x="6873070" y="3034359"/>
                  <a:pt x="6789137" y="3053433"/>
                  <a:pt x="6709370" y="3067522"/>
                </a:cubicBezTo>
                <a:cubicBezTo>
                  <a:pt x="6650254" y="3076977"/>
                  <a:pt x="6629253" y="3091078"/>
                  <a:pt x="6550602" y="3096298"/>
                </a:cubicBezTo>
                <a:cubicBezTo>
                  <a:pt x="6473302" y="3140388"/>
                  <a:pt x="6410843" y="3116665"/>
                  <a:pt x="6318708" y="3143098"/>
                </a:cubicBezTo>
                <a:cubicBezTo>
                  <a:pt x="6298698" y="3158620"/>
                  <a:pt x="6210439" y="3141427"/>
                  <a:pt x="6169822" y="3145185"/>
                </a:cubicBezTo>
                <a:cubicBezTo>
                  <a:pt x="6129203" y="3148943"/>
                  <a:pt x="6091688" y="3162491"/>
                  <a:pt x="6074996" y="3165647"/>
                </a:cubicBezTo>
                <a:lnTo>
                  <a:pt x="6069677" y="3164110"/>
                </a:lnTo>
                <a:lnTo>
                  <a:pt x="6049786" y="3164793"/>
                </a:lnTo>
                <a:lnTo>
                  <a:pt x="6042433" y="3156444"/>
                </a:lnTo>
                <a:lnTo>
                  <a:pt x="6011238" y="3151351"/>
                </a:lnTo>
                <a:cubicBezTo>
                  <a:pt x="5999830" y="3150764"/>
                  <a:pt x="5971276" y="3151677"/>
                  <a:pt x="5958523" y="3154995"/>
                </a:cubicBezTo>
                <a:lnTo>
                  <a:pt x="5760067" y="3170687"/>
                </a:lnTo>
                <a:lnTo>
                  <a:pt x="5628108" y="3171710"/>
                </a:lnTo>
                <a:lnTo>
                  <a:pt x="5472054" y="3157690"/>
                </a:lnTo>
                <a:cubicBezTo>
                  <a:pt x="5479284" y="3144662"/>
                  <a:pt x="5440157" y="3158728"/>
                  <a:pt x="5433909" y="3146437"/>
                </a:cubicBezTo>
                <a:cubicBezTo>
                  <a:pt x="5430517" y="3136405"/>
                  <a:pt x="5392976" y="3131721"/>
                  <a:pt x="5382817" y="3128735"/>
                </a:cubicBezTo>
                <a:lnTo>
                  <a:pt x="5262912" y="3108318"/>
                </a:lnTo>
                <a:cubicBezTo>
                  <a:pt x="5252746" y="3108134"/>
                  <a:pt x="5231699" y="3099824"/>
                  <a:pt x="5224109" y="3097194"/>
                </a:cubicBezTo>
                <a:lnTo>
                  <a:pt x="5175808" y="3094204"/>
                </a:lnTo>
                <a:lnTo>
                  <a:pt x="5157702" y="3086981"/>
                </a:lnTo>
                <a:lnTo>
                  <a:pt x="5143747" y="3083581"/>
                </a:lnTo>
                <a:lnTo>
                  <a:pt x="5140744" y="3081480"/>
                </a:lnTo>
                <a:cubicBezTo>
                  <a:pt x="5135026" y="3077440"/>
                  <a:pt x="5129229" y="3073629"/>
                  <a:pt x="5122807" y="3070627"/>
                </a:cubicBezTo>
                <a:cubicBezTo>
                  <a:pt x="5109467" y="3099246"/>
                  <a:pt x="5066004" y="3049810"/>
                  <a:pt x="5066938" y="3077198"/>
                </a:cubicBezTo>
                <a:cubicBezTo>
                  <a:pt x="5029345" y="3065682"/>
                  <a:pt x="5040096" y="3094771"/>
                  <a:pt x="5012662" y="3060817"/>
                </a:cubicBezTo>
                <a:cubicBezTo>
                  <a:pt x="4938174" y="3061200"/>
                  <a:pt x="4917504" y="3074207"/>
                  <a:pt x="4841589" y="3036800"/>
                </a:cubicBezTo>
                <a:cubicBezTo>
                  <a:pt x="4807890" y="3020158"/>
                  <a:pt x="4785258" y="3009012"/>
                  <a:pt x="4763595" y="3009032"/>
                </a:cubicBezTo>
                <a:cubicBezTo>
                  <a:pt x="4742475" y="3004532"/>
                  <a:pt x="4730631" y="3001709"/>
                  <a:pt x="4724334" y="3000018"/>
                </a:cubicBezTo>
                <a:lnTo>
                  <a:pt x="4722324" y="2999269"/>
                </a:lnTo>
                <a:lnTo>
                  <a:pt x="4723259" y="2999058"/>
                </a:lnTo>
                <a:cubicBezTo>
                  <a:pt x="4722296" y="2998416"/>
                  <a:pt x="4719415" y="2997810"/>
                  <a:pt x="4718350" y="2997788"/>
                </a:cubicBezTo>
                <a:lnTo>
                  <a:pt x="4722324" y="2999269"/>
                </a:lnTo>
                <a:lnTo>
                  <a:pt x="4716674" y="3000544"/>
                </a:lnTo>
                <a:cubicBezTo>
                  <a:pt x="4681300" y="2993588"/>
                  <a:pt x="4525895" y="2992780"/>
                  <a:pt x="4516962" y="2990642"/>
                </a:cubicBezTo>
                <a:cubicBezTo>
                  <a:pt x="4458971" y="2977530"/>
                  <a:pt x="4463810" y="2976789"/>
                  <a:pt x="4429691" y="2979991"/>
                </a:cubicBezTo>
                <a:cubicBezTo>
                  <a:pt x="4424455" y="2983362"/>
                  <a:pt x="4370126" y="2977068"/>
                  <a:pt x="4364023" y="2978645"/>
                </a:cubicBezTo>
                <a:lnTo>
                  <a:pt x="4318114" y="2985260"/>
                </a:lnTo>
                <a:lnTo>
                  <a:pt x="4316258" y="2983919"/>
                </a:lnTo>
                <a:cubicBezTo>
                  <a:pt x="4307275" y="2980548"/>
                  <a:pt x="4301145" y="2980549"/>
                  <a:pt x="4296292" y="2982040"/>
                </a:cubicBezTo>
                <a:lnTo>
                  <a:pt x="4291212" y="2984957"/>
                </a:lnTo>
                <a:lnTo>
                  <a:pt x="4277290" y="2984711"/>
                </a:lnTo>
                <a:lnTo>
                  <a:pt x="4249265" y="2987035"/>
                </a:lnTo>
                <a:lnTo>
                  <a:pt x="4203199" y="2984240"/>
                </a:lnTo>
                <a:cubicBezTo>
                  <a:pt x="4203096" y="2983820"/>
                  <a:pt x="4202995" y="2983401"/>
                  <a:pt x="4202893" y="2982981"/>
                </a:cubicBezTo>
                <a:cubicBezTo>
                  <a:pt x="4201267" y="2980144"/>
                  <a:pt x="4198292" y="2978025"/>
                  <a:pt x="4192396" y="2977347"/>
                </a:cubicBezTo>
                <a:cubicBezTo>
                  <a:pt x="4205365" y="2960058"/>
                  <a:pt x="4162425" y="2961953"/>
                  <a:pt x="4143893" y="2961482"/>
                </a:cubicBezTo>
                <a:cubicBezTo>
                  <a:pt x="4125868" y="2954416"/>
                  <a:pt x="4100250" y="2940836"/>
                  <a:pt x="4084245" y="2934949"/>
                </a:cubicBezTo>
                <a:lnTo>
                  <a:pt x="4075694" y="2934114"/>
                </a:lnTo>
                <a:cubicBezTo>
                  <a:pt x="4075655" y="2934013"/>
                  <a:pt x="4075614" y="2933914"/>
                  <a:pt x="4075575" y="2933815"/>
                </a:cubicBezTo>
                <a:cubicBezTo>
                  <a:pt x="4073829" y="2933031"/>
                  <a:pt x="4071057" y="2932530"/>
                  <a:pt x="4066658" y="2932371"/>
                </a:cubicBezTo>
                <a:lnTo>
                  <a:pt x="4060102" y="2932589"/>
                </a:lnTo>
                <a:lnTo>
                  <a:pt x="4043512" y="2930968"/>
                </a:lnTo>
                <a:lnTo>
                  <a:pt x="4038145" y="2928534"/>
                </a:lnTo>
                <a:lnTo>
                  <a:pt x="4036511" y="2924867"/>
                </a:lnTo>
                <a:lnTo>
                  <a:pt x="4034926" y="2925102"/>
                </a:lnTo>
                <a:cubicBezTo>
                  <a:pt x="4022576" y="2929966"/>
                  <a:pt x="4018025" y="2938342"/>
                  <a:pt x="4005686" y="2912534"/>
                </a:cubicBezTo>
                <a:lnTo>
                  <a:pt x="3937994" y="2895077"/>
                </a:lnTo>
                <a:cubicBezTo>
                  <a:pt x="3921658" y="2902801"/>
                  <a:pt x="3909686" y="2898112"/>
                  <a:pt x="3898423" y="2889422"/>
                </a:cubicBezTo>
                <a:cubicBezTo>
                  <a:pt x="3862243" y="2889918"/>
                  <a:pt x="3830779" y="2876048"/>
                  <a:pt x="3790908" y="2869184"/>
                </a:cubicBezTo>
                <a:cubicBezTo>
                  <a:pt x="3742158" y="2854478"/>
                  <a:pt x="3726280" y="2852501"/>
                  <a:pt x="3683661" y="2845261"/>
                </a:cubicBezTo>
                <a:lnTo>
                  <a:pt x="3611183" y="2812990"/>
                </a:lnTo>
                <a:lnTo>
                  <a:pt x="3605003" y="2814352"/>
                </a:lnTo>
                <a:cubicBezTo>
                  <a:pt x="3600731" y="2814971"/>
                  <a:pt x="3597877" y="2814971"/>
                  <a:pt x="3595884" y="2814516"/>
                </a:cubicBezTo>
                <a:lnTo>
                  <a:pt x="3595649" y="2814247"/>
                </a:lnTo>
                <a:lnTo>
                  <a:pt x="3587126" y="2814937"/>
                </a:lnTo>
                <a:cubicBezTo>
                  <a:pt x="3572774" y="2816728"/>
                  <a:pt x="3550540" y="2802529"/>
                  <a:pt x="3537283" y="2805238"/>
                </a:cubicBezTo>
                <a:cubicBezTo>
                  <a:pt x="3515092" y="2800942"/>
                  <a:pt x="3489773" y="2807207"/>
                  <a:pt x="3474371" y="2801577"/>
                </a:cubicBezTo>
                <a:lnTo>
                  <a:pt x="3401876" y="2789529"/>
                </a:lnTo>
                <a:lnTo>
                  <a:pt x="3365036" y="2806481"/>
                </a:lnTo>
                <a:cubicBezTo>
                  <a:pt x="3361007" y="2808779"/>
                  <a:pt x="3355145" y="2809857"/>
                  <a:pt x="3345174" y="2808163"/>
                </a:cubicBezTo>
                <a:lnTo>
                  <a:pt x="3342846" y="2807188"/>
                </a:lnTo>
                <a:cubicBezTo>
                  <a:pt x="3337528" y="2809659"/>
                  <a:pt x="3296694" y="2810789"/>
                  <a:pt x="3263504" y="2813065"/>
                </a:cubicBezTo>
                <a:cubicBezTo>
                  <a:pt x="3210873" y="2815406"/>
                  <a:pt x="3204538" y="2823378"/>
                  <a:pt x="3143704" y="2820840"/>
                </a:cubicBezTo>
                <a:cubicBezTo>
                  <a:pt x="3083839" y="2822069"/>
                  <a:pt x="3073438" y="2828075"/>
                  <a:pt x="3031439" y="2823483"/>
                </a:cubicBezTo>
                <a:lnTo>
                  <a:pt x="2782717" y="2845304"/>
                </a:lnTo>
                <a:cubicBezTo>
                  <a:pt x="2720447" y="2872959"/>
                  <a:pt x="2718750" y="2842390"/>
                  <a:pt x="2647675" y="2855840"/>
                </a:cubicBezTo>
                <a:cubicBezTo>
                  <a:pt x="2583664" y="2795905"/>
                  <a:pt x="2609849" y="2834173"/>
                  <a:pt x="2569176" y="2829599"/>
                </a:cubicBezTo>
                <a:lnTo>
                  <a:pt x="2444403" y="2843500"/>
                </a:lnTo>
                <a:cubicBezTo>
                  <a:pt x="2412730" y="2860060"/>
                  <a:pt x="2355175" y="2829971"/>
                  <a:pt x="2316260" y="2851967"/>
                </a:cubicBezTo>
                <a:cubicBezTo>
                  <a:pt x="2277148" y="2852505"/>
                  <a:pt x="2234330" y="2848310"/>
                  <a:pt x="2209726" y="2846734"/>
                </a:cubicBezTo>
                <a:cubicBezTo>
                  <a:pt x="2172984" y="2843077"/>
                  <a:pt x="2131016" y="2834145"/>
                  <a:pt x="2095813" y="2830023"/>
                </a:cubicBezTo>
                <a:cubicBezTo>
                  <a:pt x="2078687" y="2843632"/>
                  <a:pt x="2046700" y="2821328"/>
                  <a:pt x="1998504" y="2822003"/>
                </a:cubicBezTo>
                <a:cubicBezTo>
                  <a:pt x="1979851" y="2837650"/>
                  <a:pt x="1965997" y="2822267"/>
                  <a:pt x="1929320" y="2843948"/>
                </a:cubicBezTo>
                <a:cubicBezTo>
                  <a:pt x="1927506" y="2842156"/>
                  <a:pt x="1925308" y="2840529"/>
                  <a:pt x="1922798" y="2839117"/>
                </a:cubicBezTo>
                <a:cubicBezTo>
                  <a:pt x="1908224" y="2830923"/>
                  <a:pt x="1886476" y="2831636"/>
                  <a:pt x="1874228" y="2840712"/>
                </a:cubicBezTo>
                <a:cubicBezTo>
                  <a:pt x="1844711" y="2855471"/>
                  <a:pt x="1815838" y="2863248"/>
                  <a:pt x="1787803" y="2868334"/>
                </a:cubicBezTo>
                <a:lnTo>
                  <a:pt x="1739352" y="2863283"/>
                </a:lnTo>
                <a:cubicBezTo>
                  <a:pt x="1720756" y="2859717"/>
                  <a:pt x="1697809" y="2850808"/>
                  <a:pt x="1676219" y="2846934"/>
                </a:cubicBezTo>
                <a:cubicBezTo>
                  <a:pt x="1653856" y="2845729"/>
                  <a:pt x="1629782" y="2852334"/>
                  <a:pt x="1609817" y="2840037"/>
                </a:cubicBezTo>
                <a:cubicBezTo>
                  <a:pt x="1570834" y="2828361"/>
                  <a:pt x="1525521" y="2848516"/>
                  <a:pt x="1497258" y="2814447"/>
                </a:cubicBezTo>
                <a:cubicBezTo>
                  <a:pt x="1419429" y="2799738"/>
                  <a:pt x="1265224" y="2779725"/>
                  <a:pt x="1151127" y="2765012"/>
                </a:cubicBezTo>
                <a:cubicBezTo>
                  <a:pt x="1044820" y="2755201"/>
                  <a:pt x="911490" y="2756949"/>
                  <a:pt x="859417" y="2755579"/>
                </a:cubicBezTo>
                <a:lnTo>
                  <a:pt x="838688" y="2756792"/>
                </a:lnTo>
                <a:cubicBezTo>
                  <a:pt x="829380" y="2753383"/>
                  <a:pt x="823010" y="2753358"/>
                  <a:pt x="817957" y="2754828"/>
                </a:cubicBezTo>
                <a:lnTo>
                  <a:pt x="812654" y="2757722"/>
                </a:lnTo>
                <a:lnTo>
                  <a:pt x="721195" y="2756632"/>
                </a:lnTo>
                <a:cubicBezTo>
                  <a:pt x="721095" y="2756212"/>
                  <a:pt x="720991" y="2755791"/>
                  <a:pt x="720890" y="2755370"/>
                </a:cubicBezTo>
                <a:cubicBezTo>
                  <a:pt x="719222" y="2752527"/>
                  <a:pt x="716144" y="2750395"/>
                  <a:pt x="710023" y="2749693"/>
                </a:cubicBezTo>
                <a:cubicBezTo>
                  <a:pt x="689532" y="2741604"/>
                  <a:pt x="619665" y="2714421"/>
                  <a:pt x="597940" y="2706835"/>
                </a:cubicBezTo>
                <a:cubicBezTo>
                  <a:pt x="587430" y="2706236"/>
                  <a:pt x="583862" y="2704593"/>
                  <a:pt x="579683" y="2704183"/>
                </a:cubicBezTo>
                <a:lnTo>
                  <a:pt x="572865" y="2704372"/>
                </a:lnTo>
                <a:cubicBezTo>
                  <a:pt x="550627" y="2698066"/>
                  <a:pt x="474197" y="2673651"/>
                  <a:pt x="446247" y="2666342"/>
                </a:cubicBezTo>
                <a:cubicBezTo>
                  <a:pt x="429213" y="2673994"/>
                  <a:pt x="416808" y="2669256"/>
                  <a:pt x="405163" y="2660519"/>
                </a:cubicBezTo>
                <a:cubicBezTo>
                  <a:pt x="367566" y="2660861"/>
                  <a:pt x="334968" y="2646856"/>
                  <a:pt x="293583" y="2639823"/>
                </a:cubicBezTo>
                <a:lnTo>
                  <a:pt x="119529" y="2588018"/>
                </a:lnTo>
                <a:cubicBezTo>
                  <a:pt x="73377" y="2578908"/>
                  <a:pt x="36403" y="2586550"/>
                  <a:pt x="16674" y="2585162"/>
                </a:cubicBezTo>
                <a:lnTo>
                  <a:pt x="1150" y="2579693"/>
                </a:lnTo>
                <a:cubicBezTo>
                  <a:pt x="-1438" y="2323697"/>
                  <a:pt x="1148" y="1341304"/>
                  <a:pt x="1148" y="1049184"/>
                </a:cubicBezTo>
                <a:lnTo>
                  <a:pt x="1148" y="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ytuł 1">
            <a:extLst>
              <a:ext uri="{FF2B5EF4-FFF2-40B4-BE49-F238E27FC236}">
                <a16:creationId xmlns:a16="http://schemas.microsoft.com/office/drawing/2014/main" id="{B420E2D4-DB81-8E2B-9AC0-B89CFC1973C2}"/>
              </a:ext>
            </a:extLst>
          </p:cNvPr>
          <p:cNvSpPr>
            <a:spLocks noGrp="1"/>
          </p:cNvSpPr>
          <p:nvPr>
            <p:ph type="title"/>
          </p:nvPr>
        </p:nvSpPr>
        <p:spPr>
          <a:xfrm>
            <a:off x="1137036" y="548640"/>
            <a:ext cx="9916632" cy="1188720"/>
          </a:xfrm>
        </p:spPr>
        <p:txBody>
          <a:bodyPr>
            <a:normAutofit/>
          </a:bodyPr>
          <a:lstStyle/>
          <a:p>
            <a:r>
              <a:rPr lang="pl-PL">
                <a:solidFill>
                  <a:schemeClr val="tx1">
                    <a:lumMod val="85000"/>
                    <a:lumOff val="15000"/>
                  </a:schemeClr>
                </a:solidFill>
              </a:rPr>
              <a:t>Metody do pomiaru rozmiaru krystalitów</a:t>
            </a:r>
          </a:p>
        </p:txBody>
      </p:sp>
      <p:sp>
        <p:nvSpPr>
          <p:cNvPr id="3" name="Symbol zastępczy zawartości 2">
            <a:extLst>
              <a:ext uri="{FF2B5EF4-FFF2-40B4-BE49-F238E27FC236}">
                <a16:creationId xmlns:a16="http://schemas.microsoft.com/office/drawing/2014/main" id="{36C11EBA-4394-CBC9-633B-617959CD1A44}"/>
              </a:ext>
            </a:extLst>
          </p:cNvPr>
          <p:cNvSpPr>
            <a:spLocks noGrp="1"/>
          </p:cNvSpPr>
          <p:nvPr>
            <p:ph idx="1"/>
          </p:nvPr>
        </p:nvSpPr>
        <p:spPr>
          <a:xfrm>
            <a:off x="1053296" y="2431767"/>
            <a:ext cx="9803757" cy="3685156"/>
          </a:xfrm>
        </p:spPr>
        <p:txBody>
          <a:bodyPr anchor="ctr">
            <a:normAutofit/>
          </a:bodyPr>
          <a:lstStyle/>
          <a:p>
            <a:pPr marL="0" indent="0">
              <a:buNone/>
            </a:pPr>
            <a:r>
              <a:rPr lang="pl-PL" sz="2000" dirty="0">
                <a:solidFill>
                  <a:schemeClr val="tx1">
                    <a:lumMod val="85000"/>
                    <a:lumOff val="15000"/>
                  </a:schemeClr>
                </a:solidFill>
              </a:rPr>
              <a:t>Najbardziej popularna metoda bazuje na szerokości połówkowej pików – dyfrakcja rentgenowska (XRD)</a:t>
            </a:r>
          </a:p>
          <a:p>
            <a:pPr marL="0" indent="0">
              <a:buNone/>
            </a:pPr>
            <a:r>
              <a:rPr lang="pl-PL" sz="2000" dirty="0">
                <a:solidFill>
                  <a:schemeClr val="tx1">
                    <a:lumMod val="85000"/>
                    <a:lumOff val="15000"/>
                  </a:schemeClr>
                </a:solidFill>
              </a:rPr>
              <a:t>Do tej metody zaproponowano kilka formuł z różnymi założeniami:  </a:t>
            </a:r>
          </a:p>
          <a:p>
            <a:r>
              <a:rPr lang="en-US" sz="2000" dirty="0">
                <a:solidFill>
                  <a:schemeClr val="tx1">
                    <a:lumMod val="85000"/>
                    <a:lumOff val="15000"/>
                  </a:schemeClr>
                </a:solidFill>
              </a:rPr>
              <a:t>Scherrer, Williamson-Hall, Size-Strain, Halder–Wagner, Rietveld, Variance, and Warren-Averbach. </a:t>
            </a:r>
            <a:endParaRPr lang="pl-PL" sz="2000" dirty="0">
              <a:solidFill>
                <a:schemeClr val="tx1">
                  <a:lumMod val="85000"/>
                  <a:lumOff val="15000"/>
                </a:schemeClr>
              </a:solidFill>
            </a:endParaRPr>
          </a:p>
          <a:p>
            <a:pPr marL="0" indent="0">
              <a:buNone/>
            </a:pPr>
            <a:r>
              <a:rPr lang="pl-PL" sz="2000" dirty="0">
                <a:solidFill>
                  <a:schemeClr val="tx1">
                    <a:lumMod val="85000"/>
                    <a:lumOff val="15000"/>
                  </a:schemeClr>
                </a:solidFill>
              </a:rPr>
              <a:t>Inne podejście obliczeniowe opiera się na spektroskopii </a:t>
            </a:r>
            <a:r>
              <a:rPr lang="pl-PL" sz="2000" dirty="0" err="1">
                <a:solidFill>
                  <a:schemeClr val="tx1">
                    <a:lumMod val="85000"/>
                    <a:lumOff val="15000"/>
                  </a:schemeClr>
                </a:solidFill>
              </a:rPr>
              <a:t>Ramana</a:t>
            </a:r>
            <a:r>
              <a:rPr lang="pl-PL" sz="2000" dirty="0">
                <a:solidFill>
                  <a:schemeClr val="tx1">
                    <a:lumMod val="85000"/>
                    <a:lumOff val="15000"/>
                  </a:schemeClr>
                </a:solidFill>
              </a:rPr>
              <a:t>, która jest  bardziej praktyczna i udokumentowana dla materiałów na bazie węgla.</a:t>
            </a:r>
          </a:p>
          <a:p>
            <a:pPr marL="0" indent="0">
              <a:buNone/>
            </a:pPr>
            <a:r>
              <a:rPr lang="pl-PL" sz="2000" dirty="0">
                <a:solidFill>
                  <a:schemeClr val="tx1">
                    <a:lumMod val="85000"/>
                    <a:lumOff val="15000"/>
                  </a:schemeClr>
                </a:solidFill>
              </a:rPr>
              <a:t>Ostatnie podejście opiera się na trybie ciemnego pola TEM lub HARTEM – metoda daje </a:t>
            </a:r>
            <a:br>
              <a:rPr lang="pl-PL" sz="2000" dirty="0">
                <a:solidFill>
                  <a:schemeClr val="tx1">
                    <a:lumMod val="85000"/>
                    <a:lumOff val="15000"/>
                  </a:schemeClr>
                </a:solidFill>
              </a:rPr>
            </a:br>
            <a:r>
              <a:rPr lang="pl-PL" sz="2000" dirty="0">
                <a:solidFill>
                  <a:schemeClr val="tx1">
                    <a:lumMod val="85000"/>
                    <a:lumOff val="15000"/>
                  </a:schemeClr>
                </a:solidFill>
              </a:rPr>
              <a:t>z dużą dokładnością średnią wielkość krystalitów oraz rozkład wielkości krystalitów, ma jednak ograniczenia.</a:t>
            </a:r>
          </a:p>
        </p:txBody>
      </p:sp>
    </p:spTree>
    <p:extLst>
      <p:ext uri="{BB962C8B-B14F-4D97-AF65-F5344CB8AC3E}">
        <p14:creationId xmlns:p14="http://schemas.microsoft.com/office/powerpoint/2010/main" val="3171289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36E2F4-7925-654A-CE8E-5172A1A49AD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366EC5F-177D-0CD7-11A6-C452BC1CDF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F0737084-3790-4CD0-1DA6-E71ABF37A5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7" y="-5"/>
            <a:ext cx="12193149" cy="2200064"/>
          </a:xfrm>
          <a:custGeom>
            <a:avLst/>
            <a:gdLst>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57107 w 12192001"/>
              <a:gd name="connsiteY22" fmla="*/ 792050 h 2344739"/>
              <a:gd name="connsiteX23" fmla="*/ 11810326 w 12192001"/>
              <a:gd name="connsiteY23" fmla="*/ 799074 h 2344739"/>
              <a:gd name="connsiteX24" fmla="*/ 11550277 w 12192001"/>
              <a:gd name="connsiteY24" fmla="*/ 918898 h 2344739"/>
              <a:gd name="connsiteX25" fmla="*/ 11306392 w 12192001"/>
              <a:gd name="connsiteY25" fmla="*/ 1272239 h 2344739"/>
              <a:gd name="connsiteX26" fmla="*/ 11309326 w 12192001"/>
              <a:gd name="connsiteY26" fmla="*/ 1274846 h 2344739"/>
              <a:gd name="connsiteX27" fmla="*/ 11294224 w 12192001"/>
              <a:gd name="connsiteY27" fmla="*/ 1283683 h 2344739"/>
              <a:gd name="connsiteX28" fmla="*/ 11245526 w 12192001"/>
              <a:gd name="connsiteY28" fmla="*/ 1274060 h 2344739"/>
              <a:gd name="connsiteX29" fmla="*/ 11227161 w 12192001"/>
              <a:gd name="connsiteY29" fmla="*/ 1276236 h 2344739"/>
              <a:gd name="connsiteX30" fmla="*/ 11216939 w 12192001"/>
              <a:gd name="connsiteY30" fmla="*/ 1275961 h 2344739"/>
              <a:gd name="connsiteX31" fmla="*/ 11216036 w 12192001"/>
              <a:gd name="connsiteY31" fmla="*/ 1275018 h 2344739"/>
              <a:gd name="connsiteX32" fmla="*/ 11187737 w 12192001"/>
              <a:gd name="connsiteY32" fmla="*/ 1292383 h 2344739"/>
              <a:gd name="connsiteX33" fmla="*/ 11183353 w 12192001"/>
              <a:gd name="connsiteY33" fmla="*/ 1292525 h 2344739"/>
              <a:gd name="connsiteX34" fmla="*/ 11165706 w 12192001"/>
              <a:gd name="connsiteY34" fmla="*/ 1306612 h 2344739"/>
              <a:gd name="connsiteX35" fmla="*/ 11156163 w 12192001"/>
              <a:gd name="connsiteY35" fmla="*/ 1312414 h 2344739"/>
              <a:gd name="connsiteX36" fmla="*/ 11154348 w 12192001"/>
              <a:gd name="connsiteY36" fmla="*/ 1317097 h 2344739"/>
              <a:gd name="connsiteX37" fmla="*/ 11139813 w 12192001"/>
              <a:gd name="connsiteY37" fmla="*/ 1324115 h 2344739"/>
              <a:gd name="connsiteX38" fmla="*/ 11137813 w 12192001"/>
              <a:gd name="connsiteY38" fmla="*/ 1323772 h 2344739"/>
              <a:gd name="connsiteX39" fmla="*/ 11127060 w 12192001"/>
              <a:gd name="connsiteY39" fmla="*/ 1333832 h 2344739"/>
              <a:gd name="connsiteX40" fmla="*/ 11119543 w 12192001"/>
              <a:gd name="connsiteY40" fmla="*/ 1347424 h 2344739"/>
              <a:gd name="connsiteX41" fmla="*/ 10893535 w 12192001"/>
              <a:gd name="connsiteY41" fmla="*/ 1473399 h 2344739"/>
              <a:gd name="connsiteX42" fmla="*/ 10772152 w 12192001"/>
              <a:gd name="connsiteY42" fmla="*/ 1523191 h 2344739"/>
              <a:gd name="connsiteX43" fmla="*/ 10626520 w 12192001"/>
              <a:gd name="connsiteY43" fmla="*/ 1559229 h 2344739"/>
              <a:gd name="connsiteX44" fmla="*/ 10580747 w 12192001"/>
              <a:gd name="connsiteY44" fmla="*/ 1568689 h 2344739"/>
              <a:gd name="connsiteX45" fmla="*/ 10546642 w 12192001"/>
              <a:gd name="connsiteY45" fmla="*/ 1598423 h 2344739"/>
              <a:gd name="connsiteX46" fmla="*/ 10528495 w 12192001"/>
              <a:gd name="connsiteY46" fmla="*/ 1596907 h 2344739"/>
              <a:gd name="connsiteX47" fmla="*/ 10525298 w 12192001"/>
              <a:gd name="connsiteY47" fmla="*/ 1596411 h 2344739"/>
              <a:gd name="connsiteX48" fmla="*/ 10513981 w 12192001"/>
              <a:gd name="connsiteY48" fmla="*/ 1599537 h 2344739"/>
              <a:gd name="connsiteX49" fmla="*/ 10490587 w 12192001"/>
              <a:gd name="connsiteY49" fmla="*/ 1594156 h 2344739"/>
              <a:gd name="connsiteX50" fmla="*/ 10470270 w 12192001"/>
              <a:gd name="connsiteY50" fmla="*/ 1601693 h 2344739"/>
              <a:gd name="connsiteX51" fmla="*/ 10375894 w 12192001"/>
              <a:gd name="connsiteY51" fmla="*/ 1644598 h 2344739"/>
              <a:gd name="connsiteX52" fmla="*/ 10318190 w 12192001"/>
              <a:gd name="connsiteY52" fmla="*/ 1666221 h 2344739"/>
              <a:gd name="connsiteX53" fmla="*/ 10294319 w 12192001"/>
              <a:gd name="connsiteY53" fmla="*/ 1668079 h 2344739"/>
              <a:gd name="connsiteX54" fmla="*/ 10262295 w 12192001"/>
              <a:gd name="connsiteY54" fmla="*/ 1674948 h 2344739"/>
              <a:gd name="connsiteX55" fmla="*/ 10204270 w 12192001"/>
              <a:gd name="connsiteY55" fmla="*/ 1682149 h 2344739"/>
              <a:gd name="connsiteX56" fmla="*/ 10176611 w 12192001"/>
              <a:gd name="connsiteY56" fmla="*/ 1692943 h 2344739"/>
              <a:gd name="connsiteX57" fmla="*/ 10163922 w 12192001"/>
              <a:gd name="connsiteY57" fmla="*/ 1693739 h 2344739"/>
              <a:gd name="connsiteX58" fmla="*/ 10155160 w 12192001"/>
              <a:gd name="connsiteY58" fmla="*/ 1707487 h 2344739"/>
              <a:gd name="connsiteX59" fmla="*/ 10117119 w 12192001"/>
              <a:gd name="connsiteY59" fmla="*/ 1731142 h 2344739"/>
              <a:gd name="connsiteX60" fmla="*/ 10100445 w 12192001"/>
              <a:gd name="connsiteY60" fmla="*/ 1742432 h 2344739"/>
              <a:gd name="connsiteX61" fmla="*/ 10082169 w 12192001"/>
              <a:gd name="connsiteY61" fmla="*/ 1743296 h 2344739"/>
              <a:gd name="connsiteX62" fmla="*/ 10039240 w 12192001"/>
              <a:gd name="connsiteY62" fmla="*/ 1741632 h 2344739"/>
              <a:gd name="connsiteX63" fmla="*/ 9960019 w 12192001"/>
              <a:gd name="connsiteY63" fmla="*/ 1757147 h 2344739"/>
              <a:gd name="connsiteX64" fmla="*/ 9847792 w 12192001"/>
              <a:gd name="connsiteY64" fmla="*/ 1763915 h 2344739"/>
              <a:gd name="connsiteX65" fmla="*/ 9728309 w 12192001"/>
              <a:gd name="connsiteY65" fmla="*/ 1784122 h 2344739"/>
              <a:gd name="connsiteX66" fmla="*/ 9584507 w 12192001"/>
              <a:gd name="connsiteY66" fmla="*/ 1795542 h 2344739"/>
              <a:gd name="connsiteX67" fmla="*/ 9343052 w 12192001"/>
              <a:gd name="connsiteY67" fmla="*/ 1841244 h 2344739"/>
              <a:gd name="connsiteX68" fmla="*/ 9231370 w 12192001"/>
              <a:gd name="connsiteY68" fmla="*/ 1893149 h 2344739"/>
              <a:gd name="connsiteX69" fmla="*/ 9194810 w 12192001"/>
              <a:gd name="connsiteY69" fmla="*/ 1903228 h 2344739"/>
              <a:gd name="connsiteX70" fmla="*/ 9189246 w 12192001"/>
              <a:gd name="connsiteY70" fmla="*/ 1912467 h 2344739"/>
              <a:gd name="connsiteX71" fmla="*/ 9151232 w 12192001"/>
              <a:gd name="connsiteY71" fmla="*/ 1923669 h 2344739"/>
              <a:gd name="connsiteX72" fmla="*/ 9150210 w 12192001"/>
              <a:gd name="connsiteY72" fmla="*/ 1922604 h 2344739"/>
              <a:gd name="connsiteX73" fmla="*/ 9137318 w 12192001"/>
              <a:gd name="connsiteY73" fmla="*/ 1920435 h 2344739"/>
              <a:gd name="connsiteX74" fmla="*/ 9113812 w 12192001"/>
              <a:gd name="connsiteY74" fmla="*/ 1919069 h 2344739"/>
              <a:gd name="connsiteX75" fmla="*/ 9053453 w 12192001"/>
              <a:gd name="connsiteY75" fmla="*/ 1910755 h 2344739"/>
              <a:gd name="connsiteX76" fmla="*/ 9005486 w 12192001"/>
              <a:gd name="connsiteY76" fmla="*/ 1914040 h 2344739"/>
              <a:gd name="connsiteX77" fmla="*/ 9005201 w 12192001"/>
              <a:gd name="connsiteY77" fmla="*/ 1913800 h 2344739"/>
              <a:gd name="connsiteX78" fmla="*/ 8996232 w 12192001"/>
              <a:gd name="connsiteY78" fmla="*/ 1915011 h 2344739"/>
              <a:gd name="connsiteX79" fmla="*/ 8990394 w 12192001"/>
              <a:gd name="connsiteY79" fmla="*/ 1917072 h 2344739"/>
              <a:gd name="connsiteX80" fmla="*/ 8974337 w 12192001"/>
              <a:gd name="connsiteY80" fmla="*/ 1920298 h 2344739"/>
              <a:gd name="connsiteX81" fmla="*/ 8968011 w 12192001"/>
              <a:gd name="connsiteY81" fmla="*/ 1919598 h 2344739"/>
              <a:gd name="connsiteX82" fmla="*/ 8963048 w 12192001"/>
              <a:gd name="connsiteY82" fmla="*/ 1917373 h 2344739"/>
              <a:gd name="connsiteX83" fmla="*/ 8928988 w 12192001"/>
              <a:gd name="connsiteY83" fmla="*/ 1914185 h 2344739"/>
              <a:gd name="connsiteX84" fmla="*/ 8752444 w 12192001"/>
              <a:gd name="connsiteY84" fmla="*/ 1933417 h 2344739"/>
              <a:gd name="connsiteX85" fmla="*/ 8707847 w 12192001"/>
              <a:gd name="connsiteY85" fmla="*/ 1935518 h 2344739"/>
              <a:gd name="connsiteX86" fmla="*/ 8596071 w 12192001"/>
              <a:gd name="connsiteY86" fmla="*/ 1944090 h 2344739"/>
              <a:gd name="connsiteX87" fmla="*/ 8525230 w 12192001"/>
              <a:gd name="connsiteY87" fmla="*/ 1929248 h 2344739"/>
              <a:gd name="connsiteX88" fmla="*/ 8510983 w 12192001"/>
              <a:gd name="connsiteY88" fmla="*/ 1935163 h 2344739"/>
              <a:gd name="connsiteX89" fmla="*/ 8506167 w 12192001"/>
              <a:gd name="connsiteY89" fmla="*/ 1938164 h 2344739"/>
              <a:gd name="connsiteX90" fmla="*/ 8497968 w 12192001"/>
              <a:gd name="connsiteY90" fmla="*/ 1940902 h 2344739"/>
              <a:gd name="connsiteX91" fmla="*/ 8497594 w 12192001"/>
              <a:gd name="connsiteY91" fmla="*/ 1940723 h 2344739"/>
              <a:gd name="connsiteX92" fmla="*/ 8490249 w 12192001"/>
              <a:gd name="connsiteY92" fmla="*/ 1943773 h 2344739"/>
              <a:gd name="connsiteX93" fmla="*/ 8367182 w 12192001"/>
              <a:gd name="connsiteY93" fmla="*/ 1957815 h 2344739"/>
              <a:gd name="connsiteX94" fmla="*/ 8353799 w 12192001"/>
              <a:gd name="connsiteY94" fmla="*/ 1958009 h 2344739"/>
              <a:gd name="connsiteX95" fmla="*/ 8352373 w 12192001"/>
              <a:gd name="connsiteY95" fmla="*/ 1957169 h 2344739"/>
              <a:gd name="connsiteX96" fmla="*/ 8320104 w 12192001"/>
              <a:gd name="connsiteY96" fmla="*/ 1974587 h 2344739"/>
              <a:gd name="connsiteX97" fmla="*/ 8314433 w 12192001"/>
              <a:gd name="connsiteY97" fmla="*/ 1974913 h 2344739"/>
              <a:gd name="connsiteX98" fmla="*/ 8295174 w 12192001"/>
              <a:gd name="connsiteY98" fmla="*/ 1988808 h 2344739"/>
              <a:gd name="connsiteX99" fmla="*/ 8284276 w 12192001"/>
              <a:gd name="connsiteY99" fmla="*/ 1994631 h 2344739"/>
              <a:gd name="connsiteX100" fmla="*/ 8283150 w 12192001"/>
              <a:gd name="connsiteY100" fmla="*/ 1999074 h 2344739"/>
              <a:gd name="connsiteX101" fmla="*/ 8266076 w 12192001"/>
              <a:gd name="connsiteY101" fmla="*/ 2006249 h 2344739"/>
              <a:gd name="connsiteX102" fmla="*/ 8263377 w 12192001"/>
              <a:gd name="connsiteY102" fmla="*/ 2006019 h 2344739"/>
              <a:gd name="connsiteX103" fmla="*/ 8252033 w 12192001"/>
              <a:gd name="connsiteY103" fmla="*/ 2015862 h 2344739"/>
              <a:gd name="connsiteX104" fmla="*/ 8245834 w 12192001"/>
              <a:gd name="connsiteY104" fmla="*/ 2028854 h 2344739"/>
              <a:gd name="connsiteX105" fmla="*/ 8090272 w 12192001"/>
              <a:gd name="connsiteY105" fmla="*/ 2075015 h 2344739"/>
              <a:gd name="connsiteX106" fmla="*/ 7905407 w 12192001"/>
              <a:gd name="connsiteY106" fmla="*/ 2116988 h 2344739"/>
              <a:gd name="connsiteX107" fmla="*/ 7718745 w 12192001"/>
              <a:gd name="connsiteY107" fmla="*/ 2142703 h 2344739"/>
              <a:gd name="connsiteX108" fmla="*/ 7614347 w 12192001"/>
              <a:gd name="connsiteY108" fmla="*/ 2139232 h 2344739"/>
              <a:gd name="connsiteX109" fmla="*/ 7527543 w 12192001"/>
              <a:gd name="connsiteY109" fmla="*/ 2145060 h 2344739"/>
              <a:gd name="connsiteX110" fmla="*/ 7519571 w 12192001"/>
              <a:gd name="connsiteY110" fmla="*/ 2147613 h 2344739"/>
              <a:gd name="connsiteX111" fmla="*/ 7507411 w 12192001"/>
              <a:gd name="connsiteY111" fmla="*/ 2148948 h 2344739"/>
              <a:gd name="connsiteX112" fmla="*/ 7507040 w 12192001"/>
              <a:gd name="connsiteY112" fmla="*/ 2148621 h 2344739"/>
              <a:gd name="connsiteX113" fmla="*/ 7495795 w 12192001"/>
              <a:gd name="connsiteY113" fmla="*/ 2150573 h 2344739"/>
              <a:gd name="connsiteX114" fmla="*/ 7405391 w 12192001"/>
              <a:gd name="connsiteY114" fmla="*/ 2142468 h 2344739"/>
              <a:gd name="connsiteX115" fmla="*/ 7312180 w 12192001"/>
              <a:gd name="connsiteY115" fmla="*/ 2132873 h 2344739"/>
              <a:gd name="connsiteX116" fmla="*/ 7310853 w 12192001"/>
              <a:gd name="connsiteY116" fmla="*/ 2131431 h 2344739"/>
              <a:gd name="connsiteX117" fmla="*/ 7218559 w 12192001"/>
              <a:gd name="connsiteY117" fmla="*/ 2156680 h 2344739"/>
              <a:gd name="connsiteX118" fmla="*/ 7201101 w 12192001"/>
              <a:gd name="connsiteY118" fmla="*/ 2161230 h 2344739"/>
              <a:gd name="connsiteX119" fmla="*/ 7197004 w 12192001"/>
              <a:gd name="connsiteY119" fmla="*/ 2166588 h 2344739"/>
              <a:gd name="connsiteX120" fmla="*/ 7170808 w 12192001"/>
              <a:gd name="connsiteY120" fmla="*/ 2171236 h 2344739"/>
              <a:gd name="connsiteX121" fmla="*/ 7096988 w 12192001"/>
              <a:gd name="connsiteY121" fmla="*/ 2183464 h 2344739"/>
              <a:gd name="connsiteX122" fmla="*/ 7018496 w 12192001"/>
              <a:gd name="connsiteY122" fmla="*/ 2183090 h 2344739"/>
              <a:gd name="connsiteX123" fmla="*/ 6904146 w 12192001"/>
              <a:gd name="connsiteY123" fmla="*/ 2212596 h 2344739"/>
              <a:gd name="connsiteX124" fmla="*/ 6708222 w 12192001"/>
              <a:gd name="connsiteY124" fmla="*/ 2240551 h 2344739"/>
              <a:gd name="connsiteX125" fmla="*/ 6549454 w 12192001"/>
              <a:gd name="connsiteY125" fmla="*/ 2269327 h 2344739"/>
              <a:gd name="connsiteX126" fmla="*/ 6317560 w 12192001"/>
              <a:gd name="connsiteY126" fmla="*/ 2316127 h 2344739"/>
              <a:gd name="connsiteX127" fmla="*/ 6168674 w 12192001"/>
              <a:gd name="connsiteY127" fmla="*/ 2318214 h 2344739"/>
              <a:gd name="connsiteX128" fmla="*/ 6073848 w 12192001"/>
              <a:gd name="connsiteY128" fmla="*/ 2338676 h 2344739"/>
              <a:gd name="connsiteX129" fmla="*/ 6068529 w 12192001"/>
              <a:gd name="connsiteY129" fmla="*/ 2337139 h 2344739"/>
              <a:gd name="connsiteX130" fmla="*/ 6048638 w 12192001"/>
              <a:gd name="connsiteY130" fmla="*/ 2337822 h 2344739"/>
              <a:gd name="connsiteX131" fmla="*/ 6041285 w 12192001"/>
              <a:gd name="connsiteY131" fmla="*/ 2329473 h 2344739"/>
              <a:gd name="connsiteX132" fmla="*/ 6010090 w 12192001"/>
              <a:gd name="connsiteY132" fmla="*/ 2324380 h 2344739"/>
              <a:gd name="connsiteX133" fmla="*/ 5957375 w 12192001"/>
              <a:gd name="connsiteY133" fmla="*/ 2328024 h 2344739"/>
              <a:gd name="connsiteX134" fmla="*/ 5758919 w 12192001"/>
              <a:gd name="connsiteY134" fmla="*/ 2343716 h 2344739"/>
              <a:gd name="connsiteX135" fmla="*/ 5626960 w 12192001"/>
              <a:gd name="connsiteY135" fmla="*/ 2344739 h 2344739"/>
              <a:gd name="connsiteX136" fmla="*/ 5470906 w 12192001"/>
              <a:gd name="connsiteY136" fmla="*/ 2330719 h 2344739"/>
              <a:gd name="connsiteX137" fmla="*/ 5432761 w 12192001"/>
              <a:gd name="connsiteY137" fmla="*/ 2319466 h 2344739"/>
              <a:gd name="connsiteX138" fmla="*/ 5381669 w 12192001"/>
              <a:gd name="connsiteY138" fmla="*/ 2301764 h 2344739"/>
              <a:gd name="connsiteX139" fmla="*/ 5261764 w 12192001"/>
              <a:gd name="connsiteY139" fmla="*/ 2281347 h 2344739"/>
              <a:gd name="connsiteX140" fmla="*/ 5222961 w 12192001"/>
              <a:gd name="connsiteY140" fmla="*/ 2270223 h 2344739"/>
              <a:gd name="connsiteX141" fmla="*/ 5174660 w 12192001"/>
              <a:gd name="connsiteY141" fmla="*/ 2267233 h 2344739"/>
              <a:gd name="connsiteX142" fmla="*/ 5156554 w 12192001"/>
              <a:gd name="connsiteY142" fmla="*/ 2260010 h 2344739"/>
              <a:gd name="connsiteX143" fmla="*/ 5142599 w 12192001"/>
              <a:gd name="connsiteY143" fmla="*/ 2256610 h 2344739"/>
              <a:gd name="connsiteX144" fmla="*/ 5139596 w 12192001"/>
              <a:gd name="connsiteY144" fmla="*/ 2254509 h 2344739"/>
              <a:gd name="connsiteX145" fmla="*/ 5121659 w 12192001"/>
              <a:gd name="connsiteY145" fmla="*/ 2243656 h 2344739"/>
              <a:gd name="connsiteX146" fmla="*/ 5065790 w 12192001"/>
              <a:gd name="connsiteY146" fmla="*/ 2250227 h 2344739"/>
              <a:gd name="connsiteX147" fmla="*/ 5011514 w 12192001"/>
              <a:gd name="connsiteY147" fmla="*/ 2233846 h 2344739"/>
              <a:gd name="connsiteX148" fmla="*/ 4840441 w 12192001"/>
              <a:gd name="connsiteY148" fmla="*/ 2209829 h 2344739"/>
              <a:gd name="connsiteX149" fmla="*/ 4762447 w 12192001"/>
              <a:gd name="connsiteY149" fmla="*/ 2182061 h 2344739"/>
              <a:gd name="connsiteX150" fmla="*/ 4723186 w 12192001"/>
              <a:gd name="connsiteY150" fmla="*/ 2173047 h 2344739"/>
              <a:gd name="connsiteX151" fmla="*/ 4721176 w 12192001"/>
              <a:gd name="connsiteY151" fmla="*/ 2172298 h 2344739"/>
              <a:gd name="connsiteX152" fmla="*/ 4722111 w 12192001"/>
              <a:gd name="connsiteY152" fmla="*/ 2172087 h 2344739"/>
              <a:gd name="connsiteX153" fmla="*/ 4717202 w 12192001"/>
              <a:gd name="connsiteY153" fmla="*/ 2170817 h 2344739"/>
              <a:gd name="connsiteX154" fmla="*/ 4721176 w 12192001"/>
              <a:gd name="connsiteY154" fmla="*/ 2172298 h 2344739"/>
              <a:gd name="connsiteX155" fmla="*/ 4715526 w 12192001"/>
              <a:gd name="connsiteY155" fmla="*/ 2173573 h 2344739"/>
              <a:gd name="connsiteX156" fmla="*/ 4515814 w 12192001"/>
              <a:gd name="connsiteY156" fmla="*/ 2163671 h 2344739"/>
              <a:gd name="connsiteX157" fmla="*/ 4428543 w 12192001"/>
              <a:gd name="connsiteY157" fmla="*/ 2153020 h 2344739"/>
              <a:gd name="connsiteX158" fmla="*/ 4362875 w 12192001"/>
              <a:gd name="connsiteY158" fmla="*/ 2151674 h 2344739"/>
              <a:gd name="connsiteX159" fmla="*/ 4316966 w 12192001"/>
              <a:gd name="connsiteY159" fmla="*/ 2158289 h 2344739"/>
              <a:gd name="connsiteX160" fmla="*/ 4315110 w 12192001"/>
              <a:gd name="connsiteY160" fmla="*/ 2156948 h 2344739"/>
              <a:gd name="connsiteX161" fmla="*/ 4295144 w 12192001"/>
              <a:gd name="connsiteY161" fmla="*/ 2155069 h 2344739"/>
              <a:gd name="connsiteX162" fmla="*/ 4290064 w 12192001"/>
              <a:gd name="connsiteY162" fmla="*/ 2157986 h 2344739"/>
              <a:gd name="connsiteX163" fmla="*/ 4276142 w 12192001"/>
              <a:gd name="connsiteY163" fmla="*/ 2157740 h 2344739"/>
              <a:gd name="connsiteX164" fmla="*/ 4248117 w 12192001"/>
              <a:gd name="connsiteY164" fmla="*/ 2160064 h 2344739"/>
              <a:gd name="connsiteX165" fmla="*/ 4202051 w 12192001"/>
              <a:gd name="connsiteY165" fmla="*/ 2157269 h 2344739"/>
              <a:gd name="connsiteX166" fmla="*/ 4201745 w 12192001"/>
              <a:gd name="connsiteY166" fmla="*/ 2156010 h 2344739"/>
              <a:gd name="connsiteX167" fmla="*/ 4191248 w 12192001"/>
              <a:gd name="connsiteY167" fmla="*/ 2150376 h 2344739"/>
              <a:gd name="connsiteX168" fmla="*/ 4142745 w 12192001"/>
              <a:gd name="connsiteY168" fmla="*/ 2134511 h 2344739"/>
              <a:gd name="connsiteX169" fmla="*/ 4083097 w 12192001"/>
              <a:gd name="connsiteY169" fmla="*/ 2107978 h 2344739"/>
              <a:gd name="connsiteX170" fmla="*/ 4074546 w 12192001"/>
              <a:gd name="connsiteY170" fmla="*/ 2107143 h 2344739"/>
              <a:gd name="connsiteX171" fmla="*/ 4074427 w 12192001"/>
              <a:gd name="connsiteY171" fmla="*/ 2106844 h 2344739"/>
              <a:gd name="connsiteX172" fmla="*/ 4065510 w 12192001"/>
              <a:gd name="connsiteY172" fmla="*/ 2105400 h 2344739"/>
              <a:gd name="connsiteX173" fmla="*/ 4058954 w 12192001"/>
              <a:gd name="connsiteY173" fmla="*/ 2105618 h 2344739"/>
              <a:gd name="connsiteX174" fmla="*/ 4042364 w 12192001"/>
              <a:gd name="connsiteY174" fmla="*/ 2103997 h 2344739"/>
              <a:gd name="connsiteX175" fmla="*/ 4036997 w 12192001"/>
              <a:gd name="connsiteY175" fmla="*/ 2101563 h 2344739"/>
              <a:gd name="connsiteX176" fmla="*/ 4035363 w 12192001"/>
              <a:gd name="connsiteY176" fmla="*/ 2097896 h 2344739"/>
              <a:gd name="connsiteX177" fmla="*/ 4033778 w 12192001"/>
              <a:gd name="connsiteY177" fmla="*/ 2098131 h 2344739"/>
              <a:gd name="connsiteX178" fmla="*/ 4004538 w 12192001"/>
              <a:gd name="connsiteY178" fmla="*/ 2085563 h 2344739"/>
              <a:gd name="connsiteX179" fmla="*/ 3936846 w 12192001"/>
              <a:gd name="connsiteY179" fmla="*/ 2068106 h 2344739"/>
              <a:gd name="connsiteX180" fmla="*/ 3897275 w 12192001"/>
              <a:gd name="connsiteY180" fmla="*/ 2062451 h 2344739"/>
              <a:gd name="connsiteX181" fmla="*/ 3789760 w 12192001"/>
              <a:gd name="connsiteY181" fmla="*/ 2042213 h 2344739"/>
              <a:gd name="connsiteX182" fmla="*/ 3682513 w 12192001"/>
              <a:gd name="connsiteY182" fmla="*/ 2018290 h 2344739"/>
              <a:gd name="connsiteX183" fmla="*/ 3610035 w 12192001"/>
              <a:gd name="connsiteY183" fmla="*/ 1986019 h 2344739"/>
              <a:gd name="connsiteX184" fmla="*/ 3603855 w 12192001"/>
              <a:gd name="connsiteY184" fmla="*/ 1987381 h 2344739"/>
              <a:gd name="connsiteX185" fmla="*/ 3594736 w 12192001"/>
              <a:gd name="connsiteY185" fmla="*/ 1987545 h 2344739"/>
              <a:gd name="connsiteX186" fmla="*/ 3594501 w 12192001"/>
              <a:gd name="connsiteY186" fmla="*/ 1987276 h 2344739"/>
              <a:gd name="connsiteX187" fmla="*/ 3585978 w 12192001"/>
              <a:gd name="connsiteY187" fmla="*/ 1987966 h 2344739"/>
              <a:gd name="connsiteX188" fmla="*/ 3536135 w 12192001"/>
              <a:gd name="connsiteY188" fmla="*/ 1978267 h 2344739"/>
              <a:gd name="connsiteX189" fmla="*/ 3473223 w 12192001"/>
              <a:gd name="connsiteY189" fmla="*/ 1974606 h 2344739"/>
              <a:gd name="connsiteX190" fmla="*/ 3400728 w 12192001"/>
              <a:gd name="connsiteY190" fmla="*/ 1962558 h 2344739"/>
              <a:gd name="connsiteX191" fmla="*/ 3363888 w 12192001"/>
              <a:gd name="connsiteY191" fmla="*/ 1979510 h 2344739"/>
              <a:gd name="connsiteX192" fmla="*/ 3344026 w 12192001"/>
              <a:gd name="connsiteY192" fmla="*/ 1981192 h 2344739"/>
              <a:gd name="connsiteX193" fmla="*/ 3341698 w 12192001"/>
              <a:gd name="connsiteY193" fmla="*/ 1980217 h 2344739"/>
              <a:gd name="connsiteX194" fmla="*/ 3262356 w 12192001"/>
              <a:gd name="connsiteY194" fmla="*/ 1986094 h 2344739"/>
              <a:gd name="connsiteX195" fmla="*/ 3142556 w 12192001"/>
              <a:gd name="connsiteY195" fmla="*/ 1993869 h 2344739"/>
              <a:gd name="connsiteX196" fmla="*/ 3030291 w 12192001"/>
              <a:gd name="connsiteY196" fmla="*/ 1996512 h 2344739"/>
              <a:gd name="connsiteX197" fmla="*/ 2781569 w 12192001"/>
              <a:gd name="connsiteY197" fmla="*/ 2018333 h 2344739"/>
              <a:gd name="connsiteX198" fmla="*/ 2646527 w 12192001"/>
              <a:gd name="connsiteY198" fmla="*/ 2028869 h 2344739"/>
              <a:gd name="connsiteX199" fmla="*/ 2568028 w 12192001"/>
              <a:gd name="connsiteY199" fmla="*/ 2002628 h 2344739"/>
              <a:gd name="connsiteX200" fmla="*/ 2443255 w 12192001"/>
              <a:gd name="connsiteY200" fmla="*/ 2016529 h 2344739"/>
              <a:gd name="connsiteX201" fmla="*/ 2315112 w 12192001"/>
              <a:gd name="connsiteY201" fmla="*/ 2024996 h 2344739"/>
              <a:gd name="connsiteX202" fmla="*/ 2208578 w 12192001"/>
              <a:gd name="connsiteY202" fmla="*/ 2019763 h 2344739"/>
              <a:gd name="connsiteX203" fmla="*/ 2094665 w 12192001"/>
              <a:gd name="connsiteY203" fmla="*/ 2003052 h 2344739"/>
              <a:gd name="connsiteX204" fmla="*/ 1997356 w 12192001"/>
              <a:gd name="connsiteY204" fmla="*/ 1995032 h 2344739"/>
              <a:gd name="connsiteX205" fmla="*/ 1928172 w 12192001"/>
              <a:gd name="connsiteY205" fmla="*/ 2016977 h 2344739"/>
              <a:gd name="connsiteX206" fmla="*/ 1921650 w 12192001"/>
              <a:gd name="connsiteY206" fmla="*/ 2012146 h 2344739"/>
              <a:gd name="connsiteX207" fmla="*/ 1873080 w 12192001"/>
              <a:gd name="connsiteY207" fmla="*/ 2013741 h 2344739"/>
              <a:gd name="connsiteX208" fmla="*/ 1786655 w 12192001"/>
              <a:gd name="connsiteY208" fmla="*/ 2041363 h 2344739"/>
              <a:gd name="connsiteX209" fmla="*/ 1738204 w 12192001"/>
              <a:gd name="connsiteY209" fmla="*/ 2036312 h 2344739"/>
              <a:gd name="connsiteX210" fmla="*/ 1675071 w 12192001"/>
              <a:gd name="connsiteY210" fmla="*/ 2019963 h 2344739"/>
              <a:gd name="connsiteX211" fmla="*/ 1608669 w 12192001"/>
              <a:gd name="connsiteY211" fmla="*/ 2013066 h 2344739"/>
              <a:gd name="connsiteX212" fmla="*/ 1496110 w 12192001"/>
              <a:gd name="connsiteY212" fmla="*/ 1987476 h 2344739"/>
              <a:gd name="connsiteX213" fmla="*/ 1149979 w 12192001"/>
              <a:gd name="connsiteY213" fmla="*/ 1938041 h 2344739"/>
              <a:gd name="connsiteX214" fmla="*/ 858269 w 12192001"/>
              <a:gd name="connsiteY214" fmla="*/ 1928608 h 2344739"/>
              <a:gd name="connsiteX215" fmla="*/ 837540 w 12192001"/>
              <a:gd name="connsiteY215" fmla="*/ 1929821 h 2344739"/>
              <a:gd name="connsiteX216" fmla="*/ 816809 w 12192001"/>
              <a:gd name="connsiteY216" fmla="*/ 1927857 h 2344739"/>
              <a:gd name="connsiteX217" fmla="*/ 811506 w 12192001"/>
              <a:gd name="connsiteY217" fmla="*/ 1930751 h 2344739"/>
              <a:gd name="connsiteX218" fmla="*/ 797041 w 12192001"/>
              <a:gd name="connsiteY218" fmla="*/ 1930446 h 2344739"/>
              <a:gd name="connsiteX219" fmla="*/ 767901 w 12192001"/>
              <a:gd name="connsiteY219" fmla="*/ 1932653 h 2344739"/>
              <a:gd name="connsiteX220" fmla="*/ 763053 w 12192001"/>
              <a:gd name="connsiteY220" fmla="*/ 1930432 h 2344739"/>
              <a:gd name="connsiteX221" fmla="*/ 720047 w 12192001"/>
              <a:gd name="connsiteY221" fmla="*/ 1929661 h 2344739"/>
              <a:gd name="connsiteX222" fmla="*/ 719742 w 12192001"/>
              <a:gd name="connsiteY222" fmla="*/ 1928399 h 2344739"/>
              <a:gd name="connsiteX223" fmla="*/ 708875 w 12192001"/>
              <a:gd name="connsiteY223" fmla="*/ 1922722 h 2344739"/>
              <a:gd name="connsiteX224" fmla="*/ 596792 w 12192001"/>
              <a:gd name="connsiteY224" fmla="*/ 1879864 h 2344739"/>
              <a:gd name="connsiteX225" fmla="*/ 578535 w 12192001"/>
              <a:gd name="connsiteY225" fmla="*/ 1877212 h 2344739"/>
              <a:gd name="connsiteX226" fmla="*/ 571717 w 12192001"/>
              <a:gd name="connsiteY226" fmla="*/ 1877401 h 2344739"/>
              <a:gd name="connsiteX227" fmla="*/ 445099 w 12192001"/>
              <a:gd name="connsiteY227" fmla="*/ 1839371 h 2344739"/>
              <a:gd name="connsiteX228" fmla="*/ 404015 w 12192001"/>
              <a:gd name="connsiteY228" fmla="*/ 1833548 h 2344739"/>
              <a:gd name="connsiteX229" fmla="*/ 292435 w 12192001"/>
              <a:gd name="connsiteY229" fmla="*/ 1812852 h 2344739"/>
              <a:gd name="connsiteX230" fmla="*/ 118381 w 12192001"/>
              <a:gd name="connsiteY230" fmla="*/ 1761047 h 2344739"/>
              <a:gd name="connsiteX231" fmla="*/ 15526 w 12192001"/>
              <a:gd name="connsiteY231" fmla="*/ 1758191 h 2344739"/>
              <a:gd name="connsiteX232" fmla="*/ 2 w 12192001"/>
              <a:gd name="connsiteY232" fmla="*/ 1752722 h 2344739"/>
              <a:gd name="connsiteX233" fmla="*/ 1 w 12192001"/>
              <a:gd name="connsiteY233" fmla="*/ 762497 h 2344739"/>
              <a:gd name="connsiteX234" fmla="*/ 0 w 12192001"/>
              <a:gd name="connsiteY234" fmla="*/ 762497 h 2344739"/>
              <a:gd name="connsiteX235" fmla="*/ 0 w 12192001"/>
              <a:gd name="connsiteY235" fmla="*/ 222213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57107 w 12192001"/>
              <a:gd name="connsiteY22" fmla="*/ 792050 h 2344739"/>
              <a:gd name="connsiteX23" fmla="*/ 11810326 w 12192001"/>
              <a:gd name="connsiteY23" fmla="*/ 799074 h 2344739"/>
              <a:gd name="connsiteX24" fmla="*/ 11595155 w 12192001"/>
              <a:gd name="connsiteY24" fmla="*/ 918898 h 2344739"/>
              <a:gd name="connsiteX25" fmla="*/ 11306392 w 12192001"/>
              <a:gd name="connsiteY25" fmla="*/ 1272239 h 2344739"/>
              <a:gd name="connsiteX26" fmla="*/ 11309326 w 12192001"/>
              <a:gd name="connsiteY26" fmla="*/ 1274846 h 2344739"/>
              <a:gd name="connsiteX27" fmla="*/ 11294224 w 12192001"/>
              <a:gd name="connsiteY27" fmla="*/ 1283683 h 2344739"/>
              <a:gd name="connsiteX28" fmla="*/ 11245526 w 12192001"/>
              <a:gd name="connsiteY28" fmla="*/ 1274060 h 2344739"/>
              <a:gd name="connsiteX29" fmla="*/ 11227161 w 12192001"/>
              <a:gd name="connsiteY29" fmla="*/ 1276236 h 2344739"/>
              <a:gd name="connsiteX30" fmla="*/ 11216939 w 12192001"/>
              <a:gd name="connsiteY30" fmla="*/ 1275961 h 2344739"/>
              <a:gd name="connsiteX31" fmla="*/ 11216036 w 12192001"/>
              <a:gd name="connsiteY31" fmla="*/ 1275018 h 2344739"/>
              <a:gd name="connsiteX32" fmla="*/ 11187737 w 12192001"/>
              <a:gd name="connsiteY32" fmla="*/ 1292383 h 2344739"/>
              <a:gd name="connsiteX33" fmla="*/ 11183353 w 12192001"/>
              <a:gd name="connsiteY33" fmla="*/ 1292525 h 2344739"/>
              <a:gd name="connsiteX34" fmla="*/ 11165706 w 12192001"/>
              <a:gd name="connsiteY34" fmla="*/ 1306612 h 2344739"/>
              <a:gd name="connsiteX35" fmla="*/ 11156163 w 12192001"/>
              <a:gd name="connsiteY35" fmla="*/ 1312414 h 2344739"/>
              <a:gd name="connsiteX36" fmla="*/ 11154348 w 12192001"/>
              <a:gd name="connsiteY36" fmla="*/ 1317097 h 2344739"/>
              <a:gd name="connsiteX37" fmla="*/ 11139813 w 12192001"/>
              <a:gd name="connsiteY37" fmla="*/ 1324115 h 2344739"/>
              <a:gd name="connsiteX38" fmla="*/ 11137813 w 12192001"/>
              <a:gd name="connsiteY38" fmla="*/ 1323772 h 2344739"/>
              <a:gd name="connsiteX39" fmla="*/ 11127060 w 12192001"/>
              <a:gd name="connsiteY39" fmla="*/ 1333832 h 2344739"/>
              <a:gd name="connsiteX40" fmla="*/ 11119543 w 12192001"/>
              <a:gd name="connsiteY40" fmla="*/ 1347424 h 2344739"/>
              <a:gd name="connsiteX41" fmla="*/ 10893535 w 12192001"/>
              <a:gd name="connsiteY41" fmla="*/ 1473399 h 2344739"/>
              <a:gd name="connsiteX42" fmla="*/ 10772152 w 12192001"/>
              <a:gd name="connsiteY42" fmla="*/ 1523191 h 2344739"/>
              <a:gd name="connsiteX43" fmla="*/ 10626520 w 12192001"/>
              <a:gd name="connsiteY43" fmla="*/ 1559229 h 2344739"/>
              <a:gd name="connsiteX44" fmla="*/ 10580747 w 12192001"/>
              <a:gd name="connsiteY44" fmla="*/ 1568689 h 2344739"/>
              <a:gd name="connsiteX45" fmla="*/ 10546642 w 12192001"/>
              <a:gd name="connsiteY45" fmla="*/ 1598423 h 2344739"/>
              <a:gd name="connsiteX46" fmla="*/ 10528495 w 12192001"/>
              <a:gd name="connsiteY46" fmla="*/ 1596907 h 2344739"/>
              <a:gd name="connsiteX47" fmla="*/ 10525298 w 12192001"/>
              <a:gd name="connsiteY47" fmla="*/ 1596411 h 2344739"/>
              <a:gd name="connsiteX48" fmla="*/ 10513981 w 12192001"/>
              <a:gd name="connsiteY48" fmla="*/ 1599537 h 2344739"/>
              <a:gd name="connsiteX49" fmla="*/ 10490587 w 12192001"/>
              <a:gd name="connsiteY49" fmla="*/ 1594156 h 2344739"/>
              <a:gd name="connsiteX50" fmla="*/ 10470270 w 12192001"/>
              <a:gd name="connsiteY50" fmla="*/ 1601693 h 2344739"/>
              <a:gd name="connsiteX51" fmla="*/ 10375894 w 12192001"/>
              <a:gd name="connsiteY51" fmla="*/ 1644598 h 2344739"/>
              <a:gd name="connsiteX52" fmla="*/ 10318190 w 12192001"/>
              <a:gd name="connsiteY52" fmla="*/ 1666221 h 2344739"/>
              <a:gd name="connsiteX53" fmla="*/ 10294319 w 12192001"/>
              <a:gd name="connsiteY53" fmla="*/ 1668079 h 2344739"/>
              <a:gd name="connsiteX54" fmla="*/ 10262295 w 12192001"/>
              <a:gd name="connsiteY54" fmla="*/ 1674948 h 2344739"/>
              <a:gd name="connsiteX55" fmla="*/ 10204270 w 12192001"/>
              <a:gd name="connsiteY55" fmla="*/ 1682149 h 2344739"/>
              <a:gd name="connsiteX56" fmla="*/ 10176611 w 12192001"/>
              <a:gd name="connsiteY56" fmla="*/ 1692943 h 2344739"/>
              <a:gd name="connsiteX57" fmla="*/ 10163922 w 12192001"/>
              <a:gd name="connsiteY57" fmla="*/ 1693739 h 2344739"/>
              <a:gd name="connsiteX58" fmla="*/ 10155160 w 12192001"/>
              <a:gd name="connsiteY58" fmla="*/ 1707487 h 2344739"/>
              <a:gd name="connsiteX59" fmla="*/ 10117119 w 12192001"/>
              <a:gd name="connsiteY59" fmla="*/ 1731142 h 2344739"/>
              <a:gd name="connsiteX60" fmla="*/ 10100445 w 12192001"/>
              <a:gd name="connsiteY60" fmla="*/ 1742432 h 2344739"/>
              <a:gd name="connsiteX61" fmla="*/ 10082169 w 12192001"/>
              <a:gd name="connsiteY61" fmla="*/ 1743296 h 2344739"/>
              <a:gd name="connsiteX62" fmla="*/ 10039240 w 12192001"/>
              <a:gd name="connsiteY62" fmla="*/ 1741632 h 2344739"/>
              <a:gd name="connsiteX63" fmla="*/ 9960019 w 12192001"/>
              <a:gd name="connsiteY63" fmla="*/ 1757147 h 2344739"/>
              <a:gd name="connsiteX64" fmla="*/ 9847792 w 12192001"/>
              <a:gd name="connsiteY64" fmla="*/ 1763915 h 2344739"/>
              <a:gd name="connsiteX65" fmla="*/ 9728309 w 12192001"/>
              <a:gd name="connsiteY65" fmla="*/ 1784122 h 2344739"/>
              <a:gd name="connsiteX66" fmla="*/ 9584507 w 12192001"/>
              <a:gd name="connsiteY66" fmla="*/ 1795542 h 2344739"/>
              <a:gd name="connsiteX67" fmla="*/ 9343052 w 12192001"/>
              <a:gd name="connsiteY67" fmla="*/ 1841244 h 2344739"/>
              <a:gd name="connsiteX68" fmla="*/ 9231370 w 12192001"/>
              <a:gd name="connsiteY68" fmla="*/ 1893149 h 2344739"/>
              <a:gd name="connsiteX69" fmla="*/ 9194810 w 12192001"/>
              <a:gd name="connsiteY69" fmla="*/ 1903228 h 2344739"/>
              <a:gd name="connsiteX70" fmla="*/ 9189246 w 12192001"/>
              <a:gd name="connsiteY70" fmla="*/ 1912467 h 2344739"/>
              <a:gd name="connsiteX71" fmla="*/ 9151232 w 12192001"/>
              <a:gd name="connsiteY71" fmla="*/ 1923669 h 2344739"/>
              <a:gd name="connsiteX72" fmla="*/ 9150210 w 12192001"/>
              <a:gd name="connsiteY72" fmla="*/ 1922604 h 2344739"/>
              <a:gd name="connsiteX73" fmla="*/ 9137318 w 12192001"/>
              <a:gd name="connsiteY73" fmla="*/ 1920435 h 2344739"/>
              <a:gd name="connsiteX74" fmla="*/ 9113812 w 12192001"/>
              <a:gd name="connsiteY74" fmla="*/ 1919069 h 2344739"/>
              <a:gd name="connsiteX75" fmla="*/ 9053453 w 12192001"/>
              <a:gd name="connsiteY75" fmla="*/ 1910755 h 2344739"/>
              <a:gd name="connsiteX76" fmla="*/ 9005486 w 12192001"/>
              <a:gd name="connsiteY76" fmla="*/ 1914040 h 2344739"/>
              <a:gd name="connsiteX77" fmla="*/ 9005201 w 12192001"/>
              <a:gd name="connsiteY77" fmla="*/ 1913800 h 2344739"/>
              <a:gd name="connsiteX78" fmla="*/ 8996232 w 12192001"/>
              <a:gd name="connsiteY78" fmla="*/ 1915011 h 2344739"/>
              <a:gd name="connsiteX79" fmla="*/ 8990394 w 12192001"/>
              <a:gd name="connsiteY79" fmla="*/ 1917072 h 2344739"/>
              <a:gd name="connsiteX80" fmla="*/ 8974337 w 12192001"/>
              <a:gd name="connsiteY80" fmla="*/ 1920298 h 2344739"/>
              <a:gd name="connsiteX81" fmla="*/ 8968011 w 12192001"/>
              <a:gd name="connsiteY81" fmla="*/ 1919598 h 2344739"/>
              <a:gd name="connsiteX82" fmla="*/ 8963048 w 12192001"/>
              <a:gd name="connsiteY82" fmla="*/ 1917373 h 2344739"/>
              <a:gd name="connsiteX83" fmla="*/ 8928988 w 12192001"/>
              <a:gd name="connsiteY83" fmla="*/ 1914185 h 2344739"/>
              <a:gd name="connsiteX84" fmla="*/ 8752444 w 12192001"/>
              <a:gd name="connsiteY84" fmla="*/ 1933417 h 2344739"/>
              <a:gd name="connsiteX85" fmla="*/ 8707847 w 12192001"/>
              <a:gd name="connsiteY85" fmla="*/ 1935518 h 2344739"/>
              <a:gd name="connsiteX86" fmla="*/ 8596071 w 12192001"/>
              <a:gd name="connsiteY86" fmla="*/ 1944090 h 2344739"/>
              <a:gd name="connsiteX87" fmla="*/ 8525230 w 12192001"/>
              <a:gd name="connsiteY87" fmla="*/ 1929248 h 2344739"/>
              <a:gd name="connsiteX88" fmla="*/ 8510983 w 12192001"/>
              <a:gd name="connsiteY88" fmla="*/ 1935163 h 2344739"/>
              <a:gd name="connsiteX89" fmla="*/ 8506167 w 12192001"/>
              <a:gd name="connsiteY89" fmla="*/ 1938164 h 2344739"/>
              <a:gd name="connsiteX90" fmla="*/ 8497968 w 12192001"/>
              <a:gd name="connsiteY90" fmla="*/ 1940902 h 2344739"/>
              <a:gd name="connsiteX91" fmla="*/ 8497594 w 12192001"/>
              <a:gd name="connsiteY91" fmla="*/ 1940723 h 2344739"/>
              <a:gd name="connsiteX92" fmla="*/ 8490249 w 12192001"/>
              <a:gd name="connsiteY92" fmla="*/ 1943773 h 2344739"/>
              <a:gd name="connsiteX93" fmla="*/ 8367182 w 12192001"/>
              <a:gd name="connsiteY93" fmla="*/ 1957815 h 2344739"/>
              <a:gd name="connsiteX94" fmla="*/ 8353799 w 12192001"/>
              <a:gd name="connsiteY94" fmla="*/ 1958009 h 2344739"/>
              <a:gd name="connsiteX95" fmla="*/ 8352373 w 12192001"/>
              <a:gd name="connsiteY95" fmla="*/ 1957169 h 2344739"/>
              <a:gd name="connsiteX96" fmla="*/ 8320104 w 12192001"/>
              <a:gd name="connsiteY96" fmla="*/ 1974587 h 2344739"/>
              <a:gd name="connsiteX97" fmla="*/ 8314433 w 12192001"/>
              <a:gd name="connsiteY97" fmla="*/ 1974913 h 2344739"/>
              <a:gd name="connsiteX98" fmla="*/ 8295174 w 12192001"/>
              <a:gd name="connsiteY98" fmla="*/ 1988808 h 2344739"/>
              <a:gd name="connsiteX99" fmla="*/ 8284276 w 12192001"/>
              <a:gd name="connsiteY99" fmla="*/ 1994631 h 2344739"/>
              <a:gd name="connsiteX100" fmla="*/ 8283150 w 12192001"/>
              <a:gd name="connsiteY100" fmla="*/ 1999074 h 2344739"/>
              <a:gd name="connsiteX101" fmla="*/ 8266076 w 12192001"/>
              <a:gd name="connsiteY101" fmla="*/ 2006249 h 2344739"/>
              <a:gd name="connsiteX102" fmla="*/ 8263377 w 12192001"/>
              <a:gd name="connsiteY102" fmla="*/ 2006019 h 2344739"/>
              <a:gd name="connsiteX103" fmla="*/ 8252033 w 12192001"/>
              <a:gd name="connsiteY103" fmla="*/ 2015862 h 2344739"/>
              <a:gd name="connsiteX104" fmla="*/ 8245834 w 12192001"/>
              <a:gd name="connsiteY104" fmla="*/ 2028854 h 2344739"/>
              <a:gd name="connsiteX105" fmla="*/ 8090272 w 12192001"/>
              <a:gd name="connsiteY105" fmla="*/ 2075015 h 2344739"/>
              <a:gd name="connsiteX106" fmla="*/ 7905407 w 12192001"/>
              <a:gd name="connsiteY106" fmla="*/ 2116988 h 2344739"/>
              <a:gd name="connsiteX107" fmla="*/ 7718745 w 12192001"/>
              <a:gd name="connsiteY107" fmla="*/ 2142703 h 2344739"/>
              <a:gd name="connsiteX108" fmla="*/ 7614347 w 12192001"/>
              <a:gd name="connsiteY108" fmla="*/ 2139232 h 2344739"/>
              <a:gd name="connsiteX109" fmla="*/ 7527543 w 12192001"/>
              <a:gd name="connsiteY109" fmla="*/ 2145060 h 2344739"/>
              <a:gd name="connsiteX110" fmla="*/ 7519571 w 12192001"/>
              <a:gd name="connsiteY110" fmla="*/ 2147613 h 2344739"/>
              <a:gd name="connsiteX111" fmla="*/ 7507411 w 12192001"/>
              <a:gd name="connsiteY111" fmla="*/ 2148948 h 2344739"/>
              <a:gd name="connsiteX112" fmla="*/ 7507040 w 12192001"/>
              <a:gd name="connsiteY112" fmla="*/ 2148621 h 2344739"/>
              <a:gd name="connsiteX113" fmla="*/ 7495795 w 12192001"/>
              <a:gd name="connsiteY113" fmla="*/ 2150573 h 2344739"/>
              <a:gd name="connsiteX114" fmla="*/ 7405391 w 12192001"/>
              <a:gd name="connsiteY114" fmla="*/ 2142468 h 2344739"/>
              <a:gd name="connsiteX115" fmla="*/ 7312180 w 12192001"/>
              <a:gd name="connsiteY115" fmla="*/ 2132873 h 2344739"/>
              <a:gd name="connsiteX116" fmla="*/ 7310853 w 12192001"/>
              <a:gd name="connsiteY116" fmla="*/ 2131431 h 2344739"/>
              <a:gd name="connsiteX117" fmla="*/ 7218559 w 12192001"/>
              <a:gd name="connsiteY117" fmla="*/ 2156680 h 2344739"/>
              <a:gd name="connsiteX118" fmla="*/ 7201101 w 12192001"/>
              <a:gd name="connsiteY118" fmla="*/ 2161230 h 2344739"/>
              <a:gd name="connsiteX119" fmla="*/ 7197004 w 12192001"/>
              <a:gd name="connsiteY119" fmla="*/ 2166588 h 2344739"/>
              <a:gd name="connsiteX120" fmla="*/ 7170808 w 12192001"/>
              <a:gd name="connsiteY120" fmla="*/ 2171236 h 2344739"/>
              <a:gd name="connsiteX121" fmla="*/ 7096988 w 12192001"/>
              <a:gd name="connsiteY121" fmla="*/ 2183464 h 2344739"/>
              <a:gd name="connsiteX122" fmla="*/ 7018496 w 12192001"/>
              <a:gd name="connsiteY122" fmla="*/ 2183090 h 2344739"/>
              <a:gd name="connsiteX123" fmla="*/ 6904146 w 12192001"/>
              <a:gd name="connsiteY123" fmla="*/ 2212596 h 2344739"/>
              <a:gd name="connsiteX124" fmla="*/ 6708222 w 12192001"/>
              <a:gd name="connsiteY124" fmla="*/ 2240551 h 2344739"/>
              <a:gd name="connsiteX125" fmla="*/ 6549454 w 12192001"/>
              <a:gd name="connsiteY125" fmla="*/ 2269327 h 2344739"/>
              <a:gd name="connsiteX126" fmla="*/ 6317560 w 12192001"/>
              <a:gd name="connsiteY126" fmla="*/ 2316127 h 2344739"/>
              <a:gd name="connsiteX127" fmla="*/ 6168674 w 12192001"/>
              <a:gd name="connsiteY127" fmla="*/ 2318214 h 2344739"/>
              <a:gd name="connsiteX128" fmla="*/ 6073848 w 12192001"/>
              <a:gd name="connsiteY128" fmla="*/ 2338676 h 2344739"/>
              <a:gd name="connsiteX129" fmla="*/ 6068529 w 12192001"/>
              <a:gd name="connsiteY129" fmla="*/ 2337139 h 2344739"/>
              <a:gd name="connsiteX130" fmla="*/ 6048638 w 12192001"/>
              <a:gd name="connsiteY130" fmla="*/ 2337822 h 2344739"/>
              <a:gd name="connsiteX131" fmla="*/ 6041285 w 12192001"/>
              <a:gd name="connsiteY131" fmla="*/ 2329473 h 2344739"/>
              <a:gd name="connsiteX132" fmla="*/ 6010090 w 12192001"/>
              <a:gd name="connsiteY132" fmla="*/ 2324380 h 2344739"/>
              <a:gd name="connsiteX133" fmla="*/ 5957375 w 12192001"/>
              <a:gd name="connsiteY133" fmla="*/ 2328024 h 2344739"/>
              <a:gd name="connsiteX134" fmla="*/ 5758919 w 12192001"/>
              <a:gd name="connsiteY134" fmla="*/ 2343716 h 2344739"/>
              <a:gd name="connsiteX135" fmla="*/ 5626960 w 12192001"/>
              <a:gd name="connsiteY135" fmla="*/ 2344739 h 2344739"/>
              <a:gd name="connsiteX136" fmla="*/ 5470906 w 12192001"/>
              <a:gd name="connsiteY136" fmla="*/ 2330719 h 2344739"/>
              <a:gd name="connsiteX137" fmla="*/ 5432761 w 12192001"/>
              <a:gd name="connsiteY137" fmla="*/ 2319466 h 2344739"/>
              <a:gd name="connsiteX138" fmla="*/ 5381669 w 12192001"/>
              <a:gd name="connsiteY138" fmla="*/ 2301764 h 2344739"/>
              <a:gd name="connsiteX139" fmla="*/ 5261764 w 12192001"/>
              <a:gd name="connsiteY139" fmla="*/ 2281347 h 2344739"/>
              <a:gd name="connsiteX140" fmla="*/ 5222961 w 12192001"/>
              <a:gd name="connsiteY140" fmla="*/ 2270223 h 2344739"/>
              <a:gd name="connsiteX141" fmla="*/ 5174660 w 12192001"/>
              <a:gd name="connsiteY141" fmla="*/ 2267233 h 2344739"/>
              <a:gd name="connsiteX142" fmla="*/ 5156554 w 12192001"/>
              <a:gd name="connsiteY142" fmla="*/ 2260010 h 2344739"/>
              <a:gd name="connsiteX143" fmla="*/ 5142599 w 12192001"/>
              <a:gd name="connsiteY143" fmla="*/ 2256610 h 2344739"/>
              <a:gd name="connsiteX144" fmla="*/ 5139596 w 12192001"/>
              <a:gd name="connsiteY144" fmla="*/ 2254509 h 2344739"/>
              <a:gd name="connsiteX145" fmla="*/ 5121659 w 12192001"/>
              <a:gd name="connsiteY145" fmla="*/ 2243656 h 2344739"/>
              <a:gd name="connsiteX146" fmla="*/ 5065790 w 12192001"/>
              <a:gd name="connsiteY146" fmla="*/ 2250227 h 2344739"/>
              <a:gd name="connsiteX147" fmla="*/ 5011514 w 12192001"/>
              <a:gd name="connsiteY147" fmla="*/ 2233846 h 2344739"/>
              <a:gd name="connsiteX148" fmla="*/ 4840441 w 12192001"/>
              <a:gd name="connsiteY148" fmla="*/ 2209829 h 2344739"/>
              <a:gd name="connsiteX149" fmla="*/ 4762447 w 12192001"/>
              <a:gd name="connsiteY149" fmla="*/ 2182061 h 2344739"/>
              <a:gd name="connsiteX150" fmla="*/ 4723186 w 12192001"/>
              <a:gd name="connsiteY150" fmla="*/ 2173047 h 2344739"/>
              <a:gd name="connsiteX151" fmla="*/ 4721176 w 12192001"/>
              <a:gd name="connsiteY151" fmla="*/ 2172298 h 2344739"/>
              <a:gd name="connsiteX152" fmla="*/ 4722111 w 12192001"/>
              <a:gd name="connsiteY152" fmla="*/ 2172087 h 2344739"/>
              <a:gd name="connsiteX153" fmla="*/ 4717202 w 12192001"/>
              <a:gd name="connsiteY153" fmla="*/ 2170817 h 2344739"/>
              <a:gd name="connsiteX154" fmla="*/ 4721176 w 12192001"/>
              <a:gd name="connsiteY154" fmla="*/ 2172298 h 2344739"/>
              <a:gd name="connsiteX155" fmla="*/ 4715526 w 12192001"/>
              <a:gd name="connsiteY155" fmla="*/ 2173573 h 2344739"/>
              <a:gd name="connsiteX156" fmla="*/ 4515814 w 12192001"/>
              <a:gd name="connsiteY156" fmla="*/ 2163671 h 2344739"/>
              <a:gd name="connsiteX157" fmla="*/ 4428543 w 12192001"/>
              <a:gd name="connsiteY157" fmla="*/ 2153020 h 2344739"/>
              <a:gd name="connsiteX158" fmla="*/ 4362875 w 12192001"/>
              <a:gd name="connsiteY158" fmla="*/ 2151674 h 2344739"/>
              <a:gd name="connsiteX159" fmla="*/ 4316966 w 12192001"/>
              <a:gd name="connsiteY159" fmla="*/ 2158289 h 2344739"/>
              <a:gd name="connsiteX160" fmla="*/ 4315110 w 12192001"/>
              <a:gd name="connsiteY160" fmla="*/ 2156948 h 2344739"/>
              <a:gd name="connsiteX161" fmla="*/ 4295144 w 12192001"/>
              <a:gd name="connsiteY161" fmla="*/ 2155069 h 2344739"/>
              <a:gd name="connsiteX162" fmla="*/ 4290064 w 12192001"/>
              <a:gd name="connsiteY162" fmla="*/ 2157986 h 2344739"/>
              <a:gd name="connsiteX163" fmla="*/ 4276142 w 12192001"/>
              <a:gd name="connsiteY163" fmla="*/ 2157740 h 2344739"/>
              <a:gd name="connsiteX164" fmla="*/ 4248117 w 12192001"/>
              <a:gd name="connsiteY164" fmla="*/ 2160064 h 2344739"/>
              <a:gd name="connsiteX165" fmla="*/ 4202051 w 12192001"/>
              <a:gd name="connsiteY165" fmla="*/ 2157269 h 2344739"/>
              <a:gd name="connsiteX166" fmla="*/ 4201745 w 12192001"/>
              <a:gd name="connsiteY166" fmla="*/ 2156010 h 2344739"/>
              <a:gd name="connsiteX167" fmla="*/ 4191248 w 12192001"/>
              <a:gd name="connsiteY167" fmla="*/ 2150376 h 2344739"/>
              <a:gd name="connsiteX168" fmla="*/ 4142745 w 12192001"/>
              <a:gd name="connsiteY168" fmla="*/ 2134511 h 2344739"/>
              <a:gd name="connsiteX169" fmla="*/ 4083097 w 12192001"/>
              <a:gd name="connsiteY169" fmla="*/ 2107978 h 2344739"/>
              <a:gd name="connsiteX170" fmla="*/ 4074546 w 12192001"/>
              <a:gd name="connsiteY170" fmla="*/ 2107143 h 2344739"/>
              <a:gd name="connsiteX171" fmla="*/ 4074427 w 12192001"/>
              <a:gd name="connsiteY171" fmla="*/ 2106844 h 2344739"/>
              <a:gd name="connsiteX172" fmla="*/ 4065510 w 12192001"/>
              <a:gd name="connsiteY172" fmla="*/ 2105400 h 2344739"/>
              <a:gd name="connsiteX173" fmla="*/ 4058954 w 12192001"/>
              <a:gd name="connsiteY173" fmla="*/ 2105618 h 2344739"/>
              <a:gd name="connsiteX174" fmla="*/ 4042364 w 12192001"/>
              <a:gd name="connsiteY174" fmla="*/ 2103997 h 2344739"/>
              <a:gd name="connsiteX175" fmla="*/ 4036997 w 12192001"/>
              <a:gd name="connsiteY175" fmla="*/ 2101563 h 2344739"/>
              <a:gd name="connsiteX176" fmla="*/ 4035363 w 12192001"/>
              <a:gd name="connsiteY176" fmla="*/ 2097896 h 2344739"/>
              <a:gd name="connsiteX177" fmla="*/ 4033778 w 12192001"/>
              <a:gd name="connsiteY177" fmla="*/ 2098131 h 2344739"/>
              <a:gd name="connsiteX178" fmla="*/ 4004538 w 12192001"/>
              <a:gd name="connsiteY178" fmla="*/ 2085563 h 2344739"/>
              <a:gd name="connsiteX179" fmla="*/ 3936846 w 12192001"/>
              <a:gd name="connsiteY179" fmla="*/ 2068106 h 2344739"/>
              <a:gd name="connsiteX180" fmla="*/ 3897275 w 12192001"/>
              <a:gd name="connsiteY180" fmla="*/ 2062451 h 2344739"/>
              <a:gd name="connsiteX181" fmla="*/ 3789760 w 12192001"/>
              <a:gd name="connsiteY181" fmla="*/ 2042213 h 2344739"/>
              <a:gd name="connsiteX182" fmla="*/ 3682513 w 12192001"/>
              <a:gd name="connsiteY182" fmla="*/ 2018290 h 2344739"/>
              <a:gd name="connsiteX183" fmla="*/ 3610035 w 12192001"/>
              <a:gd name="connsiteY183" fmla="*/ 1986019 h 2344739"/>
              <a:gd name="connsiteX184" fmla="*/ 3603855 w 12192001"/>
              <a:gd name="connsiteY184" fmla="*/ 1987381 h 2344739"/>
              <a:gd name="connsiteX185" fmla="*/ 3594736 w 12192001"/>
              <a:gd name="connsiteY185" fmla="*/ 1987545 h 2344739"/>
              <a:gd name="connsiteX186" fmla="*/ 3594501 w 12192001"/>
              <a:gd name="connsiteY186" fmla="*/ 1987276 h 2344739"/>
              <a:gd name="connsiteX187" fmla="*/ 3585978 w 12192001"/>
              <a:gd name="connsiteY187" fmla="*/ 1987966 h 2344739"/>
              <a:gd name="connsiteX188" fmla="*/ 3536135 w 12192001"/>
              <a:gd name="connsiteY188" fmla="*/ 1978267 h 2344739"/>
              <a:gd name="connsiteX189" fmla="*/ 3473223 w 12192001"/>
              <a:gd name="connsiteY189" fmla="*/ 1974606 h 2344739"/>
              <a:gd name="connsiteX190" fmla="*/ 3400728 w 12192001"/>
              <a:gd name="connsiteY190" fmla="*/ 1962558 h 2344739"/>
              <a:gd name="connsiteX191" fmla="*/ 3363888 w 12192001"/>
              <a:gd name="connsiteY191" fmla="*/ 1979510 h 2344739"/>
              <a:gd name="connsiteX192" fmla="*/ 3344026 w 12192001"/>
              <a:gd name="connsiteY192" fmla="*/ 1981192 h 2344739"/>
              <a:gd name="connsiteX193" fmla="*/ 3341698 w 12192001"/>
              <a:gd name="connsiteY193" fmla="*/ 1980217 h 2344739"/>
              <a:gd name="connsiteX194" fmla="*/ 3262356 w 12192001"/>
              <a:gd name="connsiteY194" fmla="*/ 1986094 h 2344739"/>
              <a:gd name="connsiteX195" fmla="*/ 3142556 w 12192001"/>
              <a:gd name="connsiteY195" fmla="*/ 1993869 h 2344739"/>
              <a:gd name="connsiteX196" fmla="*/ 3030291 w 12192001"/>
              <a:gd name="connsiteY196" fmla="*/ 1996512 h 2344739"/>
              <a:gd name="connsiteX197" fmla="*/ 2781569 w 12192001"/>
              <a:gd name="connsiteY197" fmla="*/ 2018333 h 2344739"/>
              <a:gd name="connsiteX198" fmla="*/ 2646527 w 12192001"/>
              <a:gd name="connsiteY198" fmla="*/ 2028869 h 2344739"/>
              <a:gd name="connsiteX199" fmla="*/ 2568028 w 12192001"/>
              <a:gd name="connsiteY199" fmla="*/ 2002628 h 2344739"/>
              <a:gd name="connsiteX200" fmla="*/ 2443255 w 12192001"/>
              <a:gd name="connsiteY200" fmla="*/ 2016529 h 2344739"/>
              <a:gd name="connsiteX201" fmla="*/ 2315112 w 12192001"/>
              <a:gd name="connsiteY201" fmla="*/ 2024996 h 2344739"/>
              <a:gd name="connsiteX202" fmla="*/ 2208578 w 12192001"/>
              <a:gd name="connsiteY202" fmla="*/ 2019763 h 2344739"/>
              <a:gd name="connsiteX203" fmla="*/ 2094665 w 12192001"/>
              <a:gd name="connsiteY203" fmla="*/ 2003052 h 2344739"/>
              <a:gd name="connsiteX204" fmla="*/ 1997356 w 12192001"/>
              <a:gd name="connsiteY204" fmla="*/ 1995032 h 2344739"/>
              <a:gd name="connsiteX205" fmla="*/ 1928172 w 12192001"/>
              <a:gd name="connsiteY205" fmla="*/ 2016977 h 2344739"/>
              <a:gd name="connsiteX206" fmla="*/ 1921650 w 12192001"/>
              <a:gd name="connsiteY206" fmla="*/ 2012146 h 2344739"/>
              <a:gd name="connsiteX207" fmla="*/ 1873080 w 12192001"/>
              <a:gd name="connsiteY207" fmla="*/ 2013741 h 2344739"/>
              <a:gd name="connsiteX208" fmla="*/ 1786655 w 12192001"/>
              <a:gd name="connsiteY208" fmla="*/ 2041363 h 2344739"/>
              <a:gd name="connsiteX209" fmla="*/ 1738204 w 12192001"/>
              <a:gd name="connsiteY209" fmla="*/ 2036312 h 2344739"/>
              <a:gd name="connsiteX210" fmla="*/ 1675071 w 12192001"/>
              <a:gd name="connsiteY210" fmla="*/ 2019963 h 2344739"/>
              <a:gd name="connsiteX211" fmla="*/ 1608669 w 12192001"/>
              <a:gd name="connsiteY211" fmla="*/ 2013066 h 2344739"/>
              <a:gd name="connsiteX212" fmla="*/ 1496110 w 12192001"/>
              <a:gd name="connsiteY212" fmla="*/ 1987476 h 2344739"/>
              <a:gd name="connsiteX213" fmla="*/ 1149979 w 12192001"/>
              <a:gd name="connsiteY213" fmla="*/ 1938041 h 2344739"/>
              <a:gd name="connsiteX214" fmla="*/ 858269 w 12192001"/>
              <a:gd name="connsiteY214" fmla="*/ 1928608 h 2344739"/>
              <a:gd name="connsiteX215" fmla="*/ 837540 w 12192001"/>
              <a:gd name="connsiteY215" fmla="*/ 1929821 h 2344739"/>
              <a:gd name="connsiteX216" fmla="*/ 816809 w 12192001"/>
              <a:gd name="connsiteY216" fmla="*/ 1927857 h 2344739"/>
              <a:gd name="connsiteX217" fmla="*/ 811506 w 12192001"/>
              <a:gd name="connsiteY217" fmla="*/ 1930751 h 2344739"/>
              <a:gd name="connsiteX218" fmla="*/ 797041 w 12192001"/>
              <a:gd name="connsiteY218" fmla="*/ 1930446 h 2344739"/>
              <a:gd name="connsiteX219" fmla="*/ 767901 w 12192001"/>
              <a:gd name="connsiteY219" fmla="*/ 1932653 h 2344739"/>
              <a:gd name="connsiteX220" fmla="*/ 763053 w 12192001"/>
              <a:gd name="connsiteY220" fmla="*/ 1930432 h 2344739"/>
              <a:gd name="connsiteX221" fmla="*/ 720047 w 12192001"/>
              <a:gd name="connsiteY221" fmla="*/ 1929661 h 2344739"/>
              <a:gd name="connsiteX222" fmla="*/ 719742 w 12192001"/>
              <a:gd name="connsiteY222" fmla="*/ 1928399 h 2344739"/>
              <a:gd name="connsiteX223" fmla="*/ 708875 w 12192001"/>
              <a:gd name="connsiteY223" fmla="*/ 1922722 h 2344739"/>
              <a:gd name="connsiteX224" fmla="*/ 596792 w 12192001"/>
              <a:gd name="connsiteY224" fmla="*/ 1879864 h 2344739"/>
              <a:gd name="connsiteX225" fmla="*/ 578535 w 12192001"/>
              <a:gd name="connsiteY225" fmla="*/ 1877212 h 2344739"/>
              <a:gd name="connsiteX226" fmla="*/ 571717 w 12192001"/>
              <a:gd name="connsiteY226" fmla="*/ 1877401 h 2344739"/>
              <a:gd name="connsiteX227" fmla="*/ 445099 w 12192001"/>
              <a:gd name="connsiteY227" fmla="*/ 1839371 h 2344739"/>
              <a:gd name="connsiteX228" fmla="*/ 404015 w 12192001"/>
              <a:gd name="connsiteY228" fmla="*/ 1833548 h 2344739"/>
              <a:gd name="connsiteX229" fmla="*/ 292435 w 12192001"/>
              <a:gd name="connsiteY229" fmla="*/ 1812852 h 2344739"/>
              <a:gd name="connsiteX230" fmla="*/ 118381 w 12192001"/>
              <a:gd name="connsiteY230" fmla="*/ 1761047 h 2344739"/>
              <a:gd name="connsiteX231" fmla="*/ 15526 w 12192001"/>
              <a:gd name="connsiteY231" fmla="*/ 1758191 h 2344739"/>
              <a:gd name="connsiteX232" fmla="*/ 2 w 12192001"/>
              <a:gd name="connsiteY232" fmla="*/ 1752722 h 2344739"/>
              <a:gd name="connsiteX233" fmla="*/ 1 w 12192001"/>
              <a:gd name="connsiteY233" fmla="*/ 762497 h 2344739"/>
              <a:gd name="connsiteX234" fmla="*/ 0 w 12192001"/>
              <a:gd name="connsiteY234" fmla="*/ 762497 h 2344739"/>
              <a:gd name="connsiteX235" fmla="*/ 0 w 12192001"/>
              <a:gd name="connsiteY235" fmla="*/ 222213 h 2344739"/>
              <a:gd name="connsiteX236" fmla="*/ 0 w 12192001"/>
              <a:gd name="connsiteY236"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57107 w 12192001"/>
              <a:gd name="connsiteY22" fmla="*/ 792050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309326 w 12192001"/>
              <a:gd name="connsiteY26" fmla="*/ 1274846 h 2344739"/>
              <a:gd name="connsiteX27" fmla="*/ 11294224 w 12192001"/>
              <a:gd name="connsiteY27" fmla="*/ 1283683 h 2344739"/>
              <a:gd name="connsiteX28" fmla="*/ 11245526 w 12192001"/>
              <a:gd name="connsiteY28" fmla="*/ 1274060 h 2344739"/>
              <a:gd name="connsiteX29" fmla="*/ 11227161 w 12192001"/>
              <a:gd name="connsiteY29" fmla="*/ 1276236 h 2344739"/>
              <a:gd name="connsiteX30" fmla="*/ 11216939 w 12192001"/>
              <a:gd name="connsiteY30" fmla="*/ 1275961 h 2344739"/>
              <a:gd name="connsiteX31" fmla="*/ 11216036 w 12192001"/>
              <a:gd name="connsiteY31" fmla="*/ 1275018 h 2344739"/>
              <a:gd name="connsiteX32" fmla="*/ 11187737 w 12192001"/>
              <a:gd name="connsiteY32" fmla="*/ 1292383 h 2344739"/>
              <a:gd name="connsiteX33" fmla="*/ 11183353 w 12192001"/>
              <a:gd name="connsiteY33" fmla="*/ 1292525 h 2344739"/>
              <a:gd name="connsiteX34" fmla="*/ 11165706 w 12192001"/>
              <a:gd name="connsiteY34" fmla="*/ 1306612 h 2344739"/>
              <a:gd name="connsiteX35" fmla="*/ 11156163 w 12192001"/>
              <a:gd name="connsiteY35" fmla="*/ 1312414 h 2344739"/>
              <a:gd name="connsiteX36" fmla="*/ 11154348 w 12192001"/>
              <a:gd name="connsiteY36" fmla="*/ 1317097 h 2344739"/>
              <a:gd name="connsiteX37" fmla="*/ 11139813 w 12192001"/>
              <a:gd name="connsiteY37" fmla="*/ 1324115 h 2344739"/>
              <a:gd name="connsiteX38" fmla="*/ 11137813 w 12192001"/>
              <a:gd name="connsiteY38" fmla="*/ 1323772 h 2344739"/>
              <a:gd name="connsiteX39" fmla="*/ 11127060 w 12192001"/>
              <a:gd name="connsiteY39" fmla="*/ 1333832 h 2344739"/>
              <a:gd name="connsiteX40" fmla="*/ 11119543 w 12192001"/>
              <a:gd name="connsiteY40" fmla="*/ 1347424 h 2344739"/>
              <a:gd name="connsiteX41" fmla="*/ 10893535 w 12192001"/>
              <a:gd name="connsiteY41" fmla="*/ 1473399 h 2344739"/>
              <a:gd name="connsiteX42" fmla="*/ 10772152 w 12192001"/>
              <a:gd name="connsiteY42" fmla="*/ 1523191 h 2344739"/>
              <a:gd name="connsiteX43" fmla="*/ 10626520 w 12192001"/>
              <a:gd name="connsiteY43" fmla="*/ 1559229 h 2344739"/>
              <a:gd name="connsiteX44" fmla="*/ 10580747 w 12192001"/>
              <a:gd name="connsiteY44" fmla="*/ 1568689 h 2344739"/>
              <a:gd name="connsiteX45" fmla="*/ 10546642 w 12192001"/>
              <a:gd name="connsiteY45" fmla="*/ 1598423 h 2344739"/>
              <a:gd name="connsiteX46" fmla="*/ 10528495 w 12192001"/>
              <a:gd name="connsiteY46" fmla="*/ 1596907 h 2344739"/>
              <a:gd name="connsiteX47" fmla="*/ 10525298 w 12192001"/>
              <a:gd name="connsiteY47" fmla="*/ 1596411 h 2344739"/>
              <a:gd name="connsiteX48" fmla="*/ 10513981 w 12192001"/>
              <a:gd name="connsiteY48" fmla="*/ 1599537 h 2344739"/>
              <a:gd name="connsiteX49" fmla="*/ 10490587 w 12192001"/>
              <a:gd name="connsiteY49" fmla="*/ 1594156 h 2344739"/>
              <a:gd name="connsiteX50" fmla="*/ 10470270 w 12192001"/>
              <a:gd name="connsiteY50" fmla="*/ 1601693 h 2344739"/>
              <a:gd name="connsiteX51" fmla="*/ 10375894 w 12192001"/>
              <a:gd name="connsiteY51" fmla="*/ 1644598 h 2344739"/>
              <a:gd name="connsiteX52" fmla="*/ 10318190 w 12192001"/>
              <a:gd name="connsiteY52" fmla="*/ 1666221 h 2344739"/>
              <a:gd name="connsiteX53" fmla="*/ 10294319 w 12192001"/>
              <a:gd name="connsiteY53" fmla="*/ 1668079 h 2344739"/>
              <a:gd name="connsiteX54" fmla="*/ 10262295 w 12192001"/>
              <a:gd name="connsiteY54" fmla="*/ 1674948 h 2344739"/>
              <a:gd name="connsiteX55" fmla="*/ 10204270 w 12192001"/>
              <a:gd name="connsiteY55" fmla="*/ 1682149 h 2344739"/>
              <a:gd name="connsiteX56" fmla="*/ 10176611 w 12192001"/>
              <a:gd name="connsiteY56" fmla="*/ 1692943 h 2344739"/>
              <a:gd name="connsiteX57" fmla="*/ 10163922 w 12192001"/>
              <a:gd name="connsiteY57" fmla="*/ 1693739 h 2344739"/>
              <a:gd name="connsiteX58" fmla="*/ 10155160 w 12192001"/>
              <a:gd name="connsiteY58" fmla="*/ 1707487 h 2344739"/>
              <a:gd name="connsiteX59" fmla="*/ 10117119 w 12192001"/>
              <a:gd name="connsiteY59" fmla="*/ 1731142 h 2344739"/>
              <a:gd name="connsiteX60" fmla="*/ 10100445 w 12192001"/>
              <a:gd name="connsiteY60" fmla="*/ 1742432 h 2344739"/>
              <a:gd name="connsiteX61" fmla="*/ 10082169 w 12192001"/>
              <a:gd name="connsiteY61" fmla="*/ 1743296 h 2344739"/>
              <a:gd name="connsiteX62" fmla="*/ 10039240 w 12192001"/>
              <a:gd name="connsiteY62" fmla="*/ 1741632 h 2344739"/>
              <a:gd name="connsiteX63" fmla="*/ 9960019 w 12192001"/>
              <a:gd name="connsiteY63" fmla="*/ 1757147 h 2344739"/>
              <a:gd name="connsiteX64" fmla="*/ 9847792 w 12192001"/>
              <a:gd name="connsiteY64" fmla="*/ 1763915 h 2344739"/>
              <a:gd name="connsiteX65" fmla="*/ 9728309 w 12192001"/>
              <a:gd name="connsiteY65" fmla="*/ 1784122 h 2344739"/>
              <a:gd name="connsiteX66" fmla="*/ 9584507 w 12192001"/>
              <a:gd name="connsiteY66" fmla="*/ 1795542 h 2344739"/>
              <a:gd name="connsiteX67" fmla="*/ 9343052 w 12192001"/>
              <a:gd name="connsiteY67" fmla="*/ 1841244 h 2344739"/>
              <a:gd name="connsiteX68" fmla="*/ 9231370 w 12192001"/>
              <a:gd name="connsiteY68" fmla="*/ 1893149 h 2344739"/>
              <a:gd name="connsiteX69" fmla="*/ 9194810 w 12192001"/>
              <a:gd name="connsiteY69" fmla="*/ 1903228 h 2344739"/>
              <a:gd name="connsiteX70" fmla="*/ 9189246 w 12192001"/>
              <a:gd name="connsiteY70" fmla="*/ 1912467 h 2344739"/>
              <a:gd name="connsiteX71" fmla="*/ 9151232 w 12192001"/>
              <a:gd name="connsiteY71" fmla="*/ 1923669 h 2344739"/>
              <a:gd name="connsiteX72" fmla="*/ 9150210 w 12192001"/>
              <a:gd name="connsiteY72" fmla="*/ 1922604 h 2344739"/>
              <a:gd name="connsiteX73" fmla="*/ 9137318 w 12192001"/>
              <a:gd name="connsiteY73" fmla="*/ 1920435 h 2344739"/>
              <a:gd name="connsiteX74" fmla="*/ 9113812 w 12192001"/>
              <a:gd name="connsiteY74" fmla="*/ 1919069 h 2344739"/>
              <a:gd name="connsiteX75" fmla="*/ 9053453 w 12192001"/>
              <a:gd name="connsiteY75" fmla="*/ 1910755 h 2344739"/>
              <a:gd name="connsiteX76" fmla="*/ 9005486 w 12192001"/>
              <a:gd name="connsiteY76" fmla="*/ 1914040 h 2344739"/>
              <a:gd name="connsiteX77" fmla="*/ 9005201 w 12192001"/>
              <a:gd name="connsiteY77" fmla="*/ 1913800 h 2344739"/>
              <a:gd name="connsiteX78" fmla="*/ 8996232 w 12192001"/>
              <a:gd name="connsiteY78" fmla="*/ 1915011 h 2344739"/>
              <a:gd name="connsiteX79" fmla="*/ 8990394 w 12192001"/>
              <a:gd name="connsiteY79" fmla="*/ 1917072 h 2344739"/>
              <a:gd name="connsiteX80" fmla="*/ 8974337 w 12192001"/>
              <a:gd name="connsiteY80" fmla="*/ 1920298 h 2344739"/>
              <a:gd name="connsiteX81" fmla="*/ 8968011 w 12192001"/>
              <a:gd name="connsiteY81" fmla="*/ 1919598 h 2344739"/>
              <a:gd name="connsiteX82" fmla="*/ 8963048 w 12192001"/>
              <a:gd name="connsiteY82" fmla="*/ 1917373 h 2344739"/>
              <a:gd name="connsiteX83" fmla="*/ 8928988 w 12192001"/>
              <a:gd name="connsiteY83" fmla="*/ 1914185 h 2344739"/>
              <a:gd name="connsiteX84" fmla="*/ 8752444 w 12192001"/>
              <a:gd name="connsiteY84" fmla="*/ 1933417 h 2344739"/>
              <a:gd name="connsiteX85" fmla="*/ 8707847 w 12192001"/>
              <a:gd name="connsiteY85" fmla="*/ 1935518 h 2344739"/>
              <a:gd name="connsiteX86" fmla="*/ 8596071 w 12192001"/>
              <a:gd name="connsiteY86" fmla="*/ 1944090 h 2344739"/>
              <a:gd name="connsiteX87" fmla="*/ 8525230 w 12192001"/>
              <a:gd name="connsiteY87" fmla="*/ 1929248 h 2344739"/>
              <a:gd name="connsiteX88" fmla="*/ 8510983 w 12192001"/>
              <a:gd name="connsiteY88" fmla="*/ 1935163 h 2344739"/>
              <a:gd name="connsiteX89" fmla="*/ 8506167 w 12192001"/>
              <a:gd name="connsiteY89" fmla="*/ 1938164 h 2344739"/>
              <a:gd name="connsiteX90" fmla="*/ 8497968 w 12192001"/>
              <a:gd name="connsiteY90" fmla="*/ 1940902 h 2344739"/>
              <a:gd name="connsiteX91" fmla="*/ 8497594 w 12192001"/>
              <a:gd name="connsiteY91" fmla="*/ 1940723 h 2344739"/>
              <a:gd name="connsiteX92" fmla="*/ 8490249 w 12192001"/>
              <a:gd name="connsiteY92" fmla="*/ 1943773 h 2344739"/>
              <a:gd name="connsiteX93" fmla="*/ 8367182 w 12192001"/>
              <a:gd name="connsiteY93" fmla="*/ 1957815 h 2344739"/>
              <a:gd name="connsiteX94" fmla="*/ 8353799 w 12192001"/>
              <a:gd name="connsiteY94" fmla="*/ 1958009 h 2344739"/>
              <a:gd name="connsiteX95" fmla="*/ 8352373 w 12192001"/>
              <a:gd name="connsiteY95" fmla="*/ 1957169 h 2344739"/>
              <a:gd name="connsiteX96" fmla="*/ 8320104 w 12192001"/>
              <a:gd name="connsiteY96" fmla="*/ 1974587 h 2344739"/>
              <a:gd name="connsiteX97" fmla="*/ 8314433 w 12192001"/>
              <a:gd name="connsiteY97" fmla="*/ 1974913 h 2344739"/>
              <a:gd name="connsiteX98" fmla="*/ 8295174 w 12192001"/>
              <a:gd name="connsiteY98" fmla="*/ 1988808 h 2344739"/>
              <a:gd name="connsiteX99" fmla="*/ 8284276 w 12192001"/>
              <a:gd name="connsiteY99" fmla="*/ 1994631 h 2344739"/>
              <a:gd name="connsiteX100" fmla="*/ 8283150 w 12192001"/>
              <a:gd name="connsiteY100" fmla="*/ 1999074 h 2344739"/>
              <a:gd name="connsiteX101" fmla="*/ 8266076 w 12192001"/>
              <a:gd name="connsiteY101" fmla="*/ 2006249 h 2344739"/>
              <a:gd name="connsiteX102" fmla="*/ 8263377 w 12192001"/>
              <a:gd name="connsiteY102" fmla="*/ 2006019 h 2344739"/>
              <a:gd name="connsiteX103" fmla="*/ 8252033 w 12192001"/>
              <a:gd name="connsiteY103" fmla="*/ 2015862 h 2344739"/>
              <a:gd name="connsiteX104" fmla="*/ 8245834 w 12192001"/>
              <a:gd name="connsiteY104" fmla="*/ 2028854 h 2344739"/>
              <a:gd name="connsiteX105" fmla="*/ 8090272 w 12192001"/>
              <a:gd name="connsiteY105" fmla="*/ 2075015 h 2344739"/>
              <a:gd name="connsiteX106" fmla="*/ 7905407 w 12192001"/>
              <a:gd name="connsiteY106" fmla="*/ 2116988 h 2344739"/>
              <a:gd name="connsiteX107" fmla="*/ 7718745 w 12192001"/>
              <a:gd name="connsiteY107" fmla="*/ 2142703 h 2344739"/>
              <a:gd name="connsiteX108" fmla="*/ 7614347 w 12192001"/>
              <a:gd name="connsiteY108" fmla="*/ 2139232 h 2344739"/>
              <a:gd name="connsiteX109" fmla="*/ 7527543 w 12192001"/>
              <a:gd name="connsiteY109" fmla="*/ 2145060 h 2344739"/>
              <a:gd name="connsiteX110" fmla="*/ 7519571 w 12192001"/>
              <a:gd name="connsiteY110" fmla="*/ 2147613 h 2344739"/>
              <a:gd name="connsiteX111" fmla="*/ 7507411 w 12192001"/>
              <a:gd name="connsiteY111" fmla="*/ 2148948 h 2344739"/>
              <a:gd name="connsiteX112" fmla="*/ 7507040 w 12192001"/>
              <a:gd name="connsiteY112" fmla="*/ 2148621 h 2344739"/>
              <a:gd name="connsiteX113" fmla="*/ 7495795 w 12192001"/>
              <a:gd name="connsiteY113" fmla="*/ 2150573 h 2344739"/>
              <a:gd name="connsiteX114" fmla="*/ 7405391 w 12192001"/>
              <a:gd name="connsiteY114" fmla="*/ 2142468 h 2344739"/>
              <a:gd name="connsiteX115" fmla="*/ 7312180 w 12192001"/>
              <a:gd name="connsiteY115" fmla="*/ 2132873 h 2344739"/>
              <a:gd name="connsiteX116" fmla="*/ 7310853 w 12192001"/>
              <a:gd name="connsiteY116" fmla="*/ 2131431 h 2344739"/>
              <a:gd name="connsiteX117" fmla="*/ 7218559 w 12192001"/>
              <a:gd name="connsiteY117" fmla="*/ 2156680 h 2344739"/>
              <a:gd name="connsiteX118" fmla="*/ 7201101 w 12192001"/>
              <a:gd name="connsiteY118" fmla="*/ 2161230 h 2344739"/>
              <a:gd name="connsiteX119" fmla="*/ 7197004 w 12192001"/>
              <a:gd name="connsiteY119" fmla="*/ 2166588 h 2344739"/>
              <a:gd name="connsiteX120" fmla="*/ 7170808 w 12192001"/>
              <a:gd name="connsiteY120" fmla="*/ 2171236 h 2344739"/>
              <a:gd name="connsiteX121" fmla="*/ 7096988 w 12192001"/>
              <a:gd name="connsiteY121" fmla="*/ 2183464 h 2344739"/>
              <a:gd name="connsiteX122" fmla="*/ 7018496 w 12192001"/>
              <a:gd name="connsiteY122" fmla="*/ 2183090 h 2344739"/>
              <a:gd name="connsiteX123" fmla="*/ 6904146 w 12192001"/>
              <a:gd name="connsiteY123" fmla="*/ 2212596 h 2344739"/>
              <a:gd name="connsiteX124" fmla="*/ 6708222 w 12192001"/>
              <a:gd name="connsiteY124" fmla="*/ 2240551 h 2344739"/>
              <a:gd name="connsiteX125" fmla="*/ 6549454 w 12192001"/>
              <a:gd name="connsiteY125" fmla="*/ 2269327 h 2344739"/>
              <a:gd name="connsiteX126" fmla="*/ 6317560 w 12192001"/>
              <a:gd name="connsiteY126" fmla="*/ 2316127 h 2344739"/>
              <a:gd name="connsiteX127" fmla="*/ 6168674 w 12192001"/>
              <a:gd name="connsiteY127" fmla="*/ 2318214 h 2344739"/>
              <a:gd name="connsiteX128" fmla="*/ 6073848 w 12192001"/>
              <a:gd name="connsiteY128" fmla="*/ 2338676 h 2344739"/>
              <a:gd name="connsiteX129" fmla="*/ 6068529 w 12192001"/>
              <a:gd name="connsiteY129" fmla="*/ 2337139 h 2344739"/>
              <a:gd name="connsiteX130" fmla="*/ 6048638 w 12192001"/>
              <a:gd name="connsiteY130" fmla="*/ 2337822 h 2344739"/>
              <a:gd name="connsiteX131" fmla="*/ 6041285 w 12192001"/>
              <a:gd name="connsiteY131" fmla="*/ 2329473 h 2344739"/>
              <a:gd name="connsiteX132" fmla="*/ 6010090 w 12192001"/>
              <a:gd name="connsiteY132" fmla="*/ 2324380 h 2344739"/>
              <a:gd name="connsiteX133" fmla="*/ 5957375 w 12192001"/>
              <a:gd name="connsiteY133" fmla="*/ 2328024 h 2344739"/>
              <a:gd name="connsiteX134" fmla="*/ 5758919 w 12192001"/>
              <a:gd name="connsiteY134" fmla="*/ 2343716 h 2344739"/>
              <a:gd name="connsiteX135" fmla="*/ 5626960 w 12192001"/>
              <a:gd name="connsiteY135" fmla="*/ 2344739 h 2344739"/>
              <a:gd name="connsiteX136" fmla="*/ 5470906 w 12192001"/>
              <a:gd name="connsiteY136" fmla="*/ 2330719 h 2344739"/>
              <a:gd name="connsiteX137" fmla="*/ 5432761 w 12192001"/>
              <a:gd name="connsiteY137" fmla="*/ 2319466 h 2344739"/>
              <a:gd name="connsiteX138" fmla="*/ 5381669 w 12192001"/>
              <a:gd name="connsiteY138" fmla="*/ 2301764 h 2344739"/>
              <a:gd name="connsiteX139" fmla="*/ 5261764 w 12192001"/>
              <a:gd name="connsiteY139" fmla="*/ 2281347 h 2344739"/>
              <a:gd name="connsiteX140" fmla="*/ 5222961 w 12192001"/>
              <a:gd name="connsiteY140" fmla="*/ 2270223 h 2344739"/>
              <a:gd name="connsiteX141" fmla="*/ 5174660 w 12192001"/>
              <a:gd name="connsiteY141" fmla="*/ 2267233 h 2344739"/>
              <a:gd name="connsiteX142" fmla="*/ 5156554 w 12192001"/>
              <a:gd name="connsiteY142" fmla="*/ 2260010 h 2344739"/>
              <a:gd name="connsiteX143" fmla="*/ 5142599 w 12192001"/>
              <a:gd name="connsiteY143" fmla="*/ 2256610 h 2344739"/>
              <a:gd name="connsiteX144" fmla="*/ 5139596 w 12192001"/>
              <a:gd name="connsiteY144" fmla="*/ 2254509 h 2344739"/>
              <a:gd name="connsiteX145" fmla="*/ 5121659 w 12192001"/>
              <a:gd name="connsiteY145" fmla="*/ 2243656 h 2344739"/>
              <a:gd name="connsiteX146" fmla="*/ 5065790 w 12192001"/>
              <a:gd name="connsiteY146" fmla="*/ 2250227 h 2344739"/>
              <a:gd name="connsiteX147" fmla="*/ 5011514 w 12192001"/>
              <a:gd name="connsiteY147" fmla="*/ 2233846 h 2344739"/>
              <a:gd name="connsiteX148" fmla="*/ 4840441 w 12192001"/>
              <a:gd name="connsiteY148" fmla="*/ 2209829 h 2344739"/>
              <a:gd name="connsiteX149" fmla="*/ 4762447 w 12192001"/>
              <a:gd name="connsiteY149" fmla="*/ 2182061 h 2344739"/>
              <a:gd name="connsiteX150" fmla="*/ 4723186 w 12192001"/>
              <a:gd name="connsiteY150" fmla="*/ 2173047 h 2344739"/>
              <a:gd name="connsiteX151" fmla="*/ 4721176 w 12192001"/>
              <a:gd name="connsiteY151" fmla="*/ 2172298 h 2344739"/>
              <a:gd name="connsiteX152" fmla="*/ 4722111 w 12192001"/>
              <a:gd name="connsiteY152" fmla="*/ 2172087 h 2344739"/>
              <a:gd name="connsiteX153" fmla="*/ 4717202 w 12192001"/>
              <a:gd name="connsiteY153" fmla="*/ 2170817 h 2344739"/>
              <a:gd name="connsiteX154" fmla="*/ 4721176 w 12192001"/>
              <a:gd name="connsiteY154" fmla="*/ 2172298 h 2344739"/>
              <a:gd name="connsiteX155" fmla="*/ 4715526 w 12192001"/>
              <a:gd name="connsiteY155" fmla="*/ 2173573 h 2344739"/>
              <a:gd name="connsiteX156" fmla="*/ 4515814 w 12192001"/>
              <a:gd name="connsiteY156" fmla="*/ 2163671 h 2344739"/>
              <a:gd name="connsiteX157" fmla="*/ 4428543 w 12192001"/>
              <a:gd name="connsiteY157" fmla="*/ 2153020 h 2344739"/>
              <a:gd name="connsiteX158" fmla="*/ 4362875 w 12192001"/>
              <a:gd name="connsiteY158" fmla="*/ 2151674 h 2344739"/>
              <a:gd name="connsiteX159" fmla="*/ 4316966 w 12192001"/>
              <a:gd name="connsiteY159" fmla="*/ 2158289 h 2344739"/>
              <a:gd name="connsiteX160" fmla="*/ 4315110 w 12192001"/>
              <a:gd name="connsiteY160" fmla="*/ 2156948 h 2344739"/>
              <a:gd name="connsiteX161" fmla="*/ 4295144 w 12192001"/>
              <a:gd name="connsiteY161" fmla="*/ 2155069 h 2344739"/>
              <a:gd name="connsiteX162" fmla="*/ 4290064 w 12192001"/>
              <a:gd name="connsiteY162" fmla="*/ 2157986 h 2344739"/>
              <a:gd name="connsiteX163" fmla="*/ 4276142 w 12192001"/>
              <a:gd name="connsiteY163" fmla="*/ 2157740 h 2344739"/>
              <a:gd name="connsiteX164" fmla="*/ 4248117 w 12192001"/>
              <a:gd name="connsiteY164" fmla="*/ 2160064 h 2344739"/>
              <a:gd name="connsiteX165" fmla="*/ 4202051 w 12192001"/>
              <a:gd name="connsiteY165" fmla="*/ 2157269 h 2344739"/>
              <a:gd name="connsiteX166" fmla="*/ 4201745 w 12192001"/>
              <a:gd name="connsiteY166" fmla="*/ 2156010 h 2344739"/>
              <a:gd name="connsiteX167" fmla="*/ 4191248 w 12192001"/>
              <a:gd name="connsiteY167" fmla="*/ 2150376 h 2344739"/>
              <a:gd name="connsiteX168" fmla="*/ 4142745 w 12192001"/>
              <a:gd name="connsiteY168" fmla="*/ 2134511 h 2344739"/>
              <a:gd name="connsiteX169" fmla="*/ 4083097 w 12192001"/>
              <a:gd name="connsiteY169" fmla="*/ 2107978 h 2344739"/>
              <a:gd name="connsiteX170" fmla="*/ 4074546 w 12192001"/>
              <a:gd name="connsiteY170" fmla="*/ 2107143 h 2344739"/>
              <a:gd name="connsiteX171" fmla="*/ 4074427 w 12192001"/>
              <a:gd name="connsiteY171" fmla="*/ 2106844 h 2344739"/>
              <a:gd name="connsiteX172" fmla="*/ 4065510 w 12192001"/>
              <a:gd name="connsiteY172" fmla="*/ 2105400 h 2344739"/>
              <a:gd name="connsiteX173" fmla="*/ 4058954 w 12192001"/>
              <a:gd name="connsiteY173" fmla="*/ 2105618 h 2344739"/>
              <a:gd name="connsiteX174" fmla="*/ 4042364 w 12192001"/>
              <a:gd name="connsiteY174" fmla="*/ 2103997 h 2344739"/>
              <a:gd name="connsiteX175" fmla="*/ 4036997 w 12192001"/>
              <a:gd name="connsiteY175" fmla="*/ 2101563 h 2344739"/>
              <a:gd name="connsiteX176" fmla="*/ 4035363 w 12192001"/>
              <a:gd name="connsiteY176" fmla="*/ 2097896 h 2344739"/>
              <a:gd name="connsiteX177" fmla="*/ 4033778 w 12192001"/>
              <a:gd name="connsiteY177" fmla="*/ 2098131 h 2344739"/>
              <a:gd name="connsiteX178" fmla="*/ 4004538 w 12192001"/>
              <a:gd name="connsiteY178" fmla="*/ 2085563 h 2344739"/>
              <a:gd name="connsiteX179" fmla="*/ 3936846 w 12192001"/>
              <a:gd name="connsiteY179" fmla="*/ 2068106 h 2344739"/>
              <a:gd name="connsiteX180" fmla="*/ 3897275 w 12192001"/>
              <a:gd name="connsiteY180" fmla="*/ 2062451 h 2344739"/>
              <a:gd name="connsiteX181" fmla="*/ 3789760 w 12192001"/>
              <a:gd name="connsiteY181" fmla="*/ 2042213 h 2344739"/>
              <a:gd name="connsiteX182" fmla="*/ 3682513 w 12192001"/>
              <a:gd name="connsiteY182" fmla="*/ 2018290 h 2344739"/>
              <a:gd name="connsiteX183" fmla="*/ 3610035 w 12192001"/>
              <a:gd name="connsiteY183" fmla="*/ 1986019 h 2344739"/>
              <a:gd name="connsiteX184" fmla="*/ 3603855 w 12192001"/>
              <a:gd name="connsiteY184" fmla="*/ 1987381 h 2344739"/>
              <a:gd name="connsiteX185" fmla="*/ 3594736 w 12192001"/>
              <a:gd name="connsiteY185" fmla="*/ 1987545 h 2344739"/>
              <a:gd name="connsiteX186" fmla="*/ 3594501 w 12192001"/>
              <a:gd name="connsiteY186" fmla="*/ 1987276 h 2344739"/>
              <a:gd name="connsiteX187" fmla="*/ 3585978 w 12192001"/>
              <a:gd name="connsiteY187" fmla="*/ 1987966 h 2344739"/>
              <a:gd name="connsiteX188" fmla="*/ 3536135 w 12192001"/>
              <a:gd name="connsiteY188" fmla="*/ 1978267 h 2344739"/>
              <a:gd name="connsiteX189" fmla="*/ 3473223 w 12192001"/>
              <a:gd name="connsiteY189" fmla="*/ 1974606 h 2344739"/>
              <a:gd name="connsiteX190" fmla="*/ 3400728 w 12192001"/>
              <a:gd name="connsiteY190" fmla="*/ 1962558 h 2344739"/>
              <a:gd name="connsiteX191" fmla="*/ 3363888 w 12192001"/>
              <a:gd name="connsiteY191" fmla="*/ 1979510 h 2344739"/>
              <a:gd name="connsiteX192" fmla="*/ 3344026 w 12192001"/>
              <a:gd name="connsiteY192" fmla="*/ 1981192 h 2344739"/>
              <a:gd name="connsiteX193" fmla="*/ 3341698 w 12192001"/>
              <a:gd name="connsiteY193" fmla="*/ 1980217 h 2344739"/>
              <a:gd name="connsiteX194" fmla="*/ 3262356 w 12192001"/>
              <a:gd name="connsiteY194" fmla="*/ 1986094 h 2344739"/>
              <a:gd name="connsiteX195" fmla="*/ 3142556 w 12192001"/>
              <a:gd name="connsiteY195" fmla="*/ 1993869 h 2344739"/>
              <a:gd name="connsiteX196" fmla="*/ 3030291 w 12192001"/>
              <a:gd name="connsiteY196" fmla="*/ 1996512 h 2344739"/>
              <a:gd name="connsiteX197" fmla="*/ 2781569 w 12192001"/>
              <a:gd name="connsiteY197" fmla="*/ 2018333 h 2344739"/>
              <a:gd name="connsiteX198" fmla="*/ 2646527 w 12192001"/>
              <a:gd name="connsiteY198" fmla="*/ 2028869 h 2344739"/>
              <a:gd name="connsiteX199" fmla="*/ 2568028 w 12192001"/>
              <a:gd name="connsiteY199" fmla="*/ 2002628 h 2344739"/>
              <a:gd name="connsiteX200" fmla="*/ 2443255 w 12192001"/>
              <a:gd name="connsiteY200" fmla="*/ 2016529 h 2344739"/>
              <a:gd name="connsiteX201" fmla="*/ 2315112 w 12192001"/>
              <a:gd name="connsiteY201" fmla="*/ 2024996 h 2344739"/>
              <a:gd name="connsiteX202" fmla="*/ 2208578 w 12192001"/>
              <a:gd name="connsiteY202" fmla="*/ 2019763 h 2344739"/>
              <a:gd name="connsiteX203" fmla="*/ 2094665 w 12192001"/>
              <a:gd name="connsiteY203" fmla="*/ 2003052 h 2344739"/>
              <a:gd name="connsiteX204" fmla="*/ 1997356 w 12192001"/>
              <a:gd name="connsiteY204" fmla="*/ 1995032 h 2344739"/>
              <a:gd name="connsiteX205" fmla="*/ 1928172 w 12192001"/>
              <a:gd name="connsiteY205" fmla="*/ 2016977 h 2344739"/>
              <a:gd name="connsiteX206" fmla="*/ 1921650 w 12192001"/>
              <a:gd name="connsiteY206" fmla="*/ 2012146 h 2344739"/>
              <a:gd name="connsiteX207" fmla="*/ 1873080 w 12192001"/>
              <a:gd name="connsiteY207" fmla="*/ 2013741 h 2344739"/>
              <a:gd name="connsiteX208" fmla="*/ 1786655 w 12192001"/>
              <a:gd name="connsiteY208" fmla="*/ 2041363 h 2344739"/>
              <a:gd name="connsiteX209" fmla="*/ 1738204 w 12192001"/>
              <a:gd name="connsiteY209" fmla="*/ 2036312 h 2344739"/>
              <a:gd name="connsiteX210" fmla="*/ 1675071 w 12192001"/>
              <a:gd name="connsiteY210" fmla="*/ 2019963 h 2344739"/>
              <a:gd name="connsiteX211" fmla="*/ 1608669 w 12192001"/>
              <a:gd name="connsiteY211" fmla="*/ 2013066 h 2344739"/>
              <a:gd name="connsiteX212" fmla="*/ 1496110 w 12192001"/>
              <a:gd name="connsiteY212" fmla="*/ 1987476 h 2344739"/>
              <a:gd name="connsiteX213" fmla="*/ 1149979 w 12192001"/>
              <a:gd name="connsiteY213" fmla="*/ 1938041 h 2344739"/>
              <a:gd name="connsiteX214" fmla="*/ 858269 w 12192001"/>
              <a:gd name="connsiteY214" fmla="*/ 1928608 h 2344739"/>
              <a:gd name="connsiteX215" fmla="*/ 837540 w 12192001"/>
              <a:gd name="connsiteY215" fmla="*/ 1929821 h 2344739"/>
              <a:gd name="connsiteX216" fmla="*/ 816809 w 12192001"/>
              <a:gd name="connsiteY216" fmla="*/ 1927857 h 2344739"/>
              <a:gd name="connsiteX217" fmla="*/ 811506 w 12192001"/>
              <a:gd name="connsiteY217" fmla="*/ 1930751 h 2344739"/>
              <a:gd name="connsiteX218" fmla="*/ 797041 w 12192001"/>
              <a:gd name="connsiteY218" fmla="*/ 1930446 h 2344739"/>
              <a:gd name="connsiteX219" fmla="*/ 767901 w 12192001"/>
              <a:gd name="connsiteY219" fmla="*/ 1932653 h 2344739"/>
              <a:gd name="connsiteX220" fmla="*/ 763053 w 12192001"/>
              <a:gd name="connsiteY220" fmla="*/ 1930432 h 2344739"/>
              <a:gd name="connsiteX221" fmla="*/ 720047 w 12192001"/>
              <a:gd name="connsiteY221" fmla="*/ 1929661 h 2344739"/>
              <a:gd name="connsiteX222" fmla="*/ 719742 w 12192001"/>
              <a:gd name="connsiteY222" fmla="*/ 1928399 h 2344739"/>
              <a:gd name="connsiteX223" fmla="*/ 708875 w 12192001"/>
              <a:gd name="connsiteY223" fmla="*/ 1922722 h 2344739"/>
              <a:gd name="connsiteX224" fmla="*/ 596792 w 12192001"/>
              <a:gd name="connsiteY224" fmla="*/ 1879864 h 2344739"/>
              <a:gd name="connsiteX225" fmla="*/ 578535 w 12192001"/>
              <a:gd name="connsiteY225" fmla="*/ 1877212 h 2344739"/>
              <a:gd name="connsiteX226" fmla="*/ 571717 w 12192001"/>
              <a:gd name="connsiteY226" fmla="*/ 1877401 h 2344739"/>
              <a:gd name="connsiteX227" fmla="*/ 445099 w 12192001"/>
              <a:gd name="connsiteY227" fmla="*/ 1839371 h 2344739"/>
              <a:gd name="connsiteX228" fmla="*/ 404015 w 12192001"/>
              <a:gd name="connsiteY228" fmla="*/ 1833548 h 2344739"/>
              <a:gd name="connsiteX229" fmla="*/ 292435 w 12192001"/>
              <a:gd name="connsiteY229" fmla="*/ 1812852 h 2344739"/>
              <a:gd name="connsiteX230" fmla="*/ 118381 w 12192001"/>
              <a:gd name="connsiteY230" fmla="*/ 1761047 h 2344739"/>
              <a:gd name="connsiteX231" fmla="*/ 15526 w 12192001"/>
              <a:gd name="connsiteY231" fmla="*/ 1758191 h 2344739"/>
              <a:gd name="connsiteX232" fmla="*/ 2 w 12192001"/>
              <a:gd name="connsiteY232" fmla="*/ 1752722 h 2344739"/>
              <a:gd name="connsiteX233" fmla="*/ 1 w 12192001"/>
              <a:gd name="connsiteY233" fmla="*/ 762497 h 2344739"/>
              <a:gd name="connsiteX234" fmla="*/ 0 w 12192001"/>
              <a:gd name="connsiteY234" fmla="*/ 762497 h 2344739"/>
              <a:gd name="connsiteX235" fmla="*/ 0 w 12192001"/>
              <a:gd name="connsiteY235" fmla="*/ 222213 h 2344739"/>
              <a:gd name="connsiteX236" fmla="*/ 0 w 12192001"/>
              <a:gd name="connsiteY236"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309326 w 12192001"/>
              <a:gd name="connsiteY26" fmla="*/ 1274846 h 2344739"/>
              <a:gd name="connsiteX27" fmla="*/ 11294224 w 12192001"/>
              <a:gd name="connsiteY27" fmla="*/ 1283683 h 2344739"/>
              <a:gd name="connsiteX28" fmla="*/ 11245526 w 12192001"/>
              <a:gd name="connsiteY28" fmla="*/ 1274060 h 2344739"/>
              <a:gd name="connsiteX29" fmla="*/ 11227161 w 12192001"/>
              <a:gd name="connsiteY29" fmla="*/ 1276236 h 2344739"/>
              <a:gd name="connsiteX30" fmla="*/ 11216939 w 12192001"/>
              <a:gd name="connsiteY30" fmla="*/ 1275961 h 2344739"/>
              <a:gd name="connsiteX31" fmla="*/ 11216036 w 12192001"/>
              <a:gd name="connsiteY31" fmla="*/ 1275018 h 2344739"/>
              <a:gd name="connsiteX32" fmla="*/ 11187737 w 12192001"/>
              <a:gd name="connsiteY32" fmla="*/ 1292383 h 2344739"/>
              <a:gd name="connsiteX33" fmla="*/ 11183353 w 12192001"/>
              <a:gd name="connsiteY33" fmla="*/ 1292525 h 2344739"/>
              <a:gd name="connsiteX34" fmla="*/ 11165706 w 12192001"/>
              <a:gd name="connsiteY34" fmla="*/ 1306612 h 2344739"/>
              <a:gd name="connsiteX35" fmla="*/ 11156163 w 12192001"/>
              <a:gd name="connsiteY35" fmla="*/ 1312414 h 2344739"/>
              <a:gd name="connsiteX36" fmla="*/ 11154348 w 12192001"/>
              <a:gd name="connsiteY36" fmla="*/ 1317097 h 2344739"/>
              <a:gd name="connsiteX37" fmla="*/ 11139813 w 12192001"/>
              <a:gd name="connsiteY37" fmla="*/ 1324115 h 2344739"/>
              <a:gd name="connsiteX38" fmla="*/ 11137813 w 12192001"/>
              <a:gd name="connsiteY38" fmla="*/ 1323772 h 2344739"/>
              <a:gd name="connsiteX39" fmla="*/ 11127060 w 12192001"/>
              <a:gd name="connsiteY39" fmla="*/ 1333832 h 2344739"/>
              <a:gd name="connsiteX40" fmla="*/ 11119543 w 12192001"/>
              <a:gd name="connsiteY40" fmla="*/ 1347424 h 2344739"/>
              <a:gd name="connsiteX41" fmla="*/ 10893535 w 12192001"/>
              <a:gd name="connsiteY41" fmla="*/ 1473399 h 2344739"/>
              <a:gd name="connsiteX42" fmla="*/ 10772152 w 12192001"/>
              <a:gd name="connsiteY42" fmla="*/ 1523191 h 2344739"/>
              <a:gd name="connsiteX43" fmla="*/ 10626520 w 12192001"/>
              <a:gd name="connsiteY43" fmla="*/ 1559229 h 2344739"/>
              <a:gd name="connsiteX44" fmla="*/ 10580747 w 12192001"/>
              <a:gd name="connsiteY44" fmla="*/ 1568689 h 2344739"/>
              <a:gd name="connsiteX45" fmla="*/ 10546642 w 12192001"/>
              <a:gd name="connsiteY45" fmla="*/ 1598423 h 2344739"/>
              <a:gd name="connsiteX46" fmla="*/ 10528495 w 12192001"/>
              <a:gd name="connsiteY46" fmla="*/ 1596907 h 2344739"/>
              <a:gd name="connsiteX47" fmla="*/ 10525298 w 12192001"/>
              <a:gd name="connsiteY47" fmla="*/ 1596411 h 2344739"/>
              <a:gd name="connsiteX48" fmla="*/ 10513981 w 12192001"/>
              <a:gd name="connsiteY48" fmla="*/ 1599537 h 2344739"/>
              <a:gd name="connsiteX49" fmla="*/ 10490587 w 12192001"/>
              <a:gd name="connsiteY49" fmla="*/ 1594156 h 2344739"/>
              <a:gd name="connsiteX50" fmla="*/ 10470270 w 12192001"/>
              <a:gd name="connsiteY50" fmla="*/ 1601693 h 2344739"/>
              <a:gd name="connsiteX51" fmla="*/ 10375894 w 12192001"/>
              <a:gd name="connsiteY51" fmla="*/ 1644598 h 2344739"/>
              <a:gd name="connsiteX52" fmla="*/ 10318190 w 12192001"/>
              <a:gd name="connsiteY52" fmla="*/ 1666221 h 2344739"/>
              <a:gd name="connsiteX53" fmla="*/ 10294319 w 12192001"/>
              <a:gd name="connsiteY53" fmla="*/ 1668079 h 2344739"/>
              <a:gd name="connsiteX54" fmla="*/ 10262295 w 12192001"/>
              <a:gd name="connsiteY54" fmla="*/ 1674948 h 2344739"/>
              <a:gd name="connsiteX55" fmla="*/ 10204270 w 12192001"/>
              <a:gd name="connsiteY55" fmla="*/ 1682149 h 2344739"/>
              <a:gd name="connsiteX56" fmla="*/ 10176611 w 12192001"/>
              <a:gd name="connsiteY56" fmla="*/ 1692943 h 2344739"/>
              <a:gd name="connsiteX57" fmla="*/ 10163922 w 12192001"/>
              <a:gd name="connsiteY57" fmla="*/ 1693739 h 2344739"/>
              <a:gd name="connsiteX58" fmla="*/ 10155160 w 12192001"/>
              <a:gd name="connsiteY58" fmla="*/ 1707487 h 2344739"/>
              <a:gd name="connsiteX59" fmla="*/ 10117119 w 12192001"/>
              <a:gd name="connsiteY59" fmla="*/ 1731142 h 2344739"/>
              <a:gd name="connsiteX60" fmla="*/ 10100445 w 12192001"/>
              <a:gd name="connsiteY60" fmla="*/ 1742432 h 2344739"/>
              <a:gd name="connsiteX61" fmla="*/ 10082169 w 12192001"/>
              <a:gd name="connsiteY61" fmla="*/ 1743296 h 2344739"/>
              <a:gd name="connsiteX62" fmla="*/ 10039240 w 12192001"/>
              <a:gd name="connsiteY62" fmla="*/ 1741632 h 2344739"/>
              <a:gd name="connsiteX63" fmla="*/ 9960019 w 12192001"/>
              <a:gd name="connsiteY63" fmla="*/ 1757147 h 2344739"/>
              <a:gd name="connsiteX64" fmla="*/ 9847792 w 12192001"/>
              <a:gd name="connsiteY64" fmla="*/ 1763915 h 2344739"/>
              <a:gd name="connsiteX65" fmla="*/ 9728309 w 12192001"/>
              <a:gd name="connsiteY65" fmla="*/ 1784122 h 2344739"/>
              <a:gd name="connsiteX66" fmla="*/ 9584507 w 12192001"/>
              <a:gd name="connsiteY66" fmla="*/ 1795542 h 2344739"/>
              <a:gd name="connsiteX67" fmla="*/ 9343052 w 12192001"/>
              <a:gd name="connsiteY67" fmla="*/ 1841244 h 2344739"/>
              <a:gd name="connsiteX68" fmla="*/ 9231370 w 12192001"/>
              <a:gd name="connsiteY68" fmla="*/ 1893149 h 2344739"/>
              <a:gd name="connsiteX69" fmla="*/ 9194810 w 12192001"/>
              <a:gd name="connsiteY69" fmla="*/ 1903228 h 2344739"/>
              <a:gd name="connsiteX70" fmla="*/ 9189246 w 12192001"/>
              <a:gd name="connsiteY70" fmla="*/ 1912467 h 2344739"/>
              <a:gd name="connsiteX71" fmla="*/ 9151232 w 12192001"/>
              <a:gd name="connsiteY71" fmla="*/ 1923669 h 2344739"/>
              <a:gd name="connsiteX72" fmla="*/ 9150210 w 12192001"/>
              <a:gd name="connsiteY72" fmla="*/ 1922604 h 2344739"/>
              <a:gd name="connsiteX73" fmla="*/ 9137318 w 12192001"/>
              <a:gd name="connsiteY73" fmla="*/ 1920435 h 2344739"/>
              <a:gd name="connsiteX74" fmla="*/ 9113812 w 12192001"/>
              <a:gd name="connsiteY74" fmla="*/ 1919069 h 2344739"/>
              <a:gd name="connsiteX75" fmla="*/ 9053453 w 12192001"/>
              <a:gd name="connsiteY75" fmla="*/ 1910755 h 2344739"/>
              <a:gd name="connsiteX76" fmla="*/ 9005486 w 12192001"/>
              <a:gd name="connsiteY76" fmla="*/ 1914040 h 2344739"/>
              <a:gd name="connsiteX77" fmla="*/ 9005201 w 12192001"/>
              <a:gd name="connsiteY77" fmla="*/ 1913800 h 2344739"/>
              <a:gd name="connsiteX78" fmla="*/ 8996232 w 12192001"/>
              <a:gd name="connsiteY78" fmla="*/ 1915011 h 2344739"/>
              <a:gd name="connsiteX79" fmla="*/ 8990394 w 12192001"/>
              <a:gd name="connsiteY79" fmla="*/ 1917072 h 2344739"/>
              <a:gd name="connsiteX80" fmla="*/ 8974337 w 12192001"/>
              <a:gd name="connsiteY80" fmla="*/ 1920298 h 2344739"/>
              <a:gd name="connsiteX81" fmla="*/ 8968011 w 12192001"/>
              <a:gd name="connsiteY81" fmla="*/ 1919598 h 2344739"/>
              <a:gd name="connsiteX82" fmla="*/ 8963048 w 12192001"/>
              <a:gd name="connsiteY82" fmla="*/ 1917373 h 2344739"/>
              <a:gd name="connsiteX83" fmla="*/ 8928988 w 12192001"/>
              <a:gd name="connsiteY83" fmla="*/ 1914185 h 2344739"/>
              <a:gd name="connsiteX84" fmla="*/ 8752444 w 12192001"/>
              <a:gd name="connsiteY84" fmla="*/ 1933417 h 2344739"/>
              <a:gd name="connsiteX85" fmla="*/ 8707847 w 12192001"/>
              <a:gd name="connsiteY85" fmla="*/ 1935518 h 2344739"/>
              <a:gd name="connsiteX86" fmla="*/ 8596071 w 12192001"/>
              <a:gd name="connsiteY86" fmla="*/ 1944090 h 2344739"/>
              <a:gd name="connsiteX87" fmla="*/ 8525230 w 12192001"/>
              <a:gd name="connsiteY87" fmla="*/ 1929248 h 2344739"/>
              <a:gd name="connsiteX88" fmla="*/ 8510983 w 12192001"/>
              <a:gd name="connsiteY88" fmla="*/ 1935163 h 2344739"/>
              <a:gd name="connsiteX89" fmla="*/ 8506167 w 12192001"/>
              <a:gd name="connsiteY89" fmla="*/ 1938164 h 2344739"/>
              <a:gd name="connsiteX90" fmla="*/ 8497968 w 12192001"/>
              <a:gd name="connsiteY90" fmla="*/ 1940902 h 2344739"/>
              <a:gd name="connsiteX91" fmla="*/ 8497594 w 12192001"/>
              <a:gd name="connsiteY91" fmla="*/ 1940723 h 2344739"/>
              <a:gd name="connsiteX92" fmla="*/ 8490249 w 12192001"/>
              <a:gd name="connsiteY92" fmla="*/ 1943773 h 2344739"/>
              <a:gd name="connsiteX93" fmla="*/ 8367182 w 12192001"/>
              <a:gd name="connsiteY93" fmla="*/ 1957815 h 2344739"/>
              <a:gd name="connsiteX94" fmla="*/ 8353799 w 12192001"/>
              <a:gd name="connsiteY94" fmla="*/ 1958009 h 2344739"/>
              <a:gd name="connsiteX95" fmla="*/ 8352373 w 12192001"/>
              <a:gd name="connsiteY95" fmla="*/ 1957169 h 2344739"/>
              <a:gd name="connsiteX96" fmla="*/ 8320104 w 12192001"/>
              <a:gd name="connsiteY96" fmla="*/ 1974587 h 2344739"/>
              <a:gd name="connsiteX97" fmla="*/ 8314433 w 12192001"/>
              <a:gd name="connsiteY97" fmla="*/ 1974913 h 2344739"/>
              <a:gd name="connsiteX98" fmla="*/ 8295174 w 12192001"/>
              <a:gd name="connsiteY98" fmla="*/ 1988808 h 2344739"/>
              <a:gd name="connsiteX99" fmla="*/ 8284276 w 12192001"/>
              <a:gd name="connsiteY99" fmla="*/ 1994631 h 2344739"/>
              <a:gd name="connsiteX100" fmla="*/ 8283150 w 12192001"/>
              <a:gd name="connsiteY100" fmla="*/ 1999074 h 2344739"/>
              <a:gd name="connsiteX101" fmla="*/ 8266076 w 12192001"/>
              <a:gd name="connsiteY101" fmla="*/ 2006249 h 2344739"/>
              <a:gd name="connsiteX102" fmla="*/ 8263377 w 12192001"/>
              <a:gd name="connsiteY102" fmla="*/ 2006019 h 2344739"/>
              <a:gd name="connsiteX103" fmla="*/ 8252033 w 12192001"/>
              <a:gd name="connsiteY103" fmla="*/ 2015862 h 2344739"/>
              <a:gd name="connsiteX104" fmla="*/ 8245834 w 12192001"/>
              <a:gd name="connsiteY104" fmla="*/ 2028854 h 2344739"/>
              <a:gd name="connsiteX105" fmla="*/ 8090272 w 12192001"/>
              <a:gd name="connsiteY105" fmla="*/ 2075015 h 2344739"/>
              <a:gd name="connsiteX106" fmla="*/ 7905407 w 12192001"/>
              <a:gd name="connsiteY106" fmla="*/ 2116988 h 2344739"/>
              <a:gd name="connsiteX107" fmla="*/ 7718745 w 12192001"/>
              <a:gd name="connsiteY107" fmla="*/ 2142703 h 2344739"/>
              <a:gd name="connsiteX108" fmla="*/ 7614347 w 12192001"/>
              <a:gd name="connsiteY108" fmla="*/ 2139232 h 2344739"/>
              <a:gd name="connsiteX109" fmla="*/ 7527543 w 12192001"/>
              <a:gd name="connsiteY109" fmla="*/ 2145060 h 2344739"/>
              <a:gd name="connsiteX110" fmla="*/ 7519571 w 12192001"/>
              <a:gd name="connsiteY110" fmla="*/ 2147613 h 2344739"/>
              <a:gd name="connsiteX111" fmla="*/ 7507411 w 12192001"/>
              <a:gd name="connsiteY111" fmla="*/ 2148948 h 2344739"/>
              <a:gd name="connsiteX112" fmla="*/ 7507040 w 12192001"/>
              <a:gd name="connsiteY112" fmla="*/ 2148621 h 2344739"/>
              <a:gd name="connsiteX113" fmla="*/ 7495795 w 12192001"/>
              <a:gd name="connsiteY113" fmla="*/ 2150573 h 2344739"/>
              <a:gd name="connsiteX114" fmla="*/ 7405391 w 12192001"/>
              <a:gd name="connsiteY114" fmla="*/ 2142468 h 2344739"/>
              <a:gd name="connsiteX115" fmla="*/ 7312180 w 12192001"/>
              <a:gd name="connsiteY115" fmla="*/ 2132873 h 2344739"/>
              <a:gd name="connsiteX116" fmla="*/ 7310853 w 12192001"/>
              <a:gd name="connsiteY116" fmla="*/ 2131431 h 2344739"/>
              <a:gd name="connsiteX117" fmla="*/ 7218559 w 12192001"/>
              <a:gd name="connsiteY117" fmla="*/ 2156680 h 2344739"/>
              <a:gd name="connsiteX118" fmla="*/ 7201101 w 12192001"/>
              <a:gd name="connsiteY118" fmla="*/ 2161230 h 2344739"/>
              <a:gd name="connsiteX119" fmla="*/ 7197004 w 12192001"/>
              <a:gd name="connsiteY119" fmla="*/ 2166588 h 2344739"/>
              <a:gd name="connsiteX120" fmla="*/ 7170808 w 12192001"/>
              <a:gd name="connsiteY120" fmla="*/ 2171236 h 2344739"/>
              <a:gd name="connsiteX121" fmla="*/ 7096988 w 12192001"/>
              <a:gd name="connsiteY121" fmla="*/ 2183464 h 2344739"/>
              <a:gd name="connsiteX122" fmla="*/ 7018496 w 12192001"/>
              <a:gd name="connsiteY122" fmla="*/ 2183090 h 2344739"/>
              <a:gd name="connsiteX123" fmla="*/ 6904146 w 12192001"/>
              <a:gd name="connsiteY123" fmla="*/ 2212596 h 2344739"/>
              <a:gd name="connsiteX124" fmla="*/ 6708222 w 12192001"/>
              <a:gd name="connsiteY124" fmla="*/ 2240551 h 2344739"/>
              <a:gd name="connsiteX125" fmla="*/ 6549454 w 12192001"/>
              <a:gd name="connsiteY125" fmla="*/ 2269327 h 2344739"/>
              <a:gd name="connsiteX126" fmla="*/ 6317560 w 12192001"/>
              <a:gd name="connsiteY126" fmla="*/ 2316127 h 2344739"/>
              <a:gd name="connsiteX127" fmla="*/ 6168674 w 12192001"/>
              <a:gd name="connsiteY127" fmla="*/ 2318214 h 2344739"/>
              <a:gd name="connsiteX128" fmla="*/ 6073848 w 12192001"/>
              <a:gd name="connsiteY128" fmla="*/ 2338676 h 2344739"/>
              <a:gd name="connsiteX129" fmla="*/ 6068529 w 12192001"/>
              <a:gd name="connsiteY129" fmla="*/ 2337139 h 2344739"/>
              <a:gd name="connsiteX130" fmla="*/ 6048638 w 12192001"/>
              <a:gd name="connsiteY130" fmla="*/ 2337822 h 2344739"/>
              <a:gd name="connsiteX131" fmla="*/ 6041285 w 12192001"/>
              <a:gd name="connsiteY131" fmla="*/ 2329473 h 2344739"/>
              <a:gd name="connsiteX132" fmla="*/ 6010090 w 12192001"/>
              <a:gd name="connsiteY132" fmla="*/ 2324380 h 2344739"/>
              <a:gd name="connsiteX133" fmla="*/ 5957375 w 12192001"/>
              <a:gd name="connsiteY133" fmla="*/ 2328024 h 2344739"/>
              <a:gd name="connsiteX134" fmla="*/ 5758919 w 12192001"/>
              <a:gd name="connsiteY134" fmla="*/ 2343716 h 2344739"/>
              <a:gd name="connsiteX135" fmla="*/ 5626960 w 12192001"/>
              <a:gd name="connsiteY135" fmla="*/ 2344739 h 2344739"/>
              <a:gd name="connsiteX136" fmla="*/ 5470906 w 12192001"/>
              <a:gd name="connsiteY136" fmla="*/ 2330719 h 2344739"/>
              <a:gd name="connsiteX137" fmla="*/ 5432761 w 12192001"/>
              <a:gd name="connsiteY137" fmla="*/ 2319466 h 2344739"/>
              <a:gd name="connsiteX138" fmla="*/ 5381669 w 12192001"/>
              <a:gd name="connsiteY138" fmla="*/ 2301764 h 2344739"/>
              <a:gd name="connsiteX139" fmla="*/ 5261764 w 12192001"/>
              <a:gd name="connsiteY139" fmla="*/ 2281347 h 2344739"/>
              <a:gd name="connsiteX140" fmla="*/ 5222961 w 12192001"/>
              <a:gd name="connsiteY140" fmla="*/ 2270223 h 2344739"/>
              <a:gd name="connsiteX141" fmla="*/ 5174660 w 12192001"/>
              <a:gd name="connsiteY141" fmla="*/ 2267233 h 2344739"/>
              <a:gd name="connsiteX142" fmla="*/ 5156554 w 12192001"/>
              <a:gd name="connsiteY142" fmla="*/ 2260010 h 2344739"/>
              <a:gd name="connsiteX143" fmla="*/ 5142599 w 12192001"/>
              <a:gd name="connsiteY143" fmla="*/ 2256610 h 2344739"/>
              <a:gd name="connsiteX144" fmla="*/ 5139596 w 12192001"/>
              <a:gd name="connsiteY144" fmla="*/ 2254509 h 2344739"/>
              <a:gd name="connsiteX145" fmla="*/ 5121659 w 12192001"/>
              <a:gd name="connsiteY145" fmla="*/ 2243656 h 2344739"/>
              <a:gd name="connsiteX146" fmla="*/ 5065790 w 12192001"/>
              <a:gd name="connsiteY146" fmla="*/ 2250227 h 2344739"/>
              <a:gd name="connsiteX147" fmla="*/ 5011514 w 12192001"/>
              <a:gd name="connsiteY147" fmla="*/ 2233846 h 2344739"/>
              <a:gd name="connsiteX148" fmla="*/ 4840441 w 12192001"/>
              <a:gd name="connsiteY148" fmla="*/ 2209829 h 2344739"/>
              <a:gd name="connsiteX149" fmla="*/ 4762447 w 12192001"/>
              <a:gd name="connsiteY149" fmla="*/ 2182061 h 2344739"/>
              <a:gd name="connsiteX150" fmla="*/ 4723186 w 12192001"/>
              <a:gd name="connsiteY150" fmla="*/ 2173047 h 2344739"/>
              <a:gd name="connsiteX151" fmla="*/ 4721176 w 12192001"/>
              <a:gd name="connsiteY151" fmla="*/ 2172298 h 2344739"/>
              <a:gd name="connsiteX152" fmla="*/ 4722111 w 12192001"/>
              <a:gd name="connsiteY152" fmla="*/ 2172087 h 2344739"/>
              <a:gd name="connsiteX153" fmla="*/ 4717202 w 12192001"/>
              <a:gd name="connsiteY153" fmla="*/ 2170817 h 2344739"/>
              <a:gd name="connsiteX154" fmla="*/ 4721176 w 12192001"/>
              <a:gd name="connsiteY154" fmla="*/ 2172298 h 2344739"/>
              <a:gd name="connsiteX155" fmla="*/ 4715526 w 12192001"/>
              <a:gd name="connsiteY155" fmla="*/ 2173573 h 2344739"/>
              <a:gd name="connsiteX156" fmla="*/ 4515814 w 12192001"/>
              <a:gd name="connsiteY156" fmla="*/ 2163671 h 2344739"/>
              <a:gd name="connsiteX157" fmla="*/ 4428543 w 12192001"/>
              <a:gd name="connsiteY157" fmla="*/ 2153020 h 2344739"/>
              <a:gd name="connsiteX158" fmla="*/ 4362875 w 12192001"/>
              <a:gd name="connsiteY158" fmla="*/ 2151674 h 2344739"/>
              <a:gd name="connsiteX159" fmla="*/ 4316966 w 12192001"/>
              <a:gd name="connsiteY159" fmla="*/ 2158289 h 2344739"/>
              <a:gd name="connsiteX160" fmla="*/ 4315110 w 12192001"/>
              <a:gd name="connsiteY160" fmla="*/ 2156948 h 2344739"/>
              <a:gd name="connsiteX161" fmla="*/ 4295144 w 12192001"/>
              <a:gd name="connsiteY161" fmla="*/ 2155069 h 2344739"/>
              <a:gd name="connsiteX162" fmla="*/ 4290064 w 12192001"/>
              <a:gd name="connsiteY162" fmla="*/ 2157986 h 2344739"/>
              <a:gd name="connsiteX163" fmla="*/ 4276142 w 12192001"/>
              <a:gd name="connsiteY163" fmla="*/ 2157740 h 2344739"/>
              <a:gd name="connsiteX164" fmla="*/ 4248117 w 12192001"/>
              <a:gd name="connsiteY164" fmla="*/ 2160064 h 2344739"/>
              <a:gd name="connsiteX165" fmla="*/ 4202051 w 12192001"/>
              <a:gd name="connsiteY165" fmla="*/ 2157269 h 2344739"/>
              <a:gd name="connsiteX166" fmla="*/ 4201745 w 12192001"/>
              <a:gd name="connsiteY166" fmla="*/ 2156010 h 2344739"/>
              <a:gd name="connsiteX167" fmla="*/ 4191248 w 12192001"/>
              <a:gd name="connsiteY167" fmla="*/ 2150376 h 2344739"/>
              <a:gd name="connsiteX168" fmla="*/ 4142745 w 12192001"/>
              <a:gd name="connsiteY168" fmla="*/ 2134511 h 2344739"/>
              <a:gd name="connsiteX169" fmla="*/ 4083097 w 12192001"/>
              <a:gd name="connsiteY169" fmla="*/ 2107978 h 2344739"/>
              <a:gd name="connsiteX170" fmla="*/ 4074546 w 12192001"/>
              <a:gd name="connsiteY170" fmla="*/ 2107143 h 2344739"/>
              <a:gd name="connsiteX171" fmla="*/ 4074427 w 12192001"/>
              <a:gd name="connsiteY171" fmla="*/ 2106844 h 2344739"/>
              <a:gd name="connsiteX172" fmla="*/ 4065510 w 12192001"/>
              <a:gd name="connsiteY172" fmla="*/ 2105400 h 2344739"/>
              <a:gd name="connsiteX173" fmla="*/ 4058954 w 12192001"/>
              <a:gd name="connsiteY173" fmla="*/ 2105618 h 2344739"/>
              <a:gd name="connsiteX174" fmla="*/ 4042364 w 12192001"/>
              <a:gd name="connsiteY174" fmla="*/ 2103997 h 2344739"/>
              <a:gd name="connsiteX175" fmla="*/ 4036997 w 12192001"/>
              <a:gd name="connsiteY175" fmla="*/ 2101563 h 2344739"/>
              <a:gd name="connsiteX176" fmla="*/ 4035363 w 12192001"/>
              <a:gd name="connsiteY176" fmla="*/ 2097896 h 2344739"/>
              <a:gd name="connsiteX177" fmla="*/ 4033778 w 12192001"/>
              <a:gd name="connsiteY177" fmla="*/ 2098131 h 2344739"/>
              <a:gd name="connsiteX178" fmla="*/ 4004538 w 12192001"/>
              <a:gd name="connsiteY178" fmla="*/ 2085563 h 2344739"/>
              <a:gd name="connsiteX179" fmla="*/ 3936846 w 12192001"/>
              <a:gd name="connsiteY179" fmla="*/ 2068106 h 2344739"/>
              <a:gd name="connsiteX180" fmla="*/ 3897275 w 12192001"/>
              <a:gd name="connsiteY180" fmla="*/ 2062451 h 2344739"/>
              <a:gd name="connsiteX181" fmla="*/ 3789760 w 12192001"/>
              <a:gd name="connsiteY181" fmla="*/ 2042213 h 2344739"/>
              <a:gd name="connsiteX182" fmla="*/ 3682513 w 12192001"/>
              <a:gd name="connsiteY182" fmla="*/ 2018290 h 2344739"/>
              <a:gd name="connsiteX183" fmla="*/ 3610035 w 12192001"/>
              <a:gd name="connsiteY183" fmla="*/ 1986019 h 2344739"/>
              <a:gd name="connsiteX184" fmla="*/ 3603855 w 12192001"/>
              <a:gd name="connsiteY184" fmla="*/ 1987381 h 2344739"/>
              <a:gd name="connsiteX185" fmla="*/ 3594736 w 12192001"/>
              <a:gd name="connsiteY185" fmla="*/ 1987545 h 2344739"/>
              <a:gd name="connsiteX186" fmla="*/ 3594501 w 12192001"/>
              <a:gd name="connsiteY186" fmla="*/ 1987276 h 2344739"/>
              <a:gd name="connsiteX187" fmla="*/ 3585978 w 12192001"/>
              <a:gd name="connsiteY187" fmla="*/ 1987966 h 2344739"/>
              <a:gd name="connsiteX188" fmla="*/ 3536135 w 12192001"/>
              <a:gd name="connsiteY188" fmla="*/ 1978267 h 2344739"/>
              <a:gd name="connsiteX189" fmla="*/ 3473223 w 12192001"/>
              <a:gd name="connsiteY189" fmla="*/ 1974606 h 2344739"/>
              <a:gd name="connsiteX190" fmla="*/ 3400728 w 12192001"/>
              <a:gd name="connsiteY190" fmla="*/ 1962558 h 2344739"/>
              <a:gd name="connsiteX191" fmla="*/ 3363888 w 12192001"/>
              <a:gd name="connsiteY191" fmla="*/ 1979510 h 2344739"/>
              <a:gd name="connsiteX192" fmla="*/ 3344026 w 12192001"/>
              <a:gd name="connsiteY192" fmla="*/ 1981192 h 2344739"/>
              <a:gd name="connsiteX193" fmla="*/ 3341698 w 12192001"/>
              <a:gd name="connsiteY193" fmla="*/ 1980217 h 2344739"/>
              <a:gd name="connsiteX194" fmla="*/ 3262356 w 12192001"/>
              <a:gd name="connsiteY194" fmla="*/ 1986094 h 2344739"/>
              <a:gd name="connsiteX195" fmla="*/ 3142556 w 12192001"/>
              <a:gd name="connsiteY195" fmla="*/ 1993869 h 2344739"/>
              <a:gd name="connsiteX196" fmla="*/ 3030291 w 12192001"/>
              <a:gd name="connsiteY196" fmla="*/ 1996512 h 2344739"/>
              <a:gd name="connsiteX197" fmla="*/ 2781569 w 12192001"/>
              <a:gd name="connsiteY197" fmla="*/ 2018333 h 2344739"/>
              <a:gd name="connsiteX198" fmla="*/ 2646527 w 12192001"/>
              <a:gd name="connsiteY198" fmla="*/ 2028869 h 2344739"/>
              <a:gd name="connsiteX199" fmla="*/ 2568028 w 12192001"/>
              <a:gd name="connsiteY199" fmla="*/ 2002628 h 2344739"/>
              <a:gd name="connsiteX200" fmla="*/ 2443255 w 12192001"/>
              <a:gd name="connsiteY200" fmla="*/ 2016529 h 2344739"/>
              <a:gd name="connsiteX201" fmla="*/ 2315112 w 12192001"/>
              <a:gd name="connsiteY201" fmla="*/ 2024996 h 2344739"/>
              <a:gd name="connsiteX202" fmla="*/ 2208578 w 12192001"/>
              <a:gd name="connsiteY202" fmla="*/ 2019763 h 2344739"/>
              <a:gd name="connsiteX203" fmla="*/ 2094665 w 12192001"/>
              <a:gd name="connsiteY203" fmla="*/ 2003052 h 2344739"/>
              <a:gd name="connsiteX204" fmla="*/ 1997356 w 12192001"/>
              <a:gd name="connsiteY204" fmla="*/ 1995032 h 2344739"/>
              <a:gd name="connsiteX205" fmla="*/ 1928172 w 12192001"/>
              <a:gd name="connsiteY205" fmla="*/ 2016977 h 2344739"/>
              <a:gd name="connsiteX206" fmla="*/ 1921650 w 12192001"/>
              <a:gd name="connsiteY206" fmla="*/ 2012146 h 2344739"/>
              <a:gd name="connsiteX207" fmla="*/ 1873080 w 12192001"/>
              <a:gd name="connsiteY207" fmla="*/ 2013741 h 2344739"/>
              <a:gd name="connsiteX208" fmla="*/ 1786655 w 12192001"/>
              <a:gd name="connsiteY208" fmla="*/ 2041363 h 2344739"/>
              <a:gd name="connsiteX209" fmla="*/ 1738204 w 12192001"/>
              <a:gd name="connsiteY209" fmla="*/ 2036312 h 2344739"/>
              <a:gd name="connsiteX210" fmla="*/ 1675071 w 12192001"/>
              <a:gd name="connsiteY210" fmla="*/ 2019963 h 2344739"/>
              <a:gd name="connsiteX211" fmla="*/ 1608669 w 12192001"/>
              <a:gd name="connsiteY211" fmla="*/ 2013066 h 2344739"/>
              <a:gd name="connsiteX212" fmla="*/ 1496110 w 12192001"/>
              <a:gd name="connsiteY212" fmla="*/ 1987476 h 2344739"/>
              <a:gd name="connsiteX213" fmla="*/ 1149979 w 12192001"/>
              <a:gd name="connsiteY213" fmla="*/ 1938041 h 2344739"/>
              <a:gd name="connsiteX214" fmla="*/ 858269 w 12192001"/>
              <a:gd name="connsiteY214" fmla="*/ 1928608 h 2344739"/>
              <a:gd name="connsiteX215" fmla="*/ 837540 w 12192001"/>
              <a:gd name="connsiteY215" fmla="*/ 1929821 h 2344739"/>
              <a:gd name="connsiteX216" fmla="*/ 816809 w 12192001"/>
              <a:gd name="connsiteY216" fmla="*/ 1927857 h 2344739"/>
              <a:gd name="connsiteX217" fmla="*/ 811506 w 12192001"/>
              <a:gd name="connsiteY217" fmla="*/ 1930751 h 2344739"/>
              <a:gd name="connsiteX218" fmla="*/ 797041 w 12192001"/>
              <a:gd name="connsiteY218" fmla="*/ 1930446 h 2344739"/>
              <a:gd name="connsiteX219" fmla="*/ 767901 w 12192001"/>
              <a:gd name="connsiteY219" fmla="*/ 1932653 h 2344739"/>
              <a:gd name="connsiteX220" fmla="*/ 763053 w 12192001"/>
              <a:gd name="connsiteY220" fmla="*/ 1930432 h 2344739"/>
              <a:gd name="connsiteX221" fmla="*/ 720047 w 12192001"/>
              <a:gd name="connsiteY221" fmla="*/ 1929661 h 2344739"/>
              <a:gd name="connsiteX222" fmla="*/ 719742 w 12192001"/>
              <a:gd name="connsiteY222" fmla="*/ 1928399 h 2344739"/>
              <a:gd name="connsiteX223" fmla="*/ 708875 w 12192001"/>
              <a:gd name="connsiteY223" fmla="*/ 1922722 h 2344739"/>
              <a:gd name="connsiteX224" fmla="*/ 596792 w 12192001"/>
              <a:gd name="connsiteY224" fmla="*/ 1879864 h 2344739"/>
              <a:gd name="connsiteX225" fmla="*/ 578535 w 12192001"/>
              <a:gd name="connsiteY225" fmla="*/ 1877212 h 2344739"/>
              <a:gd name="connsiteX226" fmla="*/ 571717 w 12192001"/>
              <a:gd name="connsiteY226" fmla="*/ 1877401 h 2344739"/>
              <a:gd name="connsiteX227" fmla="*/ 445099 w 12192001"/>
              <a:gd name="connsiteY227" fmla="*/ 1839371 h 2344739"/>
              <a:gd name="connsiteX228" fmla="*/ 404015 w 12192001"/>
              <a:gd name="connsiteY228" fmla="*/ 1833548 h 2344739"/>
              <a:gd name="connsiteX229" fmla="*/ 292435 w 12192001"/>
              <a:gd name="connsiteY229" fmla="*/ 1812852 h 2344739"/>
              <a:gd name="connsiteX230" fmla="*/ 118381 w 12192001"/>
              <a:gd name="connsiteY230" fmla="*/ 1761047 h 2344739"/>
              <a:gd name="connsiteX231" fmla="*/ 15526 w 12192001"/>
              <a:gd name="connsiteY231" fmla="*/ 1758191 h 2344739"/>
              <a:gd name="connsiteX232" fmla="*/ 2 w 12192001"/>
              <a:gd name="connsiteY232" fmla="*/ 1752722 h 2344739"/>
              <a:gd name="connsiteX233" fmla="*/ 1 w 12192001"/>
              <a:gd name="connsiteY233" fmla="*/ 762497 h 2344739"/>
              <a:gd name="connsiteX234" fmla="*/ 0 w 12192001"/>
              <a:gd name="connsiteY234" fmla="*/ 762497 h 2344739"/>
              <a:gd name="connsiteX235" fmla="*/ 0 w 12192001"/>
              <a:gd name="connsiteY235" fmla="*/ 222213 h 2344739"/>
              <a:gd name="connsiteX236" fmla="*/ 0 w 12192001"/>
              <a:gd name="connsiteY236"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309326 w 12192001"/>
              <a:gd name="connsiteY26" fmla="*/ 1274846 h 2344739"/>
              <a:gd name="connsiteX27" fmla="*/ 11245526 w 12192001"/>
              <a:gd name="connsiteY27" fmla="*/ 1274060 h 2344739"/>
              <a:gd name="connsiteX28" fmla="*/ 11227161 w 12192001"/>
              <a:gd name="connsiteY28" fmla="*/ 1276236 h 2344739"/>
              <a:gd name="connsiteX29" fmla="*/ 11216939 w 12192001"/>
              <a:gd name="connsiteY29" fmla="*/ 1275961 h 2344739"/>
              <a:gd name="connsiteX30" fmla="*/ 11216036 w 12192001"/>
              <a:gd name="connsiteY30" fmla="*/ 1275018 h 2344739"/>
              <a:gd name="connsiteX31" fmla="*/ 11187737 w 12192001"/>
              <a:gd name="connsiteY31" fmla="*/ 1292383 h 2344739"/>
              <a:gd name="connsiteX32" fmla="*/ 11183353 w 12192001"/>
              <a:gd name="connsiteY32" fmla="*/ 1292525 h 2344739"/>
              <a:gd name="connsiteX33" fmla="*/ 11165706 w 12192001"/>
              <a:gd name="connsiteY33" fmla="*/ 1306612 h 2344739"/>
              <a:gd name="connsiteX34" fmla="*/ 11156163 w 12192001"/>
              <a:gd name="connsiteY34" fmla="*/ 1312414 h 2344739"/>
              <a:gd name="connsiteX35" fmla="*/ 11154348 w 12192001"/>
              <a:gd name="connsiteY35" fmla="*/ 1317097 h 2344739"/>
              <a:gd name="connsiteX36" fmla="*/ 11139813 w 12192001"/>
              <a:gd name="connsiteY36" fmla="*/ 1324115 h 2344739"/>
              <a:gd name="connsiteX37" fmla="*/ 11137813 w 12192001"/>
              <a:gd name="connsiteY37" fmla="*/ 1323772 h 2344739"/>
              <a:gd name="connsiteX38" fmla="*/ 11127060 w 12192001"/>
              <a:gd name="connsiteY38" fmla="*/ 1333832 h 2344739"/>
              <a:gd name="connsiteX39" fmla="*/ 11119543 w 12192001"/>
              <a:gd name="connsiteY39" fmla="*/ 1347424 h 2344739"/>
              <a:gd name="connsiteX40" fmla="*/ 10893535 w 12192001"/>
              <a:gd name="connsiteY40" fmla="*/ 1473399 h 2344739"/>
              <a:gd name="connsiteX41" fmla="*/ 10772152 w 12192001"/>
              <a:gd name="connsiteY41" fmla="*/ 1523191 h 2344739"/>
              <a:gd name="connsiteX42" fmla="*/ 10626520 w 12192001"/>
              <a:gd name="connsiteY42" fmla="*/ 1559229 h 2344739"/>
              <a:gd name="connsiteX43" fmla="*/ 10580747 w 12192001"/>
              <a:gd name="connsiteY43" fmla="*/ 1568689 h 2344739"/>
              <a:gd name="connsiteX44" fmla="*/ 10546642 w 12192001"/>
              <a:gd name="connsiteY44" fmla="*/ 1598423 h 2344739"/>
              <a:gd name="connsiteX45" fmla="*/ 10528495 w 12192001"/>
              <a:gd name="connsiteY45" fmla="*/ 1596907 h 2344739"/>
              <a:gd name="connsiteX46" fmla="*/ 10525298 w 12192001"/>
              <a:gd name="connsiteY46" fmla="*/ 1596411 h 2344739"/>
              <a:gd name="connsiteX47" fmla="*/ 10513981 w 12192001"/>
              <a:gd name="connsiteY47" fmla="*/ 1599537 h 2344739"/>
              <a:gd name="connsiteX48" fmla="*/ 10490587 w 12192001"/>
              <a:gd name="connsiteY48" fmla="*/ 1594156 h 2344739"/>
              <a:gd name="connsiteX49" fmla="*/ 10470270 w 12192001"/>
              <a:gd name="connsiteY49" fmla="*/ 1601693 h 2344739"/>
              <a:gd name="connsiteX50" fmla="*/ 10375894 w 12192001"/>
              <a:gd name="connsiteY50" fmla="*/ 1644598 h 2344739"/>
              <a:gd name="connsiteX51" fmla="*/ 10318190 w 12192001"/>
              <a:gd name="connsiteY51" fmla="*/ 1666221 h 2344739"/>
              <a:gd name="connsiteX52" fmla="*/ 10294319 w 12192001"/>
              <a:gd name="connsiteY52" fmla="*/ 1668079 h 2344739"/>
              <a:gd name="connsiteX53" fmla="*/ 10262295 w 12192001"/>
              <a:gd name="connsiteY53" fmla="*/ 1674948 h 2344739"/>
              <a:gd name="connsiteX54" fmla="*/ 10204270 w 12192001"/>
              <a:gd name="connsiteY54" fmla="*/ 1682149 h 2344739"/>
              <a:gd name="connsiteX55" fmla="*/ 10176611 w 12192001"/>
              <a:gd name="connsiteY55" fmla="*/ 1692943 h 2344739"/>
              <a:gd name="connsiteX56" fmla="*/ 10163922 w 12192001"/>
              <a:gd name="connsiteY56" fmla="*/ 1693739 h 2344739"/>
              <a:gd name="connsiteX57" fmla="*/ 10155160 w 12192001"/>
              <a:gd name="connsiteY57" fmla="*/ 1707487 h 2344739"/>
              <a:gd name="connsiteX58" fmla="*/ 10117119 w 12192001"/>
              <a:gd name="connsiteY58" fmla="*/ 1731142 h 2344739"/>
              <a:gd name="connsiteX59" fmla="*/ 10100445 w 12192001"/>
              <a:gd name="connsiteY59" fmla="*/ 1742432 h 2344739"/>
              <a:gd name="connsiteX60" fmla="*/ 10082169 w 12192001"/>
              <a:gd name="connsiteY60" fmla="*/ 1743296 h 2344739"/>
              <a:gd name="connsiteX61" fmla="*/ 10039240 w 12192001"/>
              <a:gd name="connsiteY61" fmla="*/ 1741632 h 2344739"/>
              <a:gd name="connsiteX62" fmla="*/ 9960019 w 12192001"/>
              <a:gd name="connsiteY62" fmla="*/ 1757147 h 2344739"/>
              <a:gd name="connsiteX63" fmla="*/ 9847792 w 12192001"/>
              <a:gd name="connsiteY63" fmla="*/ 1763915 h 2344739"/>
              <a:gd name="connsiteX64" fmla="*/ 9728309 w 12192001"/>
              <a:gd name="connsiteY64" fmla="*/ 1784122 h 2344739"/>
              <a:gd name="connsiteX65" fmla="*/ 9584507 w 12192001"/>
              <a:gd name="connsiteY65" fmla="*/ 1795542 h 2344739"/>
              <a:gd name="connsiteX66" fmla="*/ 9343052 w 12192001"/>
              <a:gd name="connsiteY66" fmla="*/ 1841244 h 2344739"/>
              <a:gd name="connsiteX67" fmla="*/ 9231370 w 12192001"/>
              <a:gd name="connsiteY67" fmla="*/ 1893149 h 2344739"/>
              <a:gd name="connsiteX68" fmla="*/ 9194810 w 12192001"/>
              <a:gd name="connsiteY68" fmla="*/ 1903228 h 2344739"/>
              <a:gd name="connsiteX69" fmla="*/ 9189246 w 12192001"/>
              <a:gd name="connsiteY69" fmla="*/ 1912467 h 2344739"/>
              <a:gd name="connsiteX70" fmla="*/ 9151232 w 12192001"/>
              <a:gd name="connsiteY70" fmla="*/ 1923669 h 2344739"/>
              <a:gd name="connsiteX71" fmla="*/ 9150210 w 12192001"/>
              <a:gd name="connsiteY71" fmla="*/ 1922604 h 2344739"/>
              <a:gd name="connsiteX72" fmla="*/ 9137318 w 12192001"/>
              <a:gd name="connsiteY72" fmla="*/ 1920435 h 2344739"/>
              <a:gd name="connsiteX73" fmla="*/ 9113812 w 12192001"/>
              <a:gd name="connsiteY73" fmla="*/ 1919069 h 2344739"/>
              <a:gd name="connsiteX74" fmla="*/ 9053453 w 12192001"/>
              <a:gd name="connsiteY74" fmla="*/ 1910755 h 2344739"/>
              <a:gd name="connsiteX75" fmla="*/ 9005486 w 12192001"/>
              <a:gd name="connsiteY75" fmla="*/ 1914040 h 2344739"/>
              <a:gd name="connsiteX76" fmla="*/ 9005201 w 12192001"/>
              <a:gd name="connsiteY76" fmla="*/ 1913800 h 2344739"/>
              <a:gd name="connsiteX77" fmla="*/ 8996232 w 12192001"/>
              <a:gd name="connsiteY77" fmla="*/ 1915011 h 2344739"/>
              <a:gd name="connsiteX78" fmla="*/ 8990394 w 12192001"/>
              <a:gd name="connsiteY78" fmla="*/ 1917072 h 2344739"/>
              <a:gd name="connsiteX79" fmla="*/ 8974337 w 12192001"/>
              <a:gd name="connsiteY79" fmla="*/ 1920298 h 2344739"/>
              <a:gd name="connsiteX80" fmla="*/ 8968011 w 12192001"/>
              <a:gd name="connsiteY80" fmla="*/ 1919598 h 2344739"/>
              <a:gd name="connsiteX81" fmla="*/ 8963048 w 12192001"/>
              <a:gd name="connsiteY81" fmla="*/ 1917373 h 2344739"/>
              <a:gd name="connsiteX82" fmla="*/ 8928988 w 12192001"/>
              <a:gd name="connsiteY82" fmla="*/ 1914185 h 2344739"/>
              <a:gd name="connsiteX83" fmla="*/ 8752444 w 12192001"/>
              <a:gd name="connsiteY83" fmla="*/ 1933417 h 2344739"/>
              <a:gd name="connsiteX84" fmla="*/ 8707847 w 12192001"/>
              <a:gd name="connsiteY84" fmla="*/ 1935518 h 2344739"/>
              <a:gd name="connsiteX85" fmla="*/ 8596071 w 12192001"/>
              <a:gd name="connsiteY85" fmla="*/ 1944090 h 2344739"/>
              <a:gd name="connsiteX86" fmla="*/ 8525230 w 12192001"/>
              <a:gd name="connsiteY86" fmla="*/ 1929248 h 2344739"/>
              <a:gd name="connsiteX87" fmla="*/ 8510983 w 12192001"/>
              <a:gd name="connsiteY87" fmla="*/ 1935163 h 2344739"/>
              <a:gd name="connsiteX88" fmla="*/ 8506167 w 12192001"/>
              <a:gd name="connsiteY88" fmla="*/ 1938164 h 2344739"/>
              <a:gd name="connsiteX89" fmla="*/ 8497968 w 12192001"/>
              <a:gd name="connsiteY89" fmla="*/ 1940902 h 2344739"/>
              <a:gd name="connsiteX90" fmla="*/ 8497594 w 12192001"/>
              <a:gd name="connsiteY90" fmla="*/ 1940723 h 2344739"/>
              <a:gd name="connsiteX91" fmla="*/ 8490249 w 12192001"/>
              <a:gd name="connsiteY91" fmla="*/ 1943773 h 2344739"/>
              <a:gd name="connsiteX92" fmla="*/ 8367182 w 12192001"/>
              <a:gd name="connsiteY92" fmla="*/ 1957815 h 2344739"/>
              <a:gd name="connsiteX93" fmla="*/ 8353799 w 12192001"/>
              <a:gd name="connsiteY93" fmla="*/ 1958009 h 2344739"/>
              <a:gd name="connsiteX94" fmla="*/ 8352373 w 12192001"/>
              <a:gd name="connsiteY94" fmla="*/ 1957169 h 2344739"/>
              <a:gd name="connsiteX95" fmla="*/ 8320104 w 12192001"/>
              <a:gd name="connsiteY95" fmla="*/ 1974587 h 2344739"/>
              <a:gd name="connsiteX96" fmla="*/ 8314433 w 12192001"/>
              <a:gd name="connsiteY96" fmla="*/ 1974913 h 2344739"/>
              <a:gd name="connsiteX97" fmla="*/ 8295174 w 12192001"/>
              <a:gd name="connsiteY97" fmla="*/ 1988808 h 2344739"/>
              <a:gd name="connsiteX98" fmla="*/ 8284276 w 12192001"/>
              <a:gd name="connsiteY98" fmla="*/ 1994631 h 2344739"/>
              <a:gd name="connsiteX99" fmla="*/ 8283150 w 12192001"/>
              <a:gd name="connsiteY99" fmla="*/ 1999074 h 2344739"/>
              <a:gd name="connsiteX100" fmla="*/ 8266076 w 12192001"/>
              <a:gd name="connsiteY100" fmla="*/ 2006249 h 2344739"/>
              <a:gd name="connsiteX101" fmla="*/ 8263377 w 12192001"/>
              <a:gd name="connsiteY101" fmla="*/ 2006019 h 2344739"/>
              <a:gd name="connsiteX102" fmla="*/ 8252033 w 12192001"/>
              <a:gd name="connsiteY102" fmla="*/ 2015862 h 2344739"/>
              <a:gd name="connsiteX103" fmla="*/ 8245834 w 12192001"/>
              <a:gd name="connsiteY103" fmla="*/ 2028854 h 2344739"/>
              <a:gd name="connsiteX104" fmla="*/ 8090272 w 12192001"/>
              <a:gd name="connsiteY104" fmla="*/ 2075015 h 2344739"/>
              <a:gd name="connsiteX105" fmla="*/ 7905407 w 12192001"/>
              <a:gd name="connsiteY105" fmla="*/ 2116988 h 2344739"/>
              <a:gd name="connsiteX106" fmla="*/ 7718745 w 12192001"/>
              <a:gd name="connsiteY106" fmla="*/ 2142703 h 2344739"/>
              <a:gd name="connsiteX107" fmla="*/ 7614347 w 12192001"/>
              <a:gd name="connsiteY107" fmla="*/ 2139232 h 2344739"/>
              <a:gd name="connsiteX108" fmla="*/ 7527543 w 12192001"/>
              <a:gd name="connsiteY108" fmla="*/ 2145060 h 2344739"/>
              <a:gd name="connsiteX109" fmla="*/ 7519571 w 12192001"/>
              <a:gd name="connsiteY109" fmla="*/ 2147613 h 2344739"/>
              <a:gd name="connsiteX110" fmla="*/ 7507411 w 12192001"/>
              <a:gd name="connsiteY110" fmla="*/ 2148948 h 2344739"/>
              <a:gd name="connsiteX111" fmla="*/ 7507040 w 12192001"/>
              <a:gd name="connsiteY111" fmla="*/ 2148621 h 2344739"/>
              <a:gd name="connsiteX112" fmla="*/ 7495795 w 12192001"/>
              <a:gd name="connsiteY112" fmla="*/ 2150573 h 2344739"/>
              <a:gd name="connsiteX113" fmla="*/ 7405391 w 12192001"/>
              <a:gd name="connsiteY113" fmla="*/ 2142468 h 2344739"/>
              <a:gd name="connsiteX114" fmla="*/ 7312180 w 12192001"/>
              <a:gd name="connsiteY114" fmla="*/ 2132873 h 2344739"/>
              <a:gd name="connsiteX115" fmla="*/ 7310853 w 12192001"/>
              <a:gd name="connsiteY115" fmla="*/ 2131431 h 2344739"/>
              <a:gd name="connsiteX116" fmla="*/ 7218559 w 12192001"/>
              <a:gd name="connsiteY116" fmla="*/ 2156680 h 2344739"/>
              <a:gd name="connsiteX117" fmla="*/ 7201101 w 12192001"/>
              <a:gd name="connsiteY117" fmla="*/ 2161230 h 2344739"/>
              <a:gd name="connsiteX118" fmla="*/ 7197004 w 12192001"/>
              <a:gd name="connsiteY118" fmla="*/ 2166588 h 2344739"/>
              <a:gd name="connsiteX119" fmla="*/ 7170808 w 12192001"/>
              <a:gd name="connsiteY119" fmla="*/ 2171236 h 2344739"/>
              <a:gd name="connsiteX120" fmla="*/ 7096988 w 12192001"/>
              <a:gd name="connsiteY120" fmla="*/ 2183464 h 2344739"/>
              <a:gd name="connsiteX121" fmla="*/ 7018496 w 12192001"/>
              <a:gd name="connsiteY121" fmla="*/ 2183090 h 2344739"/>
              <a:gd name="connsiteX122" fmla="*/ 6904146 w 12192001"/>
              <a:gd name="connsiteY122" fmla="*/ 2212596 h 2344739"/>
              <a:gd name="connsiteX123" fmla="*/ 6708222 w 12192001"/>
              <a:gd name="connsiteY123" fmla="*/ 2240551 h 2344739"/>
              <a:gd name="connsiteX124" fmla="*/ 6549454 w 12192001"/>
              <a:gd name="connsiteY124" fmla="*/ 2269327 h 2344739"/>
              <a:gd name="connsiteX125" fmla="*/ 6317560 w 12192001"/>
              <a:gd name="connsiteY125" fmla="*/ 2316127 h 2344739"/>
              <a:gd name="connsiteX126" fmla="*/ 6168674 w 12192001"/>
              <a:gd name="connsiteY126" fmla="*/ 2318214 h 2344739"/>
              <a:gd name="connsiteX127" fmla="*/ 6073848 w 12192001"/>
              <a:gd name="connsiteY127" fmla="*/ 2338676 h 2344739"/>
              <a:gd name="connsiteX128" fmla="*/ 6068529 w 12192001"/>
              <a:gd name="connsiteY128" fmla="*/ 2337139 h 2344739"/>
              <a:gd name="connsiteX129" fmla="*/ 6048638 w 12192001"/>
              <a:gd name="connsiteY129" fmla="*/ 2337822 h 2344739"/>
              <a:gd name="connsiteX130" fmla="*/ 6041285 w 12192001"/>
              <a:gd name="connsiteY130" fmla="*/ 2329473 h 2344739"/>
              <a:gd name="connsiteX131" fmla="*/ 6010090 w 12192001"/>
              <a:gd name="connsiteY131" fmla="*/ 2324380 h 2344739"/>
              <a:gd name="connsiteX132" fmla="*/ 5957375 w 12192001"/>
              <a:gd name="connsiteY132" fmla="*/ 2328024 h 2344739"/>
              <a:gd name="connsiteX133" fmla="*/ 5758919 w 12192001"/>
              <a:gd name="connsiteY133" fmla="*/ 2343716 h 2344739"/>
              <a:gd name="connsiteX134" fmla="*/ 5626960 w 12192001"/>
              <a:gd name="connsiteY134" fmla="*/ 2344739 h 2344739"/>
              <a:gd name="connsiteX135" fmla="*/ 5470906 w 12192001"/>
              <a:gd name="connsiteY135" fmla="*/ 2330719 h 2344739"/>
              <a:gd name="connsiteX136" fmla="*/ 5432761 w 12192001"/>
              <a:gd name="connsiteY136" fmla="*/ 2319466 h 2344739"/>
              <a:gd name="connsiteX137" fmla="*/ 5381669 w 12192001"/>
              <a:gd name="connsiteY137" fmla="*/ 2301764 h 2344739"/>
              <a:gd name="connsiteX138" fmla="*/ 5261764 w 12192001"/>
              <a:gd name="connsiteY138" fmla="*/ 2281347 h 2344739"/>
              <a:gd name="connsiteX139" fmla="*/ 5222961 w 12192001"/>
              <a:gd name="connsiteY139" fmla="*/ 2270223 h 2344739"/>
              <a:gd name="connsiteX140" fmla="*/ 5174660 w 12192001"/>
              <a:gd name="connsiteY140" fmla="*/ 2267233 h 2344739"/>
              <a:gd name="connsiteX141" fmla="*/ 5156554 w 12192001"/>
              <a:gd name="connsiteY141" fmla="*/ 2260010 h 2344739"/>
              <a:gd name="connsiteX142" fmla="*/ 5142599 w 12192001"/>
              <a:gd name="connsiteY142" fmla="*/ 2256610 h 2344739"/>
              <a:gd name="connsiteX143" fmla="*/ 5139596 w 12192001"/>
              <a:gd name="connsiteY143" fmla="*/ 2254509 h 2344739"/>
              <a:gd name="connsiteX144" fmla="*/ 5121659 w 12192001"/>
              <a:gd name="connsiteY144" fmla="*/ 2243656 h 2344739"/>
              <a:gd name="connsiteX145" fmla="*/ 5065790 w 12192001"/>
              <a:gd name="connsiteY145" fmla="*/ 2250227 h 2344739"/>
              <a:gd name="connsiteX146" fmla="*/ 5011514 w 12192001"/>
              <a:gd name="connsiteY146" fmla="*/ 2233846 h 2344739"/>
              <a:gd name="connsiteX147" fmla="*/ 4840441 w 12192001"/>
              <a:gd name="connsiteY147" fmla="*/ 2209829 h 2344739"/>
              <a:gd name="connsiteX148" fmla="*/ 4762447 w 12192001"/>
              <a:gd name="connsiteY148" fmla="*/ 2182061 h 2344739"/>
              <a:gd name="connsiteX149" fmla="*/ 4723186 w 12192001"/>
              <a:gd name="connsiteY149" fmla="*/ 2173047 h 2344739"/>
              <a:gd name="connsiteX150" fmla="*/ 4721176 w 12192001"/>
              <a:gd name="connsiteY150" fmla="*/ 2172298 h 2344739"/>
              <a:gd name="connsiteX151" fmla="*/ 4722111 w 12192001"/>
              <a:gd name="connsiteY151" fmla="*/ 2172087 h 2344739"/>
              <a:gd name="connsiteX152" fmla="*/ 4717202 w 12192001"/>
              <a:gd name="connsiteY152" fmla="*/ 2170817 h 2344739"/>
              <a:gd name="connsiteX153" fmla="*/ 4721176 w 12192001"/>
              <a:gd name="connsiteY153" fmla="*/ 2172298 h 2344739"/>
              <a:gd name="connsiteX154" fmla="*/ 4715526 w 12192001"/>
              <a:gd name="connsiteY154" fmla="*/ 2173573 h 2344739"/>
              <a:gd name="connsiteX155" fmla="*/ 4515814 w 12192001"/>
              <a:gd name="connsiteY155" fmla="*/ 2163671 h 2344739"/>
              <a:gd name="connsiteX156" fmla="*/ 4428543 w 12192001"/>
              <a:gd name="connsiteY156" fmla="*/ 2153020 h 2344739"/>
              <a:gd name="connsiteX157" fmla="*/ 4362875 w 12192001"/>
              <a:gd name="connsiteY157" fmla="*/ 2151674 h 2344739"/>
              <a:gd name="connsiteX158" fmla="*/ 4316966 w 12192001"/>
              <a:gd name="connsiteY158" fmla="*/ 2158289 h 2344739"/>
              <a:gd name="connsiteX159" fmla="*/ 4315110 w 12192001"/>
              <a:gd name="connsiteY159" fmla="*/ 2156948 h 2344739"/>
              <a:gd name="connsiteX160" fmla="*/ 4295144 w 12192001"/>
              <a:gd name="connsiteY160" fmla="*/ 2155069 h 2344739"/>
              <a:gd name="connsiteX161" fmla="*/ 4290064 w 12192001"/>
              <a:gd name="connsiteY161" fmla="*/ 2157986 h 2344739"/>
              <a:gd name="connsiteX162" fmla="*/ 4276142 w 12192001"/>
              <a:gd name="connsiteY162" fmla="*/ 2157740 h 2344739"/>
              <a:gd name="connsiteX163" fmla="*/ 4248117 w 12192001"/>
              <a:gd name="connsiteY163" fmla="*/ 2160064 h 2344739"/>
              <a:gd name="connsiteX164" fmla="*/ 4202051 w 12192001"/>
              <a:gd name="connsiteY164" fmla="*/ 2157269 h 2344739"/>
              <a:gd name="connsiteX165" fmla="*/ 4201745 w 12192001"/>
              <a:gd name="connsiteY165" fmla="*/ 2156010 h 2344739"/>
              <a:gd name="connsiteX166" fmla="*/ 4191248 w 12192001"/>
              <a:gd name="connsiteY166" fmla="*/ 2150376 h 2344739"/>
              <a:gd name="connsiteX167" fmla="*/ 4142745 w 12192001"/>
              <a:gd name="connsiteY167" fmla="*/ 2134511 h 2344739"/>
              <a:gd name="connsiteX168" fmla="*/ 4083097 w 12192001"/>
              <a:gd name="connsiteY168" fmla="*/ 2107978 h 2344739"/>
              <a:gd name="connsiteX169" fmla="*/ 4074546 w 12192001"/>
              <a:gd name="connsiteY169" fmla="*/ 2107143 h 2344739"/>
              <a:gd name="connsiteX170" fmla="*/ 4074427 w 12192001"/>
              <a:gd name="connsiteY170" fmla="*/ 2106844 h 2344739"/>
              <a:gd name="connsiteX171" fmla="*/ 4065510 w 12192001"/>
              <a:gd name="connsiteY171" fmla="*/ 2105400 h 2344739"/>
              <a:gd name="connsiteX172" fmla="*/ 4058954 w 12192001"/>
              <a:gd name="connsiteY172" fmla="*/ 2105618 h 2344739"/>
              <a:gd name="connsiteX173" fmla="*/ 4042364 w 12192001"/>
              <a:gd name="connsiteY173" fmla="*/ 2103997 h 2344739"/>
              <a:gd name="connsiteX174" fmla="*/ 4036997 w 12192001"/>
              <a:gd name="connsiteY174" fmla="*/ 2101563 h 2344739"/>
              <a:gd name="connsiteX175" fmla="*/ 4035363 w 12192001"/>
              <a:gd name="connsiteY175" fmla="*/ 2097896 h 2344739"/>
              <a:gd name="connsiteX176" fmla="*/ 4033778 w 12192001"/>
              <a:gd name="connsiteY176" fmla="*/ 2098131 h 2344739"/>
              <a:gd name="connsiteX177" fmla="*/ 4004538 w 12192001"/>
              <a:gd name="connsiteY177" fmla="*/ 2085563 h 2344739"/>
              <a:gd name="connsiteX178" fmla="*/ 3936846 w 12192001"/>
              <a:gd name="connsiteY178" fmla="*/ 2068106 h 2344739"/>
              <a:gd name="connsiteX179" fmla="*/ 3897275 w 12192001"/>
              <a:gd name="connsiteY179" fmla="*/ 2062451 h 2344739"/>
              <a:gd name="connsiteX180" fmla="*/ 3789760 w 12192001"/>
              <a:gd name="connsiteY180" fmla="*/ 2042213 h 2344739"/>
              <a:gd name="connsiteX181" fmla="*/ 3682513 w 12192001"/>
              <a:gd name="connsiteY181" fmla="*/ 2018290 h 2344739"/>
              <a:gd name="connsiteX182" fmla="*/ 3610035 w 12192001"/>
              <a:gd name="connsiteY182" fmla="*/ 1986019 h 2344739"/>
              <a:gd name="connsiteX183" fmla="*/ 3603855 w 12192001"/>
              <a:gd name="connsiteY183" fmla="*/ 1987381 h 2344739"/>
              <a:gd name="connsiteX184" fmla="*/ 3594736 w 12192001"/>
              <a:gd name="connsiteY184" fmla="*/ 1987545 h 2344739"/>
              <a:gd name="connsiteX185" fmla="*/ 3594501 w 12192001"/>
              <a:gd name="connsiteY185" fmla="*/ 1987276 h 2344739"/>
              <a:gd name="connsiteX186" fmla="*/ 3585978 w 12192001"/>
              <a:gd name="connsiteY186" fmla="*/ 1987966 h 2344739"/>
              <a:gd name="connsiteX187" fmla="*/ 3536135 w 12192001"/>
              <a:gd name="connsiteY187" fmla="*/ 1978267 h 2344739"/>
              <a:gd name="connsiteX188" fmla="*/ 3473223 w 12192001"/>
              <a:gd name="connsiteY188" fmla="*/ 1974606 h 2344739"/>
              <a:gd name="connsiteX189" fmla="*/ 3400728 w 12192001"/>
              <a:gd name="connsiteY189" fmla="*/ 1962558 h 2344739"/>
              <a:gd name="connsiteX190" fmla="*/ 3363888 w 12192001"/>
              <a:gd name="connsiteY190" fmla="*/ 1979510 h 2344739"/>
              <a:gd name="connsiteX191" fmla="*/ 3344026 w 12192001"/>
              <a:gd name="connsiteY191" fmla="*/ 1981192 h 2344739"/>
              <a:gd name="connsiteX192" fmla="*/ 3341698 w 12192001"/>
              <a:gd name="connsiteY192" fmla="*/ 1980217 h 2344739"/>
              <a:gd name="connsiteX193" fmla="*/ 3262356 w 12192001"/>
              <a:gd name="connsiteY193" fmla="*/ 1986094 h 2344739"/>
              <a:gd name="connsiteX194" fmla="*/ 3142556 w 12192001"/>
              <a:gd name="connsiteY194" fmla="*/ 1993869 h 2344739"/>
              <a:gd name="connsiteX195" fmla="*/ 3030291 w 12192001"/>
              <a:gd name="connsiteY195" fmla="*/ 1996512 h 2344739"/>
              <a:gd name="connsiteX196" fmla="*/ 2781569 w 12192001"/>
              <a:gd name="connsiteY196" fmla="*/ 2018333 h 2344739"/>
              <a:gd name="connsiteX197" fmla="*/ 2646527 w 12192001"/>
              <a:gd name="connsiteY197" fmla="*/ 2028869 h 2344739"/>
              <a:gd name="connsiteX198" fmla="*/ 2568028 w 12192001"/>
              <a:gd name="connsiteY198" fmla="*/ 2002628 h 2344739"/>
              <a:gd name="connsiteX199" fmla="*/ 2443255 w 12192001"/>
              <a:gd name="connsiteY199" fmla="*/ 2016529 h 2344739"/>
              <a:gd name="connsiteX200" fmla="*/ 2315112 w 12192001"/>
              <a:gd name="connsiteY200" fmla="*/ 2024996 h 2344739"/>
              <a:gd name="connsiteX201" fmla="*/ 2208578 w 12192001"/>
              <a:gd name="connsiteY201" fmla="*/ 2019763 h 2344739"/>
              <a:gd name="connsiteX202" fmla="*/ 2094665 w 12192001"/>
              <a:gd name="connsiteY202" fmla="*/ 2003052 h 2344739"/>
              <a:gd name="connsiteX203" fmla="*/ 1997356 w 12192001"/>
              <a:gd name="connsiteY203" fmla="*/ 1995032 h 2344739"/>
              <a:gd name="connsiteX204" fmla="*/ 1928172 w 12192001"/>
              <a:gd name="connsiteY204" fmla="*/ 2016977 h 2344739"/>
              <a:gd name="connsiteX205" fmla="*/ 1921650 w 12192001"/>
              <a:gd name="connsiteY205" fmla="*/ 2012146 h 2344739"/>
              <a:gd name="connsiteX206" fmla="*/ 1873080 w 12192001"/>
              <a:gd name="connsiteY206" fmla="*/ 2013741 h 2344739"/>
              <a:gd name="connsiteX207" fmla="*/ 1786655 w 12192001"/>
              <a:gd name="connsiteY207" fmla="*/ 2041363 h 2344739"/>
              <a:gd name="connsiteX208" fmla="*/ 1738204 w 12192001"/>
              <a:gd name="connsiteY208" fmla="*/ 2036312 h 2344739"/>
              <a:gd name="connsiteX209" fmla="*/ 1675071 w 12192001"/>
              <a:gd name="connsiteY209" fmla="*/ 2019963 h 2344739"/>
              <a:gd name="connsiteX210" fmla="*/ 1608669 w 12192001"/>
              <a:gd name="connsiteY210" fmla="*/ 2013066 h 2344739"/>
              <a:gd name="connsiteX211" fmla="*/ 1496110 w 12192001"/>
              <a:gd name="connsiteY211" fmla="*/ 1987476 h 2344739"/>
              <a:gd name="connsiteX212" fmla="*/ 1149979 w 12192001"/>
              <a:gd name="connsiteY212" fmla="*/ 1938041 h 2344739"/>
              <a:gd name="connsiteX213" fmla="*/ 858269 w 12192001"/>
              <a:gd name="connsiteY213" fmla="*/ 1928608 h 2344739"/>
              <a:gd name="connsiteX214" fmla="*/ 837540 w 12192001"/>
              <a:gd name="connsiteY214" fmla="*/ 1929821 h 2344739"/>
              <a:gd name="connsiteX215" fmla="*/ 816809 w 12192001"/>
              <a:gd name="connsiteY215" fmla="*/ 1927857 h 2344739"/>
              <a:gd name="connsiteX216" fmla="*/ 811506 w 12192001"/>
              <a:gd name="connsiteY216" fmla="*/ 1930751 h 2344739"/>
              <a:gd name="connsiteX217" fmla="*/ 797041 w 12192001"/>
              <a:gd name="connsiteY217" fmla="*/ 1930446 h 2344739"/>
              <a:gd name="connsiteX218" fmla="*/ 767901 w 12192001"/>
              <a:gd name="connsiteY218" fmla="*/ 1932653 h 2344739"/>
              <a:gd name="connsiteX219" fmla="*/ 763053 w 12192001"/>
              <a:gd name="connsiteY219" fmla="*/ 1930432 h 2344739"/>
              <a:gd name="connsiteX220" fmla="*/ 720047 w 12192001"/>
              <a:gd name="connsiteY220" fmla="*/ 1929661 h 2344739"/>
              <a:gd name="connsiteX221" fmla="*/ 719742 w 12192001"/>
              <a:gd name="connsiteY221" fmla="*/ 1928399 h 2344739"/>
              <a:gd name="connsiteX222" fmla="*/ 708875 w 12192001"/>
              <a:gd name="connsiteY222" fmla="*/ 1922722 h 2344739"/>
              <a:gd name="connsiteX223" fmla="*/ 596792 w 12192001"/>
              <a:gd name="connsiteY223" fmla="*/ 1879864 h 2344739"/>
              <a:gd name="connsiteX224" fmla="*/ 578535 w 12192001"/>
              <a:gd name="connsiteY224" fmla="*/ 1877212 h 2344739"/>
              <a:gd name="connsiteX225" fmla="*/ 571717 w 12192001"/>
              <a:gd name="connsiteY225" fmla="*/ 1877401 h 2344739"/>
              <a:gd name="connsiteX226" fmla="*/ 445099 w 12192001"/>
              <a:gd name="connsiteY226" fmla="*/ 1839371 h 2344739"/>
              <a:gd name="connsiteX227" fmla="*/ 404015 w 12192001"/>
              <a:gd name="connsiteY227" fmla="*/ 1833548 h 2344739"/>
              <a:gd name="connsiteX228" fmla="*/ 292435 w 12192001"/>
              <a:gd name="connsiteY228" fmla="*/ 1812852 h 2344739"/>
              <a:gd name="connsiteX229" fmla="*/ 118381 w 12192001"/>
              <a:gd name="connsiteY229" fmla="*/ 1761047 h 2344739"/>
              <a:gd name="connsiteX230" fmla="*/ 15526 w 12192001"/>
              <a:gd name="connsiteY230" fmla="*/ 1758191 h 2344739"/>
              <a:gd name="connsiteX231" fmla="*/ 2 w 12192001"/>
              <a:gd name="connsiteY231" fmla="*/ 1752722 h 2344739"/>
              <a:gd name="connsiteX232" fmla="*/ 1 w 12192001"/>
              <a:gd name="connsiteY232" fmla="*/ 762497 h 2344739"/>
              <a:gd name="connsiteX233" fmla="*/ 0 w 12192001"/>
              <a:gd name="connsiteY233" fmla="*/ 762497 h 2344739"/>
              <a:gd name="connsiteX234" fmla="*/ 0 w 12192001"/>
              <a:gd name="connsiteY234" fmla="*/ 222213 h 2344739"/>
              <a:gd name="connsiteX235" fmla="*/ 0 w 12192001"/>
              <a:gd name="connsiteY235"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415912 w 12192001"/>
              <a:gd name="connsiteY26" fmla="*/ 1173869 h 2344739"/>
              <a:gd name="connsiteX27" fmla="*/ 11245526 w 12192001"/>
              <a:gd name="connsiteY27" fmla="*/ 1274060 h 2344739"/>
              <a:gd name="connsiteX28" fmla="*/ 11227161 w 12192001"/>
              <a:gd name="connsiteY28" fmla="*/ 1276236 h 2344739"/>
              <a:gd name="connsiteX29" fmla="*/ 11216939 w 12192001"/>
              <a:gd name="connsiteY29" fmla="*/ 1275961 h 2344739"/>
              <a:gd name="connsiteX30" fmla="*/ 11216036 w 12192001"/>
              <a:gd name="connsiteY30" fmla="*/ 1275018 h 2344739"/>
              <a:gd name="connsiteX31" fmla="*/ 11187737 w 12192001"/>
              <a:gd name="connsiteY31" fmla="*/ 1292383 h 2344739"/>
              <a:gd name="connsiteX32" fmla="*/ 11183353 w 12192001"/>
              <a:gd name="connsiteY32" fmla="*/ 1292525 h 2344739"/>
              <a:gd name="connsiteX33" fmla="*/ 11165706 w 12192001"/>
              <a:gd name="connsiteY33" fmla="*/ 1306612 h 2344739"/>
              <a:gd name="connsiteX34" fmla="*/ 11156163 w 12192001"/>
              <a:gd name="connsiteY34" fmla="*/ 1312414 h 2344739"/>
              <a:gd name="connsiteX35" fmla="*/ 11154348 w 12192001"/>
              <a:gd name="connsiteY35" fmla="*/ 1317097 h 2344739"/>
              <a:gd name="connsiteX36" fmla="*/ 11139813 w 12192001"/>
              <a:gd name="connsiteY36" fmla="*/ 1324115 h 2344739"/>
              <a:gd name="connsiteX37" fmla="*/ 11137813 w 12192001"/>
              <a:gd name="connsiteY37" fmla="*/ 1323772 h 2344739"/>
              <a:gd name="connsiteX38" fmla="*/ 11127060 w 12192001"/>
              <a:gd name="connsiteY38" fmla="*/ 1333832 h 2344739"/>
              <a:gd name="connsiteX39" fmla="*/ 11119543 w 12192001"/>
              <a:gd name="connsiteY39" fmla="*/ 1347424 h 2344739"/>
              <a:gd name="connsiteX40" fmla="*/ 10893535 w 12192001"/>
              <a:gd name="connsiteY40" fmla="*/ 1473399 h 2344739"/>
              <a:gd name="connsiteX41" fmla="*/ 10772152 w 12192001"/>
              <a:gd name="connsiteY41" fmla="*/ 1523191 h 2344739"/>
              <a:gd name="connsiteX42" fmla="*/ 10626520 w 12192001"/>
              <a:gd name="connsiteY42" fmla="*/ 1559229 h 2344739"/>
              <a:gd name="connsiteX43" fmla="*/ 10580747 w 12192001"/>
              <a:gd name="connsiteY43" fmla="*/ 1568689 h 2344739"/>
              <a:gd name="connsiteX44" fmla="*/ 10546642 w 12192001"/>
              <a:gd name="connsiteY44" fmla="*/ 1598423 h 2344739"/>
              <a:gd name="connsiteX45" fmla="*/ 10528495 w 12192001"/>
              <a:gd name="connsiteY45" fmla="*/ 1596907 h 2344739"/>
              <a:gd name="connsiteX46" fmla="*/ 10525298 w 12192001"/>
              <a:gd name="connsiteY46" fmla="*/ 1596411 h 2344739"/>
              <a:gd name="connsiteX47" fmla="*/ 10513981 w 12192001"/>
              <a:gd name="connsiteY47" fmla="*/ 1599537 h 2344739"/>
              <a:gd name="connsiteX48" fmla="*/ 10490587 w 12192001"/>
              <a:gd name="connsiteY48" fmla="*/ 1594156 h 2344739"/>
              <a:gd name="connsiteX49" fmla="*/ 10470270 w 12192001"/>
              <a:gd name="connsiteY49" fmla="*/ 1601693 h 2344739"/>
              <a:gd name="connsiteX50" fmla="*/ 10375894 w 12192001"/>
              <a:gd name="connsiteY50" fmla="*/ 1644598 h 2344739"/>
              <a:gd name="connsiteX51" fmla="*/ 10318190 w 12192001"/>
              <a:gd name="connsiteY51" fmla="*/ 1666221 h 2344739"/>
              <a:gd name="connsiteX52" fmla="*/ 10294319 w 12192001"/>
              <a:gd name="connsiteY52" fmla="*/ 1668079 h 2344739"/>
              <a:gd name="connsiteX53" fmla="*/ 10262295 w 12192001"/>
              <a:gd name="connsiteY53" fmla="*/ 1674948 h 2344739"/>
              <a:gd name="connsiteX54" fmla="*/ 10204270 w 12192001"/>
              <a:gd name="connsiteY54" fmla="*/ 1682149 h 2344739"/>
              <a:gd name="connsiteX55" fmla="*/ 10176611 w 12192001"/>
              <a:gd name="connsiteY55" fmla="*/ 1692943 h 2344739"/>
              <a:gd name="connsiteX56" fmla="*/ 10163922 w 12192001"/>
              <a:gd name="connsiteY56" fmla="*/ 1693739 h 2344739"/>
              <a:gd name="connsiteX57" fmla="*/ 10155160 w 12192001"/>
              <a:gd name="connsiteY57" fmla="*/ 1707487 h 2344739"/>
              <a:gd name="connsiteX58" fmla="*/ 10117119 w 12192001"/>
              <a:gd name="connsiteY58" fmla="*/ 1731142 h 2344739"/>
              <a:gd name="connsiteX59" fmla="*/ 10100445 w 12192001"/>
              <a:gd name="connsiteY59" fmla="*/ 1742432 h 2344739"/>
              <a:gd name="connsiteX60" fmla="*/ 10082169 w 12192001"/>
              <a:gd name="connsiteY60" fmla="*/ 1743296 h 2344739"/>
              <a:gd name="connsiteX61" fmla="*/ 10039240 w 12192001"/>
              <a:gd name="connsiteY61" fmla="*/ 1741632 h 2344739"/>
              <a:gd name="connsiteX62" fmla="*/ 9960019 w 12192001"/>
              <a:gd name="connsiteY62" fmla="*/ 1757147 h 2344739"/>
              <a:gd name="connsiteX63" fmla="*/ 9847792 w 12192001"/>
              <a:gd name="connsiteY63" fmla="*/ 1763915 h 2344739"/>
              <a:gd name="connsiteX64" fmla="*/ 9728309 w 12192001"/>
              <a:gd name="connsiteY64" fmla="*/ 1784122 h 2344739"/>
              <a:gd name="connsiteX65" fmla="*/ 9584507 w 12192001"/>
              <a:gd name="connsiteY65" fmla="*/ 1795542 h 2344739"/>
              <a:gd name="connsiteX66" fmla="*/ 9343052 w 12192001"/>
              <a:gd name="connsiteY66" fmla="*/ 1841244 h 2344739"/>
              <a:gd name="connsiteX67" fmla="*/ 9231370 w 12192001"/>
              <a:gd name="connsiteY67" fmla="*/ 1893149 h 2344739"/>
              <a:gd name="connsiteX68" fmla="*/ 9194810 w 12192001"/>
              <a:gd name="connsiteY68" fmla="*/ 1903228 h 2344739"/>
              <a:gd name="connsiteX69" fmla="*/ 9189246 w 12192001"/>
              <a:gd name="connsiteY69" fmla="*/ 1912467 h 2344739"/>
              <a:gd name="connsiteX70" fmla="*/ 9151232 w 12192001"/>
              <a:gd name="connsiteY70" fmla="*/ 1923669 h 2344739"/>
              <a:gd name="connsiteX71" fmla="*/ 9150210 w 12192001"/>
              <a:gd name="connsiteY71" fmla="*/ 1922604 h 2344739"/>
              <a:gd name="connsiteX72" fmla="*/ 9137318 w 12192001"/>
              <a:gd name="connsiteY72" fmla="*/ 1920435 h 2344739"/>
              <a:gd name="connsiteX73" fmla="*/ 9113812 w 12192001"/>
              <a:gd name="connsiteY73" fmla="*/ 1919069 h 2344739"/>
              <a:gd name="connsiteX74" fmla="*/ 9053453 w 12192001"/>
              <a:gd name="connsiteY74" fmla="*/ 1910755 h 2344739"/>
              <a:gd name="connsiteX75" fmla="*/ 9005486 w 12192001"/>
              <a:gd name="connsiteY75" fmla="*/ 1914040 h 2344739"/>
              <a:gd name="connsiteX76" fmla="*/ 9005201 w 12192001"/>
              <a:gd name="connsiteY76" fmla="*/ 1913800 h 2344739"/>
              <a:gd name="connsiteX77" fmla="*/ 8996232 w 12192001"/>
              <a:gd name="connsiteY77" fmla="*/ 1915011 h 2344739"/>
              <a:gd name="connsiteX78" fmla="*/ 8990394 w 12192001"/>
              <a:gd name="connsiteY78" fmla="*/ 1917072 h 2344739"/>
              <a:gd name="connsiteX79" fmla="*/ 8974337 w 12192001"/>
              <a:gd name="connsiteY79" fmla="*/ 1920298 h 2344739"/>
              <a:gd name="connsiteX80" fmla="*/ 8968011 w 12192001"/>
              <a:gd name="connsiteY80" fmla="*/ 1919598 h 2344739"/>
              <a:gd name="connsiteX81" fmla="*/ 8963048 w 12192001"/>
              <a:gd name="connsiteY81" fmla="*/ 1917373 h 2344739"/>
              <a:gd name="connsiteX82" fmla="*/ 8928988 w 12192001"/>
              <a:gd name="connsiteY82" fmla="*/ 1914185 h 2344739"/>
              <a:gd name="connsiteX83" fmla="*/ 8752444 w 12192001"/>
              <a:gd name="connsiteY83" fmla="*/ 1933417 h 2344739"/>
              <a:gd name="connsiteX84" fmla="*/ 8707847 w 12192001"/>
              <a:gd name="connsiteY84" fmla="*/ 1935518 h 2344739"/>
              <a:gd name="connsiteX85" fmla="*/ 8596071 w 12192001"/>
              <a:gd name="connsiteY85" fmla="*/ 1944090 h 2344739"/>
              <a:gd name="connsiteX86" fmla="*/ 8525230 w 12192001"/>
              <a:gd name="connsiteY86" fmla="*/ 1929248 h 2344739"/>
              <a:gd name="connsiteX87" fmla="*/ 8510983 w 12192001"/>
              <a:gd name="connsiteY87" fmla="*/ 1935163 h 2344739"/>
              <a:gd name="connsiteX88" fmla="*/ 8506167 w 12192001"/>
              <a:gd name="connsiteY88" fmla="*/ 1938164 h 2344739"/>
              <a:gd name="connsiteX89" fmla="*/ 8497968 w 12192001"/>
              <a:gd name="connsiteY89" fmla="*/ 1940902 h 2344739"/>
              <a:gd name="connsiteX90" fmla="*/ 8497594 w 12192001"/>
              <a:gd name="connsiteY90" fmla="*/ 1940723 h 2344739"/>
              <a:gd name="connsiteX91" fmla="*/ 8490249 w 12192001"/>
              <a:gd name="connsiteY91" fmla="*/ 1943773 h 2344739"/>
              <a:gd name="connsiteX92" fmla="*/ 8367182 w 12192001"/>
              <a:gd name="connsiteY92" fmla="*/ 1957815 h 2344739"/>
              <a:gd name="connsiteX93" fmla="*/ 8353799 w 12192001"/>
              <a:gd name="connsiteY93" fmla="*/ 1958009 h 2344739"/>
              <a:gd name="connsiteX94" fmla="*/ 8352373 w 12192001"/>
              <a:gd name="connsiteY94" fmla="*/ 1957169 h 2344739"/>
              <a:gd name="connsiteX95" fmla="*/ 8320104 w 12192001"/>
              <a:gd name="connsiteY95" fmla="*/ 1974587 h 2344739"/>
              <a:gd name="connsiteX96" fmla="*/ 8314433 w 12192001"/>
              <a:gd name="connsiteY96" fmla="*/ 1974913 h 2344739"/>
              <a:gd name="connsiteX97" fmla="*/ 8295174 w 12192001"/>
              <a:gd name="connsiteY97" fmla="*/ 1988808 h 2344739"/>
              <a:gd name="connsiteX98" fmla="*/ 8284276 w 12192001"/>
              <a:gd name="connsiteY98" fmla="*/ 1994631 h 2344739"/>
              <a:gd name="connsiteX99" fmla="*/ 8283150 w 12192001"/>
              <a:gd name="connsiteY99" fmla="*/ 1999074 h 2344739"/>
              <a:gd name="connsiteX100" fmla="*/ 8266076 w 12192001"/>
              <a:gd name="connsiteY100" fmla="*/ 2006249 h 2344739"/>
              <a:gd name="connsiteX101" fmla="*/ 8263377 w 12192001"/>
              <a:gd name="connsiteY101" fmla="*/ 2006019 h 2344739"/>
              <a:gd name="connsiteX102" fmla="*/ 8252033 w 12192001"/>
              <a:gd name="connsiteY102" fmla="*/ 2015862 h 2344739"/>
              <a:gd name="connsiteX103" fmla="*/ 8245834 w 12192001"/>
              <a:gd name="connsiteY103" fmla="*/ 2028854 h 2344739"/>
              <a:gd name="connsiteX104" fmla="*/ 8090272 w 12192001"/>
              <a:gd name="connsiteY104" fmla="*/ 2075015 h 2344739"/>
              <a:gd name="connsiteX105" fmla="*/ 7905407 w 12192001"/>
              <a:gd name="connsiteY105" fmla="*/ 2116988 h 2344739"/>
              <a:gd name="connsiteX106" fmla="*/ 7718745 w 12192001"/>
              <a:gd name="connsiteY106" fmla="*/ 2142703 h 2344739"/>
              <a:gd name="connsiteX107" fmla="*/ 7614347 w 12192001"/>
              <a:gd name="connsiteY107" fmla="*/ 2139232 h 2344739"/>
              <a:gd name="connsiteX108" fmla="*/ 7527543 w 12192001"/>
              <a:gd name="connsiteY108" fmla="*/ 2145060 h 2344739"/>
              <a:gd name="connsiteX109" fmla="*/ 7519571 w 12192001"/>
              <a:gd name="connsiteY109" fmla="*/ 2147613 h 2344739"/>
              <a:gd name="connsiteX110" fmla="*/ 7507411 w 12192001"/>
              <a:gd name="connsiteY110" fmla="*/ 2148948 h 2344739"/>
              <a:gd name="connsiteX111" fmla="*/ 7507040 w 12192001"/>
              <a:gd name="connsiteY111" fmla="*/ 2148621 h 2344739"/>
              <a:gd name="connsiteX112" fmla="*/ 7495795 w 12192001"/>
              <a:gd name="connsiteY112" fmla="*/ 2150573 h 2344739"/>
              <a:gd name="connsiteX113" fmla="*/ 7405391 w 12192001"/>
              <a:gd name="connsiteY113" fmla="*/ 2142468 h 2344739"/>
              <a:gd name="connsiteX114" fmla="*/ 7312180 w 12192001"/>
              <a:gd name="connsiteY114" fmla="*/ 2132873 h 2344739"/>
              <a:gd name="connsiteX115" fmla="*/ 7310853 w 12192001"/>
              <a:gd name="connsiteY115" fmla="*/ 2131431 h 2344739"/>
              <a:gd name="connsiteX116" fmla="*/ 7218559 w 12192001"/>
              <a:gd name="connsiteY116" fmla="*/ 2156680 h 2344739"/>
              <a:gd name="connsiteX117" fmla="*/ 7201101 w 12192001"/>
              <a:gd name="connsiteY117" fmla="*/ 2161230 h 2344739"/>
              <a:gd name="connsiteX118" fmla="*/ 7197004 w 12192001"/>
              <a:gd name="connsiteY118" fmla="*/ 2166588 h 2344739"/>
              <a:gd name="connsiteX119" fmla="*/ 7170808 w 12192001"/>
              <a:gd name="connsiteY119" fmla="*/ 2171236 h 2344739"/>
              <a:gd name="connsiteX120" fmla="*/ 7096988 w 12192001"/>
              <a:gd name="connsiteY120" fmla="*/ 2183464 h 2344739"/>
              <a:gd name="connsiteX121" fmla="*/ 7018496 w 12192001"/>
              <a:gd name="connsiteY121" fmla="*/ 2183090 h 2344739"/>
              <a:gd name="connsiteX122" fmla="*/ 6904146 w 12192001"/>
              <a:gd name="connsiteY122" fmla="*/ 2212596 h 2344739"/>
              <a:gd name="connsiteX123" fmla="*/ 6708222 w 12192001"/>
              <a:gd name="connsiteY123" fmla="*/ 2240551 h 2344739"/>
              <a:gd name="connsiteX124" fmla="*/ 6549454 w 12192001"/>
              <a:gd name="connsiteY124" fmla="*/ 2269327 h 2344739"/>
              <a:gd name="connsiteX125" fmla="*/ 6317560 w 12192001"/>
              <a:gd name="connsiteY125" fmla="*/ 2316127 h 2344739"/>
              <a:gd name="connsiteX126" fmla="*/ 6168674 w 12192001"/>
              <a:gd name="connsiteY126" fmla="*/ 2318214 h 2344739"/>
              <a:gd name="connsiteX127" fmla="*/ 6073848 w 12192001"/>
              <a:gd name="connsiteY127" fmla="*/ 2338676 h 2344739"/>
              <a:gd name="connsiteX128" fmla="*/ 6068529 w 12192001"/>
              <a:gd name="connsiteY128" fmla="*/ 2337139 h 2344739"/>
              <a:gd name="connsiteX129" fmla="*/ 6048638 w 12192001"/>
              <a:gd name="connsiteY129" fmla="*/ 2337822 h 2344739"/>
              <a:gd name="connsiteX130" fmla="*/ 6041285 w 12192001"/>
              <a:gd name="connsiteY130" fmla="*/ 2329473 h 2344739"/>
              <a:gd name="connsiteX131" fmla="*/ 6010090 w 12192001"/>
              <a:gd name="connsiteY131" fmla="*/ 2324380 h 2344739"/>
              <a:gd name="connsiteX132" fmla="*/ 5957375 w 12192001"/>
              <a:gd name="connsiteY132" fmla="*/ 2328024 h 2344739"/>
              <a:gd name="connsiteX133" fmla="*/ 5758919 w 12192001"/>
              <a:gd name="connsiteY133" fmla="*/ 2343716 h 2344739"/>
              <a:gd name="connsiteX134" fmla="*/ 5626960 w 12192001"/>
              <a:gd name="connsiteY134" fmla="*/ 2344739 h 2344739"/>
              <a:gd name="connsiteX135" fmla="*/ 5470906 w 12192001"/>
              <a:gd name="connsiteY135" fmla="*/ 2330719 h 2344739"/>
              <a:gd name="connsiteX136" fmla="*/ 5432761 w 12192001"/>
              <a:gd name="connsiteY136" fmla="*/ 2319466 h 2344739"/>
              <a:gd name="connsiteX137" fmla="*/ 5381669 w 12192001"/>
              <a:gd name="connsiteY137" fmla="*/ 2301764 h 2344739"/>
              <a:gd name="connsiteX138" fmla="*/ 5261764 w 12192001"/>
              <a:gd name="connsiteY138" fmla="*/ 2281347 h 2344739"/>
              <a:gd name="connsiteX139" fmla="*/ 5222961 w 12192001"/>
              <a:gd name="connsiteY139" fmla="*/ 2270223 h 2344739"/>
              <a:gd name="connsiteX140" fmla="*/ 5174660 w 12192001"/>
              <a:gd name="connsiteY140" fmla="*/ 2267233 h 2344739"/>
              <a:gd name="connsiteX141" fmla="*/ 5156554 w 12192001"/>
              <a:gd name="connsiteY141" fmla="*/ 2260010 h 2344739"/>
              <a:gd name="connsiteX142" fmla="*/ 5142599 w 12192001"/>
              <a:gd name="connsiteY142" fmla="*/ 2256610 h 2344739"/>
              <a:gd name="connsiteX143" fmla="*/ 5139596 w 12192001"/>
              <a:gd name="connsiteY143" fmla="*/ 2254509 h 2344739"/>
              <a:gd name="connsiteX144" fmla="*/ 5121659 w 12192001"/>
              <a:gd name="connsiteY144" fmla="*/ 2243656 h 2344739"/>
              <a:gd name="connsiteX145" fmla="*/ 5065790 w 12192001"/>
              <a:gd name="connsiteY145" fmla="*/ 2250227 h 2344739"/>
              <a:gd name="connsiteX146" fmla="*/ 5011514 w 12192001"/>
              <a:gd name="connsiteY146" fmla="*/ 2233846 h 2344739"/>
              <a:gd name="connsiteX147" fmla="*/ 4840441 w 12192001"/>
              <a:gd name="connsiteY147" fmla="*/ 2209829 h 2344739"/>
              <a:gd name="connsiteX148" fmla="*/ 4762447 w 12192001"/>
              <a:gd name="connsiteY148" fmla="*/ 2182061 h 2344739"/>
              <a:gd name="connsiteX149" fmla="*/ 4723186 w 12192001"/>
              <a:gd name="connsiteY149" fmla="*/ 2173047 h 2344739"/>
              <a:gd name="connsiteX150" fmla="*/ 4721176 w 12192001"/>
              <a:gd name="connsiteY150" fmla="*/ 2172298 h 2344739"/>
              <a:gd name="connsiteX151" fmla="*/ 4722111 w 12192001"/>
              <a:gd name="connsiteY151" fmla="*/ 2172087 h 2344739"/>
              <a:gd name="connsiteX152" fmla="*/ 4717202 w 12192001"/>
              <a:gd name="connsiteY152" fmla="*/ 2170817 h 2344739"/>
              <a:gd name="connsiteX153" fmla="*/ 4721176 w 12192001"/>
              <a:gd name="connsiteY153" fmla="*/ 2172298 h 2344739"/>
              <a:gd name="connsiteX154" fmla="*/ 4715526 w 12192001"/>
              <a:gd name="connsiteY154" fmla="*/ 2173573 h 2344739"/>
              <a:gd name="connsiteX155" fmla="*/ 4515814 w 12192001"/>
              <a:gd name="connsiteY155" fmla="*/ 2163671 h 2344739"/>
              <a:gd name="connsiteX156" fmla="*/ 4428543 w 12192001"/>
              <a:gd name="connsiteY156" fmla="*/ 2153020 h 2344739"/>
              <a:gd name="connsiteX157" fmla="*/ 4362875 w 12192001"/>
              <a:gd name="connsiteY157" fmla="*/ 2151674 h 2344739"/>
              <a:gd name="connsiteX158" fmla="*/ 4316966 w 12192001"/>
              <a:gd name="connsiteY158" fmla="*/ 2158289 h 2344739"/>
              <a:gd name="connsiteX159" fmla="*/ 4315110 w 12192001"/>
              <a:gd name="connsiteY159" fmla="*/ 2156948 h 2344739"/>
              <a:gd name="connsiteX160" fmla="*/ 4295144 w 12192001"/>
              <a:gd name="connsiteY160" fmla="*/ 2155069 h 2344739"/>
              <a:gd name="connsiteX161" fmla="*/ 4290064 w 12192001"/>
              <a:gd name="connsiteY161" fmla="*/ 2157986 h 2344739"/>
              <a:gd name="connsiteX162" fmla="*/ 4276142 w 12192001"/>
              <a:gd name="connsiteY162" fmla="*/ 2157740 h 2344739"/>
              <a:gd name="connsiteX163" fmla="*/ 4248117 w 12192001"/>
              <a:gd name="connsiteY163" fmla="*/ 2160064 h 2344739"/>
              <a:gd name="connsiteX164" fmla="*/ 4202051 w 12192001"/>
              <a:gd name="connsiteY164" fmla="*/ 2157269 h 2344739"/>
              <a:gd name="connsiteX165" fmla="*/ 4201745 w 12192001"/>
              <a:gd name="connsiteY165" fmla="*/ 2156010 h 2344739"/>
              <a:gd name="connsiteX166" fmla="*/ 4191248 w 12192001"/>
              <a:gd name="connsiteY166" fmla="*/ 2150376 h 2344739"/>
              <a:gd name="connsiteX167" fmla="*/ 4142745 w 12192001"/>
              <a:gd name="connsiteY167" fmla="*/ 2134511 h 2344739"/>
              <a:gd name="connsiteX168" fmla="*/ 4083097 w 12192001"/>
              <a:gd name="connsiteY168" fmla="*/ 2107978 h 2344739"/>
              <a:gd name="connsiteX169" fmla="*/ 4074546 w 12192001"/>
              <a:gd name="connsiteY169" fmla="*/ 2107143 h 2344739"/>
              <a:gd name="connsiteX170" fmla="*/ 4074427 w 12192001"/>
              <a:gd name="connsiteY170" fmla="*/ 2106844 h 2344739"/>
              <a:gd name="connsiteX171" fmla="*/ 4065510 w 12192001"/>
              <a:gd name="connsiteY171" fmla="*/ 2105400 h 2344739"/>
              <a:gd name="connsiteX172" fmla="*/ 4058954 w 12192001"/>
              <a:gd name="connsiteY172" fmla="*/ 2105618 h 2344739"/>
              <a:gd name="connsiteX173" fmla="*/ 4042364 w 12192001"/>
              <a:gd name="connsiteY173" fmla="*/ 2103997 h 2344739"/>
              <a:gd name="connsiteX174" fmla="*/ 4036997 w 12192001"/>
              <a:gd name="connsiteY174" fmla="*/ 2101563 h 2344739"/>
              <a:gd name="connsiteX175" fmla="*/ 4035363 w 12192001"/>
              <a:gd name="connsiteY175" fmla="*/ 2097896 h 2344739"/>
              <a:gd name="connsiteX176" fmla="*/ 4033778 w 12192001"/>
              <a:gd name="connsiteY176" fmla="*/ 2098131 h 2344739"/>
              <a:gd name="connsiteX177" fmla="*/ 4004538 w 12192001"/>
              <a:gd name="connsiteY177" fmla="*/ 2085563 h 2344739"/>
              <a:gd name="connsiteX178" fmla="*/ 3936846 w 12192001"/>
              <a:gd name="connsiteY178" fmla="*/ 2068106 h 2344739"/>
              <a:gd name="connsiteX179" fmla="*/ 3897275 w 12192001"/>
              <a:gd name="connsiteY179" fmla="*/ 2062451 h 2344739"/>
              <a:gd name="connsiteX180" fmla="*/ 3789760 w 12192001"/>
              <a:gd name="connsiteY180" fmla="*/ 2042213 h 2344739"/>
              <a:gd name="connsiteX181" fmla="*/ 3682513 w 12192001"/>
              <a:gd name="connsiteY181" fmla="*/ 2018290 h 2344739"/>
              <a:gd name="connsiteX182" fmla="*/ 3610035 w 12192001"/>
              <a:gd name="connsiteY182" fmla="*/ 1986019 h 2344739"/>
              <a:gd name="connsiteX183" fmla="*/ 3603855 w 12192001"/>
              <a:gd name="connsiteY183" fmla="*/ 1987381 h 2344739"/>
              <a:gd name="connsiteX184" fmla="*/ 3594736 w 12192001"/>
              <a:gd name="connsiteY184" fmla="*/ 1987545 h 2344739"/>
              <a:gd name="connsiteX185" fmla="*/ 3594501 w 12192001"/>
              <a:gd name="connsiteY185" fmla="*/ 1987276 h 2344739"/>
              <a:gd name="connsiteX186" fmla="*/ 3585978 w 12192001"/>
              <a:gd name="connsiteY186" fmla="*/ 1987966 h 2344739"/>
              <a:gd name="connsiteX187" fmla="*/ 3536135 w 12192001"/>
              <a:gd name="connsiteY187" fmla="*/ 1978267 h 2344739"/>
              <a:gd name="connsiteX188" fmla="*/ 3473223 w 12192001"/>
              <a:gd name="connsiteY188" fmla="*/ 1974606 h 2344739"/>
              <a:gd name="connsiteX189" fmla="*/ 3400728 w 12192001"/>
              <a:gd name="connsiteY189" fmla="*/ 1962558 h 2344739"/>
              <a:gd name="connsiteX190" fmla="*/ 3363888 w 12192001"/>
              <a:gd name="connsiteY190" fmla="*/ 1979510 h 2344739"/>
              <a:gd name="connsiteX191" fmla="*/ 3344026 w 12192001"/>
              <a:gd name="connsiteY191" fmla="*/ 1981192 h 2344739"/>
              <a:gd name="connsiteX192" fmla="*/ 3341698 w 12192001"/>
              <a:gd name="connsiteY192" fmla="*/ 1980217 h 2344739"/>
              <a:gd name="connsiteX193" fmla="*/ 3262356 w 12192001"/>
              <a:gd name="connsiteY193" fmla="*/ 1986094 h 2344739"/>
              <a:gd name="connsiteX194" fmla="*/ 3142556 w 12192001"/>
              <a:gd name="connsiteY194" fmla="*/ 1993869 h 2344739"/>
              <a:gd name="connsiteX195" fmla="*/ 3030291 w 12192001"/>
              <a:gd name="connsiteY195" fmla="*/ 1996512 h 2344739"/>
              <a:gd name="connsiteX196" fmla="*/ 2781569 w 12192001"/>
              <a:gd name="connsiteY196" fmla="*/ 2018333 h 2344739"/>
              <a:gd name="connsiteX197" fmla="*/ 2646527 w 12192001"/>
              <a:gd name="connsiteY197" fmla="*/ 2028869 h 2344739"/>
              <a:gd name="connsiteX198" fmla="*/ 2568028 w 12192001"/>
              <a:gd name="connsiteY198" fmla="*/ 2002628 h 2344739"/>
              <a:gd name="connsiteX199" fmla="*/ 2443255 w 12192001"/>
              <a:gd name="connsiteY199" fmla="*/ 2016529 h 2344739"/>
              <a:gd name="connsiteX200" fmla="*/ 2315112 w 12192001"/>
              <a:gd name="connsiteY200" fmla="*/ 2024996 h 2344739"/>
              <a:gd name="connsiteX201" fmla="*/ 2208578 w 12192001"/>
              <a:gd name="connsiteY201" fmla="*/ 2019763 h 2344739"/>
              <a:gd name="connsiteX202" fmla="*/ 2094665 w 12192001"/>
              <a:gd name="connsiteY202" fmla="*/ 2003052 h 2344739"/>
              <a:gd name="connsiteX203" fmla="*/ 1997356 w 12192001"/>
              <a:gd name="connsiteY203" fmla="*/ 1995032 h 2344739"/>
              <a:gd name="connsiteX204" fmla="*/ 1928172 w 12192001"/>
              <a:gd name="connsiteY204" fmla="*/ 2016977 h 2344739"/>
              <a:gd name="connsiteX205" fmla="*/ 1921650 w 12192001"/>
              <a:gd name="connsiteY205" fmla="*/ 2012146 h 2344739"/>
              <a:gd name="connsiteX206" fmla="*/ 1873080 w 12192001"/>
              <a:gd name="connsiteY206" fmla="*/ 2013741 h 2344739"/>
              <a:gd name="connsiteX207" fmla="*/ 1786655 w 12192001"/>
              <a:gd name="connsiteY207" fmla="*/ 2041363 h 2344739"/>
              <a:gd name="connsiteX208" fmla="*/ 1738204 w 12192001"/>
              <a:gd name="connsiteY208" fmla="*/ 2036312 h 2344739"/>
              <a:gd name="connsiteX209" fmla="*/ 1675071 w 12192001"/>
              <a:gd name="connsiteY209" fmla="*/ 2019963 h 2344739"/>
              <a:gd name="connsiteX210" fmla="*/ 1608669 w 12192001"/>
              <a:gd name="connsiteY210" fmla="*/ 2013066 h 2344739"/>
              <a:gd name="connsiteX211" fmla="*/ 1496110 w 12192001"/>
              <a:gd name="connsiteY211" fmla="*/ 1987476 h 2344739"/>
              <a:gd name="connsiteX212" fmla="*/ 1149979 w 12192001"/>
              <a:gd name="connsiteY212" fmla="*/ 1938041 h 2344739"/>
              <a:gd name="connsiteX213" fmla="*/ 858269 w 12192001"/>
              <a:gd name="connsiteY213" fmla="*/ 1928608 h 2344739"/>
              <a:gd name="connsiteX214" fmla="*/ 837540 w 12192001"/>
              <a:gd name="connsiteY214" fmla="*/ 1929821 h 2344739"/>
              <a:gd name="connsiteX215" fmla="*/ 816809 w 12192001"/>
              <a:gd name="connsiteY215" fmla="*/ 1927857 h 2344739"/>
              <a:gd name="connsiteX216" fmla="*/ 811506 w 12192001"/>
              <a:gd name="connsiteY216" fmla="*/ 1930751 h 2344739"/>
              <a:gd name="connsiteX217" fmla="*/ 797041 w 12192001"/>
              <a:gd name="connsiteY217" fmla="*/ 1930446 h 2344739"/>
              <a:gd name="connsiteX218" fmla="*/ 767901 w 12192001"/>
              <a:gd name="connsiteY218" fmla="*/ 1932653 h 2344739"/>
              <a:gd name="connsiteX219" fmla="*/ 763053 w 12192001"/>
              <a:gd name="connsiteY219" fmla="*/ 1930432 h 2344739"/>
              <a:gd name="connsiteX220" fmla="*/ 720047 w 12192001"/>
              <a:gd name="connsiteY220" fmla="*/ 1929661 h 2344739"/>
              <a:gd name="connsiteX221" fmla="*/ 719742 w 12192001"/>
              <a:gd name="connsiteY221" fmla="*/ 1928399 h 2344739"/>
              <a:gd name="connsiteX222" fmla="*/ 708875 w 12192001"/>
              <a:gd name="connsiteY222" fmla="*/ 1922722 h 2344739"/>
              <a:gd name="connsiteX223" fmla="*/ 596792 w 12192001"/>
              <a:gd name="connsiteY223" fmla="*/ 1879864 h 2344739"/>
              <a:gd name="connsiteX224" fmla="*/ 578535 w 12192001"/>
              <a:gd name="connsiteY224" fmla="*/ 1877212 h 2344739"/>
              <a:gd name="connsiteX225" fmla="*/ 571717 w 12192001"/>
              <a:gd name="connsiteY225" fmla="*/ 1877401 h 2344739"/>
              <a:gd name="connsiteX226" fmla="*/ 445099 w 12192001"/>
              <a:gd name="connsiteY226" fmla="*/ 1839371 h 2344739"/>
              <a:gd name="connsiteX227" fmla="*/ 404015 w 12192001"/>
              <a:gd name="connsiteY227" fmla="*/ 1833548 h 2344739"/>
              <a:gd name="connsiteX228" fmla="*/ 292435 w 12192001"/>
              <a:gd name="connsiteY228" fmla="*/ 1812852 h 2344739"/>
              <a:gd name="connsiteX229" fmla="*/ 118381 w 12192001"/>
              <a:gd name="connsiteY229" fmla="*/ 1761047 h 2344739"/>
              <a:gd name="connsiteX230" fmla="*/ 15526 w 12192001"/>
              <a:gd name="connsiteY230" fmla="*/ 1758191 h 2344739"/>
              <a:gd name="connsiteX231" fmla="*/ 2 w 12192001"/>
              <a:gd name="connsiteY231" fmla="*/ 1752722 h 2344739"/>
              <a:gd name="connsiteX232" fmla="*/ 1 w 12192001"/>
              <a:gd name="connsiteY232" fmla="*/ 762497 h 2344739"/>
              <a:gd name="connsiteX233" fmla="*/ 0 w 12192001"/>
              <a:gd name="connsiteY233" fmla="*/ 762497 h 2344739"/>
              <a:gd name="connsiteX234" fmla="*/ 0 w 12192001"/>
              <a:gd name="connsiteY234" fmla="*/ 222213 h 2344739"/>
              <a:gd name="connsiteX235" fmla="*/ 0 w 12192001"/>
              <a:gd name="connsiteY235"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415912 w 12192001"/>
              <a:gd name="connsiteY26" fmla="*/ 1173869 h 2344739"/>
              <a:gd name="connsiteX27" fmla="*/ 11245526 w 12192001"/>
              <a:gd name="connsiteY27" fmla="*/ 1274060 h 2344739"/>
              <a:gd name="connsiteX28" fmla="*/ 11227161 w 12192001"/>
              <a:gd name="connsiteY28" fmla="*/ 1276236 h 2344739"/>
              <a:gd name="connsiteX29" fmla="*/ 11216939 w 12192001"/>
              <a:gd name="connsiteY29" fmla="*/ 1275961 h 2344739"/>
              <a:gd name="connsiteX30" fmla="*/ 11216036 w 12192001"/>
              <a:gd name="connsiteY30" fmla="*/ 1275018 h 2344739"/>
              <a:gd name="connsiteX31" fmla="*/ 11187737 w 12192001"/>
              <a:gd name="connsiteY31" fmla="*/ 1292383 h 2344739"/>
              <a:gd name="connsiteX32" fmla="*/ 11183353 w 12192001"/>
              <a:gd name="connsiteY32" fmla="*/ 1292525 h 2344739"/>
              <a:gd name="connsiteX33" fmla="*/ 11165706 w 12192001"/>
              <a:gd name="connsiteY33" fmla="*/ 1306612 h 2344739"/>
              <a:gd name="connsiteX34" fmla="*/ 11156163 w 12192001"/>
              <a:gd name="connsiteY34" fmla="*/ 1312414 h 2344739"/>
              <a:gd name="connsiteX35" fmla="*/ 11154348 w 12192001"/>
              <a:gd name="connsiteY35" fmla="*/ 1317097 h 2344739"/>
              <a:gd name="connsiteX36" fmla="*/ 11139813 w 12192001"/>
              <a:gd name="connsiteY36" fmla="*/ 1324115 h 2344739"/>
              <a:gd name="connsiteX37" fmla="*/ 11137813 w 12192001"/>
              <a:gd name="connsiteY37" fmla="*/ 1323772 h 2344739"/>
              <a:gd name="connsiteX38" fmla="*/ 11127060 w 12192001"/>
              <a:gd name="connsiteY38" fmla="*/ 1333832 h 2344739"/>
              <a:gd name="connsiteX39" fmla="*/ 11119543 w 12192001"/>
              <a:gd name="connsiteY39" fmla="*/ 1347424 h 2344739"/>
              <a:gd name="connsiteX40" fmla="*/ 10893535 w 12192001"/>
              <a:gd name="connsiteY40" fmla="*/ 1473399 h 2344739"/>
              <a:gd name="connsiteX41" fmla="*/ 10772152 w 12192001"/>
              <a:gd name="connsiteY41" fmla="*/ 1523191 h 2344739"/>
              <a:gd name="connsiteX42" fmla="*/ 10626520 w 12192001"/>
              <a:gd name="connsiteY42" fmla="*/ 1559229 h 2344739"/>
              <a:gd name="connsiteX43" fmla="*/ 10580747 w 12192001"/>
              <a:gd name="connsiteY43" fmla="*/ 1568689 h 2344739"/>
              <a:gd name="connsiteX44" fmla="*/ 10546642 w 12192001"/>
              <a:gd name="connsiteY44" fmla="*/ 1598423 h 2344739"/>
              <a:gd name="connsiteX45" fmla="*/ 10528495 w 12192001"/>
              <a:gd name="connsiteY45" fmla="*/ 1596907 h 2344739"/>
              <a:gd name="connsiteX46" fmla="*/ 10525298 w 12192001"/>
              <a:gd name="connsiteY46" fmla="*/ 1596411 h 2344739"/>
              <a:gd name="connsiteX47" fmla="*/ 10513981 w 12192001"/>
              <a:gd name="connsiteY47" fmla="*/ 1599537 h 2344739"/>
              <a:gd name="connsiteX48" fmla="*/ 10490587 w 12192001"/>
              <a:gd name="connsiteY48" fmla="*/ 1594156 h 2344739"/>
              <a:gd name="connsiteX49" fmla="*/ 10470270 w 12192001"/>
              <a:gd name="connsiteY49" fmla="*/ 1601693 h 2344739"/>
              <a:gd name="connsiteX50" fmla="*/ 10375894 w 12192001"/>
              <a:gd name="connsiteY50" fmla="*/ 1644598 h 2344739"/>
              <a:gd name="connsiteX51" fmla="*/ 10318190 w 12192001"/>
              <a:gd name="connsiteY51" fmla="*/ 1666221 h 2344739"/>
              <a:gd name="connsiteX52" fmla="*/ 10294319 w 12192001"/>
              <a:gd name="connsiteY52" fmla="*/ 1668079 h 2344739"/>
              <a:gd name="connsiteX53" fmla="*/ 10262295 w 12192001"/>
              <a:gd name="connsiteY53" fmla="*/ 1674948 h 2344739"/>
              <a:gd name="connsiteX54" fmla="*/ 10204270 w 12192001"/>
              <a:gd name="connsiteY54" fmla="*/ 1682149 h 2344739"/>
              <a:gd name="connsiteX55" fmla="*/ 10176611 w 12192001"/>
              <a:gd name="connsiteY55" fmla="*/ 1692943 h 2344739"/>
              <a:gd name="connsiteX56" fmla="*/ 10163922 w 12192001"/>
              <a:gd name="connsiteY56" fmla="*/ 1693739 h 2344739"/>
              <a:gd name="connsiteX57" fmla="*/ 10155160 w 12192001"/>
              <a:gd name="connsiteY57" fmla="*/ 1707487 h 2344739"/>
              <a:gd name="connsiteX58" fmla="*/ 10117119 w 12192001"/>
              <a:gd name="connsiteY58" fmla="*/ 1731142 h 2344739"/>
              <a:gd name="connsiteX59" fmla="*/ 10100445 w 12192001"/>
              <a:gd name="connsiteY59" fmla="*/ 1742432 h 2344739"/>
              <a:gd name="connsiteX60" fmla="*/ 10082169 w 12192001"/>
              <a:gd name="connsiteY60" fmla="*/ 1743296 h 2344739"/>
              <a:gd name="connsiteX61" fmla="*/ 10039240 w 12192001"/>
              <a:gd name="connsiteY61" fmla="*/ 1741632 h 2344739"/>
              <a:gd name="connsiteX62" fmla="*/ 9960019 w 12192001"/>
              <a:gd name="connsiteY62" fmla="*/ 1757147 h 2344739"/>
              <a:gd name="connsiteX63" fmla="*/ 9847792 w 12192001"/>
              <a:gd name="connsiteY63" fmla="*/ 1763915 h 2344739"/>
              <a:gd name="connsiteX64" fmla="*/ 9728309 w 12192001"/>
              <a:gd name="connsiteY64" fmla="*/ 1784122 h 2344739"/>
              <a:gd name="connsiteX65" fmla="*/ 9584507 w 12192001"/>
              <a:gd name="connsiteY65" fmla="*/ 1795542 h 2344739"/>
              <a:gd name="connsiteX66" fmla="*/ 9343052 w 12192001"/>
              <a:gd name="connsiteY66" fmla="*/ 1841244 h 2344739"/>
              <a:gd name="connsiteX67" fmla="*/ 9231370 w 12192001"/>
              <a:gd name="connsiteY67" fmla="*/ 1893149 h 2344739"/>
              <a:gd name="connsiteX68" fmla="*/ 9194810 w 12192001"/>
              <a:gd name="connsiteY68" fmla="*/ 1903228 h 2344739"/>
              <a:gd name="connsiteX69" fmla="*/ 9189246 w 12192001"/>
              <a:gd name="connsiteY69" fmla="*/ 1912467 h 2344739"/>
              <a:gd name="connsiteX70" fmla="*/ 9151232 w 12192001"/>
              <a:gd name="connsiteY70" fmla="*/ 1923669 h 2344739"/>
              <a:gd name="connsiteX71" fmla="*/ 9150210 w 12192001"/>
              <a:gd name="connsiteY71" fmla="*/ 1922604 h 2344739"/>
              <a:gd name="connsiteX72" fmla="*/ 9137318 w 12192001"/>
              <a:gd name="connsiteY72" fmla="*/ 1920435 h 2344739"/>
              <a:gd name="connsiteX73" fmla="*/ 9113812 w 12192001"/>
              <a:gd name="connsiteY73" fmla="*/ 1919069 h 2344739"/>
              <a:gd name="connsiteX74" fmla="*/ 9053453 w 12192001"/>
              <a:gd name="connsiteY74" fmla="*/ 1910755 h 2344739"/>
              <a:gd name="connsiteX75" fmla="*/ 9005486 w 12192001"/>
              <a:gd name="connsiteY75" fmla="*/ 1914040 h 2344739"/>
              <a:gd name="connsiteX76" fmla="*/ 9005201 w 12192001"/>
              <a:gd name="connsiteY76" fmla="*/ 1913800 h 2344739"/>
              <a:gd name="connsiteX77" fmla="*/ 8996232 w 12192001"/>
              <a:gd name="connsiteY77" fmla="*/ 1915011 h 2344739"/>
              <a:gd name="connsiteX78" fmla="*/ 8990394 w 12192001"/>
              <a:gd name="connsiteY78" fmla="*/ 1917072 h 2344739"/>
              <a:gd name="connsiteX79" fmla="*/ 8974337 w 12192001"/>
              <a:gd name="connsiteY79" fmla="*/ 1920298 h 2344739"/>
              <a:gd name="connsiteX80" fmla="*/ 8968011 w 12192001"/>
              <a:gd name="connsiteY80" fmla="*/ 1919598 h 2344739"/>
              <a:gd name="connsiteX81" fmla="*/ 8963048 w 12192001"/>
              <a:gd name="connsiteY81" fmla="*/ 1917373 h 2344739"/>
              <a:gd name="connsiteX82" fmla="*/ 8928988 w 12192001"/>
              <a:gd name="connsiteY82" fmla="*/ 1914185 h 2344739"/>
              <a:gd name="connsiteX83" fmla="*/ 8752444 w 12192001"/>
              <a:gd name="connsiteY83" fmla="*/ 1933417 h 2344739"/>
              <a:gd name="connsiteX84" fmla="*/ 8707847 w 12192001"/>
              <a:gd name="connsiteY84" fmla="*/ 1935518 h 2344739"/>
              <a:gd name="connsiteX85" fmla="*/ 8596071 w 12192001"/>
              <a:gd name="connsiteY85" fmla="*/ 1944090 h 2344739"/>
              <a:gd name="connsiteX86" fmla="*/ 8525230 w 12192001"/>
              <a:gd name="connsiteY86" fmla="*/ 1929248 h 2344739"/>
              <a:gd name="connsiteX87" fmla="*/ 8510983 w 12192001"/>
              <a:gd name="connsiteY87" fmla="*/ 1935163 h 2344739"/>
              <a:gd name="connsiteX88" fmla="*/ 8506167 w 12192001"/>
              <a:gd name="connsiteY88" fmla="*/ 1938164 h 2344739"/>
              <a:gd name="connsiteX89" fmla="*/ 8497968 w 12192001"/>
              <a:gd name="connsiteY89" fmla="*/ 1940902 h 2344739"/>
              <a:gd name="connsiteX90" fmla="*/ 8497594 w 12192001"/>
              <a:gd name="connsiteY90" fmla="*/ 1940723 h 2344739"/>
              <a:gd name="connsiteX91" fmla="*/ 8490249 w 12192001"/>
              <a:gd name="connsiteY91" fmla="*/ 1943773 h 2344739"/>
              <a:gd name="connsiteX92" fmla="*/ 8367182 w 12192001"/>
              <a:gd name="connsiteY92" fmla="*/ 1957815 h 2344739"/>
              <a:gd name="connsiteX93" fmla="*/ 8353799 w 12192001"/>
              <a:gd name="connsiteY93" fmla="*/ 1958009 h 2344739"/>
              <a:gd name="connsiteX94" fmla="*/ 8352373 w 12192001"/>
              <a:gd name="connsiteY94" fmla="*/ 1957169 h 2344739"/>
              <a:gd name="connsiteX95" fmla="*/ 8320104 w 12192001"/>
              <a:gd name="connsiteY95" fmla="*/ 1974587 h 2344739"/>
              <a:gd name="connsiteX96" fmla="*/ 8314433 w 12192001"/>
              <a:gd name="connsiteY96" fmla="*/ 1974913 h 2344739"/>
              <a:gd name="connsiteX97" fmla="*/ 8295174 w 12192001"/>
              <a:gd name="connsiteY97" fmla="*/ 1988808 h 2344739"/>
              <a:gd name="connsiteX98" fmla="*/ 8284276 w 12192001"/>
              <a:gd name="connsiteY98" fmla="*/ 1994631 h 2344739"/>
              <a:gd name="connsiteX99" fmla="*/ 8283150 w 12192001"/>
              <a:gd name="connsiteY99" fmla="*/ 1999074 h 2344739"/>
              <a:gd name="connsiteX100" fmla="*/ 8266076 w 12192001"/>
              <a:gd name="connsiteY100" fmla="*/ 2006249 h 2344739"/>
              <a:gd name="connsiteX101" fmla="*/ 8263377 w 12192001"/>
              <a:gd name="connsiteY101" fmla="*/ 2006019 h 2344739"/>
              <a:gd name="connsiteX102" fmla="*/ 8252033 w 12192001"/>
              <a:gd name="connsiteY102" fmla="*/ 2015862 h 2344739"/>
              <a:gd name="connsiteX103" fmla="*/ 8245834 w 12192001"/>
              <a:gd name="connsiteY103" fmla="*/ 2028854 h 2344739"/>
              <a:gd name="connsiteX104" fmla="*/ 8090272 w 12192001"/>
              <a:gd name="connsiteY104" fmla="*/ 2075015 h 2344739"/>
              <a:gd name="connsiteX105" fmla="*/ 7905407 w 12192001"/>
              <a:gd name="connsiteY105" fmla="*/ 2116988 h 2344739"/>
              <a:gd name="connsiteX106" fmla="*/ 7718745 w 12192001"/>
              <a:gd name="connsiteY106" fmla="*/ 2142703 h 2344739"/>
              <a:gd name="connsiteX107" fmla="*/ 7614347 w 12192001"/>
              <a:gd name="connsiteY107" fmla="*/ 2139232 h 2344739"/>
              <a:gd name="connsiteX108" fmla="*/ 7527543 w 12192001"/>
              <a:gd name="connsiteY108" fmla="*/ 2145060 h 2344739"/>
              <a:gd name="connsiteX109" fmla="*/ 7519571 w 12192001"/>
              <a:gd name="connsiteY109" fmla="*/ 2147613 h 2344739"/>
              <a:gd name="connsiteX110" fmla="*/ 7507411 w 12192001"/>
              <a:gd name="connsiteY110" fmla="*/ 2148948 h 2344739"/>
              <a:gd name="connsiteX111" fmla="*/ 7507040 w 12192001"/>
              <a:gd name="connsiteY111" fmla="*/ 2148621 h 2344739"/>
              <a:gd name="connsiteX112" fmla="*/ 7495795 w 12192001"/>
              <a:gd name="connsiteY112" fmla="*/ 2150573 h 2344739"/>
              <a:gd name="connsiteX113" fmla="*/ 7405391 w 12192001"/>
              <a:gd name="connsiteY113" fmla="*/ 2142468 h 2344739"/>
              <a:gd name="connsiteX114" fmla="*/ 7312180 w 12192001"/>
              <a:gd name="connsiteY114" fmla="*/ 2132873 h 2344739"/>
              <a:gd name="connsiteX115" fmla="*/ 7310853 w 12192001"/>
              <a:gd name="connsiteY115" fmla="*/ 2131431 h 2344739"/>
              <a:gd name="connsiteX116" fmla="*/ 7218559 w 12192001"/>
              <a:gd name="connsiteY116" fmla="*/ 2156680 h 2344739"/>
              <a:gd name="connsiteX117" fmla="*/ 7201101 w 12192001"/>
              <a:gd name="connsiteY117" fmla="*/ 2161230 h 2344739"/>
              <a:gd name="connsiteX118" fmla="*/ 7197004 w 12192001"/>
              <a:gd name="connsiteY118" fmla="*/ 2166588 h 2344739"/>
              <a:gd name="connsiteX119" fmla="*/ 7170808 w 12192001"/>
              <a:gd name="connsiteY119" fmla="*/ 2171236 h 2344739"/>
              <a:gd name="connsiteX120" fmla="*/ 7096988 w 12192001"/>
              <a:gd name="connsiteY120" fmla="*/ 2183464 h 2344739"/>
              <a:gd name="connsiteX121" fmla="*/ 7018496 w 12192001"/>
              <a:gd name="connsiteY121" fmla="*/ 2183090 h 2344739"/>
              <a:gd name="connsiteX122" fmla="*/ 6904146 w 12192001"/>
              <a:gd name="connsiteY122" fmla="*/ 2212596 h 2344739"/>
              <a:gd name="connsiteX123" fmla="*/ 6708222 w 12192001"/>
              <a:gd name="connsiteY123" fmla="*/ 2240551 h 2344739"/>
              <a:gd name="connsiteX124" fmla="*/ 6549454 w 12192001"/>
              <a:gd name="connsiteY124" fmla="*/ 2269327 h 2344739"/>
              <a:gd name="connsiteX125" fmla="*/ 6317560 w 12192001"/>
              <a:gd name="connsiteY125" fmla="*/ 2316127 h 2344739"/>
              <a:gd name="connsiteX126" fmla="*/ 6168674 w 12192001"/>
              <a:gd name="connsiteY126" fmla="*/ 2318214 h 2344739"/>
              <a:gd name="connsiteX127" fmla="*/ 6073848 w 12192001"/>
              <a:gd name="connsiteY127" fmla="*/ 2338676 h 2344739"/>
              <a:gd name="connsiteX128" fmla="*/ 6068529 w 12192001"/>
              <a:gd name="connsiteY128" fmla="*/ 2337139 h 2344739"/>
              <a:gd name="connsiteX129" fmla="*/ 6048638 w 12192001"/>
              <a:gd name="connsiteY129" fmla="*/ 2337822 h 2344739"/>
              <a:gd name="connsiteX130" fmla="*/ 6041285 w 12192001"/>
              <a:gd name="connsiteY130" fmla="*/ 2329473 h 2344739"/>
              <a:gd name="connsiteX131" fmla="*/ 6010090 w 12192001"/>
              <a:gd name="connsiteY131" fmla="*/ 2324380 h 2344739"/>
              <a:gd name="connsiteX132" fmla="*/ 5957375 w 12192001"/>
              <a:gd name="connsiteY132" fmla="*/ 2328024 h 2344739"/>
              <a:gd name="connsiteX133" fmla="*/ 5758919 w 12192001"/>
              <a:gd name="connsiteY133" fmla="*/ 2343716 h 2344739"/>
              <a:gd name="connsiteX134" fmla="*/ 5626960 w 12192001"/>
              <a:gd name="connsiteY134" fmla="*/ 2344739 h 2344739"/>
              <a:gd name="connsiteX135" fmla="*/ 5470906 w 12192001"/>
              <a:gd name="connsiteY135" fmla="*/ 2330719 h 2344739"/>
              <a:gd name="connsiteX136" fmla="*/ 5432761 w 12192001"/>
              <a:gd name="connsiteY136" fmla="*/ 2319466 h 2344739"/>
              <a:gd name="connsiteX137" fmla="*/ 5381669 w 12192001"/>
              <a:gd name="connsiteY137" fmla="*/ 2301764 h 2344739"/>
              <a:gd name="connsiteX138" fmla="*/ 5261764 w 12192001"/>
              <a:gd name="connsiteY138" fmla="*/ 2281347 h 2344739"/>
              <a:gd name="connsiteX139" fmla="*/ 5222961 w 12192001"/>
              <a:gd name="connsiteY139" fmla="*/ 2270223 h 2344739"/>
              <a:gd name="connsiteX140" fmla="*/ 5174660 w 12192001"/>
              <a:gd name="connsiteY140" fmla="*/ 2267233 h 2344739"/>
              <a:gd name="connsiteX141" fmla="*/ 5156554 w 12192001"/>
              <a:gd name="connsiteY141" fmla="*/ 2260010 h 2344739"/>
              <a:gd name="connsiteX142" fmla="*/ 5142599 w 12192001"/>
              <a:gd name="connsiteY142" fmla="*/ 2256610 h 2344739"/>
              <a:gd name="connsiteX143" fmla="*/ 5139596 w 12192001"/>
              <a:gd name="connsiteY143" fmla="*/ 2254509 h 2344739"/>
              <a:gd name="connsiteX144" fmla="*/ 5121659 w 12192001"/>
              <a:gd name="connsiteY144" fmla="*/ 2243656 h 2344739"/>
              <a:gd name="connsiteX145" fmla="*/ 5065790 w 12192001"/>
              <a:gd name="connsiteY145" fmla="*/ 2250227 h 2344739"/>
              <a:gd name="connsiteX146" fmla="*/ 5011514 w 12192001"/>
              <a:gd name="connsiteY146" fmla="*/ 2233846 h 2344739"/>
              <a:gd name="connsiteX147" fmla="*/ 4840441 w 12192001"/>
              <a:gd name="connsiteY147" fmla="*/ 2209829 h 2344739"/>
              <a:gd name="connsiteX148" fmla="*/ 4762447 w 12192001"/>
              <a:gd name="connsiteY148" fmla="*/ 2182061 h 2344739"/>
              <a:gd name="connsiteX149" fmla="*/ 4723186 w 12192001"/>
              <a:gd name="connsiteY149" fmla="*/ 2173047 h 2344739"/>
              <a:gd name="connsiteX150" fmla="*/ 4721176 w 12192001"/>
              <a:gd name="connsiteY150" fmla="*/ 2172298 h 2344739"/>
              <a:gd name="connsiteX151" fmla="*/ 4722111 w 12192001"/>
              <a:gd name="connsiteY151" fmla="*/ 2172087 h 2344739"/>
              <a:gd name="connsiteX152" fmla="*/ 4717202 w 12192001"/>
              <a:gd name="connsiteY152" fmla="*/ 2170817 h 2344739"/>
              <a:gd name="connsiteX153" fmla="*/ 4721176 w 12192001"/>
              <a:gd name="connsiteY153" fmla="*/ 2172298 h 2344739"/>
              <a:gd name="connsiteX154" fmla="*/ 4715526 w 12192001"/>
              <a:gd name="connsiteY154" fmla="*/ 2173573 h 2344739"/>
              <a:gd name="connsiteX155" fmla="*/ 4515814 w 12192001"/>
              <a:gd name="connsiteY155" fmla="*/ 2163671 h 2344739"/>
              <a:gd name="connsiteX156" fmla="*/ 4428543 w 12192001"/>
              <a:gd name="connsiteY156" fmla="*/ 2153020 h 2344739"/>
              <a:gd name="connsiteX157" fmla="*/ 4362875 w 12192001"/>
              <a:gd name="connsiteY157" fmla="*/ 2151674 h 2344739"/>
              <a:gd name="connsiteX158" fmla="*/ 4316966 w 12192001"/>
              <a:gd name="connsiteY158" fmla="*/ 2158289 h 2344739"/>
              <a:gd name="connsiteX159" fmla="*/ 4315110 w 12192001"/>
              <a:gd name="connsiteY159" fmla="*/ 2156948 h 2344739"/>
              <a:gd name="connsiteX160" fmla="*/ 4295144 w 12192001"/>
              <a:gd name="connsiteY160" fmla="*/ 2155069 h 2344739"/>
              <a:gd name="connsiteX161" fmla="*/ 4290064 w 12192001"/>
              <a:gd name="connsiteY161" fmla="*/ 2157986 h 2344739"/>
              <a:gd name="connsiteX162" fmla="*/ 4276142 w 12192001"/>
              <a:gd name="connsiteY162" fmla="*/ 2157740 h 2344739"/>
              <a:gd name="connsiteX163" fmla="*/ 4248117 w 12192001"/>
              <a:gd name="connsiteY163" fmla="*/ 2160064 h 2344739"/>
              <a:gd name="connsiteX164" fmla="*/ 4202051 w 12192001"/>
              <a:gd name="connsiteY164" fmla="*/ 2157269 h 2344739"/>
              <a:gd name="connsiteX165" fmla="*/ 4201745 w 12192001"/>
              <a:gd name="connsiteY165" fmla="*/ 2156010 h 2344739"/>
              <a:gd name="connsiteX166" fmla="*/ 4191248 w 12192001"/>
              <a:gd name="connsiteY166" fmla="*/ 2150376 h 2344739"/>
              <a:gd name="connsiteX167" fmla="*/ 4142745 w 12192001"/>
              <a:gd name="connsiteY167" fmla="*/ 2134511 h 2344739"/>
              <a:gd name="connsiteX168" fmla="*/ 4083097 w 12192001"/>
              <a:gd name="connsiteY168" fmla="*/ 2107978 h 2344739"/>
              <a:gd name="connsiteX169" fmla="*/ 4074546 w 12192001"/>
              <a:gd name="connsiteY169" fmla="*/ 2107143 h 2344739"/>
              <a:gd name="connsiteX170" fmla="*/ 4074427 w 12192001"/>
              <a:gd name="connsiteY170" fmla="*/ 2106844 h 2344739"/>
              <a:gd name="connsiteX171" fmla="*/ 4065510 w 12192001"/>
              <a:gd name="connsiteY171" fmla="*/ 2105400 h 2344739"/>
              <a:gd name="connsiteX172" fmla="*/ 4058954 w 12192001"/>
              <a:gd name="connsiteY172" fmla="*/ 2105618 h 2344739"/>
              <a:gd name="connsiteX173" fmla="*/ 4042364 w 12192001"/>
              <a:gd name="connsiteY173" fmla="*/ 2103997 h 2344739"/>
              <a:gd name="connsiteX174" fmla="*/ 4036997 w 12192001"/>
              <a:gd name="connsiteY174" fmla="*/ 2101563 h 2344739"/>
              <a:gd name="connsiteX175" fmla="*/ 4035363 w 12192001"/>
              <a:gd name="connsiteY175" fmla="*/ 2097896 h 2344739"/>
              <a:gd name="connsiteX176" fmla="*/ 4033778 w 12192001"/>
              <a:gd name="connsiteY176" fmla="*/ 2098131 h 2344739"/>
              <a:gd name="connsiteX177" fmla="*/ 4004538 w 12192001"/>
              <a:gd name="connsiteY177" fmla="*/ 2085563 h 2344739"/>
              <a:gd name="connsiteX178" fmla="*/ 3936846 w 12192001"/>
              <a:gd name="connsiteY178" fmla="*/ 2068106 h 2344739"/>
              <a:gd name="connsiteX179" fmla="*/ 3897275 w 12192001"/>
              <a:gd name="connsiteY179" fmla="*/ 2062451 h 2344739"/>
              <a:gd name="connsiteX180" fmla="*/ 3789760 w 12192001"/>
              <a:gd name="connsiteY180" fmla="*/ 2042213 h 2344739"/>
              <a:gd name="connsiteX181" fmla="*/ 3682513 w 12192001"/>
              <a:gd name="connsiteY181" fmla="*/ 2018290 h 2344739"/>
              <a:gd name="connsiteX182" fmla="*/ 3610035 w 12192001"/>
              <a:gd name="connsiteY182" fmla="*/ 1986019 h 2344739"/>
              <a:gd name="connsiteX183" fmla="*/ 3603855 w 12192001"/>
              <a:gd name="connsiteY183" fmla="*/ 1987381 h 2344739"/>
              <a:gd name="connsiteX184" fmla="*/ 3594736 w 12192001"/>
              <a:gd name="connsiteY184" fmla="*/ 1987545 h 2344739"/>
              <a:gd name="connsiteX185" fmla="*/ 3594501 w 12192001"/>
              <a:gd name="connsiteY185" fmla="*/ 1987276 h 2344739"/>
              <a:gd name="connsiteX186" fmla="*/ 3585978 w 12192001"/>
              <a:gd name="connsiteY186" fmla="*/ 1987966 h 2344739"/>
              <a:gd name="connsiteX187" fmla="*/ 3536135 w 12192001"/>
              <a:gd name="connsiteY187" fmla="*/ 1978267 h 2344739"/>
              <a:gd name="connsiteX188" fmla="*/ 3473223 w 12192001"/>
              <a:gd name="connsiteY188" fmla="*/ 1974606 h 2344739"/>
              <a:gd name="connsiteX189" fmla="*/ 3400728 w 12192001"/>
              <a:gd name="connsiteY189" fmla="*/ 1962558 h 2344739"/>
              <a:gd name="connsiteX190" fmla="*/ 3363888 w 12192001"/>
              <a:gd name="connsiteY190" fmla="*/ 1979510 h 2344739"/>
              <a:gd name="connsiteX191" fmla="*/ 3344026 w 12192001"/>
              <a:gd name="connsiteY191" fmla="*/ 1981192 h 2344739"/>
              <a:gd name="connsiteX192" fmla="*/ 3341698 w 12192001"/>
              <a:gd name="connsiteY192" fmla="*/ 1980217 h 2344739"/>
              <a:gd name="connsiteX193" fmla="*/ 3262356 w 12192001"/>
              <a:gd name="connsiteY193" fmla="*/ 1986094 h 2344739"/>
              <a:gd name="connsiteX194" fmla="*/ 3142556 w 12192001"/>
              <a:gd name="connsiteY194" fmla="*/ 1993869 h 2344739"/>
              <a:gd name="connsiteX195" fmla="*/ 3030291 w 12192001"/>
              <a:gd name="connsiteY195" fmla="*/ 1996512 h 2344739"/>
              <a:gd name="connsiteX196" fmla="*/ 2781569 w 12192001"/>
              <a:gd name="connsiteY196" fmla="*/ 2018333 h 2344739"/>
              <a:gd name="connsiteX197" fmla="*/ 2646527 w 12192001"/>
              <a:gd name="connsiteY197" fmla="*/ 2028869 h 2344739"/>
              <a:gd name="connsiteX198" fmla="*/ 2568028 w 12192001"/>
              <a:gd name="connsiteY198" fmla="*/ 2002628 h 2344739"/>
              <a:gd name="connsiteX199" fmla="*/ 2443255 w 12192001"/>
              <a:gd name="connsiteY199" fmla="*/ 2016529 h 2344739"/>
              <a:gd name="connsiteX200" fmla="*/ 2315112 w 12192001"/>
              <a:gd name="connsiteY200" fmla="*/ 2024996 h 2344739"/>
              <a:gd name="connsiteX201" fmla="*/ 2208578 w 12192001"/>
              <a:gd name="connsiteY201" fmla="*/ 2019763 h 2344739"/>
              <a:gd name="connsiteX202" fmla="*/ 2094665 w 12192001"/>
              <a:gd name="connsiteY202" fmla="*/ 2003052 h 2344739"/>
              <a:gd name="connsiteX203" fmla="*/ 1997356 w 12192001"/>
              <a:gd name="connsiteY203" fmla="*/ 1995032 h 2344739"/>
              <a:gd name="connsiteX204" fmla="*/ 1928172 w 12192001"/>
              <a:gd name="connsiteY204" fmla="*/ 2016977 h 2344739"/>
              <a:gd name="connsiteX205" fmla="*/ 1921650 w 12192001"/>
              <a:gd name="connsiteY205" fmla="*/ 2012146 h 2344739"/>
              <a:gd name="connsiteX206" fmla="*/ 1873080 w 12192001"/>
              <a:gd name="connsiteY206" fmla="*/ 2013741 h 2344739"/>
              <a:gd name="connsiteX207" fmla="*/ 1786655 w 12192001"/>
              <a:gd name="connsiteY207" fmla="*/ 2041363 h 2344739"/>
              <a:gd name="connsiteX208" fmla="*/ 1738204 w 12192001"/>
              <a:gd name="connsiteY208" fmla="*/ 2036312 h 2344739"/>
              <a:gd name="connsiteX209" fmla="*/ 1675071 w 12192001"/>
              <a:gd name="connsiteY209" fmla="*/ 2019963 h 2344739"/>
              <a:gd name="connsiteX210" fmla="*/ 1608669 w 12192001"/>
              <a:gd name="connsiteY210" fmla="*/ 2013066 h 2344739"/>
              <a:gd name="connsiteX211" fmla="*/ 1496110 w 12192001"/>
              <a:gd name="connsiteY211" fmla="*/ 1987476 h 2344739"/>
              <a:gd name="connsiteX212" fmla="*/ 1149979 w 12192001"/>
              <a:gd name="connsiteY212" fmla="*/ 1938041 h 2344739"/>
              <a:gd name="connsiteX213" fmla="*/ 858269 w 12192001"/>
              <a:gd name="connsiteY213" fmla="*/ 1928608 h 2344739"/>
              <a:gd name="connsiteX214" fmla="*/ 837540 w 12192001"/>
              <a:gd name="connsiteY214" fmla="*/ 1929821 h 2344739"/>
              <a:gd name="connsiteX215" fmla="*/ 816809 w 12192001"/>
              <a:gd name="connsiteY215" fmla="*/ 1927857 h 2344739"/>
              <a:gd name="connsiteX216" fmla="*/ 811506 w 12192001"/>
              <a:gd name="connsiteY216" fmla="*/ 1930751 h 2344739"/>
              <a:gd name="connsiteX217" fmla="*/ 797041 w 12192001"/>
              <a:gd name="connsiteY217" fmla="*/ 1930446 h 2344739"/>
              <a:gd name="connsiteX218" fmla="*/ 767901 w 12192001"/>
              <a:gd name="connsiteY218" fmla="*/ 1932653 h 2344739"/>
              <a:gd name="connsiteX219" fmla="*/ 763053 w 12192001"/>
              <a:gd name="connsiteY219" fmla="*/ 1930432 h 2344739"/>
              <a:gd name="connsiteX220" fmla="*/ 720047 w 12192001"/>
              <a:gd name="connsiteY220" fmla="*/ 1929661 h 2344739"/>
              <a:gd name="connsiteX221" fmla="*/ 719742 w 12192001"/>
              <a:gd name="connsiteY221" fmla="*/ 1928399 h 2344739"/>
              <a:gd name="connsiteX222" fmla="*/ 708875 w 12192001"/>
              <a:gd name="connsiteY222" fmla="*/ 1922722 h 2344739"/>
              <a:gd name="connsiteX223" fmla="*/ 596792 w 12192001"/>
              <a:gd name="connsiteY223" fmla="*/ 1879864 h 2344739"/>
              <a:gd name="connsiteX224" fmla="*/ 578535 w 12192001"/>
              <a:gd name="connsiteY224" fmla="*/ 1877212 h 2344739"/>
              <a:gd name="connsiteX225" fmla="*/ 571717 w 12192001"/>
              <a:gd name="connsiteY225" fmla="*/ 1877401 h 2344739"/>
              <a:gd name="connsiteX226" fmla="*/ 445099 w 12192001"/>
              <a:gd name="connsiteY226" fmla="*/ 1839371 h 2344739"/>
              <a:gd name="connsiteX227" fmla="*/ 404015 w 12192001"/>
              <a:gd name="connsiteY227" fmla="*/ 1833548 h 2344739"/>
              <a:gd name="connsiteX228" fmla="*/ 292435 w 12192001"/>
              <a:gd name="connsiteY228" fmla="*/ 1812852 h 2344739"/>
              <a:gd name="connsiteX229" fmla="*/ 118381 w 12192001"/>
              <a:gd name="connsiteY229" fmla="*/ 1761047 h 2344739"/>
              <a:gd name="connsiteX230" fmla="*/ 15526 w 12192001"/>
              <a:gd name="connsiteY230" fmla="*/ 1758191 h 2344739"/>
              <a:gd name="connsiteX231" fmla="*/ 2 w 12192001"/>
              <a:gd name="connsiteY231" fmla="*/ 1752722 h 2344739"/>
              <a:gd name="connsiteX232" fmla="*/ 1 w 12192001"/>
              <a:gd name="connsiteY232" fmla="*/ 762497 h 2344739"/>
              <a:gd name="connsiteX233" fmla="*/ 0 w 12192001"/>
              <a:gd name="connsiteY233" fmla="*/ 762497 h 2344739"/>
              <a:gd name="connsiteX234" fmla="*/ 0 w 12192001"/>
              <a:gd name="connsiteY234" fmla="*/ 222213 h 2344739"/>
              <a:gd name="connsiteX235" fmla="*/ 0 w 12192001"/>
              <a:gd name="connsiteY235"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415912 w 12192001"/>
              <a:gd name="connsiteY26" fmla="*/ 1173869 h 2344739"/>
              <a:gd name="connsiteX27" fmla="*/ 11245526 w 12192001"/>
              <a:gd name="connsiteY27" fmla="*/ 1274060 h 2344739"/>
              <a:gd name="connsiteX28" fmla="*/ 11227161 w 12192001"/>
              <a:gd name="connsiteY28" fmla="*/ 1276236 h 2344739"/>
              <a:gd name="connsiteX29" fmla="*/ 11216939 w 12192001"/>
              <a:gd name="connsiteY29" fmla="*/ 1275961 h 2344739"/>
              <a:gd name="connsiteX30" fmla="*/ 11216036 w 12192001"/>
              <a:gd name="connsiteY30" fmla="*/ 1275018 h 2344739"/>
              <a:gd name="connsiteX31" fmla="*/ 11187737 w 12192001"/>
              <a:gd name="connsiteY31" fmla="*/ 1292383 h 2344739"/>
              <a:gd name="connsiteX32" fmla="*/ 11183353 w 12192001"/>
              <a:gd name="connsiteY32" fmla="*/ 1292525 h 2344739"/>
              <a:gd name="connsiteX33" fmla="*/ 11165706 w 12192001"/>
              <a:gd name="connsiteY33" fmla="*/ 1306612 h 2344739"/>
              <a:gd name="connsiteX34" fmla="*/ 11156163 w 12192001"/>
              <a:gd name="connsiteY34" fmla="*/ 1312414 h 2344739"/>
              <a:gd name="connsiteX35" fmla="*/ 11154348 w 12192001"/>
              <a:gd name="connsiteY35" fmla="*/ 1317097 h 2344739"/>
              <a:gd name="connsiteX36" fmla="*/ 11139813 w 12192001"/>
              <a:gd name="connsiteY36" fmla="*/ 1324115 h 2344739"/>
              <a:gd name="connsiteX37" fmla="*/ 11137813 w 12192001"/>
              <a:gd name="connsiteY37" fmla="*/ 1323772 h 2344739"/>
              <a:gd name="connsiteX38" fmla="*/ 11127060 w 12192001"/>
              <a:gd name="connsiteY38" fmla="*/ 1333832 h 2344739"/>
              <a:gd name="connsiteX39" fmla="*/ 11119543 w 12192001"/>
              <a:gd name="connsiteY39" fmla="*/ 1347424 h 2344739"/>
              <a:gd name="connsiteX40" fmla="*/ 10893535 w 12192001"/>
              <a:gd name="connsiteY40" fmla="*/ 1473399 h 2344739"/>
              <a:gd name="connsiteX41" fmla="*/ 10772152 w 12192001"/>
              <a:gd name="connsiteY41" fmla="*/ 1523191 h 2344739"/>
              <a:gd name="connsiteX42" fmla="*/ 10626520 w 12192001"/>
              <a:gd name="connsiteY42" fmla="*/ 1559229 h 2344739"/>
              <a:gd name="connsiteX43" fmla="*/ 10580747 w 12192001"/>
              <a:gd name="connsiteY43" fmla="*/ 1568689 h 2344739"/>
              <a:gd name="connsiteX44" fmla="*/ 10546642 w 12192001"/>
              <a:gd name="connsiteY44" fmla="*/ 1598423 h 2344739"/>
              <a:gd name="connsiteX45" fmla="*/ 10528495 w 12192001"/>
              <a:gd name="connsiteY45" fmla="*/ 1596907 h 2344739"/>
              <a:gd name="connsiteX46" fmla="*/ 10525298 w 12192001"/>
              <a:gd name="connsiteY46" fmla="*/ 1596411 h 2344739"/>
              <a:gd name="connsiteX47" fmla="*/ 10513981 w 12192001"/>
              <a:gd name="connsiteY47" fmla="*/ 1599537 h 2344739"/>
              <a:gd name="connsiteX48" fmla="*/ 10490587 w 12192001"/>
              <a:gd name="connsiteY48" fmla="*/ 1594156 h 2344739"/>
              <a:gd name="connsiteX49" fmla="*/ 10470270 w 12192001"/>
              <a:gd name="connsiteY49" fmla="*/ 1601693 h 2344739"/>
              <a:gd name="connsiteX50" fmla="*/ 10375894 w 12192001"/>
              <a:gd name="connsiteY50" fmla="*/ 1644598 h 2344739"/>
              <a:gd name="connsiteX51" fmla="*/ 10318190 w 12192001"/>
              <a:gd name="connsiteY51" fmla="*/ 1666221 h 2344739"/>
              <a:gd name="connsiteX52" fmla="*/ 10294319 w 12192001"/>
              <a:gd name="connsiteY52" fmla="*/ 1668079 h 2344739"/>
              <a:gd name="connsiteX53" fmla="*/ 10262295 w 12192001"/>
              <a:gd name="connsiteY53" fmla="*/ 1674948 h 2344739"/>
              <a:gd name="connsiteX54" fmla="*/ 10204270 w 12192001"/>
              <a:gd name="connsiteY54" fmla="*/ 1682149 h 2344739"/>
              <a:gd name="connsiteX55" fmla="*/ 10176611 w 12192001"/>
              <a:gd name="connsiteY55" fmla="*/ 1692943 h 2344739"/>
              <a:gd name="connsiteX56" fmla="*/ 10163922 w 12192001"/>
              <a:gd name="connsiteY56" fmla="*/ 1693739 h 2344739"/>
              <a:gd name="connsiteX57" fmla="*/ 10155160 w 12192001"/>
              <a:gd name="connsiteY57" fmla="*/ 1707487 h 2344739"/>
              <a:gd name="connsiteX58" fmla="*/ 10117119 w 12192001"/>
              <a:gd name="connsiteY58" fmla="*/ 1731142 h 2344739"/>
              <a:gd name="connsiteX59" fmla="*/ 10100445 w 12192001"/>
              <a:gd name="connsiteY59" fmla="*/ 1742432 h 2344739"/>
              <a:gd name="connsiteX60" fmla="*/ 10082169 w 12192001"/>
              <a:gd name="connsiteY60" fmla="*/ 1743296 h 2344739"/>
              <a:gd name="connsiteX61" fmla="*/ 10039240 w 12192001"/>
              <a:gd name="connsiteY61" fmla="*/ 1741632 h 2344739"/>
              <a:gd name="connsiteX62" fmla="*/ 9960019 w 12192001"/>
              <a:gd name="connsiteY62" fmla="*/ 1757147 h 2344739"/>
              <a:gd name="connsiteX63" fmla="*/ 9847792 w 12192001"/>
              <a:gd name="connsiteY63" fmla="*/ 1763915 h 2344739"/>
              <a:gd name="connsiteX64" fmla="*/ 9728309 w 12192001"/>
              <a:gd name="connsiteY64" fmla="*/ 1784122 h 2344739"/>
              <a:gd name="connsiteX65" fmla="*/ 9584507 w 12192001"/>
              <a:gd name="connsiteY65" fmla="*/ 1795542 h 2344739"/>
              <a:gd name="connsiteX66" fmla="*/ 9343052 w 12192001"/>
              <a:gd name="connsiteY66" fmla="*/ 1841244 h 2344739"/>
              <a:gd name="connsiteX67" fmla="*/ 9231370 w 12192001"/>
              <a:gd name="connsiteY67" fmla="*/ 1893149 h 2344739"/>
              <a:gd name="connsiteX68" fmla="*/ 9194810 w 12192001"/>
              <a:gd name="connsiteY68" fmla="*/ 1903228 h 2344739"/>
              <a:gd name="connsiteX69" fmla="*/ 9189246 w 12192001"/>
              <a:gd name="connsiteY69" fmla="*/ 1912467 h 2344739"/>
              <a:gd name="connsiteX70" fmla="*/ 9151232 w 12192001"/>
              <a:gd name="connsiteY70" fmla="*/ 1923669 h 2344739"/>
              <a:gd name="connsiteX71" fmla="*/ 9150210 w 12192001"/>
              <a:gd name="connsiteY71" fmla="*/ 1922604 h 2344739"/>
              <a:gd name="connsiteX72" fmla="*/ 9137318 w 12192001"/>
              <a:gd name="connsiteY72" fmla="*/ 1920435 h 2344739"/>
              <a:gd name="connsiteX73" fmla="*/ 9113812 w 12192001"/>
              <a:gd name="connsiteY73" fmla="*/ 1919069 h 2344739"/>
              <a:gd name="connsiteX74" fmla="*/ 9053453 w 12192001"/>
              <a:gd name="connsiteY74" fmla="*/ 1910755 h 2344739"/>
              <a:gd name="connsiteX75" fmla="*/ 9005486 w 12192001"/>
              <a:gd name="connsiteY75" fmla="*/ 1914040 h 2344739"/>
              <a:gd name="connsiteX76" fmla="*/ 9005201 w 12192001"/>
              <a:gd name="connsiteY76" fmla="*/ 1913800 h 2344739"/>
              <a:gd name="connsiteX77" fmla="*/ 8996232 w 12192001"/>
              <a:gd name="connsiteY77" fmla="*/ 1915011 h 2344739"/>
              <a:gd name="connsiteX78" fmla="*/ 8990394 w 12192001"/>
              <a:gd name="connsiteY78" fmla="*/ 1917072 h 2344739"/>
              <a:gd name="connsiteX79" fmla="*/ 8974337 w 12192001"/>
              <a:gd name="connsiteY79" fmla="*/ 1920298 h 2344739"/>
              <a:gd name="connsiteX80" fmla="*/ 8968011 w 12192001"/>
              <a:gd name="connsiteY80" fmla="*/ 1919598 h 2344739"/>
              <a:gd name="connsiteX81" fmla="*/ 8963048 w 12192001"/>
              <a:gd name="connsiteY81" fmla="*/ 1917373 h 2344739"/>
              <a:gd name="connsiteX82" fmla="*/ 8928988 w 12192001"/>
              <a:gd name="connsiteY82" fmla="*/ 1914185 h 2344739"/>
              <a:gd name="connsiteX83" fmla="*/ 8752444 w 12192001"/>
              <a:gd name="connsiteY83" fmla="*/ 1933417 h 2344739"/>
              <a:gd name="connsiteX84" fmla="*/ 8707847 w 12192001"/>
              <a:gd name="connsiteY84" fmla="*/ 1935518 h 2344739"/>
              <a:gd name="connsiteX85" fmla="*/ 8596071 w 12192001"/>
              <a:gd name="connsiteY85" fmla="*/ 1944090 h 2344739"/>
              <a:gd name="connsiteX86" fmla="*/ 8525230 w 12192001"/>
              <a:gd name="connsiteY86" fmla="*/ 1929248 h 2344739"/>
              <a:gd name="connsiteX87" fmla="*/ 8510983 w 12192001"/>
              <a:gd name="connsiteY87" fmla="*/ 1935163 h 2344739"/>
              <a:gd name="connsiteX88" fmla="*/ 8506167 w 12192001"/>
              <a:gd name="connsiteY88" fmla="*/ 1938164 h 2344739"/>
              <a:gd name="connsiteX89" fmla="*/ 8497968 w 12192001"/>
              <a:gd name="connsiteY89" fmla="*/ 1940902 h 2344739"/>
              <a:gd name="connsiteX90" fmla="*/ 8497594 w 12192001"/>
              <a:gd name="connsiteY90" fmla="*/ 1940723 h 2344739"/>
              <a:gd name="connsiteX91" fmla="*/ 8490249 w 12192001"/>
              <a:gd name="connsiteY91" fmla="*/ 1943773 h 2344739"/>
              <a:gd name="connsiteX92" fmla="*/ 8367182 w 12192001"/>
              <a:gd name="connsiteY92" fmla="*/ 1957815 h 2344739"/>
              <a:gd name="connsiteX93" fmla="*/ 8353799 w 12192001"/>
              <a:gd name="connsiteY93" fmla="*/ 1958009 h 2344739"/>
              <a:gd name="connsiteX94" fmla="*/ 8352373 w 12192001"/>
              <a:gd name="connsiteY94" fmla="*/ 1957169 h 2344739"/>
              <a:gd name="connsiteX95" fmla="*/ 8320104 w 12192001"/>
              <a:gd name="connsiteY95" fmla="*/ 1974587 h 2344739"/>
              <a:gd name="connsiteX96" fmla="*/ 8314433 w 12192001"/>
              <a:gd name="connsiteY96" fmla="*/ 1974913 h 2344739"/>
              <a:gd name="connsiteX97" fmla="*/ 8295174 w 12192001"/>
              <a:gd name="connsiteY97" fmla="*/ 1988808 h 2344739"/>
              <a:gd name="connsiteX98" fmla="*/ 8284276 w 12192001"/>
              <a:gd name="connsiteY98" fmla="*/ 1994631 h 2344739"/>
              <a:gd name="connsiteX99" fmla="*/ 8283150 w 12192001"/>
              <a:gd name="connsiteY99" fmla="*/ 1999074 h 2344739"/>
              <a:gd name="connsiteX100" fmla="*/ 8266076 w 12192001"/>
              <a:gd name="connsiteY100" fmla="*/ 2006249 h 2344739"/>
              <a:gd name="connsiteX101" fmla="*/ 8263377 w 12192001"/>
              <a:gd name="connsiteY101" fmla="*/ 2006019 h 2344739"/>
              <a:gd name="connsiteX102" fmla="*/ 8252033 w 12192001"/>
              <a:gd name="connsiteY102" fmla="*/ 2015862 h 2344739"/>
              <a:gd name="connsiteX103" fmla="*/ 8245834 w 12192001"/>
              <a:gd name="connsiteY103" fmla="*/ 2028854 h 2344739"/>
              <a:gd name="connsiteX104" fmla="*/ 8090272 w 12192001"/>
              <a:gd name="connsiteY104" fmla="*/ 2075015 h 2344739"/>
              <a:gd name="connsiteX105" fmla="*/ 7905407 w 12192001"/>
              <a:gd name="connsiteY105" fmla="*/ 2116988 h 2344739"/>
              <a:gd name="connsiteX106" fmla="*/ 7718745 w 12192001"/>
              <a:gd name="connsiteY106" fmla="*/ 2142703 h 2344739"/>
              <a:gd name="connsiteX107" fmla="*/ 7614347 w 12192001"/>
              <a:gd name="connsiteY107" fmla="*/ 2139232 h 2344739"/>
              <a:gd name="connsiteX108" fmla="*/ 7527543 w 12192001"/>
              <a:gd name="connsiteY108" fmla="*/ 2145060 h 2344739"/>
              <a:gd name="connsiteX109" fmla="*/ 7519571 w 12192001"/>
              <a:gd name="connsiteY109" fmla="*/ 2147613 h 2344739"/>
              <a:gd name="connsiteX110" fmla="*/ 7507411 w 12192001"/>
              <a:gd name="connsiteY110" fmla="*/ 2148948 h 2344739"/>
              <a:gd name="connsiteX111" fmla="*/ 7507040 w 12192001"/>
              <a:gd name="connsiteY111" fmla="*/ 2148621 h 2344739"/>
              <a:gd name="connsiteX112" fmla="*/ 7495795 w 12192001"/>
              <a:gd name="connsiteY112" fmla="*/ 2150573 h 2344739"/>
              <a:gd name="connsiteX113" fmla="*/ 7405391 w 12192001"/>
              <a:gd name="connsiteY113" fmla="*/ 2142468 h 2344739"/>
              <a:gd name="connsiteX114" fmla="*/ 7312180 w 12192001"/>
              <a:gd name="connsiteY114" fmla="*/ 2132873 h 2344739"/>
              <a:gd name="connsiteX115" fmla="*/ 7310853 w 12192001"/>
              <a:gd name="connsiteY115" fmla="*/ 2131431 h 2344739"/>
              <a:gd name="connsiteX116" fmla="*/ 7218559 w 12192001"/>
              <a:gd name="connsiteY116" fmla="*/ 2156680 h 2344739"/>
              <a:gd name="connsiteX117" fmla="*/ 7201101 w 12192001"/>
              <a:gd name="connsiteY117" fmla="*/ 2161230 h 2344739"/>
              <a:gd name="connsiteX118" fmla="*/ 7197004 w 12192001"/>
              <a:gd name="connsiteY118" fmla="*/ 2166588 h 2344739"/>
              <a:gd name="connsiteX119" fmla="*/ 7170808 w 12192001"/>
              <a:gd name="connsiteY119" fmla="*/ 2171236 h 2344739"/>
              <a:gd name="connsiteX120" fmla="*/ 7096988 w 12192001"/>
              <a:gd name="connsiteY120" fmla="*/ 2183464 h 2344739"/>
              <a:gd name="connsiteX121" fmla="*/ 7018496 w 12192001"/>
              <a:gd name="connsiteY121" fmla="*/ 2183090 h 2344739"/>
              <a:gd name="connsiteX122" fmla="*/ 6904146 w 12192001"/>
              <a:gd name="connsiteY122" fmla="*/ 2212596 h 2344739"/>
              <a:gd name="connsiteX123" fmla="*/ 6708222 w 12192001"/>
              <a:gd name="connsiteY123" fmla="*/ 2240551 h 2344739"/>
              <a:gd name="connsiteX124" fmla="*/ 6549454 w 12192001"/>
              <a:gd name="connsiteY124" fmla="*/ 2269327 h 2344739"/>
              <a:gd name="connsiteX125" fmla="*/ 6317560 w 12192001"/>
              <a:gd name="connsiteY125" fmla="*/ 2316127 h 2344739"/>
              <a:gd name="connsiteX126" fmla="*/ 6168674 w 12192001"/>
              <a:gd name="connsiteY126" fmla="*/ 2318214 h 2344739"/>
              <a:gd name="connsiteX127" fmla="*/ 6073848 w 12192001"/>
              <a:gd name="connsiteY127" fmla="*/ 2338676 h 2344739"/>
              <a:gd name="connsiteX128" fmla="*/ 6068529 w 12192001"/>
              <a:gd name="connsiteY128" fmla="*/ 2337139 h 2344739"/>
              <a:gd name="connsiteX129" fmla="*/ 6048638 w 12192001"/>
              <a:gd name="connsiteY129" fmla="*/ 2337822 h 2344739"/>
              <a:gd name="connsiteX130" fmla="*/ 6041285 w 12192001"/>
              <a:gd name="connsiteY130" fmla="*/ 2329473 h 2344739"/>
              <a:gd name="connsiteX131" fmla="*/ 6010090 w 12192001"/>
              <a:gd name="connsiteY131" fmla="*/ 2324380 h 2344739"/>
              <a:gd name="connsiteX132" fmla="*/ 5957375 w 12192001"/>
              <a:gd name="connsiteY132" fmla="*/ 2328024 h 2344739"/>
              <a:gd name="connsiteX133" fmla="*/ 5758919 w 12192001"/>
              <a:gd name="connsiteY133" fmla="*/ 2343716 h 2344739"/>
              <a:gd name="connsiteX134" fmla="*/ 5626960 w 12192001"/>
              <a:gd name="connsiteY134" fmla="*/ 2344739 h 2344739"/>
              <a:gd name="connsiteX135" fmla="*/ 5470906 w 12192001"/>
              <a:gd name="connsiteY135" fmla="*/ 2330719 h 2344739"/>
              <a:gd name="connsiteX136" fmla="*/ 5432761 w 12192001"/>
              <a:gd name="connsiteY136" fmla="*/ 2319466 h 2344739"/>
              <a:gd name="connsiteX137" fmla="*/ 5381669 w 12192001"/>
              <a:gd name="connsiteY137" fmla="*/ 2301764 h 2344739"/>
              <a:gd name="connsiteX138" fmla="*/ 5261764 w 12192001"/>
              <a:gd name="connsiteY138" fmla="*/ 2281347 h 2344739"/>
              <a:gd name="connsiteX139" fmla="*/ 5222961 w 12192001"/>
              <a:gd name="connsiteY139" fmla="*/ 2270223 h 2344739"/>
              <a:gd name="connsiteX140" fmla="*/ 5174660 w 12192001"/>
              <a:gd name="connsiteY140" fmla="*/ 2267233 h 2344739"/>
              <a:gd name="connsiteX141" fmla="*/ 5156554 w 12192001"/>
              <a:gd name="connsiteY141" fmla="*/ 2260010 h 2344739"/>
              <a:gd name="connsiteX142" fmla="*/ 5142599 w 12192001"/>
              <a:gd name="connsiteY142" fmla="*/ 2256610 h 2344739"/>
              <a:gd name="connsiteX143" fmla="*/ 5139596 w 12192001"/>
              <a:gd name="connsiteY143" fmla="*/ 2254509 h 2344739"/>
              <a:gd name="connsiteX144" fmla="*/ 5121659 w 12192001"/>
              <a:gd name="connsiteY144" fmla="*/ 2243656 h 2344739"/>
              <a:gd name="connsiteX145" fmla="*/ 5065790 w 12192001"/>
              <a:gd name="connsiteY145" fmla="*/ 2250227 h 2344739"/>
              <a:gd name="connsiteX146" fmla="*/ 5011514 w 12192001"/>
              <a:gd name="connsiteY146" fmla="*/ 2233846 h 2344739"/>
              <a:gd name="connsiteX147" fmla="*/ 4840441 w 12192001"/>
              <a:gd name="connsiteY147" fmla="*/ 2209829 h 2344739"/>
              <a:gd name="connsiteX148" fmla="*/ 4762447 w 12192001"/>
              <a:gd name="connsiteY148" fmla="*/ 2182061 h 2344739"/>
              <a:gd name="connsiteX149" fmla="*/ 4723186 w 12192001"/>
              <a:gd name="connsiteY149" fmla="*/ 2173047 h 2344739"/>
              <a:gd name="connsiteX150" fmla="*/ 4721176 w 12192001"/>
              <a:gd name="connsiteY150" fmla="*/ 2172298 h 2344739"/>
              <a:gd name="connsiteX151" fmla="*/ 4722111 w 12192001"/>
              <a:gd name="connsiteY151" fmla="*/ 2172087 h 2344739"/>
              <a:gd name="connsiteX152" fmla="*/ 4717202 w 12192001"/>
              <a:gd name="connsiteY152" fmla="*/ 2170817 h 2344739"/>
              <a:gd name="connsiteX153" fmla="*/ 4721176 w 12192001"/>
              <a:gd name="connsiteY153" fmla="*/ 2172298 h 2344739"/>
              <a:gd name="connsiteX154" fmla="*/ 4715526 w 12192001"/>
              <a:gd name="connsiteY154" fmla="*/ 2173573 h 2344739"/>
              <a:gd name="connsiteX155" fmla="*/ 4515814 w 12192001"/>
              <a:gd name="connsiteY155" fmla="*/ 2163671 h 2344739"/>
              <a:gd name="connsiteX156" fmla="*/ 4428543 w 12192001"/>
              <a:gd name="connsiteY156" fmla="*/ 2153020 h 2344739"/>
              <a:gd name="connsiteX157" fmla="*/ 4362875 w 12192001"/>
              <a:gd name="connsiteY157" fmla="*/ 2151674 h 2344739"/>
              <a:gd name="connsiteX158" fmla="*/ 4316966 w 12192001"/>
              <a:gd name="connsiteY158" fmla="*/ 2158289 h 2344739"/>
              <a:gd name="connsiteX159" fmla="*/ 4315110 w 12192001"/>
              <a:gd name="connsiteY159" fmla="*/ 2156948 h 2344739"/>
              <a:gd name="connsiteX160" fmla="*/ 4295144 w 12192001"/>
              <a:gd name="connsiteY160" fmla="*/ 2155069 h 2344739"/>
              <a:gd name="connsiteX161" fmla="*/ 4290064 w 12192001"/>
              <a:gd name="connsiteY161" fmla="*/ 2157986 h 2344739"/>
              <a:gd name="connsiteX162" fmla="*/ 4276142 w 12192001"/>
              <a:gd name="connsiteY162" fmla="*/ 2157740 h 2344739"/>
              <a:gd name="connsiteX163" fmla="*/ 4248117 w 12192001"/>
              <a:gd name="connsiteY163" fmla="*/ 2160064 h 2344739"/>
              <a:gd name="connsiteX164" fmla="*/ 4202051 w 12192001"/>
              <a:gd name="connsiteY164" fmla="*/ 2157269 h 2344739"/>
              <a:gd name="connsiteX165" fmla="*/ 4201745 w 12192001"/>
              <a:gd name="connsiteY165" fmla="*/ 2156010 h 2344739"/>
              <a:gd name="connsiteX166" fmla="*/ 4191248 w 12192001"/>
              <a:gd name="connsiteY166" fmla="*/ 2150376 h 2344739"/>
              <a:gd name="connsiteX167" fmla="*/ 4142745 w 12192001"/>
              <a:gd name="connsiteY167" fmla="*/ 2134511 h 2344739"/>
              <a:gd name="connsiteX168" fmla="*/ 4083097 w 12192001"/>
              <a:gd name="connsiteY168" fmla="*/ 2107978 h 2344739"/>
              <a:gd name="connsiteX169" fmla="*/ 4074546 w 12192001"/>
              <a:gd name="connsiteY169" fmla="*/ 2107143 h 2344739"/>
              <a:gd name="connsiteX170" fmla="*/ 4074427 w 12192001"/>
              <a:gd name="connsiteY170" fmla="*/ 2106844 h 2344739"/>
              <a:gd name="connsiteX171" fmla="*/ 4065510 w 12192001"/>
              <a:gd name="connsiteY171" fmla="*/ 2105400 h 2344739"/>
              <a:gd name="connsiteX172" fmla="*/ 4058954 w 12192001"/>
              <a:gd name="connsiteY172" fmla="*/ 2105618 h 2344739"/>
              <a:gd name="connsiteX173" fmla="*/ 4042364 w 12192001"/>
              <a:gd name="connsiteY173" fmla="*/ 2103997 h 2344739"/>
              <a:gd name="connsiteX174" fmla="*/ 4036997 w 12192001"/>
              <a:gd name="connsiteY174" fmla="*/ 2101563 h 2344739"/>
              <a:gd name="connsiteX175" fmla="*/ 4035363 w 12192001"/>
              <a:gd name="connsiteY175" fmla="*/ 2097896 h 2344739"/>
              <a:gd name="connsiteX176" fmla="*/ 4033778 w 12192001"/>
              <a:gd name="connsiteY176" fmla="*/ 2098131 h 2344739"/>
              <a:gd name="connsiteX177" fmla="*/ 4004538 w 12192001"/>
              <a:gd name="connsiteY177" fmla="*/ 2085563 h 2344739"/>
              <a:gd name="connsiteX178" fmla="*/ 3936846 w 12192001"/>
              <a:gd name="connsiteY178" fmla="*/ 2068106 h 2344739"/>
              <a:gd name="connsiteX179" fmla="*/ 3897275 w 12192001"/>
              <a:gd name="connsiteY179" fmla="*/ 2062451 h 2344739"/>
              <a:gd name="connsiteX180" fmla="*/ 3789760 w 12192001"/>
              <a:gd name="connsiteY180" fmla="*/ 2042213 h 2344739"/>
              <a:gd name="connsiteX181" fmla="*/ 3682513 w 12192001"/>
              <a:gd name="connsiteY181" fmla="*/ 2018290 h 2344739"/>
              <a:gd name="connsiteX182" fmla="*/ 3610035 w 12192001"/>
              <a:gd name="connsiteY182" fmla="*/ 1986019 h 2344739"/>
              <a:gd name="connsiteX183" fmla="*/ 3603855 w 12192001"/>
              <a:gd name="connsiteY183" fmla="*/ 1987381 h 2344739"/>
              <a:gd name="connsiteX184" fmla="*/ 3594736 w 12192001"/>
              <a:gd name="connsiteY184" fmla="*/ 1987545 h 2344739"/>
              <a:gd name="connsiteX185" fmla="*/ 3594501 w 12192001"/>
              <a:gd name="connsiteY185" fmla="*/ 1987276 h 2344739"/>
              <a:gd name="connsiteX186" fmla="*/ 3585978 w 12192001"/>
              <a:gd name="connsiteY186" fmla="*/ 1987966 h 2344739"/>
              <a:gd name="connsiteX187" fmla="*/ 3536135 w 12192001"/>
              <a:gd name="connsiteY187" fmla="*/ 1978267 h 2344739"/>
              <a:gd name="connsiteX188" fmla="*/ 3473223 w 12192001"/>
              <a:gd name="connsiteY188" fmla="*/ 1974606 h 2344739"/>
              <a:gd name="connsiteX189" fmla="*/ 3400728 w 12192001"/>
              <a:gd name="connsiteY189" fmla="*/ 1962558 h 2344739"/>
              <a:gd name="connsiteX190" fmla="*/ 3363888 w 12192001"/>
              <a:gd name="connsiteY190" fmla="*/ 1979510 h 2344739"/>
              <a:gd name="connsiteX191" fmla="*/ 3344026 w 12192001"/>
              <a:gd name="connsiteY191" fmla="*/ 1981192 h 2344739"/>
              <a:gd name="connsiteX192" fmla="*/ 3341698 w 12192001"/>
              <a:gd name="connsiteY192" fmla="*/ 1980217 h 2344739"/>
              <a:gd name="connsiteX193" fmla="*/ 3262356 w 12192001"/>
              <a:gd name="connsiteY193" fmla="*/ 1986094 h 2344739"/>
              <a:gd name="connsiteX194" fmla="*/ 3142556 w 12192001"/>
              <a:gd name="connsiteY194" fmla="*/ 1993869 h 2344739"/>
              <a:gd name="connsiteX195" fmla="*/ 3030291 w 12192001"/>
              <a:gd name="connsiteY195" fmla="*/ 1996512 h 2344739"/>
              <a:gd name="connsiteX196" fmla="*/ 2781569 w 12192001"/>
              <a:gd name="connsiteY196" fmla="*/ 2018333 h 2344739"/>
              <a:gd name="connsiteX197" fmla="*/ 2646527 w 12192001"/>
              <a:gd name="connsiteY197" fmla="*/ 2028869 h 2344739"/>
              <a:gd name="connsiteX198" fmla="*/ 2568028 w 12192001"/>
              <a:gd name="connsiteY198" fmla="*/ 2002628 h 2344739"/>
              <a:gd name="connsiteX199" fmla="*/ 2443255 w 12192001"/>
              <a:gd name="connsiteY199" fmla="*/ 2016529 h 2344739"/>
              <a:gd name="connsiteX200" fmla="*/ 2315112 w 12192001"/>
              <a:gd name="connsiteY200" fmla="*/ 2024996 h 2344739"/>
              <a:gd name="connsiteX201" fmla="*/ 2208578 w 12192001"/>
              <a:gd name="connsiteY201" fmla="*/ 2019763 h 2344739"/>
              <a:gd name="connsiteX202" fmla="*/ 2094665 w 12192001"/>
              <a:gd name="connsiteY202" fmla="*/ 2003052 h 2344739"/>
              <a:gd name="connsiteX203" fmla="*/ 1997356 w 12192001"/>
              <a:gd name="connsiteY203" fmla="*/ 1995032 h 2344739"/>
              <a:gd name="connsiteX204" fmla="*/ 1928172 w 12192001"/>
              <a:gd name="connsiteY204" fmla="*/ 2016977 h 2344739"/>
              <a:gd name="connsiteX205" fmla="*/ 1921650 w 12192001"/>
              <a:gd name="connsiteY205" fmla="*/ 2012146 h 2344739"/>
              <a:gd name="connsiteX206" fmla="*/ 1873080 w 12192001"/>
              <a:gd name="connsiteY206" fmla="*/ 2013741 h 2344739"/>
              <a:gd name="connsiteX207" fmla="*/ 1786655 w 12192001"/>
              <a:gd name="connsiteY207" fmla="*/ 2041363 h 2344739"/>
              <a:gd name="connsiteX208" fmla="*/ 1738204 w 12192001"/>
              <a:gd name="connsiteY208" fmla="*/ 2036312 h 2344739"/>
              <a:gd name="connsiteX209" fmla="*/ 1675071 w 12192001"/>
              <a:gd name="connsiteY209" fmla="*/ 2019963 h 2344739"/>
              <a:gd name="connsiteX210" fmla="*/ 1608669 w 12192001"/>
              <a:gd name="connsiteY210" fmla="*/ 2013066 h 2344739"/>
              <a:gd name="connsiteX211" fmla="*/ 1496110 w 12192001"/>
              <a:gd name="connsiteY211" fmla="*/ 1987476 h 2344739"/>
              <a:gd name="connsiteX212" fmla="*/ 1149979 w 12192001"/>
              <a:gd name="connsiteY212" fmla="*/ 1938041 h 2344739"/>
              <a:gd name="connsiteX213" fmla="*/ 858269 w 12192001"/>
              <a:gd name="connsiteY213" fmla="*/ 1928608 h 2344739"/>
              <a:gd name="connsiteX214" fmla="*/ 837540 w 12192001"/>
              <a:gd name="connsiteY214" fmla="*/ 1929821 h 2344739"/>
              <a:gd name="connsiteX215" fmla="*/ 816809 w 12192001"/>
              <a:gd name="connsiteY215" fmla="*/ 1927857 h 2344739"/>
              <a:gd name="connsiteX216" fmla="*/ 811506 w 12192001"/>
              <a:gd name="connsiteY216" fmla="*/ 1930751 h 2344739"/>
              <a:gd name="connsiteX217" fmla="*/ 797041 w 12192001"/>
              <a:gd name="connsiteY217" fmla="*/ 1930446 h 2344739"/>
              <a:gd name="connsiteX218" fmla="*/ 767901 w 12192001"/>
              <a:gd name="connsiteY218" fmla="*/ 1932653 h 2344739"/>
              <a:gd name="connsiteX219" fmla="*/ 763053 w 12192001"/>
              <a:gd name="connsiteY219" fmla="*/ 1930432 h 2344739"/>
              <a:gd name="connsiteX220" fmla="*/ 720047 w 12192001"/>
              <a:gd name="connsiteY220" fmla="*/ 1929661 h 2344739"/>
              <a:gd name="connsiteX221" fmla="*/ 719742 w 12192001"/>
              <a:gd name="connsiteY221" fmla="*/ 1928399 h 2344739"/>
              <a:gd name="connsiteX222" fmla="*/ 708875 w 12192001"/>
              <a:gd name="connsiteY222" fmla="*/ 1922722 h 2344739"/>
              <a:gd name="connsiteX223" fmla="*/ 596792 w 12192001"/>
              <a:gd name="connsiteY223" fmla="*/ 1879864 h 2344739"/>
              <a:gd name="connsiteX224" fmla="*/ 578535 w 12192001"/>
              <a:gd name="connsiteY224" fmla="*/ 1877212 h 2344739"/>
              <a:gd name="connsiteX225" fmla="*/ 571717 w 12192001"/>
              <a:gd name="connsiteY225" fmla="*/ 1877401 h 2344739"/>
              <a:gd name="connsiteX226" fmla="*/ 445099 w 12192001"/>
              <a:gd name="connsiteY226" fmla="*/ 1839371 h 2344739"/>
              <a:gd name="connsiteX227" fmla="*/ 404015 w 12192001"/>
              <a:gd name="connsiteY227" fmla="*/ 1833548 h 2344739"/>
              <a:gd name="connsiteX228" fmla="*/ 292435 w 12192001"/>
              <a:gd name="connsiteY228" fmla="*/ 1812852 h 2344739"/>
              <a:gd name="connsiteX229" fmla="*/ 118381 w 12192001"/>
              <a:gd name="connsiteY229" fmla="*/ 1761047 h 2344739"/>
              <a:gd name="connsiteX230" fmla="*/ 15526 w 12192001"/>
              <a:gd name="connsiteY230" fmla="*/ 1758191 h 2344739"/>
              <a:gd name="connsiteX231" fmla="*/ 2 w 12192001"/>
              <a:gd name="connsiteY231" fmla="*/ 1752722 h 2344739"/>
              <a:gd name="connsiteX232" fmla="*/ 1 w 12192001"/>
              <a:gd name="connsiteY232" fmla="*/ 762497 h 2344739"/>
              <a:gd name="connsiteX233" fmla="*/ 0 w 12192001"/>
              <a:gd name="connsiteY233" fmla="*/ 762497 h 2344739"/>
              <a:gd name="connsiteX234" fmla="*/ 0 w 12192001"/>
              <a:gd name="connsiteY234" fmla="*/ 222213 h 2344739"/>
              <a:gd name="connsiteX235" fmla="*/ 0 w 12192001"/>
              <a:gd name="connsiteY235"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306392 w 12192001"/>
              <a:gd name="connsiteY25" fmla="*/ 1272239 h 2344739"/>
              <a:gd name="connsiteX26" fmla="*/ 11522499 w 12192001"/>
              <a:gd name="connsiteY26" fmla="*/ 1207528 h 2344739"/>
              <a:gd name="connsiteX27" fmla="*/ 11245526 w 12192001"/>
              <a:gd name="connsiteY27" fmla="*/ 1274060 h 2344739"/>
              <a:gd name="connsiteX28" fmla="*/ 11227161 w 12192001"/>
              <a:gd name="connsiteY28" fmla="*/ 1276236 h 2344739"/>
              <a:gd name="connsiteX29" fmla="*/ 11216939 w 12192001"/>
              <a:gd name="connsiteY29" fmla="*/ 1275961 h 2344739"/>
              <a:gd name="connsiteX30" fmla="*/ 11216036 w 12192001"/>
              <a:gd name="connsiteY30" fmla="*/ 1275018 h 2344739"/>
              <a:gd name="connsiteX31" fmla="*/ 11187737 w 12192001"/>
              <a:gd name="connsiteY31" fmla="*/ 1292383 h 2344739"/>
              <a:gd name="connsiteX32" fmla="*/ 11183353 w 12192001"/>
              <a:gd name="connsiteY32" fmla="*/ 1292525 h 2344739"/>
              <a:gd name="connsiteX33" fmla="*/ 11165706 w 12192001"/>
              <a:gd name="connsiteY33" fmla="*/ 1306612 h 2344739"/>
              <a:gd name="connsiteX34" fmla="*/ 11156163 w 12192001"/>
              <a:gd name="connsiteY34" fmla="*/ 1312414 h 2344739"/>
              <a:gd name="connsiteX35" fmla="*/ 11154348 w 12192001"/>
              <a:gd name="connsiteY35" fmla="*/ 1317097 h 2344739"/>
              <a:gd name="connsiteX36" fmla="*/ 11139813 w 12192001"/>
              <a:gd name="connsiteY36" fmla="*/ 1324115 h 2344739"/>
              <a:gd name="connsiteX37" fmla="*/ 11137813 w 12192001"/>
              <a:gd name="connsiteY37" fmla="*/ 1323772 h 2344739"/>
              <a:gd name="connsiteX38" fmla="*/ 11127060 w 12192001"/>
              <a:gd name="connsiteY38" fmla="*/ 1333832 h 2344739"/>
              <a:gd name="connsiteX39" fmla="*/ 11119543 w 12192001"/>
              <a:gd name="connsiteY39" fmla="*/ 1347424 h 2344739"/>
              <a:gd name="connsiteX40" fmla="*/ 10893535 w 12192001"/>
              <a:gd name="connsiteY40" fmla="*/ 1473399 h 2344739"/>
              <a:gd name="connsiteX41" fmla="*/ 10772152 w 12192001"/>
              <a:gd name="connsiteY41" fmla="*/ 1523191 h 2344739"/>
              <a:gd name="connsiteX42" fmla="*/ 10626520 w 12192001"/>
              <a:gd name="connsiteY42" fmla="*/ 1559229 h 2344739"/>
              <a:gd name="connsiteX43" fmla="*/ 10580747 w 12192001"/>
              <a:gd name="connsiteY43" fmla="*/ 1568689 h 2344739"/>
              <a:gd name="connsiteX44" fmla="*/ 10546642 w 12192001"/>
              <a:gd name="connsiteY44" fmla="*/ 1598423 h 2344739"/>
              <a:gd name="connsiteX45" fmla="*/ 10528495 w 12192001"/>
              <a:gd name="connsiteY45" fmla="*/ 1596907 h 2344739"/>
              <a:gd name="connsiteX46" fmla="*/ 10525298 w 12192001"/>
              <a:gd name="connsiteY46" fmla="*/ 1596411 h 2344739"/>
              <a:gd name="connsiteX47" fmla="*/ 10513981 w 12192001"/>
              <a:gd name="connsiteY47" fmla="*/ 1599537 h 2344739"/>
              <a:gd name="connsiteX48" fmla="*/ 10490587 w 12192001"/>
              <a:gd name="connsiteY48" fmla="*/ 1594156 h 2344739"/>
              <a:gd name="connsiteX49" fmla="*/ 10470270 w 12192001"/>
              <a:gd name="connsiteY49" fmla="*/ 1601693 h 2344739"/>
              <a:gd name="connsiteX50" fmla="*/ 10375894 w 12192001"/>
              <a:gd name="connsiteY50" fmla="*/ 1644598 h 2344739"/>
              <a:gd name="connsiteX51" fmla="*/ 10318190 w 12192001"/>
              <a:gd name="connsiteY51" fmla="*/ 1666221 h 2344739"/>
              <a:gd name="connsiteX52" fmla="*/ 10294319 w 12192001"/>
              <a:gd name="connsiteY52" fmla="*/ 1668079 h 2344739"/>
              <a:gd name="connsiteX53" fmla="*/ 10262295 w 12192001"/>
              <a:gd name="connsiteY53" fmla="*/ 1674948 h 2344739"/>
              <a:gd name="connsiteX54" fmla="*/ 10204270 w 12192001"/>
              <a:gd name="connsiteY54" fmla="*/ 1682149 h 2344739"/>
              <a:gd name="connsiteX55" fmla="*/ 10176611 w 12192001"/>
              <a:gd name="connsiteY55" fmla="*/ 1692943 h 2344739"/>
              <a:gd name="connsiteX56" fmla="*/ 10163922 w 12192001"/>
              <a:gd name="connsiteY56" fmla="*/ 1693739 h 2344739"/>
              <a:gd name="connsiteX57" fmla="*/ 10155160 w 12192001"/>
              <a:gd name="connsiteY57" fmla="*/ 1707487 h 2344739"/>
              <a:gd name="connsiteX58" fmla="*/ 10117119 w 12192001"/>
              <a:gd name="connsiteY58" fmla="*/ 1731142 h 2344739"/>
              <a:gd name="connsiteX59" fmla="*/ 10100445 w 12192001"/>
              <a:gd name="connsiteY59" fmla="*/ 1742432 h 2344739"/>
              <a:gd name="connsiteX60" fmla="*/ 10082169 w 12192001"/>
              <a:gd name="connsiteY60" fmla="*/ 1743296 h 2344739"/>
              <a:gd name="connsiteX61" fmla="*/ 10039240 w 12192001"/>
              <a:gd name="connsiteY61" fmla="*/ 1741632 h 2344739"/>
              <a:gd name="connsiteX62" fmla="*/ 9960019 w 12192001"/>
              <a:gd name="connsiteY62" fmla="*/ 1757147 h 2344739"/>
              <a:gd name="connsiteX63" fmla="*/ 9847792 w 12192001"/>
              <a:gd name="connsiteY63" fmla="*/ 1763915 h 2344739"/>
              <a:gd name="connsiteX64" fmla="*/ 9728309 w 12192001"/>
              <a:gd name="connsiteY64" fmla="*/ 1784122 h 2344739"/>
              <a:gd name="connsiteX65" fmla="*/ 9584507 w 12192001"/>
              <a:gd name="connsiteY65" fmla="*/ 1795542 h 2344739"/>
              <a:gd name="connsiteX66" fmla="*/ 9343052 w 12192001"/>
              <a:gd name="connsiteY66" fmla="*/ 1841244 h 2344739"/>
              <a:gd name="connsiteX67" fmla="*/ 9231370 w 12192001"/>
              <a:gd name="connsiteY67" fmla="*/ 1893149 h 2344739"/>
              <a:gd name="connsiteX68" fmla="*/ 9194810 w 12192001"/>
              <a:gd name="connsiteY68" fmla="*/ 1903228 h 2344739"/>
              <a:gd name="connsiteX69" fmla="*/ 9189246 w 12192001"/>
              <a:gd name="connsiteY69" fmla="*/ 1912467 h 2344739"/>
              <a:gd name="connsiteX70" fmla="*/ 9151232 w 12192001"/>
              <a:gd name="connsiteY70" fmla="*/ 1923669 h 2344739"/>
              <a:gd name="connsiteX71" fmla="*/ 9150210 w 12192001"/>
              <a:gd name="connsiteY71" fmla="*/ 1922604 h 2344739"/>
              <a:gd name="connsiteX72" fmla="*/ 9137318 w 12192001"/>
              <a:gd name="connsiteY72" fmla="*/ 1920435 h 2344739"/>
              <a:gd name="connsiteX73" fmla="*/ 9113812 w 12192001"/>
              <a:gd name="connsiteY73" fmla="*/ 1919069 h 2344739"/>
              <a:gd name="connsiteX74" fmla="*/ 9053453 w 12192001"/>
              <a:gd name="connsiteY74" fmla="*/ 1910755 h 2344739"/>
              <a:gd name="connsiteX75" fmla="*/ 9005486 w 12192001"/>
              <a:gd name="connsiteY75" fmla="*/ 1914040 h 2344739"/>
              <a:gd name="connsiteX76" fmla="*/ 9005201 w 12192001"/>
              <a:gd name="connsiteY76" fmla="*/ 1913800 h 2344739"/>
              <a:gd name="connsiteX77" fmla="*/ 8996232 w 12192001"/>
              <a:gd name="connsiteY77" fmla="*/ 1915011 h 2344739"/>
              <a:gd name="connsiteX78" fmla="*/ 8990394 w 12192001"/>
              <a:gd name="connsiteY78" fmla="*/ 1917072 h 2344739"/>
              <a:gd name="connsiteX79" fmla="*/ 8974337 w 12192001"/>
              <a:gd name="connsiteY79" fmla="*/ 1920298 h 2344739"/>
              <a:gd name="connsiteX80" fmla="*/ 8968011 w 12192001"/>
              <a:gd name="connsiteY80" fmla="*/ 1919598 h 2344739"/>
              <a:gd name="connsiteX81" fmla="*/ 8963048 w 12192001"/>
              <a:gd name="connsiteY81" fmla="*/ 1917373 h 2344739"/>
              <a:gd name="connsiteX82" fmla="*/ 8928988 w 12192001"/>
              <a:gd name="connsiteY82" fmla="*/ 1914185 h 2344739"/>
              <a:gd name="connsiteX83" fmla="*/ 8752444 w 12192001"/>
              <a:gd name="connsiteY83" fmla="*/ 1933417 h 2344739"/>
              <a:gd name="connsiteX84" fmla="*/ 8707847 w 12192001"/>
              <a:gd name="connsiteY84" fmla="*/ 1935518 h 2344739"/>
              <a:gd name="connsiteX85" fmla="*/ 8596071 w 12192001"/>
              <a:gd name="connsiteY85" fmla="*/ 1944090 h 2344739"/>
              <a:gd name="connsiteX86" fmla="*/ 8525230 w 12192001"/>
              <a:gd name="connsiteY86" fmla="*/ 1929248 h 2344739"/>
              <a:gd name="connsiteX87" fmla="*/ 8510983 w 12192001"/>
              <a:gd name="connsiteY87" fmla="*/ 1935163 h 2344739"/>
              <a:gd name="connsiteX88" fmla="*/ 8506167 w 12192001"/>
              <a:gd name="connsiteY88" fmla="*/ 1938164 h 2344739"/>
              <a:gd name="connsiteX89" fmla="*/ 8497968 w 12192001"/>
              <a:gd name="connsiteY89" fmla="*/ 1940902 h 2344739"/>
              <a:gd name="connsiteX90" fmla="*/ 8497594 w 12192001"/>
              <a:gd name="connsiteY90" fmla="*/ 1940723 h 2344739"/>
              <a:gd name="connsiteX91" fmla="*/ 8490249 w 12192001"/>
              <a:gd name="connsiteY91" fmla="*/ 1943773 h 2344739"/>
              <a:gd name="connsiteX92" fmla="*/ 8367182 w 12192001"/>
              <a:gd name="connsiteY92" fmla="*/ 1957815 h 2344739"/>
              <a:gd name="connsiteX93" fmla="*/ 8353799 w 12192001"/>
              <a:gd name="connsiteY93" fmla="*/ 1958009 h 2344739"/>
              <a:gd name="connsiteX94" fmla="*/ 8352373 w 12192001"/>
              <a:gd name="connsiteY94" fmla="*/ 1957169 h 2344739"/>
              <a:gd name="connsiteX95" fmla="*/ 8320104 w 12192001"/>
              <a:gd name="connsiteY95" fmla="*/ 1974587 h 2344739"/>
              <a:gd name="connsiteX96" fmla="*/ 8314433 w 12192001"/>
              <a:gd name="connsiteY96" fmla="*/ 1974913 h 2344739"/>
              <a:gd name="connsiteX97" fmla="*/ 8295174 w 12192001"/>
              <a:gd name="connsiteY97" fmla="*/ 1988808 h 2344739"/>
              <a:gd name="connsiteX98" fmla="*/ 8284276 w 12192001"/>
              <a:gd name="connsiteY98" fmla="*/ 1994631 h 2344739"/>
              <a:gd name="connsiteX99" fmla="*/ 8283150 w 12192001"/>
              <a:gd name="connsiteY99" fmla="*/ 1999074 h 2344739"/>
              <a:gd name="connsiteX100" fmla="*/ 8266076 w 12192001"/>
              <a:gd name="connsiteY100" fmla="*/ 2006249 h 2344739"/>
              <a:gd name="connsiteX101" fmla="*/ 8263377 w 12192001"/>
              <a:gd name="connsiteY101" fmla="*/ 2006019 h 2344739"/>
              <a:gd name="connsiteX102" fmla="*/ 8252033 w 12192001"/>
              <a:gd name="connsiteY102" fmla="*/ 2015862 h 2344739"/>
              <a:gd name="connsiteX103" fmla="*/ 8245834 w 12192001"/>
              <a:gd name="connsiteY103" fmla="*/ 2028854 h 2344739"/>
              <a:gd name="connsiteX104" fmla="*/ 8090272 w 12192001"/>
              <a:gd name="connsiteY104" fmla="*/ 2075015 h 2344739"/>
              <a:gd name="connsiteX105" fmla="*/ 7905407 w 12192001"/>
              <a:gd name="connsiteY105" fmla="*/ 2116988 h 2344739"/>
              <a:gd name="connsiteX106" fmla="*/ 7718745 w 12192001"/>
              <a:gd name="connsiteY106" fmla="*/ 2142703 h 2344739"/>
              <a:gd name="connsiteX107" fmla="*/ 7614347 w 12192001"/>
              <a:gd name="connsiteY107" fmla="*/ 2139232 h 2344739"/>
              <a:gd name="connsiteX108" fmla="*/ 7527543 w 12192001"/>
              <a:gd name="connsiteY108" fmla="*/ 2145060 h 2344739"/>
              <a:gd name="connsiteX109" fmla="*/ 7519571 w 12192001"/>
              <a:gd name="connsiteY109" fmla="*/ 2147613 h 2344739"/>
              <a:gd name="connsiteX110" fmla="*/ 7507411 w 12192001"/>
              <a:gd name="connsiteY110" fmla="*/ 2148948 h 2344739"/>
              <a:gd name="connsiteX111" fmla="*/ 7507040 w 12192001"/>
              <a:gd name="connsiteY111" fmla="*/ 2148621 h 2344739"/>
              <a:gd name="connsiteX112" fmla="*/ 7495795 w 12192001"/>
              <a:gd name="connsiteY112" fmla="*/ 2150573 h 2344739"/>
              <a:gd name="connsiteX113" fmla="*/ 7405391 w 12192001"/>
              <a:gd name="connsiteY113" fmla="*/ 2142468 h 2344739"/>
              <a:gd name="connsiteX114" fmla="*/ 7312180 w 12192001"/>
              <a:gd name="connsiteY114" fmla="*/ 2132873 h 2344739"/>
              <a:gd name="connsiteX115" fmla="*/ 7310853 w 12192001"/>
              <a:gd name="connsiteY115" fmla="*/ 2131431 h 2344739"/>
              <a:gd name="connsiteX116" fmla="*/ 7218559 w 12192001"/>
              <a:gd name="connsiteY116" fmla="*/ 2156680 h 2344739"/>
              <a:gd name="connsiteX117" fmla="*/ 7201101 w 12192001"/>
              <a:gd name="connsiteY117" fmla="*/ 2161230 h 2344739"/>
              <a:gd name="connsiteX118" fmla="*/ 7197004 w 12192001"/>
              <a:gd name="connsiteY118" fmla="*/ 2166588 h 2344739"/>
              <a:gd name="connsiteX119" fmla="*/ 7170808 w 12192001"/>
              <a:gd name="connsiteY119" fmla="*/ 2171236 h 2344739"/>
              <a:gd name="connsiteX120" fmla="*/ 7096988 w 12192001"/>
              <a:gd name="connsiteY120" fmla="*/ 2183464 h 2344739"/>
              <a:gd name="connsiteX121" fmla="*/ 7018496 w 12192001"/>
              <a:gd name="connsiteY121" fmla="*/ 2183090 h 2344739"/>
              <a:gd name="connsiteX122" fmla="*/ 6904146 w 12192001"/>
              <a:gd name="connsiteY122" fmla="*/ 2212596 h 2344739"/>
              <a:gd name="connsiteX123" fmla="*/ 6708222 w 12192001"/>
              <a:gd name="connsiteY123" fmla="*/ 2240551 h 2344739"/>
              <a:gd name="connsiteX124" fmla="*/ 6549454 w 12192001"/>
              <a:gd name="connsiteY124" fmla="*/ 2269327 h 2344739"/>
              <a:gd name="connsiteX125" fmla="*/ 6317560 w 12192001"/>
              <a:gd name="connsiteY125" fmla="*/ 2316127 h 2344739"/>
              <a:gd name="connsiteX126" fmla="*/ 6168674 w 12192001"/>
              <a:gd name="connsiteY126" fmla="*/ 2318214 h 2344739"/>
              <a:gd name="connsiteX127" fmla="*/ 6073848 w 12192001"/>
              <a:gd name="connsiteY127" fmla="*/ 2338676 h 2344739"/>
              <a:gd name="connsiteX128" fmla="*/ 6068529 w 12192001"/>
              <a:gd name="connsiteY128" fmla="*/ 2337139 h 2344739"/>
              <a:gd name="connsiteX129" fmla="*/ 6048638 w 12192001"/>
              <a:gd name="connsiteY129" fmla="*/ 2337822 h 2344739"/>
              <a:gd name="connsiteX130" fmla="*/ 6041285 w 12192001"/>
              <a:gd name="connsiteY130" fmla="*/ 2329473 h 2344739"/>
              <a:gd name="connsiteX131" fmla="*/ 6010090 w 12192001"/>
              <a:gd name="connsiteY131" fmla="*/ 2324380 h 2344739"/>
              <a:gd name="connsiteX132" fmla="*/ 5957375 w 12192001"/>
              <a:gd name="connsiteY132" fmla="*/ 2328024 h 2344739"/>
              <a:gd name="connsiteX133" fmla="*/ 5758919 w 12192001"/>
              <a:gd name="connsiteY133" fmla="*/ 2343716 h 2344739"/>
              <a:gd name="connsiteX134" fmla="*/ 5626960 w 12192001"/>
              <a:gd name="connsiteY134" fmla="*/ 2344739 h 2344739"/>
              <a:gd name="connsiteX135" fmla="*/ 5470906 w 12192001"/>
              <a:gd name="connsiteY135" fmla="*/ 2330719 h 2344739"/>
              <a:gd name="connsiteX136" fmla="*/ 5432761 w 12192001"/>
              <a:gd name="connsiteY136" fmla="*/ 2319466 h 2344739"/>
              <a:gd name="connsiteX137" fmla="*/ 5381669 w 12192001"/>
              <a:gd name="connsiteY137" fmla="*/ 2301764 h 2344739"/>
              <a:gd name="connsiteX138" fmla="*/ 5261764 w 12192001"/>
              <a:gd name="connsiteY138" fmla="*/ 2281347 h 2344739"/>
              <a:gd name="connsiteX139" fmla="*/ 5222961 w 12192001"/>
              <a:gd name="connsiteY139" fmla="*/ 2270223 h 2344739"/>
              <a:gd name="connsiteX140" fmla="*/ 5174660 w 12192001"/>
              <a:gd name="connsiteY140" fmla="*/ 2267233 h 2344739"/>
              <a:gd name="connsiteX141" fmla="*/ 5156554 w 12192001"/>
              <a:gd name="connsiteY141" fmla="*/ 2260010 h 2344739"/>
              <a:gd name="connsiteX142" fmla="*/ 5142599 w 12192001"/>
              <a:gd name="connsiteY142" fmla="*/ 2256610 h 2344739"/>
              <a:gd name="connsiteX143" fmla="*/ 5139596 w 12192001"/>
              <a:gd name="connsiteY143" fmla="*/ 2254509 h 2344739"/>
              <a:gd name="connsiteX144" fmla="*/ 5121659 w 12192001"/>
              <a:gd name="connsiteY144" fmla="*/ 2243656 h 2344739"/>
              <a:gd name="connsiteX145" fmla="*/ 5065790 w 12192001"/>
              <a:gd name="connsiteY145" fmla="*/ 2250227 h 2344739"/>
              <a:gd name="connsiteX146" fmla="*/ 5011514 w 12192001"/>
              <a:gd name="connsiteY146" fmla="*/ 2233846 h 2344739"/>
              <a:gd name="connsiteX147" fmla="*/ 4840441 w 12192001"/>
              <a:gd name="connsiteY147" fmla="*/ 2209829 h 2344739"/>
              <a:gd name="connsiteX148" fmla="*/ 4762447 w 12192001"/>
              <a:gd name="connsiteY148" fmla="*/ 2182061 h 2344739"/>
              <a:gd name="connsiteX149" fmla="*/ 4723186 w 12192001"/>
              <a:gd name="connsiteY149" fmla="*/ 2173047 h 2344739"/>
              <a:gd name="connsiteX150" fmla="*/ 4721176 w 12192001"/>
              <a:gd name="connsiteY150" fmla="*/ 2172298 h 2344739"/>
              <a:gd name="connsiteX151" fmla="*/ 4722111 w 12192001"/>
              <a:gd name="connsiteY151" fmla="*/ 2172087 h 2344739"/>
              <a:gd name="connsiteX152" fmla="*/ 4717202 w 12192001"/>
              <a:gd name="connsiteY152" fmla="*/ 2170817 h 2344739"/>
              <a:gd name="connsiteX153" fmla="*/ 4721176 w 12192001"/>
              <a:gd name="connsiteY153" fmla="*/ 2172298 h 2344739"/>
              <a:gd name="connsiteX154" fmla="*/ 4715526 w 12192001"/>
              <a:gd name="connsiteY154" fmla="*/ 2173573 h 2344739"/>
              <a:gd name="connsiteX155" fmla="*/ 4515814 w 12192001"/>
              <a:gd name="connsiteY155" fmla="*/ 2163671 h 2344739"/>
              <a:gd name="connsiteX156" fmla="*/ 4428543 w 12192001"/>
              <a:gd name="connsiteY156" fmla="*/ 2153020 h 2344739"/>
              <a:gd name="connsiteX157" fmla="*/ 4362875 w 12192001"/>
              <a:gd name="connsiteY157" fmla="*/ 2151674 h 2344739"/>
              <a:gd name="connsiteX158" fmla="*/ 4316966 w 12192001"/>
              <a:gd name="connsiteY158" fmla="*/ 2158289 h 2344739"/>
              <a:gd name="connsiteX159" fmla="*/ 4315110 w 12192001"/>
              <a:gd name="connsiteY159" fmla="*/ 2156948 h 2344739"/>
              <a:gd name="connsiteX160" fmla="*/ 4295144 w 12192001"/>
              <a:gd name="connsiteY160" fmla="*/ 2155069 h 2344739"/>
              <a:gd name="connsiteX161" fmla="*/ 4290064 w 12192001"/>
              <a:gd name="connsiteY161" fmla="*/ 2157986 h 2344739"/>
              <a:gd name="connsiteX162" fmla="*/ 4276142 w 12192001"/>
              <a:gd name="connsiteY162" fmla="*/ 2157740 h 2344739"/>
              <a:gd name="connsiteX163" fmla="*/ 4248117 w 12192001"/>
              <a:gd name="connsiteY163" fmla="*/ 2160064 h 2344739"/>
              <a:gd name="connsiteX164" fmla="*/ 4202051 w 12192001"/>
              <a:gd name="connsiteY164" fmla="*/ 2157269 h 2344739"/>
              <a:gd name="connsiteX165" fmla="*/ 4201745 w 12192001"/>
              <a:gd name="connsiteY165" fmla="*/ 2156010 h 2344739"/>
              <a:gd name="connsiteX166" fmla="*/ 4191248 w 12192001"/>
              <a:gd name="connsiteY166" fmla="*/ 2150376 h 2344739"/>
              <a:gd name="connsiteX167" fmla="*/ 4142745 w 12192001"/>
              <a:gd name="connsiteY167" fmla="*/ 2134511 h 2344739"/>
              <a:gd name="connsiteX168" fmla="*/ 4083097 w 12192001"/>
              <a:gd name="connsiteY168" fmla="*/ 2107978 h 2344739"/>
              <a:gd name="connsiteX169" fmla="*/ 4074546 w 12192001"/>
              <a:gd name="connsiteY169" fmla="*/ 2107143 h 2344739"/>
              <a:gd name="connsiteX170" fmla="*/ 4074427 w 12192001"/>
              <a:gd name="connsiteY170" fmla="*/ 2106844 h 2344739"/>
              <a:gd name="connsiteX171" fmla="*/ 4065510 w 12192001"/>
              <a:gd name="connsiteY171" fmla="*/ 2105400 h 2344739"/>
              <a:gd name="connsiteX172" fmla="*/ 4058954 w 12192001"/>
              <a:gd name="connsiteY172" fmla="*/ 2105618 h 2344739"/>
              <a:gd name="connsiteX173" fmla="*/ 4042364 w 12192001"/>
              <a:gd name="connsiteY173" fmla="*/ 2103997 h 2344739"/>
              <a:gd name="connsiteX174" fmla="*/ 4036997 w 12192001"/>
              <a:gd name="connsiteY174" fmla="*/ 2101563 h 2344739"/>
              <a:gd name="connsiteX175" fmla="*/ 4035363 w 12192001"/>
              <a:gd name="connsiteY175" fmla="*/ 2097896 h 2344739"/>
              <a:gd name="connsiteX176" fmla="*/ 4033778 w 12192001"/>
              <a:gd name="connsiteY176" fmla="*/ 2098131 h 2344739"/>
              <a:gd name="connsiteX177" fmla="*/ 4004538 w 12192001"/>
              <a:gd name="connsiteY177" fmla="*/ 2085563 h 2344739"/>
              <a:gd name="connsiteX178" fmla="*/ 3936846 w 12192001"/>
              <a:gd name="connsiteY178" fmla="*/ 2068106 h 2344739"/>
              <a:gd name="connsiteX179" fmla="*/ 3897275 w 12192001"/>
              <a:gd name="connsiteY179" fmla="*/ 2062451 h 2344739"/>
              <a:gd name="connsiteX180" fmla="*/ 3789760 w 12192001"/>
              <a:gd name="connsiteY180" fmla="*/ 2042213 h 2344739"/>
              <a:gd name="connsiteX181" fmla="*/ 3682513 w 12192001"/>
              <a:gd name="connsiteY181" fmla="*/ 2018290 h 2344739"/>
              <a:gd name="connsiteX182" fmla="*/ 3610035 w 12192001"/>
              <a:gd name="connsiteY182" fmla="*/ 1986019 h 2344739"/>
              <a:gd name="connsiteX183" fmla="*/ 3603855 w 12192001"/>
              <a:gd name="connsiteY183" fmla="*/ 1987381 h 2344739"/>
              <a:gd name="connsiteX184" fmla="*/ 3594736 w 12192001"/>
              <a:gd name="connsiteY184" fmla="*/ 1987545 h 2344739"/>
              <a:gd name="connsiteX185" fmla="*/ 3594501 w 12192001"/>
              <a:gd name="connsiteY185" fmla="*/ 1987276 h 2344739"/>
              <a:gd name="connsiteX186" fmla="*/ 3585978 w 12192001"/>
              <a:gd name="connsiteY186" fmla="*/ 1987966 h 2344739"/>
              <a:gd name="connsiteX187" fmla="*/ 3536135 w 12192001"/>
              <a:gd name="connsiteY187" fmla="*/ 1978267 h 2344739"/>
              <a:gd name="connsiteX188" fmla="*/ 3473223 w 12192001"/>
              <a:gd name="connsiteY188" fmla="*/ 1974606 h 2344739"/>
              <a:gd name="connsiteX189" fmla="*/ 3400728 w 12192001"/>
              <a:gd name="connsiteY189" fmla="*/ 1962558 h 2344739"/>
              <a:gd name="connsiteX190" fmla="*/ 3363888 w 12192001"/>
              <a:gd name="connsiteY190" fmla="*/ 1979510 h 2344739"/>
              <a:gd name="connsiteX191" fmla="*/ 3344026 w 12192001"/>
              <a:gd name="connsiteY191" fmla="*/ 1981192 h 2344739"/>
              <a:gd name="connsiteX192" fmla="*/ 3341698 w 12192001"/>
              <a:gd name="connsiteY192" fmla="*/ 1980217 h 2344739"/>
              <a:gd name="connsiteX193" fmla="*/ 3262356 w 12192001"/>
              <a:gd name="connsiteY193" fmla="*/ 1986094 h 2344739"/>
              <a:gd name="connsiteX194" fmla="*/ 3142556 w 12192001"/>
              <a:gd name="connsiteY194" fmla="*/ 1993869 h 2344739"/>
              <a:gd name="connsiteX195" fmla="*/ 3030291 w 12192001"/>
              <a:gd name="connsiteY195" fmla="*/ 1996512 h 2344739"/>
              <a:gd name="connsiteX196" fmla="*/ 2781569 w 12192001"/>
              <a:gd name="connsiteY196" fmla="*/ 2018333 h 2344739"/>
              <a:gd name="connsiteX197" fmla="*/ 2646527 w 12192001"/>
              <a:gd name="connsiteY197" fmla="*/ 2028869 h 2344739"/>
              <a:gd name="connsiteX198" fmla="*/ 2568028 w 12192001"/>
              <a:gd name="connsiteY198" fmla="*/ 2002628 h 2344739"/>
              <a:gd name="connsiteX199" fmla="*/ 2443255 w 12192001"/>
              <a:gd name="connsiteY199" fmla="*/ 2016529 h 2344739"/>
              <a:gd name="connsiteX200" fmla="*/ 2315112 w 12192001"/>
              <a:gd name="connsiteY200" fmla="*/ 2024996 h 2344739"/>
              <a:gd name="connsiteX201" fmla="*/ 2208578 w 12192001"/>
              <a:gd name="connsiteY201" fmla="*/ 2019763 h 2344739"/>
              <a:gd name="connsiteX202" fmla="*/ 2094665 w 12192001"/>
              <a:gd name="connsiteY202" fmla="*/ 2003052 h 2344739"/>
              <a:gd name="connsiteX203" fmla="*/ 1997356 w 12192001"/>
              <a:gd name="connsiteY203" fmla="*/ 1995032 h 2344739"/>
              <a:gd name="connsiteX204" fmla="*/ 1928172 w 12192001"/>
              <a:gd name="connsiteY204" fmla="*/ 2016977 h 2344739"/>
              <a:gd name="connsiteX205" fmla="*/ 1921650 w 12192001"/>
              <a:gd name="connsiteY205" fmla="*/ 2012146 h 2344739"/>
              <a:gd name="connsiteX206" fmla="*/ 1873080 w 12192001"/>
              <a:gd name="connsiteY206" fmla="*/ 2013741 h 2344739"/>
              <a:gd name="connsiteX207" fmla="*/ 1786655 w 12192001"/>
              <a:gd name="connsiteY207" fmla="*/ 2041363 h 2344739"/>
              <a:gd name="connsiteX208" fmla="*/ 1738204 w 12192001"/>
              <a:gd name="connsiteY208" fmla="*/ 2036312 h 2344739"/>
              <a:gd name="connsiteX209" fmla="*/ 1675071 w 12192001"/>
              <a:gd name="connsiteY209" fmla="*/ 2019963 h 2344739"/>
              <a:gd name="connsiteX210" fmla="*/ 1608669 w 12192001"/>
              <a:gd name="connsiteY210" fmla="*/ 2013066 h 2344739"/>
              <a:gd name="connsiteX211" fmla="*/ 1496110 w 12192001"/>
              <a:gd name="connsiteY211" fmla="*/ 1987476 h 2344739"/>
              <a:gd name="connsiteX212" fmla="*/ 1149979 w 12192001"/>
              <a:gd name="connsiteY212" fmla="*/ 1938041 h 2344739"/>
              <a:gd name="connsiteX213" fmla="*/ 858269 w 12192001"/>
              <a:gd name="connsiteY213" fmla="*/ 1928608 h 2344739"/>
              <a:gd name="connsiteX214" fmla="*/ 837540 w 12192001"/>
              <a:gd name="connsiteY214" fmla="*/ 1929821 h 2344739"/>
              <a:gd name="connsiteX215" fmla="*/ 816809 w 12192001"/>
              <a:gd name="connsiteY215" fmla="*/ 1927857 h 2344739"/>
              <a:gd name="connsiteX216" fmla="*/ 811506 w 12192001"/>
              <a:gd name="connsiteY216" fmla="*/ 1930751 h 2344739"/>
              <a:gd name="connsiteX217" fmla="*/ 797041 w 12192001"/>
              <a:gd name="connsiteY217" fmla="*/ 1930446 h 2344739"/>
              <a:gd name="connsiteX218" fmla="*/ 767901 w 12192001"/>
              <a:gd name="connsiteY218" fmla="*/ 1932653 h 2344739"/>
              <a:gd name="connsiteX219" fmla="*/ 763053 w 12192001"/>
              <a:gd name="connsiteY219" fmla="*/ 1930432 h 2344739"/>
              <a:gd name="connsiteX220" fmla="*/ 720047 w 12192001"/>
              <a:gd name="connsiteY220" fmla="*/ 1929661 h 2344739"/>
              <a:gd name="connsiteX221" fmla="*/ 719742 w 12192001"/>
              <a:gd name="connsiteY221" fmla="*/ 1928399 h 2344739"/>
              <a:gd name="connsiteX222" fmla="*/ 708875 w 12192001"/>
              <a:gd name="connsiteY222" fmla="*/ 1922722 h 2344739"/>
              <a:gd name="connsiteX223" fmla="*/ 596792 w 12192001"/>
              <a:gd name="connsiteY223" fmla="*/ 1879864 h 2344739"/>
              <a:gd name="connsiteX224" fmla="*/ 578535 w 12192001"/>
              <a:gd name="connsiteY224" fmla="*/ 1877212 h 2344739"/>
              <a:gd name="connsiteX225" fmla="*/ 571717 w 12192001"/>
              <a:gd name="connsiteY225" fmla="*/ 1877401 h 2344739"/>
              <a:gd name="connsiteX226" fmla="*/ 445099 w 12192001"/>
              <a:gd name="connsiteY226" fmla="*/ 1839371 h 2344739"/>
              <a:gd name="connsiteX227" fmla="*/ 404015 w 12192001"/>
              <a:gd name="connsiteY227" fmla="*/ 1833548 h 2344739"/>
              <a:gd name="connsiteX228" fmla="*/ 292435 w 12192001"/>
              <a:gd name="connsiteY228" fmla="*/ 1812852 h 2344739"/>
              <a:gd name="connsiteX229" fmla="*/ 118381 w 12192001"/>
              <a:gd name="connsiteY229" fmla="*/ 1761047 h 2344739"/>
              <a:gd name="connsiteX230" fmla="*/ 15526 w 12192001"/>
              <a:gd name="connsiteY230" fmla="*/ 1758191 h 2344739"/>
              <a:gd name="connsiteX231" fmla="*/ 2 w 12192001"/>
              <a:gd name="connsiteY231" fmla="*/ 1752722 h 2344739"/>
              <a:gd name="connsiteX232" fmla="*/ 1 w 12192001"/>
              <a:gd name="connsiteY232" fmla="*/ 762497 h 2344739"/>
              <a:gd name="connsiteX233" fmla="*/ 0 w 12192001"/>
              <a:gd name="connsiteY233" fmla="*/ 762497 h 2344739"/>
              <a:gd name="connsiteX234" fmla="*/ 0 w 12192001"/>
              <a:gd name="connsiteY234" fmla="*/ 222213 h 2344739"/>
              <a:gd name="connsiteX235" fmla="*/ 0 w 12192001"/>
              <a:gd name="connsiteY235"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522499 w 12192001"/>
              <a:gd name="connsiteY25" fmla="*/ 1207528 h 2344739"/>
              <a:gd name="connsiteX26" fmla="*/ 11245526 w 12192001"/>
              <a:gd name="connsiteY26" fmla="*/ 1274060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50210 w 12192001"/>
              <a:gd name="connsiteY70" fmla="*/ 1922604 h 2344739"/>
              <a:gd name="connsiteX71" fmla="*/ 9137318 w 12192001"/>
              <a:gd name="connsiteY71" fmla="*/ 1920435 h 2344739"/>
              <a:gd name="connsiteX72" fmla="*/ 9113812 w 12192001"/>
              <a:gd name="connsiteY72" fmla="*/ 1919069 h 2344739"/>
              <a:gd name="connsiteX73" fmla="*/ 9053453 w 12192001"/>
              <a:gd name="connsiteY73" fmla="*/ 1910755 h 2344739"/>
              <a:gd name="connsiteX74" fmla="*/ 9005486 w 12192001"/>
              <a:gd name="connsiteY74" fmla="*/ 1914040 h 2344739"/>
              <a:gd name="connsiteX75" fmla="*/ 9005201 w 12192001"/>
              <a:gd name="connsiteY75" fmla="*/ 1913800 h 2344739"/>
              <a:gd name="connsiteX76" fmla="*/ 8996232 w 12192001"/>
              <a:gd name="connsiteY76" fmla="*/ 1915011 h 2344739"/>
              <a:gd name="connsiteX77" fmla="*/ 8990394 w 12192001"/>
              <a:gd name="connsiteY77" fmla="*/ 1917072 h 2344739"/>
              <a:gd name="connsiteX78" fmla="*/ 8974337 w 12192001"/>
              <a:gd name="connsiteY78" fmla="*/ 1920298 h 2344739"/>
              <a:gd name="connsiteX79" fmla="*/ 8968011 w 12192001"/>
              <a:gd name="connsiteY79" fmla="*/ 1919598 h 2344739"/>
              <a:gd name="connsiteX80" fmla="*/ 8963048 w 12192001"/>
              <a:gd name="connsiteY80" fmla="*/ 1917373 h 2344739"/>
              <a:gd name="connsiteX81" fmla="*/ 8928988 w 12192001"/>
              <a:gd name="connsiteY81" fmla="*/ 1914185 h 2344739"/>
              <a:gd name="connsiteX82" fmla="*/ 8752444 w 12192001"/>
              <a:gd name="connsiteY82" fmla="*/ 1933417 h 2344739"/>
              <a:gd name="connsiteX83" fmla="*/ 8707847 w 12192001"/>
              <a:gd name="connsiteY83" fmla="*/ 1935518 h 2344739"/>
              <a:gd name="connsiteX84" fmla="*/ 8596071 w 12192001"/>
              <a:gd name="connsiteY84" fmla="*/ 1944090 h 2344739"/>
              <a:gd name="connsiteX85" fmla="*/ 8525230 w 12192001"/>
              <a:gd name="connsiteY85" fmla="*/ 1929248 h 2344739"/>
              <a:gd name="connsiteX86" fmla="*/ 8510983 w 12192001"/>
              <a:gd name="connsiteY86" fmla="*/ 1935163 h 2344739"/>
              <a:gd name="connsiteX87" fmla="*/ 8506167 w 12192001"/>
              <a:gd name="connsiteY87" fmla="*/ 1938164 h 2344739"/>
              <a:gd name="connsiteX88" fmla="*/ 8497968 w 12192001"/>
              <a:gd name="connsiteY88" fmla="*/ 1940902 h 2344739"/>
              <a:gd name="connsiteX89" fmla="*/ 8497594 w 12192001"/>
              <a:gd name="connsiteY89" fmla="*/ 1940723 h 2344739"/>
              <a:gd name="connsiteX90" fmla="*/ 8490249 w 12192001"/>
              <a:gd name="connsiteY90" fmla="*/ 1943773 h 2344739"/>
              <a:gd name="connsiteX91" fmla="*/ 8367182 w 12192001"/>
              <a:gd name="connsiteY91" fmla="*/ 1957815 h 2344739"/>
              <a:gd name="connsiteX92" fmla="*/ 8353799 w 12192001"/>
              <a:gd name="connsiteY92" fmla="*/ 1958009 h 2344739"/>
              <a:gd name="connsiteX93" fmla="*/ 8352373 w 12192001"/>
              <a:gd name="connsiteY93" fmla="*/ 1957169 h 2344739"/>
              <a:gd name="connsiteX94" fmla="*/ 8320104 w 12192001"/>
              <a:gd name="connsiteY94" fmla="*/ 1974587 h 2344739"/>
              <a:gd name="connsiteX95" fmla="*/ 8314433 w 12192001"/>
              <a:gd name="connsiteY95" fmla="*/ 1974913 h 2344739"/>
              <a:gd name="connsiteX96" fmla="*/ 8295174 w 12192001"/>
              <a:gd name="connsiteY96" fmla="*/ 1988808 h 2344739"/>
              <a:gd name="connsiteX97" fmla="*/ 8284276 w 12192001"/>
              <a:gd name="connsiteY97" fmla="*/ 1994631 h 2344739"/>
              <a:gd name="connsiteX98" fmla="*/ 8283150 w 12192001"/>
              <a:gd name="connsiteY98" fmla="*/ 1999074 h 2344739"/>
              <a:gd name="connsiteX99" fmla="*/ 8266076 w 12192001"/>
              <a:gd name="connsiteY99" fmla="*/ 2006249 h 2344739"/>
              <a:gd name="connsiteX100" fmla="*/ 8263377 w 12192001"/>
              <a:gd name="connsiteY100" fmla="*/ 2006019 h 2344739"/>
              <a:gd name="connsiteX101" fmla="*/ 8252033 w 12192001"/>
              <a:gd name="connsiteY101" fmla="*/ 2015862 h 2344739"/>
              <a:gd name="connsiteX102" fmla="*/ 8245834 w 12192001"/>
              <a:gd name="connsiteY102" fmla="*/ 2028854 h 2344739"/>
              <a:gd name="connsiteX103" fmla="*/ 8090272 w 12192001"/>
              <a:gd name="connsiteY103" fmla="*/ 2075015 h 2344739"/>
              <a:gd name="connsiteX104" fmla="*/ 7905407 w 12192001"/>
              <a:gd name="connsiteY104" fmla="*/ 2116988 h 2344739"/>
              <a:gd name="connsiteX105" fmla="*/ 7718745 w 12192001"/>
              <a:gd name="connsiteY105" fmla="*/ 2142703 h 2344739"/>
              <a:gd name="connsiteX106" fmla="*/ 7614347 w 12192001"/>
              <a:gd name="connsiteY106" fmla="*/ 2139232 h 2344739"/>
              <a:gd name="connsiteX107" fmla="*/ 7527543 w 12192001"/>
              <a:gd name="connsiteY107" fmla="*/ 2145060 h 2344739"/>
              <a:gd name="connsiteX108" fmla="*/ 7519571 w 12192001"/>
              <a:gd name="connsiteY108" fmla="*/ 2147613 h 2344739"/>
              <a:gd name="connsiteX109" fmla="*/ 7507411 w 12192001"/>
              <a:gd name="connsiteY109" fmla="*/ 2148948 h 2344739"/>
              <a:gd name="connsiteX110" fmla="*/ 7507040 w 12192001"/>
              <a:gd name="connsiteY110" fmla="*/ 2148621 h 2344739"/>
              <a:gd name="connsiteX111" fmla="*/ 7495795 w 12192001"/>
              <a:gd name="connsiteY111" fmla="*/ 2150573 h 2344739"/>
              <a:gd name="connsiteX112" fmla="*/ 7405391 w 12192001"/>
              <a:gd name="connsiteY112" fmla="*/ 2142468 h 2344739"/>
              <a:gd name="connsiteX113" fmla="*/ 7312180 w 12192001"/>
              <a:gd name="connsiteY113" fmla="*/ 2132873 h 2344739"/>
              <a:gd name="connsiteX114" fmla="*/ 7310853 w 12192001"/>
              <a:gd name="connsiteY114" fmla="*/ 2131431 h 2344739"/>
              <a:gd name="connsiteX115" fmla="*/ 7218559 w 12192001"/>
              <a:gd name="connsiteY115" fmla="*/ 2156680 h 2344739"/>
              <a:gd name="connsiteX116" fmla="*/ 7201101 w 12192001"/>
              <a:gd name="connsiteY116" fmla="*/ 2161230 h 2344739"/>
              <a:gd name="connsiteX117" fmla="*/ 7197004 w 12192001"/>
              <a:gd name="connsiteY117" fmla="*/ 2166588 h 2344739"/>
              <a:gd name="connsiteX118" fmla="*/ 7170808 w 12192001"/>
              <a:gd name="connsiteY118" fmla="*/ 2171236 h 2344739"/>
              <a:gd name="connsiteX119" fmla="*/ 7096988 w 12192001"/>
              <a:gd name="connsiteY119" fmla="*/ 2183464 h 2344739"/>
              <a:gd name="connsiteX120" fmla="*/ 7018496 w 12192001"/>
              <a:gd name="connsiteY120" fmla="*/ 2183090 h 2344739"/>
              <a:gd name="connsiteX121" fmla="*/ 6904146 w 12192001"/>
              <a:gd name="connsiteY121" fmla="*/ 2212596 h 2344739"/>
              <a:gd name="connsiteX122" fmla="*/ 6708222 w 12192001"/>
              <a:gd name="connsiteY122" fmla="*/ 2240551 h 2344739"/>
              <a:gd name="connsiteX123" fmla="*/ 6549454 w 12192001"/>
              <a:gd name="connsiteY123" fmla="*/ 2269327 h 2344739"/>
              <a:gd name="connsiteX124" fmla="*/ 6317560 w 12192001"/>
              <a:gd name="connsiteY124" fmla="*/ 2316127 h 2344739"/>
              <a:gd name="connsiteX125" fmla="*/ 6168674 w 12192001"/>
              <a:gd name="connsiteY125" fmla="*/ 2318214 h 2344739"/>
              <a:gd name="connsiteX126" fmla="*/ 6073848 w 12192001"/>
              <a:gd name="connsiteY126" fmla="*/ 2338676 h 2344739"/>
              <a:gd name="connsiteX127" fmla="*/ 6068529 w 12192001"/>
              <a:gd name="connsiteY127" fmla="*/ 2337139 h 2344739"/>
              <a:gd name="connsiteX128" fmla="*/ 6048638 w 12192001"/>
              <a:gd name="connsiteY128" fmla="*/ 2337822 h 2344739"/>
              <a:gd name="connsiteX129" fmla="*/ 6041285 w 12192001"/>
              <a:gd name="connsiteY129" fmla="*/ 2329473 h 2344739"/>
              <a:gd name="connsiteX130" fmla="*/ 6010090 w 12192001"/>
              <a:gd name="connsiteY130" fmla="*/ 2324380 h 2344739"/>
              <a:gd name="connsiteX131" fmla="*/ 5957375 w 12192001"/>
              <a:gd name="connsiteY131" fmla="*/ 2328024 h 2344739"/>
              <a:gd name="connsiteX132" fmla="*/ 5758919 w 12192001"/>
              <a:gd name="connsiteY132" fmla="*/ 2343716 h 2344739"/>
              <a:gd name="connsiteX133" fmla="*/ 5626960 w 12192001"/>
              <a:gd name="connsiteY133" fmla="*/ 2344739 h 2344739"/>
              <a:gd name="connsiteX134" fmla="*/ 5470906 w 12192001"/>
              <a:gd name="connsiteY134" fmla="*/ 2330719 h 2344739"/>
              <a:gd name="connsiteX135" fmla="*/ 5432761 w 12192001"/>
              <a:gd name="connsiteY135" fmla="*/ 2319466 h 2344739"/>
              <a:gd name="connsiteX136" fmla="*/ 5381669 w 12192001"/>
              <a:gd name="connsiteY136" fmla="*/ 2301764 h 2344739"/>
              <a:gd name="connsiteX137" fmla="*/ 5261764 w 12192001"/>
              <a:gd name="connsiteY137" fmla="*/ 2281347 h 2344739"/>
              <a:gd name="connsiteX138" fmla="*/ 5222961 w 12192001"/>
              <a:gd name="connsiteY138" fmla="*/ 2270223 h 2344739"/>
              <a:gd name="connsiteX139" fmla="*/ 5174660 w 12192001"/>
              <a:gd name="connsiteY139" fmla="*/ 2267233 h 2344739"/>
              <a:gd name="connsiteX140" fmla="*/ 5156554 w 12192001"/>
              <a:gd name="connsiteY140" fmla="*/ 2260010 h 2344739"/>
              <a:gd name="connsiteX141" fmla="*/ 5142599 w 12192001"/>
              <a:gd name="connsiteY141" fmla="*/ 2256610 h 2344739"/>
              <a:gd name="connsiteX142" fmla="*/ 5139596 w 12192001"/>
              <a:gd name="connsiteY142" fmla="*/ 2254509 h 2344739"/>
              <a:gd name="connsiteX143" fmla="*/ 5121659 w 12192001"/>
              <a:gd name="connsiteY143" fmla="*/ 2243656 h 2344739"/>
              <a:gd name="connsiteX144" fmla="*/ 5065790 w 12192001"/>
              <a:gd name="connsiteY144" fmla="*/ 2250227 h 2344739"/>
              <a:gd name="connsiteX145" fmla="*/ 5011514 w 12192001"/>
              <a:gd name="connsiteY145" fmla="*/ 2233846 h 2344739"/>
              <a:gd name="connsiteX146" fmla="*/ 4840441 w 12192001"/>
              <a:gd name="connsiteY146" fmla="*/ 2209829 h 2344739"/>
              <a:gd name="connsiteX147" fmla="*/ 4762447 w 12192001"/>
              <a:gd name="connsiteY147" fmla="*/ 2182061 h 2344739"/>
              <a:gd name="connsiteX148" fmla="*/ 4723186 w 12192001"/>
              <a:gd name="connsiteY148" fmla="*/ 2173047 h 2344739"/>
              <a:gd name="connsiteX149" fmla="*/ 4721176 w 12192001"/>
              <a:gd name="connsiteY149" fmla="*/ 2172298 h 2344739"/>
              <a:gd name="connsiteX150" fmla="*/ 4722111 w 12192001"/>
              <a:gd name="connsiteY150" fmla="*/ 2172087 h 2344739"/>
              <a:gd name="connsiteX151" fmla="*/ 4717202 w 12192001"/>
              <a:gd name="connsiteY151" fmla="*/ 2170817 h 2344739"/>
              <a:gd name="connsiteX152" fmla="*/ 4721176 w 12192001"/>
              <a:gd name="connsiteY152" fmla="*/ 2172298 h 2344739"/>
              <a:gd name="connsiteX153" fmla="*/ 4715526 w 12192001"/>
              <a:gd name="connsiteY153" fmla="*/ 2173573 h 2344739"/>
              <a:gd name="connsiteX154" fmla="*/ 4515814 w 12192001"/>
              <a:gd name="connsiteY154" fmla="*/ 2163671 h 2344739"/>
              <a:gd name="connsiteX155" fmla="*/ 4428543 w 12192001"/>
              <a:gd name="connsiteY155" fmla="*/ 2153020 h 2344739"/>
              <a:gd name="connsiteX156" fmla="*/ 4362875 w 12192001"/>
              <a:gd name="connsiteY156" fmla="*/ 2151674 h 2344739"/>
              <a:gd name="connsiteX157" fmla="*/ 4316966 w 12192001"/>
              <a:gd name="connsiteY157" fmla="*/ 2158289 h 2344739"/>
              <a:gd name="connsiteX158" fmla="*/ 4315110 w 12192001"/>
              <a:gd name="connsiteY158" fmla="*/ 2156948 h 2344739"/>
              <a:gd name="connsiteX159" fmla="*/ 4295144 w 12192001"/>
              <a:gd name="connsiteY159" fmla="*/ 2155069 h 2344739"/>
              <a:gd name="connsiteX160" fmla="*/ 4290064 w 12192001"/>
              <a:gd name="connsiteY160" fmla="*/ 2157986 h 2344739"/>
              <a:gd name="connsiteX161" fmla="*/ 4276142 w 12192001"/>
              <a:gd name="connsiteY161" fmla="*/ 2157740 h 2344739"/>
              <a:gd name="connsiteX162" fmla="*/ 4248117 w 12192001"/>
              <a:gd name="connsiteY162" fmla="*/ 2160064 h 2344739"/>
              <a:gd name="connsiteX163" fmla="*/ 4202051 w 12192001"/>
              <a:gd name="connsiteY163" fmla="*/ 2157269 h 2344739"/>
              <a:gd name="connsiteX164" fmla="*/ 4201745 w 12192001"/>
              <a:gd name="connsiteY164" fmla="*/ 2156010 h 2344739"/>
              <a:gd name="connsiteX165" fmla="*/ 4191248 w 12192001"/>
              <a:gd name="connsiteY165" fmla="*/ 2150376 h 2344739"/>
              <a:gd name="connsiteX166" fmla="*/ 4142745 w 12192001"/>
              <a:gd name="connsiteY166" fmla="*/ 2134511 h 2344739"/>
              <a:gd name="connsiteX167" fmla="*/ 4083097 w 12192001"/>
              <a:gd name="connsiteY167" fmla="*/ 2107978 h 2344739"/>
              <a:gd name="connsiteX168" fmla="*/ 4074546 w 12192001"/>
              <a:gd name="connsiteY168" fmla="*/ 2107143 h 2344739"/>
              <a:gd name="connsiteX169" fmla="*/ 4074427 w 12192001"/>
              <a:gd name="connsiteY169" fmla="*/ 2106844 h 2344739"/>
              <a:gd name="connsiteX170" fmla="*/ 4065510 w 12192001"/>
              <a:gd name="connsiteY170" fmla="*/ 2105400 h 2344739"/>
              <a:gd name="connsiteX171" fmla="*/ 4058954 w 12192001"/>
              <a:gd name="connsiteY171" fmla="*/ 2105618 h 2344739"/>
              <a:gd name="connsiteX172" fmla="*/ 4042364 w 12192001"/>
              <a:gd name="connsiteY172" fmla="*/ 2103997 h 2344739"/>
              <a:gd name="connsiteX173" fmla="*/ 4036997 w 12192001"/>
              <a:gd name="connsiteY173" fmla="*/ 2101563 h 2344739"/>
              <a:gd name="connsiteX174" fmla="*/ 4035363 w 12192001"/>
              <a:gd name="connsiteY174" fmla="*/ 2097896 h 2344739"/>
              <a:gd name="connsiteX175" fmla="*/ 4033778 w 12192001"/>
              <a:gd name="connsiteY175" fmla="*/ 2098131 h 2344739"/>
              <a:gd name="connsiteX176" fmla="*/ 4004538 w 12192001"/>
              <a:gd name="connsiteY176" fmla="*/ 2085563 h 2344739"/>
              <a:gd name="connsiteX177" fmla="*/ 3936846 w 12192001"/>
              <a:gd name="connsiteY177" fmla="*/ 2068106 h 2344739"/>
              <a:gd name="connsiteX178" fmla="*/ 3897275 w 12192001"/>
              <a:gd name="connsiteY178" fmla="*/ 2062451 h 2344739"/>
              <a:gd name="connsiteX179" fmla="*/ 3789760 w 12192001"/>
              <a:gd name="connsiteY179" fmla="*/ 2042213 h 2344739"/>
              <a:gd name="connsiteX180" fmla="*/ 3682513 w 12192001"/>
              <a:gd name="connsiteY180" fmla="*/ 2018290 h 2344739"/>
              <a:gd name="connsiteX181" fmla="*/ 3610035 w 12192001"/>
              <a:gd name="connsiteY181" fmla="*/ 1986019 h 2344739"/>
              <a:gd name="connsiteX182" fmla="*/ 3603855 w 12192001"/>
              <a:gd name="connsiteY182" fmla="*/ 1987381 h 2344739"/>
              <a:gd name="connsiteX183" fmla="*/ 3594736 w 12192001"/>
              <a:gd name="connsiteY183" fmla="*/ 1987545 h 2344739"/>
              <a:gd name="connsiteX184" fmla="*/ 3594501 w 12192001"/>
              <a:gd name="connsiteY184" fmla="*/ 1987276 h 2344739"/>
              <a:gd name="connsiteX185" fmla="*/ 3585978 w 12192001"/>
              <a:gd name="connsiteY185" fmla="*/ 1987966 h 2344739"/>
              <a:gd name="connsiteX186" fmla="*/ 3536135 w 12192001"/>
              <a:gd name="connsiteY186" fmla="*/ 1978267 h 2344739"/>
              <a:gd name="connsiteX187" fmla="*/ 3473223 w 12192001"/>
              <a:gd name="connsiteY187" fmla="*/ 1974606 h 2344739"/>
              <a:gd name="connsiteX188" fmla="*/ 3400728 w 12192001"/>
              <a:gd name="connsiteY188" fmla="*/ 1962558 h 2344739"/>
              <a:gd name="connsiteX189" fmla="*/ 3363888 w 12192001"/>
              <a:gd name="connsiteY189" fmla="*/ 1979510 h 2344739"/>
              <a:gd name="connsiteX190" fmla="*/ 3344026 w 12192001"/>
              <a:gd name="connsiteY190" fmla="*/ 1981192 h 2344739"/>
              <a:gd name="connsiteX191" fmla="*/ 3341698 w 12192001"/>
              <a:gd name="connsiteY191" fmla="*/ 1980217 h 2344739"/>
              <a:gd name="connsiteX192" fmla="*/ 3262356 w 12192001"/>
              <a:gd name="connsiteY192" fmla="*/ 1986094 h 2344739"/>
              <a:gd name="connsiteX193" fmla="*/ 3142556 w 12192001"/>
              <a:gd name="connsiteY193" fmla="*/ 1993869 h 2344739"/>
              <a:gd name="connsiteX194" fmla="*/ 3030291 w 12192001"/>
              <a:gd name="connsiteY194" fmla="*/ 1996512 h 2344739"/>
              <a:gd name="connsiteX195" fmla="*/ 2781569 w 12192001"/>
              <a:gd name="connsiteY195" fmla="*/ 2018333 h 2344739"/>
              <a:gd name="connsiteX196" fmla="*/ 2646527 w 12192001"/>
              <a:gd name="connsiteY196" fmla="*/ 2028869 h 2344739"/>
              <a:gd name="connsiteX197" fmla="*/ 2568028 w 12192001"/>
              <a:gd name="connsiteY197" fmla="*/ 2002628 h 2344739"/>
              <a:gd name="connsiteX198" fmla="*/ 2443255 w 12192001"/>
              <a:gd name="connsiteY198" fmla="*/ 2016529 h 2344739"/>
              <a:gd name="connsiteX199" fmla="*/ 2315112 w 12192001"/>
              <a:gd name="connsiteY199" fmla="*/ 2024996 h 2344739"/>
              <a:gd name="connsiteX200" fmla="*/ 2208578 w 12192001"/>
              <a:gd name="connsiteY200" fmla="*/ 2019763 h 2344739"/>
              <a:gd name="connsiteX201" fmla="*/ 2094665 w 12192001"/>
              <a:gd name="connsiteY201" fmla="*/ 2003052 h 2344739"/>
              <a:gd name="connsiteX202" fmla="*/ 1997356 w 12192001"/>
              <a:gd name="connsiteY202" fmla="*/ 1995032 h 2344739"/>
              <a:gd name="connsiteX203" fmla="*/ 1928172 w 12192001"/>
              <a:gd name="connsiteY203" fmla="*/ 2016977 h 2344739"/>
              <a:gd name="connsiteX204" fmla="*/ 1921650 w 12192001"/>
              <a:gd name="connsiteY204" fmla="*/ 2012146 h 2344739"/>
              <a:gd name="connsiteX205" fmla="*/ 1873080 w 12192001"/>
              <a:gd name="connsiteY205" fmla="*/ 2013741 h 2344739"/>
              <a:gd name="connsiteX206" fmla="*/ 1786655 w 12192001"/>
              <a:gd name="connsiteY206" fmla="*/ 2041363 h 2344739"/>
              <a:gd name="connsiteX207" fmla="*/ 1738204 w 12192001"/>
              <a:gd name="connsiteY207" fmla="*/ 2036312 h 2344739"/>
              <a:gd name="connsiteX208" fmla="*/ 1675071 w 12192001"/>
              <a:gd name="connsiteY208" fmla="*/ 2019963 h 2344739"/>
              <a:gd name="connsiteX209" fmla="*/ 1608669 w 12192001"/>
              <a:gd name="connsiteY209" fmla="*/ 2013066 h 2344739"/>
              <a:gd name="connsiteX210" fmla="*/ 1496110 w 12192001"/>
              <a:gd name="connsiteY210" fmla="*/ 1987476 h 2344739"/>
              <a:gd name="connsiteX211" fmla="*/ 1149979 w 12192001"/>
              <a:gd name="connsiteY211" fmla="*/ 1938041 h 2344739"/>
              <a:gd name="connsiteX212" fmla="*/ 858269 w 12192001"/>
              <a:gd name="connsiteY212" fmla="*/ 1928608 h 2344739"/>
              <a:gd name="connsiteX213" fmla="*/ 837540 w 12192001"/>
              <a:gd name="connsiteY213" fmla="*/ 1929821 h 2344739"/>
              <a:gd name="connsiteX214" fmla="*/ 816809 w 12192001"/>
              <a:gd name="connsiteY214" fmla="*/ 1927857 h 2344739"/>
              <a:gd name="connsiteX215" fmla="*/ 811506 w 12192001"/>
              <a:gd name="connsiteY215" fmla="*/ 1930751 h 2344739"/>
              <a:gd name="connsiteX216" fmla="*/ 797041 w 12192001"/>
              <a:gd name="connsiteY216" fmla="*/ 1930446 h 2344739"/>
              <a:gd name="connsiteX217" fmla="*/ 767901 w 12192001"/>
              <a:gd name="connsiteY217" fmla="*/ 1932653 h 2344739"/>
              <a:gd name="connsiteX218" fmla="*/ 763053 w 12192001"/>
              <a:gd name="connsiteY218" fmla="*/ 1930432 h 2344739"/>
              <a:gd name="connsiteX219" fmla="*/ 720047 w 12192001"/>
              <a:gd name="connsiteY219" fmla="*/ 1929661 h 2344739"/>
              <a:gd name="connsiteX220" fmla="*/ 719742 w 12192001"/>
              <a:gd name="connsiteY220" fmla="*/ 1928399 h 2344739"/>
              <a:gd name="connsiteX221" fmla="*/ 708875 w 12192001"/>
              <a:gd name="connsiteY221" fmla="*/ 1922722 h 2344739"/>
              <a:gd name="connsiteX222" fmla="*/ 596792 w 12192001"/>
              <a:gd name="connsiteY222" fmla="*/ 1879864 h 2344739"/>
              <a:gd name="connsiteX223" fmla="*/ 578535 w 12192001"/>
              <a:gd name="connsiteY223" fmla="*/ 1877212 h 2344739"/>
              <a:gd name="connsiteX224" fmla="*/ 571717 w 12192001"/>
              <a:gd name="connsiteY224" fmla="*/ 1877401 h 2344739"/>
              <a:gd name="connsiteX225" fmla="*/ 445099 w 12192001"/>
              <a:gd name="connsiteY225" fmla="*/ 1839371 h 2344739"/>
              <a:gd name="connsiteX226" fmla="*/ 404015 w 12192001"/>
              <a:gd name="connsiteY226" fmla="*/ 1833548 h 2344739"/>
              <a:gd name="connsiteX227" fmla="*/ 292435 w 12192001"/>
              <a:gd name="connsiteY227" fmla="*/ 1812852 h 2344739"/>
              <a:gd name="connsiteX228" fmla="*/ 118381 w 12192001"/>
              <a:gd name="connsiteY228" fmla="*/ 1761047 h 2344739"/>
              <a:gd name="connsiteX229" fmla="*/ 15526 w 12192001"/>
              <a:gd name="connsiteY229" fmla="*/ 1758191 h 2344739"/>
              <a:gd name="connsiteX230" fmla="*/ 2 w 12192001"/>
              <a:gd name="connsiteY230" fmla="*/ 1752722 h 2344739"/>
              <a:gd name="connsiteX231" fmla="*/ 1 w 12192001"/>
              <a:gd name="connsiteY231" fmla="*/ 762497 h 2344739"/>
              <a:gd name="connsiteX232" fmla="*/ 0 w 12192001"/>
              <a:gd name="connsiteY232" fmla="*/ 762497 h 2344739"/>
              <a:gd name="connsiteX233" fmla="*/ 0 w 12192001"/>
              <a:gd name="connsiteY233" fmla="*/ 222213 h 2344739"/>
              <a:gd name="connsiteX234" fmla="*/ 0 w 12192001"/>
              <a:gd name="connsiteY234"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522499 w 12192001"/>
              <a:gd name="connsiteY25" fmla="*/ 1207528 h 2344739"/>
              <a:gd name="connsiteX26" fmla="*/ 11245526 w 12192001"/>
              <a:gd name="connsiteY26" fmla="*/ 1274060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50210 w 12192001"/>
              <a:gd name="connsiteY70" fmla="*/ 1922604 h 2344739"/>
              <a:gd name="connsiteX71" fmla="*/ 9137318 w 12192001"/>
              <a:gd name="connsiteY71" fmla="*/ 1920435 h 2344739"/>
              <a:gd name="connsiteX72" fmla="*/ 9113812 w 12192001"/>
              <a:gd name="connsiteY72" fmla="*/ 1919069 h 2344739"/>
              <a:gd name="connsiteX73" fmla="*/ 9053453 w 12192001"/>
              <a:gd name="connsiteY73" fmla="*/ 1910755 h 2344739"/>
              <a:gd name="connsiteX74" fmla="*/ 9005486 w 12192001"/>
              <a:gd name="connsiteY74" fmla="*/ 1914040 h 2344739"/>
              <a:gd name="connsiteX75" fmla="*/ 9005201 w 12192001"/>
              <a:gd name="connsiteY75" fmla="*/ 1913800 h 2344739"/>
              <a:gd name="connsiteX76" fmla="*/ 8996232 w 12192001"/>
              <a:gd name="connsiteY76" fmla="*/ 1915011 h 2344739"/>
              <a:gd name="connsiteX77" fmla="*/ 8990394 w 12192001"/>
              <a:gd name="connsiteY77" fmla="*/ 1917072 h 2344739"/>
              <a:gd name="connsiteX78" fmla="*/ 8974337 w 12192001"/>
              <a:gd name="connsiteY78" fmla="*/ 1920298 h 2344739"/>
              <a:gd name="connsiteX79" fmla="*/ 8968011 w 12192001"/>
              <a:gd name="connsiteY79" fmla="*/ 1919598 h 2344739"/>
              <a:gd name="connsiteX80" fmla="*/ 8963048 w 12192001"/>
              <a:gd name="connsiteY80" fmla="*/ 1917373 h 2344739"/>
              <a:gd name="connsiteX81" fmla="*/ 8928988 w 12192001"/>
              <a:gd name="connsiteY81" fmla="*/ 1914185 h 2344739"/>
              <a:gd name="connsiteX82" fmla="*/ 8752444 w 12192001"/>
              <a:gd name="connsiteY82" fmla="*/ 1933417 h 2344739"/>
              <a:gd name="connsiteX83" fmla="*/ 8707847 w 12192001"/>
              <a:gd name="connsiteY83" fmla="*/ 1935518 h 2344739"/>
              <a:gd name="connsiteX84" fmla="*/ 8596071 w 12192001"/>
              <a:gd name="connsiteY84" fmla="*/ 1944090 h 2344739"/>
              <a:gd name="connsiteX85" fmla="*/ 8525230 w 12192001"/>
              <a:gd name="connsiteY85" fmla="*/ 1929248 h 2344739"/>
              <a:gd name="connsiteX86" fmla="*/ 8510983 w 12192001"/>
              <a:gd name="connsiteY86" fmla="*/ 1935163 h 2344739"/>
              <a:gd name="connsiteX87" fmla="*/ 8506167 w 12192001"/>
              <a:gd name="connsiteY87" fmla="*/ 1938164 h 2344739"/>
              <a:gd name="connsiteX88" fmla="*/ 8497968 w 12192001"/>
              <a:gd name="connsiteY88" fmla="*/ 1940902 h 2344739"/>
              <a:gd name="connsiteX89" fmla="*/ 8497594 w 12192001"/>
              <a:gd name="connsiteY89" fmla="*/ 1940723 h 2344739"/>
              <a:gd name="connsiteX90" fmla="*/ 8490249 w 12192001"/>
              <a:gd name="connsiteY90" fmla="*/ 1943773 h 2344739"/>
              <a:gd name="connsiteX91" fmla="*/ 8367182 w 12192001"/>
              <a:gd name="connsiteY91" fmla="*/ 1957815 h 2344739"/>
              <a:gd name="connsiteX92" fmla="*/ 8353799 w 12192001"/>
              <a:gd name="connsiteY92" fmla="*/ 1958009 h 2344739"/>
              <a:gd name="connsiteX93" fmla="*/ 8352373 w 12192001"/>
              <a:gd name="connsiteY93" fmla="*/ 1957169 h 2344739"/>
              <a:gd name="connsiteX94" fmla="*/ 8320104 w 12192001"/>
              <a:gd name="connsiteY94" fmla="*/ 1974587 h 2344739"/>
              <a:gd name="connsiteX95" fmla="*/ 8314433 w 12192001"/>
              <a:gd name="connsiteY95" fmla="*/ 1974913 h 2344739"/>
              <a:gd name="connsiteX96" fmla="*/ 8295174 w 12192001"/>
              <a:gd name="connsiteY96" fmla="*/ 1988808 h 2344739"/>
              <a:gd name="connsiteX97" fmla="*/ 8284276 w 12192001"/>
              <a:gd name="connsiteY97" fmla="*/ 1994631 h 2344739"/>
              <a:gd name="connsiteX98" fmla="*/ 8283150 w 12192001"/>
              <a:gd name="connsiteY98" fmla="*/ 1999074 h 2344739"/>
              <a:gd name="connsiteX99" fmla="*/ 8266076 w 12192001"/>
              <a:gd name="connsiteY99" fmla="*/ 2006249 h 2344739"/>
              <a:gd name="connsiteX100" fmla="*/ 8263377 w 12192001"/>
              <a:gd name="connsiteY100" fmla="*/ 2006019 h 2344739"/>
              <a:gd name="connsiteX101" fmla="*/ 8252033 w 12192001"/>
              <a:gd name="connsiteY101" fmla="*/ 2015862 h 2344739"/>
              <a:gd name="connsiteX102" fmla="*/ 8245834 w 12192001"/>
              <a:gd name="connsiteY102" fmla="*/ 2028854 h 2344739"/>
              <a:gd name="connsiteX103" fmla="*/ 8090272 w 12192001"/>
              <a:gd name="connsiteY103" fmla="*/ 2075015 h 2344739"/>
              <a:gd name="connsiteX104" fmla="*/ 7905407 w 12192001"/>
              <a:gd name="connsiteY104" fmla="*/ 2116988 h 2344739"/>
              <a:gd name="connsiteX105" fmla="*/ 7718745 w 12192001"/>
              <a:gd name="connsiteY105" fmla="*/ 2142703 h 2344739"/>
              <a:gd name="connsiteX106" fmla="*/ 7614347 w 12192001"/>
              <a:gd name="connsiteY106" fmla="*/ 2139232 h 2344739"/>
              <a:gd name="connsiteX107" fmla="*/ 7527543 w 12192001"/>
              <a:gd name="connsiteY107" fmla="*/ 2145060 h 2344739"/>
              <a:gd name="connsiteX108" fmla="*/ 7519571 w 12192001"/>
              <a:gd name="connsiteY108" fmla="*/ 2147613 h 2344739"/>
              <a:gd name="connsiteX109" fmla="*/ 7507411 w 12192001"/>
              <a:gd name="connsiteY109" fmla="*/ 2148948 h 2344739"/>
              <a:gd name="connsiteX110" fmla="*/ 7507040 w 12192001"/>
              <a:gd name="connsiteY110" fmla="*/ 2148621 h 2344739"/>
              <a:gd name="connsiteX111" fmla="*/ 7495795 w 12192001"/>
              <a:gd name="connsiteY111" fmla="*/ 2150573 h 2344739"/>
              <a:gd name="connsiteX112" fmla="*/ 7405391 w 12192001"/>
              <a:gd name="connsiteY112" fmla="*/ 2142468 h 2344739"/>
              <a:gd name="connsiteX113" fmla="*/ 7312180 w 12192001"/>
              <a:gd name="connsiteY113" fmla="*/ 2132873 h 2344739"/>
              <a:gd name="connsiteX114" fmla="*/ 7310853 w 12192001"/>
              <a:gd name="connsiteY114" fmla="*/ 2131431 h 2344739"/>
              <a:gd name="connsiteX115" fmla="*/ 7218559 w 12192001"/>
              <a:gd name="connsiteY115" fmla="*/ 2156680 h 2344739"/>
              <a:gd name="connsiteX116" fmla="*/ 7201101 w 12192001"/>
              <a:gd name="connsiteY116" fmla="*/ 2161230 h 2344739"/>
              <a:gd name="connsiteX117" fmla="*/ 7197004 w 12192001"/>
              <a:gd name="connsiteY117" fmla="*/ 2166588 h 2344739"/>
              <a:gd name="connsiteX118" fmla="*/ 7170808 w 12192001"/>
              <a:gd name="connsiteY118" fmla="*/ 2171236 h 2344739"/>
              <a:gd name="connsiteX119" fmla="*/ 7096988 w 12192001"/>
              <a:gd name="connsiteY119" fmla="*/ 2183464 h 2344739"/>
              <a:gd name="connsiteX120" fmla="*/ 7018496 w 12192001"/>
              <a:gd name="connsiteY120" fmla="*/ 2183090 h 2344739"/>
              <a:gd name="connsiteX121" fmla="*/ 6904146 w 12192001"/>
              <a:gd name="connsiteY121" fmla="*/ 2212596 h 2344739"/>
              <a:gd name="connsiteX122" fmla="*/ 6708222 w 12192001"/>
              <a:gd name="connsiteY122" fmla="*/ 2240551 h 2344739"/>
              <a:gd name="connsiteX123" fmla="*/ 6549454 w 12192001"/>
              <a:gd name="connsiteY123" fmla="*/ 2269327 h 2344739"/>
              <a:gd name="connsiteX124" fmla="*/ 6317560 w 12192001"/>
              <a:gd name="connsiteY124" fmla="*/ 2316127 h 2344739"/>
              <a:gd name="connsiteX125" fmla="*/ 6168674 w 12192001"/>
              <a:gd name="connsiteY125" fmla="*/ 2318214 h 2344739"/>
              <a:gd name="connsiteX126" fmla="*/ 6073848 w 12192001"/>
              <a:gd name="connsiteY126" fmla="*/ 2338676 h 2344739"/>
              <a:gd name="connsiteX127" fmla="*/ 6068529 w 12192001"/>
              <a:gd name="connsiteY127" fmla="*/ 2337139 h 2344739"/>
              <a:gd name="connsiteX128" fmla="*/ 6048638 w 12192001"/>
              <a:gd name="connsiteY128" fmla="*/ 2337822 h 2344739"/>
              <a:gd name="connsiteX129" fmla="*/ 6041285 w 12192001"/>
              <a:gd name="connsiteY129" fmla="*/ 2329473 h 2344739"/>
              <a:gd name="connsiteX130" fmla="*/ 6010090 w 12192001"/>
              <a:gd name="connsiteY130" fmla="*/ 2324380 h 2344739"/>
              <a:gd name="connsiteX131" fmla="*/ 5957375 w 12192001"/>
              <a:gd name="connsiteY131" fmla="*/ 2328024 h 2344739"/>
              <a:gd name="connsiteX132" fmla="*/ 5758919 w 12192001"/>
              <a:gd name="connsiteY132" fmla="*/ 2343716 h 2344739"/>
              <a:gd name="connsiteX133" fmla="*/ 5626960 w 12192001"/>
              <a:gd name="connsiteY133" fmla="*/ 2344739 h 2344739"/>
              <a:gd name="connsiteX134" fmla="*/ 5470906 w 12192001"/>
              <a:gd name="connsiteY134" fmla="*/ 2330719 h 2344739"/>
              <a:gd name="connsiteX135" fmla="*/ 5432761 w 12192001"/>
              <a:gd name="connsiteY135" fmla="*/ 2319466 h 2344739"/>
              <a:gd name="connsiteX136" fmla="*/ 5381669 w 12192001"/>
              <a:gd name="connsiteY136" fmla="*/ 2301764 h 2344739"/>
              <a:gd name="connsiteX137" fmla="*/ 5261764 w 12192001"/>
              <a:gd name="connsiteY137" fmla="*/ 2281347 h 2344739"/>
              <a:gd name="connsiteX138" fmla="*/ 5222961 w 12192001"/>
              <a:gd name="connsiteY138" fmla="*/ 2270223 h 2344739"/>
              <a:gd name="connsiteX139" fmla="*/ 5174660 w 12192001"/>
              <a:gd name="connsiteY139" fmla="*/ 2267233 h 2344739"/>
              <a:gd name="connsiteX140" fmla="*/ 5156554 w 12192001"/>
              <a:gd name="connsiteY140" fmla="*/ 2260010 h 2344739"/>
              <a:gd name="connsiteX141" fmla="*/ 5142599 w 12192001"/>
              <a:gd name="connsiteY141" fmla="*/ 2256610 h 2344739"/>
              <a:gd name="connsiteX142" fmla="*/ 5139596 w 12192001"/>
              <a:gd name="connsiteY142" fmla="*/ 2254509 h 2344739"/>
              <a:gd name="connsiteX143" fmla="*/ 5121659 w 12192001"/>
              <a:gd name="connsiteY143" fmla="*/ 2243656 h 2344739"/>
              <a:gd name="connsiteX144" fmla="*/ 5065790 w 12192001"/>
              <a:gd name="connsiteY144" fmla="*/ 2250227 h 2344739"/>
              <a:gd name="connsiteX145" fmla="*/ 5011514 w 12192001"/>
              <a:gd name="connsiteY145" fmla="*/ 2233846 h 2344739"/>
              <a:gd name="connsiteX146" fmla="*/ 4840441 w 12192001"/>
              <a:gd name="connsiteY146" fmla="*/ 2209829 h 2344739"/>
              <a:gd name="connsiteX147" fmla="*/ 4762447 w 12192001"/>
              <a:gd name="connsiteY147" fmla="*/ 2182061 h 2344739"/>
              <a:gd name="connsiteX148" fmla="*/ 4723186 w 12192001"/>
              <a:gd name="connsiteY148" fmla="*/ 2173047 h 2344739"/>
              <a:gd name="connsiteX149" fmla="*/ 4721176 w 12192001"/>
              <a:gd name="connsiteY149" fmla="*/ 2172298 h 2344739"/>
              <a:gd name="connsiteX150" fmla="*/ 4722111 w 12192001"/>
              <a:gd name="connsiteY150" fmla="*/ 2172087 h 2344739"/>
              <a:gd name="connsiteX151" fmla="*/ 4717202 w 12192001"/>
              <a:gd name="connsiteY151" fmla="*/ 2170817 h 2344739"/>
              <a:gd name="connsiteX152" fmla="*/ 4721176 w 12192001"/>
              <a:gd name="connsiteY152" fmla="*/ 2172298 h 2344739"/>
              <a:gd name="connsiteX153" fmla="*/ 4715526 w 12192001"/>
              <a:gd name="connsiteY153" fmla="*/ 2173573 h 2344739"/>
              <a:gd name="connsiteX154" fmla="*/ 4515814 w 12192001"/>
              <a:gd name="connsiteY154" fmla="*/ 2163671 h 2344739"/>
              <a:gd name="connsiteX155" fmla="*/ 4428543 w 12192001"/>
              <a:gd name="connsiteY155" fmla="*/ 2153020 h 2344739"/>
              <a:gd name="connsiteX156" fmla="*/ 4362875 w 12192001"/>
              <a:gd name="connsiteY156" fmla="*/ 2151674 h 2344739"/>
              <a:gd name="connsiteX157" fmla="*/ 4316966 w 12192001"/>
              <a:gd name="connsiteY157" fmla="*/ 2158289 h 2344739"/>
              <a:gd name="connsiteX158" fmla="*/ 4315110 w 12192001"/>
              <a:gd name="connsiteY158" fmla="*/ 2156948 h 2344739"/>
              <a:gd name="connsiteX159" fmla="*/ 4295144 w 12192001"/>
              <a:gd name="connsiteY159" fmla="*/ 2155069 h 2344739"/>
              <a:gd name="connsiteX160" fmla="*/ 4290064 w 12192001"/>
              <a:gd name="connsiteY160" fmla="*/ 2157986 h 2344739"/>
              <a:gd name="connsiteX161" fmla="*/ 4276142 w 12192001"/>
              <a:gd name="connsiteY161" fmla="*/ 2157740 h 2344739"/>
              <a:gd name="connsiteX162" fmla="*/ 4248117 w 12192001"/>
              <a:gd name="connsiteY162" fmla="*/ 2160064 h 2344739"/>
              <a:gd name="connsiteX163" fmla="*/ 4202051 w 12192001"/>
              <a:gd name="connsiteY163" fmla="*/ 2157269 h 2344739"/>
              <a:gd name="connsiteX164" fmla="*/ 4201745 w 12192001"/>
              <a:gd name="connsiteY164" fmla="*/ 2156010 h 2344739"/>
              <a:gd name="connsiteX165" fmla="*/ 4191248 w 12192001"/>
              <a:gd name="connsiteY165" fmla="*/ 2150376 h 2344739"/>
              <a:gd name="connsiteX166" fmla="*/ 4142745 w 12192001"/>
              <a:gd name="connsiteY166" fmla="*/ 2134511 h 2344739"/>
              <a:gd name="connsiteX167" fmla="*/ 4083097 w 12192001"/>
              <a:gd name="connsiteY167" fmla="*/ 2107978 h 2344739"/>
              <a:gd name="connsiteX168" fmla="*/ 4074546 w 12192001"/>
              <a:gd name="connsiteY168" fmla="*/ 2107143 h 2344739"/>
              <a:gd name="connsiteX169" fmla="*/ 4074427 w 12192001"/>
              <a:gd name="connsiteY169" fmla="*/ 2106844 h 2344739"/>
              <a:gd name="connsiteX170" fmla="*/ 4065510 w 12192001"/>
              <a:gd name="connsiteY170" fmla="*/ 2105400 h 2344739"/>
              <a:gd name="connsiteX171" fmla="*/ 4058954 w 12192001"/>
              <a:gd name="connsiteY171" fmla="*/ 2105618 h 2344739"/>
              <a:gd name="connsiteX172" fmla="*/ 4042364 w 12192001"/>
              <a:gd name="connsiteY172" fmla="*/ 2103997 h 2344739"/>
              <a:gd name="connsiteX173" fmla="*/ 4036997 w 12192001"/>
              <a:gd name="connsiteY173" fmla="*/ 2101563 h 2344739"/>
              <a:gd name="connsiteX174" fmla="*/ 4035363 w 12192001"/>
              <a:gd name="connsiteY174" fmla="*/ 2097896 h 2344739"/>
              <a:gd name="connsiteX175" fmla="*/ 4033778 w 12192001"/>
              <a:gd name="connsiteY175" fmla="*/ 2098131 h 2344739"/>
              <a:gd name="connsiteX176" fmla="*/ 4004538 w 12192001"/>
              <a:gd name="connsiteY176" fmla="*/ 2085563 h 2344739"/>
              <a:gd name="connsiteX177" fmla="*/ 3936846 w 12192001"/>
              <a:gd name="connsiteY177" fmla="*/ 2068106 h 2344739"/>
              <a:gd name="connsiteX178" fmla="*/ 3897275 w 12192001"/>
              <a:gd name="connsiteY178" fmla="*/ 2062451 h 2344739"/>
              <a:gd name="connsiteX179" fmla="*/ 3789760 w 12192001"/>
              <a:gd name="connsiteY179" fmla="*/ 2042213 h 2344739"/>
              <a:gd name="connsiteX180" fmla="*/ 3682513 w 12192001"/>
              <a:gd name="connsiteY180" fmla="*/ 2018290 h 2344739"/>
              <a:gd name="connsiteX181" fmla="*/ 3610035 w 12192001"/>
              <a:gd name="connsiteY181" fmla="*/ 1986019 h 2344739"/>
              <a:gd name="connsiteX182" fmla="*/ 3603855 w 12192001"/>
              <a:gd name="connsiteY182" fmla="*/ 1987381 h 2344739"/>
              <a:gd name="connsiteX183" fmla="*/ 3594736 w 12192001"/>
              <a:gd name="connsiteY183" fmla="*/ 1987545 h 2344739"/>
              <a:gd name="connsiteX184" fmla="*/ 3594501 w 12192001"/>
              <a:gd name="connsiteY184" fmla="*/ 1987276 h 2344739"/>
              <a:gd name="connsiteX185" fmla="*/ 3585978 w 12192001"/>
              <a:gd name="connsiteY185" fmla="*/ 1987966 h 2344739"/>
              <a:gd name="connsiteX186" fmla="*/ 3536135 w 12192001"/>
              <a:gd name="connsiteY186" fmla="*/ 1978267 h 2344739"/>
              <a:gd name="connsiteX187" fmla="*/ 3473223 w 12192001"/>
              <a:gd name="connsiteY187" fmla="*/ 1974606 h 2344739"/>
              <a:gd name="connsiteX188" fmla="*/ 3400728 w 12192001"/>
              <a:gd name="connsiteY188" fmla="*/ 1962558 h 2344739"/>
              <a:gd name="connsiteX189" fmla="*/ 3363888 w 12192001"/>
              <a:gd name="connsiteY189" fmla="*/ 1979510 h 2344739"/>
              <a:gd name="connsiteX190" fmla="*/ 3344026 w 12192001"/>
              <a:gd name="connsiteY190" fmla="*/ 1981192 h 2344739"/>
              <a:gd name="connsiteX191" fmla="*/ 3341698 w 12192001"/>
              <a:gd name="connsiteY191" fmla="*/ 1980217 h 2344739"/>
              <a:gd name="connsiteX192" fmla="*/ 3262356 w 12192001"/>
              <a:gd name="connsiteY192" fmla="*/ 1986094 h 2344739"/>
              <a:gd name="connsiteX193" fmla="*/ 3142556 w 12192001"/>
              <a:gd name="connsiteY193" fmla="*/ 1993869 h 2344739"/>
              <a:gd name="connsiteX194" fmla="*/ 3030291 w 12192001"/>
              <a:gd name="connsiteY194" fmla="*/ 1996512 h 2344739"/>
              <a:gd name="connsiteX195" fmla="*/ 2781569 w 12192001"/>
              <a:gd name="connsiteY195" fmla="*/ 2018333 h 2344739"/>
              <a:gd name="connsiteX196" fmla="*/ 2646527 w 12192001"/>
              <a:gd name="connsiteY196" fmla="*/ 2028869 h 2344739"/>
              <a:gd name="connsiteX197" fmla="*/ 2568028 w 12192001"/>
              <a:gd name="connsiteY197" fmla="*/ 2002628 h 2344739"/>
              <a:gd name="connsiteX198" fmla="*/ 2443255 w 12192001"/>
              <a:gd name="connsiteY198" fmla="*/ 2016529 h 2344739"/>
              <a:gd name="connsiteX199" fmla="*/ 2315112 w 12192001"/>
              <a:gd name="connsiteY199" fmla="*/ 2024996 h 2344739"/>
              <a:gd name="connsiteX200" fmla="*/ 2208578 w 12192001"/>
              <a:gd name="connsiteY200" fmla="*/ 2019763 h 2344739"/>
              <a:gd name="connsiteX201" fmla="*/ 2094665 w 12192001"/>
              <a:gd name="connsiteY201" fmla="*/ 2003052 h 2344739"/>
              <a:gd name="connsiteX202" fmla="*/ 1997356 w 12192001"/>
              <a:gd name="connsiteY202" fmla="*/ 1995032 h 2344739"/>
              <a:gd name="connsiteX203" fmla="*/ 1928172 w 12192001"/>
              <a:gd name="connsiteY203" fmla="*/ 2016977 h 2344739"/>
              <a:gd name="connsiteX204" fmla="*/ 1921650 w 12192001"/>
              <a:gd name="connsiteY204" fmla="*/ 2012146 h 2344739"/>
              <a:gd name="connsiteX205" fmla="*/ 1873080 w 12192001"/>
              <a:gd name="connsiteY205" fmla="*/ 2013741 h 2344739"/>
              <a:gd name="connsiteX206" fmla="*/ 1786655 w 12192001"/>
              <a:gd name="connsiteY206" fmla="*/ 2041363 h 2344739"/>
              <a:gd name="connsiteX207" fmla="*/ 1738204 w 12192001"/>
              <a:gd name="connsiteY207" fmla="*/ 2036312 h 2344739"/>
              <a:gd name="connsiteX208" fmla="*/ 1675071 w 12192001"/>
              <a:gd name="connsiteY208" fmla="*/ 2019963 h 2344739"/>
              <a:gd name="connsiteX209" fmla="*/ 1608669 w 12192001"/>
              <a:gd name="connsiteY209" fmla="*/ 2013066 h 2344739"/>
              <a:gd name="connsiteX210" fmla="*/ 1496110 w 12192001"/>
              <a:gd name="connsiteY210" fmla="*/ 1987476 h 2344739"/>
              <a:gd name="connsiteX211" fmla="*/ 1149979 w 12192001"/>
              <a:gd name="connsiteY211" fmla="*/ 1938041 h 2344739"/>
              <a:gd name="connsiteX212" fmla="*/ 858269 w 12192001"/>
              <a:gd name="connsiteY212" fmla="*/ 1928608 h 2344739"/>
              <a:gd name="connsiteX213" fmla="*/ 837540 w 12192001"/>
              <a:gd name="connsiteY213" fmla="*/ 1929821 h 2344739"/>
              <a:gd name="connsiteX214" fmla="*/ 816809 w 12192001"/>
              <a:gd name="connsiteY214" fmla="*/ 1927857 h 2344739"/>
              <a:gd name="connsiteX215" fmla="*/ 811506 w 12192001"/>
              <a:gd name="connsiteY215" fmla="*/ 1930751 h 2344739"/>
              <a:gd name="connsiteX216" fmla="*/ 797041 w 12192001"/>
              <a:gd name="connsiteY216" fmla="*/ 1930446 h 2344739"/>
              <a:gd name="connsiteX217" fmla="*/ 767901 w 12192001"/>
              <a:gd name="connsiteY217" fmla="*/ 1932653 h 2344739"/>
              <a:gd name="connsiteX218" fmla="*/ 763053 w 12192001"/>
              <a:gd name="connsiteY218" fmla="*/ 1930432 h 2344739"/>
              <a:gd name="connsiteX219" fmla="*/ 720047 w 12192001"/>
              <a:gd name="connsiteY219" fmla="*/ 1929661 h 2344739"/>
              <a:gd name="connsiteX220" fmla="*/ 719742 w 12192001"/>
              <a:gd name="connsiteY220" fmla="*/ 1928399 h 2344739"/>
              <a:gd name="connsiteX221" fmla="*/ 708875 w 12192001"/>
              <a:gd name="connsiteY221" fmla="*/ 1922722 h 2344739"/>
              <a:gd name="connsiteX222" fmla="*/ 596792 w 12192001"/>
              <a:gd name="connsiteY222" fmla="*/ 1879864 h 2344739"/>
              <a:gd name="connsiteX223" fmla="*/ 578535 w 12192001"/>
              <a:gd name="connsiteY223" fmla="*/ 1877212 h 2344739"/>
              <a:gd name="connsiteX224" fmla="*/ 571717 w 12192001"/>
              <a:gd name="connsiteY224" fmla="*/ 1877401 h 2344739"/>
              <a:gd name="connsiteX225" fmla="*/ 445099 w 12192001"/>
              <a:gd name="connsiteY225" fmla="*/ 1839371 h 2344739"/>
              <a:gd name="connsiteX226" fmla="*/ 404015 w 12192001"/>
              <a:gd name="connsiteY226" fmla="*/ 1833548 h 2344739"/>
              <a:gd name="connsiteX227" fmla="*/ 292435 w 12192001"/>
              <a:gd name="connsiteY227" fmla="*/ 1812852 h 2344739"/>
              <a:gd name="connsiteX228" fmla="*/ 118381 w 12192001"/>
              <a:gd name="connsiteY228" fmla="*/ 1761047 h 2344739"/>
              <a:gd name="connsiteX229" fmla="*/ 15526 w 12192001"/>
              <a:gd name="connsiteY229" fmla="*/ 1758191 h 2344739"/>
              <a:gd name="connsiteX230" fmla="*/ 2 w 12192001"/>
              <a:gd name="connsiteY230" fmla="*/ 1752722 h 2344739"/>
              <a:gd name="connsiteX231" fmla="*/ 1 w 12192001"/>
              <a:gd name="connsiteY231" fmla="*/ 762497 h 2344739"/>
              <a:gd name="connsiteX232" fmla="*/ 0 w 12192001"/>
              <a:gd name="connsiteY232" fmla="*/ 762497 h 2344739"/>
              <a:gd name="connsiteX233" fmla="*/ 0 w 12192001"/>
              <a:gd name="connsiteY233" fmla="*/ 222213 h 2344739"/>
              <a:gd name="connsiteX234" fmla="*/ 0 w 12192001"/>
              <a:gd name="connsiteY234"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522499 w 12192001"/>
              <a:gd name="connsiteY25" fmla="*/ 1207528 h 2344739"/>
              <a:gd name="connsiteX26" fmla="*/ 11245526 w 12192001"/>
              <a:gd name="connsiteY26" fmla="*/ 1274060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50210 w 12192001"/>
              <a:gd name="connsiteY70" fmla="*/ 1922604 h 2344739"/>
              <a:gd name="connsiteX71" fmla="*/ 9137318 w 12192001"/>
              <a:gd name="connsiteY71" fmla="*/ 1920435 h 2344739"/>
              <a:gd name="connsiteX72" fmla="*/ 9113812 w 12192001"/>
              <a:gd name="connsiteY72" fmla="*/ 1919069 h 2344739"/>
              <a:gd name="connsiteX73" fmla="*/ 9053453 w 12192001"/>
              <a:gd name="connsiteY73" fmla="*/ 1910755 h 2344739"/>
              <a:gd name="connsiteX74" fmla="*/ 9005486 w 12192001"/>
              <a:gd name="connsiteY74" fmla="*/ 1914040 h 2344739"/>
              <a:gd name="connsiteX75" fmla="*/ 9005201 w 12192001"/>
              <a:gd name="connsiteY75" fmla="*/ 1913800 h 2344739"/>
              <a:gd name="connsiteX76" fmla="*/ 8996232 w 12192001"/>
              <a:gd name="connsiteY76" fmla="*/ 1915011 h 2344739"/>
              <a:gd name="connsiteX77" fmla="*/ 8990394 w 12192001"/>
              <a:gd name="connsiteY77" fmla="*/ 1917072 h 2344739"/>
              <a:gd name="connsiteX78" fmla="*/ 8974337 w 12192001"/>
              <a:gd name="connsiteY78" fmla="*/ 1920298 h 2344739"/>
              <a:gd name="connsiteX79" fmla="*/ 8968011 w 12192001"/>
              <a:gd name="connsiteY79" fmla="*/ 1919598 h 2344739"/>
              <a:gd name="connsiteX80" fmla="*/ 8963048 w 12192001"/>
              <a:gd name="connsiteY80" fmla="*/ 1917373 h 2344739"/>
              <a:gd name="connsiteX81" fmla="*/ 8928988 w 12192001"/>
              <a:gd name="connsiteY81" fmla="*/ 1914185 h 2344739"/>
              <a:gd name="connsiteX82" fmla="*/ 8752444 w 12192001"/>
              <a:gd name="connsiteY82" fmla="*/ 1933417 h 2344739"/>
              <a:gd name="connsiteX83" fmla="*/ 8707847 w 12192001"/>
              <a:gd name="connsiteY83" fmla="*/ 1935518 h 2344739"/>
              <a:gd name="connsiteX84" fmla="*/ 8596071 w 12192001"/>
              <a:gd name="connsiteY84" fmla="*/ 1944090 h 2344739"/>
              <a:gd name="connsiteX85" fmla="*/ 8525230 w 12192001"/>
              <a:gd name="connsiteY85" fmla="*/ 1929248 h 2344739"/>
              <a:gd name="connsiteX86" fmla="*/ 8510983 w 12192001"/>
              <a:gd name="connsiteY86" fmla="*/ 1935163 h 2344739"/>
              <a:gd name="connsiteX87" fmla="*/ 8506167 w 12192001"/>
              <a:gd name="connsiteY87" fmla="*/ 1938164 h 2344739"/>
              <a:gd name="connsiteX88" fmla="*/ 8497968 w 12192001"/>
              <a:gd name="connsiteY88" fmla="*/ 1940902 h 2344739"/>
              <a:gd name="connsiteX89" fmla="*/ 8497594 w 12192001"/>
              <a:gd name="connsiteY89" fmla="*/ 1940723 h 2344739"/>
              <a:gd name="connsiteX90" fmla="*/ 8490249 w 12192001"/>
              <a:gd name="connsiteY90" fmla="*/ 1943773 h 2344739"/>
              <a:gd name="connsiteX91" fmla="*/ 8367182 w 12192001"/>
              <a:gd name="connsiteY91" fmla="*/ 1957815 h 2344739"/>
              <a:gd name="connsiteX92" fmla="*/ 8353799 w 12192001"/>
              <a:gd name="connsiteY92" fmla="*/ 1958009 h 2344739"/>
              <a:gd name="connsiteX93" fmla="*/ 8352373 w 12192001"/>
              <a:gd name="connsiteY93" fmla="*/ 1957169 h 2344739"/>
              <a:gd name="connsiteX94" fmla="*/ 8320104 w 12192001"/>
              <a:gd name="connsiteY94" fmla="*/ 1974587 h 2344739"/>
              <a:gd name="connsiteX95" fmla="*/ 8314433 w 12192001"/>
              <a:gd name="connsiteY95" fmla="*/ 1974913 h 2344739"/>
              <a:gd name="connsiteX96" fmla="*/ 8295174 w 12192001"/>
              <a:gd name="connsiteY96" fmla="*/ 1988808 h 2344739"/>
              <a:gd name="connsiteX97" fmla="*/ 8284276 w 12192001"/>
              <a:gd name="connsiteY97" fmla="*/ 1994631 h 2344739"/>
              <a:gd name="connsiteX98" fmla="*/ 8283150 w 12192001"/>
              <a:gd name="connsiteY98" fmla="*/ 1999074 h 2344739"/>
              <a:gd name="connsiteX99" fmla="*/ 8266076 w 12192001"/>
              <a:gd name="connsiteY99" fmla="*/ 2006249 h 2344739"/>
              <a:gd name="connsiteX100" fmla="*/ 8263377 w 12192001"/>
              <a:gd name="connsiteY100" fmla="*/ 2006019 h 2344739"/>
              <a:gd name="connsiteX101" fmla="*/ 8252033 w 12192001"/>
              <a:gd name="connsiteY101" fmla="*/ 2015862 h 2344739"/>
              <a:gd name="connsiteX102" fmla="*/ 8245834 w 12192001"/>
              <a:gd name="connsiteY102" fmla="*/ 2028854 h 2344739"/>
              <a:gd name="connsiteX103" fmla="*/ 8090272 w 12192001"/>
              <a:gd name="connsiteY103" fmla="*/ 2075015 h 2344739"/>
              <a:gd name="connsiteX104" fmla="*/ 7905407 w 12192001"/>
              <a:gd name="connsiteY104" fmla="*/ 2116988 h 2344739"/>
              <a:gd name="connsiteX105" fmla="*/ 7718745 w 12192001"/>
              <a:gd name="connsiteY105" fmla="*/ 2142703 h 2344739"/>
              <a:gd name="connsiteX106" fmla="*/ 7614347 w 12192001"/>
              <a:gd name="connsiteY106" fmla="*/ 2139232 h 2344739"/>
              <a:gd name="connsiteX107" fmla="*/ 7527543 w 12192001"/>
              <a:gd name="connsiteY107" fmla="*/ 2145060 h 2344739"/>
              <a:gd name="connsiteX108" fmla="*/ 7519571 w 12192001"/>
              <a:gd name="connsiteY108" fmla="*/ 2147613 h 2344739"/>
              <a:gd name="connsiteX109" fmla="*/ 7507411 w 12192001"/>
              <a:gd name="connsiteY109" fmla="*/ 2148948 h 2344739"/>
              <a:gd name="connsiteX110" fmla="*/ 7507040 w 12192001"/>
              <a:gd name="connsiteY110" fmla="*/ 2148621 h 2344739"/>
              <a:gd name="connsiteX111" fmla="*/ 7495795 w 12192001"/>
              <a:gd name="connsiteY111" fmla="*/ 2150573 h 2344739"/>
              <a:gd name="connsiteX112" fmla="*/ 7405391 w 12192001"/>
              <a:gd name="connsiteY112" fmla="*/ 2142468 h 2344739"/>
              <a:gd name="connsiteX113" fmla="*/ 7312180 w 12192001"/>
              <a:gd name="connsiteY113" fmla="*/ 2132873 h 2344739"/>
              <a:gd name="connsiteX114" fmla="*/ 7310853 w 12192001"/>
              <a:gd name="connsiteY114" fmla="*/ 2131431 h 2344739"/>
              <a:gd name="connsiteX115" fmla="*/ 7218559 w 12192001"/>
              <a:gd name="connsiteY115" fmla="*/ 2156680 h 2344739"/>
              <a:gd name="connsiteX116" fmla="*/ 7201101 w 12192001"/>
              <a:gd name="connsiteY116" fmla="*/ 2161230 h 2344739"/>
              <a:gd name="connsiteX117" fmla="*/ 7197004 w 12192001"/>
              <a:gd name="connsiteY117" fmla="*/ 2166588 h 2344739"/>
              <a:gd name="connsiteX118" fmla="*/ 7170808 w 12192001"/>
              <a:gd name="connsiteY118" fmla="*/ 2171236 h 2344739"/>
              <a:gd name="connsiteX119" fmla="*/ 7096988 w 12192001"/>
              <a:gd name="connsiteY119" fmla="*/ 2183464 h 2344739"/>
              <a:gd name="connsiteX120" fmla="*/ 7018496 w 12192001"/>
              <a:gd name="connsiteY120" fmla="*/ 2183090 h 2344739"/>
              <a:gd name="connsiteX121" fmla="*/ 6904146 w 12192001"/>
              <a:gd name="connsiteY121" fmla="*/ 2212596 h 2344739"/>
              <a:gd name="connsiteX122" fmla="*/ 6708222 w 12192001"/>
              <a:gd name="connsiteY122" fmla="*/ 2240551 h 2344739"/>
              <a:gd name="connsiteX123" fmla="*/ 6549454 w 12192001"/>
              <a:gd name="connsiteY123" fmla="*/ 2269327 h 2344739"/>
              <a:gd name="connsiteX124" fmla="*/ 6317560 w 12192001"/>
              <a:gd name="connsiteY124" fmla="*/ 2316127 h 2344739"/>
              <a:gd name="connsiteX125" fmla="*/ 6168674 w 12192001"/>
              <a:gd name="connsiteY125" fmla="*/ 2318214 h 2344739"/>
              <a:gd name="connsiteX126" fmla="*/ 6073848 w 12192001"/>
              <a:gd name="connsiteY126" fmla="*/ 2338676 h 2344739"/>
              <a:gd name="connsiteX127" fmla="*/ 6068529 w 12192001"/>
              <a:gd name="connsiteY127" fmla="*/ 2337139 h 2344739"/>
              <a:gd name="connsiteX128" fmla="*/ 6048638 w 12192001"/>
              <a:gd name="connsiteY128" fmla="*/ 2337822 h 2344739"/>
              <a:gd name="connsiteX129" fmla="*/ 6041285 w 12192001"/>
              <a:gd name="connsiteY129" fmla="*/ 2329473 h 2344739"/>
              <a:gd name="connsiteX130" fmla="*/ 6010090 w 12192001"/>
              <a:gd name="connsiteY130" fmla="*/ 2324380 h 2344739"/>
              <a:gd name="connsiteX131" fmla="*/ 5957375 w 12192001"/>
              <a:gd name="connsiteY131" fmla="*/ 2328024 h 2344739"/>
              <a:gd name="connsiteX132" fmla="*/ 5758919 w 12192001"/>
              <a:gd name="connsiteY132" fmla="*/ 2343716 h 2344739"/>
              <a:gd name="connsiteX133" fmla="*/ 5626960 w 12192001"/>
              <a:gd name="connsiteY133" fmla="*/ 2344739 h 2344739"/>
              <a:gd name="connsiteX134" fmla="*/ 5470906 w 12192001"/>
              <a:gd name="connsiteY134" fmla="*/ 2330719 h 2344739"/>
              <a:gd name="connsiteX135" fmla="*/ 5432761 w 12192001"/>
              <a:gd name="connsiteY135" fmla="*/ 2319466 h 2344739"/>
              <a:gd name="connsiteX136" fmla="*/ 5381669 w 12192001"/>
              <a:gd name="connsiteY136" fmla="*/ 2301764 h 2344739"/>
              <a:gd name="connsiteX137" fmla="*/ 5261764 w 12192001"/>
              <a:gd name="connsiteY137" fmla="*/ 2281347 h 2344739"/>
              <a:gd name="connsiteX138" fmla="*/ 5222961 w 12192001"/>
              <a:gd name="connsiteY138" fmla="*/ 2270223 h 2344739"/>
              <a:gd name="connsiteX139" fmla="*/ 5174660 w 12192001"/>
              <a:gd name="connsiteY139" fmla="*/ 2267233 h 2344739"/>
              <a:gd name="connsiteX140" fmla="*/ 5156554 w 12192001"/>
              <a:gd name="connsiteY140" fmla="*/ 2260010 h 2344739"/>
              <a:gd name="connsiteX141" fmla="*/ 5142599 w 12192001"/>
              <a:gd name="connsiteY141" fmla="*/ 2256610 h 2344739"/>
              <a:gd name="connsiteX142" fmla="*/ 5139596 w 12192001"/>
              <a:gd name="connsiteY142" fmla="*/ 2254509 h 2344739"/>
              <a:gd name="connsiteX143" fmla="*/ 5121659 w 12192001"/>
              <a:gd name="connsiteY143" fmla="*/ 2243656 h 2344739"/>
              <a:gd name="connsiteX144" fmla="*/ 5065790 w 12192001"/>
              <a:gd name="connsiteY144" fmla="*/ 2250227 h 2344739"/>
              <a:gd name="connsiteX145" fmla="*/ 5011514 w 12192001"/>
              <a:gd name="connsiteY145" fmla="*/ 2233846 h 2344739"/>
              <a:gd name="connsiteX146" fmla="*/ 4840441 w 12192001"/>
              <a:gd name="connsiteY146" fmla="*/ 2209829 h 2344739"/>
              <a:gd name="connsiteX147" fmla="*/ 4762447 w 12192001"/>
              <a:gd name="connsiteY147" fmla="*/ 2182061 h 2344739"/>
              <a:gd name="connsiteX148" fmla="*/ 4723186 w 12192001"/>
              <a:gd name="connsiteY148" fmla="*/ 2173047 h 2344739"/>
              <a:gd name="connsiteX149" fmla="*/ 4721176 w 12192001"/>
              <a:gd name="connsiteY149" fmla="*/ 2172298 h 2344739"/>
              <a:gd name="connsiteX150" fmla="*/ 4722111 w 12192001"/>
              <a:gd name="connsiteY150" fmla="*/ 2172087 h 2344739"/>
              <a:gd name="connsiteX151" fmla="*/ 4717202 w 12192001"/>
              <a:gd name="connsiteY151" fmla="*/ 2170817 h 2344739"/>
              <a:gd name="connsiteX152" fmla="*/ 4721176 w 12192001"/>
              <a:gd name="connsiteY152" fmla="*/ 2172298 h 2344739"/>
              <a:gd name="connsiteX153" fmla="*/ 4715526 w 12192001"/>
              <a:gd name="connsiteY153" fmla="*/ 2173573 h 2344739"/>
              <a:gd name="connsiteX154" fmla="*/ 4515814 w 12192001"/>
              <a:gd name="connsiteY154" fmla="*/ 2163671 h 2344739"/>
              <a:gd name="connsiteX155" fmla="*/ 4428543 w 12192001"/>
              <a:gd name="connsiteY155" fmla="*/ 2153020 h 2344739"/>
              <a:gd name="connsiteX156" fmla="*/ 4362875 w 12192001"/>
              <a:gd name="connsiteY156" fmla="*/ 2151674 h 2344739"/>
              <a:gd name="connsiteX157" fmla="*/ 4316966 w 12192001"/>
              <a:gd name="connsiteY157" fmla="*/ 2158289 h 2344739"/>
              <a:gd name="connsiteX158" fmla="*/ 4315110 w 12192001"/>
              <a:gd name="connsiteY158" fmla="*/ 2156948 h 2344739"/>
              <a:gd name="connsiteX159" fmla="*/ 4295144 w 12192001"/>
              <a:gd name="connsiteY159" fmla="*/ 2155069 h 2344739"/>
              <a:gd name="connsiteX160" fmla="*/ 4290064 w 12192001"/>
              <a:gd name="connsiteY160" fmla="*/ 2157986 h 2344739"/>
              <a:gd name="connsiteX161" fmla="*/ 4276142 w 12192001"/>
              <a:gd name="connsiteY161" fmla="*/ 2157740 h 2344739"/>
              <a:gd name="connsiteX162" fmla="*/ 4248117 w 12192001"/>
              <a:gd name="connsiteY162" fmla="*/ 2160064 h 2344739"/>
              <a:gd name="connsiteX163" fmla="*/ 4202051 w 12192001"/>
              <a:gd name="connsiteY163" fmla="*/ 2157269 h 2344739"/>
              <a:gd name="connsiteX164" fmla="*/ 4201745 w 12192001"/>
              <a:gd name="connsiteY164" fmla="*/ 2156010 h 2344739"/>
              <a:gd name="connsiteX165" fmla="*/ 4191248 w 12192001"/>
              <a:gd name="connsiteY165" fmla="*/ 2150376 h 2344739"/>
              <a:gd name="connsiteX166" fmla="*/ 4142745 w 12192001"/>
              <a:gd name="connsiteY166" fmla="*/ 2134511 h 2344739"/>
              <a:gd name="connsiteX167" fmla="*/ 4083097 w 12192001"/>
              <a:gd name="connsiteY167" fmla="*/ 2107978 h 2344739"/>
              <a:gd name="connsiteX168" fmla="*/ 4074546 w 12192001"/>
              <a:gd name="connsiteY168" fmla="*/ 2107143 h 2344739"/>
              <a:gd name="connsiteX169" fmla="*/ 4074427 w 12192001"/>
              <a:gd name="connsiteY169" fmla="*/ 2106844 h 2344739"/>
              <a:gd name="connsiteX170" fmla="*/ 4065510 w 12192001"/>
              <a:gd name="connsiteY170" fmla="*/ 2105400 h 2344739"/>
              <a:gd name="connsiteX171" fmla="*/ 4058954 w 12192001"/>
              <a:gd name="connsiteY171" fmla="*/ 2105618 h 2344739"/>
              <a:gd name="connsiteX172" fmla="*/ 4042364 w 12192001"/>
              <a:gd name="connsiteY172" fmla="*/ 2103997 h 2344739"/>
              <a:gd name="connsiteX173" fmla="*/ 4036997 w 12192001"/>
              <a:gd name="connsiteY173" fmla="*/ 2101563 h 2344739"/>
              <a:gd name="connsiteX174" fmla="*/ 4035363 w 12192001"/>
              <a:gd name="connsiteY174" fmla="*/ 2097896 h 2344739"/>
              <a:gd name="connsiteX175" fmla="*/ 4033778 w 12192001"/>
              <a:gd name="connsiteY175" fmla="*/ 2098131 h 2344739"/>
              <a:gd name="connsiteX176" fmla="*/ 4004538 w 12192001"/>
              <a:gd name="connsiteY176" fmla="*/ 2085563 h 2344739"/>
              <a:gd name="connsiteX177" fmla="*/ 3936846 w 12192001"/>
              <a:gd name="connsiteY177" fmla="*/ 2068106 h 2344739"/>
              <a:gd name="connsiteX178" fmla="*/ 3897275 w 12192001"/>
              <a:gd name="connsiteY178" fmla="*/ 2062451 h 2344739"/>
              <a:gd name="connsiteX179" fmla="*/ 3789760 w 12192001"/>
              <a:gd name="connsiteY179" fmla="*/ 2042213 h 2344739"/>
              <a:gd name="connsiteX180" fmla="*/ 3682513 w 12192001"/>
              <a:gd name="connsiteY180" fmla="*/ 2018290 h 2344739"/>
              <a:gd name="connsiteX181" fmla="*/ 3610035 w 12192001"/>
              <a:gd name="connsiteY181" fmla="*/ 1986019 h 2344739"/>
              <a:gd name="connsiteX182" fmla="*/ 3603855 w 12192001"/>
              <a:gd name="connsiteY182" fmla="*/ 1987381 h 2344739"/>
              <a:gd name="connsiteX183" fmla="*/ 3594736 w 12192001"/>
              <a:gd name="connsiteY183" fmla="*/ 1987545 h 2344739"/>
              <a:gd name="connsiteX184" fmla="*/ 3594501 w 12192001"/>
              <a:gd name="connsiteY184" fmla="*/ 1987276 h 2344739"/>
              <a:gd name="connsiteX185" fmla="*/ 3585978 w 12192001"/>
              <a:gd name="connsiteY185" fmla="*/ 1987966 h 2344739"/>
              <a:gd name="connsiteX186" fmla="*/ 3536135 w 12192001"/>
              <a:gd name="connsiteY186" fmla="*/ 1978267 h 2344739"/>
              <a:gd name="connsiteX187" fmla="*/ 3473223 w 12192001"/>
              <a:gd name="connsiteY187" fmla="*/ 1974606 h 2344739"/>
              <a:gd name="connsiteX188" fmla="*/ 3400728 w 12192001"/>
              <a:gd name="connsiteY188" fmla="*/ 1962558 h 2344739"/>
              <a:gd name="connsiteX189" fmla="*/ 3363888 w 12192001"/>
              <a:gd name="connsiteY189" fmla="*/ 1979510 h 2344739"/>
              <a:gd name="connsiteX190" fmla="*/ 3344026 w 12192001"/>
              <a:gd name="connsiteY190" fmla="*/ 1981192 h 2344739"/>
              <a:gd name="connsiteX191" fmla="*/ 3341698 w 12192001"/>
              <a:gd name="connsiteY191" fmla="*/ 1980217 h 2344739"/>
              <a:gd name="connsiteX192" fmla="*/ 3262356 w 12192001"/>
              <a:gd name="connsiteY192" fmla="*/ 1986094 h 2344739"/>
              <a:gd name="connsiteX193" fmla="*/ 3142556 w 12192001"/>
              <a:gd name="connsiteY193" fmla="*/ 1993869 h 2344739"/>
              <a:gd name="connsiteX194" fmla="*/ 3030291 w 12192001"/>
              <a:gd name="connsiteY194" fmla="*/ 1996512 h 2344739"/>
              <a:gd name="connsiteX195" fmla="*/ 2781569 w 12192001"/>
              <a:gd name="connsiteY195" fmla="*/ 2018333 h 2344739"/>
              <a:gd name="connsiteX196" fmla="*/ 2646527 w 12192001"/>
              <a:gd name="connsiteY196" fmla="*/ 2028869 h 2344739"/>
              <a:gd name="connsiteX197" fmla="*/ 2568028 w 12192001"/>
              <a:gd name="connsiteY197" fmla="*/ 2002628 h 2344739"/>
              <a:gd name="connsiteX198" fmla="*/ 2443255 w 12192001"/>
              <a:gd name="connsiteY198" fmla="*/ 2016529 h 2344739"/>
              <a:gd name="connsiteX199" fmla="*/ 2315112 w 12192001"/>
              <a:gd name="connsiteY199" fmla="*/ 2024996 h 2344739"/>
              <a:gd name="connsiteX200" fmla="*/ 2208578 w 12192001"/>
              <a:gd name="connsiteY200" fmla="*/ 2019763 h 2344739"/>
              <a:gd name="connsiteX201" fmla="*/ 2094665 w 12192001"/>
              <a:gd name="connsiteY201" fmla="*/ 2003052 h 2344739"/>
              <a:gd name="connsiteX202" fmla="*/ 1997356 w 12192001"/>
              <a:gd name="connsiteY202" fmla="*/ 1995032 h 2344739"/>
              <a:gd name="connsiteX203" fmla="*/ 1928172 w 12192001"/>
              <a:gd name="connsiteY203" fmla="*/ 2016977 h 2344739"/>
              <a:gd name="connsiteX204" fmla="*/ 1921650 w 12192001"/>
              <a:gd name="connsiteY204" fmla="*/ 2012146 h 2344739"/>
              <a:gd name="connsiteX205" fmla="*/ 1873080 w 12192001"/>
              <a:gd name="connsiteY205" fmla="*/ 2013741 h 2344739"/>
              <a:gd name="connsiteX206" fmla="*/ 1786655 w 12192001"/>
              <a:gd name="connsiteY206" fmla="*/ 2041363 h 2344739"/>
              <a:gd name="connsiteX207" fmla="*/ 1738204 w 12192001"/>
              <a:gd name="connsiteY207" fmla="*/ 2036312 h 2344739"/>
              <a:gd name="connsiteX208" fmla="*/ 1675071 w 12192001"/>
              <a:gd name="connsiteY208" fmla="*/ 2019963 h 2344739"/>
              <a:gd name="connsiteX209" fmla="*/ 1608669 w 12192001"/>
              <a:gd name="connsiteY209" fmla="*/ 2013066 h 2344739"/>
              <a:gd name="connsiteX210" fmla="*/ 1496110 w 12192001"/>
              <a:gd name="connsiteY210" fmla="*/ 1987476 h 2344739"/>
              <a:gd name="connsiteX211" fmla="*/ 1149979 w 12192001"/>
              <a:gd name="connsiteY211" fmla="*/ 1938041 h 2344739"/>
              <a:gd name="connsiteX212" fmla="*/ 858269 w 12192001"/>
              <a:gd name="connsiteY212" fmla="*/ 1928608 h 2344739"/>
              <a:gd name="connsiteX213" fmla="*/ 837540 w 12192001"/>
              <a:gd name="connsiteY213" fmla="*/ 1929821 h 2344739"/>
              <a:gd name="connsiteX214" fmla="*/ 816809 w 12192001"/>
              <a:gd name="connsiteY214" fmla="*/ 1927857 h 2344739"/>
              <a:gd name="connsiteX215" fmla="*/ 811506 w 12192001"/>
              <a:gd name="connsiteY215" fmla="*/ 1930751 h 2344739"/>
              <a:gd name="connsiteX216" fmla="*/ 797041 w 12192001"/>
              <a:gd name="connsiteY216" fmla="*/ 1930446 h 2344739"/>
              <a:gd name="connsiteX217" fmla="*/ 767901 w 12192001"/>
              <a:gd name="connsiteY217" fmla="*/ 1932653 h 2344739"/>
              <a:gd name="connsiteX218" fmla="*/ 763053 w 12192001"/>
              <a:gd name="connsiteY218" fmla="*/ 1930432 h 2344739"/>
              <a:gd name="connsiteX219" fmla="*/ 720047 w 12192001"/>
              <a:gd name="connsiteY219" fmla="*/ 1929661 h 2344739"/>
              <a:gd name="connsiteX220" fmla="*/ 719742 w 12192001"/>
              <a:gd name="connsiteY220" fmla="*/ 1928399 h 2344739"/>
              <a:gd name="connsiteX221" fmla="*/ 708875 w 12192001"/>
              <a:gd name="connsiteY221" fmla="*/ 1922722 h 2344739"/>
              <a:gd name="connsiteX222" fmla="*/ 596792 w 12192001"/>
              <a:gd name="connsiteY222" fmla="*/ 1879864 h 2344739"/>
              <a:gd name="connsiteX223" fmla="*/ 578535 w 12192001"/>
              <a:gd name="connsiteY223" fmla="*/ 1877212 h 2344739"/>
              <a:gd name="connsiteX224" fmla="*/ 571717 w 12192001"/>
              <a:gd name="connsiteY224" fmla="*/ 1877401 h 2344739"/>
              <a:gd name="connsiteX225" fmla="*/ 445099 w 12192001"/>
              <a:gd name="connsiteY225" fmla="*/ 1839371 h 2344739"/>
              <a:gd name="connsiteX226" fmla="*/ 404015 w 12192001"/>
              <a:gd name="connsiteY226" fmla="*/ 1833548 h 2344739"/>
              <a:gd name="connsiteX227" fmla="*/ 292435 w 12192001"/>
              <a:gd name="connsiteY227" fmla="*/ 1812852 h 2344739"/>
              <a:gd name="connsiteX228" fmla="*/ 118381 w 12192001"/>
              <a:gd name="connsiteY228" fmla="*/ 1761047 h 2344739"/>
              <a:gd name="connsiteX229" fmla="*/ 15526 w 12192001"/>
              <a:gd name="connsiteY229" fmla="*/ 1758191 h 2344739"/>
              <a:gd name="connsiteX230" fmla="*/ 2 w 12192001"/>
              <a:gd name="connsiteY230" fmla="*/ 1752722 h 2344739"/>
              <a:gd name="connsiteX231" fmla="*/ 1 w 12192001"/>
              <a:gd name="connsiteY231" fmla="*/ 762497 h 2344739"/>
              <a:gd name="connsiteX232" fmla="*/ 0 w 12192001"/>
              <a:gd name="connsiteY232" fmla="*/ 762497 h 2344739"/>
              <a:gd name="connsiteX233" fmla="*/ 0 w 12192001"/>
              <a:gd name="connsiteY233" fmla="*/ 222213 h 2344739"/>
              <a:gd name="connsiteX234" fmla="*/ 0 w 12192001"/>
              <a:gd name="connsiteY234"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95155 w 12192001"/>
              <a:gd name="connsiteY24" fmla="*/ 918898 h 2344739"/>
              <a:gd name="connsiteX25" fmla="*/ 11522499 w 12192001"/>
              <a:gd name="connsiteY25" fmla="*/ 999965 h 2344739"/>
              <a:gd name="connsiteX26" fmla="*/ 11245526 w 12192001"/>
              <a:gd name="connsiteY26" fmla="*/ 1274060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50210 w 12192001"/>
              <a:gd name="connsiteY70" fmla="*/ 1922604 h 2344739"/>
              <a:gd name="connsiteX71" fmla="*/ 9137318 w 12192001"/>
              <a:gd name="connsiteY71" fmla="*/ 1920435 h 2344739"/>
              <a:gd name="connsiteX72" fmla="*/ 9113812 w 12192001"/>
              <a:gd name="connsiteY72" fmla="*/ 1919069 h 2344739"/>
              <a:gd name="connsiteX73" fmla="*/ 9053453 w 12192001"/>
              <a:gd name="connsiteY73" fmla="*/ 1910755 h 2344739"/>
              <a:gd name="connsiteX74" fmla="*/ 9005486 w 12192001"/>
              <a:gd name="connsiteY74" fmla="*/ 1914040 h 2344739"/>
              <a:gd name="connsiteX75" fmla="*/ 9005201 w 12192001"/>
              <a:gd name="connsiteY75" fmla="*/ 1913800 h 2344739"/>
              <a:gd name="connsiteX76" fmla="*/ 8996232 w 12192001"/>
              <a:gd name="connsiteY76" fmla="*/ 1915011 h 2344739"/>
              <a:gd name="connsiteX77" fmla="*/ 8990394 w 12192001"/>
              <a:gd name="connsiteY77" fmla="*/ 1917072 h 2344739"/>
              <a:gd name="connsiteX78" fmla="*/ 8974337 w 12192001"/>
              <a:gd name="connsiteY78" fmla="*/ 1920298 h 2344739"/>
              <a:gd name="connsiteX79" fmla="*/ 8968011 w 12192001"/>
              <a:gd name="connsiteY79" fmla="*/ 1919598 h 2344739"/>
              <a:gd name="connsiteX80" fmla="*/ 8963048 w 12192001"/>
              <a:gd name="connsiteY80" fmla="*/ 1917373 h 2344739"/>
              <a:gd name="connsiteX81" fmla="*/ 8928988 w 12192001"/>
              <a:gd name="connsiteY81" fmla="*/ 1914185 h 2344739"/>
              <a:gd name="connsiteX82" fmla="*/ 8752444 w 12192001"/>
              <a:gd name="connsiteY82" fmla="*/ 1933417 h 2344739"/>
              <a:gd name="connsiteX83" fmla="*/ 8707847 w 12192001"/>
              <a:gd name="connsiteY83" fmla="*/ 1935518 h 2344739"/>
              <a:gd name="connsiteX84" fmla="*/ 8596071 w 12192001"/>
              <a:gd name="connsiteY84" fmla="*/ 1944090 h 2344739"/>
              <a:gd name="connsiteX85" fmla="*/ 8525230 w 12192001"/>
              <a:gd name="connsiteY85" fmla="*/ 1929248 h 2344739"/>
              <a:gd name="connsiteX86" fmla="*/ 8510983 w 12192001"/>
              <a:gd name="connsiteY86" fmla="*/ 1935163 h 2344739"/>
              <a:gd name="connsiteX87" fmla="*/ 8506167 w 12192001"/>
              <a:gd name="connsiteY87" fmla="*/ 1938164 h 2344739"/>
              <a:gd name="connsiteX88" fmla="*/ 8497968 w 12192001"/>
              <a:gd name="connsiteY88" fmla="*/ 1940902 h 2344739"/>
              <a:gd name="connsiteX89" fmla="*/ 8497594 w 12192001"/>
              <a:gd name="connsiteY89" fmla="*/ 1940723 h 2344739"/>
              <a:gd name="connsiteX90" fmla="*/ 8490249 w 12192001"/>
              <a:gd name="connsiteY90" fmla="*/ 1943773 h 2344739"/>
              <a:gd name="connsiteX91" fmla="*/ 8367182 w 12192001"/>
              <a:gd name="connsiteY91" fmla="*/ 1957815 h 2344739"/>
              <a:gd name="connsiteX92" fmla="*/ 8353799 w 12192001"/>
              <a:gd name="connsiteY92" fmla="*/ 1958009 h 2344739"/>
              <a:gd name="connsiteX93" fmla="*/ 8352373 w 12192001"/>
              <a:gd name="connsiteY93" fmla="*/ 1957169 h 2344739"/>
              <a:gd name="connsiteX94" fmla="*/ 8320104 w 12192001"/>
              <a:gd name="connsiteY94" fmla="*/ 1974587 h 2344739"/>
              <a:gd name="connsiteX95" fmla="*/ 8314433 w 12192001"/>
              <a:gd name="connsiteY95" fmla="*/ 1974913 h 2344739"/>
              <a:gd name="connsiteX96" fmla="*/ 8295174 w 12192001"/>
              <a:gd name="connsiteY96" fmla="*/ 1988808 h 2344739"/>
              <a:gd name="connsiteX97" fmla="*/ 8284276 w 12192001"/>
              <a:gd name="connsiteY97" fmla="*/ 1994631 h 2344739"/>
              <a:gd name="connsiteX98" fmla="*/ 8283150 w 12192001"/>
              <a:gd name="connsiteY98" fmla="*/ 1999074 h 2344739"/>
              <a:gd name="connsiteX99" fmla="*/ 8266076 w 12192001"/>
              <a:gd name="connsiteY99" fmla="*/ 2006249 h 2344739"/>
              <a:gd name="connsiteX100" fmla="*/ 8263377 w 12192001"/>
              <a:gd name="connsiteY100" fmla="*/ 2006019 h 2344739"/>
              <a:gd name="connsiteX101" fmla="*/ 8252033 w 12192001"/>
              <a:gd name="connsiteY101" fmla="*/ 2015862 h 2344739"/>
              <a:gd name="connsiteX102" fmla="*/ 8245834 w 12192001"/>
              <a:gd name="connsiteY102" fmla="*/ 2028854 h 2344739"/>
              <a:gd name="connsiteX103" fmla="*/ 8090272 w 12192001"/>
              <a:gd name="connsiteY103" fmla="*/ 2075015 h 2344739"/>
              <a:gd name="connsiteX104" fmla="*/ 7905407 w 12192001"/>
              <a:gd name="connsiteY104" fmla="*/ 2116988 h 2344739"/>
              <a:gd name="connsiteX105" fmla="*/ 7718745 w 12192001"/>
              <a:gd name="connsiteY105" fmla="*/ 2142703 h 2344739"/>
              <a:gd name="connsiteX106" fmla="*/ 7614347 w 12192001"/>
              <a:gd name="connsiteY106" fmla="*/ 2139232 h 2344739"/>
              <a:gd name="connsiteX107" fmla="*/ 7527543 w 12192001"/>
              <a:gd name="connsiteY107" fmla="*/ 2145060 h 2344739"/>
              <a:gd name="connsiteX108" fmla="*/ 7519571 w 12192001"/>
              <a:gd name="connsiteY108" fmla="*/ 2147613 h 2344739"/>
              <a:gd name="connsiteX109" fmla="*/ 7507411 w 12192001"/>
              <a:gd name="connsiteY109" fmla="*/ 2148948 h 2344739"/>
              <a:gd name="connsiteX110" fmla="*/ 7507040 w 12192001"/>
              <a:gd name="connsiteY110" fmla="*/ 2148621 h 2344739"/>
              <a:gd name="connsiteX111" fmla="*/ 7495795 w 12192001"/>
              <a:gd name="connsiteY111" fmla="*/ 2150573 h 2344739"/>
              <a:gd name="connsiteX112" fmla="*/ 7405391 w 12192001"/>
              <a:gd name="connsiteY112" fmla="*/ 2142468 h 2344739"/>
              <a:gd name="connsiteX113" fmla="*/ 7312180 w 12192001"/>
              <a:gd name="connsiteY113" fmla="*/ 2132873 h 2344739"/>
              <a:gd name="connsiteX114" fmla="*/ 7310853 w 12192001"/>
              <a:gd name="connsiteY114" fmla="*/ 2131431 h 2344739"/>
              <a:gd name="connsiteX115" fmla="*/ 7218559 w 12192001"/>
              <a:gd name="connsiteY115" fmla="*/ 2156680 h 2344739"/>
              <a:gd name="connsiteX116" fmla="*/ 7201101 w 12192001"/>
              <a:gd name="connsiteY116" fmla="*/ 2161230 h 2344739"/>
              <a:gd name="connsiteX117" fmla="*/ 7197004 w 12192001"/>
              <a:gd name="connsiteY117" fmla="*/ 2166588 h 2344739"/>
              <a:gd name="connsiteX118" fmla="*/ 7170808 w 12192001"/>
              <a:gd name="connsiteY118" fmla="*/ 2171236 h 2344739"/>
              <a:gd name="connsiteX119" fmla="*/ 7096988 w 12192001"/>
              <a:gd name="connsiteY119" fmla="*/ 2183464 h 2344739"/>
              <a:gd name="connsiteX120" fmla="*/ 7018496 w 12192001"/>
              <a:gd name="connsiteY120" fmla="*/ 2183090 h 2344739"/>
              <a:gd name="connsiteX121" fmla="*/ 6904146 w 12192001"/>
              <a:gd name="connsiteY121" fmla="*/ 2212596 h 2344739"/>
              <a:gd name="connsiteX122" fmla="*/ 6708222 w 12192001"/>
              <a:gd name="connsiteY122" fmla="*/ 2240551 h 2344739"/>
              <a:gd name="connsiteX123" fmla="*/ 6549454 w 12192001"/>
              <a:gd name="connsiteY123" fmla="*/ 2269327 h 2344739"/>
              <a:gd name="connsiteX124" fmla="*/ 6317560 w 12192001"/>
              <a:gd name="connsiteY124" fmla="*/ 2316127 h 2344739"/>
              <a:gd name="connsiteX125" fmla="*/ 6168674 w 12192001"/>
              <a:gd name="connsiteY125" fmla="*/ 2318214 h 2344739"/>
              <a:gd name="connsiteX126" fmla="*/ 6073848 w 12192001"/>
              <a:gd name="connsiteY126" fmla="*/ 2338676 h 2344739"/>
              <a:gd name="connsiteX127" fmla="*/ 6068529 w 12192001"/>
              <a:gd name="connsiteY127" fmla="*/ 2337139 h 2344739"/>
              <a:gd name="connsiteX128" fmla="*/ 6048638 w 12192001"/>
              <a:gd name="connsiteY128" fmla="*/ 2337822 h 2344739"/>
              <a:gd name="connsiteX129" fmla="*/ 6041285 w 12192001"/>
              <a:gd name="connsiteY129" fmla="*/ 2329473 h 2344739"/>
              <a:gd name="connsiteX130" fmla="*/ 6010090 w 12192001"/>
              <a:gd name="connsiteY130" fmla="*/ 2324380 h 2344739"/>
              <a:gd name="connsiteX131" fmla="*/ 5957375 w 12192001"/>
              <a:gd name="connsiteY131" fmla="*/ 2328024 h 2344739"/>
              <a:gd name="connsiteX132" fmla="*/ 5758919 w 12192001"/>
              <a:gd name="connsiteY132" fmla="*/ 2343716 h 2344739"/>
              <a:gd name="connsiteX133" fmla="*/ 5626960 w 12192001"/>
              <a:gd name="connsiteY133" fmla="*/ 2344739 h 2344739"/>
              <a:gd name="connsiteX134" fmla="*/ 5470906 w 12192001"/>
              <a:gd name="connsiteY134" fmla="*/ 2330719 h 2344739"/>
              <a:gd name="connsiteX135" fmla="*/ 5432761 w 12192001"/>
              <a:gd name="connsiteY135" fmla="*/ 2319466 h 2344739"/>
              <a:gd name="connsiteX136" fmla="*/ 5381669 w 12192001"/>
              <a:gd name="connsiteY136" fmla="*/ 2301764 h 2344739"/>
              <a:gd name="connsiteX137" fmla="*/ 5261764 w 12192001"/>
              <a:gd name="connsiteY137" fmla="*/ 2281347 h 2344739"/>
              <a:gd name="connsiteX138" fmla="*/ 5222961 w 12192001"/>
              <a:gd name="connsiteY138" fmla="*/ 2270223 h 2344739"/>
              <a:gd name="connsiteX139" fmla="*/ 5174660 w 12192001"/>
              <a:gd name="connsiteY139" fmla="*/ 2267233 h 2344739"/>
              <a:gd name="connsiteX140" fmla="*/ 5156554 w 12192001"/>
              <a:gd name="connsiteY140" fmla="*/ 2260010 h 2344739"/>
              <a:gd name="connsiteX141" fmla="*/ 5142599 w 12192001"/>
              <a:gd name="connsiteY141" fmla="*/ 2256610 h 2344739"/>
              <a:gd name="connsiteX142" fmla="*/ 5139596 w 12192001"/>
              <a:gd name="connsiteY142" fmla="*/ 2254509 h 2344739"/>
              <a:gd name="connsiteX143" fmla="*/ 5121659 w 12192001"/>
              <a:gd name="connsiteY143" fmla="*/ 2243656 h 2344739"/>
              <a:gd name="connsiteX144" fmla="*/ 5065790 w 12192001"/>
              <a:gd name="connsiteY144" fmla="*/ 2250227 h 2344739"/>
              <a:gd name="connsiteX145" fmla="*/ 5011514 w 12192001"/>
              <a:gd name="connsiteY145" fmla="*/ 2233846 h 2344739"/>
              <a:gd name="connsiteX146" fmla="*/ 4840441 w 12192001"/>
              <a:gd name="connsiteY146" fmla="*/ 2209829 h 2344739"/>
              <a:gd name="connsiteX147" fmla="*/ 4762447 w 12192001"/>
              <a:gd name="connsiteY147" fmla="*/ 2182061 h 2344739"/>
              <a:gd name="connsiteX148" fmla="*/ 4723186 w 12192001"/>
              <a:gd name="connsiteY148" fmla="*/ 2173047 h 2344739"/>
              <a:gd name="connsiteX149" fmla="*/ 4721176 w 12192001"/>
              <a:gd name="connsiteY149" fmla="*/ 2172298 h 2344739"/>
              <a:gd name="connsiteX150" fmla="*/ 4722111 w 12192001"/>
              <a:gd name="connsiteY150" fmla="*/ 2172087 h 2344739"/>
              <a:gd name="connsiteX151" fmla="*/ 4717202 w 12192001"/>
              <a:gd name="connsiteY151" fmla="*/ 2170817 h 2344739"/>
              <a:gd name="connsiteX152" fmla="*/ 4721176 w 12192001"/>
              <a:gd name="connsiteY152" fmla="*/ 2172298 h 2344739"/>
              <a:gd name="connsiteX153" fmla="*/ 4715526 w 12192001"/>
              <a:gd name="connsiteY153" fmla="*/ 2173573 h 2344739"/>
              <a:gd name="connsiteX154" fmla="*/ 4515814 w 12192001"/>
              <a:gd name="connsiteY154" fmla="*/ 2163671 h 2344739"/>
              <a:gd name="connsiteX155" fmla="*/ 4428543 w 12192001"/>
              <a:gd name="connsiteY155" fmla="*/ 2153020 h 2344739"/>
              <a:gd name="connsiteX156" fmla="*/ 4362875 w 12192001"/>
              <a:gd name="connsiteY156" fmla="*/ 2151674 h 2344739"/>
              <a:gd name="connsiteX157" fmla="*/ 4316966 w 12192001"/>
              <a:gd name="connsiteY157" fmla="*/ 2158289 h 2344739"/>
              <a:gd name="connsiteX158" fmla="*/ 4315110 w 12192001"/>
              <a:gd name="connsiteY158" fmla="*/ 2156948 h 2344739"/>
              <a:gd name="connsiteX159" fmla="*/ 4295144 w 12192001"/>
              <a:gd name="connsiteY159" fmla="*/ 2155069 h 2344739"/>
              <a:gd name="connsiteX160" fmla="*/ 4290064 w 12192001"/>
              <a:gd name="connsiteY160" fmla="*/ 2157986 h 2344739"/>
              <a:gd name="connsiteX161" fmla="*/ 4276142 w 12192001"/>
              <a:gd name="connsiteY161" fmla="*/ 2157740 h 2344739"/>
              <a:gd name="connsiteX162" fmla="*/ 4248117 w 12192001"/>
              <a:gd name="connsiteY162" fmla="*/ 2160064 h 2344739"/>
              <a:gd name="connsiteX163" fmla="*/ 4202051 w 12192001"/>
              <a:gd name="connsiteY163" fmla="*/ 2157269 h 2344739"/>
              <a:gd name="connsiteX164" fmla="*/ 4201745 w 12192001"/>
              <a:gd name="connsiteY164" fmla="*/ 2156010 h 2344739"/>
              <a:gd name="connsiteX165" fmla="*/ 4191248 w 12192001"/>
              <a:gd name="connsiteY165" fmla="*/ 2150376 h 2344739"/>
              <a:gd name="connsiteX166" fmla="*/ 4142745 w 12192001"/>
              <a:gd name="connsiteY166" fmla="*/ 2134511 h 2344739"/>
              <a:gd name="connsiteX167" fmla="*/ 4083097 w 12192001"/>
              <a:gd name="connsiteY167" fmla="*/ 2107978 h 2344739"/>
              <a:gd name="connsiteX168" fmla="*/ 4074546 w 12192001"/>
              <a:gd name="connsiteY168" fmla="*/ 2107143 h 2344739"/>
              <a:gd name="connsiteX169" fmla="*/ 4074427 w 12192001"/>
              <a:gd name="connsiteY169" fmla="*/ 2106844 h 2344739"/>
              <a:gd name="connsiteX170" fmla="*/ 4065510 w 12192001"/>
              <a:gd name="connsiteY170" fmla="*/ 2105400 h 2344739"/>
              <a:gd name="connsiteX171" fmla="*/ 4058954 w 12192001"/>
              <a:gd name="connsiteY171" fmla="*/ 2105618 h 2344739"/>
              <a:gd name="connsiteX172" fmla="*/ 4042364 w 12192001"/>
              <a:gd name="connsiteY172" fmla="*/ 2103997 h 2344739"/>
              <a:gd name="connsiteX173" fmla="*/ 4036997 w 12192001"/>
              <a:gd name="connsiteY173" fmla="*/ 2101563 h 2344739"/>
              <a:gd name="connsiteX174" fmla="*/ 4035363 w 12192001"/>
              <a:gd name="connsiteY174" fmla="*/ 2097896 h 2344739"/>
              <a:gd name="connsiteX175" fmla="*/ 4033778 w 12192001"/>
              <a:gd name="connsiteY175" fmla="*/ 2098131 h 2344739"/>
              <a:gd name="connsiteX176" fmla="*/ 4004538 w 12192001"/>
              <a:gd name="connsiteY176" fmla="*/ 2085563 h 2344739"/>
              <a:gd name="connsiteX177" fmla="*/ 3936846 w 12192001"/>
              <a:gd name="connsiteY177" fmla="*/ 2068106 h 2344739"/>
              <a:gd name="connsiteX178" fmla="*/ 3897275 w 12192001"/>
              <a:gd name="connsiteY178" fmla="*/ 2062451 h 2344739"/>
              <a:gd name="connsiteX179" fmla="*/ 3789760 w 12192001"/>
              <a:gd name="connsiteY179" fmla="*/ 2042213 h 2344739"/>
              <a:gd name="connsiteX180" fmla="*/ 3682513 w 12192001"/>
              <a:gd name="connsiteY180" fmla="*/ 2018290 h 2344739"/>
              <a:gd name="connsiteX181" fmla="*/ 3610035 w 12192001"/>
              <a:gd name="connsiteY181" fmla="*/ 1986019 h 2344739"/>
              <a:gd name="connsiteX182" fmla="*/ 3603855 w 12192001"/>
              <a:gd name="connsiteY182" fmla="*/ 1987381 h 2344739"/>
              <a:gd name="connsiteX183" fmla="*/ 3594736 w 12192001"/>
              <a:gd name="connsiteY183" fmla="*/ 1987545 h 2344739"/>
              <a:gd name="connsiteX184" fmla="*/ 3594501 w 12192001"/>
              <a:gd name="connsiteY184" fmla="*/ 1987276 h 2344739"/>
              <a:gd name="connsiteX185" fmla="*/ 3585978 w 12192001"/>
              <a:gd name="connsiteY185" fmla="*/ 1987966 h 2344739"/>
              <a:gd name="connsiteX186" fmla="*/ 3536135 w 12192001"/>
              <a:gd name="connsiteY186" fmla="*/ 1978267 h 2344739"/>
              <a:gd name="connsiteX187" fmla="*/ 3473223 w 12192001"/>
              <a:gd name="connsiteY187" fmla="*/ 1974606 h 2344739"/>
              <a:gd name="connsiteX188" fmla="*/ 3400728 w 12192001"/>
              <a:gd name="connsiteY188" fmla="*/ 1962558 h 2344739"/>
              <a:gd name="connsiteX189" fmla="*/ 3363888 w 12192001"/>
              <a:gd name="connsiteY189" fmla="*/ 1979510 h 2344739"/>
              <a:gd name="connsiteX190" fmla="*/ 3344026 w 12192001"/>
              <a:gd name="connsiteY190" fmla="*/ 1981192 h 2344739"/>
              <a:gd name="connsiteX191" fmla="*/ 3341698 w 12192001"/>
              <a:gd name="connsiteY191" fmla="*/ 1980217 h 2344739"/>
              <a:gd name="connsiteX192" fmla="*/ 3262356 w 12192001"/>
              <a:gd name="connsiteY192" fmla="*/ 1986094 h 2344739"/>
              <a:gd name="connsiteX193" fmla="*/ 3142556 w 12192001"/>
              <a:gd name="connsiteY193" fmla="*/ 1993869 h 2344739"/>
              <a:gd name="connsiteX194" fmla="*/ 3030291 w 12192001"/>
              <a:gd name="connsiteY194" fmla="*/ 1996512 h 2344739"/>
              <a:gd name="connsiteX195" fmla="*/ 2781569 w 12192001"/>
              <a:gd name="connsiteY195" fmla="*/ 2018333 h 2344739"/>
              <a:gd name="connsiteX196" fmla="*/ 2646527 w 12192001"/>
              <a:gd name="connsiteY196" fmla="*/ 2028869 h 2344739"/>
              <a:gd name="connsiteX197" fmla="*/ 2568028 w 12192001"/>
              <a:gd name="connsiteY197" fmla="*/ 2002628 h 2344739"/>
              <a:gd name="connsiteX198" fmla="*/ 2443255 w 12192001"/>
              <a:gd name="connsiteY198" fmla="*/ 2016529 h 2344739"/>
              <a:gd name="connsiteX199" fmla="*/ 2315112 w 12192001"/>
              <a:gd name="connsiteY199" fmla="*/ 2024996 h 2344739"/>
              <a:gd name="connsiteX200" fmla="*/ 2208578 w 12192001"/>
              <a:gd name="connsiteY200" fmla="*/ 2019763 h 2344739"/>
              <a:gd name="connsiteX201" fmla="*/ 2094665 w 12192001"/>
              <a:gd name="connsiteY201" fmla="*/ 2003052 h 2344739"/>
              <a:gd name="connsiteX202" fmla="*/ 1997356 w 12192001"/>
              <a:gd name="connsiteY202" fmla="*/ 1995032 h 2344739"/>
              <a:gd name="connsiteX203" fmla="*/ 1928172 w 12192001"/>
              <a:gd name="connsiteY203" fmla="*/ 2016977 h 2344739"/>
              <a:gd name="connsiteX204" fmla="*/ 1921650 w 12192001"/>
              <a:gd name="connsiteY204" fmla="*/ 2012146 h 2344739"/>
              <a:gd name="connsiteX205" fmla="*/ 1873080 w 12192001"/>
              <a:gd name="connsiteY205" fmla="*/ 2013741 h 2344739"/>
              <a:gd name="connsiteX206" fmla="*/ 1786655 w 12192001"/>
              <a:gd name="connsiteY206" fmla="*/ 2041363 h 2344739"/>
              <a:gd name="connsiteX207" fmla="*/ 1738204 w 12192001"/>
              <a:gd name="connsiteY207" fmla="*/ 2036312 h 2344739"/>
              <a:gd name="connsiteX208" fmla="*/ 1675071 w 12192001"/>
              <a:gd name="connsiteY208" fmla="*/ 2019963 h 2344739"/>
              <a:gd name="connsiteX209" fmla="*/ 1608669 w 12192001"/>
              <a:gd name="connsiteY209" fmla="*/ 2013066 h 2344739"/>
              <a:gd name="connsiteX210" fmla="*/ 1496110 w 12192001"/>
              <a:gd name="connsiteY210" fmla="*/ 1987476 h 2344739"/>
              <a:gd name="connsiteX211" fmla="*/ 1149979 w 12192001"/>
              <a:gd name="connsiteY211" fmla="*/ 1938041 h 2344739"/>
              <a:gd name="connsiteX212" fmla="*/ 858269 w 12192001"/>
              <a:gd name="connsiteY212" fmla="*/ 1928608 h 2344739"/>
              <a:gd name="connsiteX213" fmla="*/ 837540 w 12192001"/>
              <a:gd name="connsiteY213" fmla="*/ 1929821 h 2344739"/>
              <a:gd name="connsiteX214" fmla="*/ 816809 w 12192001"/>
              <a:gd name="connsiteY214" fmla="*/ 1927857 h 2344739"/>
              <a:gd name="connsiteX215" fmla="*/ 811506 w 12192001"/>
              <a:gd name="connsiteY215" fmla="*/ 1930751 h 2344739"/>
              <a:gd name="connsiteX216" fmla="*/ 797041 w 12192001"/>
              <a:gd name="connsiteY216" fmla="*/ 1930446 h 2344739"/>
              <a:gd name="connsiteX217" fmla="*/ 767901 w 12192001"/>
              <a:gd name="connsiteY217" fmla="*/ 1932653 h 2344739"/>
              <a:gd name="connsiteX218" fmla="*/ 763053 w 12192001"/>
              <a:gd name="connsiteY218" fmla="*/ 1930432 h 2344739"/>
              <a:gd name="connsiteX219" fmla="*/ 720047 w 12192001"/>
              <a:gd name="connsiteY219" fmla="*/ 1929661 h 2344739"/>
              <a:gd name="connsiteX220" fmla="*/ 719742 w 12192001"/>
              <a:gd name="connsiteY220" fmla="*/ 1928399 h 2344739"/>
              <a:gd name="connsiteX221" fmla="*/ 708875 w 12192001"/>
              <a:gd name="connsiteY221" fmla="*/ 1922722 h 2344739"/>
              <a:gd name="connsiteX222" fmla="*/ 596792 w 12192001"/>
              <a:gd name="connsiteY222" fmla="*/ 1879864 h 2344739"/>
              <a:gd name="connsiteX223" fmla="*/ 578535 w 12192001"/>
              <a:gd name="connsiteY223" fmla="*/ 1877212 h 2344739"/>
              <a:gd name="connsiteX224" fmla="*/ 571717 w 12192001"/>
              <a:gd name="connsiteY224" fmla="*/ 1877401 h 2344739"/>
              <a:gd name="connsiteX225" fmla="*/ 445099 w 12192001"/>
              <a:gd name="connsiteY225" fmla="*/ 1839371 h 2344739"/>
              <a:gd name="connsiteX226" fmla="*/ 404015 w 12192001"/>
              <a:gd name="connsiteY226" fmla="*/ 1833548 h 2344739"/>
              <a:gd name="connsiteX227" fmla="*/ 292435 w 12192001"/>
              <a:gd name="connsiteY227" fmla="*/ 1812852 h 2344739"/>
              <a:gd name="connsiteX228" fmla="*/ 118381 w 12192001"/>
              <a:gd name="connsiteY228" fmla="*/ 1761047 h 2344739"/>
              <a:gd name="connsiteX229" fmla="*/ 15526 w 12192001"/>
              <a:gd name="connsiteY229" fmla="*/ 1758191 h 2344739"/>
              <a:gd name="connsiteX230" fmla="*/ 2 w 12192001"/>
              <a:gd name="connsiteY230" fmla="*/ 1752722 h 2344739"/>
              <a:gd name="connsiteX231" fmla="*/ 1 w 12192001"/>
              <a:gd name="connsiteY231" fmla="*/ 762497 h 2344739"/>
              <a:gd name="connsiteX232" fmla="*/ 0 w 12192001"/>
              <a:gd name="connsiteY232" fmla="*/ 762497 h 2344739"/>
              <a:gd name="connsiteX233" fmla="*/ 0 w 12192001"/>
              <a:gd name="connsiteY233" fmla="*/ 222213 h 2344739"/>
              <a:gd name="connsiteX234" fmla="*/ 0 w 12192001"/>
              <a:gd name="connsiteY234"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45526 w 12192001"/>
              <a:gd name="connsiteY26" fmla="*/ 1274060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50210 w 12192001"/>
              <a:gd name="connsiteY70" fmla="*/ 1922604 h 2344739"/>
              <a:gd name="connsiteX71" fmla="*/ 9137318 w 12192001"/>
              <a:gd name="connsiteY71" fmla="*/ 1920435 h 2344739"/>
              <a:gd name="connsiteX72" fmla="*/ 9113812 w 12192001"/>
              <a:gd name="connsiteY72" fmla="*/ 1919069 h 2344739"/>
              <a:gd name="connsiteX73" fmla="*/ 9053453 w 12192001"/>
              <a:gd name="connsiteY73" fmla="*/ 1910755 h 2344739"/>
              <a:gd name="connsiteX74" fmla="*/ 9005486 w 12192001"/>
              <a:gd name="connsiteY74" fmla="*/ 1914040 h 2344739"/>
              <a:gd name="connsiteX75" fmla="*/ 9005201 w 12192001"/>
              <a:gd name="connsiteY75" fmla="*/ 1913800 h 2344739"/>
              <a:gd name="connsiteX76" fmla="*/ 8996232 w 12192001"/>
              <a:gd name="connsiteY76" fmla="*/ 1915011 h 2344739"/>
              <a:gd name="connsiteX77" fmla="*/ 8990394 w 12192001"/>
              <a:gd name="connsiteY77" fmla="*/ 1917072 h 2344739"/>
              <a:gd name="connsiteX78" fmla="*/ 8974337 w 12192001"/>
              <a:gd name="connsiteY78" fmla="*/ 1920298 h 2344739"/>
              <a:gd name="connsiteX79" fmla="*/ 8968011 w 12192001"/>
              <a:gd name="connsiteY79" fmla="*/ 1919598 h 2344739"/>
              <a:gd name="connsiteX80" fmla="*/ 8963048 w 12192001"/>
              <a:gd name="connsiteY80" fmla="*/ 1917373 h 2344739"/>
              <a:gd name="connsiteX81" fmla="*/ 8928988 w 12192001"/>
              <a:gd name="connsiteY81" fmla="*/ 1914185 h 2344739"/>
              <a:gd name="connsiteX82" fmla="*/ 8752444 w 12192001"/>
              <a:gd name="connsiteY82" fmla="*/ 1933417 h 2344739"/>
              <a:gd name="connsiteX83" fmla="*/ 8707847 w 12192001"/>
              <a:gd name="connsiteY83" fmla="*/ 1935518 h 2344739"/>
              <a:gd name="connsiteX84" fmla="*/ 8596071 w 12192001"/>
              <a:gd name="connsiteY84" fmla="*/ 1944090 h 2344739"/>
              <a:gd name="connsiteX85" fmla="*/ 8525230 w 12192001"/>
              <a:gd name="connsiteY85" fmla="*/ 1929248 h 2344739"/>
              <a:gd name="connsiteX86" fmla="*/ 8510983 w 12192001"/>
              <a:gd name="connsiteY86" fmla="*/ 1935163 h 2344739"/>
              <a:gd name="connsiteX87" fmla="*/ 8506167 w 12192001"/>
              <a:gd name="connsiteY87" fmla="*/ 1938164 h 2344739"/>
              <a:gd name="connsiteX88" fmla="*/ 8497968 w 12192001"/>
              <a:gd name="connsiteY88" fmla="*/ 1940902 h 2344739"/>
              <a:gd name="connsiteX89" fmla="*/ 8497594 w 12192001"/>
              <a:gd name="connsiteY89" fmla="*/ 1940723 h 2344739"/>
              <a:gd name="connsiteX90" fmla="*/ 8490249 w 12192001"/>
              <a:gd name="connsiteY90" fmla="*/ 1943773 h 2344739"/>
              <a:gd name="connsiteX91" fmla="*/ 8367182 w 12192001"/>
              <a:gd name="connsiteY91" fmla="*/ 1957815 h 2344739"/>
              <a:gd name="connsiteX92" fmla="*/ 8353799 w 12192001"/>
              <a:gd name="connsiteY92" fmla="*/ 1958009 h 2344739"/>
              <a:gd name="connsiteX93" fmla="*/ 8352373 w 12192001"/>
              <a:gd name="connsiteY93" fmla="*/ 1957169 h 2344739"/>
              <a:gd name="connsiteX94" fmla="*/ 8320104 w 12192001"/>
              <a:gd name="connsiteY94" fmla="*/ 1974587 h 2344739"/>
              <a:gd name="connsiteX95" fmla="*/ 8314433 w 12192001"/>
              <a:gd name="connsiteY95" fmla="*/ 1974913 h 2344739"/>
              <a:gd name="connsiteX96" fmla="*/ 8295174 w 12192001"/>
              <a:gd name="connsiteY96" fmla="*/ 1988808 h 2344739"/>
              <a:gd name="connsiteX97" fmla="*/ 8284276 w 12192001"/>
              <a:gd name="connsiteY97" fmla="*/ 1994631 h 2344739"/>
              <a:gd name="connsiteX98" fmla="*/ 8283150 w 12192001"/>
              <a:gd name="connsiteY98" fmla="*/ 1999074 h 2344739"/>
              <a:gd name="connsiteX99" fmla="*/ 8266076 w 12192001"/>
              <a:gd name="connsiteY99" fmla="*/ 2006249 h 2344739"/>
              <a:gd name="connsiteX100" fmla="*/ 8263377 w 12192001"/>
              <a:gd name="connsiteY100" fmla="*/ 2006019 h 2344739"/>
              <a:gd name="connsiteX101" fmla="*/ 8252033 w 12192001"/>
              <a:gd name="connsiteY101" fmla="*/ 2015862 h 2344739"/>
              <a:gd name="connsiteX102" fmla="*/ 8245834 w 12192001"/>
              <a:gd name="connsiteY102" fmla="*/ 2028854 h 2344739"/>
              <a:gd name="connsiteX103" fmla="*/ 8090272 w 12192001"/>
              <a:gd name="connsiteY103" fmla="*/ 2075015 h 2344739"/>
              <a:gd name="connsiteX104" fmla="*/ 7905407 w 12192001"/>
              <a:gd name="connsiteY104" fmla="*/ 2116988 h 2344739"/>
              <a:gd name="connsiteX105" fmla="*/ 7718745 w 12192001"/>
              <a:gd name="connsiteY105" fmla="*/ 2142703 h 2344739"/>
              <a:gd name="connsiteX106" fmla="*/ 7614347 w 12192001"/>
              <a:gd name="connsiteY106" fmla="*/ 2139232 h 2344739"/>
              <a:gd name="connsiteX107" fmla="*/ 7527543 w 12192001"/>
              <a:gd name="connsiteY107" fmla="*/ 2145060 h 2344739"/>
              <a:gd name="connsiteX108" fmla="*/ 7519571 w 12192001"/>
              <a:gd name="connsiteY108" fmla="*/ 2147613 h 2344739"/>
              <a:gd name="connsiteX109" fmla="*/ 7507411 w 12192001"/>
              <a:gd name="connsiteY109" fmla="*/ 2148948 h 2344739"/>
              <a:gd name="connsiteX110" fmla="*/ 7507040 w 12192001"/>
              <a:gd name="connsiteY110" fmla="*/ 2148621 h 2344739"/>
              <a:gd name="connsiteX111" fmla="*/ 7495795 w 12192001"/>
              <a:gd name="connsiteY111" fmla="*/ 2150573 h 2344739"/>
              <a:gd name="connsiteX112" fmla="*/ 7405391 w 12192001"/>
              <a:gd name="connsiteY112" fmla="*/ 2142468 h 2344739"/>
              <a:gd name="connsiteX113" fmla="*/ 7312180 w 12192001"/>
              <a:gd name="connsiteY113" fmla="*/ 2132873 h 2344739"/>
              <a:gd name="connsiteX114" fmla="*/ 7310853 w 12192001"/>
              <a:gd name="connsiteY114" fmla="*/ 2131431 h 2344739"/>
              <a:gd name="connsiteX115" fmla="*/ 7218559 w 12192001"/>
              <a:gd name="connsiteY115" fmla="*/ 2156680 h 2344739"/>
              <a:gd name="connsiteX116" fmla="*/ 7201101 w 12192001"/>
              <a:gd name="connsiteY116" fmla="*/ 2161230 h 2344739"/>
              <a:gd name="connsiteX117" fmla="*/ 7197004 w 12192001"/>
              <a:gd name="connsiteY117" fmla="*/ 2166588 h 2344739"/>
              <a:gd name="connsiteX118" fmla="*/ 7170808 w 12192001"/>
              <a:gd name="connsiteY118" fmla="*/ 2171236 h 2344739"/>
              <a:gd name="connsiteX119" fmla="*/ 7096988 w 12192001"/>
              <a:gd name="connsiteY119" fmla="*/ 2183464 h 2344739"/>
              <a:gd name="connsiteX120" fmla="*/ 7018496 w 12192001"/>
              <a:gd name="connsiteY120" fmla="*/ 2183090 h 2344739"/>
              <a:gd name="connsiteX121" fmla="*/ 6904146 w 12192001"/>
              <a:gd name="connsiteY121" fmla="*/ 2212596 h 2344739"/>
              <a:gd name="connsiteX122" fmla="*/ 6708222 w 12192001"/>
              <a:gd name="connsiteY122" fmla="*/ 2240551 h 2344739"/>
              <a:gd name="connsiteX123" fmla="*/ 6549454 w 12192001"/>
              <a:gd name="connsiteY123" fmla="*/ 2269327 h 2344739"/>
              <a:gd name="connsiteX124" fmla="*/ 6317560 w 12192001"/>
              <a:gd name="connsiteY124" fmla="*/ 2316127 h 2344739"/>
              <a:gd name="connsiteX125" fmla="*/ 6168674 w 12192001"/>
              <a:gd name="connsiteY125" fmla="*/ 2318214 h 2344739"/>
              <a:gd name="connsiteX126" fmla="*/ 6073848 w 12192001"/>
              <a:gd name="connsiteY126" fmla="*/ 2338676 h 2344739"/>
              <a:gd name="connsiteX127" fmla="*/ 6068529 w 12192001"/>
              <a:gd name="connsiteY127" fmla="*/ 2337139 h 2344739"/>
              <a:gd name="connsiteX128" fmla="*/ 6048638 w 12192001"/>
              <a:gd name="connsiteY128" fmla="*/ 2337822 h 2344739"/>
              <a:gd name="connsiteX129" fmla="*/ 6041285 w 12192001"/>
              <a:gd name="connsiteY129" fmla="*/ 2329473 h 2344739"/>
              <a:gd name="connsiteX130" fmla="*/ 6010090 w 12192001"/>
              <a:gd name="connsiteY130" fmla="*/ 2324380 h 2344739"/>
              <a:gd name="connsiteX131" fmla="*/ 5957375 w 12192001"/>
              <a:gd name="connsiteY131" fmla="*/ 2328024 h 2344739"/>
              <a:gd name="connsiteX132" fmla="*/ 5758919 w 12192001"/>
              <a:gd name="connsiteY132" fmla="*/ 2343716 h 2344739"/>
              <a:gd name="connsiteX133" fmla="*/ 5626960 w 12192001"/>
              <a:gd name="connsiteY133" fmla="*/ 2344739 h 2344739"/>
              <a:gd name="connsiteX134" fmla="*/ 5470906 w 12192001"/>
              <a:gd name="connsiteY134" fmla="*/ 2330719 h 2344739"/>
              <a:gd name="connsiteX135" fmla="*/ 5432761 w 12192001"/>
              <a:gd name="connsiteY135" fmla="*/ 2319466 h 2344739"/>
              <a:gd name="connsiteX136" fmla="*/ 5381669 w 12192001"/>
              <a:gd name="connsiteY136" fmla="*/ 2301764 h 2344739"/>
              <a:gd name="connsiteX137" fmla="*/ 5261764 w 12192001"/>
              <a:gd name="connsiteY137" fmla="*/ 2281347 h 2344739"/>
              <a:gd name="connsiteX138" fmla="*/ 5222961 w 12192001"/>
              <a:gd name="connsiteY138" fmla="*/ 2270223 h 2344739"/>
              <a:gd name="connsiteX139" fmla="*/ 5174660 w 12192001"/>
              <a:gd name="connsiteY139" fmla="*/ 2267233 h 2344739"/>
              <a:gd name="connsiteX140" fmla="*/ 5156554 w 12192001"/>
              <a:gd name="connsiteY140" fmla="*/ 2260010 h 2344739"/>
              <a:gd name="connsiteX141" fmla="*/ 5142599 w 12192001"/>
              <a:gd name="connsiteY141" fmla="*/ 2256610 h 2344739"/>
              <a:gd name="connsiteX142" fmla="*/ 5139596 w 12192001"/>
              <a:gd name="connsiteY142" fmla="*/ 2254509 h 2344739"/>
              <a:gd name="connsiteX143" fmla="*/ 5121659 w 12192001"/>
              <a:gd name="connsiteY143" fmla="*/ 2243656 h 2344739"/>
              <a:gd name="connsiteX144" fmla="*/ 5065790 w 12192001"/>
              <a:gd name="connsiteY144" fmla="*/ 2250227 h 2344739"/>
              <a:gd name="connsiteX145" fmla="*/ 5011514 w 12192001"/>
              <a:gd name="connsiteY145" fmla="*/ 2233846 h 2344739"/>
              <a:gd name="connsiteX146" fmla="*/ 4840441 w 12192001"/>
              <a:gd name="connsiteY146" fmla="*/ 2209829 h 2344739"/>
              <a:gd name="connsiteX147" fmla="*/ 4762447 w 12192001"/>
              <a:gd name="connsiteY147" fmla="*/ 2182061 h 2344739"/>
              <a:gd name="connsiteX148" fmla="*/ 4723186 w 12192001"/>
              <a:gd name="connsiteY148" fmla="*/ 2173047 h 2344739"/>
              <a:gd name="connsiteX149" fmla="*/ 4721176 w 12192001"/>
              <a:gd name="connsiteY149" fmla="*/ 2172298 h 2344739"/>
              <a:gd name="connsiteX150" fmla="*/ 4722111 w 12192001"/>
              <a:gd name="connsiteY150" fmla="*/ 2172087 h 2344739"/>
              <a:gd name="connsiteX151" fmla="*/ 4717202 w 12192001"/>
              <a:gd name="connsiteY151" fmla="*/ 2170817 h 2344739"/>
              <a:gd name="connsiteX152" fmla="*/ 4721176 w 12192001"/>
              <a:gd name="connsiteY152" fmla="*/ 2172298 h 2344739"/>
              <a:gd name="connsiteX153" fmla="*/ 4715526 w 12192001"/>
              <a:gd name="connsiteY153" fmla="*/ 2173573 h 2344739"/>
              <a:gd name="connsiteX154" fmla="*/ 4515814 w 12192001"/>
              <a:gd name="connsiteY154" fmla="*/ 2163671 h 2344739"/>
              <a:gd name="connsiteX155" fmla="*/ 4428543 w 12192001"/>
              <a:gd name="connsiteY155" fmla="*/ 2153020 h 2344739"/>
              <a:gd name="connsiteX156" fmla="*/ 4362875 w 12192001"/>
              <a:gd name="connsiteY156" fmla="*/ 2151674 h 2344739"/>
              <a:gd name="connsiteX157" fmla="*/ 4316966 w 12192001"/>
              <a:gd name="connsiteY157" fmla="*/ 2158289 h 2344739"/>
              <a:gd name="connsiteX158" fmla="*/ 4315110 w 12192001"/>
              <a:gd name="connsiteY158" fmla="*/ 2156948 h 2344739"/>
              <a:gd name="connsiteX159" fmla="*/ 4295144 w 12192001"/>
              <a:gd name="connsiteY159" fmla="*/ 2155069 h 2344739"/>
              <a:gd name="connsiteX160" fmla="*/ 4290064 w 12192001"/>
              <a:gd name="connsiteY160" fmla="*/ 2157986 h 2344739"/>
              <a:gd name="connsiteX161" fmla="*/ 4276142 w 12192001"/>
              <a:gd name="connsiteY161" fmla="*/ 2157740 h 2344739"/>
              <a:gd name="connsiteX162" fmla="*/ 4248117 w 12192001"/>
              <a:gd name="connsiteY162" fmla="*/ 2160064 h 2344739"/>
              <a:gd name="connsiteX163" fmla="*/ 4202051 w 12192001"/>
              <a:gd name="connsiteY163" fmla="*/ 2157269 h 2344739"/>
              <a:gd name="connsiteX164" fmla="*/ 4201745 w 12192001"/>
              <a:gd name="connsiteY164" fmla="*/ 2156010 h 2344739"/>
              <a:gd name="connsiteX165" fmla="*/ 4191248 w 12192001"/>
              <a:gd name="connsiteY165" fmla="*/ 2150376 h 2344739"/>
              <a:gd name="connsiteX166" fmla="*/ 4142745 w 12192001"/>
              <a:gd name="connsiteY166" fmla="*/ 2134511 h 2344739"/>
              <a:gd name="connsiteX167" fmla="*/ 4083097 w 12192001"/>
              <a:gd name="connsiteY167" fmla="*/ 2107978 h 2344739"/>
              <a:gd name="connsiteX168" fmla="*/ 4074546 w 12192001"/>
              <a:gd name="connsiteY168" fmla="*/ 2107143 h 2344739"/>
              <a:gd name="connsiteX169" fmla="*/ 4074427 w 12192001"/>
              <a:gd name="connsiteY169" fmla="*/ 2106844 h 2344739"/>
              <a:gd name="connsiteX170" fmla="*/ 4065510 w 12192001"/>
              <a:gd name="connsiteY170" fmla="*/ 2105400 h 2344739"/>
              <a:gd name="connsiteX171" fmla="*/ 4058954 w 12192001"/>
              <a:gd name="connsiteY171" fmla="*/ 2105618 h 2344739"/>
              <a:gd name="connsiteX172" fmla="*/ 4042364 w 12192001"/>
              <a:gd name="connsiteY172" fmla="*/ 2103997 h 2344739"/>
              <a:gd name="connsiteX173" fmla="*/ 4036997 w 12192001"/>
              <a:gd name="connsiteY173" fmla="*/ 2101563 h 2344739"/>
              <a:gd name="connsiteX174" fmla="*/ 4035363 w 12192001"/>
              <a:gd name="connsiteY174" fmla="*/ 2097896 h 2344739"/>
              <a:gd name="connsiteX175" fmla="*/ 4033778 w 12192001"/>
              <a:gd name="connsiteY175" fmla="*/ 2098131 h 2344739"/>
              <a:gd name="connsiteX176" fmla="*/ 4004538 w 12192001"/>
              <a:gd name="connsiteY176" fmla="*/ 2085563 h 2344739"/>
              <a:gd name="connsiteX177" fmla="*/ 3936846 w 12192001"/>
              <a:gd name="connsiteY177" fmla="*/ 2068106 h 2344739"/>
              <a:gd name="connsiteX178" fmla="*/ 3897275 w 12192001"/>
              <a:gd name="connsiteY178" fmla="*/ 2062451 h 2344739"/>
              <a:gd name="connsiteX179" fmla="*/ 3789760 w 12192001"/>
              <a:gd name="connsiteY179" fmla="*/ 2042213 h 2344739"/>
              <a:gd name="connsiteX180" fmla="*/ 3682513 w 12192001"/>
              <a:gd name="connsiteY180" fmla="*/ 2018290 h 2344739"/>
              <a:gd name="connsiteX181" fmla="*/ 3610035 w 12192001"/>
              <a:gd name="connsiteY181" fmla="*/ 1986019 h 2344739"/>
              <a:gd name="connsiteX182" fmla="*/ 3603855 w 12192001"/>
              <a:gd name="connsiteY182" fmla="*/ 1987381 h 2344739"/>
              <a:gd name="connsiteX183" fmla="*/ 3594736 w 12192001"/>
              <a:gd name="connsiteY183" fmla="*/ 1987545 h 2344739"/>
              <a:gd name="connsiteX184" fmla="*/ 3594501 w 12192001"/>
              <a:gd name="connsiteY184" fmla="*/ 1987276 h 2344739"/>
              <a:gd name="connsiteX185" fmla="*/ 3585978 w 12192001"/>
              <a:gd name="connsiteY185" fmla="*/ 1987966 h 2344739"/>
              <a:gd name="connsiteX186" fmla="*/ 3536135 w 12192001"/>
              <a:gd name="connsiteY186" fmla="*/ 1978267 h 2344739"/>
              <a:gd name="connsiteX187" fmla="*/ 3473223 w 12192001"/>
              <a:gd name="connsiteY187" fmla="*/ 1974606 h 2344739"/>
              <a:gd name="connsiteX188" fmla="*/ 3400728 w 12192001"/>
              <a:gd name="connsiteY188" fmla="*/ 1962558 h 2344739"/>
              <a:gd name="connsiteX189" fmla="*/ 3363888 w 12192001"/>
              <a:gd name="connsiteY189" fmla="*/ 1979510 h 2344739"/>
              <a:gd name="connsiteX190" fmla="*/ 3344026 w 12192001"/>
              <a:gd name="connsiteY190" fmla="*/ 1981192 h 2344739"/>
              <a:gd name="connsiteX191" fmla="*/ 3341698 w 12192001"/>
              <a:gd name="connsiteY191" fmla="*/ 1980217 h 2344739"/>
              <a:gd name="connsiteX192" fmla="*/ 3262356 w 12192001"/>
              <a:gd name="connsiteY192" fmla="*/ 1986094 h 2344739"/>
              <a:gd name="connsiteX193" fmla="*/ 3142556 w 12192001"/>
              <a:gd name="connsiteY193" fmla="*/ 1993869 h 2344739"/>
              <a:gd name="connsiteX194" fmla="*/ 3030291 w 12192001"/>
              <a:gd name="connsiteY194" fmla="*/ 1996512 h 2344739"/>
              <a:gd name="connsiteX195" fmla="*/ 2781569 w 12192001"/>
              <a:gd name="connsiteY195" fmla="*/ 2018333 h 2344739"/>
              <a:gd name="connsiteX196" fmla="*/ 2646527 w 12192001"/>
              <a:gd name="connsiteY196" fmla="*/ 2028869 h 2344739"/>
              <a:gd name="connsiteX197" fmla="*/ 2568028 w 12192001"/>
              <a:gd name="connsiteY197" fmla="*/ 2002628 h 2344739"/>
              <a:gd name="connsiteX198" fmla="*/ 2443255 w 12192001"/>
              <a:gd name="connsiteY198" fmla="*/ 2016529 h 2344739"/>
              <a:gd name="connsiteX199" fmla="*/ 2315112 w 12192001"/>
              <a:gd name="connsiteY199" fmla="*/ 2024996 h 2344739"/>
              <a:gd name="connsiteX200" fmla="*/ 2208578 w 12192001"/>
              <a:gd name="connsiteY200" fmla="*/ 2019763 h 2344739"/>
              <a:gd name="connsiteX201" fmla="*/ 2094665 w 12192001"/>
              <a:gd name="connsiteY201" fmla="*/ 2003052 h 2344739"/>
              <a:gd name="connsiteX202" fmla="*/ 1997356 w 12192001"/>
              <a:gd name="connsiteY202" fmla="*/ 1995032 h 2344739"/>
              <a:gd name="connsiteX203" fmla="*/ 1928172 w 12192001"/>
              <a:gd name="connsiteY203" fmla="*/ 2016977 h 2344739"/>
              <a:gd name="connsiteX204" fmla="*/ 1921650 w 12192001"/>
              <a:gd name="connsiteY204" fmla="*/ 2012146 h 2344739"/>
              <a:gd name="connsiteX205" fmla="*/ 1873080 w 12192001"/>
              <a:gd name="connsiteY205" fmla="*/ 2013741 h 2344739"/>
              <a:gd name="connsiteX206" fmla="*/ 1786655 w 12192001"/>
              <a:gd name="connsiteY206" fmla="*/ 2041363 h 2344739"/>
              <a:gd name="connsiteX207" fmla="*/ 1738204 w 12192001"/>
              <a:gd name="connsiteY207" fmla="*/ 2036312 h 2344739"/>
              <a:gd name="connsiteX208" fmla="*/ 1675071 w 12192001"/>
              <a:gd name="connsiteY208" fmla="*/ 2019963 h 2344739"/>
              <a:gd name="connsiteX209" fmla="*/ 1608669 w 12192001"/>
              <a:gd name="connsiteY209" fmla="*/ 2013066 h 2344739"/>
              <a:gd name="connsiteX210" fmla="*/ 1496110 w 12192001"/>
              <a:gd name="connsiteY210" fmla="*/ 1987476 h 2344739"/>
              <a:gd name="connsiteX211" fmla="*/ 1149979 w 12192001"/>
              <a:gd name="connsiteY211" fmla="*/ 1938041 h 2344739"/>
              <a:gd name="connsiteX212" fmla="*/ 858269 w 12192001"/>
              <a:gd name="connsiteY212" fmla="*/ 1928608 h 2344739"/>
              <a:gd name="connsiteX213" fmla="*/ 837540 w 12192001"/>
              <a:gd name="connsiteY213" fmla="*/ 1929821 h 2344739"/>
              <a:gd name="connsiteX214" fmla="*/ 816809 w 12192001"/>
              <a:gd name="connsiteY214" fmla="*/ 1927857 h 2344739"/>
              <a:gd name="connsiteX215" fmla="*/ 811506 w 12192001"/>
              <a:gd name="connsiteY215" fmla="*/ 1930751 h 2344739"/>
              <a:gd name="connsiteX216" fmla="*/ 797041 w 12192001"/>
              <a:gd name="connsiteY216" fmla="*/ 1930446 h 2344739"/>
              <a:gd name="connsiteX217" fmla="*/ 767901 w 12192001"/>
              <a:gd name="connsiteY217" fmla="*/ 1932653 h 2344739"/>
              <a:gd name="connsiteX218" fmla="*/ 763053 w 12192001"/>
              <a:gd name="connsiteY218" fmla="*/ 1930432 h 2344739"/>
              <a:gd name="connsiteX219" fmla="*/ 720047 w 12192001"/>
              <a:gd name="connsiteY219" fmla="*/ 1929661 h 2344739"/>
              <a:gd name="connsiteX220" fmla="*/ 719742 w 12192001"/>
              <a:gd name="connsiteY220" fmla="*/ 1928399 h 2344739"/>
              <a:gd name="connsiteX221" fmla="*/ 708875 w 12192001"/>
              <a:gd name="connsiteY221" fmla="*/ 1922722 h 2344739"/>
              <a:gd name="connsiteX222" fmla="*/ 596792 w 12192001"/>
              <a:gd name="connsiteY222" fmla="*/ 1879864 h 2344739"/>
              <a:gd name="connsiteX223" fmla="*/ 578535 w 12192001"/>
              <a:gd name="connsiteY223" fmla="*/ 1877212 h 2344739"/>
              <a:gd name="connsiteX224" fmla="*/ 571717 w 12192001"/>
              <a:gd name="connsiteY224" fmla="*/ 1877401 h 2344739"/>
              <a:gd name="connsiteX225" fmla="*/ 445099 w 12192001"/>
              <a:gd name="connsiteY225" fmla="*/ 1839371 h 2344739"/>
              <a:gd name="connsiteX226" fmla="*/ 404015 w 12192001"/>
              <a:gd name="connsiteY226" fmla="*/ 1833548 h 2344739"/>
              <a:gd name="connsiteX227" fmla="*/ 292435 w 12192001"/>
              <a:gd name="connsiteY227" fmla="*/ 1812852 h 2344739"/>
              <a:gd name="connsiteX228" fmla="*/ 118381 w 12192001"/>
              <a:gd name="connsiteY228" fmla="*/ 1761047 h 2344739"/>
              <a:gd name="connsiteX229" fmla="*/ 15526 w 12192001"/>
              <a:gd name="connsiteY229" fmla="*/ 1758191 h 2344739"/>
              <a:gd name="connsiteX230" fmla="*/ 2 w 12192001"/>
              <a:gd name="connsiteY230" fmla="*/ 1752722 h 2344739"/>
              <a:gd name="connsiteX231" fmla="*/ 1 w 12192001"/>
              <a:gd name="connsiteY231" fmla="*/ 762497 h 2344739"/>
              <a:gd name="connsiteX232" fmla="*/ 0 w 12192001"/>
              <a:gd name="connsiteY232" fmla="*/ 762497 h 2344739"/>
              <a:gd name="connsiteX233" fmla="*/ 0 w 12192001"/>
              <a:gd name="connsiteY233" fmla="*/ 222213 h 2344739"/>
              <a:gd name="connsiteX234" fmla="*/ 0 w 12192001"/>
              <a:gd name="connsiteY234"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50210 w 12192001"/>
              <a:gd name="connsiteY70" fmla="*/ 1922604 h 2344739"/>
              <a:gd name="connsiteX71" fmla="*/ 9137318 w 12192001"/>
              <a:gd name="connsiteY71" fmla="*/ 1920435 h 2344739"/>
              <a:gd name="connsiteX72" fmla="*/ 9113812 w 12192001"/>
              <a:gd name="connsiteY72" fmla="*/ 1919069 h 2344739"/>
              <a:gd name="connsiteX73" fmla="*/ 9053453 w 12192001"/>
              <a:gd name="connsiteY73" fmla="*/ 1910755 h 2344739"/>
              <a:gd name="connsiteX74" fmla="*/ 9005486 w 12192001"/>
              <a:gd name="connsiteY74" fmla="*/ 1914040 h 2344739"/>
              <a:gd name="connsiteX75" fmla="*/ 9005201 w 12192001"/>
              <a:gd name="connsiteY75" fmla="*/ 1913800 h 2344739"/>
              <a:gd name="connsiteX76" fmla="*/ 8996232 w 12192001"/>
              <a:gd name="connsiteY76" fmla="*/ 1915011 h 2344739"/>
              <a:gd name="connsiteX77" fmla="*/ 8990394 w 12192001"/>
              <a:gd name="connsiteY77" fmla="*/ 1917072 h 2344739"/>
              <a:gd name="connsiteX78" fmla="*/ 8974337 w 12192001"/>
              <a:gd name="connsiteY78" fmla="*/ 1920298 h 2344739"/>
              <a:gd name="connsiteX79" fmla="*/ 8968011 w 12192001"/>
              <a:gd name="connsiteY79" fmla="*/ 1919598 h 2344739"/>
              <a:gd name="connsiteX80" fmla="*/ 8963048 w 12192001"/>
              <a:gd name="connsiteY80" fmla="*/ 1917373 h 2344739"/>
              <a:gd name="connsiteX81" fmla="*/ 8928988 w 12192001"/>
              <a:gd name="connsiteY81" fmla="*/ 1914185 h 2344739"/>
              <a:gd name="connsiteX82" fmla="*/ 8752444 w 12192001"/>
              <a:gd name="connsiteY82" fmla="*/ 1933417 h 2344739"/>
              <a:gd name="connsiteX83" fmla="*/ 8707847 w 12192001"/>
              <a:gd name="connsiteY83" fmla="*/ 1935518 h 2344739"/>
              <a:gd name="connsiteX84" fmla="*/ 8596071 w 12192001"/>
              <a:gd name="connsiteY84" fmla="*/ 1944090 h 2344739"/>
              <a:gd name="connsiteX85" fmla="*/ 8525230 w 12192001"/>
              <a:gd name="connsiteY85" fmla="*/ 1929248 h 2344739"/>
              <a:gd name="connsiteX86" fmla="*/ 8510983 w 12192001"/>
              <a:gd name="connsiteY86" fmla="*/ 1935163 h 2344739"/>
              <a:gd name="connsiteX87" fmla="*/ 8506167 w 12192001"/>
              <a:gd name="connsiteY87" fmla="*/ 1938164 h 2344739"/>
              <a:gd name="connsiteX88" fmla="*/ 8497968 w 12192001"/>
              <a:gd name="connsiteY88" fmla="*/ 1940902 h 2344739"/>
              <a:gd name="connsiteX89" fmla="*/ 8497594 w 12192001"/>
              <a:gd name="connsiteY89" fmla="*/ 1940723 h 2344739"/>
              <a:gd name="connsiteX90" fmla="*/ 8490249 w 12192001"/>
              <a:gd name="connsiteY90" fmla="*/ 1943773 h 2344739"/>
              <a:gd name="connsiteX91" fmla="*/ 8367182 w 12192001"/>
              <a:gd name="connsiteY91" fmla="*/ 1957815 h 2344739"/>
              <a:gd name="connsiteX92" fmla="*/ 8353799 w 12192001"/>
              <a:gd name="connsiteY92" fmla="*/ 1958009 h 2344739"/>
              <a:gd name="connsiteX93" fmla="*/ 8352373 w 12192001"/>
              <a:gd name="connsiteY93" fmla="*/ 1957169 h 2344739"/>
              <a:gd name="connsiteX94" fmla="*/ 8320104 w 12192001"/>
              <a:gd name="connsiteY94" fmla="*/ 1974587 h 2344739"/>
              <a:gd name="connsiteX95" fmla="*/ 8314433 w 12192001"/>
              <a:gd name="connsiteY95" fmla="*/ 1974913 h 2344739"/>
              <a:gd name="connsiteX96" fmla="*/ 8295174 w 12192001"/>
              <a:gd name="connsiteY96" fmla="*/ 1988808 h 2344739"/>
              <a:gd name="connsiteX97" fmla="*/ 8284276 w 12192001"/>
              <a:gd name="connsiteY97" fmla="*/ 1994631 h 2344739"/>
              <a:gd name="connsiteX98" fmla="*/ 8283150 w 12192001"/>
              <a:gd name="connsiteY98" fmla="*/ 1999074 h 2344739"/>
              <a:gd name="connsiteX99" fmla="*/ 8266076 w 12192001"/>
              <a:gd name="connsiteY99" fmla="*/ 2006249 h 2344739"/>
              <a:gd name="connsiteX100" fmla="*/ 8263377 w 12192001"/>
              <a:gd name="connsiteY100" fmla="*/ 2006019 h 2344739"/>
              <a:gd name="connsiteX101" fmla="*/ 8252033 w 12192001"/>
              <a:gd name="connsiteY101" fmla="*/ 2015862 h 2344739"/>
              <a:gd name="connsiteX102" fmla="*/ 8245834 w 12192001"/>
              <a:gd name="connsiteY102" fmla="*/ 2028854 h 2344739"/>
              <a:gd name="connsiteX103" fmla="*/ 8090272 w 12192001"/>
              <a:gd name="connsiteY103" fmla="*/ 2075015 h 2344739"/>
              <a:gd name="connsiteX104" fmla="*/ 7905407 w 12192001"/>
              <a:gd name="connsiteY104" fmla="*/ 2116988 h 2344739"/>
              <a:gd name="connsiteX105" fmla="*/ 7718745 w 12192001"/>
              <a:gd name="connsiteY105" fmla="*/ 2142703 h 2344739"/>
              <a:gd name="connsiteX106" fmla="*/ 7614347 w 12192001"/>
              <a:gd name="connsiteY106" fmla="*/ 2139232 h 2344739"/>
              <a:gd name="connsiteX107" fmla="*/ 7527543 w 12192001"/>
              <a:gd name="connsiteY107" fmla="*/ 2145060 h 2344739"/>
              <a:gd name="connsiteX108" fmla="*/ 7519571 w 12192001"/>
              <a:gd name="connsiteY108" fmla="*/ 2147613 h 2344739"/>
              <a:gd name="connsiteX109" fmla="*/ 7507411 w 12192001"/>
              <a:gd name="connsiteY109" fmla="*/ 2148948 h 2344739"/>
              <a:gd name="connsiteX110" fmla="*/ 7507040 w 12192001"/>
              <a:gd name="connsiteY110" fmla="*/ 2148621 h 2344739"/>
              <a:gd name="connsiteX111" fmla="*/ 7495795 w 12192001"/>
              <a:gd name="connsiteY111" fmla="*/ 2150573 h 2344739"/>
              <a:gd name="connsiteX112" fmla="*/ 7405391 w 12192001"/>
              <a:gd name="connsiteY112" fmla="*/ 2142468 h 2344739"/>
              <a:gd name="connsiteX113" fmla="*/ 7312180 w 12192001"/>
              <a:gd name="connsiteY113" fmla="*/ 2132873 h 2344739"/>
              <a:gd name="connsiteX114" fmla="*/ 7310853 w 12192001"/>
              <a:gd name="connsiteY114" fmla="*/ 2131431 h 2344739"/>
              <a:gd name="connsiteX115" fmla="*/ 7218559 w 12192001"/>
              <a:gd name="connsiteY115" fmla="*/ 2156680 h 2344739"/>
              <a:gd name="connsiteX116" fmla="*/ 7201101 w 12192001"/>
              <a:gd name="connsiteY116" fmla="*/ 2161230 h 2344739"/>
              <a:gd name="connsiteX117" fmla="*/ 7197004 w 12192001"/>
              <a:gd name="connsiteY117" fmla="*/ 2166588 h 2344739"/>
              <a:gd name="connsiteX118" fmla="*/ 7170808 w 12192001"/>
              <a:gd name="connsiteY118" fmla="*/ 2171236 h 2344739"/>
              <a:gd name="connsiteX119" fmla="*/ 7096988 w 12192001"/>
              <a:gd name="connsiteY119" fmla="*/ 2183464 h 2344739"/>
              <a:gd name="connsiteX120" fmla="*/ 7018496 w 12192001"/>
              <a:gd name="connsiteY120" fmla="*/ 2183090 h 2344739"/>
              <a:gd name="connsiteX121" fmla="*/ 6904146 w 12192001"/>
              <a:gd name="connsiteY121" fmla="*/ 2212596 h 2344739"/>
              <a:gd name="connsiteX122" fmla="*/ 6708222 w 12192001"/>
              <a:gd name="connsiteY122" fmla="*/ 2240551 h 2344739"/>
              <a:gd name="connsiteX123" fmla="*/ 6549454 w 12192001"/>
              <a:gd name="connsiteY123" fmla="*/ 2269327 h 2344739"/>
              <a:gd name="connsiteX124" fmla="*/ 6317560 w 12192001"/>
              <a:gd name="connsiteY124" fmla="*/ 2316127 h 2344739"/>
              <a:gd name="connsiteX125" fmla="*/ 6168674 w 12192001"/>
              <a:gd name="connsiteY125" fmla="*/ 2318214 h 2344739"/>
              <a:gd name="connsiteX126" fmla="*/ 6073848 w 12192001"/>
              <a:gd name="connsiteY126" fmla="*/ 2338676 h 2344739"/>
              <a:gd name="connsiteX127" fmla="*/ 6068529 w 12192001"/>
              <a:gd name="connsiteY127" fmla="*/ 2337139 h 2344739"/>
              <a:gd name="connsiteX128" fmla="*/ 6048638 w 12192001"/>
              <a:gd name="connsiteY128" fmla="*/ 2337822 h 2344739"/>
              <a:gd name="connsiteX129" fmla="*/ 6041285 w 12192001"/>
              <a:gd name="connsiteY129" fmla="*/ 2329473 h 2344739"/>
              <a:gd name="connsiteX130" fmla="*/ 6010090 w 12192001"/>
              <a:gd name="connsiteY130" fmla="*/ 2324380 h 2344739"/>
              <a:gd name="connsiteX131" fmla="*/ 5957375 w 12192001"/>
              <a:gd name="connsiteY131" fmla="*/ 2328024 h 2344739"/>
              <a:gd name="connsiteX132" fmla="*/ 5758919 w 12192001"/>
              <a:gd name="connsiteY132" fmla="*/ 2343716 h 2344739"/>
              <a:gd name="connsiteX133" fmla="*/ 5626960 w 12192001"/>
              <a:gd name="connsiteY133" fmla="*/ 2344739 h 2344739"/>
              <a:gd name="connsiteX134" fmla="*/ 5470906 w 12192001"/>
              <a:gd name="connsiteY134" fmla="*/ 2330719 h 2344739"/>
              <a:gd name="connsiteX135" fmla="*/ 5432761 w 12192001"/>
              <a:gd name="connsiteY135" fmla="*/ 2319466 h 2344739"/>
              <a:gd name="connsiteX136" fmla="*/ 5381669 w 12192001"/>
              <a:gd name="connsiteY136" fmla="*/ 2301764 h 2344739"/>
              <a:gd name="connsiteX137" fmla="*/ 5261764 w 12192001"/>
              <a:gd name="connsiteY137" fmla="*/ 2281347 h 2344739"/>
              <a:gd name="connsiteX138" fmla="*/ 5222961 w 12192001"/>
              <a:gd name="connsiteY138" fmla="*/ 2270223 h 2344739"/>
              <a:gd name="connsiteX139" fmla="*/ 5174660 w 12192001"/>
              <a:gd name="connsiteY139" fmla="*/ 2267233 h 2344739"/>
              <a:gd name="connsiteX140" fmla="*/ 5156554 w 12192001"/>
              <a:gd name="connsiteY140" fmla="*/ 2260010 h 2344739"/>
              <a:gd name="connsiteX141" fmla="*/ 5142599 w 12192001"/>
              <a:gd name="connsiteY141" fmla="*/ 2256610 h 2344739"/>
              <a:gd name="connsiteX142" fmla="*/ 5139596 w 12192001"/>
              <a:gd name="connsiteY142" fmla="*/ 2254509 h 2344739"/>
              <a:gd name="connsiteX143" fmla="*/ 5121659 w 12192001"/>
              <a:gd name="connsiteY143" fmla="*/ 2243656 h 2344739"/>
              <a:gd name="connsiteX144" fmla="*/ 5065790 w 12192001"/>
              <a:gd name="connsiteY144" fmla="*/ 2250227 h 2344739"/>
              <a:gd name="connsiteX145" fmla="*/ 5011514 w 12192001"/>
              <a:gd name="connsiteY145" fmla="*/ 2233846 h 2344739"/>
              <a:gd name="connsiteX146" fmla="*/ 4840441 w 12192001"/>
              <a:gd name="connsiteY146" fmla="*/ 2209829 h 2344739"/>
              <a:gd name="connsiteX147" fmla="*/ 4762447 w 12192001"/>
              <a:gd name="connsiteY147" fmla="*/ 2182061 h 2344739"/>
              <a:gd name="connsiteX148" fmla="*/ 4723186 w 12192001"/>
              <a:gd name="connsiteY148" fmla="*/ 2173047 h 2344739"/>
              <a:gd name="connsiteX149" fmla="*/ 4721176 w 12192001"/>
              <a:gd name="connsiteY149" fmla="*/ 2172298 h 2344739"/>
              <a:gd name="connsiteX150" fmla="*/ 4722111 w 12192001"/>
              <a:gd name="connsiteY150" fmla="*/ 2172087 h 2344739"/>
              <a:gd name="connsiteX151" fmla="*/ 4717202 w 12192001"/>
              <a:gd name="connsiteY151" fmla="*/ 2170817 h 2344739"/>
              <a:gd name="connsiteX152" fmla="*/ 4721176 w 12192001"/>
              <a:gd name="connsiteY152" fmla="*/ 2172298 h 2344739"/>
              <a:gd name="connsiteX153" fmla="*/ 4715526 w 12192001"/>
              <a:gd name="connsiteY153" fmla="*/ 2173573 h 2344739"/>
              <a:gd name="connsiteX154" fmla="*/ 4515814 w 12192001"/>
              <a:gd name="connsiteY154" fmla="*/ 2163671 h 2344739"/>
              <a:gd name="connsiteX155" fmla="*/ 4428543 w 12192001"/>
              <a:gd name="connsiteY155" fmla="*/ 2153020 h 2344739"/>
              <a:gd name="connsiteX156" fmla="*/ 4362875 w 12192001"/>
              <a:gd name="connsiteY156" fmla="*/ 2151674 h 2344739"/>
              <a:gd name="connsiteX157" fmla="*/ 4316966 w 12192001"/>
              <a:gd name="connsiteY157" fmla="*/ 2158289 h 2344739"/>
              <a:gd name="connsiteX158" fmla="*/ 4315110 w 12192001"/>
              <a:gd name="connsiteY158" fmla="*/ 2156948 h 2344739"/>
              <a:gd name="connsiteX159" fmla="*/ 4295144 w 12192001"/>
              <a:gd name="connsiteY159" fmla="*/ 2155069 h 2344739"/>
              <a:gd name="connsiteX160" fmla="*/ 4290064 w 12192001"/>
              <a:gd name="connsiteY160" fmla="*/ 2157986 h 2344739"/>
              <a:gd name="connsiteX161" fmla="*/ 4276142 w 12192001"/>
              <a:gd name="connsiteY161" fmla="*/ 2157740 h 2344739"/>
              <a:gd name="connsiteX162" fmla="*/ 4248117 w 12192001"/>
              <a:gd name="connsiteY162" fmla="*/ 2160064 h 2344739"/>
              <a:gd name="connsiteX163" fmla="*/ 4202051 w 12192001"/>
              <a:gd name="connsiteY163" fmla="*/ 2157269 h 2344739"/>
              <a:gd name="connsiteX164" fmla="*/ 4201745 w 12192001"/>
              <a:gd name="connsiteY164" fmla="*/ 2156010 h 2344739"/>
              <a:gd name="connsiteX165" fmla="*/ 4191248 w 12192001"/>
              <a:gd name="connsiteY165" fmla="*/ 2150376 h 2344739"/>
              <a:gd name="connsiteX166" fmla="*/ 4142745 w 12192001"/>
              <a:gd name="connsiteY166" fmla="*/ 2134511 h 2344739"/>
              <a:gd name="connsiteX167" fmla="*/ 4083097 w 12192001"/>
              <a:gd name="connsiteY167" fmla="*/ 2107978 h 2344739"/>
              <a:gd name="connsiteX168" fmla="*/ 4074546 w 12192001"/>
              <a:gd name="connsiteY168" fmla="*/ 2107143 h 2344739"/>
              <a:gd name="connsiteX169" fmla="*/ 4074427 w 12192001"/>
              <a:gd name="connsiteY169" fmla="*/ 2106844 h 2344739"/>
              <a:gd name="connsiteX170" fmla="*/ 4065510 w 12192001"/>
              <a:gd name="connsiteY170" fmla="*/ 2105400 h 2344739"/>
              <a:gd name="connsiteX171" fmla="*/ 4058954 w 12192001"/>
              <a:gd name="connsiteY171" fmla="*/ 2105618 h 2344739"/>
              <a:gd name="connsiteX172" fmla="*/ 4042364 w 12192001"/>
              <a:gd name="connsiteY172" fmla="*/ 2103997 h 2344739"/>
              <a:gd name="connsiteX173" fmla="*/ 4036997 w 12192001"/>
              <a:gd name="connsiteY173" fmla="*/ 2101563 h 2344739"/>
              <a:gd name="connsiteX174" fmla="*/ 4035363 w 12192001"/>
              <a:gd name="connsiteY174" fmla="*/ 2097896 h 2344739"/>
              <a:gd name="connsiteX175" fmla="*/ 4033778 w 12192001"/>
              <a:gd name="connsiteY175" fmla="*/ 2098131 h 2344739"/>
              <a:gd name="connsiteX176" fmla="*/ 4004538 w 12192001"/>
              <a:gd name="connsiteY176" fmla="*/ 2085563 h 2344739"/>
              <a:gd name="connsiteX177" fmla="*/ 3936846 w 12192001"/>
              <a:gd name="connsiteY177" fmla="*/ 2068106 h 2344739"/>
              <a:gd name="connsiteX178" fmla="*/ 3897275 w 12192001"/>
              <a:gd name="connsiteY178" fmla="*/ 2062451 h 2344739"/>
              <a:gd name="connsiteX179" fmla="*/ 3789760 w 12192001"/>
              <a:gd name="connsiteY179" fmla="*/ 2042213 h 2344739"/>
              <a:gd name="connsiteX180" fmla="*/ 3682513 w 12192001"/>
              <a:gd name="connsiteY180" fmla="*/ 2018290 h 2344739"/>
              <a:gd name="connsiteX181" fmla="*/ 3610035 w 12192001"/>
              <a:gd name="connsiteY181" fmla="*/ 1986019 h 2344739"/>
              <a:gd name="connsiteX182" fmla="*/ 3603855 w 12192001"/>
              <a:gd name="connsiteY182" fmla="*/ 1987381 h 2344739"/>
              <a:gd name="connsiteX183" fmla="*/ 3594736 w 12192001"/>
              <a:gd name="connsiteY183" fmla="*/ 1987545 h 2344739"/>
              <a:gd name="connsiteX184" fmla="*/ 3594501 w 12192001"/>
              <a:gd name="connsiteY184" fmla="*/ 1987276 h 2344739"/>
              <a:gd name="connsiteX185" fmla="*/ 3585978 w 12192001"/>
              <a:gd name="connsiteY185" fmla="*/ 1987966 h 2344739"/>
              <a:gd name="connsiteX186" fmla="*/ 3536135 w 12192001"/>
              <a:gd name="connsiteY186" fmla="*/ 1978267 h 2344739"/>
              <a:gd name="connsiteX187" fmla="*/ 3473223 w 12192001"/>
              <a:gd name="connsiteY187" fmla="*/ 1974606 h 2344739"/>
              <a:gd name="connsiteX188" fmla="*/ 3400728 w 12192001"/>
              <a:gd name="connsiteY188" fmla="*/ 1962558 h 2344739"/>
              <a:gd name="connsiteX189" fmla="*/ 3363888 w 12192001"/>
              <a:gd name="connsiteY189" fmla="*/ 1979510 h 2344739"/>
              <a:gd name="connsiteX190" fmla="*/ 3344026 w 12192001"/>
              <a:gd name="connsiteY190" fmla="*/ 1981192 h 2344739"/>
              <a:gd name="connsiteX191" fmla="*/ 3341698 w 12192001"/>
              <a:gd name="connsiteY191" fmla="*/ 1980217 h 2344739"/>
              <a:gd name="connsiteX192" fmla="*/ 3262356 w 12192001"/>
              <a:gd name="connsiteY192" fmla="*/ 1986094 h 2344739"/>
              <a:gd name="connsiteX193" fmla="*/ 3142556 w 12192001"/>
              <a:gd name="connsiteY193" fmla="*/ 1993869 h 2344739"/>
              <a:gd name="connsiteX194" fmla="*/ 3030291 w 12192001"/>
              <a:gd name="connsiteY194" fmla="*/ 1996512 h 2344739"/>
              <a:gd name="connsiteX195" fmla="*/ 2781569 w 12192001"/>
              <a:gd name="connsiteY195" fmla="*/ 2018333 h 2344739"/>
              <a:gd name="connsiteX196" fmla="*/ 2646527 w 12192001"/>
              <a:gd name="connsiteY196" fmla="*/ 2028869 h 2344739"/>
              <a:gd name="connsiteX197" fmla="*/ 2568028 w 12192001"/>
              <a:gd name="connsiteY197" fmla="*/ 2002628 h 2344739"/>
              <a:gd name="connsiteX198" fmla="*/ 2443255 w 12192001"/>
              <a:gd name="connsiteY198" fmla="*/ 2016529 h 2344739"/>
              <a:gd name="connsiteX199" fmla="*/ 2315112 w 12192001"/>
              <a:gd name="connsiteY199" fmla="*/ 2024996 h 2344739"/>
              <a:gd name="connsiteX200" fmla="*/ 2208578 w 12192001"/>
              <a:gd name="connsiteY200" fmla="*/ 2019763 h 2344739"/>
              <a:gd name="connsiteX201" fmla="*/ 2094665 w 12192001"/>
              <a:gd name="connsiteY201" fmla="*/ 2003052 h 2344739"/>
              <a:gd name="connsiteX202" fmla="*/ 1997356 w 12192001"/>
              <a:gd name="connsiteY202" fmla="*/ 1995032 h 2344739"/>
              <a:gd name="connsiteX203" fmla="*/ 1928172 w 12192001"/>
              <a:gd name="connsiteY203" fmla="*/ 2016977 h 2344739"/>
              <a:gd name="connsiteX204" fmla="*/ 1921650 w 12192001"/>
              <a:gd name="connsiteY204" fmla="*/ 2012146 h 2344739"/>
              <a:gd name="connsiteX205" fmla="*/ 1873080 w 12192001"/>
              <a:gd name="connsiteY205" fmla="*/ 2013741 h 2344739"/>
              <a:gd name="connsiteX206" fmla="*/ 1786655 w 12192001"/>
              <a:gd name="connsiteY206" fmla="*/ 2041363 h 2344739"/>
              <a:gd name="connsiteX207" fmla="*/ 1738204 w 12192001"/>
              <a:gd name="connsiteY207" fmla="*/ 2036312 h 2344739"/>
              <a:gd name="connsiteX208" fmla="*/ 1675071 w 12192001"/>
              <a:gd name="connsiteY208" fmla="*/ 2019963 h 2344739"/>
              <a:gd name="connsiteX209" fmla="*/ 1608669 w 12192001"/>
              <a:gd name="connsiteY209" fmla="*/ 2013066 h 2344739"/>
              <a:gd name="connsiteX210" fmla="*/ 1496110 w 12192001"/>
              <a:gd name="connsiteY210" fmla="*/ 1987476 h 2344739"/>
              <a:gd name="connsiteX211" fmla="*/ 1149979 w 12192001"/>
              <a:gd name="connsiteY211" fmla="*/ 1938041 h 2344739"/>
              <a:gd name="connsiteX212" fmla="*/ 858269 w 12192001"/>
              <a:gd name="connsiteY212" fmla="*/ 1928608 h 2344739"/>
              <a:gd name="connsiteX213" fmla="*/ 837540 w 12192001"/>
              <a:gd name="connsiteY213" fmla="*/ 1929821 h 2344739"/>
              <a:gd name="connsiteX214" fmla="*/ 816809 w 12192001"/>
              <a:gd name="connsiteY214" fmla="*/ 1927857 h 2344739"/>
              <a:gd name="connsiteX215" fmla="*/ 811506 w 12192001"/>
              <a:gd name="connsiteY215" fmla="*/ 1930751 h 2344739"/>
              <a:gd name="connsiteX216" fmla="*/ 797041 w 12192001"/>
              <a:gd name="connsiteY216" fmla="*/ 1930446 h 2344739"/>
              <a:gd name="connsiteX217" fmla="*/ 767901 w 12192001"/>
              <a:gd name="connsiteY217" fmla="*/ 1932653 h 2344739"/>
              <a:gd name="connsiteX218" fmla="*/ 763053 w 12192001"/>
              <a:gd name="connsiteY218" fmla="*/ 1930432 h 2344739"/>
              <a:gd name="connsiteX219" fmla="*/ 720047 w 12192001"/>
              <a:gd name="connsiteY219" fmla="*/ 1929661 h 2344739"/>
              <a:gd name="connsiteX220" fmla="*/ 719742 w 12192001"/>
              <a:gd name="connsiteY220" fmla="*/ 1928399 h 2344739"/>
              <a:gd name="connsiteX221" fmla="*/ 708875 w 12192001"/>
              <a:gd name="connsiteY221" fmla="*/ 1922722 h 2344739"/>
              <a:gd name="connsiteX222" fmla="*/ 596792 w 12192001"/>
              <a:gd name="connsiteY222" fmla="*/ 1879864 h 2344739"/>
              <a:gd name="connsiteX223" fmla="*/ 578535 w 12192001"/>
              <a:gd name="connsiteY223" fmla="*/ 1877212 h 2344739"/>
              <a:gd name="connsiteX224" fmla="*/ 571717 w 12192001"/>
              <a:gd name="connsiteY224" fmla="*/ 1877401 h 2344739"/>
              <a:gd name="connsiteX225" fmla="*/ 445099 w 12192001"/>
              <a:gd name="connsiteY225" fmla="*/ 1839371 h 2344739"/>
              <a:gd name="connsiteX226" fmla="*/ 404015 w 12192001"/>
              <a:gd name="connsiteY226" fmla="*/ 1833548 h 2344739"/>
              <a:gd name="connsiteX227" fmla="*/ 292435 w 12192001"/>
              <a:gd name="connsiteY227" fmla="*/ 1812852 h 2344739"/>
              <a:gd name="connsiteX228" fmla="*/ 118381 w 12192001"/>
              <a:gd name="connsiteY228" fmla="*/ 1761047 h 2344739"/>
              <a:gd name="connsiteX229" fmla="*/ 15526 w 12192001"/>
              <a:gd name="connsiteY229" fmla="*/ 1758191 h 2344739"/>
              <a:gd name="connsiteX230" fmla="*/ 2 w 12192001"/>
              <a:gd name="connsiteY230" fmla="*/ 1752722 h 2344739"/>
              <a:gd name="connsiteX231" fmla="*/ 1 w 12192001"/>
              <a:gd name="connsiteY231" fmla="*/ 762497 h 2344739"/>
              <a:gd name="connsiteX232" fmla="*/ 0 w 12192001"/>
              <a:gd name="connsiteY232" fmla="*/ 762497 h 2344739"/>
              <a:gd name="connsiteX233" fmla="*/ 0 w 12192001"/>
              <a:gd name="connsiteY233" fmla="*/ 222213 h 2344739"/>
              <a:gd name="connsiteX234" fmla="*/ 0 w 12192001"/>
              <a:gd name="connsiteY234"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37318 w 12192001"/>
              <a:gd name="connsiteY70" fmla="*/ 1920435 h 2344739"/>
              <a:gd name="connsiteX71" fmla="*/ 9113812 w 12192001"/>
              <a:gd name="connsiteY71" fmla="*/ 1919069 h 2344739"/>
              <a:gd name="connsiteX72" fmla="*/ 9053453 w 12192001"/>
              <a:gd name="connsiteY72" fmla="*/ 1910755 h 2344739"/>
              <a:gd name="connsiteX73" fmla="*/ 9005486 w 12192001"/>
              <a:gd name="connsiteY73" fmla="*/ 1914040 h 2344739"/>
              <a:gd name="connsiteX74" fmla="*/ 9005201 w 12192001"/>
              <a:gd name="connsiteY74" fmla="*/ 1913800 h 2344739"/>
              <a:gd name="connsiteX75" fmla="*/ 8996232 w 12192001"/>
              <a:gd name="connsiteY75" fmla="*/ 1915011 h 2344739"/>
              <a:gd name="connsiteX76" fmla="*/ 8990394 w 12192001"/>
              <a:gd name="connsiteY76" fmla="*/ 1917072 h 2344739"/>
              <a:gd name="connsiteX77" fmla="*/ 8974337 w 12192001"/>
              <a:gd name="connsiteY77" fmla="*/ 1920298 h 2344739"/>
              <a:gd name="connsiteX78" fmla="*/ 8968011 w 12192001"/>
              <a:gd name="connsiteY78" fmla="*/ 1919598 h 2344739"/>
              <a:gd name="connsiteX79" fmla="*/ 8963048 w 12192001"/>
              <a:gd name="connsiteY79" fmla="*/ 1917373 h 2344739"/>
              <a:gd name="connsiteX80" fmla="*/ 8928988 w 12192001"/>
              <a:gd name="connsiteY80" fmla="*/ 1914185 h 2344739"/>
              <a:gd name="connsiteX81" fmla="*/ 8752444 w 12192001"/>
              <a:gd name="connsiteY81" fmla="*/ 1933417 h 2344739"/>
              <a:gd name="connsiteX82" fmla="*/ 8707847 w 12192001"/>
              <a:gd name="connsiteY82" fmla="*/ 1935518 h 2344739"/>
              <a:gd name="connsiteX83" fmla="*/ 8596071 w 12192001"/>
              <a:gd name="connsiteY83" fmla="*/ 1944090 h 2344739"/>
              <a:gd name="connsiteX84" fmla="*/ 8525230 w 12192001"/>
              <a:gd name="connsiteY84" fmla="*/ 1929248 h 2344739"/>
              <a:gd name="connsiteX85" fmla="*/ 8510983 w 12192001"/>
              <a:gd name="connsiteY85" fmla="*/ 1935163 h 2344739"/>
              <a:gd name="connsiteX86" fmla="*/ 8506167 w 12192001"/>
              <a:gd name="connsiteY86" fmla="*/ 1938164 h 2344739"/>
              <a:gd name="connsiteX87" fmla="*/ 8497968 w 12192001"/>
              <a:gd name="connsiteY87" fmla="*/ 1940902 h 2344739"/>
              <a:gd name="connsiteX88" fmla="*/ 8497594 w 12192001"/>
              <a:gd name="connsiteY88" fmla="*/ 1940723 h 2344739"/>
              <a:gd name="connsiteX89" fmla="*/ 8490249 w 12192001"/>
              <a:gd name="connsiteY89" fmla="*/ 1943773 h 2344739"/>
              <a:gd name="connsiteX90" fmla="*/ 8367182 w 12192001"/>
              <a:gd name="connsiteY90" fmla="*/ 1957815 h 2344739"/>
              <a:gd name="connsiteX91" fmla="*/ 8353799 w 12192001"/>
              <a:gd name="connsiteY91" fmla="*/ 1958009 h 2344739"/>
              <a:gd name="connsiteX92" fmla="*/ 8352373 w 12192001"/>
              <a:gd name="connsiteY92" fmla="*/ 1957169 h 2344739"/>
              <a:gd name="connsiteX93" fmla="*/ 8320104 w 12192001"/>
              <a:gd name="connsiteY93" fmla="*/ 1974587 h 2344739"/>
              <a:gd name="connsiteX94" fmla="*/ 8314433 w 12192001"/>
              <a:gd name="connsiteY94" fmla="*/ 1974913 h 2344739"/>
              <a:gd name="connsiteX95" fmla="*/ 8295174 w 12192001"/>
              <a:gd name="connsiteY95" fmla="*/ 1988808 h 2344739"/>
              <a:gd name="connsiteX96" fmla="*/ 8284276 w 12192001"/>
              <a:gd name="connsiteY96" fmla="*/ 1994631 h 2344739"/>
              <a:gd name="connsiteX97" fmla="*/ 8283150 w 12192001"/>
              <a:gd name="connsiteY97" fmla="*/ 1999074 h 2344739"/>
              <a:gd name="connsiteX98" fmla="*/ 8266076 w 12192001"/>
              <a:gd name="connsiteY98" fmla="*/ 2006249 h 2344739"/>
              <a:gd name="connsiteX99" fmla="*/ 8263377 w 12192001"/>
              <a:gd name="connsiteY99" fmla="*/ 2006019 h 2344739"/>
              <a:gd name="connsiteX100" fmla="*/ 8252033 w 12192001"/>
              <a:gd name="connsiteY100" fmla="*/ 2015862 h 2344739"/>
              <a:gd name="connsiteX101" fmla="*/ 8245834 w 12192001"/>
              <a:gd name="connsiteY101" fmla="*/ 2028854 h 2344739"/>
              <a:gd name="connsiteX102" fmla="*/ 8090272 w 12192001"/>
              <a:gd name="connsiteY102" fmla="*/ 2075015 h 2344739"/>
              <a:gd name="connsiteX103" fmla="*/ 7905407 w 12192001"/>
              <a:gd name="connsiteY103" fmla="*/ 2116988 h 2344739"/>
              <a:gd name="connsiteX104" fmla="*/ 7718745 w 12192001"/>
              <a:gd name="connsiteY104" fmla="*/ 2142703 h 2344739"/>
              <a:gd name="connsiteX105" fmla="*/ 7614347 w 12192001"/>
              <a:gd name="connsiteY105" fmla="*/ 2139232 h 2344739"/>
              <a:gd name="connsiteX106" fmla="*/ 7527543 w 12192001"/>
              <a:gd name="connsiteY106" fmla="*/ 2145060 h 2344739"/>
              <a:gd name="connsiteX107" fmla="*/ 7519571 w 12192001"/>
              <a:gd name="connsiteY107" fmla="*/ 2147613 h 2344739"/>
              <a:gd name="connsiteX108" fmla="*/ 7507411 w 12192001"/>
              <a:gd name="connsiteY108" fmla="*/ 2148948 h 2344739"/>
              <a:gd name="connsiteX109" fmla="*/ 7507040 w 12192001"/>
              <a:gd name="connsiteY109" fmla="*/ 2148621 h 2344739"/>
              <a:gd name="connsiteX110" fmla="*/ 7495795 w 12192001"/>
              <a:gd name="connsiteY110" fmla="*/ 2150573 h 2344739"/>
              <a:gd name="connsiteX111" fmla="*/ 7405391 w 12192001"/>
              <a:gd name="connsiteY111" fmla="*/ 2142468 h 2344739"/>
              <a:gd name="connsiteX112" fmla="*/ 7312180 w 12192001"/>
              <a:gd name="connsiteY112" fmla="*/ 2132873 h 2344739"/>
              <a:gd name="connsiteX113" fmla="*/ 7310853 w 12192001"/>
              <a:gd name="connsiteY113" fmla="*/ 2131431 h 2344739"/>
              <a:gd name="connsiteX114" fmla="*/ 7218559 w 12192001"/>
              <a:gd name="connsiteY114" fmla="*/ 2156680 h 2344739"/>
              <a:gd name="connsiteX115" fmla="*/ 7201101 w 12192001"/>
              <a:gd name="connsiteY115" fmla="*/ 2161230 h 2344739"/>
              <a:gd name="connsiteX116" fmla="*/ 7197004 w 12192001"/>
              <a:gd name="connsiteY116" fmla="*/ 2166588 h 2344739"/>
              <a:gd name="connsiteX117" fmla="*/ 7170808 w 12192001"/>
              <a:gd name="connsiteY117" fmla="*/ 2171236 h 2344739"/>
              <a:gd name="connsiteX118" fmla="*/ 7096988 w 12192001"/>
              <a:gd name="connsiteY118" fmla="*/ 2183464 h 2344739"/>
              <a:gd name="connsiteX119" fmla="*/ 7018496 w 12192001"/>
              <a:gd name="connsiteY119" fmla="*/ 2183090 h 2344739"/>
              <a:gd name="connsiteX120" fmla="*/ 6904146 w 12192001"/>
              <a:gd name="connsiteY120" fmla="*/ 2212596 h 2344739"/>
              <a:gd name="connsiteX121" fmla="*/ 6708222 w 12192001"/>
              <a:gd name="connsiteY121" fmla="*/ 2240551 h 2344739"/>
              <a:gd name="connsiteX122" fmla="*/ 6549454 w 12192001"/>
              <a:gd name="connsiteY122" fmla="*/ 2269327 h 2344739"/>
              <a:gd name="connsiteX123" fmla="*/ 6317560 w 12192001"/>
              <a:gd name="connsiteY123" fmla="*/ 2316127 h 2344739"/>
              <a:gd name="connsiteX124" fmla="*/ 6168674 w 12192001"/>
              <a:gd name="connsiteY124" fmla="*/ 2318214 h 2344739"/>
              <a:gd name="connsiteX125" fmla="*/ 6073848 w 12192001"/>
              <a:gd name="connsiteY125" fmla="*/ 2338676 h 2344739"/>
              <a:gd name="connsiteX126" fmla="*/ 6068529 w 12192001"/>
              <a:gd name="connsiteY126" fmla="*/ 2337139 h 2344739"/>
              <a:gd name="connsiteX127" fmla="*/ 6048638 w 12192001"/>
              <a:gd name="connsiteY127" fmla="*/ 2337822 h 2344739"/>
              <a:gd name="connsiteX128" fmla="*/ 6041285 w 12192001"/>
              <a:gd name="connsiteY128" fmla="*/ 2329473 h 2344739"/>
              <a:gd name="connsiteX129" fmla="*/ 6010090 w 12192001"/>
              <a:gd name="connsiteY129" fmla="*/ 2324380 h 2344739"/>
              <a:gd name="connsiteX130" fmla="*/ 5957375 w 12192001"/>
              <a:gd name="connsiteY130" fmla="*/ 2328024 h 2344739"/>
              <a:gd name="connsiteX131" fmla="*/ 5758919 w 12192001"/>
              <a:gd name="connsiteY131" fmla="*/ 2343716 h 2344739"/>
              <a:gd name="connsiteX132" fmla="*/ 5626960 w 12192001"/>
              <a:gd name="connsiteY132" fmla="*/ 2344739 h 2344739"/>
              <a:gd name="connsiteX133" fmla="*/ 5470906 w 12192001"/>
              <a:gd name="connsiteY133" fmla="*/ 2330719 h 2344739"/>
              <a:gd name="connsiteX134" fmla="*/ 5432761 w 12192001"/>
              <a:gd name="connsiteY134" fmla="*/ 2319466 h 2344739"/>
              <a:gd name="connsiteX135" fmla="*/ 5381669 w 12192001"/>
              <a:gd name="connsiteY135" fmla="*/ 2301764 h 2344739"/>
              <a:gd name="connsiteX136" fmla="*/ 5261764 w 12192001"/>
              <a:gd name="connsiteY136" fmla="*/ 2281347 h 2344739"/>
              <a:gd name="connsiteX137" fmla="*/ 5222961 w 12192001"/>
              <a:gd name="connsiteY137" fmla="*/ 2270223 h 2344739"/>
              <a:gd name="connsiteX138" fmla="*/ 5174660 w 12192001"/>
              <a:gd name="connsiteY138" fmla="*/ 2267233 h 2344739"/>
              <a:gd name="connsiteX139" fmla="*/ 5156554 w 12192001"/>
              <a:gd name="connsiteY139" fmla="*/ 2260010 h 2344739"/>
              <a:gd name="connsiteX140" fmla="*/ 5142599 w 12192001"/>
              <a:gd name="connsiteY140" fmla="*/ 2256610 h 2344739"/>
              <a:gd name="connsiteX141" fmla="*/ 5139596 w 12192001"/>
              <a:gd name="connsiteY141" fmla="*/ 2254509 h 2344739"/>
              <a:gd name="connsiteX142" fmla="*/ 5121659 w 12192001"/>
              <a:gd name="connsiteY142" fmla="*/ 2243656 h 2344739"/>
              <a:gd name="connsiteX143" fmla="*/ 5065790 w 12192001"/>
              <a:gd name="connsiteY143" fmla="*/ 2250227 h 2344739"/>
              <a:gd name="connsiteX144" fmla="*/ 5011514 w 12192001"/>
              <a:gd name="connsiteY144" fmla="*/ 2233846 h 2344739"/>
              <a:gd name="connsiteX145" fmla="*/ 4840441 w 12192001"/>
              <a:gd name="connsiteY145" fmla="*/ 2209829 h 2344739"/>
              <a:gd name="connsiteX146" fmla="*/ 4762447 w 12192001"/>
              <a:gd name="connsiteY146" fmla="*/ 2182061 h 2344739"/>
              <a:gd name="connsiteX147" fmla="*/ 4723186 w 12192001"/>
              <a:gd name="connsiteY147" fmla="*/ 2173047 h 2344739"/>
              <a:gd name="connsiteX148" fmla="*/ 4721176 w 12192001"/>
              <a:gd name="connsiteY148" fmla="*/ 2172298 h 2344739"/>
              <a:gd name="connsiteX149" fmla="*/ 4722111 w 12192001"/>
              <a:gd name="connsiteY149" fmla="*/ 2172087 h 2344739"/>
              <a:gd name="connsiteX150" fmla="*/ 4717202 w 12192001"/>
              <a:gd name="connsiteY150" fmla="*/ 2170817 h 2344739"/>
              <a:gd name="connsiteX151" fmla="*/ 4721176 w 12192001"/>
              <a:gd name="connsiteY151" fmla="*/ 2172298 h 2344739"/>
              <a:gd name="connsiteX152" fmla="*/ 4715526 w 12192001"/>
              <a:gd name="connsiteY152" fmla="*/ 2173573 h 2344739"/>
              <a:gd name="connsiteX153" fmla="*/ 4515814 w 12192001"/>
              <a:gd name="connsiteY153" fmla="*/ 2163671 h 2344739"/>
              <a:gd name="connsiteX154" fmla="*/ 4428543 w 12192001"/>
              <a:gd name="connsiteY154" fmla="*/ 2153020 h 2344739"/>
              <a:gd name="connsiteX155" fmla="*/ 4362875 w 12192001"/>
              <a:gd name="connsiteY155" fmla="*/ 2151674 h 2344739"/>
              <a:gd name="connsiteX156" fmla="*/ 4316966 w 12192001"/>
              <a:gd name="connsiteY156" fmla="*/ 2158289 h 2344739"/>
              <a:gd name="connsiteX157" fmla="*/ 4315110 w 12192001"/>
              <a:gd name="connsiteY157" fmla="*/ 2156948 h 2344739"/>
              <a:gd name="connsiteX158" fmla="*/ 4295144 w 12192001"/>
              <a:gd name="connsiteY158" fmla="*/ 2155069 h 2344739"/>
              <a:gd name="connsiteX159" fmla="*/ 4290064 w 12192001"/>
              <a:gd name="connsiteY159" fmla="*/ 2157986 h 2344739"/>
              <a:gd name="connsiteX160" fmla="*/ 4276142 w 12192001"/>
              <a:gd name="connsiteY160" fmla="*/ 2157740 h 2344739"/>
              <a:gd name="connsiteX161" fmla="*/ 4248117 w 12192001"/>
              <a:gd name="connsiteY161" fmla="*/ 2160064 h 2344739"/>
              <a:gd name="connsiteX162" fmla="*/ 4202051 w 12192001"/>
              <a:gd name="connsiteY162" fmla="*/ 2157269 h 2344739"/>
              <a:gd name="connsiteX163" fmla="*/ 4201745 w 12192001"/>
              <a:gd name="connsiteY163" fmla="*/ 2156010 h 2344739"/>
              <a:gd name="connsiteX164" fmla="*/ 4191248 w 12192001"/>
              <a:gd name="connsiteY164" fmla="*/ 2150376 h 2344739"/>
              <a:gd name="connsiteX165" fmla="*/ 4142745 w 12192001"/>
              <a:gd name="connsiteY165" fmla="*/ 2134511 h 2344739"/>
              <a:gd name="connsiteX166" fmla="*/ 4083097 w 12192001"/>
              <a:gd name="connsiteY166" fmla="*/ 2107978 h 2344739"/>
              <a:gd name="connsiteX167" fmla="*/ 4074546 w 12192001"/>
              <a:gd name="connsiteY167" fmla="*/ 2107143 h 2344739"/>
              <a:gd name="connsiteX168" fmla="*/ 4074427 w 12192001"/>
              <a:gd name="connsiteY168" fmla="*/ 2106844 h 2344739"/>
              <a:gd name="connsiteX169" fmla="*/ 4065510 w 12192001"/>
              <a:gd name="connsiteY169" fmla="*/ 2105400 h 2344739"/>
              <a:gd name="connsiteX170" fmla="*/ 4058954 w 12192001"/>
              <a:gd name="connsiteY170" fmla="*/ 2105618 h 2344739"/>
              <a:gd name="connsiteX171" fmla="*/ 4042364 w 12192001"/>
              <a:gd name="connsiteY171" fmla="*/ 2103997 h 2344739"/>
              <a:gd name="connsiteX172" fmla="*/ 4036997 w 12192001"/>
              <a:gd name="connsiteY172" fmla="*/ 2101563 h 2344739"/>
              <a:gd name="connsiteX173" fmla="*/ 4035363 w 12192001"/>
              <a:gd name="connsiteY173" fmla="*/ 2097896 h 2344739"/>
              <a:gd name="connsiteX174" fmla="*/ 4033778 w 12192001"/>
              <a:gd name="connsiteY174" fmla="*/ 2098131 h 2344739"/>
              <a:gd name="connsiteX175" fmla="*/ 4004538 w 12192001"/>
              <a:gd name="connsiteY175" fmla="*/ 2085563 h 2344739"/>
              <a:gd name="connsiteX176" fmla="*/ 3936846 w 12192001"/>
              <a:gd name="connsiteY176" fmla="*/ 2068106 h 2344739"/>
              <a:gd name="connsiteX177" fmla="*/ 3897275 w 12192001"/>
              <a:gd name="connsiteY177" fmla="*/ 2062451 h 2344739"/>
              <a:gd name="connsiteX178" fmla="*/ 3789760 w 12192001"/>
              <a:gd name="connsiteY178" fmla="*/ 2042213 h 2344739"/>
              <a:gd name="connsiteX179" fmla="*/ 3682513 w 12192001"/>
              <a:gd name="connsiteY179" fmla="*/ 2018290 h 2344739"/>
              <a:gd name="connsiteX180" fmla="*/ 3610035 w 12192001"/>
              <a:gd name="connsiteY180" fmla="*/ 1986019 h 2344739"/>
              <a:gd name="connsiteX181" fmla="*/ 3603855 w 12192001"/>
              <a:gd name="connsiteY181" fmla="*/ 1987381 h 2344739"/>
              <a:gd name="connsiteX182" fmla="*/ 3594736 w 12192001"/>
              <a:gd name="connsiteY182" fmla="*/ 1987545 h 2344739"/>
              <a:gd name="connsiteX183" fmla="*/ 3594501 w 12192001"/>
              <a:gd name="connsiteY183" fmla="*/ 1987276 h 2344739"/>
              <a:gd name="connsiteX184" fmla="*/ 3585978 w 12192001"/>
              <a:gd name="connsiteY184" fmla="*/ 1987966 h 2344739"/>
              <a:gd name="connsiteX185" fmla="*/ 3536135 w 12192001"/>
              <a:gd name="connsiteY185" fmla="*/ 1978267 h 2344739"/>
              <a:gd name="connsiteX186" fmla="*/ 3473223 w 12192001"/>
              <a:gd name="connsiteY186" fmla="*/ 1974606 h 2344739"/>
              <a:gd name="connsiteX187" fmla="*/ 3400728 w 12192001"/>
              <a:gd name="connsiteY187" fmla="*/ 1962558 h 2344739"/>
              <a:gd name="connsiteX188" fmla="*/ 3363888 w 12192001"/>
              <a:gd name="connsiteY188" fmla="*/ 1979510 h 2344739"/>
              <a:gd name="connsiteX189" fmla="*/ 3344026 w 12192001"/>
              <a:gd name="connsiteY189" fmla="*/ 1981192 h 2344739"/>
              <a:gd name="connsiteX190" fmla="*/ 3341698 w 12192001"/>
              <a:gd name="connsiteY190" fmla="*/ 1980217 h 2344739"/>
              <a:gd name="connsiteX191" fmla="*/ 3262356 w 12192001"/>
              <a:gd name="connsiteY191" fmla="*/ 1986094 h 2344739"/>
              <a:gd name="connsiteX192" fmla="*/ 3142556 w 12192001"/>
              <a:gd name="connsiteY192" fmla="*/ 1993869 h 2344739"/>
              <a:gd name="connsiteX193" fmla="*/ 3030291 w 12192001"/>
              <a:gd name="connsiteY193" fmla="*/ 1996512 h 2344739"/>
              <a:gd name="connsiteX194" fmla="*/ 2781569 w 12192001"/>
              <a:gd name="connsiteY194" fmla="*/ 2018333 h 2344739"/>
              <a:gd name="connsiteX195" fmla="*/ 2646527 w 12192001"/>
              <a:gd name="connsiteY195" fmla="*/ 2028869 h 2344739"/>
              <a:gd name="connsiteX196" fmla="*/ 2568028 w 12192001"/>
              <a:gd name="connsiteY196" fmla="*/ 2002628 h 2344739"/>
              <a:gd name="connsiteX197" fmla="*/ 2443255 w 12192001"/>
              <a:gd name="connsiteY197" fmla="*/ 2016529 h 2344739"/>
              <a:gd name="connsiteX198" fmla="*/ 2315112 w 12192001"/>
              <a:gd name="connsiteY198" fmla="*/ 2024996 h 2344739"/>
              <a:gd name="connsiteX199" fmla="*/ 2208578 w 12192001"/>
              <a:gd name="connsiteY199" fmla="*/ 2019763 h 2344739"/>
              <a:gd name="connsiteX200" fmla="*/ 2094665 w 12192001"/>
              <a:gd name="connsiteY200" fmla="*/ 2003052 h 2344739"/>
              <a:gd name="connsiteX201" fmla="*/ 1997356 w 12192001"/>
              <a:gd name="connsiteY201" fmla="*/ 1995032 h 2344739"/>
              <a:gd name="connsiteX202" fmla="*/ 1928172 w 12192001"/>
              <a:gd name="connsiteY202" fmla="*/ 2016977 h 2344739"/>
              <a:gd name="connsiteX203" fmla="*/ 1921650 w 12192001"/>
              <a:gd name="connsiteY203" fmla="*/ 2012146 h 2344739"/>
              <a:gd name="connsiteX204" fmla="*/ 1873080 w 12192001"/>
              <a:gd name="connsiteY204" fmla="*/ 2013741 h 2344739"/>
              <a:gd name="connsiteX205" fmla="*/ 1786655 w 12192001"/>
              <a:gd name="connsiteY205" fmla="*/ 2041363 h 2344739"/>
              <a:gd name="connsiteX206" fmla="*/ 1738204 w 12192001"/>
              <a:gd name="connsiteY206" fmla="*/ 2036312 h 2344739"/>
              <a:gd name="connsiteX207" fmla="*/ 1675071 w 12192001"/>
              <a:gd name="connsiteY207" fmla="*/ 2019963 h 2344739"/>
              <a:gd name="connsiteX208" fmla="*/ 1608669 w 12192001"/>
              <a:gd name="connsiteY208" fmla="*/ 2013066 h 2344739"/>
              <a:gd name="connsiteX209" fmla="*/ 1496110 w 12192001"/>
              <a:gd name="connsiteY209" fmla="*/ 1987476 h 2344739"/>
              <a:gd name="connsiteX210" fmla="*/ 1149979 w 12192001"/>
              <a:gd name="connsiteY210" fmla="*/ 1938041 h 2344739"/>
              <a:gd name="connsiteX211" fmla="*/ 858269 w 12192001"/>
              <a:gd name="connsiteY211" fmla="*/ 1928608 h 2344739"/>
              <a:gd name="connsiteX212" fmla="*/ 837540 w 12192001"/>
              <a:gd name="connsiteY212" fmla="*/ 1929821 h 2344739"/>
              <a:gd name="connsiteX213" fmla="*/ 816809 w 12192001"/>
              <a:gd name="connsiteY213" fmla="*/ 1927857 h 2344739"/>
              <a:gd name="connsiteX214" fmla="*/ 811506 w 12192001"/>
              <a:gd name="connsiteY214" fmla="*/ 1930751 h 2344739"/>
              <a:gd name="connsiteX215" fmla="*/ 797041 w 12192001"/>
              <a:gd name="connsiteY215" fmla="*/ 1930446 h 2344739"/>
              <a:gd name="connsiteX216" fmla="*/ 767901 w 12192001"/>
              <a:gd name="connsiteY216" fmla="*/ 1932653 h 2344739"/>
              <a:gd name="connsiteX217" fmla="*/ 763053 w 12192001"/>
              <a:gd name="connsiteY217" fmla="*/ 1930432 h 2344739"/>
              <a:gd name="connsiteX218" fmla="*/ 720047 w 12192001"/>
              <a:gd name="connsiteY218" fmla="*/ 1929661 h 2344739"/>
              <a:gd name="connsiteX219" fmla="*/ 719742 w 12192001"/>
              <a:gd name="connsiteY219" fmla="*/ 1928399 h 2344739"/>
              <a:gd name="connsiteX220" fmla="*/ 708875 w 12192001"/>
              <a:gd name="connsiteY220" fmla="*/ 1922722 h 2344739"/>
              <a:gd name="connsiteX221" fmla="*/ 596792 w 12192001"/>
              <a:gd name="connsiteY221" fmla="*/ 1879864 h 2344739"/>
              <a:gd name="connsiteX222" fmla="*/ 578535 w 12192001"/>
              <a:gd name="connsiteY222" fmla="*/ 1877212 h 2344739"/>
              <a:gd name="connsiteX223" fmla="*/ 571717 w 12192001"/>
              <a:gd name="connsiteY223" fmla="*/ 1877401 h 2344739"/>
              <a:gd name="connsiteX224" fmla="*/ 445099 w 12192001"/>
              <a:gd name="connsiteY224" fmla="*/ 1839371 h 2344739"/>
              <a:gd name="connsiteX225" fmla="*/ 404015 w 12192001"/>
              <a:gd name="connsiteY225" fmla="*/ 1833548 h 2344739"/>
              <a:gd name="connsiteX226" fmla="*/ 292435 w 12192001"/>
              <a:gd name="connsiteY226" fmla="*/ 1812852 h 2344739"/>
              <a:gd name="connsiteX227" fmla="*/ 118381 w 12192001"/>
              <a:gd name="connsiteY227" fmla="*/ 1761047 h 2344739"/>
              <a:gd name="connsiteX228" fmla="*/ 15526 w 12192001"/>
              <a:gd name="connsiteY228" fmla="*/ 1758191 h 2344739"/>
              <a:gd name="connsiteX229" fmla="*/ 2 w 12192001"/>
              <a:gd name="connsiteY229" fmla="*/ 1752722 h 2344739"/>
              <a:gd name="connsiteX230" fmla="*/ 1 w 12192001"/>
              <a:gd name="connsiteY230" fmla="*/ 762497 h 2344739"/>
              <a:gd name="connsiteX231" fmla="*/ 0 w 12192001"/>
              <a:gd name="connsiteY231" fmla="*/ 762497 h 2344739"/>
              <a:gd name="connsiteX232" fmla="*/ 0 w 12192001"/>
              <a:gd name="connsiteY232" fmla="*/ 222213 h 2344739"/>
              <a:gd name="connsiteX233" fmla="*/ 0 w 12192001"/>
              <a:gd name="connsiteY233"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51232 w 12192001"/>
              <a:gd name="connsiteY69" fmla="*/ 1923669 h 2344739"/>
              <a:gd name="connsiteX70" fmla="*/ 9113812 w 12192001"/>
              <a:gd name="connsiteY70" fmla="*/ 1919069 h 2344739"/>
              <a:gd name="connsiteX71" fmla="*/ 9053453 w 12192001"/>
              <a:gd name="connsiteY71" fmla="*/ 1910755 h 2344739"/>
              <a:gd name="connsiteX72" fmla="*/ 9005486 w 12192001"/>
              <a:gd name="connsiteY72" fmla="*/ 1914040 h 2344739"/>
              <a:gd name="connsiteX73" fmla="*/ 9005201 w 12192001"/>
              <a:gd name="connsiteY73" fmla="*/ 1913800 h 2344739"/>
              <a:gd name="connsiteX74" fmla="*/ 8996232 w 12192001"/>
              <a:gd name="connsiteY74" fmla="*/ 1915011 h 2344739"/>
              <a:gd name="connsiteX75" fmla="*/ 8990394 w 12192001"/>
              <a:gd name="connsiteY75" fmla="*/ 1917072 h 2344739"/>
              <a:gd name="connsiteX76" fmla="*/ 8974337 w 12192001"/>
              <a:gd name="connsiteY76" fmla="*/ 1920298 h 2344739"/>
              <a:gd name="connsiteX77" fmla="*/ 8968011 w 12192001"/>
              <a:gd name="connsiteY77" fmla="*/ 1919598 h 2344739"/>
              <a:gd name="connsiteX78" fmla="*/ 8963048 w 12192001"/>
              <a:gd name="connsiteY78" fmla="*/ 1917373 h 2344739"/>
              <a:gd name="connsiteX79" fmla="*/ 8928988 w 12192001"/>
              <a:gd name="connsiteY79" fmla="*/ 1914185 h 2344739"/>
              <a:gd name="connsiteX80" fmla="*/ 8752444 w 12192001"/>
              <a:gd name="connsiteY80" fmla="*/ 1933417 h 2344739"/>
              <a:gd name="connsiteX81" fmla="*/ 8707847 w 12192001"/>
              <a:gd name="connsiteY81" fmla="*/ 1935518 h 2344739"/>
              <a:gd name="connsiteX82" fmla="*/ 8596071 w 12192001"/>
              <a:gd name="connsiteY82" fmla="*/ 1944090 h 2344739"/>
              <a:gd name="connsiteX83" fmla="*/ 8525230 w 12192001"/>
              <a:gd name="connsiteY83" fmla="*/ 1929248 h 2344739"/>
              <a:gd name="connsiteX84" fmla="*/ 8510983 w 12192001"/>
              <a:gd name="connsiteY84" fmla="*/ 1935163 h 2344739"/>
              <a:gd name="connsiteX85" fmla="*/ 8506167 w 12192001"/>
              <a:gd name="connsiteY85" fmla="*/ 1938164 h 2344739"/>
              <a:gd name="connsiteX86" fmla="*/ 8497968 w 12192001"/>
              <a:gd name="connsiteY86" fmla="*/ 1940902 h 2344739"/>
              <a:gd name="connsiteX87" fmla="*/ 8497594 w 12192001"/>
              <a:gd name="connsiteY87" fmla="*/ 1940723 h 2344739"/>
              <a:gd name="connsiteX88" fmla="*/ 8490249 w 12192001"/>
              <a:gd name="connsiteY88" fmla="*/ 1943773 h 2344739"/>
              <a:gd name="connsiteX89" fmla="*/ 8367182 w 12192001"/>
              <a:gd name="connsiteY89" fmla="*/ 1957815 h 2344739"/>
              <a:gd name="connsiteX90" fmla="*/ 8353799 w 12192001"/>
              <a:gd name="connsiteY90" fmla="*/ 1958009 h 2344739"/>
              <a:gd name="connsiteX91" fmla="*/ 8352373 w 12192001"/>
              <a:gd name="connsiteY91" fmla="*/ 1957169 h 2344739"/>
              <a:gd name="connsiteX92" fmla="*/ 8320104 w 12192001"/>
              <a:gd name="connsiteY92" fmla="*/ 1974587 h 2344739"/>
              <a:gd name="connsiteX93" fmla="*/ 8314433 w 12192001"/>
              <a:gd name="connsiteY93" fmla="*/ 1974913 h 2344739"/>
              <a:gd name="connsiteX94" fmla="*/ 8295174 w 12192001"/>
              <a:gd name="connsiteY94" fmla="*/ 1988808 h 2344739"/>
              <a:gd name="connsiteX95" fmla="*/ 8284276 w 12192001"/>
              <a:gd name="connsiteY95" fmla="*/ 1994631 h 2344739"/>
              <a:gd name="connsiteX96" fmla="*/ 8283150 w 12192001"/>
              <a:gd name="connsiteY96" fmla="*/ 1999074 h 2344739"/>
              <a:gd name="connsiteX97" fmla="*/ 8266076 w 12192001"/>
              <a:gd name="connsiteY97" fmla="*/ 2006249 h 2344739"/>
              <a:gd name="connsiteX98" fmla="*/ 8263377 w 12192001"/>
              <a:gd name="connsiteY98" fmla="*/ 2006019 h 2344739"/>
              <a:gd name="connsiteX99" fmla="*/ 8252033 w 12192001"/>
              <a:gd name="connsiteY99" fmla="*/ 2015862 h 2344739"/>
              <a:gd name="connsiteX100" fmla="*/ 8245834 w 12192001"/>
              <a:gd name="connsiteY100" fmla="*/ 2028854 h 2344739"/>
              <a:gd name="connsiteX101" fmla="*/ 8090272 w 12192001"/>
              <a:gd name="connsiteY101" fmla="*/ 2075015 h 2344739"/>
              <a:gd name="connsiteX102" fmla="*/ 7905407 w 12192001"/>
              <a:gd name="connsiteY102" fmla="*/ 2116988 h 2344739"/>
              <a:gd name="connsiteX103" fmla="*/ 7718745 w 12192001"/>
              <a:gd name="connsiteY103" fmla="*/ 2142703 h 2344739"/>
              <a:gd name="connsiteX104" fmla="*/ 7614347 w 12192001"/>
              <a:gd name="connsiteY104" fmla="*/ 2139232 h 2344739"/>
              <a:gd name="connsiteX105" fmla="*/ 7527543 w 12192001"/>
              <a:gd name="connsiteY105" fmla="*/ 2145060 h 2344739"/>
              <a:gd name="connsiteX106" fmla="*/ 7519571 w 12192001"/>
              <a:gd name="connsiteY106" fmla="*/ 2147613 h 2344739"/>
              <a:gd name="connsiteX107" fmla="*/ 7507411 w 12192001"/>
              <a:gd name="connsiteY107" fmla="*/ 2148948 h 2344739"/>
              <a:gd name="connsiteX108" fmla="*/ 7507040 w 12192001"/>
              <a:gd name="connsiteY108" fmla="*/ 2148621 h 2344739"/>
              <a:gd name="connsiteX109" fmla="*/ 7495795 w 12192001"/>
              <a:gd name="connsiteY109" fmla="*/ 2150573 h 2344739"/>
              <a:gd name="connsiteX110" fmla="*/ 7405391 w 12192001"/>
              <a:gd name="connsiteY110" fmla="*/ 2142468 h 2344739"/>
              <a:gd name="connsiteX111" fmla="*/ 7312180 w 12192001"/>
              <a:gd name="connsiteY111" fmla="*/ 2132873 h 2344739"/>
              <a:gd name="connsiteX112" fmla="*/ 7310853 w 12192001"/>
              <a:gd name="connsiteY112" fmla="*/ 2131431 h 2344739"/>
              <a:gd name="connsiteX113" fmla="*/ 7218559 w 12192001"/>
              <a:gd name="connsiteY113" fmla="*/ 2156680 h 2344739"/>
              <a:gd name="connsiteX114" fmla="*/ 7201101 w 12192001"/>
              <a:gd name="connsiteY114" fmla="*/ 2161230 h 2344739"/>
              <a:gd name="connsiteX115" fmla="*/ 7197004 w 12192001"/>
              <a:gd name="connsiteY115" fmla="*/ 2166588 h 2344739"/>
              <a:gd name="connsiteX116" fmla="*/ 7170808 w 12192001"/>
              <a:gd name="connsiteY116" fmla="*/ 2171236 h 2344739"/>
              <a:gd name="connsiteX117" fmla="*/ 7096988 w 12192001"/>
              <a:gd name="connsiteY117" fmla="*/ 2183464 h 2344739"/>
              <a:gd name="connsiteX118" fmla="*/ 7018496 w 12192001"/>
              <a:gd name="connsiteY118" fmla="*/ 2183090 h 2344739"/>
              <a:gd name="connsiteX119" fmla="*/ 6904146 w 12192001"/>
              <a:gd name="connsiteY119" fmla="*/ 2212596 h 2344739"/>
              <a:gd name="connsiteX120" fmla="*/ 6708222 w 12192001"/>
              <a:gd name="connsiteY120" fmla="*/ 2240551 h 2344739"/>
              <a:gd name="connsiteX121" fmla="*/ 6549454 w 12192001"/>
              <a:gd name="connsiteY121" fmla="*/ 2269327 h 2344739"/>
              <a:gd name="connsiteX122" fmla="*/ 6317560 w 12192001"/>
              <a:gd name="connsiteY122" fmla="*/ 2316127 h 2344739"/>
              <a:gd name="connsiteX123" fmla="*/ 6168674 w 12192001"/>
              <a:gd name="connsiteY123" fmla="*/ 2318214 h 2344739"/>
              <a:gd name="connsiteX124" fmla="*/ 6073848 w 12192001"/>
              <a:gd name="connsiteY124" fmla="*/ 2338676 h 2344739"/>
              <a:gd name="connsiteX125" fmla="*/ 6068529 w 12192001"/>
              <a:gd name="connsiteY125" fmla="*/ 2337139 h 2344739"/>
              <a:gd name="connsiteX126" fmla="*/ 6048638 w 12192001"/>
              <a:gd name="connsiteY126" fmla="*/ 2337822 h 2344739"/>
              <a:gd name="connsiteX127" fmla="*/ 6041285 w 12192001"/>
              <a:gd name="connsiteY127" fmla="*/ 2329473 h 2344739"/>
              <a:gd name="connsiteX128" fmla="*/ 6010090 w 12192001"/>
              <a:gd name="connsiteY128" fmla="*/ 2324380 h 2344739"/>
              <a:gd name="connsiteX129" fmla="*/ 5957375 w 12192001"/>
              <a:gd name="connsiteY129" fmla="*/ 2328024 h 2344739"/>
              <a:gd name="connsiteX130" fmla="*/ 5758919 w 12192001"/>
              <a:gd name="connsiteY130" fmla="*/ 2343716 h 2344739"/>
              <a:gd name="connsiteX131" fmla="*/ 5626960 w 12192001"/>
              <a:gd name="connsiteY131" fmla="*/ 2344739 h 2344739"/>
              <a:gd name="connsiteX132" fmla="*/ 5470906 w 12192001"/>
              <a:gd name="connsiteY132" fmla="*/ 2330719 h 2344739"/>
              <a:gd name="connsiteX133" fmla="*/ 5432761 w 12192001"/>
              <a:gd name="connsiteY133" fmla="*/ 2319466 h 2344739"/>
              <a:gd name="connsiteX134" fmla="*/ 5381669 w 12192001"/>
              <a:gd name="connsiteY134" fmla="*/ 2301764 h 2344739"/>
              <a:gd name="connsiteX135" fmla="*/ 5261764 w 12192001"/>
              <a:gd name="connsiteY135" fmla="*/ 2281347 h 2344739"/>
              <a:gd name="connsiteX136" fmla="*/ 5222961 w 12192001"/>
              <a:gd name="connsiteY136" fmla="*/ 2270223 h 2344739"/>
              <a:gd name="connsiteX137" fmla="*/ 5174660 w 12192001"/>
              <a:gd name="connsiteY137" fmla="*/ 2267233 h 2344739"/>
              <a:gd name="connsiteX138" fmla="*/ 5156554 w 12192001"/>
              <a:gd name="connsiteY138" fmla="*/ 2260010 h 2344739"/>
              <a:gd name="connsiteX139" fmla="*/ 5142599 w 12192001"/>
              <a:gd name="connsiteY139" fmla="*/ 2256610 h 2344739"/>
              <a:gd name="connsiteX140" fmla="*/ 5139596 w 12192001"/>
              <a:gd name="connsiteY140" fmla="*/ 2254509 h 2344739"/>
              <a:gd name="connsiteX141" fmla="*/ 5121659 w 12192001"/>
              <a:gd name="connsiteY141" fmla="*/ 2243656 h 2344739"/>
              <a:gd name="connsiteX142" fmla="*/ 5065790 w 12192001"/>
              <a:gd name="connsiteY142" fmla="*/ 2250227 h 2344739"/>
              <a:gd name="connsiteX143" fmla="*/ 5011514 w 12192001"/>
              <a:gd name="connsiteY143" fmla="*/ 2233846 h 2344739"/>
              <a:gd name="connsiteX144" fmla="*/ 4840441 w 12192001"/>
              <a:gd name="connsiteY144" fmla="*/ 2209829 h 2344739"/>
              <a:gd name="connsiteX145" fmla="*/ 4762447 w 12192001"/>
              <a:gd name="connsiteY145" fmla="*/ 2182061 h 2344739"/>
              <a:gd name="connsiteX146" fmla="*/ 4723186 w 12192001"/>
              <a:gd name="connsiteY146" fmla="*/ 2173047 h 2344739"/>
              <a:gd name="connsiteX147" fmla="*/ 4721176 w 12192001"/>
              <a:gd name="connsiteY147" fmla="*/ 2172298 h 2344739"/>
              <a:gd name="connsiteX148" fmla="*/ 4722111 w 12192001"/>
              <a:gd name="connsiteY148" fmla="*/ 2172087 h 2344739"/>
              <a:gd name="connsiteX149" fmla="*/ 4717202 w 12192001"/>
              <a:gd name="connsiteY149" fmla="*/ 2170817 h 2344739"/>
              <a:gd name="connsiteX150" fmla="*/ 4721176 w 12192001"/>
              <a:gd name="connsiteY150" fmla="*/ 2172298 h 2344739"/>
              <a:gd name="connsiteX151" fmla="*/ 4715526 w 12192001"/>
              <a:gd name="connsiteY151" fmla="*/ 2173573 h 2344739"/>
              <a:gd name="connsiteX152" fmla="*/ 4515814 w 12192001"/>
              <a:gd name="connsiteY152" fmla="*/ 2163671 h 2344739"/>
              <a:gd name="connsiteX153" fmla="*/ 4428543 w 12192001"/>
              <a:gd name="connsiteY153" fmla="*/ 2153020 h 2344739"/>
              <a:gd name="connsiteX154" fmla="*/ 4362875 w 12192001"/>
              <a:gd name="connsiteY154" fmla="*/ 2151674 h 2344739"/>
              <a:gd name="connsiteX155" fmla="*/ 4316966 w 12192001"/>
              <a:gd name="connsiteY155" fmla="*/ 2158289 h 2344739"/>
              <a:gd name="connsiteX156" fmla="*/ 4315110 w 12192001"/>
              <a:gd name="connsiteY156" fmla="*/ 2156948 h 2344739"/>
              <a:gd name="connsiteX157" fmla="*/ 4295144 w 12192001"/>
              <a:gd name="connsiteY157" fmla="*/ 2155069 h 2344739"/>
              <a:gd name="connsiteX158" fmla="*/ 4290064 w 12192001"/>
              <a:gd name="connsiteY158" fmla="*/ 2157986 h 2344739"/>
              <a:gd name="connsiteX159" fmla="*/ 4276142 w 12192001"/>
              <a:gd name="connsiteY159" fmla="*/ 2157740 h 2344739"/>
              <a:gd name="connsiteX160" fmla="*/ 4248117 w 12192001"/>
              <a:gd name="connsiteY160" fmla="*/ 2160064 h 2344739"/>
              <a:gd name="connsiteX161" fmla="*/ 4202051 w 12192001"/>
              <a:gd name="connsiteY161" fmla="*/ 2157269 h 2344739"/>
              <a:gd name="connsiteX162" fmla="*/ 4201745 w 12192001"/>
              <a:gd name="connsiteY162" fmla="*/ 2156010 h 2344739"/>
              <a:gd name="connsiteX163" fmla="*/ 4191248 w 12192001"/>
              <a:gd name="connsiteY163" fmla="*/ 2150376 h 2344739"/>
              <a:gd name="connsiteX164" fmla="*/ 4142745 w 12192001"/>
              <a:gd name="connsiteY164" fmla="*/ 2134511 h 2344739"/>
              <a:gd name="connsiteX165" fmla="*/ 4083097 w 12192001"/>
              <a:gd name="connsiteY165" fmla="*/ 2107978 h 2344739"/>
              <a:gd name="connsiteX166" fmla="*/ 4074546 w 12192001"/>
              <a:gd name="connsiteY166" fmla="*/ 2107143 h 2344739"/>
              <a:gd name="connsiteX167" fmla="*/ 4074427 w 12192001"/>
              <a:gd name="connsiteY167" fmla="*/ 2106844 h 2344739"/>
              <a:gd name="connsiteX168" fmla="*/ 4065510 w 12192001"/>
              <a:gd name="connsiteY168" fmla="*/ 2105400 h 2344739"/>
              <a:gd name="connsiteX169" fmla="*/ 4058954 w 12192001"/>
              <a:gd name="connsiteY169" fmla="*/ 2105618 h 2344739"/>
              <a:gd name="connsiteX170" fmla="*/ 4042364 w 12192001"/>
              <a:gd name="connsiteY170" fmla="*/ 2103997 h 2344739"/>
              <a:gd name="connsiteX171" fmla="*/ 4036997 w 12192001"/>
              <a:gd name="connsiteY171" fmla="*/ 2101563 h 2344739"/>
              <a:gd name="connsiteX172" fmla="*/ 4035363 w 12192001"/>
              <a:gd name="connsiteY172" fmla="*/ 2097896 h 2344739"/>
              <a:gd name="connsiteX173" fmla="*/ 4033778 w 12192001"/>
              <a:gd name="connsiteY173" fmla="*/ 2098131 h 2344739"/>
              <a:gd name="connsiteX174" fmla="*/ 4004538 w 12192001"/>
              <a:gd name="connsiteY174" fmla="*/ 2085563 h 2344739"/>
              <a:gd name="connsiteX175" fmla="*/ 3936846 w 12192001"/>
              <a:gd name="connsiteY175" fmla="*/ 2068106 h 2344739"/>
              <a:gd name="connsiteX176" fmla="*/ 3897275 w 12192001"/>
              <a:gd name="connsiteY176" fmla="*/ 2062451 h 2344739"/>
              <a:gd name="connsiteX177" fmla="*/ 3789760 w 12192001"/>
              <a:gd name="connsiteY177" fmla="*/ 2042213 h 2344739"/>
              <a:gd name="connsiteX178" fmla="*/ 3682513 w 12192001"/>
              <a:gd name="connsiteY178" fmla="*/ 2018290 h 2344739"/>
              <a:gd name="connsiteX179" fmla="*/ 3610035 w 12192001"/>
              <a:gd name="connsiteY179" fmla="*/ 1986019 h 2344739"/>
              <a:gd name="connsiteX180" fmla="*/ 3603855 w 12192001"/>
              <a:gd name="connsiteY180" fmla="*/ 1987381 h 2344739"/>
              <a:gd name="connsiteX181" fmla="*/ 3594736 w 12192001"/>
              <a:gd name="connsiteY181" fmla="*/ 1987545 h 2344739"/>
              <a:gd name="connsiteX182" fmla="*/ 3594501 w 12192001"/>
              <a:gd name="connsiteY182" fmla="*/ 1987276 h 2344739"/>
              <a:gd name="connsiteX183" fmla="*/ 3585978 w 12192001"/>
              <a:gd name="connsiteY183" fmla="*/ 1987966 h 2344739"/>
              <a:gd name="connsiteX184" fmla="*/ 3536135 w 12192001"/>
              <a:gd name="connsiteY184" fmla="*/ 1978267 h 2344739"/>
              <a:gd name="connsiteX185" fmla="*/ 3473223 w 12192001"/>
              <a:gd name="connsiteY185" fmla="*/ 1974606 h 2344739"/>
              <a:gd name="connsiteX186" fmla="*/ 3400728 w 12192001"/>
              <a:gd name="connsiteY186" fmla="*/ 1962558 h 2344739"/>
              <a:gd name="connsiteX187" fmla="*/ 3363888 w 12192001"/>
              <a:gd name="connsiteY187" fmla="*/ 1979510 h 2344739"/>
              <a:gd name="connsiteX188" fmla="*/ 3344026 w 12192001"/>
              <a:gd name="connsiteY188" fmla="*/ 1981192 h 2344739"/>
              <a:gd name="connsiteX189" fmla="*/ 3341698 w 12192001"/>
              <a:gd name="connsiteY189" fmla="*/ 1980217 h 2344739"/>
              <a:gd name="connsiteX190" fmla="*/ 3262356 w 12192001"/>
              <a:gd name="connsiteY190" fmla="*/ 1986094 h 2344739"/>
              <a:gd name="connsiteX191" fmla="*/ 3142556 w 12192001"/>
              <a:gd name="connsiteY191" fmla="*/ 1993869 h 2344739"/>
              <a:gd name="connsiteX192" fmla="*/ 3030291 w 12192001"/>
              <a:gd name="connsiteY192" fmla="*/ 1996512 h 2344739"/>
              <a:gd name="connsiteX193" fmla="*/ 2781569 w 12192001"/>
              <a:gd name="connsiteY193" fmla="*/ 2018333 h 2344739"/>
              <a:gd name="connsiteX194" fmla="*/ 2646527 w 12192001"/>
              <a:gd name="connsiteY194" fmla="*/ 2028869 h 2344739"/>
              <a:gd name="connsiteX195" fmla="*/ 2568028 w 12192001"/>
              <a:gd name="connsiteY195" fmla="*/ 2002628 h 2344739"/>
              <a:gd name="connsiteX196" fmla="*/ 2443255 w 12192001"/>
              <a:gd name="connsiteY196" fmla="*/ 2016529 h 2344739"/>
              <a:gd name="connsiteX197" fmla="*/ 2315112 w 12192001"/>
              <a:gd name="connsiteY197" fmla="*/ 2024996 h 2344739"/>
              <a:gd name="connsiteX198" fmla="*/ 2208578 w 12192001"/>
              <a:gd name="connsiteY198" fmla="*/ 2019763 h 2344739"/>
              <a:gd name="connsiteX199" fmla="*/ 2094665 w 12192001"/>
              <a:gd name="connsiteY199" fmla="*/ 2003052 h 2344739"/>
              <a:gd name="connsiteX200" fmla="*/ 1997356 w 12192001"/>
              <a:gd name="connsiteY200" fmla="*/ 1995032 h 2344739"/>
              <a:gd name="connsiteX201" fmla="*/ 1928172 w 12192001"/>
              <a:gd name="connsiteY201" fmla="*/ 2016977 h 2344739"/>
              <a:gd name="connsiteX202" fmla="*/ 1921650 w 12192001"/>
              <a:gd name="connsiteY202" fmla="*/ 2012146 h 2344739"/>
              <a:gd name="connsiteX203" fmla="*/ 1873080 w 12192001"/>
              <a:gd name="connsiteY203" fmla="*/ 2013741 h 2344739"/>
              <a:gd name="connsiteX204" fmla="*/ 1786655 w 12192001"/>
              <a:gd name="connsiteY204" fmla="*/ 2041363 h 2344739"/>
              <a:gd name="connsiteX205" fmla="*/ 1738204 w 12192001"/>
              <a:gd name="connsiteY205" fmla="*/ 2036312 h 2344739"/>
              <a:gd name="connsiteX206" fmla="*/ 1675071 w 12192001"/>
              <a:gd name="connsiteY206" fmla="*/ 2019963 h 2344739"/>
              <a:gd name="connsiteX207" fmla="*/ 1608669 w 12192001"/>
              <a:gd name="connsiteY207" fmla="*/ 2013066 h 2344739"/>
              <a:gd name="connsiteX208" fmla="*/ 1496110 w 12192001"/>
              <a:gd name="connsiteY208" fmla="*/ 1987476 h 2344739"/>
              <a:gd name="connsiteX209" fmla="*/ 1149979 w 12192001"/>
              <a:gd name="connsiteY209" fmla="*/ 1938041 h 2344739"/>
              <a:gd name="connsiteX210" fmla="*/ 858269 w 12192001"/>
              <a:gd name="connsiteY210" fmla="*/ 1928608 h 2344739"/>
              <a:gd name="connsiteX211" fmla="*/ 837540 w 12192001"/>
              <a:gd name="connsiteY211" fmla="*/ 1929821 h 2344739"/>
              <a:gd name="connsiteX212" fmla="*/ 816809 w 12192001"/>
              <a:gd name="connsiteY212" fmla="*/ 1927857 h 2344739"/>
              <a:gd name="connsiteX213" fmla="*/ 811506 w 12192001"/>
              <a:gd name="connsiteY213" fmla="*/ 1930751 h 2344739"/>
              <a:gd name="connsiteX214" fmla="*/ 797041 w 12192001"/>
              <a:gd name="connsiteY214" fmla="*/ 1930446 h 2344739"/>
              <a:gd name="connsiteX215" fmla="*/ 767901 w 12192001"/>
              <a:gd name="connsiteY215" fmla="*/ 1932653 h 2344739"/>
              <a:gd name="connsiteX216" fmla="*/ 763053 w 12192001"/>
              <a:gd name="connsiteY216" fmla="*/ 1930432 h 2344739"/>
              <a:gd name="connsiteX217" fmla="*/ 720047 w 12192001"/>
              <a:gd name="connsiteY217" fmla="*/ 1929661 h 2344739"/>
              <a:gd name="connsiteX218" fmla="*/ 719742 w 12192001"/>
              <a:gd name="connsiteY218" fmla="*/ 1928399 h 2344739"/>
              <a:gd name="connsiteX219" fmla="*/ 708875 w 12192001"/>
              <a:gd name="connsiteY219" fmla="*/ 1922722 h 2344739"/>
              <a:gd name="connsiteX220" fmla="*/ 596792 w 12192001"/>
              <a:gd name="connsiteY220" fmla="*/ 1879864 h 2344739"/>
              <a:gd name="connsiteX221" fmla="*/ 578535 w 12192001"/>
              <a:gd name="connsiteY221" fmla="*/ 1877212 h 2344739"/>
              <a:gd name="connsiteX222" fmla="*/ 571717 w 12192001"/>
              <a:gd name="connsiteY222" fmla="*/ 1877401 h 2344739"/>
              <a:gd name="connsiteX223" fmla="*/ 445099 w 12192001"/>
              <a:gd name="connsiteY223" fmla="*/ 1839371 h 2344739"/>
              <a:gd name="connsiteX224" fmla="*/ 404015 w 12192001"/>
              <a:gd name="connsiteY224" fmla="*/ 1833548 h 2344739"/>
              <a:gd name="connsiteX225" fmla="*/ 292435 w 12192001"/>
              <a:gd name="connsiteY225" fmla="*/ 1812852 h 2344739"/>
              <a:gd name="connsiteX226" fmla="*/ 118381 w 12192001"/>
              <a:gd name="connsiteY226" fmla="*/ 1761047 h 2344739"/>
              <a:gd name="connsiteX227" fmla="*/ 15526 w 12192001"/>
              <a:gd name="connsiteY227" fmla="*/ 1758191 h 2344739"/>
              <a:gd name="connsiteX228" fmla="*/ 2 w 12192001"/>
              <a:gd name="connsiteY228" fmla="*/ 1752722 h 2344739"/>
              <a:gd name="connsiteX229" fmla="*/ 1 w 12192001"/>
              <a:gd name="connsiteY229" fmla="*/ 762497 h 2344739"/>
              <a:gd name="connsiteX230" fmla="*/ 0 w 12192001"/>
              <a:gd name="connsiteY230" fmla="*/ 762497 h 2344739"/>
              <a:gd name="connsiteX231" fmla="*/ 0 w 12192001"/>
              <a:gd name="connsiteY231" fmla="*/ 222213 h 2344739"/>
              <a:gd name="connsiteX232" fmla="*/ 0 w 12192001"/>
              <a:gd name="connsiteY232"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312180 w 12192001"/>
              <a:gd name="connsiteY110" fmla="*/ 2132873 h 2344739"/>
              <a:gd name="connsiteX111" fmla="*/ 7310853 w 12192001"/>
              <a:gd name="connsiteY111" fmla="*/ 2131431 h 2344739"/>
              <a:gd name="connsiteX112" fmla="*/ 7218559 w 12192001"/>
              <a:gd name="connsiteY112" fmla="*/ 2156680 h 2344739"/>
              <a:gd name="connsiteX113" fmla="*/ 7201101 w 12192001"/>
              <a:gd name="connsiteY113" fmla="*/ 2161230 h 2344739"/>
              <a:gd name="connsiteX114" fmla="*/ 7197004 w 12192001"/>
              <a:gd name="connsiteY114" fmla="*/ 2166588 h 2344739"/>
              <a:gd name="connsiteX115" fmla="*/ 7170808 w 12192001"/>
              <a:gd name="connsiteY115" fmla="*/ 2171236 h 2344739"/>
              <a:gd name="connsiteX116" fmla="*/ 7096988 w 12192001"/>
              <a:gd name="connsiteY116" fmla="*/ 2183464 h 2344739"/>
              <a:gd name="connsiteX117" fmla="*/ 7018496 w 12192001"/>
              <a:gd name="connsiteY117" fmla="*/ 2183090 h 2344739"/>
              <a:gd name="connsiteX118" fmla="*/ 6904146 w 12192001"/>
              <a:gd name="connsiteY118" fmla="*/ 2212596 h 2344739"/>
              <a:gd name="connsiteX119" fmla="*/ 6708222 w 12192001"/>
              <a:gd name="connsiteY119" fmla="*/ 2240551 h 2344739"/>
              <a:gd name="connsiteX120" fmla="*/ 6549454 w 12192001"/>
              <a:gd name="connsiteY120" fmla="*/ 2269327 h 2344739"/>
              <a:gd name="connsiteX121" fmla="*/ 6317560 w 12192001"/>
              <a:gd name="connsiteY121" fmla="*/ 2316127 h 2344739"/>
              <a:gd name="connsiteX122" fmla="*/ 6168674 w 12192001"/>
              <a:gd name="connsiteY122" fmla="*/ 2318214 h 2344739"/>
              <a:gd name="connsiteX123" fmla="*/ 6073848 w 12192001"/>
              <a:gd name="connsiteY123" fmla="*/ 2338676 h 2344739"/>
              <a:gd name="connsiteX124" fmla="*/ 6068529 w 12192001"/>
              <a:gd name="connsiteY124" fmla="*/ 2337139 h 2344739"/>
              <a:gd name="connsiteX125" fmla="*/ 6048638 w 12192001"/>
              <a:gd name="connsiteY125" fmla="*/ 2337822 h 2344739"/>
              <a:gd name="connsiteX126" fmla="*/ 6041285 w 12192001"/>
              <a:gd name="connsiteY126" fmla="*/ 2329473 h 2344739"/>
              <a:gd name="connsiteX127" fmla="*/ 6010090 w 12192001"/>
              <a:gd name="connsiteY127" fmla="*/ 2324380 h 2344739"/>
              <a:gd name="connsiteX128" fmla="*/ 5957375 w 12192001"/>
              <a:gd name="connsiteY128" fmla="*/ 2328024 h 2344739"/>
              <a:gd name="connsiteX129" fmla="*/ 5758919 w 12192001"/>
              <a:gd name="connsiteY129" fmla="*/ 2343716 h 2344739"/>
              <a:gd name="connsiteX130" fmla="*/ 5626960 w 12192001"/>
              <a:gd name="connsiteY130" fmla="*/ 2344739 h 2344739"/>
              <a:gd name="connsiteX131" fmla="*/ 5470906 w 12192001"/>
              <a:gd name="connsiteY131" fmla="*/ 2330719 h 2344739"/>
              <a:gd name="connsiteX132" fmla="*/ 5432761 w 12192001"/>
              <a:gd name="connsiteY132" fmla="*/ 2319466 h 2344739"/>
              <a:gd name="connsiteX133" fmla="*/ 5381669 w 12192001"/>
              <a:gd name="connsiteY133" fmla="*/ 2301764 h 2344739"/>
              <a:gd name="connsiteX134" fmla="*/ 5261764 w 12192001"/>
              <a:gd name="connsiteY134" fmla="*/ 2281347 h 2344739"/>
              <a:gd name="connsiteX135" fmla="*/ 5222961 w 12192001"/>
              <a:gd name="connsiteY135" fmla="*/ 2270223 h 2344739"/>
              <a:gd name="connsiteX136" fmla="*/ 5174660 w 12192001"/>
              <a:gd name="connsiteY136" fmla="*/ 2267233 h 2344739"/>
              <a:gd name="connsiteX137" fmla="*/ 5156554 w 12192001"/>
              <a:gd name="connsiteY137" fmla="*/ 2260010 h 2344739"/>
              <a:gd name="connsiteX138" fmla="*/ 5142599 w 12192001"/>
              <a:gd name="connsiteY138" fmla="*/ 2256610 h 2344739"/>
              <a:gd name="connsiteX139" fmla="*/ 5139596 w 12192001"/>
              <a:gd name="connsiteY139" fmla="*/ 2254509 h 2344739"/>
              <a:gd name="connsiteX140" fmla="*/ 5121659 w 12192001"/>
              <a:gd name="connsiteY140" fmla="*/ 2243656 h 2344739"/>
              <a:gd name="connsiteX141" fmla="*/ 5065790 w 12192001"/>
              <a:gd name="connsiteY141" fmla="*/ 2250227 h 2344739"/>
              <a:gd name="connsiteX142" fmla="*/ 5011514 w 12192001"/>
              <a:gd name="connsiteY142" fmla="*/ 2233846 h 2344739"/>
              <a:gd name="connsiteX143" fmla="*/ 4840441 w 12192001"/>
              <a:gd name="connsiteY143" fmla="*/ 2209829 h 2344739"/>
              <a:gd name="connsiteX144" fmla="*/ 4762447 w 12192001"/>
              <a:gd name="connsiteY144" fmla="*/ 2182061 h 2344739"/>
              <a:gd name="connsiteX145" fmla="*/ 4723186 w 12192001"/>
              <a:gd name="connsiteY145" fmla="*/ 2173047 h 2344739"/>
              <a:gd name="connsiteX146" fmla="*/ 4721176 w 12192001"/>
              <a:gd name="connsiteY146" fmla="*/ 2172298 h 2344739"/>
              <a:gd name="connsiteX147" fmla="*/ 4722111 w 12192001"/>
              <a:gd name="connsiteY147" fmla="*/ 2172087 h 2344739"/>
              <a:gd name="connsiteX148" fmla="*/ 4717202 w 12192001"/>
              <a:gd name="connsiteY148" fmla="*/ 2170817 h 2344739"/>
              <a:gd name="connsiteX149" fmla="*/ 4721176 w 12192001"/>
              <a:gd name="connsiteY149" fmla="*/ 2172298 h 2344739"/>
              <a:gd name="connsiteX150" fmla="*/ 4715526 w 12192001"/>
              <a:gd name="connsiteY150" fmla="*/ 2173573 h 2344739"/>
              <a:gd name="connsiteX151" fmla="*/ 4515814 w 12192001"/>
              <a:gd name="connsiteY151" fmla="*/ 2163671 h 2344739"/>
              <a:gd name="connsiteX152" fmla="*/ 4428543 w 12192001"/>
              <a:gd name="connsiteY152" fmla="*/ 2153020 h 2344739"/>
              <a:gd name="connsiteX153" fmla="*/ 4362875 w 12192001"/>
              <a:gd name="connsiteY153" fmla="*/ 2151674 h 2344739"/>
              <a:gd name="connsiteX154" fmla="*/ 4316966 w 12192001"/>
              <a:gd name="connsiteY154" fmla="*/ 2158289 h 2344739"/>
              <a:gd name="connsiteX155" fmla="*/ 4315110 w 12192001"/>
              <a:gd name="connsiteY155" fmla="*/ 2156948 h 2344739"/>
              <a:gd name="connsiteX156" fmla="*/ 4295144 w 12192001"/>
              <a:gd name="connsiteY156" fmla="*/ 2155069 h 2344739"/>
              <a:gd name="connsiteX157" fmla="*/ 4290064 w 12192001"/>
              <a:gd name="connsiteY157" fmla="*/ 2157986 h 2344739"/>
              <a:gd name="connsiteX158" fmla="*/ 4276142 w 12192001"/>
              <a:gd name="connsiteY158" fmla="*/ 2157740 h 2344739"/>
              <a:gd name="connsiteX159" fmla="*/ 4248117 w 12192001"/>
              <a:gd name="connsiteY159" fmla="*/ 2160064 h 2344739"/>
              <a:gd name="connsiteX160" fmla="*/ 4202051 w 12192001"/>
              <a:gd name="connsiteY160" fmla="*/ 2157269 h 2344739"/>
              <a:gd name="connsiteX161" fmla="*/ 4201745 w 12192001"/>
              <a:gd name="connsiteY161" fmla="*/ 2156010 h 2344739"/>
              <a:gd name="connsiteX162" fmla="*/ 4191248 w 12192001"/>
              <a:gd name="connsiteY162" fmla="*/ 2150376 h 2344739"/>
              <a:gd name="connsiteX163" fmla="*/ 4142745 w 12192001"/>
              <a:gd name="connsiteY163" fmla="*/ 2134511 h 2344739"/>
              <a:gd name="connsiteX164" fmla="*/ 4083097 w 12192001"/>
              <a:gd name="connsiteY164" fmla="*/ 2107978 h 2344739"/>
              <a:gd name="connsiteX165" fmla="*/ 4074546 w 12192001"/>
              <a:gd name="connsiteY165" fmla="*/ 2107143 h 2344739"/>
              <a:gd name="connsiteX166" fmla="*/ 4074427 w 12192001"/>
              <a:gd name="connsiteY166" fmla="*/ 2106844 h 2344739"/>
              <a:gd name="connsiteX167" fmla="*/ 4065510 w 12192001"/>
              <a:gd name="connsiteY167" fmla="*/ 2105400 h 2344739"/>
              <a:gd name="connsiteX168" fmla="*/ 4058954 w 12192001"/>
              <a:gd name="connsiteY168" fmla="*/ 2105618 h 2344739"/>
              <a:gd name="connsiteX169" fmla="*/ 4042364 w 12192001"/>
              <a:gd name="connsiteY169" fmla="*/ 2103997 h 2344739"/>
              <a:gd name="connsiteX170" fmla="*/ 4036997 w 12192001"/>
              <a:gd name="connsiteY170" fmla="*/ 2101563 h 2344739"/>
              <a:gd name="connsiteX171" fmla="*/ 4035363 w 12192001"/>
              <a:gd name="connsiteY171" fmla="*/ 2097896 h 2344739"/>
              <a:gd name="connsiteX172" fmla="*/ 4033778 w 12192001"/>
              <a:gd name="connsiteY172" fmla="*/ 2098131 h 2344739"/>
              <a:gd name="connsiteX173" fmla="*/ 4004538 w 12192001"/>
              <a:gd name="connsiteY173" fmla="*/ 2085563 h 2344739"/>
              <a:gd name="connsiteX174" fmla="*/ 3936846 w 12192001"/>
              <a:gd name="connsiteY174" fmla="*/ 2068106 h 2344739"/>
              <a:gd name="connsiteX175" fmla="*/ 3897275 w 12192001"/>
              <a:gd name="connsiteY175" fmla="*/ 2062451 h 2344739"/>
              <a:gd name="connsiteX176" fmla="*/ 3789760 w 12192001"/>
              <a:gd name="connsiteY176" fmla="*/ 2042213 h 2344739"/>
              <a:gd name="connsiteX177" fmla="*/ 3682513 w 12192001"/>
              <a:gd name="connsiteY177" fmla="*/ 2018290 h 2344739"/>
              <a:gd name="connsiteX178" fmla="*/ 3610035 w 12192001"/>
              <a:gd name="connsiteY178" fmla="*/ 1986019 h 2344739"/>
              <a:gd name="connsiteX179" fmla="*/ 3603855 w 12192001"/>
              <a:gd name="connsiteY179" fmla="*/ 1987381 h 2344739"/>
              <a:gd name="connsiteX180" fmla="*/ 3594736 w 12192001"/>
              <a:gd name="connsiteY180" fmla="*/ 1987545 h 2344739"/>
              <a:gd name="connsiteX181" fmla="*/ 3594501 w 12192001"/>
              <a:gd name="connsiteY181" fmla="*/ 1987276 h 2344739"/>
              <a:gd name="connsiteX182" fmla="*/ 3585978 w 12192001"/>
              <a:gd name="connsiteY182" fmla="*/ 1987966 h 2344739"/>
              <a:gd name="connsiteX183" fmla="*/ 3536135 w 12192001"/>
              <a:gd name="connsiteY183" fmla="*/ 1978267 h 2344739"/>
              <a:gd name="connsiteX184" fmla="*/ 3473223 w 12192001"/>
              <a:gd name="connsiteY184" fmla="*/ 1974606 h 2344739"/>
              <a:gd name="connsiteX185" fmla="*/ 3400728 w 12192001"/>
              <a:gd name="connsiteY185" fmla="*/ 1962558 h 2344739"/>
              <a:gd name="connsiteX186" fmla="*/ 3363888 w 12192001"/>
              <a:gd name="connsiteY186" fmla="*/ 1979510 h 2344739"/>
              <a:gd name="connsiteX187" fmla="*/ 3344026 w 12192001"/>
              <a:gd name="connsiteY187" fmla="*/ 1981192 h 2344739"/>
              <a:gd name="connsiteX188" fmla="*/ 3341698 w 12192001"/>
              <a:gd name="connsiteY188" fmla="*/ 1980217 h 2344739"/>
              <a:gd name="connsiteX189" fmla="*/ 3262356 w 12192001"/>
              <a:gd name="connsiteY189" fmla="*/ 1986094 h 2344739"/>
              <a:gd name="connsiteX190" fmla="*/ 3142556 w 12192001"/>
              <a:gd name="connsiteY190" fmla="*/ 1993869 h 2344739"/>
              <a:gd name="connsiteX191" fmla="*/ 3030291 w 12192001"/>
              <a:gd name="connsiteY191" fmla="*/ 1996512 h 2344739"/>
              <a:gd name="connsiteX192" fmla="*/ 2781569 w 12192001"/>
              <a:gd name="connsiteY192" fmla="*/ 2018333 h 2344739"/>
              <a:gd name="connsiteX193" fmla="*/ 2646527 w 12192001"/>
              <a:gd name="connsiteY193" fmla="*/ 2028869 h 2344739"/>
              <a:gd name="connsiteX194" fmla="*/ 2568028 w 12192001"/>
              <a:gd name="connsiteY194" fmla="*/ 2002628 h 2344739"/>
              <a:gd name="connsiteX195" fmla="*/ 2443255 w 12192001"/>
              <a:gd name="connsiteY195" fmla="*/ 2016529 h 2344739"/>
              <a:gd name="connsiteX196" fmla="*/ 2315112 w 12192001"/>
              <a:gd name="connsiteY196" fmla="*/ 2024996 h 2344739"/>
              <a:gd name="connsiteX197" fmla="*/ 2208578 w 12192001"/>
              <a:gd name="connsiteY197" fmla="*/ 2019763 h 2344739"/>
              <a:gd name="connsiteX198" fmla="*/ 2094665 w 12192001"/>
              <a:gd name="connsiteY198" fmla="*/ 2003052 h 2344739"/>
              <a:gd name="connsiteX199" fmla="*/ 1997356 w 12192001"/>
              <a:gd name="connsiteY199" fmla="*/ 1995032 h 2344739"/>
              <a:gd name="connsiteX200" fmla="*/ 1928172 w 12192001"/>
              <a:gd name="connsiteY200" fmla="*/ 2016977 h 2344739"/>
              <a:gd name="connsiteX201" fmla="*/ 1921650 w 12192001"/>
              <a:gd name="connsiteY201" fmla="*/ 2012146 h 2344739"/>
              <a:gd name="connsiteX202" fmla="*/ 1873080 w 12192001"/>
              <a:gd name="connsiteY202" fmla="*/ 2013741 h 2344739"/>
              <a:gd name="connsiteX203" fmla="*/ 1786655 w 12192001"/>
              <a:gd name="connsiteY203" fmla="*/ 2041363 h 2344739"/>
              <a:gd name="connsiteX204" fmla="*/ 1738204 w 12192001"/>
              <a:gd name="connsiteY204" fmla="*/ 2036312 h 2344739"/>
              <a:gd name="connsiteX205" fmla="*/ 1675071 w 12192001"/>
              <a:gd name="connsiteY205" fmla="*/ 2019963 h 2344739"/>
              <a:gd name="connsiteX206" fmla="*/ 1608669 w 12192001"/>
              <a:gd name="connsiteY206" fmla="*/ 2013066 h 2344739"/>
              <a:gd name="connsiteX207" fmla="*/ 1496110 w 12192001"/>
              <a:gd name="connsiteY207" fmla="*/ 1987476 h 2344739"/>
              <a:gd name="connsiteX208" fmla="*/ 1149979 w 12192001"/>
              <a:gd name="connsiteY208" fmla="*/ 1938041 h 2344739"/>
              <a:gd name="connsiteX209" fmla="*/ 858269 w 12192001"/>
              <a:gd name="connsiteY209" fmla="*/ 1928608 h 2344739"/>
              <a:gd name="connsiteX210" fmla="*/ 837540 w 12192001"/>
              <a:gd name="connsiteY210" fmla="*/ 1929821 h 2344739"/>
              <a:gd name="connsiteX211" fmla="*/ 816809 w 12192001"/>
              <a:gd name="connsiteY211" fmla="*/ 1927857 h 2344739"/>
              <a:gd name="connsiteX212" fmla="*/ 811506 w 12192001"/>
              <a:gd name="connsiteY212" fmla="*/ 1930751 h 2344739"/>
              <a:gd name="connsiteX213" fmla="*/ 797041 w 12192001"/>
              <a:gd name="connsiteY213" fmla="*/ 1930446 h 2344739"/>
              <a:gd name="connsiteX214" fmla="*/ 767901 w 12192001"/>
              <a:gd name="connsiteY214" fmla="*/ 1932653 h 2344739"/>
              <a:gd name="connsiteX215" fmla="*/ 763053 w 12192001"/>
              <a:gd name="connsiteY215" fmla="*/ 1930432 h 2344739"/>
              <a:gd name="connsiteX216" fmla="*/ 720047 w 12192001"/>
              <a:gd name="connsiteY216" fmla="*/ 1929661 h 2344739"/>
              <a:gd name="connsiteX217" fmla="*/ 719742 w 12192001"/>
              <a:gd name="connsiteY217" fmla="*/ 1928399 h 2344739"/>
              <a:gd name="connsiteX218" fmla="*/ 708875 w 12192001"/>
              <a:gd name="connsiteY218" fmla="*/ 1922722 h 2344739"/>
              <a:gd name="connsiteX219" fmla="*/ 596792 w 12192001"/>
              <a:gd name="connsiteY219" fmla="*/ 1879864 h 2344739"/>
              <a:gd name="connsiteX220" fmla="*/ 578535 w 12192001"/>
              <a:gd name="connsiteY220" fmla="*/ 1877212 h 2344739"/>
              <a:gd name="connsiteX221" fmla="*/ 571717 w 12192001"/>
              <a:gd name="connsiteY221" fmla="*/ 1877401 h 2344739"/>
              <a:gd name="connsiteX222" fmla="*/ 445099 w 12192001"/>
              <a:gd name="connsiteY222" fmla="*/ 1839371 h 2344739"/>
              <a:gd name="connsiteX223" fmla="*/ 404015 w 12192001"/>
              <a:gd name="connsiteY223" fmla="*/ 1833548 h 2344739"/>
              <a:gd name="connsiteX224" fmla="*/ 292435 w 12192001"/>
              <a:gd name="connsiteY224" fmla="*/ 1812852 h 2344739"/>
              <a:gd name="connsiteX225" fmla="*/ 118381 w 12192001"/>
              <a:gd name="connsiteY225" fmla="*/ 1761047 h 2344739"/>
              <a:gd name="connsiteX226" fmla="*/ 15526 w 12192001"/>
              <a:gd name="connsiteY226" fmla="*/ 1758191 h 2344739"/>
              <a:gd name="connsiteX227" fmla="*/ 2 w 12192001"/>
              <a:gd name="connsiteY227" fmla="*/ 1752722 h 2344739"/>
              <a:gd name="connsiteX228" fmla="*/ 1 w 12192001"/>
              <a:gd name="connsiteY228" fmla="*/ 762497 h 2344739"/>
              <a:gd name="connsiteX229" fmla="*/ 0 w 12192001"/>
              <a:gd name="connsiteY229" fmla="*/ 762497 h 2344739"/>
              <a:gd name="connsiteX230" fmla="*/ 0 w 12192001"/>
              <a:gd name="connsiteY230" fmla="*/ 222213 h 2344739"/>
              <a:gd name="connsiteX231" fmla="*/ 0 w 12192001"/>
              <a:gd name="connsiteY231"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312180 w 12192001"/>
              <a:gd name="connsiteY110" fmla="*/ 2132873 h 2344739"/>
              <a:gd name="connsiteX111" fmla="*/ 7218559 w 12192001"/>
              <a:gd name="connsiteY111" fmla="*/ 2156680 h 2344739"/>
              <a:gd name="connsiteX112" fmla="*/ 7201101 w 12192001"/>
              <a:gd name="connsiteY112" fmla="*/ 2161230 h 2344739"/>
              <a:gd name="connsiteX113" fmla="*/ 7197004 w 12192001"/>
              <a:gd name="connsiteY113" fmla="*/ 2166588 h 2344739"/>
              <a:gd name="connsiteX114" fmla="*/ 7170808 w 12192001"/>
              <a:gd name="connsiteY114" fmla="*/ 2171236 h 2344739"/>
              <a:gd name="connsiteX115" fmla="*/ 7096988 w 12192001"/>
              <a:gd name="connsiteY115" fmla="*/ 2183464 h 2344739"/>
              <a:gd name="connsiteX116" fmla="*/ 7018496 w 12192001"/>
              <a:gd name="connsiteY116" fmla="*/ 2183090 h 2344739"/>
              <a:gd name="connsiteX117" fmla="*/ 6904146 w 12192001"/>
              <a:gd name="connsiteY117" fmla="*/ 2212596 h 2344739"/>
              <a:gd name="connsiteX118" fmla="*/ 6708222 w 12192001"/>
              <a:gd name="connsiteY118" fmla="*/ 2240551 h 2344739"/>
              <a:gd name="connsiteX119" fmla="*/ 6549454 w 12192001"/>
              <a:gd name="connsiteY119" fmla="*/ 2269327 h 2344739"/>
              <a:gd name="connsiteX120" fmla="*/ 6317560 w 12192001"/>
              <a:gd name="connsiteY120" fmla="*/ 2316127 h 2344739"/>
              <a:gd name="connsiteX121" fmla="*/ 6168674 w 12192001"/>
              <a:gd name="connsiteY121" fmla="*/ 2318214 h 2344739"/>
              <a:gd name="connsiteX122" fmla="*/ 6073848 w 12192001"/>
              <a:gd name="connsiteY122" fmla="*/ 2338676 h 2344739"/>
              <a:gd name="connsiteX123" fmla="*/ 6068529 w 12192001"/>
              <a:gd name="connsiteY123" fmla="*/ 2337139 h 2344739"/>
              <a:gd name="connsiteX124" fmla="*/ 6048638 w 12192001"/>
              <a:gd name="connsiteY124" fmla="*/ 2337822 h 2344739"/>
              <a:gd name="connsiteX125" fmla="*/ 6041285 w 12192001"/>
              <a:gd name="connsiteY125" fmla="*/ 2329473 h 2344739"/>
              <a:gd name="connsiteX126" fmla="*/ 6010090 w 12192001"/>
              <a:gd name="connsiteY126" fmla="*/ 2324380 h 2344739"/>
              <a:gd name="connsiteX127" fmla="*/ 5957375 w 12192001"/>
              <a:gd name="connsiteY127" fmla="*/ 2328024 h 2344739"/>
              <a:gd name="connsiteX128" fmla="*/ 5758919 w 12192001"/>
              <a:gd name="connsiteY128" fmla="*/ 2343716 h 2344739"/>
              <a:gd name="connsiteX129" fmla="*/ 5626960 w 12192001"/>
              <a:gd name="connsiteY129" fmla="*/ 2344739 h 2344739"/>
              <a:gd name="connsiteX130" fmla="*/ 5470906 w 12192001"/>
              <a:gd name="connsiteY130" fmla="*/ 2330719 h 2344739"/>
              <a:gd name="connsiteX131" fmla="*/ 5432761 w 12192001"/>
              <a:gd name="connsiteY131" fmla="*/ 2319466 h 2344739"/>
              <a:gd name="connsiteX132" fmla="*/ 5381669 w 12192001"/>
              <a:gd name="connsiteY132" fmla="*/ 2301764 h 2344739"/>
              <a:gd name="connsiteX133" fmla="*/ 5261764 w 12192001"/>
              <a:gd name="connsiteY133" fmla="*/ 2281347 h 2344739"/>
              <a:gd name="connsiteX134" fmla="*/ 5222961 w 12192001"/>
              <a:gd name="connsiteY134" fmla="*/ 2270223 h 2344739"/>
              <a:gd name="connsiteX135" fmla="*/ 5174660 w 12192001"/>
              <a:gd name="connsiteY135" fmla="*/ 2267233 h 2344739"/>
              <a:gd name="connsiteX136" fmla="*/ 5156554 w 12192001"/>
              <a:gd name="connsiteY136" fmla="*/ 2260010 h 2344739"/>
              <a:gd name="connsiteX137" fmla="*/ 5142599 w 12192001"/>
              <a:gd name="connsiteY137" fmla="*/ 2256610 h 2344739"/>
              <a:gd name="connsiteX138" fmla="*/ 5139596 w 12192001"/>
              <a:gd name="connsiteY138" fmla="*/ 2254509 h 2344739"/>
              <a:gd name="connsiteX139" fmla="*/ 5121659 w 12192001"/>
              <a:gd name="connsiteY139" fmla="*/ 2243656 h 2344739"/>
              <a:gd name="connsiteX140" fmla="*/ 5065790 w 12192001"/>
              <a:gd name="connsiteY140" fmla="*/ 2250227 h 2344739"/>
              <a:gd name="connsiteX141" fmla="*/ 5011514 w 12192001"/>
              <a:gd name="connsiteY141" fmla="*/ 2233846 h 2344739"/>
              <a:gd name="connsiteX142" fmla="*/ 4840441 w 12192001"/>
              <a:gd name="connsiteY142" fmla="*/ 2209829 h 2344739"/>
              <a:gd name="connsiteX143" fmla="*/ 4762447 w 12192001"/>
              <a:gd name="connsiteY143" fmla="*/ 2182061 h 2344739"/>
              <a:gd name="connsiteX144" fmla="*/ 4723186 w 12192001"/>
              <a:gd name="connsiteY144" fmla="*/ 2173047 h 2344739"/>
              <a:gd name="connsiteX145" fmla="*/ 4721176 w 12192001"/>
              <a:gd name="connsiteY145" fmla="*/ 2172298 h 2344739"/>
              <a:gd name="connsiteX146" fmla="*/ 4722111 w 12192001"/>
              <a:gd name="connsiteY146" fmla="*/ 2172087 h 2344739"/>
              <a:gd name="connsiteX147" fmla="*/ 4717202 w 12192001"/>
              <a:gd name="connsiteY147" fmla="*/ 2170817 h 2344739"/>
              <a:gd name="connsiteX148" fmla="*/ 4721176 w 12192001"/>
              <a:gd name="connsiteY148" fmla="*/ 2172298 h 2344739"/>
              <a:gd name="connsiteX149" fmla="*/ 4715526 w 12192001"/>
              <a:gd name="connsiteY149" fmla="*/ 2173573 h 2344739"/>
              <a:gd name="connsiteX150" fmla="*/ 4515814 w 12192001"/>
              <a:gd name="connsiteY150" fmla="*/ 2163671 h 2344739"/>
              <a:gd name="connsiteX151" fmla="*/ 4428543 w 12192001"/>
              <a:gd name="connsiteY151" fmla="*/ 2153020 h 2344739"/>
              <a:gd name="connsiteX152" fmla="*/ 4362875 w 12192001"/>
              <a:gd name="connsiteY152" fmla="*/ 2151674 h 2344739"/>
              <a:gd name="connsiteX153" fmla="*/ 4316966 w 12192001"/>
              <a:gd name="connsiteY153" fmla="*/ 2158289 h 2344739"/>
              <a:gd name="connsiteX154" fmla="*/ 4315110 w 12192001"/>
              <a:gd name="connsiteY154" fmla="*/ 2156948 h 2344739"/>
              <a:gd name="connsiteX155" fmla="*/ 4295144 w 12192001"/>
              <a:gd name="connsiteY155" fmla="*/ 2155069 h 2344739"/>
              <a:gd name="connsiteX156" fmla="*/ 4290064 w 12192001"/>
              <a:gd name="connsiteY156" fmla="*/ 2157986 h 2344739"/>
              <a:gd name="connsiteX157" fmla="*/ 4276142 w 12192001"/>
              <a:gd name="connsiteY157" fmla="*/ 2157740 h 2344739"/>
              <a:gd name="connsiteX158" fmla="*/ 4248117 w 12192001"/>
              <a:gd name="connsiteY158" fmla="*/ 2160064 h 2344739"/>
              <a:gd name="connsiteX159" fmla="*/ 4202051 w 12192001"/>
              <a:gd name="connsiteY159" fmla="*/ 2157269 h 2344739"/>
              <a:gd name="connsiteX160" fmla="*/ 4201745 w 12192001"/>
              <a:gd name="connsiteY160" fmla="*/ 2156010 h 2344739"/>
              <a:gd name="connsiteX161" fmla="*/ 4191248 w 12192001"/>
              <a:gd name="connsiteY161" fmla="*/ 2150376 h 2344739"/>
              <a:gd name="connsiteX162" fmla="*/ 4142745 w 12192001"/>
              <a:gd name="connsiteY162" fmla="*/ 2134511 h 2344739"/>
              <a:gd name="connsiteX163" fmla="*/ 4083097 w 12192001"/>
              <a:gd name="connsiteY163" fmla="*/ 2107978 h 2344739"/>
              <a:gd name="connsiteX164" fmla="*/ 4074546 w 12192001"/>
              <a:gd name="connsiteY164" fmla="*/ 2107143 h 2344739"/>
              <a:gd name="connsiteX165" fmla="*/ 4074427 w 12192001"/>
              <a:gd name="connsiteY165" fmla="*/ 2106844 h 2344739"/>
              <a:gd name="connsiteX166" fmla="*/ 4065510 w 12192001"/>
              <a:gd name="connsiteY166" fmla="*/ 2105400 h 2344739"/>
              <a:gd name="connsiteX167" fmla="*/ 4058954 w 12192001"/>
              <a:gd name="connsiteY167" fmla="*/ 2105618 h 2344739"/>
              <a:gd name="connsiteX168" fmla="*/ 4042364 w 12192001"/>
              <a:gd name="connsiteY168" fmla="*/ 2103997 h 2344739"/>
              <a:gd name="connsiteX169" fmla="*/ 4036997 w 12192001"/>
              <a:gd name="connsiteY169" fmla="*/ 2101563 h 2344739"/>
              <a:gd name="connsiteX170" fmla="*/ 4035363 w 12192001"/>
              <a:gd name="connsiteY170" fmla="*/ 2097896 h 2344739"/>
              <a:gd name="connsiteX171" fmla="*/ 4033778 w 12192001"/>
              <a:gd name="connsiteY171" fmla="*/ 2098131 h 2344739"/>
              <a:gd name="connsiteX172" fmla="*/ 4004538 w 12192001"/>
              <a:gd name="connsiteY172" fmla="*/ 2085563 h 2344739"/>
              <a:gd name="connsiteX173" fmla="*/ 3936846 w 12192001"/>
              <a:gd name="connsiteY173" fmla="*/ 2068106 h 2344739"/>
              <a:gd name="connsiteX174" fmla="*/ 3897275 w 12192001"/>
              <a:gd name="connsiteY174" fmla="*/ 2062451 h 2344739"/>
              <a:gd name="connsiteX175" fmla="*/ 3789760 w 12192001"/>
              <a:gd name="connsiteY175" fmla="*/ 2042213 h 2344739"/>
              <a:gd name="connsiteX176" fmla="*/ 3682513 w 12192001"/>
              <a:gd name="connsiteY176" fmla="*/ 2018290 h 2344739"/>
              <a:gd name="connsiteX177" fmla="*/ 3610035 w 12192001"/>
              <a:gd name="connsiteY177" fmla="*/ 1986019 h 2344739"/>
              <a:gd name="connsiteX178" fmla="*/ 3603855 w 12192001"/>
              <a:gd name="connsiteY178" fmla="*/ 1987381 h 2344739"/>
              <a:gd name="connsiteX179" fmla="*/ 3594736 w 12192001"/>
              <a:gd name="connsiteY179" fmla="*/ 1987545 h 2344739"/>
              <a:gd name="connsiteX180" fmla="*/ 3594501 w 12192001"/>
              <a:gd name="connsiteY180" fmla="*/ 1987276 h 2344739"/>
              <a:gd name="connsiteX181" fmla="*/ 3585978 w 12192001"/>
              <a:gd name="connsiteY181" fmla="*/ 1987966 h 2344739"/>
              <a:gd name="connsiteX182" fmla="*/ 3536135 w 12192001"/>
              <a:gd name="connsiteY182" fmla="*/ 1978267 h 2344739"/>
              <a:gd name="connsiteX183" fmla="*/ 3473223 w 12192001"/>
              <a:gd name="connsiteY183" fmla="*/ 1974606 h 2344739"/>
              <a:gd name="connsiteX184" fmla="*/ 3400728 w 12192001"/>
              <a:gd name="connsiteY184" fmla="*/ 1962558 h 2344739"/>
              <a:gd name="connsiteX185" fmla="*/ 3363888 w 12192001"/>
              <a:gd name="connsiteY185" fmla="*/ 1979510 h 2344739"/>
              <a:gd name="connsiteX186" fmla="*/ 3344026 w 12192001"/>
              <a:gd name="connsiteY186" fmla="*/ 1981192 h 2344739"/>
              <a:gd name="connsiteX187" fmla="*/ 3341698 w 12192001"/>
              <a:gd name="connsiteY187" fmla="*/ 1980217 h 2344739"/>
              <a:gd name="connsiteX188" fmla="*/ 3262356 w 12192001"/>
              <a:gd name="connsiteY188" fmla="*/ 1986094 h 2344739"/>
              <a:gd name="connsiteX189" fmla="*/ 3142556 w 12192001"/>
              <a:gd name="connsiteY189" fmla="*/ 1993869 h 2344739"/>
              <a:gd name="connsiteX190" fmla="*/ 3030291 w 12192001"/>
              <a:gd name="connsiteY190" fmla="*/ 1996512 h 2344739"/>
              <a:gd name="connsiteX191" fmla="*/ 2781569 w 12192001"/>
              <a:gd name="connsiteY191" fmla="*/ 2018333 h 2344739"/>
              <a:gd name="connsiteX192" fmla="*/ 2646527 w 12192001"/>
              <a:gd name="connsiteY192" fmla="*/ 2028869 h 2344739"/>
              <a:gd name="connsiteX193" fmla="*/ 2568028 w 12192001"/>
              <a:gd name="connsiteY193" fmla="*/ 2002628 h 2344739"/>
              <a:gd name="connsiteX194" fmla="*/ 2443255 w 12192001"/>
              <a:gd name="connsiteY194" fmla="*/ 2016529 h 2344739"/>
              <a:gd name="connsiteX195" fmla="*/ 2315112 w 12192001"/>
              <a:gd name="connsiteY195" fmla="*/ 2024996 h 2344739"/>
              <a:gd name="connsiteX196" fmla="*/ 2208578 w 12192001"/>
              <a:gd name="connsiteY196" fmla="*/ 2019763 h 2344739"/>
              <a:gd name="connsiteX197" fmla="*/ 2094665 w 12192001"/>
              <a:gd name="connsiteY197" fmla="*/ 2003052 h 2344739"/>
              <a:gd name="connsiteX198" fmla="*/ 1997356 w 12192001"/>
              <a:gd name="connsiteY198" fmla="*/ 1995032 h 2344739"/>
              <a:gd name="connsiteX199" fmla="*/ 1928172 w 12192001"/>
              <a:gd name="connsiteY199" fmla="*/ 2016977 h 2344739"/>
              <a:gd name="connsiteX200" fmla="*/ 1921650 w 12192001"/>
              <a:gd name="connsiteY200" fmla="*/ 2012146 h 2344739"/>
              <a:gd name="connsiteX201" fmla="*/ 1873080 w 12192001"/>
              <a:gd name="connsiteY201" fmla="*/ 2013741 h 2344739"/>
              <a:gd name="connsiteX202" fmla="*/ 1786655 w 12192001"/>
              <a:gd name="connsiteY202" fmla="*/ 2041363 h 2344739"/>
              <a:gd name="connsiteX203" fmla="*/ 1738204 w 12192001"/>
              <a:gd name="connsiteY203" fmla="*/ 2036312 h 2344739"/>
              <a:gd name="connsiteX204" fmla="*/ 1675071 w 12192001"/>
              <a:gd name="connsiteY204" fmla="*/ 2019963 h 2344739"/>
              <a:gd name="connsiteX205" fmla="*/ 1608669 w 12192001"/>
              <a:gd name="connsiteY205" fmla="*/ 2013066 h 2344739"/>
              <a:gd name="connsiteX206" fmla="*/ 1496110 w 12192001"/>
              <a:gd name="connsiteY206" fmla="*/ 1987476 h 2344739"/>
              <a:gd name="connsiteX207" fmla="*/ 1149979 w 12192001"/>
              <a:gd name="connsiteY207" fmla="*/ 1938041 h 2344739"/>
              <a:gd name="connsiteX208" fmla="*/ 858269 w 12192001"/>
              <a:gd name="connsiteY208" fmla="*/ 1928608 h 2344739"/>
              <a:gd name="connsiteX209" fmla="*/ 837540 w 12192001"/>
              <a:gd name="connsiteY209" fmla="*/ 1929821 h 2344739"/>
              <a:gd name="connsiteX210" fmla="*/ 816809 w 12192001"/>
              <a:gd name="connsiteY210" fmla="*/ 1927857 h 2344739"/>
              <a:gd name="connsiteX211" fmla="*/ 811506 w 12192001"/>
              <a:gd name="connsiteY211" fmla="*/ 1930751 h 2344739"/>
              <a:gd name="connsiteX212" fmla="*/ 797041 w 12192001"/>
              <a:gd name="connsiteY212" fmla="*/ 1930446 h 2344739"/>
              <a:gd name="connsiteX213" fmla="*/ 767901 w 12192001"/>
              <a:gd name="connsiteY213" fmla="*/ 1932653 h 2344739"/>
              <a:gd name="connsiteX214" fmla="*/ 763053 w 12192001"/>
              <a:gd name="connsiteY214" fmla="*/ 1930432 h 2344739"/>
              <a:gd name="connsiteX215" fmla="*/ 720047 w 12192001"/>
              <a:gd name="connsiteY215" fmla="*/ 1929661 h 2344739"/>
              <a:gd name="connsiteX216" fmla="*/ 719742 w 12192001"/>
              <a:gd name="connsiteY216" fmla="*/ 1928399 h 2344739"/>
              <a:gd name="connsiteX217" fmla="*/ 708875 w 12192001"/>
              <a:gd name="connsiteY217" fmla="*/ 1922722 h 2344739"/>
              <a:gd name="connsiteX218" fmla="*/ 596792 w 12192001"/>
              <a:gd name="connsiteY218" fmla="*/ 1879864 h 2344739"/>
              <a:gd name="connsiteX219" fmla="*/ 578535 w 12192001"/>
              <a:gd name="connsiteY219" fmla="*/ 1877212 h 2344739"/>
              <a:gd name="connsiteX220" fmla="*/ 571717 w 12192001"/>
              <a:gd name="connsiteY220" fmla="*/ 1877401 h 2344739"/>
              <a:gd name="connsiteX221" fmla="*/ 445099 w 12192001"/>
              <a:gd name="connsiteY221" fmla="*/ 1839371 h 2344739"/>
              <a:gd name="connsiteX222" fmla="*/ 404015 w 12192001"/>
              <a:gd name="connsiteY222" fmla="*/ 1833548 h 2344739"/>
              <a:gd name="connsiteX223" fmla="*/ 292435 w 12192001"/>
              <a:gd name="connsiteY223" fmla="*/ 1812852 h 2344739"/>
              <a:gd name="connsiteX224" fmla="*/ 118381 w 12192001"/>
              <a:gd name="connsiteY224" fmla="*/ 1761047 h 2344739"/>
              <a:gd name="connsiteX225" fmla="*/ 15526 w 12192001"/>
              <a:gd name="connsiteY225" fmla="*/ 1758191 h 2344739"/>
              <a:gd name="connsiteX226" fmla="*/ 2 w 12192001"/>
              <a:gd name="connsiteY226" fmla="*/ 1752722 h 2344739"/>
              <a:gd name="connsiteX227" fmla="*/ 1 w 12192001"/>
              <a:gd name="connsiteY227" fmla="*/ 762497 h 2344739"/>
              <a:gd name="connsiteX228" fmla="*/ 0 w 12192001"/>
              <a:gd name="connsiteY228" fmla="*/ 762497 h 2344739"/>
              <a:gd name="connsiteX229" fmla="*/ 0 w 12192001"/>
              <a:gd name="connsiteY229" fmla="*/ 222213 h 2344739"/>
              <a:gd name="connsiteX230" fmla="*/ 0 w 12192001"/>
              <a:gd name="connsiteY230"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22499 w 12192001"/>
              <a:gd name="connsiteY25" fmla="*/ 999965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97041 w 12192001"/>
              <a:gd name="connsiteY211" fmla="*/ 1930446 h 2344739"/>
              <a:gd name="connsiteX212" fmla="*/ 767901 w 12192001"/>
              <a:gd name="connsiteY212" fmla="*/ 1932653 h 2344739"/>
              <a:gd name="connsiteX213" fmla="*/ 763053 w 12192001"/>
              <a:gd name="connsiteY213" fmla="*/ 1930432 h 2344739"/>
              <a:gd name="connsiteX214" fmla="*/ 720047 w 12192001"/>
              <a:gd name="connsiteY214" fmla="*/ 1929661 h 2344739"/>
              <a:gd name="connsiteX215" fmla="*/ 719742 w 12192001"/>
              <a:gd name="connsiteY215" fmla="*/ 1928399 h 2344739"/>
              <a:gd name="connsiteX216" fmla="*/ 708875 w 12192001"/>
              <a:gd name="connsiteY216" fmla="*/ 1922722 h 2344739"/>
              <a:gd name="connsiteX217" fmla="*/ 596792 w 12192001"/>
              <a:gd name="connsiteY217" fmla="*/ 1879864 h 2344739"/>
              <a:gd name="connsiteX218" fmla="*/ 578535 w 12192001"/>
              <a:gd name="connsiteY218" fmla="*/ 1877212 h 2344739"/>
              <a:gd name="connsiteX219" fmla="*/ 571717 w 12192001"/>
              <a:gd name="connsiteY219" fmla="*/ 1877401 h 2344739"/>
              <a:gd name="connsiteX220" fmla="*/ 445099 w 12192001"/>
              <a:gd name="connsiteY220" fmla="*/ 1839371 h 2344739"/>
              <a:gd name="connsiteX221" fmla="*/ 404015 w 12192001"/>
              <a:gd name="connsiteY221" fmla="*/ 1833548 h 2344739"/>
              <a:gd name="connsiteX222" fmla="*/ 292435 w 12192001"/>
              <a:gd name="connsiteY222" fmla="*/ 1812852 h 2344739"/>
              <a:gd name="connsiteX223" fmla="*/ 118381 w 12192001"/>
              <a:gd name="connsiteY223" fmla="*/ 1761047 h 2344739"/>
              <a:gd name="connsiteX224" fmla="*/ 15526 w 12192001"/>
              <a:gd name="connsiteY224" fmla="*/ 1758191 h 2344739"/>
              <a:gd name="connsiteX225" fmla="*/ 2 w 12192001"/>
              <a:gd name="connsiteY225" fmla="*/ 1752722 h 2344739"/>
              <a:gd name="connsiteX226" fmla="*/ 1 w 12192001"/>
              <a:gd name="connsiteY226" fmla="*/ 762497 h 2344739"/>
              <a:gd name="connsiteX227" fmla="*/ 0 w 12192001"/>
              <a:gd name="connsiteY227" fmla="*/ 762497 h 2344739"/>
              <a:gd name="connsiteX228" fmla="*/ 0 w 12192001"/>
              <a:gd name="connsiteY228" fmla="*/ 222213 h 2344739"/>
              <a:gd name="connsiteX229" fmla="*/ 0 w 12192001"/>
              <a:gd name="connsiteY229"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05669 w 12192001"/>
              <a:gd name="connsiteY25" fmla="*/ 1033623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97041 w 12192001"/>
              <a:gd name="connsiteY211" fmla="*/ 1930446 h 2344739"/>
              <a:gd name="connsiteX212" fmla="*/ 767901 w 12192001"/>
              <a:gd name="connsiteY212" fmla="*/ 1932653 h 2344739"/>
              <a:gd name="connsiteX213" fmla="*/ 763053 w 12192001"/>
              <a:gd name="connsiteY213" fmla="*/ 1930432 h 2344739"/>
              <a:gd name="connsiteX214" fmla="*/ 720047 w 12192001"/>
              <a:gd name="connsiteY214" fmla="*/ 1929661 h 2344739"/>
              <a:gd name="connsiteX215" fmla="*/ 719742 w 12192001"/>
              <a:gd name="connsiteY215" fmla="*/ 1928399 h 2344739"/>
              <a:gd name="connsiteX216" fmla="*/ 708875 w 12192001"/>
              <a:gd name="connsiteY216" fmla="*/ 1922722 h 2344739"/>
              <a:gd name="connsiteX217" fmla="*/ 596792 w 12192001"/>
              <a:gd name="connsiteY217" fmla="*/ 1879864 h 2344739"/>
              <a:gd name="connsiteX218" fmla="*/ 578535 w 12192001"/>
              <a:gd name="connsiteY218" fmla="*/ 1877212 h 2344739"/>
              <a:gd name="connsiteX219" fmla="*/ 571717 w 12192001"/>
              <a:gd name="connsiteY219" fmla="*/ 1877401 h 2344739"/>
              <a:gd name="connsiteX220" fmla="*/ 445099 w 12192001"/>
              <a:gd name="connsiteY220" fmla="*/ 1839371 h 2344739"/>
              <a:gd name="connsiteX221" fmla="*/ 404015 w 12192001"/>
              <a:gd name="connsiteY221" fmla="*/ 1833548 h 2344739"/>
              <a:gd name="connsiteX222" fmla="*/ 292435 w 12192001"/>
              <a:gd name="connsiteY222" fmla="*/ 1812852 h 2344739"/>
              <a:gd name="connsiteX223" fmla="*/ 118381 w 12192001"/>
              <a:gd name="connsiteY223" fmla="*/ 1761047 h 2344739"/>
              <a:gd name="connsiteX224" fmla="*/ 15526 w 12192001"/>
              <a:gd name="connsiteY224" fmla="*/ 1758191 h 2344739"/>
              <a:gd name="connsiteX225" fmla="*/ 2 w 12192001"/>
              <a:gd name="connsiteY225" fmla="*/ 1752722 h 2344739"/>
              <a:gd name="connsiteX226" fmla="*/ 1 w 12192001"/>
              <a:gd name="connsiteY226" fmla="*/ 762497 h 2344739"/>
              <a:gd name="connsiteX227" fmla="*/ 0 w 12192001"/>
              <a:gd name="connsiteY227" fmla="*/ 762497 h 2344739"/>
              <a:gd name="connsiteX228" fmla="*/ 0 w 12192001"/>
              <a:gd name="connsiteY228" fmla="*/ 222213 h 2344739"/>
              <a:gd name="connsiteX229" fmla="*/ 0 w 12192001"/>
              <a:gd name="connsiteY229"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05669 w 12192001"/>
              <a:gd name="connsiteY25" fmla="*/ 1033623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97041 w 12192001"/>
              <a:gd name="connsiteY211" fmla="*/ 1930446 h 2344739"/>
              <a:gd name="connsiteX212" fmla="*/ 767901 w 12192001"/>
              <a:gd name="connsiteY212" fmla="*/ 1932653 h 2344739"/>
              <a:gd name="connsiteX213" fmla="*/ 763053 w 12192001"/>
              <a:gd name="connsiteY213" fmla="*/ 1930432 h 2344739"/>
              <a:gd name="connsiteX214" fmla="*/ 720047 w 12192001"/>
              <a:gd name="connsiteY214" fmla="*/ 1929661 h 2344739"/>
              <a:gd name="connsiteX215" fmla="*/ 719742 w 12192001"/>
              <a:gd name="connsiteY215" fmla="*/ 1928399 h 2344739"/>
              <a:gd name="connsiteX216" fmla="*/ 708875 w 12192001"/>
              <a:gd name="connsiteY216" fmla="*/ 1922722 h 2344739"/>
              <a:gd name="connsiteX217" fmla="*/ 596792 w 12192001"/>
              <a:gd name="connsiteY217" fmla="*/ 1879864 h 2344739"/>
              <a:gd name="connsiteX218" fmla="*/ 578535 w 12192001"/>
              <a:gd name="connsiteY218" fmla="*/ 1877212 h 2344739"/>
              <a:gd name="connsiteX219" fmla="*/ 571717 w 12192001"/>
              <a:gd name="connsiteY219" fmla="*/ 1877401 h 2344739"/>
              <a:gd name="connsiteX220" fmla="*/ 445099 w 12192001"/>
              <a:gd name="connsiteY220" fmla="*/ 1839371 h 2344739"/>
              <a:gd name="connsiteX221" fmla="*/ 404015 w 12192001"/>
              <a:gd name="connsiteY221" fmla="*/ 1833548 h 2344739"/>
              <a:gd name="connsiteX222" fmla="*/ 292435 w 12192001"/>
              <a:gd name="connsiteY222" fmla="*/ 1812852 h 2344739"/>
              <a:gd name="connsiteX223" fmla="*/ 118381 w 12192001"/>
              <a:gd name="connsiteY223" fmla="*/ 1761047 h 2344739"/>
              <a:gd name="connsiteX224" fmla="*/ 15526 w 12192001"/>
              <a:gd name="connsiteY224" fmla="*/ 1758191 h 2344739"/>
              <a:gd name="connsiteX225" fmla="*/ 2 w 12192001"/>
              <a:gd name="connsiteY225" fmla="*/ 1752722 h 2344739"/>
              <a:gd name="connsiteX226" fmla="*/ 1 w 12192001"/>
              <a:gd name="connsiteY226" fmla="*/ 762497 h 2344739"/>
              <a:gd name="connsiteX227" fmla="*/ 0 w 12192001"/>
              <a:gd name="connsiteY227" fmla="*/ 762497 h 2344739"/>
              <a:gd name="connsiteX228" fmla="*/ 0 w 12192001"/>
              <a:gd name="connsiteY228" fmla="*/ 222213 h 2344739"/>
              <a:gd name="connsiteX229" fmla="*/ 0 w 12192001"/>
              <a:gd name="connsiteY229"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05669 w 12192001"/>
              <a:gd name="connsiteY25" fmla="*/ 1033623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97041 w 12192001"/>
              <a:gd name="connsiteY211" fmla="*/ 1930446 h 2344739"/>
              <a:gd name="connsiteX212" fmla="*/ 767901 w 12192001"/>
              <a:gd name="connsiteY212" fmla="*/ 1932653 h 2344739"/>
              <a:gd name="connsiteX213" fmla="*/ 720047 w 12192001"/>
              <a:gd name="connsiteY213" fmla="*/ 1929661 h 2344739"/>
              <a:gd name="connsiteX214" fmla="*/ 719742 w 12192001"/>
              <a:gd name="connsiteY214" fmla="*/ 1928399 h 2344739"/>
              <a:gd name="connsiteX215" fmla="*/ 708875 w 12192001"/>
              <a:gd name="connsiteY215" fmla="*/ 1922722 h 2344739"/>
              <a:gd name="connsiteX216" fmla="*/ 596792 w 12192001"/>
              <a:gd name="connsiteY216" fmla="*/ 1879864 h 2344739"/>
              <a:gd name="connsiteX217" fmla="*/ 578535 w 12192001"/>
              <a:gd name="connsiteY217" fmla="*/ 1877212 h 2344739"/>
              <a:gd name="connsiteX218" fmla="*/ 571717 w 12192001"/>
              <a:gd name="connsiteY218" fmla="*/ 1877401 h 2344739"/>
              <a:gd name="connsiteX219" fmla="*/ 445099 w 12192001"/>
              <a:gd name="connsiteY219" fmla="*/ 1839371 h 2344739"/>
              <a:gd name="connsiteX220" fmla="*/ 404015 w 12192001"/>
              <a:gd name="connsiteY220" fmla="*/ 1833548 h 2344739"/>
              <a:gd name="connsiteX221" fmla="*/ 292435 w 12192001"/>
              <a:gd name="connsiteY221" fmla="*/ 1812852 h 2344739"/>
              <a:gd name="connsiteX222" fmla="*/ 118381 w 12192001"/>
              <a:gd name="connsiteY222" fmla="*/ 1761047 h 2344739"/>
              <a:gd name="connsiteX223" fmla="*/ 15526 w 12192001"/>
              <a:gd name="connsiteY223" fmla="*/ 1758191 h 2344739"/>
              <a:gd name="connsiteX224" fmla="*/ 2 w 12192001"/>
              <a:gd name="connsiteY224" fmla="*/ 1752722 h 2344739"/>
              <a:gd name="connsiteX225" fmla="*/ 1 w 12192001"/>
              <a:gd name="connsiteY225" fmla="*/ 762497 h 2344739"/>
              <a:gd name="connsiteX226" fmla="*/ 0 w 12192001"/>
              <a:gd name="connsiteY226" fmla="*/ 762497 h 2344739"/>
              <a:gd name="connsiteX227" fmla="*/ 0 w 12192001"/>
              <a:gd name="connsiteY227" fmla="*/ 222213 h 2344739"/>
              <a:gd name="connsiteX228" fmla="*/ 0 w 12192001"/>
              <a:gd name="connsiteY228"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05669 w 12192001"/>
              <a:gd name="connsiteY25" fmla="*/ 1033623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67901 w 12192001"/>
              <a:gd name="connsiteY211" fmla="*/ 1932653 h 2344739"/>
              <a:gd name="connsiteX212" fmla="*/ 720047 w 12192001"/>
              <a:gd name="connsiteY212" fmla="*/ 1929661 h 2344739"/>
              <a:gd name="connsiteX213" fmla="*/ 719742 w 12192001"/>
              <a:gd name="connsiteY213" fmla="*/ 1928399 h 2344739"/>
              <a:gd name="connsiteX214" fmla="*/ 708875 w 12192001"/>
              <a:gd name="connsiteY214" fmla="*/ 1922722 h 2344739"/>
              <a:gd name="connsiteX215" fmla="*/ 596792 w 12192001"/>
              <a:gd name="connsiteY215" fmla="*/ 1879864 h 2344739"/>
              <a:gd name="connsiteX216" fmla="*/ 578535 w 12192001"/>
              <a:gd name="connsiteY216" fmla="*/ 1877212 h 2344739"/>
              <a:gd name="connsiteX217" fmla="*/ 571717 w 12192001"/>
              <a:gd name="connsiteY217" fmla="*/ 1877401 h 2344739"/>
              <a:gd name="connsiteX218" fmla="*/ 445099 w 12192001"/>
              <a:gd name="connsiteY218" fmla="*/ 1839371 h 2344739"/>
              <a:gd name="connsiteX219" fmla="*/ 404015 w 12192001"/>
              <a:gd name="connsiteY219" fmla="*/ 1833548 h 2344739"/>
              <a:gd name="connsiteX220" fmla="*/ 292435 w 12192001"/>
              <a:gd name="connsiteY220" fmla="*/ 1812852 h 2344739"/>
              <a:gd name="connsiteX221" fmla="*/ 118381 w 12192001"/>
              <a:gd name="connsiteY221" fmla="*/ 1761047 h 2344739"/>
              <a:gd name="connsiteX222" fmla="*/ 15526 w 12192001"/>
              <a:gd name="connsiteY222" fmla="*/ 1758191 h 2344739"/>
              <a:gd name="connsiteX223" fmla="*/ 2 w 12192001"/>
              <a:gd name="connsiteY223" fmla="*/ 1752722 h 2344739"/>
              <a:gd name="connsiteX224" fmla="*/ 1 w 12192001"/>
              <a:gd name="connsiteY224" fmla="*/ 762497 h 2344739"/>
              <a:gd name="connsiteX225" fmla="*/ 0 w 12192001"/>
              <a:gd name="connsiteY225" fmla="*/ 762497 h 2344739"/>
              <a:gd name="connsiteX226" fmla="*/ 0 w 12192001"/>
              <a:gd name="connsiteY226" fmla="*/ 222213 h 2344739"/>
              <a:gd name="connsiteX227" fmla="*/ 0 w 12192001"/>
              <a:gd name="connsiteY227"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05669 w 12192001"/>
              <a:gd name="connsiteY25" fmla="*/ 1033623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20047 w 12192001"/>
              <a:gd name="connsiteY211" fmla="*/ 1929661 h 2344739"/>
              <a:gd name="connsiteX212" fmla="*/ 719742 w 12192001"/>
              <a:gd name="connsiteY212" fmla="*/ 1928399 h 2344739"/>
              <a:gd name="connsiteX213" fmla="*/ 708875 w 12192001"/>
              <a:gd name="connsiteY213" fmla="*/ 1922722 h 2344739"/>
              <a:gd name="connsiteX214" fmla="*/ 596792 w 12192001"/>
              <a:gd name="connsiteY214" fmla="*/ 1879864 h 2344739"/>
              <a:gd name="connsiteX215" fmla="*/ 578535 w 12192001"/>
              <a:gd name="connsiteY215" fmla="*/ 1877212 h 2344739"/>
              <a:gd name="connsiteX216" fmla="*/ 571717 w 12192001"/>
              <a:gd name="connsiteY216" fmla="*/ 1877401 h 2344739"/>
              <a:gd name="connsiteX217" fmla="*/ 445099 w 12192001"/>
              <a:gd name="connsiteY217" fmla="*/ 1839371 h 2344739"/>
              <a:gd name="connsiteX218" fmla="*/ 404015 w 12192001"/>
              <a:gd name="connsiteY218" fmla="*/ 1833548 h 2344739"/>
              <a:gd name="connsiteX219" fmla="*/ 292435 w 12192001"/>
              <a:gd name="connsiteY219" fmla="*/ 1812852 h 2344739"/>
              <a:gd name="connsiteX220" fmla="*/ 118381 w 12192001"/>
              <a:gd name="connsiteY220" fmla="*/ 1761047 h 2344739"/>
              <a:gd name="connsiteX221" fmla="*/ 15526 w 12192001"/>
              <a:gd name="connsiteY221" fmla="*/ 1758191 h 2344739"/>
              <a:gd name="connsiteX222" fmla="*/ 2 w 12192001"/>
              <a:gd name="connsiteY222" fmla="*/ 1752722 h 2344739"/>
              <a:gd name="connsiteX223" fmla="*/ 1 w 12192001"/>
              <a:gd name="connsiteY223" fmla="*/ 762497 h 2344739"/>
              <a:gd name="connsiteX224" fmla="*/ 0 w 12192001"/>
              <a:gd name="connsiteY224" fmla="*/ 762497 h 2344739"/>
              <a:gd name="connsiteX225" fmla="*/ 0 w 12192001"/>
              <a:gd name="connsiteY225" fmla="*/ 222213 h 2344739"/>
              <a:gd name="connsiteX226" fmla="*/ 0 w 12192001"/>
              <a:gd name="connsiteY226" fmla="*/ 0 h 2344739"/>
              <a:gd name="connsiteX0" fmla="*/ 0 w 12192001"/>
              <a:gd name="connsiteY0" fmla="*/ 0 h 2344739"/>
              <a:gd name="connsiteX1" fmla="*/ 12192000 w 12192001"/>
              <a:gd name="connsiteY1" fmla="*/ 0 h 2344739"/>
              <a:gd name="connsiteX2" fmla="*/ 12192000 w 12192001"/>
              <a:gd name="connsiteY2" fmla="*/ 222213 h 2344739"/>
              <a:gd name="connsiteX3" fmla="*/ 12192000 w 12192001"/>
              <a:gd name="connsiteY3" fmla="*/ 389190 h 2344739"/>
              <a:gd name="connsiteX4" fmla="*/ 12192001 w 12192001"/>
              <a:gd name="connsiteY4" fmla="*/ 579739 h 2344739"/>
              <a:gd name="connsiteX5" fmla="*/ 12184838 w 12192001"/>
              <a:gd name="connsiteY5" fmla="*/ 584189 h 2344739"/>
              <a:gd name="connsiteX6" fmla="*/ 12155215 w 12192001"/>
              <a:gd name="connsiteY6" fmla="*/ 597366 h 2344739"/>
              <a:gd name="connsiteX7" fmla="*/ 12138067 w 12192001"/>
              <a:gd name="connsiteY7" fmla="*/ 623179 h 2344739"/>
              <a:gd name="connsiteX8" fmla="*/ 12125179 w 12192001"/>
              <a:gd name="connsiteY8" fmla="*/ 624690 h 2344739"/>
              <a:gd name="connsiteX9" fmla="*/ 12122859 w 12192001"/>
              <a:gd name="connsiteY9" fmla="*/ 624794 h 2344739"/>
              <a:gd name="connsiteX10" fmla="*/ 12115706 w 12192001"/>
              <a:gd name="connsiteY10" fmla="*/ 628608 h 2344739"/>
              <a:gd name="connsiteX11" fmla="*/ 12098349 w 12192001"/>
              <a:gd name="connsiteY11" fmla="*/ 628139 h 2344739"/>
              <a:gd name="connsiteX12" fmla="*/ 12085925 w 12192001"/>
              <a:gd name="connsiteY12" fmla="*/ 636341 h 2344739"/>
              <a:gd name="connsiteX13" fmla="*/ 12029925 w 12192001"/>
              <a:gd name="connsiteY13" fmla="*/ 680009 h 2344739"/>
              <a:gd name="connsiteX14" fmla="*/ 11994685 w 12192001"/>
              <a:gd name="connsiteY14" fmla="*/ 703458 h 2344739"/>
              <a:gd name="connsiteX15" fmla="*/ 11978569 w 12192001"/>
              <a:gd name="connsiteY15" fmla="*/ 708161 h 2344739"/>
              <a:gd name="connsiteX16" fmla="*/ 11957898 w 12192001"/>
              <a:gd name="connsiteY16" fmla="*/ 717558 h 2344739"/>
              <a:gd name="connsiteX17" fmla="*/ 11919306 w 12192001"/>
              <a:gd name="connsiteY17" fmla="*/ 730883 h 2344739"/>
              <a:gd name="connsiteX18" fmla="*/ 11902508 w 12192001"/>
              <a:gd name="connsiteY18" fmla="*/ 742426 h 2344739"/>
              <a:gd name="connsiteX19" fmla="*/ 11893900 w 12192001"/>
              <a:gd name="connsiteY19" fmla="*/ 744791 h 2344739"/>
              <a:gd name="connsiteX20" fmla="*/ 11890820 w 12192001"/>
              <a:gd name="connsiteY20" fmla="*/ 755729 h 2344739"/>
              <a:gd name="connsiteX21" fmla="*/ 11869628 w 12192001"/>
              <a:gd name="connsiteY21" fmla="*/ 777816 h 2344739"/>
              <a:gd name="connsiteX22" fmla="*/ 11812228 w 12192001"/>
              <a:gd name="connsiteY22" fmla="*/ 797659 h 2344739"/>
              <a:gd name="connsiteX23" fmla="*/ 11748619 w 12192001"/>
              <a:gd name="connsiteY23" fmla="*/ 872002 h 2344739"/>
              <a:gd name="connsiteX24" fmla="*/ 11589545 w 12192001"/>
              <a:gd name="connsiteY24" fmla="*/ 963777 h 2344739"/>
              <a:gd name="connsiteX25" fmla="*/ 11505669 w 12192001"/>
              <a:gd name="connsiteY25" fmla="*/ 1033623 h 2344739"/>
              <a:gd name="connsiteX26" fmla="*/ 11279184 w 12192001"/>
              <a:gd name="connsiteY26" fmla="*/ 1223571 h 2344739"/>
              <a:gd name="connsiteX27" fmla="*/ 11227161 w 12192001"/>
              <a:gd name="connsiteY27" fmla="*/ 1276236 h 2344739"/>
              <a:gd name="connsiteX28" fmla="*/ 11216939 w 12192001"/>
              <a:gd name="connsiteY28" fmla="*/ 1275961 h 2344739"/>
              <a:gd name="connsiteX29" fmla="*/ 11216036 w 12192001"/>
              <a:gd name="connsiteY29" fmla="*/ 1275018 h 2344739"/>
              <a:gd name="connsiteX30" fmla="*/ 11187737 w 12192001"/>
              <a:gd name="connsiteY30" fmla="*/ 1292383 h 2344739"/>
              <a:gd name="connsiteX31" fmla="*/ 11183353 w 12192001"/>
              <a:gd name="connsiteY31" fmla="*/ 1292525 h 2344739"/>
              <a:gd name="connsiteX32" fmla="*/ 11165706 w 12192001"/>
              <a:gd name="connsiteY32" fmla="*/ 1306612 h 2344739"/>
              <a:gd name="connsiteX33" fmla="*/ 11156163 w 12192001"/>
              <a:gd name="connsiteY33" fmla="*/ 1312414 h 2344739"/>
              <a:gd name="connsiteX34" fmla="*/ 11154348 w 12192001"/>
              <a:gd name="connsiteY34" fmla="*/ 1317097 h 2344739"/>
              <a:gd name="connsiteX35" fmla="*/ 11139813 w 12192001"/>
              <a:gd name="connsiteY35" fmla="*/ 1324115 h 2344739"/>
              <a:gd name="connsiteX36" fmla="*/ 11137813 w 12192001"/>
              <a:gd name="connsiteY36" fmla="*/ 1323772 h 2344739"/>
              <a:gd name="connsiteX37" fmla="*/ 11127060 w 12192001"/>
              <a:gd name="connsiteY37" fmla="*/ 1333832 h 2344739"/>
              <a:gd name="connsiteX38" fmla="*/ 11119543 w 12192001"/>
              <a:gd name="connsiteY38" fmla="*/ 1347424 h 2344739"/>
              <a:gd name="connsiteX39" fmla="*/ 10893535 w 12192001"/>
              <a:gd name="connsiteY39" fmla="*/ 1473399 h 2344739"/>
              <a:gd name="connsiteX40" fmla="*/ 10772152 w 12192001"/>
              <a:gd name="connsiteY40" fmla="*/ 1523191 h 2344739"/>
              <a:gd name="connsiteX41" fmla="*/ 10626520 w 12192001"/>
              <a:gd name="connsiteY41" fmla="*/ 1559229 h 2344739"/>
              <a:gd name="connsiteX42" fmla="*/ 10580747 w 12192001"/>
              <a:gd name="connsiteY42" fmla="*/ 1568689 h 2344739"/>
              <a:gd name="connsiteX43" fmla="*/ 10546642 w 12192001"/>
              <a:gd name="connsiteY43" fmla="*/ 1598423 h 2344739"/>
              <a:gd name="connsiteX44" fmla="*/ 10528495 w 12192001"/>
              <a:gd name="connsiteY44" fmla="*/ 1596907 h 2344739"/>
              <a:gd name="connsiteX45" fmla="*/ 10525298 w 12192001"/>
              <a:gd name="connsiteY45" fmla="*/ 1596411 h 2344739"/>
              <a:gd name="connsiteX46" fmla="*/ 10513981 w 12192001"/>
              <a:gd name="connsiteY46" fmla="*/ 1599537 h 2344739"/>
              <a:gd name="connsiteX47" fmla="*/ 10490587 w 12192001"/>
              <a:gd name="connsiteY47" fmla="*/ 1594156 h 2344739"/>
              <a:gd name="connsiteX48" fmla="*/ 10470270 w 12192001"/>
              <a:gd name="connsiteY48" fmla="*/ 1601693 h 2344739"/>
              <a:gd name="connsiteX49" fmla="*/ 10375894 w 12192001"/>
              <a:gd name="connsiteY49" fmla="*/ 1644598 h 2344739"/>
              <a:gd name="connsiteX50" fmla="*/ 10318190 w 12192001"/>
              <a:gd name="connsiteY50" fmla="*/ 1666221 h 2344739"/>
              <a:gd name="connsiteX51" fmla="*/ 10294319 w 12192001"/>
              <a:gd name="connsiteY51" fmla="*/ 1668079 h 2344739"/>
              <a:gd name="connsiteX52" fmla="*/ 10262295 w 12192001"/>
              <a:gd name="connsiteY52" fmla="*/ 1674948 h 2344739"/>
              <a:gd name="connsiteX53" fmla="*/ 10204270 w 12192001"/>
              <a:gd name="connsiteY53" fmla="*/ 1682149 h 2344739"/>
              <a:gd name="connsiteX54" fmla="*/ 10176611 w 12192001"/>
              <a:gd name="connsiteY54" fmla="*/ 1692943 h 2344739"/>
              <a:gd name="connsiteX55" fmla="*/ 10163922 w 12192001"/>
              <a:gd name="connsiteY55" fmla="*/ 1693739 h 2344739"/>
              <a:gd name="connsiteX56" fmla="*/ 10155160 w 12192001"/>
              <a:gd name="connsiteY56" fmla="*/ 1707487 h 2344739"/>
              <a:gd name="connsiteX57" fmla="*/ 10117119 w 12192001"/>
              <a:gd name="connsiteY57" fmla="*/ 1731142 h 2344739"/>
              <a:gd name="connsiteX58" fmla="*/ 10100445 w 12192001"/>
              <a:gd name="connsiteY58" fmla="*/ 1742432 h 2344739"/>
              <a:gd name="connsiteX59" fmla="*/ 10082169 w 12192001"/>
              <a:gd name="connsiteY59" fmla="*/ 1743296 h 2344739"/>
              <a:gd name="connsiteX60" fmla="*/ 10039240 w 12192001"/>
              <a:gd name="connsiteY60" fmla="*/ 1741632 h 2344739"/>
              <a:gd name="connsiteX61" fmla="*/ 9960019 w 12192001"/>
              <a:gd name="connsiteY61" fmla="*/ 1757147 h 2344739"/>
              <a:gd name="connsiteX62" fmla="*/ 9847792 w 12192001"/>
              <a:gd name="connsiteY62" fmla="*/ 1763915 h 2344739"/>
              <a:gd name="connsiteX63" fmla="*/ 9728309 w 12192001"/>
              <a:gd name="connsiteY63" fmla="*/ 1784122 h 2344739"/>
              <a:gd name="connsiteX64" fmla="*/ 9584507 w 12192001"/>
              <a:gd name="connsiteY64" fmla="*/ 1795542 h 2344739"/>
              <a:gd name="connsiteX65" fmla="*/ 9343052 w 12192001"/>
              <a:gd name="connsiteY65" fmla="*/ 1841244 h 2344739"/>
              <a:gd name="connsiteX66" fmla="*/ 9231370 w 12192001"/>
              <a:gd name="connsiteY66" fmla="*/ 1893149 h 2344739"/>
              <a:gd name="connsiteX67" fmla="*/ 9194810 w 12192001"/>
              <a:gd name="connsiteY67" fmla="*/ 1903228 h 2344739"/>
              <a:gd name="connsiteX68" fmla="*/ 9189246 w 12192001"/>
              <a:gd name="connsiteY68" fmla="*/ 1912467 h 2344739"/>
              <a:gd name="connsiteX69" fmla="*/ 9113812 w 12192001"/>
              <a:gd name="connsiteY69" fmla="*/ 1919069 h 2344739"/>
              <a:gd name="connsiteX70" fmla="*/ 9053453 w 12192001"/>
              <a:gd name="connsiteY70" fmla="*/ 1910755 h 2344739"/>
              <a:gd name="connsiteX71" fmla="*/ 9005486 w 12192001"/>
              <a:gd name="connsiteY71" fmla="*/ 1914040 h 2344739"/>
              <a:gd name="connsiteX72" fmla="*/ 9005201 w 12192001"/>
              <a:gd name="connsiteY72" fmla="*/ 1913800 h 2344739"/>
              <a:gd name="connsiteX73" fmla="*/ 8996232 w 12192001"/>
              <a:gd name="connsiteY73" fmla="*/ 1915011 h 2344739"/>
              <a:gd name="connsiteX74" fmla="*/ 8990394 w 12192001"/>
              <a:gd name="connsiteY74" fmla="*/ 1917072 h 2344739"/>
              <a:gd name="connsiteX75" fmla="*/ 8974337 w 12192001"/>
              <a:gd name="connsiteY75" fmla="*/ 1920298 h 2344739"/>
              <a:gd name="connsiteX76" fmla="*/ 8968011 w 12192001"/>
              <a:gd name="connsiteY76" fmla="*/ 1919598 h 2344739"/>
              <a:gd name="connsiteX77" fmla="*/ 8963048 w 12192001"/>
              <a:gd name="connsiteY77" fmla="*/ 1917373 h 2344739"/>
              <a:gd name="connsiteX78" fmla="*/ 8928988 w 12192001"/>
              <a:gd name="connsiteY78" fmla="*/ 1914185 h 2344739"/>
              <a:gd name="connsiteX79" fmla="*/ 8752444 w 12192001"/>
              <a:gd name="connsiteY79" fmla="*/ 1933417 h 2344739"/>
              <a:gd name="connsiteX80" fmla="*/ 8707847 w 12192001"/>
              <a:gd name="connsiteY80" fmla="*/ 1935518 h 2344739"/>
              <a:gd name="connsiteX81" fmla="*/ 8596071 w 12192001"/>
              <a:gd name="connsiteY81" fmla="*/ 1944090 h 2344739"/>
              <a:gd name="connsiteX82" fmla="*/ 8525230 w 12192001"/>
              <a:gd name="connsiteY82" fmla="*/ 1929248 h 2344739"/>
              <a:gd name="connsiteX83" fmla="*/ 8510983 w 12192001"/>
              <a:gd name="connsiteY83" fmla="*/ 1935163 h 2344739"/>
              <a:gd name="connsiteX84" fmla="*/ 8506167 w 12192001"/>
              <a:gd name="connsiteY84" fmla="*/ 1938164 h 2344739"/>
              <a:gd name="connsiteX85" fmla="*/ 8497968 w 12192001"/>
              <a:gd name="connsiteY85" fmla="*/ 1940902 h 2344739"/>
              <a:gd name="connsiteX86" fmla="*/ 8497594 w 12192001"/>
              <a:gd name="connsiteY86" fmla="*/ 1940723 h 2344739"/>
              <a:gd name="connsiteX87" fmla="*/ 8490249 w 12192001"/>
              <a:gd name="connsiteY87" fmla="*/ 1943773 h 2344739"/>
              <a:gd name="connsiteX88" fmla="*/ 8367182 w 12192001"/>
              <a:gd name="connsiteY88" fmla="*/ 1957815 h 2344739"/>
              <a:gd name="connsiteX89" fmla="*/ 8353799 w 12192001"/>
              <a:gd name="connsiteY89" fmla="*/ 1958009 h 2344739"/>
              <a:gd name="connsiteX90" fmla="*/ 8352373 w 12192001"/>
              <a:gd name="connsiteY90" fmla="*/ 1957169 h 2344739"/>
              <a:gd name="connsiteX91" fmla="*/ 8320104 w 12192001"/>
              <a:gd name="connsiteY91" fmla="*/ 1974587 h 2344739"/>
              <a:gd name="connsiteX92" fmla="*/ 8314433 w 12192001"/>
              <a:gd name="connsiteY92" fmla="*/ 1974913 h 2344739"/>
              <a:gd name="connsiteX93" fmla="*/ 8295174 w 12192001"/>
              <a:gd name="connsiteY93" fmla="*/ 1988808 h 2344739"/>
              <a:gd name="connsiteX94" fmla="*/ 8284276 w 12192001"/>
              <a:gd name="connsiteY94" fmla="*/ 1994631 h 2344739"/>
              <a:gd name="connsiteX95" fmla="*/ 8283150 w 12192001"/>
              <a:gd name="connsiteY95" fmla="*/ 1999074 h 2344739"/>
              <a:gd name="connsiteX96" fmla="*/ 8266076 w 12192001"/>
              <a:gd name="connsiteY96" fmla="*/ 2006249 h 2344739"/>
              <a:gd name="connsiteX97" fmla="*/ 8263377 w 12192001"/>
              <a:gd name="connsiteY97" fmla="*/ 2006019 h 2344739"/>
              <a:gd name="connsiteX98" fmla="*/ 8252033 w 12192001"/>
              <a:gd name="connsiteY98" fmla="*/ 2015862 h 2344739"/>
              <a:gd name="connsiteX99" fmla="*/ 8245834 w 12192001"/>
              <a:gd name="connsiteY99" fmla="*/ 2028854 h 2344739"/>
              <a:gd name="connsiteX100" fmla="*/ 8090272 w 12192001"/>
              <a:gd name="connsiteY100" fmla="*/ 2075015 h 2344739"/>
              <a:gd name="connsiteX101" fmla="*/ 7905407 w 12192001"/>
              <a:gd name="connsiteY101" fmla="*/ 2116988 h 2344739"/>
              <a:gd name="connsiteX102" fmla="*/ 7718745 w 12192001"/>
              <a:gd name="connsiteY102" fmla="*/ 2142703 h 2344739"/>
              <a:gd name="connsiteX103" fmla="*/ 7614347 w 12192001"/>
              <a:gd name="connsiteY103" fmla="*/ 2139232 h 2344739"/>
              <a:gd name="connsiteX104" fmla="*/ 7527543 w 12192001"/>
              <a:gd name="connsiteY104" fmla="*/ 2145060 h 2344739"/>
              <a:gd name="connsiteX105" fmla="*/ 7519571 w 12192001"/>
              <a:gd name="connsiteY105" fmla="*/ 2147613 h 2344739"/>
              <a:gd name="connsiteX106" fmla="*/ 7507411 w 12192001"/>
              <a:gd name="connsiteY106" fmla="*/ 2148948 h 2344739"/>
              <a:gd name="connsiteX107" fmla="*/ 7507040 w 12192001"/>
              <a:gd name="connsiteY107" fmla="*/ 2148621 h 2344739"/>
              <a:gd name="connsiteX108" fmla="*/ 7495795 w 12192001"/>
              <a:gd name="connsiteY108" fmla="*/ 2150573 h 2344739"/>
              <a:gd name="connsiteX109" fmla="*/ 7405391 w 12192001"/>
              <a:gd name="connsiteY109" fmla="*/ 2142468 h 2344739"/>
              <a:gd name="connsiteX110" fmla="*/ 7218559 w 12192001"/>
              <a:gd name="connsiteY110" fmla="*/ 2156680 h 2344739"/>
              <a:gd name="connsiteX111" fmla="*/ 7201101 w 12192001"/>
              <a:gd name="connsiteY111" fmla="*/ 2161230 h 2344739"/>
              <a:gd name="connsiteX112" fmla="*/ 7197004 w 12192001"/>
              <a:gd name="connsiteY112" fmla="*/ 2166588 h 2344739"/>
              <a:gd name="connsiteX113" fmla="*/ 7170808 w 12192001"/>
              <a:gd name="connsiteY113" fmla="*/ 2171236 h 2344739"/>
              <a:gd name="connsiteX114" fmla="*/ 7096988 w 12192001"/>
              <a:gd name="connsiteY114" fmla="*/ 2183464 h 2344739"/>
              <a:gd name="connsiteX115" fmla="*/ 7018496 w 12192001"/>
              <a:gd name="connsiteY115" fmla="*/ 2183090 h 2344739"/>
              <a:gd name="connsiteX116" fmla="*/ 6904146 w 12192001"/>
              <a:gd name="connsiteY116" fmla="*/ 2212596 h 2344739"/>
              <a:gd name="connsiteX117" fmla="*/ 6708222 w 12192001"/>
              <a:gd name="connsiteY117" fmla="*/ 2240551 h 2344739"/>
              <a:gd name="connsiteX118" fmla="*/ 6549454 w 12192001"/>
              <a:gd name="connsiteY118" fmla="*/ 2269327 h 2344739"/>
              <a:gd name="connsiteX119" fmla="*/ 6317560 w 12192001"/>
              <a:gd name="connsiteY119" fmla="*/ 2316127 h 2344739"/>
              <a:gd name="connsiteX120" fmla="*/ 6168674 w 12192001"/>
              <a:gd name="connsiteY120" fmla="*/ 2318214 h 2344739"/>
              <a:gd name="connsiteX121" fmla="*/ 6073848 w 12192001"/>
              <a:gd name="connsiteY121" fmla="*/ 2338676 h 2344739"/>
              <a:gd name="connsiteX122" fmla="*/ 6068529 w 12192001"/>
              <a:gd name="connsiteY122" fmla="*/ 2337139 h 2344739"/>
              <a:gd name="connsiteX123" fmla="*/ 6048638 w 12192001"/>
              <a:gd name="connsiteY123" fmla="*/ 2337822 h 2344739"/>
              <a:gd name="connsiteX124" fmla="*/ 6041285 w 12192001"/>
              <a:gd name="connsiteY124" fmla="*/ 2329473 h 2344739"/>
              <a:gd name="connsiteX125" fmla="*/ 6010090 w 12192001"/>
              <a:gd name="connsiteY125" fmla="*/ 2324380 h 2344739"/>
              <a:gd name="connsiteX126" fmla="*/ 5957375 w 12192001"/>
              <a:gd name="connsiteY126" fmla="*/ 2328024 h 2344739"/>
              <a:gd name="connsiteX127" fmla="*/ 5758919 w 12192001"/>
              <a:gd name="connsiteY127" fmla="*/ 2343716 h 2344739"/>
              <a:gd name="connsiteX128" fmla="*/ 5626960 w 12192001"/>
              <a:gd name="connsiteY128" fmla="*/ 2344739 h 2344739"/>
              <a:gd name="connsiteX129" fmla="*/ 5470906 w 12192001"/>
              <a:gd name="connsiteY129" fmla="*/ 2330719 h 2344739"/>
              <a:gd name="connsiteX130" fmla="*/ 5432761 w 12192001"/>
              <a:gd name="connsiteY130" fmla="*/ 2319466 h 2344739"/>
              <a:gd name="connsiteX131" fmla="*/ 5381669 w 12192001"/>
              <a:gd name="connsiteY131" fmla="*/ 2301764 h 2344739"/>
              <a:gd name="connsiteX132" fmla="*/ 5261764 w 12192001"/>
              <a:gd name="connsiteY132" fmla="*/ 2281347 h 2344739"/>
              <a:gd name="connsiteX133" fmla="*/ 5222961 w 12192001"/>
              <a:gd name="connsiteY133" fmla="*/ 2270223 h 2344739"/>
              <a:gd name="connsiteX134" fmla="*/ 5174660 w 12192001"/>
              <a:gd name="connsiteY134" fmla="*/ 2267233 h 2344739"/>
              <a:gd name="connsiteX135" fmla="*/ 5156554 w 12192001"/>
              <a:gd name="connsiteY135" fmla="*/ 2260010 h 2344739"/>
              <a:gd name="connsiteX136" fmla="*/ 5142599 w 12192001"/>
              <a:gd name="connsiteY136" fmla="*/ 2256610 h 2344739"/>
              <a:gd name="connsiteX137" fmla="*/ 5139596 w 12192001"/>
              <a:gd name="connsiteY137" fmla="*/ 2254509 h 2344739"/>
              <a:gd name="connsiteX138" fmla="*/ 5121659 w 12192001"/>
              <a:gd name="connsiteY138" fmla="*/ 2243656 h 2344739"/>
              <a:gd name="connsiteX139" fmla="*/ 5065790 w 12192001"/>
              <a:gd name="connsiteY139" fmla="*/ 2250227 h 2344739"/>
              <a:gd name="connsiteX140" fmla="*/ 5011514 w 12192001"/>
              <a:gd name="connsiteY140" fmla="*/ 2233846 h 2344739"/>
              <a:gd name="connsiteX141" fmla="*/ 4840441 w 12192001"/>
              <a:gd name="connsiteY141" fmla="*/ 2209829 h 2344739"/>
              <a:gd name="connsiteX142" fmla="*/ 4762447 w 12192001"/>
              <a:gd name="connsiteY142" fmla="*/ 2182061 h 2344739"/>
              <a:gd name="connsiteX143" fmla="*/ 4723186 w 12192001"/>
              <a:gd name="connsiteY143" fmla="*/ 2173047 h 2344739"/>
              <a:gd name="connsiteX144" fmla="*/ 4721176 w 12192001"/>
              <a:gd name="connsiteY144" fmla="*/ 2172298 h 2344739"/>
              <a:gd name="connsiteX145" fmla="*/ 4722111 w 12192001"/>
              <a:gd name="connsiteY145" fmla="*/ 2172087 h 2344739"/>
              <a:gd name="connsiteX146" fmla="*/ 4717202 w 12192001"/>
              <a:gd name="connsiteY146" fmla="*/ 2170817 h 2344739"/>
              <a:gd name="connsiteX147" fmla="*/ 4721176 w 12192001"/>
              <a:gd name="connsiteY147" fmla="*/ 2172298 h 2344739"/>
              <a:gd name="connsiteX148" fmla="*/ 4715526 w 12192001"/>
              <a:gd name="connsiteY148" fmla="*/ 2173573 h 2344739"/>
              <a:gd name="connsiteX149" fmla="*/ 4515814 w 12192001"/>
              <a:gd name="connsiteY149" fmla="*/ 2163671 h 2344739"/>
              <a:gd name="connsiteX150" fmla="*/ 4428543 w 12192001"/>
              <a:gd name="connsiteY150" fmla="*/ 2153020 h 2344739"/>
              <a:gd name="connsiteX151" fmla="*/ 4362875 w 12192001"/>
              <a:gd name="connsiteY151" fmla="*/ 2151674 h 2344739"/>
              <a:gd name="connsiteX152" fmla="*/ 4316966 w 12192001"/>
              <a:gd name="connsiteY152" fmla="*/ 2158289 h 2344739"/>
              <a:gd name="connsiteX153" fmla="*/ 4315110 w 12192001"/>
              <a:gd name="connsiteY153" fmla="*/ 2156948 h 2344739"/>
              <a:gd name="connsiteX154" fmla="*/ 4295144 w 12192001"/>
              <a:gd name="connsiteY154" fmla="*/ 2155069 h 2344739"/>
              <a:gd name="connsiteX155" fmla="*/ 4290064 w 12192001"/>
              <a:gd name="connsiteY155" fmla="*/ 2157986 h 2344739"/>
              <a:gd name="connsiteX156" fmla="*/ 4276142 w 12192001"/>
              <a:gd name="connsiteY156" fmla="*/ 2157740 h 2344739"/>
              <a:gd name="connsiteX157" fmla="*/ 4248117 w 12192001"/>
              <a:gd name="connsiteY157" fmla="*/ 2160064 h 2344739"/>
              <a:gd name="connsiteX158" fmla="*/ 4202051 w 12192001"/>
              <a:gd name="connsiteY158" fmla="*/ 2157269 h 2344739"/>
              <a:gd name="connsiteX159" fmla="*/ 4201745 w 12192001"/>
              <a:gd name="connsiteY159" fmla="*/ 2156010 h 2344739"/>
              <a:gd name="connsiteX160" fmla="*/ 4191248 w 12192001"/>
              <a:gd name="connsiteY160" fmla="*/ 2150376 h 2344739"/>
              <a:gd name="connsiteX161" fmla="*/ 4142745 w 12192001"/>
              <a:gd name="connsiteY161" fmla="*/ 2134511 h 2344739"/>
              <a:gd name="connsiteX162" fmla="*/ 4083097 w 12192001"/>
              <a:gd name="connsiteY162" fmla="*/ 2107978 h 2344739"/>
              <a:gd name="connsiteX163" fmla="*/ 4074546 w 12192001"/>
              <a:gd name="connsiteY163" fmla="*/ 2107143 h 2344739"/>
              <a:gd name="connsiteX164" fmla="*/ 4074427 w 12192001"/>
              <a:gd name="connsiteY164" fmla="*/ 2106844 h 2344739"/>
              <a:gd name="connsiteX165" fmla="*/ 4065510 w 12192001"/>
              <a:gd name="connsiteY165" fmla="*/ 2105400 h 2344739"/>
              <a:gd name="connsiteX166" fmla="*/ 4058954 w 12192001"/>
              <a:gd name="connsiteY166" fmla="*/ 2105618 h 2344739"/>
              <a:gd name="connsiteX167" fmla="*/ 4042364 w 12192001"/>
              <a:gd name="connsiteY167" fmla="*/ 2103997 h 2344739"/>
              <a:gd name="connsiteX168" fmla="*/ 4036997 w 12192001"/>
              <a:gd name="connsiteY168" fmla="*/ 2101563 h 2344739"/>
              <a:gd name="connsiteX169" fmla="*/ 4035363 w 12192001"/>
              <a:gd name="connsiteY169" fmla="*/ 2097896 h 2344739"/>
              <a:gd name="connsiteX170" fmla="*/ 4033778 w 12192001"/>
              <a:gd name="connsiteY170" fmla="*/ 2098131 h 2344739"/>
              <a:gd name="connsiteX171" fmla="*/ 4004538 w 12192001"/>
              <a:gd name="connsiteY171" fmla="*/ 2085563 h 2344739"/>
              <a:gd name="connsiteX172" fmla="*/ 3936846 w 12192001"/>
              <a:gd name="connsiteY172" fmla="*/ 2068106 h 2344739"/>
              <a:gd name="connsiteX173" fmla="*/ 3897275 w 12192001"/>
              <a:gd name="connsiteY173" fmla="*/ 2062451 h 2344739"/>
              <a:gd name="connsiteX174" fmla="*/ 3789760 w 12192001"/>
              <a:gd name="connsiteY174" fmla="*/ 2042213 h 2344739"/>
              <a:gd name="connsiteX175" fmla="*/ 3682513 w 12192001"/>
              <a:gd name="connsiteY175" fmla="*/ 2018290 h 2344739"/>
              <a:gd name="connsiteX176" fmla="*/ 3610035 w 12192001"/>
              <a:gd name="connsiteY176" fmla="*/ 1986019 h 2344739"/>
              <a:gd name="connsiteX177" fmla="*/ 3603855 w 12192001"/>
              <a:gd name="connsiteY177" fmla="*/ 1987381 h 2344739"/>
              <a:gd name="connsiteX178" fmla="*/ 3594736 w 12192001"/>
              <a:gd name="connsiteY178" fmla="*/ 1987545 h 2344739"/>
              <a:gd name="connsiteX179" fmla="*/ 3594501 w 12192001"/>
              <a:gd name="connsiteY179" fmla="*/ 1987276 h 2344739"/>
              <a:gd name="connsiteX180" fmla="*/ 3585978 w 12192001"/>
              <a:gd name="connsiteY180" fmla="*/ 1987966 h 2344739"/>
              <a:gd name="connsiteX181" fmla="*/ 3536135 w 12192001"/>
              <a:gd name="connsiteY181" fmla="*/ 1978267 h 2344739"/>
              <a:gd name="connsiteX182" fmla="*/ 3473223 w 12192001"/>
              <a:gd name="connsiteY182" fmla="*/ 1974606 h 2344739"/>
              <a:gd name="connsiteX183" fmla="*/ 3400728 w 12192001"/>
              <a:gd name="connsiteY183" fmla="*/ 1962558 h 2344739"/>
              <a:gd name="connsiteX184" fmla="*/ 3363888 w 12192001"/>
              <a:gd name="connsiteY184" fmla="*/ 1979510 h 2344739"/>
              <a:gd name="connsiteX185" fmla="*/ 3344026 w 12192001"/>
              <a:gd name="connsiteY185" fmla="*/ 1981192 h 2344739"/>
              <a:gd name="connsiteX186" fmla="*/ 3341698 w 12192001"/>
              <a:gd name="connsiteY186" fmla="*/ 1980217 h 2344739"/>
              <a:gd name="connsiteX187" fmla="*/ 3262356 w 12192001"/>
              <a:gd name="connsiteY187" fmla="*/ 1986094 h 2344739"/>
              <a:gd name="connsiteX188" fmla="*/ 3142556 w 12192001"/>
              <a:gd name="connsiteY188" fmla="*/ 1993869 h 2344739"/>
              <a:gd name="connsiteX189" fmla="*/ 3030291 w 12192001"/>
              <a:gd name="connsiteY189" fmla="*/ 1996512 h 2344739"/>
              <a:gd name="connsiteX190" fmla="*/ 2781569 w 12192001"/>
              <a:gd name="connsiteY190" fmla="*/ 2018333 h 2344739"/>
              <a:gd name="connsiteX191" fmla="*/ 2646527 w 12192001"/>
              <a:gd name="connsiteY191" fmla="*/ 2028869 h 2344739"/>
              <a:gd name="connsiteX192" fmla="*/ 2568028 w 12192001"/>
              <a:gd name="connsiteY192" fmla="*/ 2002628 h 2344739"/>
              <a:gd name="connsiteX193" fmla="*/ 2443255 w 12192001"/>
              <a:gd name="connsiteY193" fmla="*/ 2016529 h 2344739"/>
              <a:gd name="connsiteX194" fmla="*/ 2315112 w 12192001"/>
              <a:gd name="connsiteY194" fmla="*/ 2024996 h 2344739"/>
              <a:gd name="connsiteX195" fmla="*/ 2208578 w 12192001"/>
              <a:gd name="connsiteY195" fmla="*/ 2019763 h 2344739"/>
              <a:gd name="connsiteX196" fmla="*/ 2094665 w 12192001"/>
              <a:gd name="connsiteY196" fmla="*/ 2003052 h 2344739"/>
              <a:gd name="connsiteX197" fmla="*/ 1997356 w 12192001"/>
              <a:gd name="connsiteY197" fmla="*/ 1995032 h 2344739"/>
              <a:gd name="connsiteX198" fmla="*/ 1928172 w 12192001"/>
              <a:gd name="connsiteY198" fmla="*/ 2016977 h 2344739"/>
              <a:gd name="connsiteX199" fmla="*/ 1921650 w 12192001"/>
              <a:gd name="connsiteY199" fmla="*/ 2012146 h 2344739"/>
              <a:gd name="connsiteX200" fmla="*/ 1873080 w 12192001"/>
              <a:gd name="connsiteY200" fmla="*/ 2013741 h 2344739"/>
              <a:gd name="connsiteX201" fmla="*/ 1786655 w 12192001"/>
              <a:gd name="connsiteY201" fmla="*/ 2041363 h 2344739"/>
              <a:gd name="connsiteX202" fmla="*/ 1738204 w 12192001"/>
              <a:gd name="connsiteY202" fmla="*/ 2036312 h 2344739"/>
              <a:gd name="connsiteX203" fmla="*/ 1675071 w 12192001"/>
              <a:gd name="connsiteY203" fmla="*/ 2019963 h 2344739"/>
              <a:gd name="connsiteX204" fmla="*/ 1608669 w 12192001"/>
              <a:gd name="connsiteY204" fmla="*/ 2013066 h 2344739"/>
              <a:gd name="connsiteX205" fmla="*/ 1496110 w 12192001"/>
              <a:gd name="connsiteY205" fmla="*/ 1987476 h 2344739"/>
              <a:gd name="connsiteX206" fmla="*/ 1149979 w 12192001"/>
              <a:gd name="connsiteY206" fmla="*/ 1938041 h 2344739"/>
              <a:gd name="connsiteX207" fmla="*/ 858269 w 12192001"/>
              <a:gd name="connsiteY207" fmla="*/ 1928608 h 2344739"/>
              <a:gd name="connsiteX208" fmla="*/ 837540 w 12192001"/>
              <a:gd name="connsiteY208" fmla="*/ 1929821 h 2344739"/>
              <a:gd name="connsiteX209" fmla="*/ 816809 w 12192001"/>
              <a:gd name="connsiteY209" fmla="*/ 1927857 h 2344739"/>
              <a:gd name="connsiteX210" fmla="*/ 811506 w 12192001"/>
              <a:gd name="connsiteY210" fmla="*/ 1930751 h 2344739"/>
              <a:gd name="connsiteX211" fmla="*/ 720047 w 12192001"/>
              <a:gd name="connsiteY211" fmla="*/ 1929661 h 2344739"/>
              <a:gd name="connsiteX212" fmla="*/ 719742 w 12192001"/>
              <a:gd name="connsiteY212" fmla="*/ 1928399 h 2344739"/>
              <a:gd name="connsiteX213" fmla="*/ 708875 w 12192001"/>
              <a:gd name="connsiteY213" fmla="*/ 1922722 h 2344739"/>
              <a:gd name="connsiteX214" fmla="*/ 596792 w 12192001"/>
              <a:gd name="connsiteY214" fmla="*/ 1879864 h 2344739"/>
              <a:gd name="connsiteX215" fmla="*/ 578535 w 12192001"/>
              <a:gd name="connsiteY215" fmla="*/ 1877212 h 2344739"/>
              <a:gd name="connsiteX216" fmla="*/ 571717 w 12192001"/>
              <a:gd name="connsiteY216" fmla="*/ 1877401 h 2344739"/>
              <a:gd name="connsiteX217" fmla="*/ 445099 w 12192001"/>
              <a:gd name="connsiteY217" fmla="*/ 1839371 h 2344739"/>
              <a:gd name="connsiteX218" fmla="*/ 404015 w 12192001"/>
              <a:gd name="connsiteY218" fmla="*/ 1833548 h 2344739"/>
              <a:gd name="connsiteX219" fmla="*/ 292435 w 12192001"/>
              <a:gd name="connsiteY219" fmla="*/ 1812852 h 2344739"/>
              <a:gd name="connsiteX220" fmla="*/ 118381 w 12192001"/>
              <a:gd name="connsiteY220" fmla="*/ 1761047 h 2344739"/>
              <a:gd name="connsiteX221" fmla="*/ 15526 w 12192001"/>
              <a:gd name="connsiteY221" fmla="*/ 1758191 h 2344739"/>
              <a:gd name="connsiteX222" fmla="*/ 2 w 12192001"/>
              <a:gd name="connsiteY222" fmla="*/ 1752722 h 2344739"/>
              <a:gd name="connsiteX223" fmla="*/ 1 w 12192001"/>
              <a:gd name="connsiteY223" fmla="*/ 762497 h 2344739"/>
              <a:gd name="connsiteX224" fmla="*/ 0 w 12192001"/>
              <a:gd name="connsiteY224" fmla="*/ 222213 h 2344739"/>
              <a:gd name="connsiteX225" fmla="*/ 0 w 12192001"/>
              <a:gd name="connsiteY225"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101593 w 12193149"/>
              <a:gd name="connsiteY58" fmla="*/ 1742432 h 2344739"/>
              <a:gd name="connsiteX59" fmla="*/ 10083317 w 12193149"/>
              <a:gd name="connsiteY59" fmla="*/ 1743296 h 2344739"/>
              <a:gd name="connsiteX60" fmla="*/ 10040388 w 12193149"/>
              <a:gd name="connsiteY60" fmla="*/ 1741632 h 2344739"/>
              <a:gd name="connsiteX61" fmla="*/ 9961167 w 12193149"/>
              <a:gd name="connsiteY61" fmla="*/ 1757147 h 2344739"/>
              <a:gd name="connsiteX62" fmla="*/ 9848940 w 12193149"/>
              <a:gd name="connsiteY62" fmla="*/ 1763915 h 2344739"/>
              <a:gd name="connsiteX63" fmla="*/ 9729457 w 12193149"/>
              <a:gd name="connsiteY63" fmla="*/ 1784122 h 2344739"/>
              <a:gd name="connsiteX64" fmla="*/ 9585655 w 12193149"/>
              <a:gd name="connsiteY64" fmla="*/ 1795542 h 2344739"/>
              <a:gd name="connsiteX65" fmla="*/ 9344200 w 12193149"/>
              <a:gd name="connsiteY65" fmla="*/ 1841244 h 2344739"/>
              <a:gd name="connsiteX66" fmla="*/ 9232518 w 12193149"/>
              <a:gd name="connsiteY66" fmla="*/ 1893149 h 2344739"/>
              <a:gd name="connsiteX67" fmla="*/ 9195958 w 12193149"/>
              <a:gd name="connsiteY67" fmla="*/ 1903228 h 2344739"/>
              <a:gd name="connsiteX68" fmla="*/ 9190394 w 12193149"/>
              <a:gd name="connsiteY68" fmla="*/ 1912467 h 2344739"/>
              <a:gd name="connsiteX69" fmla="*/ 9114960 w 12193149"/>
              <a:gd name="connsiteY69" fmla="*/ 1919069 h 2344739"/>
              <a:gd name="connsiteX70" fmla="*/ 9054601 w 12193149"/>
              <a:gd name="connsiteY70" fmla="*/ 1910755 h 2344739"/>
              <a:gd name="connsiteX71" fmla="*/ 9006634 w 12193149"/>
              <a:gd name="connsiteY71" fmla="*/ 1914040 h 2344739"/>
              <a:gd name="connsiteX72" fmla="*/ 9006349 w 12193149"/>
              <a:gd name="connsiteY72" fmla="*/ 1913800 h 2344739"/>
              <a:gd name="connsiteX73" fmla="*/ 8997380 w 12193149"/>
              <a:gd name="connsiteY73" fmla="*/ 1915011 h 2344739"/>
              <a:gd name="connsiteX74" fmla="*/ 8991542 w 12193149"/>
              <a:gd name="connsiteY74" fmla="*/ 1917072 h 2344739"/>
              <a:gd name="connsiteX75" fmla="*/ 8975485 w 12193149"/>
              <a:gd name="connsiteY75" fmla="*/ 1920298 h 2344739"/>
              <a:gd name="connsiteX76" fmla="*/ 8969159 w 12193149"/>
              <a:gd name="connsiteY76" fmla="*/ 1919598 h 2344739"/>
              <a:gd name="connsiteX77" fmla="*/ 8964196 w 12193149"/>
              <a:gd name="connsiteY77" fmla="*/ 1917373 h 2344739"/>
              <a:gd name="connsiteX78" fmla="*/ 8930136 w 12193149"/>
              <a:gd name="connsiteY78" fmla="*/ 1914185 h 2344739"/>
              <a:gd name="connsiteX79" fmla="*/ 8753592 w 12193149"/>
              <a:gd name="connsiteY79" fmla="*/ 1933417 h 2344739"/>
              <a:gd name="connsiteX80" fmla="*/ 8708995 w 12193149"/>
              <a:gd name="connsiteY80" fmla="*/ 1935518 h 2344739"/>
              <a:gd name="connsiteX81" fmla="*/ 8597219 w 12193149"/>
              <a:gd name="connsiteY81" fmla="*/ 1944090 h 2344739"/>
              <a:gd name="connsiteX82" fmla="*/ 8526378 w 12193149"/>
              <a:gd name="connsiteY82" fmla="*/ 1929248 h 2344739"/>
              <a:gd name="connsiteX83" fmla="*/ 8512131 w 12193149"/>
              <a:gd name="connsiteY83" fmla="*/ 1935163 h 2344739"/>
              <a:gd name="connsiteX84" fmla="*/ 8507315 w 12193149"/>
              <a:gd name="connsiteY84" fmla="*/ 1938164 h 2344739"/>
              <a:gd name="connsiteX85" fmla="*/ 8499116 w 12193149"/>
              <a:gd name="connsiteY85" fmla="*/ 1940902 h 2344739"/>
              <a:gd name="connsiteX86" fmla="*/ 8498742 w 12193149"/>
              <a:gd name="connsiteY86" fmla="*/ 1940723 h 2344739"/>
              <a:gd name="connsiteX87" fmla="*/ 8491397 w 12193149"/>
              <a:gd name="connsiteY87" fmla="*/ 1943773 h 2344739"/>
              <a:gd name="connsiteX88" fmla="*/ 8368330 w 12193149"/>
              <a:gd name="connsiteY88" fmla="*/ 1957815 h 2344739"/>
              <a:gd name="connsiteX89" fmla="*/ 8354947 w 12193149"/>
              <a:gd name="connsiteY89" fmla="*/ 1958009 h 2344739"/>
              <a:gd name="connsiteX90" fmla="*/ 8353521 w 12193149"/>
              <a:gd name="connsiteY90" fmla="*/ 1957169 h 2344739"/>
              <a:gd name="connsiteX91" fmla="*/ 8321252 w 12193149"/>
              <a:gd name="connsiteY91" fmla="*/ 1974587 h 2344739"/>
              <a:gd name="connsiteX92" fmla="*/ 8315581 w 12193149"/>
              <a:gd name="connsiteY92" fmla="*/ 1974913 h 2344739"/>
              <a:gd name="connsiteX93" fmla="*/ 8296322 w 12193149"/>
              <a:gd name="connsiteY93" fmla="*/ 1988808 h 2344739"/>
              <a:gd name="connsiteX94" fmla="*/ 8285424 w 12193149"/>
              <a:gd name="connsiteY94" fmla="*/ 1994631 h 2344739"/>
              <a:gd name="connsiteX95" fmla="*/ 8284298 w 12193149"/>
              <a:gd name="connsiteY95" fmla="*/ 1999074 h 2344739"/>
              <a:gd name="connsiteX96" fmla="*/ 8267224 w 12193149"/>
              <a:gd name="connsiteY96" fmla="*/ 2006249 h 2344739"/>
              <a:gd name="connsiteX97" fmla="*/ 8264525 w 12193149"/>
              <a:gd name="connsiteY97" fmla="*/ 2006019 h 2344739"/>
              <a:gd name="connsiteX98" fmla="*/ 8253181 w 12193149"/>
              <a:gd name="connsiteY98" fmla="*/ 2015862 h 2344739"/>
              <a:gd name="connsiteX99" fmla="*/ 8246982 w 12193149"/>
              <a:gd name="connsiteY99" fmla="*/ 2028854 h 2344739"/>
              <a:gd name="connsiteX100" fmla="*/ 8091420 w 12193149"/>
              <a:gd name="connsiteY100" fmla="*/ 2075015 h 2344739"/>
              <a:gd name="connsiteX101" fmla="*/ 7906555 w 12193149"/>
              <a:gd name="connsiteY101" fmla="*/ 2116988 h 2344739"/>
              <a:gd name="connsiteX102" fmla="*/ 7719893 w 12193149"/>
              <a:gd name="connsiteY102" fmla="*/ 2142703 h 2344739"/>
              <a:gd name="connsiteX103" fmla="*/ 7615495 w 12193149"/>
              <a:gd name="connsiteY103" fmla="*/ 2139232 h 2344739"/>
              <a:gd name="connsiteX104" fmla="*/ 7528691 w 12193149"/>
              <a:gd name="connsiteY104" fmla="*/ 2145060 h 2344739"/>
              <a:gd name="connsiteX105" fmla="*/ 7520719 w 12193149"/>
              <a:gd name="connsiteY105" fmla="*/ 2147613 h 2344739"/>
              <a:gd name="connsiteX106" fmla="*/ 7508559 w 12193149"/>
              <a:gd name="connsiteY106" fmla="*/ 2148948 h 2344739"/>
              <a:gd name="connsiteX107" fmla="*/ 7508188 w 12193149"/>
              <a:gd name="connsiteY107" fmla="*/ 2148621 h 2344739"/>
              <a:gd name="connsiteX108" fmla="*/ 7496943 w 12193149"/>
              <a:gd name="connsiteY108" fmla="*/ 2150573 h 2344739"/>
              <a:gd name="connsiteX109" fmla="*/ 7406539 w 12193149"/>
              <a:gd name="connsiteY109" fmla="*/ 2142468 h 2344739"/>
              <a:gd name="connsiteX110" fmla="*/ 7219707 w 12193149"/>
              <a:gd name="connsiteY110" fmla="*/ 2156680 h 2344739"/>
              <a:gd name="connsiteX111" fmla="*/ 7202249 w 12193149"/>
              <a:gd name="connsiteY111" fmla="*/ 2161230 h 2344739"/>
              <a:gd name="connsiteX112" fmla="*/ 7198152 w 12193149"/>
              <a:gd name="connsiteY112" fmla="*/ 2166588 h 2344739"/>
              <a:gd name="connsiteX113" fmla="*/ 7171956 w 12193149"/>
              <a:gd name="connsiteY113" fmla="*/ 2171236 h 2344739"/>
              <a:gd name="connsiteX114" fmla="*/ 7098136 w 12193149"/>
              <a:gd name="connsiteY114" fmla="*/ 2183464 h 2344739"/>
              <a:gd name="connsiteX115" fmla="*/ 7019644 w 12193149"/>
              <a:gd name="connsiteY115" fmla="*/ 2183090 h 2344739"/>
              <a:gd name="connsiteX116" fmla="*/ 6905294 w 12193149"/>
              <a:gd name="connsiteY116" fmla="*/ 2212596 h 2344739"/>
              <a:gd name="connsiteX117" fmla="*/ 6709370 w 12193149"/>
              <a:gd name="connsiteY117" fmla="*/ 2240551 h 2344739"/>
              <a:gd name="connsiteX118" fmla="*/ 6550602 w 12193149"/>
              <a:gd name="connsiteY118" fmla="*/ 2269327 h 2344739"/>
              <a:gd name="connsiteX119" fmla="*/ 6318708 w 12193149"/>
              <a:gd name="connsiteY119" fmla="*/ 2316127 h 2344739"/>
              <a:gd name="connsiteX120" fmla="*/ 6169822 w 12193149"/>
              <a:gd name="connsiteY120" fmla="*/ 2318214 h 2344739"/>
              <a:gd name="connsiteX121" fmla="*/ 6074996 w 12193149"/>
              <a:gd name="connsiteY121" fmla="*/ 2338676 h 2344739"/>
              <a:gd name="connsiteX122" fmla="*/ 6069677 w 12193149"/>
              <a:gd name="connsiteY122" fmla="*/ 2337139 h 2344739"/>
              <a:gd name="connsiteX123" fmla="*/ 6049786 w 12193149"/>
              <a:gd name="connsiteY123" fmla="*/ 2337822 h 2344739"/>
              <a:gd name="connsiteX124" fmla="*/ 6042433 w 12193149"/>
              <a:gd name="connsiteY124" fmla="*/ 2329473 h 2344739"/>
              <a:gd name="connsiteX125" fmla="*/ 6011238 w 12193149"/>
              <a:gd name="connsiteY125" fmla="*/ 2324380 h 2344739"/>
              <a:gd name="connsiteX126" fmla="*/ 5958523 w 12193149"/>
              <a:gd name="connsiteY126" fmla="*/ 2328024 h 2344739"/>
              <a:gd name="connsiteX127" fmla="*/ 5760067 w 12193149"/>
              <a:gd name="connsiteY127" fmla="*/ 2343716 h 2344739"/>
              <a:gd name="connsiteX128" fmla="*/ 5628108 w 12193149"/>
              <a:gd name="connsiteY128" fmla="*/ 2344739 h 2344739"/>
              <a:gd name="connsiteX129" fmla="*/ 5472054 w 12193149"/>
              <a:gd name="connsiteY129" fmla="*/ 2330719 h 2344739"/>
              <a:gd name="connsiteX130" fmla="*/ 5433909 w 12193149"/>
              <a:gd name="connsiteY130" fmla="*/ 2319466 h 2344739"/>
              <a:gd name="connsiteX131" fmla="*/ 5382817 w 12193149"/>
              <a:gd name="connsiteY131" fmla="*/ 2301764 h 2344739"/>
              <a:gd name="connsiteX132" fmla="*/ 5262912 w 12193149"/>
              <a:gd name="connsiteY132" fmla="*/ 2281347 h 2344739"/>
              <a:gd name="connsiteX133" fmla="*/ 5224109 w 12193149"/>
              <a:gd name="connsiteY133" fmla="*/ 2270223 h 2344739"/>
              <a:gd name="connsiteX134" fmla="*/ 5175808 w 12193149"/>
              <a:gd name="connsiteY134" fmla="*/ 2267233 h 2344739"/>
              <a:gd name="connsiteX135" fmla="*/ 5157702 w 12193149"/>
              <a:gd name="connsiteY135" fmla="*/ 2260010 h 2344739"/>
              <a:gd name="connsiteX136" fmla="*/ 5143747 w 12193149"/>
              <a:gd name="connsiteY136" fmla="*/ 2256610 h 2344739"/>
              <a:gd name="connsiteX137" fmla="*/ 5140744 w 12193149"/>
              <a:gd name="connsiteY137" fmla="*/ 2254509 h 2344739"/>
              <a:gd name="connsiteX138" fmla="*/ 5122807 w 12193149"/>
              <a:gd name="connsiteY138" fmla="*/ 2243656 h 2344739"/>
              <a:gd name="connsiteX139" fmla="*/ 5066938 w 12193149"/>
              <a:gd name="connsiteY139" fmla="*/ 2250227 h 2344739"/>
              <a:gd name="connsiteX140" fmla="*/ 5012662 w 12193149"/>
              <a:gd name="connsiteY140" fmla="*/ 2233846 h 2344739"/>
              <a:gd name="connsiteX141" fmla="*/ 4841589 w 12193149"/>
              <a:gd name="connsiteY141" fmla="*/ 2209829 h 2344739"/>
              <a:gd name="connsiteX142" fmla="*/ 4763595 w 12193149"/>
              <a:gd name="connsiteY142" fmla="*/ 2182061 h 2344739"/>
              <a:gd name="connsiteX143" fmla="*/ 4724334 w 12193149"/>
              <a:gd name="connsiteY143" fmla="*/ 2173047 h 2344739"/>
              <a:gd name="connsiteX144" fmla="*/ 4722324 w 12193149"/>
              <a:gd name="connsiteY144" fmla="*/ 2172298 h 2344739"/>
              <a:gd name="connsiteX145" fmla="*/ 4723259 w 12193149"/>
              <a:gd name="connsiteY145" fmla="*/ 2172087 h 2344739"/>
              <a:gd name="connsiteX146" fmla="*/ 4718350 w 12193149"/>
              <a:gd name="connsiteY146" fmla="*/ 2170817 h 2344739"/>
              <a:gd name="connsiteX147" fmla="*/ 4722324 w 12193149"/>
              <a:gd name="connsiteY147" fmla="*/ 2172298 h 2344739"/>
              <a:gd name="connsiteX148" fmla="*/ 4716674 w 12193149"/>
              <a:gd name="connsiteY148" fmla="*/ 2173573 h 2344739"/>
              <a:gd name="connsiteX149" fmla="*/ 4516962 w 12193149"/>
              <a:gd name="connsiteY149" fmla="*/ 2163671 h 2344739"/>
              <a:gd name="connsiteX150" fmla="*/ 4429691 w 12193149"/>
              <a:gd name="connsiteY150" fmla="*/ 2153020 h 2344739"/>
              <a:gd name="connsiteX151" fmla="*/ 4364023 w 12193149"/>
              <a:gd name="connsiteY151" fmla="*/ 2151674 h 2344739"/>
              <a:gd name="connsiteX152" fmla="*/ 4318114 w 12193149"/>
              <a:gd name="connsiteY152" fmla="*/ 2158289 h 2344739"/>
              <a:gd name="connsiteX153" fmla="*/ 4316258 w 12193149"/>
              <a:gd name="connsiteY153" fmla="*/ 2156948 h 2344739"/>
              <a:gd name="connsiteX154" fmla="*/ 4296292 w 12193149"/>
              <a:gd name="connsiteY154" fmla="*/ 2155069 h 2344739"/>
              <a:gd name="connsiteX155" fmla="*/ 4291212 w 12193149"/>
              <a:gd name="connsiteY155" fmla="*/ 2157986 h 2344739"/>
              <a:gd name="connsiteX156" fmla="*/ 4277290 w 12193149"/>
              <a:gd name="connsiteY156" fmla="*/ 2157740 h 2344739"/>
              <a:gd name="connsiteX157" fmla="*/ 4249265 w 12193149"/>
              <a:gd name="connsiteY157" fmla="*/ 2160064 h 2344739"/>
              <a:gd name="connsiteX158" fmla="*/ 4203199 w 12193149"/>
              <a:gd name="connsiteY158" fmla="*/ 2157269 h 2344739"/>
              <a:gd name="connsiteX159" fmla="*/ 4202893 w 12193149"/>
              <a:gd name="connsiteY159" fmla="*/ 2156010 h 2344739"/>
              <a:gd name="connsiteX160" fmla="*/ 4192396 w 12193149"/>
              <a:gd name="connsiteY160" fmla="*/ 2150376 h 2344739"/>
              <a:gd name="connsiteX161" fmla="*/ 4143893 w 12193149"/>
              <a:gd name="connsiteY161" fmla="*/ 2134511 h 2344739"/>
              <a:gd name="connsiteX162" fmla="*/ 4084245 w 12193149"/>
              <a:gd name="connsiteY162" fmla="*/ 2107978 h 2344739"/>
              <a:gd name="connsiteX163" fmla="*/ 4075694 w 12193149"/>
              <a:gd name="connsiteY163" fmla="*/ 2107143 h 2344739"/>
              <a:gd name="connsiteX164" fmla="*/ 4075575 w 12193149"/>
              <a:gd name="connsiteY164" fmla="*/ 2106844 h 2344739"/>
              <a:gd name="connsiteX165" fmla="*/ 4066658 w 12193149"/>
              <a:gd name="connsiteY165" fmla="*/ 2105400 h 2344739"/>
              <a:gd name="connsiteX166" fmla="*/ 4060102 w 12193149"/>
              <a:gd name="connsiteY166" fmla="*/ 2105618 h 2344739"/>
              <a:gd name="connsiteX167" fmla="*/ 4043512 w 12193149"/>
              <a:gd name="connsiteY167" fmla="*/ 2103997 h 2344739"/>
              <a:gd name="connsiteX168" fmla="*/ 4038145 w 12193149"/>
              <a:gd name="connsiteY168" fmla="*/ 2101563 h 2344739"/>
              <a:gd name="connsiteX169" fmla="*/ 4036511 w 12193149"/>
              <a:gd name="connsiteY169" fmla="*/ 2097896 h 2344739"/>
              <a:gd name="connsiteX170" fmla="*/ 4034926 w 12193149"/>
              <a:gd name="connsiteY170" fmla="*/ 2098131 h 2344739"/>
              <a:gd name="connsiteX171" fmla="*/ 4005686 w 12193149"/>
              <a:gd name="connsiteY171" fmla="*/ 2085563 h 2344739"/>
              <a:gd name="connsiteX172" fmla="*/ 3937994 w 12193149"/>
              <a:gd name="connsiteY172" fmla="*/ 2068106 h 2344739"/>
              <a:gd name="connsiteX173" fmla="*/ 3898423 w 12193149"/>
              <a:gd name="connsiteY173" fmla="*/ 2062451 h 2344739"/>
              <a:gd name="connsiteX174" fmla="*/ 3790908 w 12193149"/>
              <a:gd name="connsiteY174" fmla="*/ 2042213 h 2344739"/>
              <a:gd name="connsiteX175" fmla="*/ 3683661 w 12193149"/>
              <a:gd name="connsiteY175" fmla="*/ 2018290 h 2344739"/>
              <a:gd name="connsiteX176" fmla="*/ 3611183 w 12193149"/>
              <a:gd name="connsiteY176" fmla="*/ 1986019 h 2344739"/>
              <a:gd name="connsiteX177" fmla="*/ 3605003 w 12193149"/>
              <a:gd name="connsiteY177" fmla="*/ 1987381 h 2344739"/>
              <a:gd name="connsiteX178" fmla="*/ 3595884 w 12193149"/>
              <a:gd name="connsiteY178" fmla="*/ 1987545 h 2344739"/>
              <a:gd name="connsiteX179" fmla="*/ 3595649 w 12193149"/>
              <a:gd name="connsiteY179" fmla="*/ 1987276 h 2344739"/>
              <a:gd name="connsiteX180" fmla="*/ 3587126 w 12193149"/>
              <a:gd name="connsiteY180" fmla="*/ 1987966 h 2344739"/>
              <a:gd name="connsiteX181" fmla="*/ 3537283 w 12193149"/>
              <a:gd name="connsiteY181" fmla="*/ 1978267 h 2344739"/>
              <a:gd name="connsiteX182" fmla="*/ 3474371 w 12193149"/>
              <a:gd name="connsiteY182" fmla="*/ 1974606 h 2344739"/>
              <a:gd name="connsiteX183" fmla="*/ 3401876 w 12193149"/>
              <a:gd name="connsiteY183" fmla="*/ 1962558 h 2344739"/>
              <a:gd name="connsiteX184" fmla="*/ 3365036 w 12193149"/>
              <a:gd name="connsiteY184" fmla="*/ 1979510 h 2344739"/>
              <a:gd name="connsiteX185" fmla="*/ 3345174 w 12193149"/>
              <a:gd name="connsiteY185" fmla="*/ 1981192 h 2344739"/>
              <a:gd name="connsiteX186" fmla="*/ 3342846 w 12193149"/>
              <a:gd name="connsiteY186" fmla="*/ 1980217 h 2344739"/>
              <a:gd name="connsiteX187" fmla="*/ 3263504 w 12193149"/>
              <a:gd name="connsiteY187" fmla="*/ 1986094 h 2344739"/>
              <a:gd name="connsiteX188" fmla="*/ 3143704 w 12193149"/>
              <a:gd name="connsiteY188" fmla="*/ 1993869 h 2344739"/>
              <a:gd name="connsiteX189" fmla="*/ 3031439 w 12193149"/>
              <a:gd name="connsiteY189" fmla="*/ 1996512 h 2344739"/>
              <a:gd name="connsiteX190" fmla="*/ 2782717 w 12193149"/>
              <a:gd name="connsiteY190" fmla="*/ 2018333 h 2344739"/>
              <a:gd name="connsiteX191" fmla="*/ 2647675 w 12193149"/>
              <a:gd name="connsiteY191" fmla="*/ 2028869 h 2344739"/>
              <a:gd name="connsiteX192" fmla="*/ 2569176 w 12193149"/>
              <a:gd name="connsiteY192" fmla="*/ 2002628 h 2344739"/>
              <a:gd name="connsiteX193" fmla="*/ 2444403 w 12193149"/>
              <a:gd name="connsiteY193" fmla="*/ 2016529 h 2344739"/>
              <a:gd name="connsiteX194" fmla="*/ 2316260 w 12193149"/>
              <a:gd name="connsiteY194" fmla="*/ 2024996 h 2344739"/>
              <a:gd name="connsiteX195" fmla="*/ 2209726 w 12193149"/>
              <a:gd name="connsiteY195" fmla="*/ 2019763 h 2344739"/>
              <a:gd name="connsiteX196" fmla="*/ 2095813 w 12193149"/>
              <a:gd name="connsiteY196" fmla="*/ 2003052 h 2344739"/>
              <a:gd name="connsiteX197" fmla="*/ 1998504 w 12193149"/>
              <a:gd name="connsiteY197" fmla="*/ 1995032 h 2344739"/>
              <a:gd name="connsiteX198" fmla="*/ 1929320 w 12193149"/>
              <a:gd name="connsiteY198" fmla="*/ 2016977 h 2344739"/>
              <a:gd name="connsiteX199" fmla="*/ 1922798 w 12193149"/>
              <a:gd name="connsiteY199" fmla="*/ 2012146 h 2344739"/>
              <a:gd name="connsiteX200" fmla="*/ 1874228 w 12193149"/>
              <a:gd name="connsiteY200" fmla="*/ 2013741 h 2344739"/>
              <a:gd name="connsiteX201" fmla="*/ 1787803 w 12193149"/>
              <a:gd name="connsiteY201" fmla="*/ 2041363 h 2344739"/>
              <a:gd name="connsiteX202" fmla="*/ 1739352 w 12193149"/>
              <a:gd name="connsiteY202" fmla="*/ 2036312 h 2344739"/>
              <a:gd name="connsiteX203" fmla="*/ 1676219 w 12193149"/>
              <a:gd name="connsiteY203" fmla="*/ 2019963 h 2344739"/>
              <a:gd name="connsiteX204" fmla="*/ 1609817 w 12193149"/>
              <a:gd name="connsiteY204" fmla="*/ 2013066 h 2344739"/>
              <a:gd name="connsiteX205" fmla="*/ 1497258 w 12193149"/>
              <a:gd name="connsiteY205" fmla="*/ 1987476 h 2344739"/>
              <a:gd name="connsiteX206" fmla="*/ 1151127 w 12193149"/>
              <a:gd name="connsiteY206" fmla="*/ 1938041 h 2344739"/>
              <a:gd name="connsiteX207" fmla="*/ 859417 w 12193149"/>
              <a:gd name="connsiteY207" fmla="*/ 1928608 h 2344739"/>
              <a:gd name="connsiteX208" fmla="*/ 838688 w 12193149"/>
              <a:gd name="connsiteY208" fmla="*/ 1929821 h 2344739"/>
              <a:gd name="connsiteX209" fmla="*/ 817957 w 12193149"/>
              <a:gd name="connsiteY209" fmla="*/ 1927857 h 2344739"/>
              <a:gd name="connsiteX210" fmla="*/ 812654 w 12193149"/>
              <a:gd name="connsiteY210" fmla="*/ 1930751 h 2344739"/>
              <a:gd name="connsiteX211" fmla="*/ 721195 w 12193149"/>
              <a:gd name="connsiteY211" fmla="*/ 1929661 h 2344739"/>
              <a:gd name="connsiteX212" fmla="*/ 720890 w 12193149"/>
              <a:gd name="connsiteY212" fmla="*/ 1928399 h 2344739"/>
              <a:gd name="connsiteX213" fmla="*/ 710023 w 12193149"/>
              <a:gd name="connsiteY213" fmla="*/ 1922722 h 2344739"/>
              <a:gd name="connsiteX214" fmla="*/ 597940 w 12193149"/>
              <a:gd name="connsiteY214" fmla="*/ 1879864 h 2344739"/>
              <a:gd name="connsiteX215" fmla="*/ 579683 w 12193149"/>
              <a:gd name="connsiteY215" fmla="*/ 1877212 h 2344739"/>
              <a:gd name="connsiteX216" fmla="*/ 572865 w 12193149"/>
              <a:gd name="connsiteY216" fmla="*/ 1877401 h 2344739"/>
              <a:gd name="connsiteX217" fmla="*/ 446247 w 12193149"/>
              <a:gd name="connsiteY217" fmla="*/ 1839371 h 2344739"/>
              <a:gd name="connsiteX218" fmla="*/ 405163 w 12193149"/>
              <a:gd name="connsiteY218" fmla="*/ 1833548 h 2344739"/>
              <a:gd name="connsiteX219" fmla="*/ 293583 w 12193149"/>
              <a:gd name="connsiteY219" fmla="*/ 1812852 h 2344739"/>
              <a:gd name="connsiteX220" fmla="*/ 119529 w 12193149"/>
              <a:gd name="connsiteY220" fmla="*/ 1761047 h 2344739"/>
              <a:gd name="connsiteX221" fmla="*/ 16674 w 12193149"/>
              <a:gd name="connsiteY221" fmla="*/ 1758191 h 2344739"/>
              <a:gd name="connsiteX222" fmla="*/ 1150 w 12193149"/>
              <a:gd name="connsiteY222" fmla="*/ 1752722 h 2344739"/>
              <a:gd name="connsiteX223" fmla="*/ 1148 w 12193149"/>
              <a:gd name="connsiteY223" fmla="*/ 222213 h 2344739"/>
              <a:gd name="connsiteX224" fmla="*/ 1148 w 12193149"/>
              <a:gd name="connsiteY224"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101593 w 12193149"/>
              <a:gd name="connsiteY58" fmla="*/ 1742432 h 2344739"/>
              <a:gd name="connsiteX59" fmla="*/ 10083317 w 12193149"/>
              <a:gd name="connsiteY59" fmla="*/ 1743296 h 2344739"/>
              <a:gd name="connsiteX60" fmla="*/ 10040388 w 12193149"/>
              <a:gd name="connsiteY60" fmla="*/ 1741632 h 2344739"/>
              <a:gd name="connsiteX61" fmla="*/ 9961167 w 12193149"/>
              <a:gd name="connsiteY61" fmla="*/ 1757147 h 2344739"/>
              <a:gd name="connsiteX62" fmla="*/ 9848940 w 12193149"/>
              <a:gd name="connsiteY62" fmla="*/ 1763915 h 2344739"/>
              <a:gd name="connsiteX63" fmla="*/ 9729457 w 12193149"/>
              <a:gd name="connsiteY63" fmla="*/ 1784122 h 2344739"/>
              <a:gd name="connsiteX64" fmla="*/ 9585655 w 12193149"/>
              <a:gd name="connsiteY64" fmla="*/ 1795542 h 2344739"/>
              <a:gd name="connsiteX65" fmla="*/ 9344200 w 12193149"/>
              <a:gd name="connsiteY65" fmla="*/ 1841244 h 2344739"/>
              <a:gd name="connsiteX66" fmla="*/ 9232518 w 12193149"/>
              <a:gd name="connsiteY66" fmla="*/ 1893149 h 2344739"/>
              <a:gd name="connsiteX67" fmla="*/ 9195958 w 12193149"/>
              <a:gd name="connsiteY67" fmla="*/ 1903228 h 2344739"/>
              <a:gd name="connsiteX68" fmla="*/ 9190394 w 12193149"/>
              <a:gd name="connsiteY68" fmla="*/ 1912467 h 2344739"/>
              <a:gd name="connsiteX69" fmla="*/ 9114960 w 12193149"/>
              <a:gd name="connsiteY69" fmla="*/ 1919069 h 2344739"/>
              <a:gd name="connsiteX70" fmla="*/ 9054601 w 12193149"/>
              <a:gd name="connsiteY70" fmla="*/ 1910755 h 2344739"/>
              <a:gd name="connsiteX71" fmla="*/ 9006634 w 12193149"/>
              <a:gd name="connsiteY71" fmla="*/ 1914040 h 2344739"/>
              <a:gd name="connsiteX72" fmla="*/ 9006349 w 12193149"/>
              <a:gd name="connsiteY72" fmla="*/ 1913800 h 2344739"/>
              <a:gd name="connsiteX73" fmla="*/ 8997380 w 12193149"/>
              <a:gd name="connsiteY73" fmla="*/ 1915011 h 2344739"/>
              <a:gd name="connsiteX74" fmla="*/ 8991542 w 12193149"/>
              <a:gd name="connsiteY74" fmla="*/ 1917072 h 2344739"/>
              <a:gd name="connsiteX75" fmla="*/ 8975485 w 12193149"/>
              <a:gd name="connsiteY75" fmla="*/ 1920298 h 2344739"/>
              <a:gd name="connsiteX76" fmla="*/ 8969159 w 12193149"/>
              <a:gd name="connsiteY76" fmla="*/ 1919598 h 2344739"/>
              <a:gd name="connsiteX77" fmla="*/ 8964196 w 12193149"/>
              <a:gd name="connsiteY77" fmla="*/ 1917373 h 2344739"/>
              <a:gd name="connsiteX78" fmla="*/ 8930136 w 12193149"/>
              <a:gd name="connsiteY78" fmla="*/ 1914185 h 2344739"/>
              <a:gd name="connsiteX79" fmla="*/ 8753592 w 12193149"/>
              <a:gd name="connsiteY79" fmla="*/ 1933417 h 2344739"/>
              <a:gd name="connsiteX80" fmla="*/ 8708995 w 12193149"/>
              <a:gd name="connsiteY80" fmla="*/ 1935518 h 2344739"/>
              <a:gd name="connsiteX81" fmla="*/ 8597219 w 12193149"/>
              <a:gd name="connsiteY81" fmla="*/ 1944090 h 2344739"/>
              <a:gd name="connsiteX82" fmla="*/ 8526378 w 12193149"/>
              <a:gd name="connsiteY82" fmla="*/ 1929248 h 2344739"/>
              <a:gd name="connsiteX83" fmla="*/ 8512131 w 12193149"/>
              <a:gd name="connsiteY83" fmla="*/ 1935163 h 2344739"/>
              <a:gd name="connsiteX84" fmla="*/ 8507315 w 12193149"/>
              <a:gd name="connsiteY84" fmla="*/ 1938164 h 2344739"/>
              <a:gd name="connsiteX85" fmla="*/ 8499116 w 12193149"/>
              <a:gd name="connsiteY85" fmla="*/ 1940902 h 2344739"/>
              <a:gd name="connsiteX86" fmla="*/ 8498742 w 12193149"/>
              <a:gd name="connsiteY86" fmla="*/ 1940723 h 2344739"/>
              <a:gd name="connsiteX87" fmla="*/ 8491397 w 12193149"/>
              <a:gd name="connsiteY87" fmla="*/ 1943773 h 2344739"/>
              <a:gd name="connsiteX88" fmla="*/ 8368330 w 12193149"/>
              <a:gd name="connsiteY88" fmla="*/ 1957815 h 2344739"/>
              <a:gd name="connsiteX89" fmla="*/ 8354947 w 12193149"/>
              <a:gd name="connsiteY89" fmla="*/ 1958009 h 2344739"/>
              <a:gd name="connsiteX90" fmla="*/ 8321252 w 12193149"/>
              <a:gd name="connsiteY90" fmla="*/ 1974587 h 2344739"/>
              <a:gd name="connsiteX91" fmla="*/ 8315581 w 12193149"/>
              <a:gd name="connsiteY91" fmla="*/ 1974913 h 2344739"/>
              <a:gd name="connsiteX92" fmla="*/ 8296322 w 12193149"/>
              <a:gd name="connsiteY92" fmla="*/ 1988808 h 2344739"/>
              <a:gd name="connsiteX93" fmla="*/ 8285424 w 12193149"/>
              <a:gd name="connsiteY93" fmla="*/ 1994631 h 2344739"/>
              <a:gd name="connsiteX94" fmla="*/ 8284298 w 12193149"/>
              <a:gd name="connsiteY94" fmla="*/ 1999074 h 2344739"/>
              <a:gd name="connsiteX95" fmla="*/ 8267224 w 12193149"/>
              <a:gd name="connsiteY95" fmla="*/ 2006249 h 2344739"/>
              <a:gd name="connsiteX96" fmla="*/ 8264525 w 12193149"/>
              <a:gd name="connsiteY96" fmla="*/ 2006019 h 2344739"/>
              <a:gd name="connsiteX97" fmla="*/ 8253181 w 12193149"/>
              <a:gd name="connsiteY97" fmla="*/ 2015862 h 2344739"/>
              <a:gd name="connsiteX98" fmla="*/ 8246982 w 12193149"/>
              <a:gd name="connsiteY98" fmla="*/ 2028854 h 2344739"/>
              <a:gd name="connsiteX99" fmla="*/ 8091420 w 12193149"/>
              <a:gd name="connsiteY99" fmla="*/ 2075015 h 2344739"/>
              <a:gd name="connsiteX100" fmla="*/ 7906555 w 12193149"/>
              <a:gd name="connsiteY100" fmla="*/ 2116988 h 2344739"/>
              <a:gd name="connsiteX101" fmla="*/ 7719893 w 12193149"/>
              <a:gd name="connsiteY101" fmla="*/ 2142703 h 2344739"/>
              <a:gd name="connsiteX102" fmla="*/ 7615495 w 12193149"/>
              <a:gd name="connsiteY102" fmla="*/ 2139232 h 2344739"/>
              <a:gd name="connsiteX103" fmla="*/ 7528691 w 12193149"/>
              <a:gd name="connsiteY103" fmla="*/ 2145060 h 2344739"/>
              <a:gd name="connsiteX104" fmla="*/ 7520719 w 12193149"/>
              <a:gd name="connsiteY104" fmla="*/ 2147613 h 2344739"/>
              <a:gd name="connsiteX105" fmla="*/ 7508559 w 12193149"/>
              <a:gd name="connsiteY105" fmla="*/ 2148948 h 2344739"/>
              <a:gd name="connsiteX106" fmla="*/ 7508188 w 12193149"/>
              <a:gd name="connsiteY106" fmla="*/ 2148621 h 2344739"/>
              <a:gd name="connsiteX107" fmla="*/ 7496943 w 12193149"/>
              <a:gd name="connsiteY107" fmla="*/ 2150573 h 2344739"/>
              <a:gd name="connsiteX108" fmla="*/ 7406539 w 12193149"/>
              <a:gd name="connsiteY108" fmla="*/ 2142468 h 2344739"/>
              <a:gd name="connsiteX109" fmla="*/ 7219707 w 12193149"/>
              <a:gd name="connsiteY109" fmla="*/ 2156680 h 2344739"/>
              <a:gd name="connsiteX110" fmla="*/ 7202249 w 12193149"/>
              <a:gd name="connsiteY110" fmla="*/ 2161230 h 2344739"/>
              <a:gd name="connsiteX111" fmla="*/ 7198152 w 12193149"/>
              <a:gd name="connsiteY111" fmla="*/ 2166588 h 2344739"/>
              <a:gd name="connsiteX112" fmla="*/ 7171956 w 12193149"/>
              <a:gd name="connsiteY112" fmla="*/ 2171236 h 2344739"/>
              <a:gd name="connsiteX113" fmla="*/ 7098136 w 12193149"/>
              <a:gd name="connsiteY113" fmla="*/ 2183464 h 2344739"/>
              <a:gd name="connsiteX114" fmla="*/ 7019644 w 12193149"/>
              <a:gd name="connsiteY114" fmla="*/ 2183090 h 2344739"/>
              <a:gd name="connsiteX115" fmla="*/ 6905294 w 12193149"/>
              <a:gd name="connsiteY115" fmla="*/ 2212596 h 2344739"/>
              <a:gd name="connsiteX116" fmla="*/ 6709370 w 12193149"/>
              <a:gd name="connsiteY116" fmla="*/ 2240551 h 2344739"/>
              <a:gd name="connsiteX117" fmla="*/ 6550602 w 12193149"/>
              <a:gd name="connsiteY117" fmla="*/ 2269327 h 2344739"/>
              <a:gd name="connsiteX118" fmla="*/ 6318708 w 12193149"/>
              <a:gd name="connsiteY118" fmla="*/ 2316127 h 2344739"/>
              <a:gd name="connsiteX119" fmla="*/ 6169822 w 12193149"/>
              <a:gd name="connsiteY119" fmla="*/ 2318214 h 2344739"/>
              <a:gd name="connsiteX120" fmla="*/ 6074996 w 12193149"/>
              <a:gd name="connsiteY120" fmla="*/ 2338676 h 2344739"/>
              <a:gd name="connsiteX121" fmla="*/ 6069677 w 12193149"/>
              <a:gd name="connsiteY121" fmla="*/ 2337139 h 2344739"/>
              <a:gd name="connsiteX122" fmla="*/ 6049786 w 12193149"/>
              <a:gd name="connsiteY122" fmla="*/ 2337822 h 2344739"/>
              <a:gd name="connsiteX123" fmla="*/ 6042433 w 12193149"/>
              <a:gd name="connsiteY123" fmla="*/ 2329473 h 2344739"/>
              <a:gd name="connsiteX124" fmla="*/ 6011238 w 12193149"/>
              <a:gd name="connsiteY124" fmla="*/ 2324380 h 2344739"/>
              <a:gd name="connsiteX125" fmla="*/ 5958523 w 12193149"/>
              <a:gd name="connsiteY125" fmla="*/ 2328024 h 2344739"/>
              <a:gd name="connsiteX126" fmla="*/ 5760067 w 12193149"/>
              <a:gd name="connsiteY126" fmla="*/ 2343716 h 2344739"/>
              <a:gd name="connsiteX127" fmla="*/ 5628108 w 12193149"/>
              <a:gd name="connsiteY127" fmla="*/ 2344739 h 2344739"/>
              <a:gd name="connsiteX128" fmla="*/ 5472054 w 12193149"/>
              <a:gd name="connsiteY128" fmla="*/ 2330719 h 2344739"/>
              <a:gd name="connsiteX129" fmla="*/ 5433909 w 12193149"/>
              <a:gd name="connsiteY129" fmla="*/ 2319466 h 2344739"/>
              <a:gd name="connsiteX130" fmla="*/ 5382817 w 12193149"/>
              <a:gd name="connsiteY130" fmla="*/ 2301764 h 2344739"/>
              <a:gd name="connsiteX131" fmla="*/ 5262912 w 12193149"/>
              <a:gd name="connsiteY131" fmla="*/ 2281347 h 2344739"/>
              <a:gd name="connsiteX132" fmla="*/ 5224109 w 12193149"/>
              <a:gd name="connsiteY132" fmla="*/ 2270223 h 2344739"/>
              <a:gd name="connsiteX133" fmla="*/ 5175808 w 12193149"/>
              <a:gd name="connsiteY133" fmla="*/ 2267233 h 2344739"/>
              <a:gd name="connsiteX134" fmla="*/ 5157702 w 12193149"/>
              <a:gd name="connsiteY134" fmla="*/ 2260010 h 2344739"/>
              <a:gd name="connsiteX135" fmla="*/ 5143747 w 12193149"/>
              <a:gd name="connsiteY135" fmla="*/ 2256610 h 2344739"/>
              <a:gd name="connsiteX136" fmla="*/ 5140744 w 12193149"/>
              <a:gd name="connsiteY136" fmla="*/ 2254509 h 2344739"/>
              <a:gd name="connsiteX137" fmla="*/ 5122807 w 12193149"/>
              <a:gd name="connsiteY137" fmla="*/ 2243656 h 2344739"/>
              <a:gd name="connsiteX138" fmla="*/ 5066938 w 12193149"/>
              <a:gd name="connsiteY138" fmla="*/ 2250227 h 2344739"/>
              <a:gd name="connsiteX139" fmla="*/ 5012662 w 12193149"/>
              <a:gd name="connsiteY139" fmla="*/ 2233846 h 2344739"/>
              <a:gd name="connsiteX140" fmla="*/ 4841589 w 12193149"/>
              <a:gd name="connsiteY140" fmla="*/ 2209829 h 2344739"/>
              <a:gd name="connsiteX141" fmla="*/ 4763595 w 12193149"/>
              <a:gd name="connsiteY141" fmla="*/ 2182061 h 2344739"/>
              <a:gd name="connsiteX142" fmla="*/ 4724334 w 12193149"/>
              <a:gd name="connsiteY142" fmla="*/ 2173047 h 2344739"/>
              <a:gd name="connsiteX143" fmla="*/ 4722324 w 12193149"/>
              <a:gd name="connsiteY143" fmla="*/ 2172298 h 2344739"/>
              <a:gd name="connsiteX144" fmla="*/ 4723259 w 12193149"/>
              <a:gd name="connsiteY144" fmla="*/ 2172087 h 2344739"/>
              <a:gd name="connsiteX145" fmla="*/ 4718350 w 12193149"/>
              <a:gd name="connsiteY145" fmla="*/ 2170817 h 2344739"/>
              <a:gd name="connsiteX146" fmla="*/ 4722324 w 12193149"/>
              <a:gd name="connsiteY146" fmla="*/ 2172298 h 2344739"/>
              <a:gd name="connsiteX147" fmla="*/ 4716674 w 12193149"/>
              <a:gd name="connsiteY147" fmla="*/ 2173573 h 2344739"/>
              <a:gd name="connsiteX148" fmla="*/ 4516962 w 12193149"/>
              <a:gd name="connsiteY148" fmla="*/ 2163671 h 2344739"/>
              <a:gd name="connsiteX149" fmla="*/ 4429691 w 12193149"/>
              <a:gd name="connsiteY149" fmla="*/ 2153020 h 2344739"/>
              <a:gd name="connsiteX150" fmla="*/ 4364023 w 12193149"/>
              <a:gd name="connsiteY150" fmla="*/ 2151674 h 2344739"/>
              <a:gd name="connsiteX151" fmla="*/ 4318114 w 12193149"/>
              <a:gd name="connsiteY151" fmla="*/ 2158289 h 2344739"/>
              <a:gd name="connsiteX152" fmla="*/ 4316258 w 12193149"/>
              <a:gd name="connsiteY152" fmla="*/ 2156948 h 2344739"/>
              <a:gd name="connsiteX153" fmla="*/ 4296292 w 12193149"/>
              <a:gd name="connsiteY153" fmla="*/ 2155069 h 2344739"/>
              <a:gd name="connsiteX154" fmla="*/ 4291212 w 12193149"/>
              <a:gd name="connsiteY154" fmla="*/ 2157986 h 2344739"/>
              <a:gd name="connsiteX155" fmla="*/ 4277290 w 12193149"/>
              <a:gd name="connsiteY155" fmla="*/ 2157740 h 2344739"/>
              <a:gd name="connsiteX156" fmla="*/ 4249265 w 12193149"/>
              <a:gd name="connsiteY156" fmla="*/ 2160064 h 2344739"/>
              <a:gd name="connsiteX157" fmla="*/ 4203199 w 12193149"/>
              <a:gd name="connsiteY157" fmla="*/ 2157269 h 2344739"/>
              <a:gd name="connsiteX158" fmla="*/ 4202893 w 12193149"/>
              <a:gd name="connsiteY158" fmla="*/ 2156010 h 2344739"/>
              <a:gd name="connsiteX159" fmla="*/ 4192396 w 12193149"/>
              <a:gd name="connsiteY159" fmla="*/ 2150376 h 2344739"/>
              <a:gd name="connsiteX160" fmla="*/ 4143893 w 12193149"/>
              <a:gd name="connsiteY160" fmla="*/ 2134511 h 2344739"/>
              <a:gd name="connsiteX161" fmla="*/ 4084245 w 12193149"/>
              <a:gd name="connsiteY161" fmla="*/ 2107978 h 2344739"/>
              <a:gd name="connsiteX162" fmla="*/ 4075694 w 12193149"/>
              <a:gd name="connsiteY162" fmla="*/ 2107143 h 2344739"/>
              <a:gd name="connsiteX163" fmla="*/ 4075575 w 12193149"/>
              <a:gd name="connsiteY163" fmla="*/ 2106844 h 2344739"/>
              <a:gd name="connsiteX164" fmla="*/ 4066658 w 12193149"/>
              <a:gd name="connsiteY164" fmla="*/ 2105400 h 2344739"/>
              <a:gd name="connsiteX165" fmla="*/ 4060102 w 12193149"/>
              <a:gd name="connsiteY165" fmla="*/ 2105618 h 2344739"/>
              <a:gd name="connsiteX166" fmla="*/ 4043512 w 12193149"/>
              <a:gd name="connsiteY166" fmla="*/ 2103997 h 2344739"/>
              <a:gd name="connsiteX167" fmla="*/ 4038145 w 12193149"/>
              <a:gd name="connsiteY167" fmla="*/ 2101563 h 2344739"/>
              <a:gd name="connsiteX168" fmla="*/ 4036511 w 12193149"/>
              <a:gd name="connsiteY168" fmla="*/ 2097896 h 2344739"/>
              <a:gd name="connsiteX169" fmla="*/ 4034926 w 12193149"/>
              <a:gd name="connsiteY169" fmla="*/ 2098131 h 2344739"/>
              <a:gd name="connsiteX170" fmla="*/ 4005686 w 12193149"/>
              <a:gd name="connsiteY170" fmla="*/ 2085563 h 2344739"/>
              <a:gd name="connsiteX171" fmla="*/ 3937994 w 12193149"/>
              <a:gd name="connsiteY171" fmla="*/ 2068106 h 2344739"/>
              <a:gd name="connsiteX172" fmla="*/ 3898423 w 12193149"/>
              <a:gd name="connsiteY172" fmla="*/ 2062451 h 2344739"/>
              <a:gd name="connsiteX173" fmla="*/ 3790908 w 12193149"/>
              <a:gd name="connsiteY173" fmla="*/ 2042213 h 2344739"/>
              <a:gd name="connsiteX174" fmla="*/ 3683661 w 12193149"/>
              <a:gd name="connsiteY174" fmla="*/ 2018290 h 2344739"/>
              <a:gd name="connsiteX175" fmla="*/ 3611183 w 12193149"/>
              <a:gd name="connsiteY175" fmla="*/ 1986019 h 2344739"/>
              <a:gd name="connsiteX176" fmla="*/ 3605003 w 12193149"/>
              <a:gd name="connsiteY176" fmla="*/ 1987381 h 2344739"/>
              <a:gd name="connsiteX177" fmla="*/ 3595884 w 12193149"/>
              <a:gd name="connsiteY177" fmla="*/ 1987545 h 2344739"/>
              <a:gd name="connsiteX178" fmla="*/ 3595649 w 12193149"/>
              <a:gd name="connsiteY178" fmla="*/ 1987276 h 2344739"/>
              <a:gd name="connsiteX179" fmla="*/ 3587126 w 12193149"/>
              <a:gd name="connsiteY179" fmla="*/ 1987966 h 2344739"/>
              <a:gd name="connsiteX180" fmla="*/ 3537283 w 12193149"/>
              <a:gd name="connsiteY180" fmla="*/ 1978267 h 2344739"/>
              <a:gd name="connsiteX181" fmla="*/ 3474371 w 12193149"/>
              <a:gd name="connsiteY181" fmla="*/ 1974606 h 2344739"/>
              <a:gd name="connsiteX182" fmla="*/ 3401876 w 12193149"/>
              <a:gd name="connsiteY182" fmla="*/ 1962558 h 2344739"/>
              <a:gd name="connsiteX183" fmla="*/ 3365036 w 12193149"/>
              <a:gd name="connsiteY183" fmla="*/ 1979510 h 2344739"/>
              <a:gd name="connsiteX184" fmla="*/ 3345174 w 12193149"/>
              <a:gd name="connsiteY184" fmla="*/ 1981192 h 2344739"/>
              <a:gd name="connsiteX185" fmla="*/ 3342846 w 12193149"/>
              <a:gd name="connsiteY185" fmla="*/ 1980217 h 2344739"/>
              <a:gd name="connsiteX186" fmla="*/ 3263504 w 12193149"/>
              <a:gd name="connsiteY186" fmla="*/ 1986094 h 2344739"/>
              <a:gd name="connsiteX187" fmla="*/ 3143704 w 12193149"/>
              <a:gd name="connsiteY187" fmla="*/ 1993869 h 2344739"/>
              <a:gd name="connsiteX188" fmla="*/ 3031439 w 12193149"/>
              <a:gd name="connsiteY188" fmla="*/ 1996512 h 2344739"/>
              <a:gd name="connsiteX189" fmla="*/ 2782717 w 12193149"/>
              <a:gd name="connsiteY189" fmla="*/ 2018333 h 2344739"/>
              <a:gd name="connsiteX190" fmla="*/ 2647675 w 12193149"/>
              <a:gd name="connsiteY190" fmla="*/ 2028869 h 2344739"/>
              <a:gd name="connsiteX191" fmla="*/ 2569176 w 12193149"/>
              <a:gd name="connsiteY191" fmla="*/ 2002628 h 2344739"/>
              <a:gd name="connsiteX192" fmla="*/ 2444403 w 12193149"/>
              <a:gd name="connsiteY192" fmla="*/ 2016529 h 2344739"/>
              <a:gd name="connsiteX193" fmla="*/ 2316260 w 12193149"/>
              <a:gd name="connsiteY193" fmla="*/ 2024996 h 2344739"/>
              <a:gd name="connsiteX194" fmla="*/ 2209726 w 12193149"/>
              <a:gd name="connsiteY194" fmla="*/ 2019763 h 2344739"/>
              <a:gd name="connsiteX195" fmla="*/ 2095813 w 12193149"/>
              <a:gd name="connsiteY195" fmla="*/ 2003052 h 2344739"/>
              <a:gd name="connsiteX196" fmla="*/ 1998504 w 12193149"/>
              <a:gd name="connsiteY196" fmla="*/ 1995032 h 2344739"/>
              <a:gd name="connsiteX197" fmla="*/ 1929320 w 12193149"/>
              <a:gd name="connsiteY197" fmla="*/ 2016977 h 2344739"/>
              <a:gd name="connsiteX198" fmla="*/ 1922798 w 12193149"/>
              <a:gd name="connsiteY198" fmla="*/ 2012146 h 2344739"/>
              <a:gd name="connsiteX199" fmla="*/ 1874228 w 12193149"/>
              <a:gd name="connsiteY199" fmla="*/ 2013741 h 2344739"/>
              <a:gd name="connsiteX200" fmla="*/ 1787803 w 12193149"/>
              <a:gd name="connsiteY200" fmla="*/ 2041363 h 2344739"/>
              <a:gd name="connsiteX201" fmla="*/ 1739352 w 12193149"/>
              <a:gd name="connsiteY201" fmla="*/ 2036312 h 2344739"/>
              <a:gd name="connsiteX202" fmla="*/ 1676219 w 12193149"/>
              <a:gd name="connsiteY202" fmla="*/ 2019963 h 2344739"/>
              <a:gd name="connsiteX203" fmla="*/ 1609817 w 12193149"/>
              <a:gd name="connsiteY203" fmla="*/ 2013066 h 2344739"/>
              <a:gd name="connsiteX204" fmla="*/ 1497258 w 12193149"/>
              <a:gd name="connsiteY204" fmla="*/ 1987476 h 2344739"/>
              <a:gd name="connsiteX205" fmla="*/ 1151127 w 12193149"/>
              <a:gd name="connsiteY205" fmla="*/ 1938041 h 2344739"/>
              <a:gd name="connsiteX206" fmla="*/ 859417 w 12193149"/>
              <a:gd name="connsiteY206" fmla="*/ 1928608 h 2344739"/>
              <a:gd name="connsiteX207" fmla="*/ 838688 w 12193149"/>
              <a:gd name="connsiteY207" fmla="*/ 1929821 h 2344739"/>
              <a:gd name="connsiteX208" fmla="*/ 817957 w 12193149"/>
              <a:gd name="connsiteY208" fmla="*/ 1927857 h 2344739"/>
              <a:gd name="connsiteX209" fmla="*/ 812654 w 12193149"/>
              <a:gd name="connsiteY209" fmla="*/ 1930751 h 2344739"/>
              <a:gd name="connsiteX210" fmla="*/ 721195 w 12193149"/>
              <a:gd name="connsiteY210" fmla="*/ 1929661 h 2344739"/>
              <a:gd name="connsiteX211" fmla="*/ 720890 w 12193149"/>
              <a:gd name="connsiteY211" fmla="*/ 1928399 h 2344739"/>
              <a:gd name="connsiteX212" fmla="*/ 710023 w 12193149"/>
              <a:gd name="connsiteY212" fmla="*/ 1922722 h 2344739"/>
              <a:gd name="connsiteX213" fmla="*/ 597940 w 12193149"/>
              <a:gd name="connsiteY213" fmla="*/ 1879864 h 2344739"/>
              <a:gd name="connsiteX214" fmla="*/ 579683 w 12193149"/>
              <a:gd name="connsiteY214" fmla="*/ 1877212 h 2344739"/>
              <a:gd name="connsiteX215" fmla="*/ 572865 w 12193149"/>
              <a:gd name="connsiteY215" fmla="*/ 1877401 h 2344739"/>
              <a:gd name="connsiteX216" fmla="*/ 446247 w 12193149"/>
              <a:gd name="connsiteY216" fmla="*/ 1839371 h 2344739"/>
              <a:gd name="connsiteX217" fmla="*/ 405163 w 12193149"/>
              <a:gd name="connsiteY217" fmla="*/ 1833548 h 2344739"/>
              <a:gd name="connsiteX218" fmla="*/ 293583 w 12193149"/>
              <a:gd name="connsiteY218" fmla="*/ 1812852 h 2344739"/>
              <a:gd name="connsiteX219" fmla="*/ 119529 w 12193149"/>
              <a:gd name="connsiteY219" fmla="*/ 1761047 h 2344739"/>
              <a:gd name="connsiteX220" fmla="*/ 16674 w 12193149"/>
              <a:gd name="connsiteY220" fmla="*/ 1758191 h 2344739"/>
              <a:gd name="connsiteX221" fmla="*/ 1150 w 12193149"/>
              <a:gd name="connsiteY221" fmla="*/ 1752722 h 2344739"/>
              <a:gd name="connsiteX222" fmla="*/ 1148 w 12193149"/>
              <a:gd name="connsiteY222" fmla="*/ 222213 h 2344739"/>
              <a:gd name="connsiteX223" fmla="*/ 1148 w 12193149"/>
              <a:gd name="connsiteY223"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101593 w 12193149"/>
              <a:gd name="connsiteY58" fmla="*/ 1742432 h 2344739"/>
              <a:gd name="connsiteX59" fmla="*/ 10083317 w 12193149"/>
              <a:gd name="connsiteY59" fmla="*/ 1743296 h 2344739"/>
              <a:gd name="connsiteX60" fmla="*/ 10040388 w 12193149"/>
              <a:gd name="connsiteY60" fmla="*/ 1741632 h 2344739"/>
              <a:gd name="connsiteX61" fmla="*/ 9961167 w 12193149"/>
              <a:gd name="connsiteY61" fmla="*/ 1757147 h 2344739"/>
              <a:gd name="connsiteX62" fmla="*/ 9848940 w 12193149"/>
              <a:gd name="connsiteY62" fmla="*/ 1763915 h 2344739"/>
              <a:gd name="connsiteX63" fmla="*/ 9729457 w 12193149"/>
              <a:gd name="connsiteY63" fmla="*/ 1784122 h 2344739"/>
              <a:gd name="connsiteX64" fmla="*/ 9585655 w 12193149"/>
              <a:gd name="connsiteY64" fmla="*/ 1795542 h 2344739"/>
              <a:gd name="connsiteX65" fmla="*/ 9344200 w 12193149"/>
              <a:gd name="connsiteY65" fmla="*/ 1841244 h 2344739"/>
              <a:gd name="connsiteX66" fmla="*/ 9232518 w 12193149"/>
              <a:gd name="connsiteY66" fmla="*/ 1893149 h 2344739"/>
              <a:gd name="connsiteX67" fmla="*/ 9195958 w 12193149"/>
              <a:gd name="connsiteY67" fmla="*/ 1903228 h 2344739"/>
              <a:gd name="connsiteX68" fmla="*/ 9114960 w 12193149"/>
              <a:gd name="connsiteY68" fmla="*/ 1919069 h 2344739"/>
              <a:gd name="connsiteX69" fmla="*/ 9054601 w 12193149"/>
              <a:gd name="connsiteY69" fmla="*/ 1910755 h 2344739"/>
              <a:gd name="connsiteX70" fmla="*/ 9006634 w 12193149"/>
              <a:gd name="connsiteY70" fmla="*/ 1914040 h 2344739"/>
              <a:gd name="connsiteX71" fmla="*/ 9006349 w 12193149"/>
              <a:gd name="connsiteY71" fmla="*/ 1913800 h 2344739"/>
              <a:gd name="connsiteX72" fmla="*/ 8997380 w 12193149"/>
              <a:gd name="connsiteY72" fmla="*/ 1915011 h 2344739"/>
              <a:gd name="connsiteX73" fmla="*/ 8991542 w 12193149"/>
              <a:gd name="connsiteY73" fmla="*/ 1917072 h 2344739"/>
              <a:gd name="connsiteX74" fmla="*/ 8975485 w 12193149"/>
              <a:gd name="connsiteY74" fmla="*/ 1920298 h 2344739"/>
              <a:gd name="connsiteX75" fmla="*/ 8969159 w 12193149"/>
              <a:gd name="connsiteY75" fmla="*/ 1919598 h 2344739"/>
              <a:gd name="connsiteX76" fmla="*/ 8964196 w 12193149"/>
              <a:gd name="connsiteY76" fmla="*/ 1917373 h 2344739"/>
              <a:gd name="connsiteX77" fmla="*/ 8930136 w 12193149"/>
              <a:gd name="connsiteY77" fmla="*/ 1914185 h 2344739"/>
              <a:gd name="connsiteX78" fmla="*/ 8753592 w 12193149"/>
              <a:gd name="connsiteY78" fmla="*/ 1933417 h 2344739"/>
              <a:gd name="connsiteX79" fmla="*/ 8708995 w 12193149"/>
              <a:gd name="connsiteY79" fmla="*/ 1935518 h 2344739"/>
              <a:gd name="connsiteX80" fmla="*/ 8597219 w 12193149"/>
              <a:gd name="connsiteY80" fmla="*/ 1944090 h 2344739"/>
              <a:gd name="connsiteX81" fmla="*/ 8526378 w 12193149"/>
              <a:gd name="connsiteY81" fmla="*/ 1929248 h 2344739"/>
              <a:gd name="connsiteX82" fmla="*/ 8512131 w 12193149"/>
              <a:gd name="connsiteY82" fmla="*/ 1935163 h 2344739"/>
              <a:gd name="connsiteX83" fmla="*/ 8507315 w 12193149"/>
              <a:gd name="connsiteY83" fmla="*/ 1938164 h 2344739"/>
              <a:gd name="connsiteX84" fmla="*/ 8499116 w 12193149"/>
              <a:gd name="connsiteY84" fmla="*/ 1940902 h 2344739"/>
              <a:gd name="connsiteX85" fmla="*/ 8498742 w 12193149"/>
              <a:gd name="connsiteY85" fmla="*/ 1940723 h 2344739"/>
              <a:gd name="connsiteX86" fmla="*/ 8491397 w 12193149"/>
              <a:gd name="connsiteY86" fmla="*/ 1943773 h 2344739"/>
              <a:gd name="connsiteX87" fmla="*/ 8368330 w 12193149"/>
              <a:gd name="connsiteY87" fmla="*/ 1957815 h 2344739"/>
              <a:gd name="connsiteX88" fmla="*/ 8354947 w 12193149"/>
              <a:gd name="connsiteY88" fmla="*/ 1958009 h 2344739"/>
              <a:gd name="connsiteX89" fmla="*/ 8321252 w 12193149"/>
              <a:gd name="connsiteY89" fmla="*/ 1974587 h 2344739"/>
              <a:gd name="connsiteX90" fmla="*/ 8315581 w 12193149"/>
              <a:gd name="connsiteY90" fmla="*/ 1974913 h 2344739"/>
              <a:gd name="connsiteX91" fmla="*/ 8296322 w 12193149"/>
              <a:gd name="connsiteY91" fmla="*/ 1988808 h 2344739"/>
              <a:gd name="connsiteX92" fmla="*/ 8285424 w 12193149"/>
              <a:gd name="connsiteY92" fmla="*/ 1994631 h 2344739"/>
              <a:gd name="connsiteX93" fmla="*/ 8284298 w 12193149"/>
              <a:gd name="connsiteY93" fmla="*/ 1999074 h 2344739"/>
              <a:gd name="connsiteX94" fmla="*/ 8267224 w 12193149"/>
              <a:gd name="connsiteY94" fmla="*/ 2006249 h 2344739"/>
              <a:gd name="connsiteX95" fmla="*/ 8264525 w 12193149"/>
              <a:gd name="connsiteY95" fmla="*/ 2006019 h 2344739"/>
              <a:gd name="connsiteX96" fmla="*/ 8253181 w 12193149"/>
              <a:gd name="connsiteY96" fmla="*/ 2015862 h 2344739"/>
              <a:gd name="connsiteX97" fmla="*/ 8246982 w 12193149"/>
              <a:gd name="connsiteY97" fmla="*/ 2028854 h 2344739"/>
              <a:gd name="connsiteX98" fmla="*/ 8091420 w 12193149"/>
              <a:gd name="connsiteY98" fmla="*/ 2075015 h 2344739"/>
              <a:gd name="connsiteX99" fmla="*/ 7906555 w 12193149"/>
              <a:gd name="connsiteY99" fmla="*/ 2116988 h 2344739"/>
              <a:gd name="connsiteX100" fmla="*/ 7719893 w 12193149"/>
              <a:gd name="connsiteY100" fmla="*/ 2142703 h 2344739"/>
              <a:gd name="connsiteX101" fmla="*/ 7615495 w 12193149"/>
              <a:gd name="connsiteY101" fmla="*/ 2139232 h 2344739"/>
              <a:gd name="connsiteX102" fmla="*/ 7528691 w 12193149"/>
              <a:gd name="connsiteY102" fmla="*/ 2145060 h 2344739"/>
              <a:gd name="connsiteX103" fmla="*/ 7520719 w 12193149"/>
              <a:gd name="connsiteY103" fmla="*/ 2147613 h 2344739"/>
              <a:gd name="connsiteX104" fmla="*/ 7508559 w 12193149"/>
              <a:gd name="connsiteY104" fmla="*/ 2148948 h 2344739"/>
              <a:gd name="connsiteX105" fmla="*/ 7508188 w 12193149"/>
              <a:gd name="connsiteY105" fmla="*/ 2148621 h 2344739"/>
              <a:gd name="connsiteX106" fmla="*/ 7496943 w 12193149"/>
              <a:gd name="connsiteY106" fmla="*/ 2150573 h 2344739"/>
              <a:gd name="connsiteX107" fmla="*/ 7406539 w 12193149"/>
              <a:gd name="connsiteY107" fmla="*/ 2142468 h 2344739"/>
              <a:gd name="connsiteX108" fmla="*/ 7219707 w 12193149"/>
              <a:gd name="connsiteY108" fmla="*/ 2156680 h 2344739"/>
              <a:gd name="connsiteX109" fmla="*/ 7202249 w 12193149"/>
              <a:gd name="connsiteY109" fmla="*/ 2161230 h 2344739"/>
              <a:gd name="connsiteX110" fmla="*/ 7198152 w 12193149"/>
              <a:gd name="connsiteY110" fmla="*/ 2166588 h 2344739"/>
              <a:gd name="connsiteX111" fmla="*/ 7171956 w 12193149"/>
              <a:gd name="connsiteY111" fmla="*/ 2171236 h 2344739"/>
              <a:gd name="connsiteX112" fmla="*/ 7098136 w 12193149"/>
              <a:gd name="connsiteY112" fmla="*/ 2183464 h 2344739"/>
              <a:gd name="connsiteX113" fmla="*/ 7019644 w 12193149"/>
              <a:gd name="connsiteY113" fmla="*/ 2183090 h 2344739"/>
              <a:gd name="connsiteX114" fmla="*/ 6905294 w 12193149"/>
              <a:gd name="connsiteY114" fmla="*/ 2212596 h 2344739"/>
              <a:gd name="connsiteX115" fmla="*/ 6709370 w 12193149"/>
              <a:gd name="connsiteY115" fmla="*/ 2240551 h 2344739"/>
              <a:gd name="connsiteX116" fmla="*/ 6550602 w 12193149"/>
              <a:gd name="connsiteY116" fmla="*/ 2269327 h 2344739"/>
              <a:gd name="connsiteX117" fmla="*/ 6318708 w 12193149"/>
              <a:gd name="connsiteY117" fmla="*/ 2316127 h 2344739"/>
              <a:gd name="connsiteX118" fmla="*/ 6169822 w 12193149"/>
              <a:gd name="connsiteY118" fmla="*/ 2318214 h 2344739"/>
              <a:gd name="connsiteX119" fmla="*/ 6074996 w 12193149"/>
              <a:gd name="connsiteY119" fmla="*/ 2338676 h 2344739"/>
              <a:gd name="connsiteX120" fmla="*/ 6069677 w 12193149"/>
              <a:gd name="connsiteY120" fmla="*/ 2337139 h 2344739"/>
              <a:gd name="connsiteX121" fmla="*/ 6049786 w 12193149"/>
              <a:gd name="connsiteY121" fmla="*/ 2337822 h 2344739"/>
              <a:gd name="connsiteX122" fmla="*/ 6042433 w 12193149"/>
              <a:gd name="connsiteY122" fmla="*/ 2329473 h 2344739"/>
              <a:gd name="connsiteX123" fmla="*/ 6011238 w 12193149"/>
              <a:gd name="connsiteY123" fmla="*/ 2324380 h 2344739"/>
              <a:gd name="connsiteX124" fmla="*/ 5958523 w 12193149"/>
              <a:gd name="connsiteY124" fmla="*/ 2328024 h 2344739"/>
              <a:gd name="connsiteX125" fmla="*/ 5760067 w 12193149"/>
              <a:gd name="connsiteY125" fmla="*/ 2343716 h 2344739"/>
              <a:gd name="connsiteX126" fmla="*/ 5628108 w 12193149"/>
              <a:gd name="connsiteY126" fmla="*/ 2344739 h 2344739"/>
              <a:gd name="connsiteX127" fmla="*/ 5472054 w 12193149"/>
              <a:gd name="connsiteY127" fmla="*/ 2330719 h 2344739"/>
              <a:gd name="connsiteX128" fmla="*/ 5433909 w 12193149"/>
              <a:gd name="connsiteY128" fmla="*/ 2319466 h 2344739"/>
              <a:gd name="connsiteX129" fmla="*/ 5382817 w 12193149"/>
              <a:gd name="connsiteY129" fmla="*/ 2301764 h 2344739"/>
              <a:gd name="connsiteX130" fmla="*/ 5262912 w 12193149"/>
              <a:gd name="connsiteY130" fmla="*/ 2281347 h 2344739"/>
              <a:gd name="connsiteX131" fmla="*/ 5224109 w 12193149"/>
              <a:gd name="connsiteY131" fmla="*/ 2270223 h 2344739"/>
              <a:gd name="connsiteX132" fmla="*/ 5175808 w 12193149"/>
              <a:gd name="connsiteY132" fmla="*/ 2267233 h 2344739"/>
              <a:gd name="connsiteX133" fmla="*/ 5157702 w 12193149"/>
              <a:gd name="connsiteY133" fmla="*/ 2260010 h 2344739"/>
              <a:gd name="connsiteX134" fmla="*/ 5143747 w 12193149"/>
              <a:gd name="connsiteY134" fmla="*/ 2256610 h 2344739"/>
              <a:gd name="connsiteX135" fmla="*/ 5140744 w 12193149"/>
              <a:gd name="connsiteY135" fmla="*/ 2254509 h 2344739"/>
              <a:gd name="connsiteX136" fmla="*/ 5122807 w 12193149"/>
              <a:gd name="connsiteY136" fmla="*/ 2243656 h 2344739"/>
              <a:gd name="connsiteX137" fmla="*/ 5066938 w 12193149"/>
              <a:gd name="connsiteY137" fmla="*/ 2250227 h 2344739"/>
              <a:gd name="connsiteX138" fmla="*/ 5012662 w 12193149"/>
              <a:gd name="connsiteY138" fmla="*/ 2233846 h 2344739"/>
              <a:gd name="connsiteX139" fmla="*/ 4841589 w 12193149"/>
              <a:gd name="connsiteY139" fmla="*/ 2209829 h 2344739"/>
              <a:gd name="connsiteX140" fmla="*/ 4763595 w 12193149"/>
              <a:gd name="connsiteY140" fmla="*/ 2182061 h 2344739"/>
              <a:gd name="connsiteX141" fmla="*/ 4724334 w 12193149"/>
              <a:gd name="connsiteY141" fmla="*/ 2173047 h 2344739"/>
              <a:gd name="connsiteX142" fmla="*/ 4722324 w 12193149"/>
              <a:gd name="connsiteY142" fmla="*/ 2172298 h 2344739"/>
              <a:gd name="connsiteX143" fmla="*/ 4723259 w 12193149"/>
              <a:gd name="connsiteY143" fmla="*/ 2172087 h 2344739"/>
              <a:gd name="connsiteX144" fmla="*/ 4718350 w 12193149"/>
              <a:gd name="connsiteY144" fmla="*/ 2170817 h 2344739"/>
              <a:gd name="connsiteX145" fmla="*/ 4722324 w 12193149"/>
              <a:gd name="connsiteY145" fmla="*/ 2172298 h 2344739"/>
              <a:gd name="connsiteX146" fmla="*/ 4716674 w 12193149"/>
              <a:gd name="connsiteY146" fmla="*/ 2173573 h 2344739"/>
              <a:gd name="connsiteX147" fmla="*/ 4516962 w 12193149"/>
              <a:gd name="connsiteY147" fmla="*/ 2163671 h 2344739"/>
              <a:gd name="connsiteX148" fmla="*/ 4429691 w 12193149"/>
              <a:gd name="connsiteY148" fmla="*/ 2153020 h 2344739"/>
              <a:gd name="connsiteX149" fmla="*/ 4364023 w 12193149"/>
              <a:gd name="connsiteY149" fmla="*/ 2151674 h 2344739"/>
              <a:gd name="connsiteX150" fmla="*/ 4318114 w 12193149"/>
              <a:gd name="connsiteY150" fmla="*/ 2158289 h 2344739"/>
              <a:gd name="connsiteX151" fmla="*/ 4316258 w 12193149"/>
              <a:gd name="connsiteY151" fmla="*/ 2156948 h 2344739"/>
              <a:gd name="connsiteX152" fmla="*/ 4296292 w 12193149"/>
              <a:gd name="connsiteY152" fmla="*/ 2155069 h 2344739"/>
              <a:gd name="connsiteX153" fmla="*/ 4291212 w 12193149"/>
              <a:gd name="connsiteY153" fmla="*/ 2157986 h 2344739"/>
              <a:gd name="connsiteX154" fmla="*/ 4277290 w 12193149"/>
              <a:gd name="connsiteY154" fmla="*/ 2157740 h 2344739"/>
              <a:gd name="connsiteX155" fmla="*/ 4249265 w 12193149"/>
              <a:gd name="connsiteY155" fmla="*/ 2160064 h 2344739"/>
              <a:gd name="connsiteX156" fmla="*/ 4203199 w 12193149"/>
              <a:gd name="connsiteY156" fmla="*/ 2157269 h 2344739"/>
              <a:gd name="connsiteX157" fmla="*/ 4202893 w 12193149"/>
              <a:gd name="connsiteY157" fmla="*/ 2156010 h 2344739"/>
              <a:gd name="connsiteX158" fmla="*/ 4192396 w 12193149"/>
              <a:gd name="connsiteY158" fmla="*/ 2150376 h 2344739"/>
              <a:gd name="connsiteX159" fmla="*/ 4143893 w 12193149"/>
              <a:gd name="connsiteY159" fmla="*/ 2134511 h 2344739"/>
              <a:gd name="connsiteX160" fmla="*/ 4084245 w 12193149"/>
              <a:gd name="connsiteY160" fmla="*/ 2107978 h 2344739"/>
              <a:gd name="connsiteX161" fmla="*/ 4075694 w 12193149"/>
              <a:gd name="connsiteY161" fmla="*/ 2107143 h 2344739"/>
              <a:gd name="connsiteX162" fmla="*/ 4075575 w 12193149"/>
              <a:gd name="connsiteY162" fmla="*/ 2106844 h 2344739"/>
              <a:gd name="connsiteX163" fmla="*/ 4066658 w 12193149"/>
              <a:gd name="connsiteY163" fmla="*/ 2105400 h 2344739"/>
              <a:gd name="connsiteX164" fmla="*/ 4060102 w 12193149"/>
              <a:gd name="connsiteY164" fmla="*/ 2105618 h 2344739"/>
              <a:gd name="connsiteX165" fmla="*/ 4043512 w 12193149"/>
              <a:gd name="connsiteY165" fmla="*/ 2103997 h 2344739"/>
              <a:gd name="connsiteX166" fmla="*/ 4038145 w 12193149"/>
              <a:gd name="connsiteY166" fmla="*/ 2101563 h 2344739"/>
              <a:gd name="connsiteX167" fmla="*/ 4036511 w 12193149"/>
              <a:gd name="connsiteY167" fmla="*/ 2097896 h 2344739"/>
              <a:gd name="connsiteX168" fmla="*/ 4034926 w 12193149"/>
              <a:gd name="connsiteY168" fmla="*/ 2098131 h 2344739"/>
              <a:gd name="connsiteX169" fmla="*/ 4005686 w 12193149"/>
              <a:gd name="connsiteY169" fmla="*/ 2085563 h 2344739"/>
              <a:gd name="connsiteX170" fmla="*/ 3937994 w 12193149"/>
              <a:gd name="connsiteY170" fmla="*/ 2068106 h 2344739"/>
              <a:gd name="connsiteX171" fmla="*/ 3898423 w 12193149"/>
              <a:gd name="connsiteY171" fmla="*/ 2062451 h 2344739"/>
              <a:gd name="connsiteX172" fmla="*/ 3790908 w 12193149"/>
              <a:gd name="connsiteY172" fmla="*/ 2042213 h 2344739"/>
              <a:gd name="connsiteX173" fmla="*/ 3683661 w 12193149"/>
              <a:gd name="connsiteY173" fmla="*/ 2018290 h 2344739"/>
              <a:gd name="connsiteX174" fmla="*/ 3611183 w 12193149"/>
              <a:gd name="connsiteY174" fmla="*/ 1986019 h 2344739"/>
              <a:gd name="connsiteX175" fmla="*/ 3605003 w 12193149"/>
              <a:gd name="connsiteY175" fmla="*/ 1987381 h 2344739"/>
              <a:gd name="connsiteX176" fmla="*/ 3595884 w 12193149"/>
              <a:gd name="connsiteY176" fmla="*/ 1987545 h 2344739"/>
              <a:gd name="connsiteX177" fmla="*/ 3595649 w 12193149"/>
              <a:gd name="connsiteY177" fmla="*/ 1987276 h 2344739"/>
              <a:gd name="connsiteX178" fmla="*/ 3587126 w 12193149"/>
              <a:gd name="connsiteY178" fmla="*/ 1987966 h 2344739"/>
              <a:gd name="connsiteX179" fmla="*/ 3537283 w 12193149"/>
              <a:gd name="connsiteY179" fmla="*/ 1978267 h 2344739"/>
              <a:gd name="connsiteX180" fmla="*/ 3474371 w 12193149"/>
              <a:gd name="connsiteY180" fmla="*/ 1974606 h 2344739"/>
              <a:gd name="connsiteX181" fmla="*/ 3401876 w 12193149"/>
              <a:gd name="connsiteY181" fmla="*/ 1962558 h 2344739"/>
              <a:gd name="connsiteX182" fmla="*/ 3365036 w 12193149"/>
              <a:gd name="connsiteY182" fmla="*/ 1979510 h 2344739"/>
              <a:gd name="connsiteX183" fmla="*/ 3345174 w 12193149"/>
              <a:gd name="connsiteY183" fmla="*/ 1981192 h 2344739"/>
              <a:gd name="connsiteX184" fmla="*/ 3342846 w 12193149"/>
              <a:gd name="connsiteY184" fmla="*/ 1980217 h 2344739"/>
              <a:gd name="connsiteX185" fmla="*/ 3263504 w 12193149"/>
              <a:gd name="connsiteY185" fmla="*/ 1986094 h 2344739"/>
              <a:gd name="connsiteX186" fmla="*/ 3143704 w 12193149"/>
              <a:gd name="connsiteY186" fmla="*/ 1993869 h 2344739"/>
              <a:gd name="connsiteX187" fmla="*/ 3031439 w 12193149"/>
              <a:gd name="connsiteY187" fmla="*/ 1996512 h 2344739"/>
              <a:gd name="connsiteX188" fmla="*/ 2782717 w 12193149"/>
              <a:gd name="connsiteY188" fmla="*/ 2018333 h 2344739"/>
              <a:gd name="connsiteX189" fmla="*/ 2647675 w 12193149"/>
              <a:gd name="connsiteY189" fmla="*/ 2028869 h 2344739"/>
              <a:gd name="connsiteX190" fmla="*/ 2569176 w 12193149"/>
              <a:gd name="connsiteY190" fmla="*/ 2002628 h 2344739"/>
              <a:gd name="connsiteX191" fmla="*/ 2444403 w 12193149"/>
              <a:gd name="connsiteY191" fmla="*/ 2016529 h 2344739"/>
              <a:gd name="connsiteX192" fmla="*/ 2316260 w 12193149"/>
              <a:gd name="connsiteY192" fmla="*/ 2024996 h 2344739"/>
              <a:gd name="connsiteX193" fmla="*/ 2209726 w 12193149"/>
              <a:gd name="connsiteY193" fmla="*/ 2019763 h 2344739"/>
              <a:gd name="connsiteX194" fmla="*/ 2095813 w 12193149"/>
              <a:gd name="connsiteY194" fmla="*/ 2003052 h 2344739"/>
              <a:gd name="connsiteX195" fmla="*/ 1998504 w 12193149"/>
              <a:gd name="connsiteY195" fmla="*/ 1995032 h 2344739"/>
              <a:gd name="connsiteX196" fmla="*/ 1929320 w 12193149"/>
              <a:gd name="connsiteY196" fmla="*/ 2016977 h 2344739"/>
              <a:gd name="connsiteX197" fmla="*/ 1922798 w 12193149"/>
              <a:gd name="connsiteY197" fmla="*/ 2012146 h 2344739"/>
              <a:gd name="connsiteX198" fmla="*/ 1874228 w 12193149"/>
              <a:gd name="connsiteY198" fmla="*/ 2013741 h 2344739"/>
              <a:gd name="connsiteX199" fmla="*/ 1787803 w 12193149"/>
              <a:gd name="connsiteY199" fmla="*/ 2041363 h 2344739"/>
              <a:gd name="connsiteX200" fmla="*/ 1739352 w 12193149"/>
              <a:gd name="connsiteY200" fmla="*/ 2036312 h 2344739"/>
              <a:gd name="connsiteX201" fmla="*/ 1676219 w 12193149"/>
              <a:gd name="connsiteY201" fmla="*/ 2019963 h 2344739"/>
              <a:gd name="connsiteX202" fmla="*/ 1609817 w 12193149"/>
              <a:gd name="connsiteY202" fmla="*/ 2013066 h 2344739"/>
              <a:gd name="connsiteX203" fmla="*/ 1497258 w 12193149"/>
              <a:gd name="connsiteY203" fmla="*/ 1987476 h 2344739"/>
              <a:gd name="connsiteX204" fmla="*/ 1151127 w 12193149"/>
              <a:gd name="connsiteY204" fmla="*/ 1938041 h 2344739"/>
              <a:gd name="connsiteX205" fmla="*/ 859417 w 12193149"/>
              <a:gd name="connsiteY205" fmla="*/ 1928608 h 2344739"/>
              <a:gd name="connsiteX206" fmla="*/ 838688 w 12193149"/>
              <a:gd name="connsiteY206" fmla="*/ 1929821 h 2344739"/>
              <a:gd name="connsiteX207" fmla="*/ 817957 w 12193149"/>
              <a:gd name="connsiteY207" fmla="*/ 1927857 h 2344739"/>
              <a:gd name="connsiteX208" fmla="*/ 812654 w 12193149"/>
              <a:gd name="connsiteY208" fmla="*/ 1930751 h 2344739"/>
              <a:gd name="connsiteX209" fmla="*/ 721195 w 12193149"/>
              <a:gd name="connsiteY209" fmla="*/ 1929661 h 2344739"/>
              <a:gd name="connsiteX210" fmla="*/ 720890 w 12193149"/>
              <a:gd name="connsiteY210" fmla="*/ 1928399 h 2344739"/>
              <a:gd name="connsiteX211" fmla="*/ 710023 w 12193149"/>
              <a:gd name="connsiteY211" fmla="*/ 1922722 h 2344739"/>
              <a:gd name="connsiteX212" fmla="*/ 597940 w 12193149"/>
              <a:gd name="connsiteY212" fmla="*/ 1879864 h 2344739"/>
              <a:gd name="connsiteX213" fmla="*/ 579683 w 12193149"/>
              <a:gd name="connsiteY213" fmla="*/ 1877212 h 2344739"/>
              <a:gd name="connsiteX214" fmla="*/ 572865 w 12193149"/>
              <a:gd name="connsiteY214" fmla="*/ 1877401 h 2344739"/>
              <a:gd name="connsiteX215" fmla="*/ 446247 w 12193149"/>
              <a:gd name="connsiteY215" fmla="*/ 1839371 h 2344739"/>
              <a:gd name="connsiteX216" fmla="*/ 405163 w 12193149"/>
              <a:gd name="connsiteY216" fmla="*/ 1833548 h 2344739"/>
              <a:gd name="connsiteX217" fmla="*/ 293583 w 12193149"/>
              <a:gd name="connsiteY217" fmla="*/ 1812852 h 2344739"/>
              <a:gd name="connsiteX218" fmla="*/ 119529 w 12193149"/>
              <a:gd name="connsiteY218" fmla="*/ 1761047 h 2344739"/>
              <a:gd name="connsiteX219" fmla="*/ 16674 w 12193149"/>
              <a:gd name="connsiteY219" fmla="*/ 1758191 h 2344739"/>
              <a:gd name="connsiteX220" fmla="*/ 1150 w 12193149"/>
              <a:gd name="connsiteY220" fmla="*/ 1752722 h 2344739"/>
              <a:gd name="connsiteX221" fmla="*/ 1148 w 12193149"/>
              <a:gd name="connsiteY221" fmla="*/ 222213 h 2344739"/>
              <a:gd name="connsiteX222" fmla="*/ 1148 w 12193149"/>
              <a:gd name="connsiteY222"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101593 w 12193149"/>
              <a:gd name="connsiteY58" fmla="*/ 1742432 h 2344739"/>
              <a:gd name="connsiteX59" fmla="*/ 10083317 w 12193149"/>
              <a:gd name="connsiteY59" fmla="*/ 1743296 h 2344739"/>
              <a:gd name="connsiteX60" fmla="*/ 10040388 w 12193149"/>
              <a:gd name="connsiteY60" fmla="*/ 1741632 h 2344739"/>
              <a:gd name="connsiteX61" fmla="*/ 9961167 w 12193149"/>
              <a:gd name="connsiteY61" fmla="*/ 1757147 h 2344739"/>
              <a:gd name="connsiteX62" fmla="*/ 9848940 w 12193149"/>
              <a:gd name="connsiteY62" fmla="*/ 1763915 h 2344739"/>
              <a:gd name="connsiteX63" fmla="*/ 9729457 w 12193149"/>
              <a:gd name="connsiteY63" fmla="*/ 1784122 h 2344739"/>
              <a:gd name="connsiteX64" fmla="*/ 9585655 w 12193149"/>
              <a:gd name="connsiteY64" fmla="*/ 1795542 h 2344739"/>
              <a:gd name="connsiteX65" fmla="*/ 9344200 w 12193149"/>
              <a:gd name="connsiteY65" fmla="*/ 1841244 h 2344739"/>
              <a:gd name="connsiteX66" fmla="*/ 9232518 w 12193149"/>
              <a:gd name="connsiteY66" fmla="*/ 1893149 h 2344739"/>
              <a:gd name="connsiteX67" fmla="*/ 9195958 w 12193149"/>
              <a:gd name="connsiteY67" fmla="*/ 1903228 h 2344739"/>
              <a:gd name="connsiteX68" fmla="*/ 9054601 w 12193149"/>
              <a:gd name="connsiteY68" fmla="*/ 1910755 h 2344739"/>
              <a:gd name="connsiteX69" fmla="*/ 9006634 w 12193149"/>
              <a:gd name="connsiteY69" fmla="*/ 1914040 h 2344739"/>
              <a:gd name="connsiteX70" fmla="*/ 9006349 w 12193149"/>
              <a:gd name="connsiteY70" fmla="*/ 1913800 h 2344739"/>
              <a:gd name="connsiteX71" fmla="*/ 8997380 w 12193149"/>
              <a:gd name="connsiteY71" fmla="*/ 1915011 h 2344739"/>
              <a:gd name="connsiteX72" fmla="*/ 8991542 w 12193149"/>
              <a:gd name="connsiteY72" fmla="*/ 1917072 h 2344739"/>
              <a:gd name="connsiteX73" fmla="*/ 8975485 w 12193149"/>
              <a:gd name="connsiteY73" fmla="*/ 1920298 h 2344739"/>
              <a:gd name="connsiteX74" fmla="*/ 8969159 w 12193149"/>
              <a:gd name="connsiteY74" fmla="*/ 1919598 h 2344739"/>
              <a:gd name="connsiteX75" fmla="*/ 8964196 w 12193149"/>
              <a:gd name="connsiteY75" fmla="*/ 1917373 h 2344739"/>
              <a:gd name="connsiteX76" fmla="*/ 8930136 w 12193149"/>
              <a:gd name="connsiteY76" fmla="*/ 1914185 h 2344739"/>
              <a:gd name="connsiteX77" fmla="*/ 8753592 w 12193149"/>
              <a:gd name="connsiteY77" fmla="*/ 1933417 h 2344739"/>
              <a:gd name="connsiteX78" fmla="*/ 8708995 w 12193149"/>
              <a:gd name="connsiteY78" fmla="*/ 1935518 h 2344739"/>
              <a:gd name="connsiteX79" fmla="*/ 8597219 w 12193149"/>
              <a:gd name="connsiteY79" fmla="*/ 1944090 h 2344739"/>
              <a:gd name="connsiteX80" fmla="*/ 8526378 w 12193149"/>
              <a:gd name="connsiteY80" fmla="*/ 1929248 h 2344739"/>
              <a:gd name="connsiteX81" fmla="*/ 8512131 w 12193149"/>
              <a:gd name="connsiteY81" fmla="*/ 1935163 h 2344739"/>
              <a:gd name="connsiteX82" fmla="*/ 8507315 w 12193149"/>
              <a:gd name="connsiteY82" fmla="*/ 1938164 h 2344739"/>
              <a:gd name="connsiteX83" fmla="*/ 8499116 w 12193149"/>
              <a:gd name="connsiteY83" fmla="*/ 1940902 h 2344739"/>
              <a:gd name="connsiteX84" fmla="*/ 8498742 w 12193149"/>
              <a:gd name="connsiteY84" fmla="*/ 1940723 h 2344739"/>
              <a:gd name="connsiteX85" fmla="*/ 8491397 w 12193149"/>
              <a:gd name="connsiteY85" fmla="*/ 1943773 h 2344739"/>
              <a:gd name="connsiteX86" fmla="*/ 8368330 w 12193149"/>
              <a:gd name="connsiteY86" fmla="*/ 1957815 h 2344739"/>
              <a:gd name="connsiteX87" fmla="*/ 8354947 w 12193149"/>
              <a:gd name="connsiteY87" fmla="*/ 1958009 h 2344739"/>
              <a:gd name="connsiteX88" fmla="*/ 8321252 w 12193149"/>
              <a:gd name="connsiteY88" fmla="*/ 1974587 h 2344739"/>
              <a:gd name="connsiteX89" fmla="*/ 8315581 w 12193149"/>
              <a:gd name="connsiteY89" fmla="*/ 1974913 h 2344739"/>
              <a:gd name="connsiteX90" fmla="*/ 8296322 w 12193149"/>
              <a:gd name="connsiteY90" fmla="*/ 1988808 h 2344739"/>
              <a:gd name="connsiteX91" fmla="*/ 8285424 w 12193149"/>
              <a:gd name="connsiteY91" fmla="*/ 1994631 h 2344739"/>
              <a:gd name="connsiteX92" fmla="*/ 8284298 w 12193149"/>
              <a:gd name="connsiteY92" fmla="*/ 1999074 h 2344739"/>
              <a:gd name="connsiteX93" fmla="*/ 8267224 w 12193149"/>
              <a:gd name="connsiteY93" fmla="*/ 2006249 h 2344739"/>
              <a:gd name="connsiteX94" fmla="*/ 8264525 w 12193149"/>
              <a:gd name="connsiteY94" fmla="*/ 2006019 h 2344739"/>
              <a:gd name="connsiteX95" fmla="*/ 8253181 w 12193149"/>
              <a:gd name="connsiteY95" fmla="*/ 2015862 h 2344739"/>
              <a:gd name="connsiteX96" fmla="*/ 8246982 w 12193149"/>
              <a:gd name="connsiteY96" fmla="*/ 2028854 h 2344739"/>
              <a:gd name="connsiteX97" fmla="*/ 8091420 w 12193149"/>
              <a:gd name="connsiteY97" fmla="*/ 2075015 h 2344739"/>
              <a:gd name="connsiteX98" fmla="*/ 7906555 w 12193149"/>
              <a:gd name="connsiteY98" fmla="*/ 2116988 h 2344739"/>
              <a:gd name="connsiteX99" fmla="*/ 7719893 w 12193149"/>
              <a:gd name="connsiteY99" fmla="*/ 2142703 h 2344739"/>
              <a:gd name="connsiteX100" fmla="*/ 7615495 w 12193149"/>
              <a:gd name="connsiteY100" fmla="*/ 2139232 h 2344739"/>
              <a:gd name="connsiteX101" fmla="*/ 7528691 w 12193149"/>
              <a:gd name="connsiteY101" fmla="*/ 2145060 h 2344739"/>
              <a:gd name="connsiteX102" fmla="*/ 7520719 w 12193149"/>
              <a:gd name="connsiteY102" fmla="*/ 2147613 h 2344739"/>
              <a:gd name="connsiteX103" fmla="*/ 7508559 w 12193149"/>
              <a:gd name="connsiteY103" fmla="*/ 2148948 h 2344739"/>
              <a:gd name="connsiteX104" fmla="*/ 7508188 w 12193149"/>
              <a:gd name="connsiteY104" fmla="*/ 2148621 h 2344739"/>
              <a:gd name="connsiteX105" fmla="*/ 7496943 w 12193149"/>
              <a:gd name="connsiteY105" fmla="*/ 2150573 h 2344739"/>
              <a:gd name="connsiteX106" fmla="*/ 7406539 w 12193149"/>
              <a:gd name="connsiteY106" fmla="*/ 2142468 h 2344739"/>
              <a:gd name="connsiteX107" fmla="*/ 7219707 w 12193149"/>
              <a:gd name="connsiteY107" fmla="*/ 2156680 h 2344739"/>
              <a:gd name="connsiteX108" fmla="*/ 7202249 w 12193149"/>
              <a:gd name="connsiteY108" fmla="*/ 2161230 h 2344739"/>
              <a:gd name="connsiteX109" fmla="*/ 7198152 w 12193149"/>
              <a:gd name="connsiteY109" fmla="*/ 2166588 h 2344739"/>
              <a:gd name="connsiteX110" fmla="*/ 7171956 w 12193149"/>
              <a:gd name="connsiteY110" fmla="*/ 2171236 h 2344739"/>
              <a:gd name="connsiteX111" fmla="*/ 7098136 w 12193149"/>
              <a:gd name="connsiteY111" fmla="*/ 2183464 h 2344739"/>
              <a:gd name="connsiteX112" fmla="*/ 7019644 w 12193149"/>
              <a:gd name="connsiteY112" fmla="*/ 2183090 h 2344739"/>
              <a:gd name="connsiteX113" fmla="*/ 6905294 w 12193149"/>
              <a:gd name="connsiteY113" fmla="*/ 2212596 h 2344739"/>
              <a:gd name="connsiteX114" fmla="*/ 6709370 w 12193149"/>
              <a:gd name="connsiteY114" fmla="*/ 2240551 h 2344739"/>
              <a:gd name="connsiteX115" fmla="*/ 6550602 w 12193149"/>
              <a:gd name="connsiteY115" fmla="*/ 2269327 h 2344739"/>
              <a:gd name="connsiteX116" fmla="*/ 6318708 w 12193149"/>
              <a:gd name="connsiteY116" fmla="*/ 2316127 h 2344739"/>
              <a:gd name="connsiteX117" fmla="*/ 6169822 w 12193149"/>
              <a:gd name="connsiteY117" fmla="*/ 2318214 h 2344739"/>
              <a:gd name="connsiteX118" fmla="*/ 6074996 w 12193149"/>
              <a:gd name="connsiteY118" fmla="*/ 2338676 h 2344739"/>
              <a:gd name="connsiteX119" fmla="*/ 6069677 w 12193149"/>
              <a:gd name="connsiteY119" fmla="*/ 2337139 h 2344739"/>
              <a:gd name="connsiteX120" fmla="*/ 6049786 w 12193149"/>
              <a:gd name="connsiteY120" fmla="*/ 2337822 h 2344739"/>
              <a:gd name="connsiteX121" fmla="*/ 6042433 w 12193149"/>
              <a:gd name="connsiteY121" fmla="*/ 2329473 h 2344739"/>
              <a:gd name="connsiteX122" fmla="*/ 6011238 w 12193149"/>
              <a:gd name="connsiteY122" fmla="*/ 2324380 h 2344739"/>
              <a:gd name="connsiteX123" fmla="*/ 5958523 w 12193149"/>
              <a:gd name="connsiteY123" fmla="*/ 2328024 h 2344739"/>
              <a:gd name="connsiteX124" fmla="*/ 5760067 w 12193149"/>
              <a:gd name="connsiteY124" fmla="*/ 2343716 h 2344739"/>
              <a:gd name="connsiteX125" fmla="*/ 5628108 w 12193149"/>
              <a:gd name="connsiteY125" fmla="*/ 2344739 h 2344739"/>
              <a:gd name="connsiteX126" fmla="*/ 5472054 w 12193149"/>
              <a:gd name="connsiteY126" fmla="*/ 2330719 h 2344739"/>
              <a:gd name="connsiteX127" fmla="*/ 5433909 w 12193149"/>
              <a:gd name="connsiteY127" fmla="*/ 2319466 h 2344739"/>
              <a:gd name="connsiteX128" fmla="*/ 5382817 w 12193149"/>
              <a:gd name="connsiteY128" fmla="*/ 2301764 h 2344739"/>
              <a:gd name="connsiteX129" fmla="*/ 5262912 w 12193149"/>
              <a:gd name="connsiteY129" fmla="*/ 2281347 h 2344739"/>
              <a:gd name="connsiteX130" fmla="*/ 5224109 w 12193149"/>
              <a:gd name="connsiteY130" fmla="*/ 2270223 h 2344739"/>
              <a:gd name="connsiteX131" fmla="*/ 5175808 w 12193149"/>
              <a:gd name="connsiteY131" fmla="*/ 2267233 h 2344739"/>
              <a:gd name="connsiteX132" fmla="*/ 5157702 w 12193149"/>
              <a:gd name="connsiteY132" fmla="*/ 2260010 h 2344739"/>
              <a:gd name="connsiteX133" fmla="*/ 5143747 w 12193149"/>
              <a:gd name="connsiteY133" fmla="*/ 2256610 h 2344739"/>
              <a:gd name="connsiteX134" fmla="*/ 5140744 w 12193149"/>
              <a:gd name="connsiteY134" fmla="*/ 2254509 h 2344739"/>
              <a:gd name="connsiteX135" fmla="*/ 5122807 w 12193149"/>
              <a:gd name="connsiteY135" fmla="*/ 2243656 h 2344739"/>
              <a:gd name="connsiteX136" fmla="*/ 5066938 w 12193149"/>
              <a:gd name="connsiteY136" fmla="*/ 2250227 h 2344739"/>
              <a:gd name="connsiteX137" fmla="*/ 5012662 w 12193149"/>
              <a:gd name="connsiteY137" fmla="*/ 2233846 h 2344739"/>
              <a:gd name="connsiteX138" fmla="*/ 4841589 w 12193149"/>
              <a:gd name="connsiteY138" fmla="*/ 2209829 h 2344739"/>
              <a:gd name="connsiteX139" fmla="*/ 4763595 w 12193149"/>
              <a:gd name="connsiteY139" fmla="*/ 2182061 h 2344739"/>
              <a:gd name="connsiteX140" fmla="*/ 4724334 w 12193149"/>
              <a:gd name="connsiteY140" fmla="*/ 2173047 h 2344739"/>
              <a:gd name="connsiteX141" fmla="*/ 4722324 w 12193149"/>
              <a:gd name="connsiteY141" fmla="*/ 2172298 h 2344739"/>
              <a:gd name="connsiteX142" fmla="*/ 4723259 w 12193149"/>
              <a:gd name="connsiteY142" fmla="*/ 2172087 h 2344739"/>
              <a:gd name="connsiteX143" fmla="*/ 4718350 w 12193149"/>
              <a:gd name="connsiteY143" fmla="*/ 2170817 h 2344739"/>
              <a:gd name="connsiteX144" fmla="*/ 4722324 w 12193149"/>
              <a:gd name="connsiteY144" fmla="*/ 2172298 h 2344739"/>
              <a:gd name="connsiteX145" fmla="*/ 4716674 w 12193149"/>
              <a:gd name="connsiteY145" fmla="*/ 2173573 h 2344739"/>
              <a:gd name="connsiteX146" fmla="*/ 4516962 w 12193149"/>
              <a:gd name="connsiteY146" fmla="*/ 2163671 h 2344739"/>
              <a:gd name="connsiteX147" fmla="*/ 4429691 w 12193149"/>
              <a:gd name="connsiteY147" fmla="*/ 2153020 h 2344739"/>
              <a:gd name="connsiteX148" fmla="*/ 4364023 w 12193149"/>
              <a:gd name="connsiteY148" fmla="*/ 2151674 h 2344739"/>
              <a:gd name="connsiteX149" fmla="*/ 4318114 w 12193149"/>
              <a:gd name="connsiteY149" fmla="*/ 2158289 h 2344739"/>
              <a:gd name="connsiteX150" fmla="*/ 4316258 w 12193149"/>
              <a:gd name="connsiteY150" fmla="*/ 2156948 h 2344739"/>
              <a:gd name="connsiteX151" fmla="*/ 4296292 w 12193149"/>
              <a:gd name="connsiteY151" fmla="*/ 2155069 h 2344739"/>
              <a:gd name="connsiteX152" fmla="*/ 4291212 w 12193149"/>
              <a:gd name="connsiteY152" fmla="*/ 2157986 h 2344739"/>
              <a:gd name="connsiteX153" fmla="*/ 4277290 w 12193149"/>
              <a:gd name="connsiteY153" fmla="*/ 2157740 h 2344739"/>
              <a:gd name="connsiteX154" fmla="*/ 4249265 w 12193149"/>
              <a:gd name="connsiteY154" fmla="*/ 2160064 h 2344739"/>
              <a:gd name="connsiteX155" fmla="*/ 4203199 w 12193149"/>
              <a:gd name="connsiteY155" fmla="*/ 2157269 h 2344739"/>
              <a:gd name="connsiteX156" fmla="*/ 4202893 w 12193149"/>
              <a:gd name="connsiteY156" fmla="*/ 2156010 h 2344739"/>
              <a:gd name="connsiteX157" fmla="*/ 4192396 w 12193149"/>
              <a:gd name="connsiteY157" fmla="*/ 2150376 h 2344739"/>
              <a:gd name="connsiteX158" fmla="*/ 4143893 w 12193149"/>
              <a:gd name="connsiteY158" fmla="*/ 2134511 h 2344739"/>
              <a:gd name="connsiteX159" fmla="*/ 4084245 w 12193149"/>
              <a:gd name="connsiteY159" fmla="*/ 2107978 h 2344739"/>
              <a:gd name="connsiteX160" fmla="*/ 4075694 w 12193149"/>
              <a:gd name="connsiteY160" fmla="*/ 2107143 h 2344739"/>
              <a:gd name="connsiteX161" fmla="*/ 4075575 w 12193149"/>
              <a:gd name="connsiteY161" fmla="*/ 2106844 h 2344739"/>
              <a:gd name="connsiteX162" fmla="*/ 4066658 w 12193149"/>
              <a:gd name="connsiteY162" fmla="*/ 2105400 h 2344739"/>
              <a:gd name="connsiteX163" fmla="*/ 4060102 w 12193149"/>
              <a:gd name="connsiteY163" fmla="*/ 2105618 h 2344739"/>
              <a:gd name="connsiteX164" fmla="*/ 4043512 w 12193149"/>
              <a:gd name="connsiteY164" fmla="*/ 2103997 h 2344739"/>
              <a:gd name="connsiteX165" fmla="*/ 4038145 w 12193149"/>
              <a:gd name="connsiteY165" fmla="*/ 2101563 h 2344739"/>
              <a:gd name="connsiteX166" fmla="*/ 4036511 w 12193149"/>
              <a:gd name="connsiteY166" fmla="*/ 2097896 h 2344739"/>
              <a:gd name="connsiteX167" fmla="*/ 4034926 w 12193149"/>
              <a:gd name="connsiteY167" fmla="*/ 2098131 h 2344739"/>
              <a:gd name="connsiteX168" fmla="*/ 4005686 w 12193149"/>
              <a:gd name="connsiteY168" fmla="*/ 2085563 h 2344739"/>
              <a:gd name="connsiteX169" fmla="*/ 3937994 w 12193149"/>
              <a:gd name="connsiteY169" fmla="*/ 2068106 h 2344739"/>
              <a:gd name="connsiteX170" fmla="*/ 3898423 w 12193149"/>
              <a:gd name="connsiteY170" fmla="*/ 2062451 h 2344739"/>
              <a:gd name="connsiteX171" fmla="*/ 3790908 w 12193149"/>
              <a:gd name="connsiteY171" fmla="*/ 2042213 h 2344739"/>
              <a:gd name="connsiteX172" fmla="*/ 3683661 w 12193149"/>
              <a:gd name="connsiteY172" fmla="*/ 2018290 h 2344739"/>
              <a:gd name="connsiteX173" fmla="*/ 3611183 w 12193149"/>
              <a:gd name="connsiteY173" fmla="*/ 1986019 h 2344739"/>
              <a:gd name="connsiteX174" fmla="*/ 3605003 w 12193149"/>
              <a:gd name="connsiteY174" fmla="*/ 1987381 h 2344739"/>
              <a:gd name="connsiteX175" fmla="*/ 3595884 w 12193149"/>
              <a:gd name="connsiteY175" fmla="*/ 1987545 h 2344739"/>
              <a:gd name="connsiteX176" fmla="*/ 3595649 w 12193149"/>
              <a:gd name="connsiteY176" fmla="*/ 1987276 h 2344739"/>
              <a:gd name="connsiteX177" fmla="*/ 3587126 w 12193149"/>
              <a:gd name="connsiteY177" fmla="*/ 1987966 h 2344739"/>
              <a:gd name="connsiteX178" fmla="*/ 3537283 w 12193149"/>
              <a:gd name="connsiteY178" fmla="*/ 1978267 h 2344739"/>
              <a:gd name="connsiteX179" fmla="*/ 3474371 w 12193149"/>
              <a:gd name="connsiteY179" fmla="*/ 1974606 h 2344739"/>
              <a:gd name="connsiteX180" fmla="*/ 3401876 w 12193149"/>
              <a:gd name="connsiteY180" fmla="*/ 1962558 h 2344739"/>
              <a:gd name="connsiteX181" fmla="*/ 3365036 w 12193149"/>
              <a:gd name="connsiteY181" fmla="*/ 1979510 h 2344739"/>
              <a:gd name="connsiteX182" fmla="*/ 3345174 w 12193149"/>
              <a:gd name="connsiteY182" fmla="*/ 1981192 h 2344739"/>
              <a:gd name="connsiteX183" fmla="*/ 3342846 w 12193149"/>
              <a:gd name="connsiteY183" fmla="*/ 1980217 h 2344739"/>
              <a:gd name="connsiteX184" fmla="*/ 3263504 w 12193149"/>
              <a:gd name="connsiteY184" fmla="*/ 1986094 h 2344739"/>
              <a:gd name="connsiteX185" fmla="*/ 3143704 w 12193149"/>
              <a:gd name="connsiteY185" fmla="*/ 1993869 h 2344739"/>
              <a:gd name="connsiteX186" fmla="*/ 3031439 w 12193149"/>
              <a:gd name="connsiteY186" fmla="*/ 1996512 h 2344739"/>
              <a:gd name="connsiteX187" fmla="*/ 2782717 w 12193149"/>
              <a:gd name="connsiteY187" fmla="*/ 2018333 h 2344739"/>
              <a:gd name="connsiteX188" fmla="*/ 2647675 w 12193149"/>
              <a:gd name="connsiteY188" fmla="*/ 2028869 h 2344739"/>
              <a:gd name="connsiteX189" fmla="*/ 2569176 w 12193149"/>
              <a:gd name="connsiteY189" fmla="*/ 2002628 h 2344739"/>
              <a:gd name="connsiteX190" fmla="*/ 2444403 w 12193149"/>
              <a:gd name="connsiteY190" fmla="*/ 2016529 h 2344739"/>
              <a:gd name="connsiteX191" fmla="*/ 2316260 w 12193149"/>
              <a:gd name="connsiteY191" fmla="*/ 2024996 h 2344739"/>
              <a:gd name="connsiteX192" fmla="*/ 2209726 w 12193149"/>
              <a:gd name="connsiteY192" fmla="*/ 2019763 h 2344739"/>
              <a:gd name="connsiteX193" fmla="*/ 2095813 w 12193149"/>
              <a:gd name="connsiteY193" fmla="*/ 2003052 h 2344739"/>
              <a:gd name="connsiteX194" fmla="*/ 1998504 w 12193149"/>
              <a:gd name="connsiteY194" fmla="*/ 1995032 h 2344739"/>
              <a:gd name="connsiteX195" fmla="*/ 1929320 w 12193149"/>
              <a:gd name="connsiteY195" fmla="*/ 2016977 h 2344739"/>
              <a:gd name="connsiteX196" fmla="*/ 1922798 w 12193149"/>
              <a:gd name="connsiteY196" fmla="*/ 2012146 h 2344739"/>
              <a:gd name="connsiteX197" fmla="*/ 1874228 w 12193149"/>
              <a:gd name="connsiteY197" fmla="*/ 2013741 h 2344739"/>
              <a:gd name="connsiteX198" fmla="*/ 1787803 w 12193149"/>
              <a:gd name="connsiteY198" fmla="*/ 2041363 h 2344739"/>
              <a:gd name="connsiteX199" fmla="*/ 1739352 w 12193149"/>
              <a:gd name="connsiteY199" fmla="*/ 2036312 h 2344739"/>
              <a:gd name="connsiteX200" fmla="*/ 1676219 w 12193149"/>
              <a:gd name="connsiteY200" fmla="*/ 2019963 h 2344739"/>
              <a:gd name="connsiteX201" fmla="*/ 1609817 w 12193149"/>
              <a:gd name="connsiteY201" fmla="*/ 2013066 h 2344739"/>
              <a:gd name="connsiteX202" fmla="*/ 1497258 w 12193149"/>
              <a:gd name="connsiteY202" fmla="*/ 1987476 h 2344739"/>
              <a:gd name="connsiteX203" fmla="*/ 1151127 w 12193149"/>
              <a:gd name="connsiteY203" fmla="*/ 1938041 h 2344739"/>
              <a:gd name="connsiteX204" fmla="*/ 859417 w 12193149"/>
              <a:gd name="connsiteY204" fmla="*/ 1928608 h 2344739"/>
              <a:gd name="connsiteX205" fmla="*/ 838688 w 12193149"/>
              <a:gd name="connsiteY205" fmla="*/ 1929821 h 2344739"/>
              <a:gd name="connsiteX206" fmla="*/ 817957 w 12193149"/>
              <a:gd name="connsiteY206" fmla="*/ 1927857 h 2344739"/>
              <a:gd name="connsiteX207" fmla="*/ 812654 w 12193149"/>
              <a:gd name="connsiteY207" fmla="*/ 1930751 h 2344739"/>
              <a:gd name="connsiteX208" fmla="*/ 721195 w 12193149"/>
              <a:gd name="connsiteY208" fmla="*/ 1929661 h 2344739"/>
              <a:gd name="connsiteX209" fmla="*/ 720890 w 12193149"/>
              <a:gd name="connsiteY209" fmla="*/ 1928399 h 2344739"/>
              <a:gd name="connsiteX210" fmla="*/ 710023 w 12193149"/>
              <a:gd name="connsiteY210" fmla="*/ 1922722 h 2344739"/>
              <a:gd name="connsiteX211" fmla="*/ 597940 w 12193149"/>
              <a:gd name="connsiteY211" fmla="*/ 1879864 h 2344739"/>
              <a:gd name="connsiteX212" fmla="*/ 579683 w 12193149"/>
              <a:gd name="connsiteY212" fmla="*/ 1877212 h 2344739"/>
              <a:gd name="connsiteX213" fmla="*/ 572865 w 12193149"/>
              <a:gd name="connsiteY213" fmla="*/ 1877401 h 2344739"/>
              <a:gd name="connsiteX214" fmla="*/ 446247 w 12193149"/>
              <a:gd name="connsiteY214" fmla="*/ 1839371 h 2344739"/>
              <a:gd name="connsiteX215" fmla="*/ 405163 w 12193149"/>
              <a:gd name="connsiteY215" fmla="*/ 1833548 h 2344739"/>
              <a:gd name="connsiteX216" fmla="*/ 293583 w 12193149"/>
              <a:gd name="connsiteY216" fmla="*/ 1812852 h 2344739"/>
              <a:gd name="connsiteX217" fmla="*/ 119529 w 12193149"/>
              <a:gd name="connsiteY217" fmla="*/ 1761047 h 2344739"/>
              <a:gd name="connsiteX218" fmla="*/ 16674 w 12193149"/>
              <a:gd name="connsiteY218" fmla="*/ 1758191 h 2344739"/>
              <a:gd name="connsiteX219" fmla="*/ 1150 w 12193149"/>
              <a:gd name="connsiteY219" fmla="*/ 1752722 h 2344739"/>
              <a:gd name="connsiteX220" fmla="*/ 1148 w 12193149"/>
              <a:gd name="connsiteY220" fmla="*/ 222213 h 2344739"/>
              <a:gd name="connsiteX221" fmla="*/ 1148 w 12193149"/>
              <a:gd name="connsiteY221"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101593 w 12193149"/>
              <a:gd name="connsiteY58" fmla="*/ 1742432 h 2344739"/>
              <a:gd name="connsiteX59" fmla="*/ 10083317 w 12193149"/>
              <a:gd name="connsiteY59" fmla="*/ 1743296 h 2344739"/>
              <a:gd name="connsiteX60" fmla="*/ 10040388 w 12193149"/>
              <a:gd name="connsiteY60" fmla="*/ 1741632 h 2344739"/>
              <a:gd name="connsiteX61" fmla="*/ 9961167 w 12193149"/>
              <a:gd name="connsiteY61" fmla="*/ 1757147 h 2344739"/>
              <a:gd name="connsiteX62" fmla="*/ 9848940 w 12193149"/>
              <a:gd name="connsiteY62" fmla="*/ 1763915 h 2344739"/>
              <a:gd name="connsiteX63" fmla="*/ 9729457 w 12193149"/>
              <a:gd name="connsiteY63" fmla="*/ 1784122 h 2344739"/>
              <a:gd name="connsiteX64" fmla="*/ 9585655 w 12193149"/>
              <a:gd name="connsiteY64" fmla="*/ 1795542 h 2344739"/>
              <a:gd name="connsiteX65" fmla="*/ 9344200 w 12193149"/>
              <a:gd name="connsiteY65" fmla="*/ 1841244 h 2344739"/>
              <a:gd name="connsiteX66" fmla="*/ 9232518 w 12193149"/>
              <a:gd name="connsiteY66" fmla="*/ 1893149 h 2344739"/>
              <a:gd name="connsiteX67" fmla="*/ 9156690 w 12193149"/>
              <a:gd name="connsiteY67" fmla="*/ 1903228 h 2344739"/>
              <a:gd name="connsiteX68" fmla="*/ 9054601 w 12193149"/>
              <a:gd name="connsiteY68" fmla="*/ 1910755 h 2344739"/>
              <a:gd name="connsiteX69" fmla="*/ 9006634 w 12193149"/>
              <a:gd name="connsiteY69" fmla="*/ 1914040 h 2344739"/>
              <a:gd name="connsiteX70" fmla="*/ 9006349 w 12193149"/>
              <a:gd name="connsiteY70" fmla="*/ 1913800 h 2344739"/>
              <a:gd name="connsiteX71" fmla="*/ 8997380 w 12193149"/>
              <a:gd name="connsiteY71" fmla="*/ 1915011 h 2344739"/>
              <a:gd name="connsiteX72" fmla="*/ 8991542 w 12193149"/>
              <a:gd name="connsiteY72" fmla="*/ 1917072 h 2344739"/>
              <a:gd name="connsiteX73" fmla="*/ 8975485 w 12193149"/>
              <a:gd name="connsiteY73" fmla="*/ 1920298 h 2344739"/>
              <a:gd name="connsiteX74" fmla="*/ 8969159 w 12193149"/>
              <a:gd name="connsiteY74" fmla="*/ 1919598 h 2344739"/>
              <a:gd name="connsiteX75" fmla="*/ 8964196 w 12193149"/>
              <a:gd name="connsiteY75" fmla="*/ 1917373 h 2344739"/>
              <a:gd name="connsiteX76" fmla="*/ 8930136 w 12193149"/>
              <a:gd name="connsiteY76" fmla="*/ 1914185 h 2344739"/>
              <a:gd name="connsiteX77" fmla="*/ 8753592 w 12193149"/>
              <a:gd name="connsiteY77" fmla="*/ 1933417 h 2344739"/>
              <a:gd name="connsiteX78" fmla="*/ 8708995 w 12193149"/>
              <a:gd name="connsiteY78" fmla="*/ 1935518 h 2344739"/>
              <a:gd name="connsiteX79" fmla="*/ 8597219 w 12193149"/>
              <a:gd name="connsiteY79" fmla="*/ 1944090 h 2344739"/>
              <a:gd name="connsiteX80" fmla="*/ 8526378 w 12193149"/>
              <a:gd name="connsiteY80" fmla="*/ 1929248 h 2344739"/>
              <a:gd name="connsiteX81" fmla="*/ 8512131 w 12193149"/>
              <a:gd name="connsiteY81" fmla="*/ 1935163 h 2344739"/>
              <a:gd name="connsiteX82" fmla="*/ 8507315 w 12193149"/>
              <a:gd name="connsiteY82" fmla="*/ 1938164 h 2344739"/>
              <a:gd name="connsiteX83" fmla="*/ 8499116 w 12193149"/>
              <a:gd name="connsiteY83" fmla="*/ 1940902 h 2344739"/>
              <a:gd name="connsiteX84" fmla="*/ 8498742 w 12193149"/>
              <a:gd name="connsiteY84" fmla="*/ 1940723 h 2344739"/>
              <a:gd name="connsiteX85" fmla="*/ 8491397 w 12193149"/>
              <a:gd name="connsiteY85" fmla="*/ 1943773 h 2344739"/>
              <a:gd name="connsiteX86" fmla="*/ 8368330 w 12193149"/>
              <a:gd name="connsiteY86" fmla="*/ 1957815 h 2344739"/>
              <a:gd name="connsiteX87" fmla="*/ 8354947 w 12193149"/>
              <a:gd name="connsiteY87" fmla="*/ 1958009 h 2344739"/>
              <a:gd name="connsiteX88" fmla="*/ 8321252 w 12193149"/>
              <a:gd name="connsiteY88" fmla="*/ 1974587 h 2344739"/>
              <a:gd name="connsiteX89" fmla="*/ 8315581 w 12193149"/>
              <a:gd name="connsiteY89" fmla="*/ 1974913 h 2344739"/>
              <a:gd name="connsiteX90" fmla="*/ 8296322 w 12193149"/>
              <a:gd name="connsiteY90" fmla="*/ 1988808 h 2344739"/>
              <a:gd name="connsiteX91" fmla="*/ 8285424 w 12193149"/>
              <a:gd name="connsiteY91" fmla="*/ 1994631 h 2344739"/>
              <a:gd name="connsiteX92" fmla="*/ 8284298 w 12193149"/>
              <a:gd name="connsiteY92" fmla="*/ 1999074 h 2344739"/>
              <a:gd name="connsiteX93" fmla="*/ 8267224 w 12193149"/>
              <a:gd name="connsiteY93" fmla="*/ 2006249 h 2344739"/>
              <a:gd name="connsiteX94" fmla="*/ 8264525 w 12193149"/>
              <a:gd name="connsiteY94" fmla="*/ 2006019 h 2344739"/>
              <a:gd name="connsiteX95" fmla="*/ 8253181 w 12193149"/>
              <a:gd name="connsiteY95" fmla="*/ 2015862 h 2344739"/>
              <a:gd name="connsiteX96" fmla="*/ 8246982 w 12193149"/>
              <a:gd name="connsiteY96" fmla="*/ 2028854 h 2344739"/>
              <a:gd name="connsiteX97" fmla="*/ 8091420 w 12193149"/>
              <a:gd name="connsiteY97" fmla="*/ 2075015 h 2344739"/>
              <a:gd name="connsiteX98" fmla="*/ 7906555 w 12193149"/>
              <a:gd name="connsiteY98" fmla="*/ 2116988 h 2344739"/>
              <a:gd name="connsiteX99" fmla="*/ 7719893 w 12193149"/>
              <a:gd name="connsiteY99" fmla="*/ 2142703 h 2344739"/>
              <a:gd name="connsiteX100" fmla="*/ 7615495 w 12193149"/>
              <a:gd name="connsiteY100" fmla="*/ 2139232 h 2344739"/>
              <a:gd name="connsiteX101" fmla="*/ 7528691 w 12193149"/>
              <a:gd name="connsiteY101" fmla="*/ 2145060 h 2344739"/>
              <a:gd name="connsiteX102" fmla="*/ 7520719 w 12193149"/>
              <a:gd name="connsiteY102" fmla="*/ 2147613 h 2344739"/>
              <a:gd name="connsiteX103" fmla="*/ 7508559 w 12193149"/>
              <a:gd name="connsiteY103" fmla="*/ 2148948 h 2344739"/>
              <a:gd name="connsiteX104" fmla="*/ 7508188 w 12193149"/>
              <a:gd name="connsiteY104" fmla="*/ 2148621 h 2344739"/>
              <a:gd name="connsiteX105" fmla="*/ 7496943 w 12193149"/>
              <a:gd name="connsiteY105" fmla="*/ 2150573 h 2344739"/>
              <a:gd name="connsiteX106" fmla="*/ 7406539 w 12193149"/>
              <a:gd name="connsiteY106" fmla="*/ 2142468 h 2344739"/>
              <a:gd name="connsiteX107" fmla="*/ 7219707 w 12193149"/>
              <a:gd name="connsiteY107" fmla="*/ 2156680 h 2344739"/>
              <a:gd name="connsiteX108" fmla="*/ 7202249 w 12193149"/>
              <a:gd name="connsiteY108" fmla="*/ 2161230 h 2344739"/>
              <a:gd name="connsiteX109" fmla="*/ 7198152 w 12193149"/>
              <a:gd name="connsiteY109" fmla="*/ 2166588 h 2344739"/>
              <a:gd name="connsiteX110" fmla="*/ 7171956 w 12193149"/>
              <a:gd name="connsiteY110" fmla="*/ 2171236 h 2344739"/>
              <a:gd name="connsiteX111" fmla="*/ 7098136 w 12193149"/>
              <a:gd name="connsiteY111" fmla="*/ 2183464 h 2344739"/>
              <a:gd name="connsiteX112" fmla="*/ 7019644 w 12193149"/>
              <a:gd name="connsiteY112" fmla="*/ 2183090 h 2344739"/>
              <a:gd name="connsiteX113" fmla="*/ 6905294 w 12193149"/>
              <a:gd name="connsiteY113" fmla="*/ 2212596 h 2344739"/>
              <a:gd name="connsiteX114" fmla="*/ 6709370 w 12193149"/>
              <a:gd name="connsiteY114" fmla="*/ 2240551 h 2344739"/>
              <a:gd name="connsiteX115" fmla="*/ 6550602 w 12193149"/>
              <a:gd name="connsiteY115" fmla="*/ 2269327 h 2344739"/>
              <a:gd name="connsiteX116" fmla="*/ 6318708 w 12193149"/>
              <a:gd name="connsiteY116" fmla="*/ 2316127 h 2344739"/>
              <a:gd name="connsiteX117" fmla="*/ 6169822 w 12193149"/>
              <a:gd name="connsiteY117" fmla="*/ 2318214 h 2344739"/>
              <a:gd name="connsiteX118" fmla="*/ 6074996 w 12193149"/>
              <a:gd name="connsiteY118" fmla="*/ 2338676 h 2344739"/>
              <a:gd name="connsiteX119" fmla="*/ 6069677 w 12193149"/>
              <a:gd name="connsiteY119" fmla="*/ 2337139 h 2344739"/>
              <a:gd name="connsiteX120" fmla="*/ 6049786 w 12193149"/>
              <a:gd name="connsiteY120" fmla="*/ 2337822 h 2344739"/>
              <a:gd name="connsiteX121" fmla="*/ 6042433 w 12193149"/>
              <a:gd name="connsiteY121" fmla="*/ 2329473 h 2344739"/>
              <a:gd name="connsiteX122" fmla="*/ 6011238 w 12193149"/>
              <a:gd name="connsiteY122" fmla="*/ 2324380 h 2344739"/>
              <a:gd name="connsiteX123" fmla="*/ 5958523 w 12193149"/>
              <a:gd name="connsiteY123" fmla="*/ 2328024 h 2344739"/>
              <a:gd name="connsiteX124" fmla="*/ 5760067 w 12193149"/>
              <a:gd name="connsiteY124" fmla="*/ 2343716 h 2344739"/>
              <a:gd name="connsiteX125" fmla="*/ 5628108 w 12193149"/>
              <a:gd name="connsiteY125" fmla="*/ 2344739 h 2344739"/>
              <a:gd name="connsiteX126" fmla="*/ 5472054 w 12193149"/>
              <a:gd name="connsiteY126" fmla="*/ 2330719 h 2344739"/>
              <a:gd name="connsiteX127" fmla="*/ 5433909 w 12193149"/>
              <a:gd name="connsiteY127" fmla="*/ 2319466 h 2344739"/>
              <a:gd name="connsiteX128" fmla="*/ 5382817 w 12193149"/>
              <a:gd name="connsiteY128" fmla="*/ 2301764 h 2344739"/>
              <a:gd name="connsiteX129" fmla="*/ 5262912 w 12193149"/>
              <a:gd name="connsiteY129" fmla="*/ 2281347 h 2344739"/>
              <a:gd name="connsiteX130" fmla="*/ 5224109 w 12193149"/>
              <a:gd name="connsiteY130" fmla="*/ 2270223 h 2344739"/>
              <a:gd name="connsiteX131" fmla="*/ 5175808 w 12193149"/>
              <a:gd name="connsiteY131" fmla="*/ 2267233 h 2344739"/>
              <a:gd name="connsiteX132" fmla="*/ 5157702 w 12193149"/>
              <a:gd name="connsiteY132" fmla="*/ 2260010 h 2344739"/>
              <a:gd name="connsiteX133" fmla="*/ 5143747 w 12193149"/>
              <a:gd name="connsiteY133" fmla="*/ 2256610 h 2344739"/>
              <a:gd name="connsiteX134" fmla="*/ 5140744 w 12193149"/>
              <a:gd name="connsiteY134" fmla="*/ 2254509 h 2344739"/>
              <a:gd name="connsiteX135" fmla="*/ 5122807 w 12193149"/>
              <a:gd name="connsiteY135" fmla="*/ 2243656 h 2344739"/>
              <a:gd name="connsiteX136" fmla="*/ 5066938 w 12193149"/>
              <a:gd name="connsiteY136" fmla="*/ 2250227 h 2344739"/>
              <a:gd name="connsiteX137" fmla="*/ 5012662 w 12193149"/>
              <a:gd name="connsiteY137" fmla="*/ 2233846 h 2344739"/>
              <a:gd name="connsiteX138" fmla="*/ 4841589 w 12193149"/>
              <a:gd name="connsiteY138" fmla="*/ 2209829 h 2344739"/>
              <a:gd name="connsiteX139" fmla="*/ 4763595 w 12193149"/>
              <a:gd name="connsiteY139" fmla="*/ 2182061 h 2344739"/>
              <a:gd name="connsiteX140" fmla="*/ 4724334 w 12193149"/>
              <a:gd name="connsiteY140" fmla="*/ 2173047 h 2344739"/>
              <a:gd name="connsiteX141" fmla="*/ 4722324 w 12193149"/>
              <a:gd name="connsiteY141" fmla="*/ 2172298 h 2344739"/>
              <a:gd name="connsiteX142" fmla="*/ 4723259 w 12193149"/>
              <a:gd name="connsiteY142" fmla="*/ 2172087 h 2344739"/>
              <a:gd name="connsiteX143" fmla="*/ 4718350 w 12193149"/>
              <a:gd name="connsiteY143" fmla="*/ 2170817 h 2344739"/>
              <a:gd name="connsiteX144" fmla="*/ 4722324 w 12193149"/>
              <a:gd name="connsiteY144" fmla="*/ 2172298 h 2344739"/>
              <a:gd name="connsiteX145" fmla="*/ 4716674 w 12193149"/>
              <a:gd name="connsiteY145" fmla="*/ 2173573 h 2344739"/>
              <a:gd name="connsiteX146" fmla="*/ 4516962 w 12193149"/>
              <a:gd name="connsiteY146" fmla="*/ 2163671 h 2344739"/>
              <a:gd name="connsiteX147" fmla="*/ 4429691 w 12193149"/>
              <a:gd name="connsiteY147" fmla="*/ 2153020 h 2344739"/>
              <a:gd name="connsiteX148" fmla="*/ 4364023 w 12193149"/>
              <a:gd name="connsiteY148" fmla="*/ 2151674 h 2344739"/>
              <a:gd name="connsiteX149" fmla="*/ 4318114 w 12193149"/>
              <a:gd name="connsiteY149" fmla="*/ 2158289 h 2344739"/>
              <a:gd name="connsiteX150" fmla="*/ 4316258 w 12193149"/>
              <a:gd name="connsiteY150" fmla="*/ 2156948 h 2344739"/>
              <a:gd name="connsiteX151" fmla="*/ 4296292 w 12193149"/>
              <a:gd name="connsiteY151" fmla="*/ 2155069 h 2344739"/>
              <a:gd name="connsiteX152" fmla="*/ 4291212 w 12193149"/>
              <a:gd name="connsiteY152" fmla="*/ 2157986 h 2344739"/>
              <a:gd name="connsiteX153" fmla="*/ 4277290 w 12193149"/>
              <a:gd name="connsiteY153" fmla="*/ 2157740 h 2344739"/>
              <a:gd name="connsiteX154" fmla="*/ 4249265 w 12193149"/>
              <a:gd name="connsiteY154" fmla="*/ 2160064 h 2344739"/>
              <a:gd name="connsiteX155" fmla="*/ 4203199 w 12193149"/>
              <a:gd name="connsiteY155" fmla="*/ 2157269 h 2344739"/>
              <a:gd name="connsiteX156" fmla="*/ 4202893 w 12193149"/>
              <a:gd name="connsiteY156" fmla="*/ 2156010 h 2344739"/>
              <a:gd name="connsiteX157" fmla="*/ 4192396 w 12193149"/>
              <a:gd name="connsiteY157" fmla="*/ 2150376 h 2344739"/>
              <a:gd name="connsiteX158" fmla="*/ 4143893 w 12193149"/>
              <a:gd name="connsiteY158" fmla="*/ 2134511 h 2344739"/>
              <a:gd name="connsiteX159" fmla="*/ 4084245 w 12193149"/>
              <a:gd name="connsiteY159" fmla="*/ 2107978 h 2344739"/>
              <a:gd name="connsiteX160" fmla="*/ 4075694 w 12193149"/>
              <a:gd name="connsiteY160" fmla="*/ 2107143 h 2344739"/>
              <a:gd name="connsiteX161" fmla="*/ 4075575 w 12193149"/>
              <a:gd name="connsiteY161" fmla="*/ 2106844 h 2344739"/>
              <a:gd name="connsiteX162" fmla="*/ 4066658 w 12193149"/>
              <a:gd name="connsiteY162" fmla="*/ 2105400 h 2344739"/>
              <a:gd name="connsiteX163" fmla="*/ 4060102 w 12193149"/>
              <a:gd name="connsiteY163" fmla="*/ 2105618 h 2344739"/>
              <a:gd name="connsiteX164" fmla="*/ 4043512 w 12193149"/>
              <a:gd name="connsiteY164" fmla="*/ 2103997 h 2344739"/>
              <a:gd name="connsiteX165" fmla="*/ 4038145 w 12193149"/>
              <a:gd name="connsiteY165" fmla="*/ 2101563 h 2344739"/>
              <a:gd name="connsiteX166" fmla="*/ 4036511 w 12193149"/>
              <a:gd name="connsiteY166" fmla="*/ 2097896 h 2344739"/>
              <a:gd name="connsiteX167" fmla="*/ 4034926 w 12193149"/>
              <a:gd name="connsiteY167" fmla="*/ 2098131 h 2344739"/>
              <a:gd name="connsiteX168" fmla="*/ 4005686 w 12193149"/>
              <a:gd name="connsiteY168" fmla="*/ 2085563 h 2344739"/>
              <a:gd name="connsiteX169" fmla="*/ 3937994 w 12193149"/>
              <a:gd name="connsiteY169" fmla="*/ 2068106 h 2344739"/>
              <a:gd name="connsiteX170" fmla="*/ 3898423 w 12193149"/>
              <a:gd name="connsiteY170" fmla="*/ 2062451 h 2344739"/>
              <a:gd name="connsiteX171" fmla="*/ 3790908 w 12193149"/>
              <a:gd name="connsiteY171" fmla="*/ 2042213 h 2344739"/>
              <a:gd name="connsiteX172" fmla="*/ 3683661 w 12193149"/>
              <a:gd name="connsiteY172" fmla="*/ 2018290 h 2344739"/>
              <a:gd name="connsiteX173" fmla="*/ 3611183 w 12193149"/>
              <a:gd name="connsiteY173" fmla="*/ 1986019 h 2344739"/>
              <a:gd name="connsiteX174" fmla="*/ 3605003 w 12193149"/>
              <a:gd name="connsiteY174" fmla="*/ 1987381 h 2344739"/>
              <a:gd name="connsiteX175" fmla="*/ 3595884 w 12193149"/>
              <a:gd name="connsiteY175" fmla="*/ 1987545 h 2344739"/>
              <a:gd name="connsiteX176" fmla="*/ 3595649 w 12193149"/>
              <a:gd name="connsiteY176" fmla="*/ 1987276 h 2344739"/>
              <a:gd name="connsiteX177" fmla="*/ 3587126 w 12193149"/>
              <a:gd name="connsiteY177" fmla="*/ 1987966 h 2344739"/>
              <a:gd name="connsiteX178" fmla="*/ 3537283 w 12193149"/>
              <a:gd name="connsiteY178" fmla="*/ 1978267 h 2344739"/>
              <a:gd name="connsiteX179" fmla="*/ 3474371 w 12193149"/>
              <a:gd name="connsiteY179" fmla="*/ 1974606 h 2344739"/>
              <a:gd name="connsiteX180" fmla="*/ 3401876 w 12193149"/>
              <a:gd name="connsiteY180" fmla="*/ 1962558 h 2344739"/>
              <a:gd name="connsiteX181" fmla="*/ 3365036 w 12193149"/>
              <a:gd name="connsiteY181" fmla="*/ 1979510 h 2344739"/>
              <a:gd name="connsiteX182" fmla="*/ 3345174 w 12193149"/>
              <a:gd name="connsiteY182" fmla="*/ 1981192 h 2344739"/>
              <a:gd name="connsiteX183" fmla="*/ 3342846 w 12193149"/>
              <a:gd name="connsiteY183" fmla="*/ 1980217 h 2344739"/>
              <a:gd name="connsiteX184" fmla="*/ 3263504 w 12193149"/>
              <a:gd name="connsiteY184" fmla="*/ 1986094 h 2344739"/>
              <a:gd name="connsiteX185" fmla="*/ 3143704 w 12193149"/>
              <a:gd name="connsiteY185" fmla="*/ 1993869 h 2344739"/>
              <a:gd name="connsiteX186" fmla="*/ 3031439 w 12193149"/>
              <a:gd name="connsiteY186" fmla="*/ 1996512 h 2344739"/>
              <a:gd name="connsiteX187" fmla="*/ 2782717 w 12193149"/>
              <a:gd name="connsiteY187" fmla="*/ 2018333 h 2344739"/>
              <a:gd name="connsiteX188" fmla="*/ 2647675 w 12193149"/>
              <a:gd name="connsiteY188" fmla="*/ 2028869 h 2344739"/>
              <a:gd name="connsiteX189" fmla="*/ 2569176 w 12193149"/>
              <a:gd name="connsiteY189" fmla="*/ 2002628 h 2344739"/>
              <a:gd name="connsiteX190" fmla="*/ 2444403 w 12193149"/>
              <a:gd name="connsiteY190" fmla="*/ 2016529 h 2344739"/>
              <a:gd name="connsiteX191" fmla="*/ 2316260 w 12193149"/>
              <a:gd name="connsiteY191" fmla="*/ 2024996 h 2344739"/>
              <a:gd name="connsiteX192" fmla="*/ 2209726 w 12193149"/>
              <a:gd name="connsiteY192" fmla="*/ 2019763 h 2344739"/>
              <a:gd name="connsiteX193" fmla="*/ 2095813 w 12193149"/>
              <a:gd name="connsiteY193" fmla="*/ 2003052 h 2344739"/>
              <a:gd name="connsiteX194" fmla="*/ 1998504 w 12193149"/>
              <a:gd name="connsiteY194" fmla="*/ 1995032 h 2344739"/>
              <a:gd name="connsiteX195" fmla="*/ 1929320 w 12193149"/>
              <a:gd name="connsiteY195" fmla="*/ 2016977 h 2344739"/>
              <a:gd name="connsiteX196" fmla="*/ 1922798 w 12193149"/>
              <a:gd name="connsiteY196" fmla="*/ 2012146 h 2344739"/>
              <a:gd name="connsiteX197" fmla="*/ 1874228 w 12193149"/>
              <a:gd name="connsiteY197" fmla="*/ 2013741 h 2344739"/>
              <a:gd name="connsiteX198" fmla="*/ 1787803 w 12193149"/>
              <a:gd name="connsiteY198" fmla="*/ 2041363 h 2344739"/>
              <a:gd name="connsiteX199" fmla="*/ 1739352 w 12193149"/>
              <a:gd name="connsiteY199" fmla="*/ 2036312 h 2344739"/>
              <a:gd name="connsiteX200" fmla="*/ 1676219 w 12193149"/>
              <a:gd name="connsiteY200" fmla="*/ 2019963 h 2344739"/>
              <a:gd name="connsiteX201" fmla="*/ 1609817 w 12193149"/>
              <a:gd name="connsiteY201" fmla="*/ 2013066 h 2344739"/>
              <a:gd name="connsiteX202" fmla="*/ 1497258 w 12193149"/>
              <a:gd name="connsiteY202" fmla="*/ 1987476 h 2344739"/>
              <a:gd name="connsiteX203" fmla="*/ 1151127 w 12193149"/>
              <a:gd name="connsiteY203" fmla="*/ 1938041 h 2344739"/>
              <a:gd name="connsiteX204" fmla="*/ 859417 w 12193149"/>
              <a:gd name="connsiteY204" fmla="*/ 1928608 h 2344739"/>
              <a:gd name="connsiteX205" fmla="*/ 838688 w 12193149"/>
              <a:gd name="connsiteY205" fmla="*/ 1929821 h 2344739"/>
              <a:gd name="connsiteX206" fmla="*/ 817957 w 12193149"/>
              <a:gd name="connsiteY206" fmla="*/ 1927857 h 2344739"/>
              <a:gd name="connsiteX207" fmla="*/ 812654 w 12193149"/>
              <a:gd name="connsiteY207" fmla="*/ 1930751 h 2344739"/>
              <a:gd name="connsiteX208" fmla="*/ 721195 w 12193149"/>
              <a:gd name="connsiteY208" fmla="*/ 1929661 h 2344739"/>
              <a:gd name="connsiteX209" fmla="*/ 720890 w 12193149"/>
              <a:gd name="connsiteY209" fmla="*/ 1928399 h 2344739"/>
              <a:gd name="connsiteX210" fmla="*/ 710023 w 12193149"/>
              <a:gd name="connsiteY210" fmla="*/ 1922722 h 2344739"/>
              <a:gd name="connsiteX211" fmla="*/ 597940 w 12193149"/>
              <a:gd name="connsiteY211" fmla="*/ 1879864 h 2344739"/>
              <a:gd name="connsiteX212" fmla="*/ 579683 w 12193149"/>
              <a:gd name="connsiteY212" fmla="*/ 1877212 h 2344739"/>
              <a:gd name="connsiteX213" fmla="*/ 572865 w 12193149"/>
              <a:gd name="connsiteY213" fmla="*/ 1877401 h 2344739"/>
              <a:gd name="connsiteX214" fmla="*/ 446247 w 12193149"/>
              <a:gd name="connsiteY214" fmla="*/ 1839371 h 2344739"/>
              <a:gd name="connsiteX215" fmla="*/ 405163 w 12193149"/>
              <a:gd name="connsiteY215" fmla="*/ 1833548 h 2344739"/>
              <a:gd name="connsiteX216" fmla="*/ 293583 w 12193149"/>
              <a:gd name="connsiteY216" fmla="*/ 1812852 h 2344739"/>
              <a:gd name="connsiteX217" fmla="*/ 119529 w 12193149"/>
              <a:gd name="connsiteY217" fmla="*/ 1761047 h 2344739"/>
              <a:gd name="connsiteX218" fmla="*/ 16674 w 12193149"/>
              <a:gd name="connsiteY218" fmla="*/ 1758191 h 2344739"/>
              <a:gd name="connsiteX219" fmla="*/ 1150 w 12193149"/>
              <a:gd name="connsiteY219" fmla="*/ 1752722 h 2344739"/>
              <a:gd name="connsiteX220" fmla="*/ 1148 w 12193149"/>
              <a:gd name="connsiteY220" fmla="*/ 222213 h 2344739"/>
              <a:gd name="connsiteX221" fmla="*/ 1148 w 12193149"/>
              <a:gd name="connsiteY221"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101593 w 12193149"/>
              <a:gd name="connsiteY58" fmla="*/ 1742432 h 2344739"/>
              <a:gd name="connsiteX59" fmla="*/ 10083317 w 12193149"/>
              <a:gd name="connsiteY59" fmla="*/ 1743296 h 2344739"/>
              <a:gd name="connsiteX60" fmla="*/ 10040388 w 12193149"/>
              <a:gd name="connsiteY60" fmla="*/ 1741632 h 2344739"/>
              <a:gd name="connsiteX61" fmla="*/ 9961167 w 12193149"/>
              <a:gd name="connsiteY61" fmla="*/ 1757147 h 2344739"/>
              <a:gd name="connsiteX62" fmla="*/ 9848940 w 12193149"/>
              <a:gd name="connsiteY62" fmla="*/ 1763915 h 2344739"/>
              <a:gd name="connsiteX63" fmla="*/ 9729457 w 12193149"/>
              <a:gd name="connsiteY63" fmla="*/ 1784122 h 2344739"/>
              <a:gd name="connsiteX64" fmla="*/ 9585655 w 12193149"/>
              <a:gd name="connsiteY64" fmla="*/ 1795542 h 2344739"/>
              <a:gd name="connsiteX65" fmla="*/ 9338590 w 12193149"/>
              <a:gd name="connsiteY65" fmla="*/ 1869293 h 2344739"/>
              <a:gd name="connsiteX66" fmla="*/ 9232518 w 12193149"/>
              <a:gd name="connsiteY66" fmla="*/ 1893149 h 2344739"/>
              <a:gd name="connsiteX67" fmla="*/ 9156690 w 12193149"/>
              <a:gd name="connsiteY67" fmla="*/ 1903228 h 2344739"/>
              <a:gd name="connsiteX68" fmla="*/ 9054601 w 12193149"/>
              <a:gd name="connsiteY68" fmla="*/ 1910755 h 2344739"/>
              <a:gd name="connsiteX69" fmla="*/ 9006634 w 12193149"/>
              <a:gd name="connsiteY69" fmla="*/ 1914040 h 2344739"/>
              <a:gd name="connsiteX70" fmla="*/ 9006349 w 12193149"/>
              <a:gd name="connsiteY70" fmla="*/ 1913800 h 2344739"/>
              <a:gd name="connsiteX71" fmla="*/ 8997380 w 12193149"/>
              <a:gd name="connsiteY71" fmla="*/ 1915011 h 2344739"/>
              <a:gd name="connsiteX72" fmla="*/ 8991542 w 12193149"/>
              <a:gd name="connsiteY72" fmla="*/ 1917072 h 2344739"/>
              <a:gd name="connsiteX73" fmla="*/ 8975485 w 12193149"/>
              <a:gd name="connsiteY73" fmla="*/ 1920298 h 2344739"/>
              <a:gd name="connsiteX74" fmla="*/ 8969159 w 12193149"/>
              <a:gd name="connsiteY74" fmla="*/ 1919598 h 2344739"/>
              <a:gd name="connsiteX75" fmla="*/ 8964196 w 12193149"/>
              <a:gd name="connsiteY75" fmla="*/ 1917373 h 2344739"/>
              <a:gd name="connsiteX76" fmla="*/ 8930136 w 12193149"/>
              <a:gd name="connsiteY76" fmla="*/ 1914185 h 2344739"/>
              <a:gd name="connsiteX77" fmla="*/ 8753592 w 12193149"/>
              <a:gd name="connsiteY77" fmla="*/ 1933417 h 2344739"/>
              <a:gd name="connsiteX78" fmla="*/ 8708995 w 12193149"/>
              <a:gd name="connsiteY78" fmla="*/ 1935518 h 2344739"/>
              <a:gd name="connsiteX79" fmla="*/ 8597219 w 12193149"/>
              <a:gd name="connsiteY79" fmla="*/ 1944090 h 2344739"/>
              <a:gd name="connsiteX80" fmla="*/ 8526378 w 12193149"/>
              <a:gd name="connsiteY80" fmla="*/ 1929248 h 2344739"/>
              <a:gd name="connsiteX81" fmla="*/ 8512131 w 12193149"/>
              <a:gd name="connsiteY81" fmla="*/ 1935163 h 2344739"/>
              <a:gd name="connsiteX82" fmla="*/ 8507315 w 12193149"/>
              <a:gd name="connsiteY82" fmla="*/ 1938164 h 2344739"/>
              <a:gd name="connsiteX83" fmla="*/ 8499116 w 12193149"/>
              <a:gd name="connsiteY83" fmla="*/ 1940902 h 2344739"/>
              <a:gd name="connsiteX84" fmla="*/ 8498742 w 12193149"/>
              <a:gd name="connsiteY84" fmla="*/ 1940723 h 2344739"/>
              <a:gd name="connsiteX85" fmla="*/ 8491397 w 12193149"/>
              <a:gd name="connsiteY85" fmla="*/ 1943773 h 2344739"/>
              <a:gd name="connsiteX86" fmla="*/ 8368330 w 12193149"/>
              <a:gd name="connsiteY86" fmla="*/ 1957815 h 2344739"/>
              <a:gd name="connsiteX87" fmla="*/ 8354947 w 12193149"/>
              <a:gd name="connsiteY87" fmla="*/ 1958009 h 2344739"/>
              <a:gd name="connsiteX88" fmla="*/ 8321252 w 12193149"/>
              <a:gd name="connsiteY88" fmla="*/ 1974587 h 2344739"/>
              <a:gd name="connsiteX89" fmla="*/ 8315581 w 12193149"/>
              <a:gd name="connsiteY89" fmla="*/ 1974913 h 2344739"/>
              <a:gd name="connsiteX90" fmla="*/ 8296322 w 12193149"/>
              <a:gd name="connsiteY90" fmla="*/ 1988808 h 2344739"/>
              <a:gd name="connsiteX91" fmla="*/ 8285424 w 12193149"/>
              <a:gd name="connsiteY91" fmla="*/ 1994631 h 2344739"/>
              <a:gd name="connsiteX92" fmla="*/ 8284298 w 12193149"/>
              <a:gd name="connsiteY92" fmla="*/ 1999074 h 2344739"/>
              <a:gd name="connsiteX93" fmla="*/ 8267224 w 12193149"/>
              <a:gd name="connsiteY93" fmla="*/ 2006249 h 2344739"/>
              <a:gd name="connsiteX94" fmla="*/ 8264525 w 12193149"/>
              <a:gd name="connsiteY94" fmla="*/ 2006019 h 2344739"/>
              <a:gd name="connsiteX95" fmla="*/ 8253181 w 12193149"/>
              <a:gd name="connsiteY95" fmla="*/ 2015862 h 2344739"/>
              <a:gd name="connsiteX96" fmla="*/ 8246982 w 12193149"/>
              <a:gd name="connsiteY96" fmla="*/ 2028854 h 2344739"/>
              <a:gd name="connsiteX97" fmla="*/ 8091420 w 12193149"/>
              <a:gd name="connsiteY97" fmla="*/ 2075015 h 2344739"/>
              <a:gd name="connsiteX98" fmla="*/ 7906555 w 12193149"/>
              <a:gd name="connsiteY98" fmla="*/ 2116988 h 2344739"/>
              <a:gd name="connsiteX99" fmla="*/ 7719893 w 12193149"/>
              <a:gd name="connsiteY99" fmla="*/ 2142703 h 2344739"/>
              <a:gd name="connsiteX100" fmla="*/ 7615495 w 12193149"/>
              <a:gd name="connsiteY100" fmla="*/ 2139232 h 2344739"/>
              <a:gd name="connsiteX101" fmla="*/ 7528691 w 12193149"/>
              <a:gd name="connsiteY101" fmla="*/ 2145060 h 2344739"/>
              <a:gd name="connsiteX102" fmla="*/ 7520719 w 12193149"/>
              <a:gd name="connsiteY102" fmla="*/ 2147613 h 2344739"/>
              <a:gd name="connsiteX103" fmla="*/ 7508559 w 12193149"/>
              <a:gd name="connsiteY103" fmla="*/ 2148948 h 2344739"/>
              <a:gd name="connsiteX104" fmla="*/ 7508188 w 12193149"/>
              <a:gd name="connsiteY104" fmla="*/ 2148621 h 2344739"/>
              <a:gd name="connsiteX105" fmla="*/ 7496943 w 12193149"/>
              <a:gd name="connsiteY105" fmla="*/ 2150573 h 2344739"/>
              <a:gd name="connsiteX106" fmla="*/ 7406539 w 12193149"/>
              <a:gd name="connsiteY106" fmla="*/ 2142468 h 2344739"/>
              <a:gd name="connsiteX107" fmla="*/ 7219707 w 12193149"/>
              <a:gd name="connsiteY107" fmla="*/ 2156680 h 2344739"/>
              <a:gd name="connsiteX108" fmla="*/ 7202249 w 12193149"/>
              <a:gd name="connsiteY108" fmla="*/ 2161230 h 2344739"/>
              <a:gd name="connsiteX109" fmla="*/ 7198152 w 12193149"/>
              <a:gd name="connsiteY109" fmla="*/ 2166588 h 2344739"/>
              <a:gd name="connsiteX110" fmla="*/ 7171956 w 12193149"/>
              <a:gd name="connsiteY110" fmla="*/ 2171236 h 2344739"/>
              <a:gd name="connsiteX111" fmla="*/ 7098136 w 12193149"/>
              <a:gd name="connsiteY111" fmla="*/ 2183464 h 2344739"/>
              <a:gd name="connsiteX112" fmla="*/ 7019644 w 12193149"/>
              <a:gd name="connsiteY112" fmla="*/ 2183090 h 2344739"/>
              <a:gd name="connsiteX113" fmla="*/ 6905294 w 12193149"/>
              <a:gd name="connsiteY113" fmla="*/ 2212596 h 2344739"/>
              <a:gd name="connsiteX114" fmla="*/ 6709370 w 12193149"/>
              <a:gd name="connsiteY114" fmla="*/ 2240551 h 2344739"/>
              <a:gd name="connsiteX115" fmla="*/ 6550602 w 12193149"/>
              <a:gd name="connsiteY115" fmla="*/ 2269327 h 2344739"/>
              <a:gd name="connsiteX116" fmla="*/ 6318708 w 12193149"/>
              <a:gd name="connsiteY116" fmla="*/ 2316127 h 2344739"/>
              <a:gd name="connsiteX117" fmla="*/ 6169822 w 12193149"/>
              <a:gd name="connsiteY117" fmla="*/ 2318214 h 2344739"/>
              <a:gd name="connsiteX118" fmla="*/ 6074996 w 12193149"/>
              <a:gd name="connsiteY118" fmla="*/ 2338676 h 2344739"/>
              <a:gd name="connsiteX119" fmla="*/ 6069677 w 12193149"/>
              <a:gd name="connsiteY119" fmla="*/ 2337139 h 2344739"/>
              <a:gd name="connsiteX120" fmla="*/ 6049786 w 12193149"/>
              <a:gd name="connsiteY120" fmla="*/ 2337822 h 2344739"/>
              <a:gd name="connsiteX121" fmla="*/ 6042433 w 12193149"/>
              <a:gd name="connsiteY121" fmla="*/ 2329473 h 2344739"/>
              <a:gd name="connsiteX122" fmla="*/ 6011238 w 12193149"/>
              <a:gd name="connsiteY122" fmla="*/ 2324380 h 2344739"/>
              <a:gd name="connsiteX123" fmla="*/ 5958523 w 12193149"/>
              <a:gd name="connsiteY123" fmla="*/ 2328024 h 2344739"/>
              <a:gd name="connsiteX124" fmla="*/ 5760067 w 12193149"/>
              <a:gd name="connsiteY124" fmla="*/ 2343716 h 2344739"/>
              <a:gd name="connsiteX125" fmla="*/ 5628108 w 12193149"/>
              <a:gd name="connsiteY125" fmla="*/ 2344739 h 2344739"/>
              <a:gd name="connsiteX126" fmla="*/ 5472054 w 12193149"/>
              <a:gd name="connsiteY126" fmla="*/ 2330719 h 2344739"/>
              <a:gd name="connsiteX127" fmla="*/ 5433909 w 12193149"/>
              <a:gd name="connsiteY127" fmla="*/ 2319466 h 2344739"/>
              <a:gd name="connsiteX128" fmla="*/ 5382817 w 12193149"/>
              <a:gd name="connsiteY128" fmla="*/ 2301764 h 2344739"/>
              <a:gd name="connsiteX129" fmla="*/ 5262912 w 12193149"/>
              <a:gd name="connsiteY129" fmla="*/ 2281347 h 2344739"/>
              <a:gd name="connsiteX130" fmla="*/ 5224109 w 12193149"/>
              <a:gd name="connsiteY130" fmla="*/ 2270223 h 2344739"/>
              <a:gd name="connsiteX131" fmla="*/ 5175808 w 12193149"/>
              <a:gd name="connsiteY131" fmla="*/ 2267233 h 2344739"/>
              <a:gd name="connsiteX132" fmla="*/ 5157702 w 12193149"/>
              <a:gd name="connsiteY132" fmla="*/ 2260010 h 2344739"/>
              <a:gd name="connsiteX133" fmla="*/ 5143747 w 12193149"/>
              <a:gd name="connsiteY133" fmla="*/ 2256610 h 2344739"/>
              <a:gd name="connsiteX134" fmla="*/ 5140744 w 12193149"/>
              <a:gd name="connsiteY134" fmla="*/ 2254509 h 2344739"/>
              <a:gd name="connsiteX135" fmla="*/ 5122807 w 12193149"/>
              <a:gd name="connsiteY135" fmla="*/ 2243656 h 2344739"/>
              <a:gd name="connsiteX136" fmla="*/ 5066938 w 12193149"/>
              <a:gd name="connsiteY136" fmla="*/ 2250227 h 2344739"/>
              <a:gd name="connsiteX137" fmla="*/ 5012662 w 12193149"/>
              <a:gd name="connsiteY137" fmla="*/ 2233846 h 2344739"/>
              <a:gd name="connsiteX138" fmla="*/ 4841589 w 12193149"/>
              <a:gd name="connsiteY138" fmla="*/ 2209829 h 2344739"/>
              <a:gd name="connsiteX139" fmla="*/ 4763595 w 12193149"/>
              <a:gd name="connsiteY139" fmla="*/ 2182061 h 2344739"/>
              <a:gd name="connsiteX140" fmla="*/ 4724334 w 12193149"/>
              <a:gd name="connsiteY140" fmla="*/ 2173047 h 2344739"/>
              <a:gd name="connsiteX141" fmla="*/ 4722324 w 12193149"/>
              <a:gd name="connsiteY141" fmla="*/ 2172298 h 2344739"/>
              <a:gd name="connsiteX142" fmla="*/ 4723259 w 12193149"/>
              <a:gd name="connsiteY142" fmla="*/ 2172087 h 2344739"/>
              <a:gd name="connsiteX143" fmla="*/ 4718350 w 12193149"/>
              <a:gd name="connsiteY143" fmla="*/ 2170817 h 2344739"/>
              <a:gd name="connsiteX144" fmla="*/ 4722324 w 12193149"/>
              <a:gd name="connsiteY144" fmla="*/ 2172298 h 2344739"/>
              <a:gd name="connsiteX145" fmla="*/ 4716674 w 12193149"/>
              <a:gd name="connsiteY145" fmla="*/ 2173573 h 2344739"/>
              <a:gd name="connsiteX146" fmla="*/ 4516962 w 12193149"/>
              <a:gd name="connsiteY146" fmla="*/ 2163671 h 2344739"/>
              <a:gd name="connsiteX147" fmla="*/ 4429691 w 12193149"/>
              <a:gd name="connsiteY147" fmla="*/ 2153020 h 2344739"/>
              <a:gd name="connsiteX148" fmla="*/ 4364023 w 12193149"/>
              <a:gd name="connsiteY148" fmla="*/ 2151674 h 2344739"/>
              <a:gd name="connsiteX149" fmla="*/ 4318114 w 12193149"/>
              <a:gd name="connsiteY149" fmla="*/ 2158289 h 2344739"/>
              <a:gd name="connsiteX150" fmla="*/ 4316258 w 12193149"/>
              <a:gd name="connsiteY150" fmla="*/ 2156948 h 2344739"/>
              <a:gd name="connsiteX151" fmla="*/ 4296292 w 12193149"/>
              <a:gd name="connsiteY151" fmla="*/ 2155069 h 2344739"/>
              <a:gd name="connsiteX152" fmla="*/ 4291212 w 12193149"/>
              <a:gd name="connsiteY152" fmla="*/ 2157986 h 2344739"/>
              <a:gd name="connsiteX153" fmla="*/ 4277290 w 12193149"/>
              <a:gd name="connsiteY153" fmla="*/ 2157740 h 2344739"/>
              <a:gd name="connsiteX154" fmla="*/ 4249265 w 12193149"/>
              <a:gd name="connsiteY154" fmla="*/ 2160064 h 2344739"/>
              <a:gd name="connsiteX155" fmla="*/ 4203199 w 12193149"/>
              <a:gd name="connsiteY155" fmla="*/ 2157269 h 2344739"/>
              <a:gd name="connsiteX156" fmla="*/ 4202893 w 12193149"/>
              <a:gd name="connsiteY156" fmla="*/ 2156010 h 2344739"/>
              <a:gd name="connsiteX157" fmla="*/ 4192396 w 12193149"/>
              <a:gd name="connsiteY157" fmla="*/ 2150376 h 2344739"/>
              <a:gd name="connsiteX158" fmla="*/ 4143893 w 12193149"/>
              <a:gd name="connsiteY158" fmla="*/ 2134511 h 2344739"/>
              <a:gd name="connsiteX159" fmla="*/ 4084245 w 12193149"/>
              <a:gd name="connsiteY159" fmla="*/ 2107978 h 2344739"/>
              <a:gd name="connsiteX160" fmla="*/ 4075694 w 12193149"/>
              <a:gd name="connsiteY160" fmla="*/ 2107143 h 2344739"/>
              <a:gd name="connsiteX161" fmla="*/ 4075575 w 12193149"/>
              <a:gd name="connsiteY161" fmla="*/ 2106844 h 2344739"/>
              <a:gd name="connsiteX162" fmla="*/ 4066658 w 12193149"/>
              <a:gd name="connsiteY162" fmla="*/ 2105400 h 2344739"/>
              <a:gd name="connsiteX163" fmla="*/ 4060102 w 12193149"/>
              <a:gd name="connsiteY163" fmla="*/ 2105618 h 2344739"/>
              <a:gd name="connsiteX164" fmla="*/ 4043512 w 12193149"/>
              <a:gd name="connsiteY164" fmla="*/ 2103997 h 2344739"/>
              <a:gd name="connsiteX165" fmla="*/ 4038145 w 12193149"/>
              <a:gd name="connsiteY165" fmla="*/ 2101563 h 2344739"/>
              <a:gd name="connsiteX166" fmla="*/ 4036511 w 12193149"/>
              <a:gd name="connsiteY166" fmla="*/ 2097896 h 2344739"/>
              <a:gd name="connsiteX167" fmla="*/ 4034926 w 12193149"/>
              <a:gd name="connsiteY167" fmla="*/ 2098131 h 2344739"/>
              <a:gd name="connsiteX168" fmla="*/ 4005686 w 12193149"/>
              <a:gd name="connsiteY168" fmla="*/ 2085563 h 2344739"/>
              <a:gd name="connsiteX169" fmla="*/ 3937994 w 12193149"/>
              <a:gd name="connsiteY169" fmla="*/ 2068106 h 2344739"/>
              <a:gd name="connsiteX170" fmla="*/ 3898423 w 12193149"/>
              <a:gd name="connsiteY170" fmla="*/ 2062451 h 2344739"/>
              <a:gd name="connsiteX171" fmla="*/ 3790908 w 12193149"/>
              <a:gd name="connsiteY171" fmla="*/ 2042213 h 2344739"/>
              <a:gd name="connsiteX172" fmla="*/ 3683661 w 12193149"/>
              <a:gd name="connsiteY172" fmla="*/ 2018290 h 2344739"/>
              <a:gd name="connsiteX173" fmla="*/ 3611183 w 12193149"/>
              <a:gd name="connsiteY173" fmla="*/ 1986019 h 2344739"/>
              <a:gd name="connsiteX174" fmla="*/ 3605003 w 12193149"/>
              <a:gd name="connsiteY174" fmla="*/ 1987381 h 2344739"/>
              <a:gd name="connsiteX175" fmla="*/ 3595884 w 12193149"/>
              <a:gd name="connsiteY175" fmla="*/ 1987545 h 2344739"/>
              <a:gd name="connsiteX176" fmla="*/ 3595649 w 12193149"/>
              <a:gd name="connsiteY176" fmla="*/ 1987276 h 2344739"/>
              <a:gd name="connsiteX177" fmla="*/ 3587126 w 12193149"/>
              <a:gd name="connsiteY177" fmla="*/ 1987966 h 2344739"/>
              <a:gd name="connsiteX178" fmla="*/ 3537283 w 12193149"/>
              <a:gd name="connsiteY178" fmla="*/ 1978267 h 2344739"/>
              <a:gd name="connsiteX179" fmla="*/ 3474371 w 12193149"/>
              <a:gd name="connsiteY179" fmla="*/ 1974606 h 2344739"/>
              <a:gd name="connsiteX180" fmla="*/ 3401876 w 12193149"/>
              <a:gd name="connsiteY180" fmla="*/ 1962558 h 2344739"/>
              <a:gd name="connsiteX181" fmla="*/ 3365036 w 12193149"/>
              <a:gd name="connsiteY181" fmla="*/ 1979510 h 2344739"/>
              <a:gd name="connsiteX182" fmla="*/ 3345174 w 12193149"/>
              <a:gd name="connsiteY182" fmla="*/ 1981192 h 2344739"/>
              <a:gd name="connsiteX183" fmla="*/ 3342846 w 12193149"/>
              <a:gd name="connsiteY183" fmla="*/ 1980217 h 2344739"/>
              <a:gd name="connsiteX184" fmla="*/ 3263504 w 12193149"/>
              <a:gd name="connsiteY184" fmla="*/ 1986094 h 2344739"/>
              <a:gd name="connsiteX185" fmla="*/ 3143704 w 12193149"/>
              <a:gd name="connsiteY185" fmla="*/ 1993869 h 2344739"/>
              <a:gd name="connsiteX186" fmla="*/ 3031439 w 12193149"/>
              <a:gd name="connsiteY186" fmla="*/ 1996512 h 2344739"/>
              <a:gd name="connsiteX187" fmla="*/ 2782717 w 12193149"/>
              <a:gd name="connsiteY187" fmla="*/ 2018333 h 2344739"/>
              <a:gd name="connsiteX188" fmla="*/ 2647675 w 12193149"/>
              <a:gd name="connsiteY188" fmla="*/ 2028869 h 2344739"/>
              <a:gd name="connsiteX189" fmla="*/ 2569176 w 12193149"/>
              <a:gd name="connsiteY189" fmla="*/ 2002628 h 2344739"/>
              <a:gd name="connsiteX190" fmla="*/ 2444403 w 12193149"/>
              <a:gd name="connsiteY190" fmla="*/ 2016529 h 2344739"/>
              <a:gd name="connsiteX191" fmla="*/ 2316260 w 12193149"/>
              <a:gd name="connsiteY191" fmla="*/ 2024996 h 2344739"/>
              <a:gd name="connsiteX192" fmla="*/ 2209726 w 12193149"/>
              <a:gd name="connsiteY192" fmla="*/ 2019763 h 2344739"/>
              <a:gd name="connsiteX193" fmla="*/ 2095813 w 12193149"/>
              <a:gd name="connsiteY193" fmla="*/ 2003052 h 2344739"/>
              <a:gd name="connsiteX194" fmla="*/ 1998504 w 12193149"/>
              <a:gd name="connsiteY194" fmla="*/ 1995032 h 2344739"/>
              <a:gd name="connsiteX195" fmla="*/ 1929320 w 12193149"/>
              <a:gd name="connsiteY195" fmla="*/ 2016977 h 2344739"/>
              <a:gd name="connsiteX196" fmla="*/ 1922798 w 12193149"/>
              <a:gd name="connsiteY196" fmla="*/ 2012146 h 2344739"/>
              <a:gd name="connsiteX197" fmla="*/ 1874228 w 12193149"/>
              <a:gd name="connsiteY197" fmla="*/ 2013741 h 2344739"/>
              <a:gd name="connsiteX198" fmla="*/ 1787803 w 12193149"/>
              <a:gd name="connsiteY198" fmla="*/ 2041363 h 2344739"/>
              <a:gd name="connsiteX199" fmla="*/ 1739352 w 12193149"/>
              <a:gd name="connsiteY199" fmla="*/ 2036312 h 2344739"/>
              <a:gd name="connsiteX200" fmla="*/ 1676219 w 12193149"/>
              <a:gd name="connsiteY200" fmla="*/ 2019963 h 2344739"/>
              <a:gd name="connsiteX201" fmla="*/ 1609817 w 12193149"/>
              <a:gd name="connsiteY201" fmla="*/ 2013066 h 2344739"/>
              <a:gd name="connsiteX202" fmla="*/ 1497258 w 12193149"/>
              <a:gd name="connsiteY202" fmla="*/ 1987476 h 2344739"/>
              <a:gd name="connsiteX203" fmla="*/ 1151127 w 12193149"/>
              <a:gd name="connsiteY203" fmla="*/ 1938041 h 2344739"/>
              <a:gd name="connsiteX204" fmla="*/ 859417 w 12193149"/>
              <a:gd name="connsiteY204" fmla="*/ 1928608 h 2344739"/>
              <a:gd name="connsiteX205" fmla="*/ 838688 w 12193149"/>
              <a:gd name="connsiteY205" fmla="*/ 1929821 h 2344739"/>
              <a:gd name="connsiteX206" fmla="*/ 817957 w 12193149"/>
              <a:gd name="connsiteY206" fmla="*/ 1927857 h 2344739"/>
              <a:gd name="connsiteX207" fmla="*/ 812654 w 12193149"/>
              <a:gd name="connsiteY207" fmla="*/ 1930751 h 2344739"/>
              <a:gd name="connsiteX208" fmla="*/ 721195 w 12193149"/>
              <a:gd name="connsiteY208" fmla="*/ 1929661 h 2344739"/>
              <a:gd name="connsiteX209" fmla="*/ 720890 w 12193149"/>
              <a:gd name="connsiteY209" fmla="*/ 1928399 h 2344739"/>
              <a:gd name="connsiteX210" fmla="*/ 710023 w 12193149"/>
              <a:gd name="connsiteY210" fmla="*/ 1922722 h 2344739"/>
              <a:gd name="connsiteX211" fmla="*/ 597940 w 12193149"/>
              <a:gd name="connsiteY211" fmla="*/ 1879864 h 2344739"/>
              <a:gd name="connsiteX212" fmla="*/ 579683 w 12193149"/>
              <a:gd name="connsiteY212" fmla="*/ 1877212 h 2344739"/>
              <a:gd name="connsiteX213" fmla="*/ 572865 w 12193149"/>
              <a:gd name="connsiteY213" fmla="*/ 1877401 h 2344739"/>
              <a:gd name="connsiteX214" fmla="*/ 446247 w 12193149"/>
              <a:gd name="connsiteY214" fmla="*/ 1839371 h 2344739"/>
              <a:gd name="connsiteX215" fmla="*/ 405163 w 12193149"/>
              <a:gd name="connsiteY215" fmla="*/ 1833548 h 2344739"/>
              <a:gd name="connsiteX216" fmla="*/ 293583 w 12193149"/>
              <a:gd name="connsiteY216" fmla="*/ 1812852 h 2344739"/>
              <a:gd name="connsiteX217" fmla="*/ 119529 w 12193149"/>
              <a:gd name="connsiteY217" fmla="*/ 1761047 h 2344739"/>
              <a:gd name="connsiteX218" fmla="*/ 16674 w 12193149"/>
              <a:gd name="connsiteY218" fmla="*/ 1758191 h 2344739"/>
              <a:gd name="connsiteX219" fmla="*/ 1150 w 12193149"/>
              <a:gd name="connsiteY219" fmla="*/ 1752722 h 2344739"/>
              <a:gd name="connsiteX220" fmla="*/ 1148 w 12193149"/>
              <a:gd name="connsiteY220" fmla="*/ 222213 h 2344739"/>
              <a:gd name="connsiteX221" fmla="*/ 1148 w 12193149"/>
              <a:gd name="connsiteY221"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083317 w 12193149"/>
              <a:gd name="connsiteY58" fmla="*/ 1743296 h 2344739"/>
              <a:gd name="connsiteX59" fmla="*/ 10040388 w 12193149"/>
              <a:gd name="connsiteY59" fmla="*/ 1741632 h 2344739"/>
              <a:gd name="connsiteX60" fmla="*/ 9961167 w 12193149"/>
              <a:gd name="connsiteY60" fmla="*/ 1757147 h 2344739"/>
              <a:gd name="connsiteX61" fmla="*/ 9848940 w 12193149"/>
              <a:gd name="connsiteY61" fmla="*/ 1763915 h 2344739"/>
              <a:gd name="connsiteX62" fmla="*/ 9729457 w 12193149"/>
              <a:gd name="connsiteY62" fmla="*/ 1784122 h 2344739"/>
              <a:gd name="connsiteX63" fmla="*/ 9585655 w 12193149"/>
              <a:gd name="connsiteY63" fmla="*/ 1795542 h 2344739"/>
              <a:gd name="connsiteX64" fmla="*/ 9338590 w 12193149"/>
              <a:gd name="connsiteY64" fmla="*/ 1869293 h 2344739"/>
              <a:gd name="connsiteX65" fmla="*/ 9232518 w 12193149"/>
              <a:gd name="connsiteY65" fmla="*/ 1893149 h 2344739"/>
              <a:gd name="connsiteX66" fmla="*/ 9156690 w 12193149"/>
              <a:gd name="connsiteY66" fmla="*/ 1903228 h 2344739"/>
              <a:gd name="connsiteX67" fmla="*/ 9054601 w 12193149"/>
              <a:gd name="connsiteY67" fmla="*/ 1910755 h 2344739"/>
              <a:gd name="connsiteX68" fmla="*/ 9006634 w 12193149"/>
              <a:gd name="connsiteY68" fmla="*/ 1914040 h 2344739"/>
              <a:gd name="connsiteX69" fmla="*/ 9006349 w 12193149"/>
              <a:gd name="connsiteY69" fmla="*/ 1913800 h 2344739"/>
              <a:gd name="connsiteX70" fmla="*/ 8997380 w 12193149"/>
              <a:gd name="connsiteY70" fmla="*/ 1915011 h 2344739"/>
              <a:gd name="connsiteX71" fmla="*/ 8991542 w 12193149"/>
              <a:gd name="connsiteY71" fmla="*/ 1917072 h 2344739"/>
              <a:gd name="connsiteX72" fmla="*/ 8975485 w 12193149"/>
              <a:gd name="connsiteY72" fmla="*/ 1920298 h 2344739"/>
              <a:gd name="connsiteX73" fmla="*/ 8969159 w 12193149"/>
              <a:gd name="connsiteY73" fmla="*/ 1919598 h 2344739"/>
              <a:gd name="connsiteX74" fmla="*/ 8964196 w 12193149"/>
              <a:gd name="connsiteY74" fmla="*/ 1917373 h 2344739"/>
              <a:gd name="connsiteX75" fmla="*/ 8930136 w 12193149"/>
              <a:gd name="connsiteY75" fmla="*/ 1914185 h 2344739"/>
              <a:gd name="connsiteX76" fmla="*/ 8753592 w 12193149"/>
              <a:gd name="connsiteY76" fmla="*/ 1933417 h 2344739"/>
              <a:gd name="connsiteX77" fmla="*/ 8708995 w 12193149"/>
              <a:gd name="connsiteY77" fmla="*/ 1935518 h 2344739"/>
              <a:gd name="connsiteX78" fmla="*/ 8597219 w 12193149"/>
              <a:gd name="connsiteY78" fmla="*/ 1944090 h 2344739"/>
              <a:gd name="connsiteX79" fmla="*/ 8526378 w 12193149"/>
              <a:gd name="connsiteY79" fmla="*/ 1929248 h 2344739"/>
              <a:gd name="connsiteX80" fmla="*/ 8512131 w 12193149"/>
              <a:gd name="connsiteY80" fmla="*/ 1935163 h 2344739"/>
              <a:gd name="connsiteX81" fmla="*/ 8507315 w 12193149"/>
              <a:gd name="connsiteY81" fmla="*/ 1938164 h 2344739"/>
              <a:gd name="connsiteX82" fmla="*/ 8499116 w 12193149"/>
              <a:gd name="connsiteY82" fmla="*/ 1940902 h 2344739"/>
              <a:gd name="connsiteX83" fmla="*/ 8498742 w 12193149"/>
              <a:gd name="connsiteY83" fmla="*/ 1940723 h 2344739"/>
              <a:gd name="connsiteX84" fmla="*/ 8491397 w 12193149"/>
              <a:gd name="connsiteY84" fmla="*/ 1943773 h 2344739"/>
              <a:gd name="connsiteX85" fmla="*/ 8368330 w 12193149"/>
              <a:gd name="connsiteY85" fmla="*/ 1957815 h 2344739"/>
              <a:gd name="connsiteX86" fmla="*/ 8354947 w 12193149"/>
              <a:gd name="connsiteY86" fmla="*/ 1958009 h 2344739"/>
              <a:gd name="connsiteX87" fmla="*/ 8321252 w 12193149"/>
              <a:gd name="connsiteY87" fmla="*/ 1974587 h 2344739"/>
              <a:gd name="connsiteX88" fmla="*/ 8315581 w 12193149"/>
              <a:gd name="connsiteY88" fmla="*/ 1974913 h 2344739"/>
              <a:gd name="connsiteX89" fmla="*/ 8296322 w 12193149"/>
              <a:gd name="connsiteY89" fmla="*/ 1988808 h 2344739"/>
              <a:gd name="connsiteX90" fmla="*/ 8285424 w 12193149"/>
              <a:gd name="connsiteY90" fmla="*/ 1994631 h 2344739"/>
              <a:gd name="connsiteX91" fmla="*/ 8284298 w 12193149"/>
              <a:gd name="connsiteY91" fmla="*/ 1999074 h 2344739"/>
              <a:gd name="connsiteX92" fmla="*/ 8267224 w 12193149"/>
              <a:gd name="connsiteY92" fmla="*/ 2006249 h 2344739"/>
              <a:gd name="connsiteX93" fmla="*/ 8264525 w 12193149"/>
              <a:gd name="connsiteY93" fmla="*/ 2006019 h 2344739"/>
              <a:gd name="connsiteX94" fmla="*/ 8253181 w 12193149"/>
              <a:gd name="connsiteY94" fmla="*/ 2015862 h 2344739"/>
              <a:gd name="connsiteX95" fmla="*/ 8246982 w 12193149"/>
              <a:gd name="connsiteY95" fmla="*/ 2028854 h 2344739"/>
              <a:gd name="connsiteX96" fmla="*/ 8091420 w 12193149"/>
              <a:gd name="connsiteY96" fmla="*/ 2075015 h 2344739"/>
              <a:gd name="connsiteX97" fmla="*/ 7906555 w 12193149"/>
              <a:gd name="connsiteY97" fmla="*/ 2116988 h 2344739"/>
              <a:gd name="connsiteX98" fmla="*/ 7719893 w 12193149"/>
              <a:gd name="connsiteY98" fmla="*/ 2142703 h 2344739"/>
              <a:gd name="connsiteX99" fmla="*/ 7615495 w 12193149"/>
              <a:gd name="connsiteY99" fmla="*/ 2139232 h 2344739"/>
              <a:gd name="connsiteX100" fmla="*/ 7528691 w 12193149"/>
              <a:gd name="connsiteY100" fmla="*/ 2145060 h 2344739"/>
              <a:gd name="connsiteX101" fmla="*/ 7520719 w 12193149"/>
              <a:gd name="connsiteY101" fmla="*/ 2147613 h 2344739"/>
              <a:gd name="connsiteX102" fmla="*/ 7508559 w 12193149"/>
              <a:gd name="connsiteY102" fmla="*/ 2148948 h 2344739"/>
              <a:gd name="connsiteX103" fmla="*/ 7508188 w 12193149"/>
              <a:gd name="connsiteY103" fmla="*/ 2148621 h 2344739"/>
              <a:gd name="connsiteX104" fmla="*/ 7496943 w 12193149"/>
              <a:gd name="connsiteY104" fmla="*/ 2150573 h 2344739"/>
              <a:gd name="connsiteX105" fmla="*/ 7406539 w 12193149"/>
              <a:gd name="connsiteY105" fmla="*/ 2142468 h 2344739"/>
              <a:gd name="connsiteX106" fmla="*/ 7219707 w 12193149"/>
              <a:gd name="connsiteY106" fmla="*/ 2156680 h 2344739"/>
              <a:gd name="connsiteX107" fmla="*/ 7202249 w 12193149"/>
              <a:gd name="connsiteY107" fmla="*/ 2161230 h 2344739"/>
              <a:gd name="connsiteX108" fmla="*/ 7198152 w 12193149"/>
              <a:gd name="connsiteY108" fmla="*/ 2166588 h 2344739"/>
              <a:gd name="connsiteX109" fmla="*/ 7171956 w 12193149"/>
              <a:gd name="connsiteY109" fmla="*/ 2171236 h 2344739"/>
              <a:gd name="connsiteX110" fmla="*/ 7098136 w 12193149"/>
              <a:gd name="connsiteY110" fmla="*/ 2183464 h 2344739"/>
              <a:gd name="connsiteX111" fmla="*/ 7019644 w 12193149"/>
              <a:gd name="connsiteY111" fmla="*/ 2183090 h 2344739"/>
              <a:gd name="connsiteX112" fmla="*/ 6905294 w 12193149"/>
              <a:gd name="connsiteY112" fmla="*/ 2212596 h 2344739"/>
              <a:gd name="connsiteX113" fmla="*/ 6709370 w 12193149"/>
              <a:gd name="connsiteY113" fmla="*/ 2240551 h 2344739"/>
              <a:gd name="connsiteX114" fmla="*/ 6550602 w 12193149"/>
              <a:gd name="connsiteY114" fmla="*/ 2269327 h 2344739"/>
              <a:gd name="connsiteX115" fmla="*/ 6318708 w 12193149"/>
              <a:gd name="connsiteY115" fmla="*/ 2316127 h 2344739"/>
              <a:gd name="connsiteX116" fmla="*/ 6169822 w 12193149"/>
              <a:gd name="connsiteY116" fmla="*/ 2318214 h 2344739"/>
              <a:gd name="connsiteX117" fmla="*/ 6074996 w 12193149"/>
              <a:gd name="connsiteY117" fmla="*/ 2338676 h 2344739"/>
              <a:gd name="connsiteX118" fmla="*/ 6069677 w 12193149"/>
              <a:gd name="connsiteY118" fmla="*/ 2337139 h 2344739"/>
              <a:gd name="connsiteX119" fmla="*/ 6049786 w 12193149"/>
              <a:gd name="connsiteY119" fmla="*/ 2337822 h 2344739"/>
              <a:gd name="connsiteX120" fmla="*/ 6042433 w 12193149"/>
              <a:gd name="connsiteY120" fmla="*/ 2329473 h 2344739"/>
              <a:gd name="connsiteX121" fmla="*/ 6011238 w 12193149"/>
              <a:gd name="connsiteY121" fmla="*/ 2324380 h 2344739"/>
              <a:gd name="connsiteX122" fmla="*/ 5958523 w 12193149"/>
              <a:gd name="connsiteY122" fmla="*/ 2328024 h 2344739"/>
              <a:gd name="connsiteX123" fmla="*/ 5760067 w 12193149"/>
              <a:gd name="connsiteY123" fmla="*/ 2343716 h 2344739"/>
              <a:gd name="connsiteX124" fmla="*/ 5628108 w 12193149"/>
              <a:gd name="connsiteY124" fmla="*/ 2344739 h 2344739"/>
              <a:gd name="connsiteX125" fmla="*/ 5472054 w 12193149"/>
              <a:gd name="connsiteY125" fmla="*/ 2330719 h 2344739"/>
              <a:gd name="connsiteX126" fmla="*/ 5433909 w 12193149"/>
              <a:gd name="connsiteY126" fmla="*/ 2319466 h 2344739"/>
              <a:gd name="connsiteX127" fmla="*/ 5382817 w 12193149"/>
              <a:gd name="connsiteY127" fmla="*/ 2301764 h 2344739"/>
              <a:gd name="connsiteX128" fmla="*/ 5262912 w 12193149"/>
              <a:gd name="connsiteY128" fmla="*/ 2281347 h 2344739"/>
              <a:gd name="connsiteX129" fmla="*/ 5224109 w 12193149"/>
              <a:gd name="connsiteY129" fmla="*/ 2270223 h 2344739"/>
              <a:gd name="connsiteX130" fmla="*/ 5175808 w 12193149"/>
              <a:gd name="connsiteY130" fmla="*/ 2267233 h 2344739"/>
              <a:gd name="connsiteX131" fmla="*/ 5157702 w 12193149"/>
              <a:gd name="connsiteY131" fmla="*/ 2260010 h 2344739"/>
              <a:gd name="connsiteX132" fmla="*/ 5143747 w 12193149"/>
              <a:gd name="connsiteY132" fmla="*/ 2256610 h 2344739"/>
              <a:gd name="connsiteX133" fmla="*/ 5140744 w 12193149"/>
              <a:gd name="connsiteY133" fmla="*/ 2254509 h 2344739"/>
              <a:gd name="connsiteX134" fmla="*/ 5122807 w 12193149"/>
              <a:gd name="connsiteY134" fmla="*/ 2243656 h 2344739"/>
              <a:gd name="connsiteX135" fmla="*/ 5066938 w 12193149"/>
              <a:gd name="connsiteY135" fmla="*/ 2250227 h 2344739"/>
              <a:gd name="connsiteX136" fmla="*/ 5012662 w 12193149"/>
              <a:gd name="connsiteY136" fmla="*/ 2233846 h 2344739"/>
              <a:gd name="connsiteX137" fmla="*/ 4841589 w 12193149"/>
              <a:gd name="connsiteY137" fmla="*/ 2209829 h 2344739"/>
              <a:gd name="connsiteX138" fmla="*/ 4763595 w 12193149"/>
              <a:gd name="connsiteY138" fmla="*/ 2182061 h 2344739"/>
              <a:gd name="connsiteX139" fmla="*/ 4724334 w 12193149"/>
              <a:gd name="connsiteY139" fmla="*/ 2173047 h 2344739"/>
              <a:gd name="connsiteX140" fmla="*/ 4722324 w 12193149"/>
              <a:gd name="connsiteY140" fmla="*/ 2172298 h 2344739"/>
              <a:gd name="connsiteX141" fmla="*/ 4723259 w 12193149"/>
              <a:gd name="connsiteY141" fmla="*/ 2172087 h 2344739"/>
              <a:gd name="connsiteX142" fmla="*/ 4718350 w 12193149"/>
              <a:gd name="connsiteY142" fmla="*/ 2170817 h 2344739"/>
              <a:gd name="connsiteX143" fmla="*/ 4722324 w 12193149"/>
              <a:gd name="connsiteY143" fmla="*/ 2172298 h 2344739"/>
              <a:gd name="connsiteX144" fmla="*/ 4716674 w 12193149"/>
              <a:gd name="connsiteY144" fmla="*/ 2173573 h 2344739"/>
              <a:gd name="connsiteX145" fmla="*/ 4516962 w 12193149"/>
              <a:gd name="connsiteY145" fmla="*/ 2163671 h 2344739"/>
              <a:gd name="connsiteX146" fmla="*/ 4429691 w 12193149"/>
              <a:gd name="connsiteY146" fmla="*/ 2153020 h 2344739"/>
              <a:gd name="connsiteX147" fmla="*/ 4364023 w 12193149"/>
              <a:gd name="connsiteY147" fmla="*/ 2151674 h 2344739"/>
              <a:gd name="connsiteX148" fmla="*/ 4318114 w 12193149"/>
              <a:gd name="connsiteY148" fmla="*/ 2158289 h 2344739"/>
              <a:gd name="connsiteX149" fmla="*/ 4316258 w 12193149"/>
              <a:gd name="connsiteY149" fmla="*/ 2156948 h 2344739"/>
              <a:gd name="connsiteX150" fmla="*/ 4296292 w 12193149"/>
              <a:gd name="connsiteY150" fmla="*/ 2155069 h 2344739"/>
              <a:gd name="connsiteX151" fmla="*/ 4291212 w 12193149"/>
              <a:gd name="connsiteY151" fmla="*/ 2157986 h 2344739"/>
              <a:gd name="connsiteX152" fmla="*/ 4277290 w 12193149"/>
              <a:gd name="connsiteY152" fmla="*/ 2157740 h 2344739"/>
              <a:gd name="connsiteX153" fmla="*/ 4249265 w 12193149"/>
              <a:gd name="connsiteY153" fmla="*/ 2160064 h 2344739"/>
              <a:gd name="connsiteX154" fmla="*/ 4203199 w 12193149"/>
              <a:gd name="connsiteY154" fmla="*/ 2157269 h 2344739"/>
              <a:gd name="connsiteX155" fmla="*/ 4202893 w 12193149"/>
              <a:gd name="connsiteY155" fmla="*/ 2156010 h 2344739"/>
              <a:gd name="connsiteX156" fmla="*/ 4192396 w 12193149"/>
              <a:gd name="connsiteY156" fmla="*/ 2150376 h 2344739"/>
              <a:gd name="connsiteX157" fmla="*/ 4143893 w 12193149"/>
              <a:gd name="connsiteY157" fmla="*/ 2134511 h 2344739"/>
              <a:gd name="connsiteX158" fmla="*/ 4084245 w 12193149"/>
              <a:gd name="connsiteY158" fmla="*/ 2107978 h 2344739"/>
              <a:gd name="connsiteX159" fmla="*/ 4075694 w 12193149"/>
              <a:gd name="connsiteY159" fmla="*/ 2107143 h 2344739"/>
              <a:gd name="connsiteX160" fmla="*/ 4075575 w 12193149"/>
              <a:gd name="connsiteY160" fmla="*/ 2106844 h 2344739"/>
              <a:gd name="connsiteX161" fmla="*/ 4066658 w 12193149"/>
              <a:gd name="connsiteY161" fmla="*/ 2105400 h 2344739"/>
              <a:gd name="connsiteX162" fmla="*/ 4060102 w 12193149"/>
              <a:gd name="connsiteY162" fmla="*/ 2105618 h 2344739"/>
              <a:gd name="connsiteX163" fmla="*/ 4043512 w 12193149"/>
              <a:gd name="connsiteY163" fmla="*/ 2103997 h 2344739"/>
              <a:gd name="connsiteX164" fmla="*/ 4038145 w 12193149"/>
              <a:gd name="connsiteY164" fmla="*/ 2101563 h 2344739"/>
              <a:gd name="connsiteX165" fmla="*/ 4036511 w 12193149"/>
              <a:gd name="connsiteY165" fmla="*/ 2097896 h 2344739"/>
              <a:gd name="connsiteX166" fmla="*/ 4034926 w 12193149"/>
              <a:gd name="connsiteY166" fmla="*/ 2098131 h 2344739"/>
              <a:gd name="connsiteX167" fmla="*/ 4005686 w 12193149"/>
              <a:gd name="connsiteY167" fmla="*/ 2085563 h 2344739"/>
              <a:gd name="connsiteX168" fmla="*/ 3937994 w 12193149"/>
              <a:gd name="connsiteY168" fmla="*/ 2068106 h 2344739"/>
              <a:gd name="connsiteX169" fmla="*/ 3898423 w 12193149"/>
              <a:gd name="connsiteY169" fmla="*/ 2062451 h 2344739"/>
              <a:gd name="connsiteX170" fmla="*/ 3790908 w 12193149"/>
              <a:gd name="connsiteY170" fmla="*/ 2042213 h 2344739"/>
              <a:gd name="connsiteX171" fmla="*/ 3683661 w 12193149"/>
              <a:gd name="connsiteY171" fmla="*/ 2018290 h 2344739"/>
              <a:gd name="connsiteX172" fmla="*/ 3611183 w 12193149"/>
              <a:gd name="connsiteY172" fmla="*/ 1986019 h 2344739"/>
              <a:gd name="connsiteX173" fmla="*/ 3605003 w 12193149"/>
              <a:gd name="connsiteY173" fmla="*/ 1987381 h 2344739"/>
              <a:gd name="connsiteX174" fmla="*/ 3595884 w 12193149"/>
              <a:gd name="connsiteY174" fmla="*/ 1987545 h 2344739"/>
              <a:gd name="connsiteX175" fmla="*/ 3595649 w 12193149"/>
              <a:gd name="connsiteY175" fmla="*/ 1987276 h 2344739"/>
              <a:gd name="connsiteX176" fmla="*/ 3587126 w 12193149"/>
              <a:gd name="connsiteY176" fmla="*/ 1987966 h 2344739"/>
              <a:gd name="connsiteX177" fmla="*/ 3537283 w 12193149"/>
              <a:gd name="connsiteY177" fmla="*/ 1978267 h 2344739"/>
              <a:gd name="connsiteX178" fmla="*/ 3474371 w 12193149"/>
              <a:gd name="connsiteY178" fmla="*/ 1974606 h 2344739"/>
              <a:gd name="connsiteX179" fmla="*/ 3401876 w 12193149"/>
              <a:gd name="connsiteY179" fmla="*/ 1962558 h 2344739"/>
              <a:gd name="connsiteX180" fmla="*/ 3365036 w 12193149"/>
              <a:gd name="connsiteY180" fmla="*/ 1979510 h 2344739"/>
              <a:gd name="connsiteX181" fmla="*/ 3345174 w 12193149"/>
              <a:gd name="connsiteY181" fmla="*/ 1981192 h 2344739"/>
              <a:gd name="connsiteX182" fmla="*/ 3342846 w 12193149"/>
              <a:gd name="connsiteY182" fmla="*/ 1980217 h 2344739"/>
              <a:gd name="connsiteX183" fmla="*/ 3263504 w 12193149"/>
              <a:gd name="connsiteY183" fmla="*/ 1986094 h 2344739"/>
              <a:gd name="connsiteX184" fmla="*/ 3143704 w 12193149"/>
              <a:gd name="connsiteY184" fmla="*/ 1993869 h 2344739"/>
              <a:gd name="connsiteX185" fmla="*/ 3031439 w 12193149"/>
              <a:gd name="connsiteY185" fmla="*/ 1996512 h 2344739"/>
              <a:gd name="connsiteX186" fmla="*/ 2782717 w 12193149"/>
              <a:gd name="connsiteY186" fmla="*/ 2018333 h 2344739"/>
              <a:gd name="connsiteX187" fmla="*/ 2647675 w 12193149"/>
              <a:gd name="connsiteY187" fmla="*/ 2028869 h 2344739"/>
              <a:gd name="connsiteX188" fmla="*/ 2569176 w 12193149"/>
              <a:gd name="connsiteY188" fmla="*/ 2002628 h 2344739"/>
              <a:gd name="connsiteX189" fmla="*/ 2444403 w 12193149"/>
              <a:gd name="connsiteY189" fmla="*/ 2016529 h 2344739"/>
              <a:gd name="connsiteX190" fmla="*/ 2316260 w 12193149"/>
              <a:gd name="connsiteY190" fmla="*/ 2024996 h 2344739"/>
              <a:gd name="connsiteX191" fmla="*/ 2209726 w 12193149"/>
              <a:gd name="connsiteY191" fmla="*/ 2019763 h 2344739"/>
              <a:gd name="connsiteX192" fmla="*/ 2095813 w 12193149"/>
              <a:gd name="connsiteY192" fmla="*/ 2003052 h 2344739"/>
              <a:gd name="connsiteX193" fmla="*/ 1998504 w 12193149"/>
              <a:gd name="connsiteY193" fmla="*/ 1995032 h 2344739"/>
              <a:gd name="connsiteX194" fmla="*/ 1929320 w 12193149"/>
              <a:gd name="connsiteY194" fmla="*/ 2016977 h 2344739"/>
              <a:gd name="connsiteX195" fmla="*/ 1922798 w 12193149"/>
              <a:gd name="connsiteY195" fmla="*/ 2012146 h 2344739"/>
              <a:gd name="connsiteX196" fmla="*/ 1874228 w 12193149"/>
              <a:gd name="connsiteY196" fmla="*/ 2013741 h 2344739"/>
              <a:gd name="connsiteX197" fmla="*/ 1787803 w 12193149"/>
              <a:gd name="connsiteY197" fmla="*/ 2041363 h 2344739"/>
              <a:gd name="connsiteX198" fmla="*/ 1739352 w 12193149"/>
              <a:gd name="connsiteY198" fmla="*/ 2036312 h 2344739"/>
              <a:gd name="connsiteX199" fmla="*/ 1676219 w 12193149"/>
              <a:gd name="connsiteY199" fmla="*/ 2019963 h 2344739"/>
              <a:gd name="connsiteX200" fmla="*/ 1609817 w 12193149"/>
              <a:gd name="connsiteY200" fmla="*/ 2013066 h 2344739"/>
              <a:gd name="connsiteX201" fmla="*/ 1497258 w 12193149"/>
              <a:gd name="connsiteY201" fmla="*/ 1987476 h 2344739"/>
              <a:gd name="connsiteX202" fmla="*/ 1151127 w 12193149"/>
              <a:gd name="connsiteY202" fmla="*/ 1938041 h 2344739"/>
              <a:gd name="connsiteX203" fmla="*/ 859417 w 12193149"/>
              <a:gd name="connsiteY203" fmla="*/ 1928608 h 2344739"/>
              <a:gd name="connsiteX204" fmla="*/ 838688 w 12193149"/>
              <a:gd name="connsiteY204" fmla="*/ 1929821 h 2344739"/>
              <a:gd name="connsiteX205" fmla="*/ 817957 w 12193149"/>
              <a:gd name="connsiteY205" fmla="*/ 1927857 h 2344739"/>
              <a:gd name="connsiteX206" fmla="*/ 812654 w 12193149"/>
              <a:gd name="connsiteY206" fmla="*/ 1930751 h 2344739"/>
              <a:gd name="connsiteX207" fmla="*/ 721195 w 12193149"/>
              <a:gd name="connsiteY207" fmla="*/ 1929661 h 2344739"/>
              <a:gd name="connsiteX208" fmla="*/ 720890 w 12193149"/>
              <a:gd name="connsiteY208" fmla="*/ 1928399 h 2344739"/>
              <a:gd name="connsiteX209" fmla="*/ 710023 w 12193149"/>
              <a:gd name="connsiteY209" fmla="*/ 1922722 h 2344739"/>
              <a:gd name="connsiteX210" fmla="*/ 597940 w 12193149"/>
              <a:gd name="connsiteY210" fmla="*/ 1879864 h 2344739"/>
              <a:gd name="connsiteX211" fmla="*/ 579683 w 12193149"/>
              <a:gd name="connsiteY211" fmla="*/ 1877212 h 2344739"/>
              <a:gd name="connsiteX212" fmla="*/ 572865 w 12193149"/>
              <a:gd name="connsiteY212" fmla="*/ 1877401 h 2344739"/>
              <a:gd name="connsiteX213" fmla="*/ 446247 w 12193149"/>
              <a:gd name="connsiteY213" fmla="*/ 1839371 h 2344739"/>
              <a:gd name="connsiteX214" fmla="*/ 405163 w 12193149"/>
              <a:gd name="connsiteY214" fmla="*/ 1833548 h 2344739"/>
              <a:gd name="connsiteX215" fmla="*/ 293583 w 12193149"/>
              <a:gd name="connsiteY215" fmla="*/ 1812852 h 2344739"/>
              <a:gd name="connsiteX216" fmla="*/ 119529 w 12193149"/>
              <a:gd name="connsiteY216" fmla="*/ 1761047 h 2344739"/>
              <a:gd name="connsiteX217" fmla="*/ 16674 w 12193149"/>
              <a:gd name="connsiteY217" fmla="*/ 1758191 h 2344739"/>
              <a:gd name="connsiteX218" fmla="*/ 1150 w 12193149"/>
              <a:gd name="connsiteY218" fmla="*/ 1752722 h 2344739"/>
              <a:gd name="connsiteX219" fmla="*/ 1148 w 12193149"/>
              <a:gd name="connsiteY219" fmla="*/ 222213 h 2344739"/>
              <a:gd name="connsiteX220" fmla="*/ 1148 w 12193149"/>
              <a:gd name="connsiteY220"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083317 w 12193149"/>
              <a:gd name="connsiteY58" fmla="*/ 1743296 h 2344739"/>
              <a:gd name="connsiteX59" fmla="*/ 10040388 w 12193149"/>
              <a:gd name="connsiteY59" fmla="*/ 1741632 h 2344739"/>
              <a:gd name="connsiteX60" fmla="*/ 9961167 w 12193149"/>
              <a:gd name="connsiteY60" fmla="*/ 1757147 h 2344739"/>
              <a:gd name="connsiteX61" fmla="*/ 9848940 w 12193149"/>
              <a:gd name="connsiteY61" fmla="*/ 1763915 h 2344739"/>
              <a:gd name="connsiteX62" fmla="*/ 9729457 w 12193149"/>
              <a:gd name="connsiteY62" fmla="*/ 1784122 h 2344739"/>
              <a:gd name="connsiteX63" fmla="*/ 9613704 w 12193149"/>
              <a:gd name="connsiteY63" fmla="*/ 1812371 h 2344739"/>
              <a:gd name="connsiteX64" fmla="*/ 9338590 w 12193149"/>
              <a:gd name="connsiteY64" fmla="*/ 1869293 h 2344739"/>
              <a:gd name="connsiteX65" fmla="*/ 9232518 w 12193149"/>
              <a:gd name="connsiteY65" fmla="*/ 1893149 h 2344739"/>
              <a:gd name="connsiteX66" fmla="*/ 9156690 w 12193149"/>
              <a:gd name="connsiteY66" fmla="*/ 1903228 h 2344739"/>
              <a:gd name="connsiteX67" fmla="*/ 9054601 w 12193149"/>
              <a:gd name="connsiteY67" fmla="*/ 1910755 h 2344739"/>
              <a:gd name="connsiteX68" fmla="*/ 9006634 w 12193149"/>
              <a:gd name="connsiteY68" fmla="*/ 1914040 h 2344739"/>
              <a:gd name="connsiteX69" fmla="*/ 9006349 w 12193149"/>
              <a:gd name="connsiteY69" fmla="*/ 1913800 h 2344739"/>
              <a:gd name="connsiteX70" fmla="*/ 8997380 w 12193149"/>
              <a:gd name="connsiteY70" fmla="*/ 1915011 h 2344739"/>
              <a:gd name="connsiteX71" fmla="*/ 8991542 w 12193149"/>
              <a:gd name="connsiteY71" fmla="*/ 1917072 h 2344739"/>
              <a:gd name="connsiteX72" fmla="*/ 8975485 w 12193149"/>
              <a:gd name="connsiteY72" fmla="*/ 1920298 h 2344739"/>
              <a:gd name="connsiteX73" fmla="*/ 8969159 w 12193149"/>
              <a:gd name="connsiteY73" fmla="*/ 1919598 h 2344739"/>
              <a:gd name="connsiteX74" fmla="*/ 8964196 w 12193149"/>
              <a:gd name="connsiteY74" fmla="*/ 1917373 h 2344739"/>
              <a:gd name="connsiteX75" fmla="*/ 8930136 w 12193149"/>
              <a:gd name="connsiteY75" fmla="*/ 1914185 h 2344739"/>
              <a:gd name="connsiteX76" fmla="*/ 8753592 w 12193149"/>
              <a:gd name="connsiteY76" fmla="*/ 1933417 h 2344739"/>
              <a:gd name="connsiteX77" fmla="*/ 8708995 w 12193149"/>
              <a:gd name="connsiteY77" fmla="*/ 1935518 h 2344739"/>
              <a:gd name="connsiteX78" fmla="*/ 8597219 w 12193149"/>
              <a:gd name="connsiteY78" fmla="*/ 1944090 h 2344739"/>
              <a:gd name="connsiteX79" fmla="*/ 8526378 w 12193149"/>
              <a:gd name="connsiteY79" fmla="*/ 1929248 h 2344739"/>
              <a:gd name="connsiteX80" fmla="*/ 8512131 w 12193149"/>
              <a:gd name="connsiteY80" fmla="*/ 1935163 h 2344739"/>
              <a:gd name="connsiteX81" fmla="*/ 8507315 w 12193149"/>
              <a:gd name="connsiteY81" fmla="*/ 1938164 h 2344739"/>
              <a:gd name="connsiteX82" fmla="*/ 8499116 w 12193149"/>
              <a:gd name="connsiteY82" fmla="*/ 1940902 h 2344739"/>
              <a:gd name="connsiteX83" fmla="*/ 8498742 w 12193149"/>
              <a:gd name="connsiteY83" fmla="*/ 1940723 h 2344739"/>
              <a:gd name="connsiteX84" fmla="*/ 8491397 w 12193149"/>
              <a:gd name="connsiteY84" fmla="*/ 1943773 h 2344739"/>
              <a:gd name="connsiteX85" fmla="*/ 8368330 w 12193149"/>
              <a:gd name="connsiteY85" fmla="*/ 1957815 h 2344739"/>
              <a:gd name="connsiteX86" fmla="*/ 8354947 w 12193149"/>
              <a:gd name="connsiteY86" fmla="*/ 1958009 h 2344739"/>
              <a:gd name="connsiteX87" fmla="*/ 8321252 w 12193149"/>
              <a:gd name="connsiteY87" fmla="*/ 1974587 h 2344739"/>
              <a:gd name="connsiteX88" fmla="*/ 8315581 w 12193149"/>
              <a:gd name="connsiteY88" fmla="*/ 1974913 h 2344739"/>
              <a:gd name="connsiteX89" fmla="*/ 8296322 w 12193149"/>
              <a:gd name="connsiteY89" fmla="*/ 1988808 h 2344739"/>
              <a:gd name="connsiteX90" fmla="*/ 8285424 w 12193149"/>
              <a:gd name="connsiteY90" fmla="*/ 1994631 h 2344739"/>
              <a:gd name="connsiteX91" fmla="*/ 8284298 w 12193149"/>
              <a:gd name="connsiteY91" fmla="*/ 1999074 h 2344739"/>
              <a:gd name="connsiteX92" fmla="*/ 8267224 w 12193149"/>
              <a:gd name="connsiteY92" fmla="*/ 2006249 h 2344739"/>
              <a:gd name="connsiteX93" fmla="*/ 8264525 w 12193149"/>
              <a:gd name="connsiteY93" fmla="*/ 2006019 h 2344739"/>
              <a:gd name="connsiteX94" fmla="*/ 8253181 w 12193149"/>
              <a:gd name="connsiteY94" fmla="*/ 2015862 h 2344739"/>
              <a:gd name="connsiteX95" fmla="*/ 8246982 w 12193149"/>
              <a:gd name="connsiteY95" fmla="*/ 2028854 h 2344739"/>
              <a:gd name="connsiteX96" fmla="*/ 8091420 w 12193149"/>
              <a:gd name="connsiteY96" fmla="*/ 2075015 h 2344739"/>
              <a:gd name="connsiteX97" fmla="*/ 7906555 w 12193149"/>
              <a:gd name="connsiteY97" fmla="*/ 2116988 h 2344739"/>
              <a:gd name="connsiteX98" fmla="*/ 7719893 w 12193149"/>
              <a:gd name="connsiteY98" fmla="*/ 2142703 h 2344739"/>
              <a:gd name="connsiteX99" fmla="*/ 7615495 w 12193149"/>
              <a:gd name="connsiteY99" fmla="*/ 2139232 h 2344739"/>
              <a:gd name="connsiteX100" fmla="*/ 7528691 w 12193149"/>
              <a:gd name="connsiteY100" fmla="*/ 2145060 h 2344739"/>
              <a:gd name="connsiteX101" fmla="*/ 7520719 w 12193149"/>
              <a:gd name="connsiteY101" fmla="*/ 2147613 h 2344739"/>
              <a:gd name="connsiteX102" fmla="*/ 7508559 w 12193149"/>
              <a:gd name="connsiteY102" fmla="*/ 2148948 h 2344739"/>
              <a:gd name="connsiteX103" fmla="*/ 7508188 w 12193149"/>
              <a:gd name="connsiteY103" fmla="*/ 2148621 h 2344739"/>
              <a:gd name="connsiteX104" fmla="*/ 7496943 w 12193149"/>
              <a:gd name="connsiteY104" fmla="*/ 2150573 h 2344739"/>
              <a:gd name="connsiteX105" fmla="*/ 7406539 w 12193149"/>
              <a:gd name="connsiteY105" fmla="*/ 2142468 h 2344739"/>
              <a:gd name="connsiteX106" fmla="*/ 7219707 w 12193149"/>
              <a:gd name="connsiteY106" fmla="*/ 2156680 h 2344739"/>
              <a:gd name="connsiteX107" fmla="*/ 7202249 w 12193149"/>
              <a:gd name="connsiteY107" fmla="*/ 2161230 h 2344739"/>
              <a:gd name="connsiteX108" fmla="*/ 7198152 w 12193149"/>
              <a:gd name="connsiteY108" fmla="*/ 2166588 h 2344739"/>
              <a:gd name="connsiteX109" fmla="*/ 7171956 w 12193149"/>
              <a:gd name="connsiteY109" fmla="*/ 2171236 h 2344739"/>
              <a:gd name="connsiteX110" fmla="*/ 7098136 w 12193149"/>
              <a:gd name="connsiteY110" fmla="*/ 2183464 h 2344739"/>
              <a:gd name="connsiteX111" fmla="*/ 7019644 w 12193149"/>
              <a:gd name="connsiteY111" fmla="*/ 2183090 h 2344739"/>
              <a:gd name="connsiteX112" fmla="*/ 6905294 w 12193149"/>
              <a:gd name="connsiteY112" fmla="*/ 2212596 h 2344739"/>
              <a:gd name="connsiteX113" fmla="*/ 6709370 w 12193149"/>
              <a:gd name="connsiteY113" fmla="*/ 2240551 h 2344739"/>
              <a:gd name="connsiteX114" fmla="*/ 6550602 w 12193149"/>
              <a:gd name="connsiteY114" fmla="*/ 2269327 h 2344739"/>
              <a:gd name="connsiteX115" fmla="*/ 6318708 w 12193149"/>
              <a:gd name="connsiteY115" fmla="*/ 2316127 h 2344739"/>
              <a:gd name="connsiteX116" fmla="*/ 6169822 w 12193149"/>
              <a:gd name="connsiteY116" fmla="*/ 2318214 h 2344739"/>
              <a:gd name="connsiteX117" fmla="*/ 6074996 w 12193149"/>
              <a:gd name="connsiteY117" fmla="*/ 2338676 h 2344739"/>
              <a:gd name="connsiteX118" fmla="*/ 6069677 w 12193149"/>
              <a:gd name="connsiteY118" fmla="*/ 2337139 h 2344739"/>
              <a:gd name="connsiteX119" fmla="*/ 6049786 w 12193149"/>
              <a:gd name="connsiteY119" fmla="*/ 2337822 h 2344739"/>
              <a:gd name="connsiteX120" fmla="*/ 6042433 w 12193149"/>
              <a:gd name="connsiteY120" fmla="*/ 2329473 h 2344739"/>
              <a:gd name="connsiteX121" fmla="*/ 6011238 w 12193149"/>
              <a:gd name="connsiteY121" fmla="*/ 2324380 h 2344739"/>
              <a:gd name="connsiteX122" fmla="*/ 5958523 w 12193149"/>
              <a:gd name="connsiteY122" fmla="*/ 2328024 h 2344739"/>
              <a:gd name="connsiteX123" fmla="*/ 5760067 w 12193149"/>
              <a:gd name="connsiteY123" fmla="*/ 2343716 h 2344739"/>
              <a:gd name="connsiteX124" fmla="*/ 5628108 w 12193149"/>
              <a:gd name="connsiteY124" fmla="*/ 2344739 h 2344739"/>
              <a:gd name="connsiteX125" fmla="*/ 5472054 w 12193149"/>
              <a:gd name="connsiteY125" fmla="*/ 2330719 h 2344739"/>
              <a:gd name="connsiteX126" fmla="*/ 5433909 w 12193149"/>
              <a:gd name="connsiteY126" fmla="*/ 2319466 h 2344739"/>
              <a:gd name="connsiteX127" fmla="*/ 5382817 w 12193149"/>
              <a:gd name="connsiteY127" fmla="*/ 2301764 h 2344739"/>
              <a:gd name="connsiteX128" fmla="*/ 5262912 w 12193149"/>
              <a:gd name="connsiteY128" fmla="*/ 2281347 h 2344739"/>
              <a:gd name="connsiteX129" fmla="*/ 5224109 w 12193149"/>
              <a:gd name="connsiteY129" fmla="*/ 2270223 h 2344739"/>
              <a:gd name="connsiteX130" fmla="*/ 5175808 w 12193149"/>
              <a:gd name="connsiteY130" fmla="*/ 2267233 h 2344739"/>
              <a:gd name="connsiteX131" fmla="*/ 5157702 w 12193149"/>
              <a:gd name="connsiteY131" fmla="*/ 2260010 h 2344739"/>
              <a:gd name="connsiteX132" fmla="*/ 5143747 w 12193149"/>
              <a:gd name="connsiteY132" fmla="*/ 2256610 h 2344739"/>
              <a:gd name="connsiteX133" fmla="*/ 5140744 w 12193149"/>
              <a:gd name="connsiteY133" fmla="*/ 2254509 h 2344739"/>
              <a:gd name="connsiteX134" fmla="*/ 5122807 w 12193149"/>
              <a:gd name="connsiteY134" fmla="*/ 2243656 h 2344739"/>
              <a:gd name="connsiteX135" fmla="*/ 5066938 w 12193149"/>
              <a:gd name="connsiteY135" fmla="*/ 2250227 h 2344739"/>
              <a:gd name="connsiteX136" fmla="*/ 5012662 w 12193149"/>
              <a:gd name="connsiteY136" fmla="*/ 2233846 h 2344739"/>
              <a:gd name="connsiteX137" fmla="*/ 4841589 w 12193149"/>
              <a:gd name="connsiteY137" fmla="*/ 2209829 h 2344739"/>
              <a:gd name="connsiteX138" fmla="*/ 4763595 w 12193149"/>
              <a:gd name="connsiteY138" fmla="*/ 2182061 h 2344739"/>
              <a:gd name="connsiteX139" fmla="*/ 4724334 w 12193149"/>
              <a:gd name="connsiteY139" fmla="*/ 2173047 h 2344739"/>
              <a:gd name="connsiteX140" fmla="*/ 4722324 w 12193149"/>
              <a:gd name="connsiteY140" fmla="*/ 2172298 h 2344739"/>
              <a:gd name="connsiteX141" fmla="*/ 4723259 w 12193149"/>
              <a:gd name="connsiteY141" fmla="*/ 2172087 h 2344739"/>
              <a:gd name="connsiteX142" fmla="*/ 4718350 w 12193149"/>
              <a:gd name="connsiteY142" fmla="*/ 2170817 h 2344739"/>
              <a:gd name="connsiteX143" fmla="*/ 4722324 w 12193149"/>
              <a:gd name="connsiteY143" fmla="*/ 2172298 h 2344739"/>
              <a:gd name="connsiteX144" fmla="*/ 4716674 w 12193149"/>
              <a:gd name="connsiteY144" fmla="*/ 2173573 h 2344739"/>
              <a:gd name="connsiteX145" fmla="*/ 4516962 w 12193149"/>
              <a:gd name="connsiteY145" fmla="*/ 2163671 h 2344739"/>
              <a:gd name="connsiteX146" fmla="*/ 4429691 w 12193149"/>
              <a:gd name="connsiteY146" fmla="*/ 2153020 h 2344739"/>
              <a:gd name="connsiteX147" fmla="*/ 4364023 w 12193149"/>
              <a:gd name="connsiteY147" fmla="*/ 2151674 h 2344739"/>
              <a:gd name="connsiteX148" fmla="*/ 4318114 w 12193149"/>
              <a:gd name="connsiteY148" fmla="*/ 2158289 h 2344739"/>
              <a:gd name="connsiteX149" fmla="*/ 4316258 w 12193149"/>
              <a:gd name="connsiteY149" fmla="*/ 2156948 h 2344739"/>
              <a:gd name="connsiteX150" fmla="*/ 4296292 w 12193149"/>
              <a:gd name="connsiteY150" fmla="*/ 2155069 h 2344739"/>
              <a:gd name="connsiteX151" fmla="*/ 4291212 w 12193149"/>
              <a:gd name="connsiteY151" fmla="*/ 2157986 h 2344739"/>
              <a:gd name="connsiteX152" fmla="*/ 4277290 w 12193149"/>
              <a:gd name="connsiteY152" fmla="*/ 2157740 h 2344739"/>
              <a:gd name="connsiteX153" fmla="*/ 4249265 w 12193149"/>
              <a:gd name="connsiteY153" fmla="*/ 2160064 h 2344739"/>
              <a:gd name="connsiteX154" fmla="*/ 4203199 w 12193149"/>
              <a:gd name="connsiteY154" fmla="*/ 2157269 h 2344739"/>
              <a:gd name="connsiteX155" fmla="*/ 4202893 w 12193149"/>
              <a:gd name="connsiteY155" fmla="*/ 2156010 h 2344739"/>
              <a:gd name="connsiteX156" fmla="*/ 4192396 w 12193149"/>
              <a:gd name="connsiteY156" fmla="*/ 2150376 h 2344739"/>
              <a:gd name="connsiteX157" fmla="*/ 4143893 w 12193149"/>
              <a:gd name="connsiteY157" fmla="*/ 2134511 h 2344739"/>
              <a:gd name="connsiteX158" fmla="*/ 4084245 w 12193149"/>
              <a:gd name="connsiteY158" fmla="*/ 2107978 h 2344739"/>
              <a:gd name="connsiteX159" fmla="*/ 4075694 w 12193149"/>
              <a:gd name="connsiteY159" fmla="*/ 2107143 h 2344739"/>
              <a:gd name="connsiteX160" fmla="*/ 4075575 w 12193149"/>
              <a:gd name="connsiteY160" fmla="*/ 2106844 h 2344739"/>
              <a:gd name="connsiteX161" fmla="*/ 4066658 w 12193149"/>
              <a:gd name="connsiteY161" fmla="*/ 2105400 h 2344739"/>
              <a:gd name="connsiteX162" fmla="*/ 4060102 w 12193149"/>
              <a:gd name="connsiteY162" fmla="*/ 2105618 h 2344739"/>
              <a:gd name="connsiteX163" fmla="*/ 4043512 w 12193149"/>
              <a:gd name="connsiteY163" fmla="*/ 2103997 h 2344739"/>
              <a:gd name="connsiteX164" fmla="*/ 4038145 w 12193149"/>
              <a:gd name="connsiteY164" fmla="*/ 2101563 h 2344739"/>
              <a:gd name="connsiteX165" fmla="*/ 4036511 w 12193149"/>
              <a:gd name="connsiteY165" fmla="*/ 2097896 h 2344739"/>
              <a:gd name="connsiteX166" fmla="*/ 4034926 w 12193149"/>
              <a:gd name="connsiteY166" fmla="*/ 2098131 h 2344739"/>
              <a:gd name="connsiteX167" fmla="*/ 4005686 w 12193149"/>
              <a:gd name="connsiteY167" fmla="*/ 2085563 h 2344739"/>
              <a:gd name="connsiteX168" fmla="*/ 3937994 w 12193149"/>
              <a:gd name="connsiteY168" fmla="*/ 2068106 h 2344739"/>
              <a:gd name="connsiteX169" fmla="*/ 3898423 w 12193149"/>
              <a:gd name="connsiteY169" fmla="*/ 2062451 h 2344739"/>
              <a:gd name="connsiteX170" fmla="*/ 3790908 w 12193149"/>
              <a:gd name="connsiteY170" fmla="*/ 2042213 h 2344739"/>
              <a:gd name="connsiteX171" fmla="*/ 3683661 w 12193149"/>
              <a:gd name="connsiteY171" fmla="*/ 2018290 h 2344739"/>
              <a:gd name="connsiteX172" fmla="*/ 3611183 w 12193149"/>
              <a:gd name="connsiteY172" fmla="*/ 1986019 h 2344739"/>
              <a:gd name="connsiteX173" fmla="*/ 3605003 w 12193149"/>
              <a:gd name="connsiteY173" fmla="*/ 1987381 h 2344739"/>
              <a:gd name="connsiteX174" fmla="*/ 3595884 w 12193149"/>
              <a:gd name="connsiteY174" fmla="*/ 1987545 h 2344739"/>
              <a:gd name="connsiteX175" fmla="*/ 3595649 w 12193149"/>
              <a:gd name="connsiteY175" fmla="*/ 1987276 h 2344739"/>
              <a:gd name="connsiteX176" fmla="*/ 3587126 w 12193149"/>
              <a:gd name="connsiteY176" fmla="*/ 1987966 h 2344739"/>
              <a:gd name="connsiteX177" fmla="*/ 3537283 w 12193149"/>
              <a:gd name="connsiteY177" fmla="*/ 1978267 h 2344739"/>
              <a:gd name="connsiteX178" fmla="*/ 3474371 w 12193149"/>
              <a:gd name="connsiteY178" fmla="*/ 1974606 h 2344739"/>
              <a:gd name="connsiteX179" fmla="*/ 3401876 w 12193149"/>
              <a:gd name="connsiteY179" fmla="*/ 1962558 h 2344739"/>
              <a:gd name="connsiteX180" fmla="*/ 3365036 w 12193149"/>
              <a:gd name="connsiteY180" fmla="*/ 1979510 h 2344739"/>
              <a:gd name="connsiteX181" fmla="*/ 3345174 w 12193149"/>
              <a:gd name="connsiteY181" fmla="*/ 1981192 h 2344739"/>
              <a:gd name="connsiteX182" fmla="*/ 3342846 w 12193149"/>
              <a:gd name="connsiteY182" fmla="*/ 1980217 h 2344739"/>
              <a:gd name="connsiteX183" fmla="*/ 3263504 w 12193149"/>
              <a:gd name="connsiteY183" fmla="*/ 1986094 h 2344739"/>
              <a:gd name="connsiteX184" fmla="*/ 3143704 w 12193149"/>
              <a:gd name="connsiteY184" fmla="*/ 1993869 h 2344739"/>
              <a:gd name="connsiteX185" fmla="*/ 3031439 w 12193149"/>
              <a:gd name="connsiteY185" fmla="*/ 1996512 h 2344739"/>
              <a:gd name="connsiteX186" fmla="*/ 2782717 w 12193149"/>
              <a:gd name="connsiteY186" fmla="*/ 2018333 h 2344739"/>
              <a:gd name="connsiteX187" fmla="*/ 2647675 w 12193149"/>
              <a:gd name="connsiteY187" fmla="*/ 2028869 h 2344739"/>
              <a:gd name="connsiteX188" fmla="*/ 2569176 w 12193149"/>
              <a:gd name="connsiteY188" fmla="*/ 2002628 h 2344739"/>
              <a:gd name="connsiteX189" fmla="*/ 2444403 w 12193149"/>
              <a:gd name="connsiteY189" fmla="*/ 2016529 h 2344739"/>
              <a:gd name="connsiteX190" fmla="*/ 2316260 w 12193149"/>
              <a:gd name="connsiteY190" fmla="*/ 2024996 h 2344739"/>
              <a:gd name="connsiteX191" fmla="*/ 2209726 w 12193149"/>
              <a:gd name="connsiteY191" fmla="*/ 2019763 h 2344739"/>
              <a:gd name="connsiteX192" fmla="*/ 2095813 w 12193149"/>
              <a:gd name="connsiteY192" fmla="*/ 2003052 h 2344739"/>
              <a:gd name="connsiteX193" fmla="*/ 1998504 w 12193149"/>
              <a:gd name="connsiteY193" fmla="*/ 1995032 h 2344739"/>
              <a:gd name="connsiteX194" fmla="*/ 1929320 w 12193149"/>
              <a:gd name="connsiteY194" fmla="*/ 2016977 h 2344739"/>
              <a:gd name="connsiteX195" fmla="*/ 1922798 w 12193149"/>
              <a:gd name="connsiteY195" fmla="*/ 2012146 h 2344739"/>
              <a:gd name="connsiteX196" fmla="*/ 1874228 w 12193149"/>
              <a:gd name="connsiteY196" fmla="*/ 2013741 h 2344739"/>
              <a:gd name="connsiteX197" fmla="*/ 1787803 w 12193149"/>
              <a:gd name="connsiteY197" fmla="*/ 2041363 h 2344739"/>
              <a:gd name="connsiteX198" fmla="*/ 1739352 w 12193149"/>
              <a:gd name="connsiteY198" fmla="*/ 2036312 h 2344739"/>
              <a:gd name="connsiteX199" fmla="*/ 1676219 w 12193149"/>
              <a:gd name="connsiteY199" fmla="*/ 2019963 h 2344739"/>
              <a:gd name="connsiteX200" fmla="*/ 1609817 w 12193149"/>
              <a:gd name="connsiteY200" fmla="*/ 2013066 h 2344739"/>
              <a:gd name="connsiteX201" fmla="*/ 1497258 w 12193149"/>
              <a:gd name="connsiteY201" fmla="*/ 1987476 h 2344739"/>
              <a:gd name="connsiteX202" fmla="*/ 1151127 w 12193149"/>
              <a:gd name="connsiteY202" fmla="*/ 1938041 h 2344739"/>
              <a:gd name="connsiteX203" fmla="*/ 859417 w 12193149"/>
              <a:gd name="connsiteY203" fmla="*/ 1928608 h 2344739"/>
              <a:gd name="connsiteX204" fmla="*/ 838688 w 12193149"/>
              <a:gd name="connsiteY204" fmla="*/ 1929821 h 2344739"/>
              <a:gd name="connsiteX205" fmla="*/ 817957 w 12193149"/>
              <a:gd name="connsiteY205" fmla="*/ 1927857 h 2344739"/>
              <a:gd name="connsiteX206" fmla="*/ 812654 w 12193149"/>
              <a:gd name="connsiteY206" fmla="*/ 1930751 h 2344739"/>
              <a:gd name="connsiteX207" fmla="*/ 721195 w 12193149"/>
              <a:gd name="connsiteY207" fmla="*/ 1929661 h 2344739"/>
              <a:gd name="connsiteX208" fmla="*/ 720890 w 12193149"/>
              <a:gd name="connsiteY208" fmla="*/ 1928399 h 2344739"/>
              <a:gd name="connsiteX209" fmla="*/ 710023 w 12193149"/>
              <a:gd name="connsiteY209" fmla="*/ 1922722 h 2344739"/>
              <a:gd name="connsiteX210" fmla="*/ 597940 w 12193149"/>
              <a:gd name="connsiteY210" fmla="*/ 1879864 h 2344739"/>
              <a:gd name="connsiteX211" fmla="*/ 579683 w 12193149"/>
              <a:gd name="connsiteY211" fmla="*/ 1877212 h 2344739"/>
              <a:gd name="connsiteX212" fmla="*/ 572865 w 12193149"/>
              <a:gd name="connsiteY212" fmla="*/ 1877401 h 2344739"/>
              <a:gd name="connsiteX213" fmla="*/ 446247 w 12193149"/>
              <a:gd name="connsiteY213" fmla="*/ 1839371 h 2344739"/>
              <a:gd name="connsiteX214" fmla="*/ 405163 w 12193149"/>
              <a:gd name="connsiteY214" fmla="*/ 1833548 h 2344739"/>
              <a:gd name="connsiteX215" fmla="*/ 293583 w 12193149"/>
              <a:gd name="connsiteY215" fmla="*/ 1812852 h 2344739"/>
              <a:gd name="connsiteX216" fmla="*/ 119529 w 12193149"/>
              <a:gd name="connsiteY216" fmla="*/ 1761047 h 2344739"/>
              <a:gd name="connsiteX217" fmla="*/ 16674 w 12193149"/>
              <a:gd name="connsiteY217" fmla="*/ 1758191 h 2344739"/>
              <a:gd name="connsiteX218" fmla="*/ 1150 w 12193149"/>
              <a:gd name="connsiteY218" fmla="*/ 1752722 h 2344739"/>
              <a:gd name="connsiteX219" fmla="*/ 1148 w 12193149"/>
              <a:gd name="connsiteY219" fmla="*/ 222213 h 2344739"/>
              <a:gd name="connsiteX220" fmla="*/ 1148 w 12193149"/>
              <a:gd name="connsiteY220"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749767 w 12193149"/>
              <a:gd name="connsiteY23" fmla="*/ 872002 h 2344739"/>
              <a:gd name="connsiteX24" fmla="*/ 11590693 w 12193149"/>
              <a:gd name="connsiteY24" fmla="*/ 963777 h 2344739"/>
              <a:gd name="connsiteX25" fmla="*/ 11506817 w 12193149"/>
              <a:gd name="connsiteY25" fmla="*/ 1033623 h 2344739"/>
              <a:gd name="connsiteX26" fmla="*/ 11280332 w 12193149"/>
              <a:gd name="connsiteY26" fmla="*/ 1223571 h 2344739"/>
              <a:gd name="connsiteX27" fmla="*/ 11228309 w 12193149"/>
              <a:gd name="connsiteY27" fmla="*/ 1276236 h 2344739"/>
              <a:gd name="connsiteX28" fmla="*/ 11218087 w 12193149"/>
              <a:gd name="connsiteY28" fmla="*/ 1275961 h 2344739"/>
              <a:gd name="connsiteX29" fmla="*/ 11217184 w 12193149"/>
              <a:gd name="connsiteY29" fmla="*/ 1275018 h 2344739"/>
              <a:gd name="connsiteX30" fmla="*/ 11188885 w 12193149"/>
              <a:gd name="connsiteY30" fmla="*/ 1292383 h 2344739"/>
              <a:gd name="connsiteX31" fmla="*/ 11184501 w 12193149"/>
              <a:gd name="connsiteY31" fmla="*/ 1292525 h 2344739"/>
              <a:gd name="connsiteX32" fmla="*/ 11166854 w 12193149"/>
              <a:gd name="connsiteY32" fmla="*/ 1306612 h 2344739"/>
              <a:gd name="connsiteX33" fmla="*/ 11157311 w 12193149"/>
              <a:gd name="connsiteY33" fmla="*/ 1312414 h 2344739"/>
              <a:gd name="connsiteX34" fmla="*/ 11155496 w 12193149"/>
              <a:gd name="connsiteY34" fmla="*/ 1317097 h 2344739"/>
              <a:gd name="connsiteX35" fmla="*/ 11140961 w 12193149"/>
              <a:gd name="connsiteY35" fmla="*/ 1324115 h 2344739"/>
              <a:gd name="connsiteX36" fmla="*/ 11138961 w 12193149"/>
              <a:gd name="connsiteY36" fmla="*/ 1323772 h 2344739"/>
              <a:gd name="connsiteX37" fmla="*/ 11128208 w 12193149"/>
              <a:gd name="connsiteY37" fmla="*/ 1333832 h 2344739"/>
              <a:gd name="connsiteX38" fmla="*/ 11120691 w 12193149"/>
              <a:gd name="connsiteY38" fmla="*/ 1347424 h 2344739"/>
              <a:gd name="connsiteX39" fmla="*/ 10894683 w 12193149"/>
              <a:gd name="connsiteY39" fmla="*/ 1473399 h 2344739"/>
              <a:gd name="connsiteX40" fmla="*/ 10773300 w 12193149"/>
              <a:gd name="connsiteY40" fmla="*/ 1523191 h 2344739"/>
              <a:gd name="connsiteX41" fmla="*/ 10627668 w 12193149"/>
              <a:gd name="connsiteY41" fmla="*/ 1559229 h 2344739"/>
              <a:gd name="connsiteX42" fmla="*/ 10581895 w 12193149"/>
              <a:gd name="connsiteY42" fmla="*/ 1568689 h 2344739"/>
              <a:gd name="connsiteX43" fmla="*/ 10547790 w 12193149"/>
              <a:gd name="connsiteY43" fmla="*/ 1598423 h 2344739"/>
              <a:gd name="connsiteX44" fmla="*/ 10529643 w 12193149"/>
              <a:gd name="connsiteY44" fmla="*/ 1596907 h 2344739"/>
              <a:gd name="connsiteX45" fmla="*/ 10526446 w 12193149"/>
              <a:gd name="connsiteY45" fmla="*/ 1596411 h 2344739"/>
              <a:gd name="connsiteX46" fmla="*/ 10515129 w 12193149"/>
              <a:gd name="connsiteY46" fmla="*/ 1599537 h 2344739"/>
              <a:gd name="connsiteX47" fmla="*/ 10491735 w 12193149"/>
              <a:gd name="connsiteY47" fmla="*/ 1594156 h 2344739"/>
              <a:gd name="connsiteX48" fmla="*/ 10471418 w 12193149"/>
              <a:gd name="connsiteY48" fmla="*/ 1601693 h 2344739"/>
              <a:gd name="connsiteX49" fmla="*/ 10377042 w 12193149"/>
              <a:gd name="connsiteY49" fmla="*/ 1644598 h 2344739"/>
              <a:gd name="connsiteX50" fmla="*/ 10319338 w 12193149"/>
              <a:gd name="connsiteY50" fmla="*/ 1666221 h 2344739"/>
              <a:gd name="connsiteX51" fmla="*/ 10295467 w 12193149"/>
              <a:gd name="connsiteY51" fmla="*/ 1668079 h 2344739"/>
              <a:gd name="connsiteX52" fmla="*/ 10263443 w 12193149"/>
              <a:gd name="connsiteY52" fmla="*/ 1674948 h 2344739"/>
              <a:gd name="connsiteX53" fmla="*/ 10205418 w 12193149"/>
              <a:gd name="connsiteY53" fmla="*/ 1682149 h 2344739"/>
              <a:gd name="connsiteX54" fmla="*/ 10177759 w 12193149"/>
              <a:gd name="connsiteY54" fmla="*/ 1692943 h 2344739"/>
              <a:gd name="connsiteX55" fmla="*/ 10165070 w 12193149"/>
              <a:gd name="connsiteY55" fmla="*/ 1693739 h 2344739"/>
              <a:gd name="connsiteX56" fmla="*/ 10156308 w 12193149"/>
              <a:gd name="connsiteY56" fmla="*/ 1707487 h 2344739"/>
              <a:gd name="connsiteX57" fmla="*/ 10118267 w 12193149"/>
              <a:gd name="connsiteY57" fmla="*/ 1731142 h 2344739"/>
              <a:gd name="connsiteX58" fmla="*/ 10083317 w 12193149"/>
              <a:gd name="connsiteY58" fmla="*/ 1743296 h 2344739"/>
              <a:gd name="connsiteX59" fmla="*/ 10040388 w 12193149"/>
              <a:gd name="connsiteY59" fmla="*/ 1741632 h 2344739"/>
              <a:gd name="connsiteX60" fmla="*/ 9961167 w 12193149"/>
              <a:gd name="connsiteY60" fmla="*/ 1757147 h 2344739"/>
              <a:gd name="connsiteX61" fmla="*/ 9848940 w 12193149"/>
              <a:gd name="connsiteY61" fmla="*/ 1763915 h 2344739"/>
              <a:gd name="connsiteX62" fmla="*/ 9729457 w 12193149"/>
              <a:gd name="connsiteY62" fmla="*/ 1784122 h 2344739"/>
              <a:gd name="connsiteX63" fmla="*/ 9613704 w 12193149"/>
              <a:gd name="connsiteY63" fmla="*/ 1812371 h 2344739"/>
              <a:gd name="connsiteX64" fmla="*/ 9338590 w 12193149"/>
              <a:gd name="connsiteY64" fmla="*/ 1869293 h 2344739"/>
              <a:gd name="connsiteX65" fmla="*/ 9232518 w 12193149"/>
              <a:gd name="connsiteY65" fmla="*/ 1893149 h 2344739"/>
              <a:gd name="connsiteX66" fmla="*/ 9156690 w 12193149"/>
              <a:gd name="connsiteY66" fmla="*/ 1903228 h 2344739"/>
              <a:gd name="connsiteX67" fmla="*/ 9054601 w 12193149"/>
              <a:gd name="connsiteY67" fmla="*/ 1910755 h 2344739"/>
              <a:gd name="connsiteX68" fmla="*/ 9006634 w 12193149"/>
              <a:gd name="connsiteY68" fmla="*/ 1914040 h 2344739"/>
              <a:gd name="connsiteX69" fmla="*/ 9006349 w 12193149"/>
              <a:gd name="connsiteY69" fmla="*/ 1913800 h 2344739"/>
              <a:gd name="connsiteX70" fmla="*/ 8997380 w 12193149"/>
              <a:gd name="connsiteY70" fmla="*/ 1915011 h 2344739"/>
              <a:gd name="connsiteX71" fmla="*/ 8991542 w 12193149"/>
              <a:gd name="connsiteY71" fmla="*/ 1917072 h 2344739"/>
              <a:gd name="connsiteX72" fmla="*/ 8975485 w 12193149"/>
              <a:gd name="connsiteY72" fmla="*/ 1920298 h 2344739"/>
              <a:gd name="connsiteX73" fmla="*/ 8969159 w 12193149"/>
              <a:gd name="connsiteY73" fmla="*/ 1919598 h 2344739"/>
              <a:gd name="connsiteX74" fmla="*/ 8964196 w 12193149"/>
              <a:gd name="connsiteY74" fmla="*/ 1917373 h 2344739"/>
              <a:gd name="connsiteX75" fmla="*/ 8930136 w 12193149"/>
              <a:gd name="connsiteY75" fmla="*/ 1914185 h 2344739"/>
              <a:gd name="connsiteX76" fmla="*/ 8753592 w 12193149"/>
              <a:gd name="connsiteY76" fmla="*/ 1933417 h 2344739"/>
              <a:gd name="connsiteX77" fmla="*/ 8708995 w 12193149"/>
              <a:gd name="connsiteY77" fmla="*/ 1935518 h 2344739"/>
              <a:gd name="connsiteX78" fmla="*/ 8597219 w 12193149"/>
              <a:gd name="connsiteY78" fmla="*/ 1944090 h 2344739"/>
              <a:gd name="connsiteX79" fmla="*/ 8526378 w 12193149"/>
              <a:gd name="connsiteY79" fmla="*/ 1929248 h 2344739"/>
              <a:gd name="connsiteX80" fmla="*/ 8512131 w 12193149"/>
              <a:gd name="connsiteY80" fmla="*/ 1935163 h 2344739"/>
              <a:gd name="connsiteX81" fmla="*/ 8507315 w 12193149"/>
              <a:gd name="connsiteY81" fmla="*/ 1938164 h 2344739"/>
              <a:gd name="connsiteX82" fmla="*/ 8499116 w 12193149"/>
              <a:gd name="connsiteY82" fmla="*/ 1940902 h 2344739"/>
              <a:gd name="connsiteX83" fmla="*/ 8498742 w 12193149"/>
              <a:gd name="connsiteY83" fmla="*/ 1940723 h 2344739"/>
              <a:gd name="connsiteX84" fmla="*/ 8491397 w 12193149"/>
              <a:gd name="connsiteY84" fmla="*/ 1943773 h 2344739"/>
              <a:gd name="connsiteX85" fmla="*/ 8368330 w 12193149"/>
              <a:gd name="connsiteY85" fmla="*/ 1957815 h 2344739"/>
              <a:gd name="connsiteX86" fmla="*/ 8354947 w 12193149"/>
              <a:gd name="connsiteY86" fmla="*/ 1958009 h 2344739"/>
              <a:gd name="connsiteX87" fmla="*/ 8321252 w 12193149"/>
              <a:gd name="connsiteY87" fmla="*/ 1974587 h 2344739"/>
              <a:gd name="connsiteX88" fmla="*/ 8315581 w 12193149"/>
              <a:gd name="connsiteY88" fmla="*/ 1974913 h 2344739"/>
              <a:gd name="connsiteX89" fmla="*/ 8296322 w 12193149"/>
              <a:gd name="connsiteY89" fmla="*/ 1988808 h 2344739"/>
              <a:gd name="connsiteX90" fmla="*/ 8285424 w 12193149"/>
              <a:gd name="connsiteY90" fmla="*/ 1994631 h 2344739"/>
              <a:gd name="connsiteX91" fmla="*/ 8284298 w 12193149"/>
              <a:gd name="connsiteY91" fmla="*/ 1999074 h 2344739"/>
              <a:gd name="connsiteX92" fmla="*/ 8267224 w 12193149"/>
              <a:gd name="connsiteY92" fmla="*/ 2006249 h 2344739"/>
              <a:gd name="connsiteX93" fmla="*/ 8264525 w 12193149"/>
              <a:gd name="connsiteY93" fmla="*/ 2006019 h 2344739"/>
              <a:gd name="connsiteX94" fmla="*/ 8253181 w 12193149"/>
              <a:gd name="connsiteY94" fmla="*/ 2015862 h 2344739"/>
              <a:gd name="connsiteX95" fmla="*/ 8246982 w 12193149"/>
              <a:gd name="connsiteY95" fmla="*/ 2028854 h 2344739"/>
              <a:gd name="connsiteX96" fmla="*/ 8091420 w 12193149"/>
              <a:gd name="connsiteY96" fmla="*/ 2075015 h 2344739"/>
              <a:gd name="connsiteX97" fmla="*/ 7906555 w 12193149"/>
              <a:gd name="connsiteY97" fmla="*/ 2116988 h 2344739"/>
              <a:gd name="connsiteX98" fmla="*/ 7719893 w 12193149"/>
              <a:gd name="connsiteY98" fmla="*/ 2142703 h 2344739"/>
              <a:gd name="connsiteX99" fmla="*/ 7615495 w 12193149"/>
              <a:gd name="connsiteY99" fmla="*/ 2139232 h 2344739"/>
              <a:gd name="connsiteX100" fmla="*/ 7528691 w 12193149"/>
              <a:gd name="connsiteY100" fmla="*/ 2145060 h 2344739"/>
              <a:gd name="connsiteX101" fmla="*/ 7520719 w 12193149"/>
              <a:gd name="connsiteY101" fmla="*/ 2147613 h 2344739"/>
              <a:gd name="connsiteX102" fmla="*/ 7508559 w 12193149"/>
              <a:gd name="connsiteY102" fmla="*/ 2148948 h 2344739"/>
              <a:gd name="connsiteX103" fmla="*/ 7508188 w 12193149"/>
              <a:gd name="connsiteY103" fmla="*/ 2148621 h 2344739"/>
              <a:gd name="connsiteX104" fmla="*/ 7496943 w 12193149"/>
              <a:gd name="connsiteY104" fmla="*/ 2150573 h 2344739"/>
              <a:gd name="connsiteX105" fmla="*/ 7219707 w 12193149"/>
              <a:gd name="connsiteY105" fmla="*/ 2156680 h 2344739"/>
              <a:gd name="connsiteX106" fmla="*/ 7202249 w 12193149"/>
              <a:gd name="connsiteY106" fmla="*/ 2161230 h 2344739"/>
              <a:gd name="connsiteX107" fmla="*/ 7198152 w 12193149"/>
              <a:gd name="connsiteY107" fmla="*/ 2166588 h 2344739"/>
              <a:gd name="connsiteX108" fmla="*/ 7171956 w 12193149"/>
              <a:gd name="connsiteY108" fmla="*/ 2171236 h 2344739"/>
              <a:gd name="connsiteX109" fmla="*/ 7098136 w 12193149"/>
              <a:gd name="connsiteY109" fmla="*/ 2183464 h 2344739"/>
              <a:gd name="connsiteX110" fmla="*/ 7019644 w 12193149"/>
              <a:gd name="connsiteY110" fmla="*/ 2183090 h 2344739"/>
              <a:gd name="connsiteX111" fmla="*/ 6905294 w 12193149"/>
              <a:gd name="connsiteY111" fmla="*/ 2212596 h 2344739"/>
              <a:gd name="connsiteX112" fmla="*/ 6709370 w 12193149"/>
              <a:gd name="connsiteY112" fmla="*/ 2240551 h 2344739"/>
              <a:gd name="connsiteX113" fmla="*/ 6550602 w 12193149"/>
              <a:gd name="connsiteY113" fmla="*/ 2269327 h 2344739"/>
              <a:gd name="connsiteX114" fmla="*/ 6318708 w 12193149"/>
              <a:gd name="connsiteY114" fmla="*/ 2316127 h 2344739"/>
              <a:gd name="connsiteX115" fmla="*/ 6169822 w 12193149"/>
              <a:gd name="connsiteY115" fmla="*/ 2318214 h 2344739"/>
              <a:gd name="connsiteX116" fmla="*/ 6074996 w 12193149"/>
              <a:gd name="connsiteY116" fmla="*/ 2338676 h 2344739"/>
              <a:gd name="connsiteX117" fmla="*/ 6069677 w 12193149"/>
              <a:gd name="connsiteY117" fmla="*/ 2337139 h 2344739"/>
              <a:gd name="connsiteX118" fmla="*/ 6049786 w 12193149"/>
              <a:gd name="connsiteY118" fmla="*/ 2337822 h 2344739"/>
              <a:gd name="connsiteX119" fmla="*/ 6042433 w 12193149"/>
              <a:gd name="connsiteY119" fmla="*/ 2329473 h 2344739"/>
              <a:gd name="connsiteX120" fmla="*/ 6011238 w 12193149"/>
              <a:gd name="connsiteY120" fmla="*/ 2324380 h 2344739"/>
              <a:gd name="connsiteX121" fmla="*/ 5958523 w 12193149"/>
              <a:gd name="connsiteY121" fmla="*/ 2328024 h 2344739"/>
              <a:gd name="connsiteX122" fmla="*/ 5760067 w 12193149"/>
              <a:gd name="connsiteY122" fmla="*/ 2343716 h 2344739"/>
              <a:gd name="connsiteX123" fmla="*/ 5628108 w 12193149"/>
              <a:gd name="connsiteY123" fmla="*/ 2344739 h 2344739"/>
              <a:gd name="connsiteX124" fmla="*/ 5472054 w 12193149"/>
              <a:gd name="connsiteY124" fmla="*/ 2330719 h 2344739"/>
              <a:gd name="connsiteX125" fmla="*/ 5433909 w 12193149"/>
              <a:gd name="connsiteY125" fmla="*/ 2319466 h 2344739"/>
              <a:gd name="connsiteX126" fmla="*/ 5382817 w 12193149"/>
              <a:gd name="connsiteY126" fmla="*/ 2301764 h 2344739"/>
              <a:gd name="connsiteX127" fmla="*/ 5262912 w 12193149"/>
              <a:gd name="connsiteY127" fmla="*/ 2281347 h 2344739"/>
              <a:gd name="connsiteX128" fmla="*/ 5224109 w 12193149"/>
              <a:gd name="connsiteY128" fmla="*/ 2270223 h 2344739"/>
              <a:gd name="connsiteX129" fmla="*/ 5175808 w 12193149"/>
              <a:gd name="connsiteY129" fmla="*/ 2267233 h 2344739"/>
              <a:gd name="connsiteX130" fmla="*/ 5157702 w 12193149"/>
              <a:gd name="connsiteY130" fmla="*/ 2260010 h 2344739"/>
              <a:gd name="connsiteX131" fmla="*/ 5143747 w 12193149"/>
              <a:gd name="connsiteY131" fmla="*/ 2256610 h 2344739"/>
              <a:gd name="connsiteX132" fmla="*/ 5140744 w 12193149"/>
              <a:gd name="connsiteY132" fmla="*/ 2254509 h 2344739"/>
              <a:gd name="connsiteX133" fmla="*/ 5122807 w 12193149"/>
              <a:gd name="connsiteY133" fmla="*/ 2243656 h 2344739"/>
              <a:gd name="connsiteX134" fmla="*/ 5066938 w 12193149"/>
              <a:gd name="connsiteY134" fmla="*/ 2250227 h 2344739"/>
              <a:gd name="connsiteX135" fmla="*/ 5012662 w 12193149"/>
              <a:gd name="connsiteY135" fmla="*/ 2233846 h 2344739"/>
              <a:gd name="connsiteX136" fmla="*/ 4841589 w 12193149"/>
              <a:gd name="connsiteY136" fmla="*/ 2209829 h 2344739"/>
              <a:gd name="connsiteX137" fmla="*/ 4763595 w 12193149"/>
              <a:gd name="connsiteY137" fmla="*/ 2182061 h 2344739"/>
              <a:gd name="connsiteX138" fmla="*/ 4724334 w 12193149"/>
              <a:gd name="connsiteY138" fmla="*/ 2173047 h 2344739"/>
              <a:gd name="connsiteX139" fmla="*/ 4722324 w 12193149"/>
              <a:gd name="connsiteY139" fmla="*/ 2172298 h 2344739"/>
              <a:gd name="connsiteX140" fmla="*/ 4723259 w 12193149"/>
              <a:gd name="connsiteY140" fmla="*/ 2172087 h 2344739"/>
              <a:gd name="connsiteX141" fmla="*/ 4718350 w 12193149"/>
              <a:gd name="connsiteY141" fmla="*/ 2170817 h 2344739"/>
              <a:gd name="connsiteX142" fmla="*/ 4722324 w 12193149"/>
              <a:gd name="connsiteY142" fmla="*/ 2172298 h 2344739"/>
              <a:gd name="connsiteX143" fmla="*/ 4716674 w 12193149"/>
              <a:gd name="connsiteY143" fmla="*/ 2173573 h 2344739"/>
              <a:gd name="connsiteX144" fmla="*/ 4516962 w 12193149"/>
              <a:gd name="connsiteY144" fmla="*/ 2163671 h 2344739"/>
              <a:gd name="connsiteX145" fmla="*/ 4429691 w 12193149"/>
              <a:gd name="connsiteY145" fmla="*/ 2153020 h 2344739"/>
              <a:gd name="connsiteX146" fmla="*/ 4364023 w 12193149"/>
              <a:gd name="connsiteY146" fmla="*/ 2151674 h 2344739"/>
              <a:gd name="connsiteX147" fmla="*/ 4318114 w 12193149"/>
              <a:gd name="connsiteY147" fmla="*/ 2158289 h 2344739"/>
              <a:gd name="connsiteX148" fmla="*/ 4316258 w 12193149"/>
              <a:gd name="connsiteY148" fmla="*/ 2156948 h 2344739"/>
              <a:gd name="connsiteX149" fmla="*/ 4296292 w 12193149"/>
              <a:gd name="connsiteY149" fmla="*/ 2155069 h 2344739"/>
              <a:gd name="connsiteX150" fmla="*/ 4291212 w 12193149"/>
              <a:gd name="connsiteY150" fmla="*/ 2157986 h 2344739"/>
              <a:gd name="connsiteX151" fmla="*/ 4277290 w 12193149"/>
              <a:gd name="connsiteY151" fmla="*/ 2157740 h 2344739"/>
              <a:gd name="connsiteX152" fmla="*/ 4249265 w 12193149"/>
              <a:gd name="connsiteY152" fmla="*/ 2160064 h 2344739"/>
              <a:gd name="connsiteX153" fmla="*/ 4203199 w 12193149"/>
              <a:gd name="connsiteY153" fmla="*/ 2157269 h 2344739"/>
              <a:gd name="connsiteX154" fmla="*/ 4202893 w 12193149"/>
              <a:gd name="connsiteY154" fmla="*/ 2156010 h 2344739"/>
              <a:gd name="connsiteX155" fmla="*/ 4192396 w 12193149"/>
              <a:gd name="connsiteY155" fmla="*/ 2150376 h 2344739"/>
              <a:gd name="connsiteX156" fmla="*/ 4143893 w 12193149"/>
              <a:gd name="connsiteY156" fmla="*/ 2134511 h 2344739"/>
              <a:gd name="connsiteX157" fmla="*/ 4084245 w 12193149"/>
              <a:gd name="connsiteY157" fmla="*/ 2107978 h 2344739"/>
              <a:gd name="connsiteX158" fmla="*/ 4075694 w 12193149"/>
              <a:gd name="connsiteY158" fmla="*/ 2107143 h 2344739"/>
              <a:gd name="connsiteX159" fmla="*/ 4075575 w 12193149"/>
              <a:gd name="connsiteY159" fmla="*/ 2106844 h 2344739"/>
              <a:gd name="connsiteX160" fmla="*/ 4066658 w 12193149"/>
              <a:gd name="connsiteY160" fmla="*/ 2105400 h 2344739"/>
              <a:gd name="connsiteX161" fmla="*/ 4060102 w 12193149"/>
              <a:gd name="connsiteY161" fmla="*/ 2105618 h 2344739"/>
              <a:gd name="connsiteX162" fmla="*/ 4043512 w 12193149"/>
              <a:gd name="connsiteY162" fmla="*/ 2103997 h 2344739"/>
              <a:gd name="connsiteX163" fmla="*/ 4038145 w 12193149"/>
              <a:gd name="connsiteY163" fmla="*/ 2101563 h 2344739"/>
              <a:gd name="connsiteX164" fmla="*/ 4036511 w 12193149"/>
              <a:gd name="connsiteY164" fmla="*/ 2097896 h 2344739"/>
              <a:gd name="connsiteX165" fmla="*/ 4034926 w 12193149"/>
              <a:gd name="connsiteY165" fmla="*/ 2098131 h 2344739"/>
              <a:gd name="connsiteX166" fmla="*/ 4005686 w 12193149"/>
              <a:gd name="connsiteY166" fmla="*/ 2085563 h 2344739"/>
              <a:gd name="connsiteX167" fmla="*/ 3937994 w 12193149"/>
              <a:gd name="connsiteY167" fmla="*/ 2068106 h 2344739"/>
              <a:gd name="connsiteX168" fmla="*/ 3898423 w 12193149"/>
              <a:gd name="connsiteY168" fmla="*/ 2062451 h 2344739"/>
              <a:gd name="connsiteX169" fmla="*/ 3790908 w 12193149"/>
              <a:gd name="connsiteY169" fmla="*/ 2042213 h 2344739"/>
              <a:gd name="connsiteX170" fmla="*/ 3683661 w 12193149"/>
              <a:gd name="connsiteY170" fmla="*/ 2018290 h 2344739"/>
              <a:gd name="connsiteX171" fmla="*/ 3611183 w 12193149"/>
              <a:gd name="connsiteY171" fmla="*/ 1986019 h 2344739"/>
              <a:gd name="connsiteX172" fmla="*/ 3605003 w 12193149"/>
              <a:gd name="connsiteY172" fmla="*/ 1987381 h 2344739"/>
              <a:gd name="connsiteX173" fmla="*/ 3595884 w 12193149"/>
              <a:gd name="connsiteY173" fmla="*/ 1987545 h 2344739"/>
              <a:gd name="connsiteX174" fmla="*/ 3595649 w 12193149"/>
              <a:gd name="connsiteY174" fmla="*/ 1987276 h 2344739"/>
              <a:gd name="connsiteX175" fmla="*/ 3587126 w 12193149"/>
              <a:gd name="connsiteY175" fmla="*/ 1987966 h 2344739"/>
              <a:gd name="connsiteX176" fmla="*/ 3537283 w 12193149"/>
              <a:gd name="connsiteY176" fmla="*/ 1978267 h 2344739"/>
              <a:gd name="connsiteX177" fmla="*/ 3474371 w 12193149"/>
              <a:gd name="connsiteY177" fmla="*/ 1974606 h 2344739"/>
              <a:gd name="connsiteX178" fmla="*/ 3401876 w 12193149"/>
              <a:gd name="connsiteY178" fmla="*/ 1962558 h 2344739"/>
              <a:gd name="connsiteX179" fmla="*/ 3365036 w 12193149"/>
              <a:gd name="connsiteY179" fmla="*/ 1979510 h 2344739"/>
              <a:gd name="connsiteX180" fmla="*/ 3345174 w 12193149"/>
              <a:gd name="connsiteY180" fmla="*/ 1981192 h 2344739"/>
              <a:gd name="connsiteX181" fmla="*/ 3342846 w 12193149"/>
              <a:gd name="connsiteY181" fmla="*/ 1980217 h 2344739"/>
              <a:gd name="connsiteX182" fmla="*/ 3263504 w 12193149"/>
              <a:gd name="connsiteY182" fmla="*/ 1986094 h 2344739"/>
              <a:gd name="connsiteX183" fmla="*/ 3143704 w 12193149"/>
              <a:gd name="connsiteY183" fmla="*/ 1993869 h 2344739"/>
              <a:gd name="connsiteX184" fmla="*/ 3031439 w 12193149"/>
              <a:gd name="connsiteY184" fmla="*/ 1996512 h 2344739"/>
              <a:gd name="connsiteX185" fmla="*/ 2782717 w 12193149"/>
              <a:gd name="connsiteY185" fmla="*/ 2018333 h 2344739"/>
              <a:gd name="connsiteX186" fmla="*/ 2647675 w 12193149"/>
              <a:gd name="connsiteY186" fmla="*/ 2028869 h 2344739"/>
              <a:gd name="connsiteX187" fmla="*/ 2569176 w 12193149"/>
              <a:gd name="connsiteY187" fmla="*/ 2002628 h 2344739"/>
              <a:gd name="connsiteX188" fmla="*/ 2444403 w 12193149"/>
              <a:gd name="connsiteY188" fmla="*/ 2016529 h 2344739"/>
              <a:gd name="connsiteX189" fmla="*/ 2316260 w 12193149"/>
              <a:gd name="connsiteY189" fmla="*/ 2024996 h 2344739"/>
              <a:gd name="connsiteX190" fmla="*/ 2209726 w 12193149"/>
              <a:gd name="connsiteY190" fmla="*/ 2019763 h 2344739"/>
              <a:gd name="connsiteX191" fmla="*/ 2095813 w 12193149"/>
              <a:gd name="connsiteY191" fmla="*/ 2003052 h 2344739"/>
              <a:gd name="connsiteX192" fmla="*/ 1998504 w 12193149"/>
              <a:gd name="connsiteY192" fmla="*/ 1995032 h 2344739"/>
              <a:gd name="connsiteX193" fmla="*/ 1929320 w 12193149"/>
              <a:gd name="connsiteY193" fmla="*/ 2016977 h 2344739"/>
              <a:gd name="connsiteX194" fmla="*/ 1922798 w 12193149"/>
              <a:gd name="connsiteY194" fmla="*/ 2012146 h 2344739"/>
              <a:gd name="connsiteX195" fmla="*/ 1874228 w 12193149"/>
              <a:gd name="connsiteY195" fmla="*/ 2013741 h 2344739"/>
              <a:gd name="connsiteX196" fmla="*/ 1787803 w 12193149"/>
              <a:gd name="connsiteY196" fmla="*/ 2041363 h 2344739"/>
              <a:gd name="connsiteX197" fmla="*/ 1739352 w 12193149"/>
              <a:gd name="connsiteY197" fmla="*/ 2036312 h 2344739"/>
              <a:gd name="connsiteX198" fmla="*/ 1676219 w 12193149"/>
              <a:gd name="connsiteY198" fmla="*/ 2019963 h 2344739"/>
              <a:gd name="connsiteX199" fmla="*/ 1609817 w 12193149"/>
              <a:gd name="connsiteY199" fmla="*/ 2013066 h 2344739"/>
              <a:gd name="connsiteX200" fmla="*/ 1497258 w 12193149"/>
              <a:gd name="connsiteY200" fmla="*/ 1987476 h 2344739"/>
              <a:gd name="connsiteX201" fmla="*/ 1151127 w 12193149"/>
              <a:gd name="connsiteY201" fmla="*/ 1938041 h 2344739"/>
              <a:gd name="connsiteX202" fmla="*/ 859417 w 12193149"/>
              <a:gd name="connsiteY202" fmla="*/ 1928608 h 2344739"/>
              <a:gd name="connsiteX203" fmla="*/ 838688 w 12193149"/>
              <a:gd name="connsiteY203" fmla="*/ 1929821 h 2344739"/>
              <a:gd name="connsiteX204" fmla="*/ 817957 w 12193149"/>
              <a:gd name="connsiteY204" fmla="*/ 1927857 h 2344739"/>
              <a:gd name="connsiteX205" fmla="*/ 812654 w 12193149"/>
              <a:gd name="connsiteY205" fmla="*/ 1930751 h 2344739"/>
              <a:gd name="connsiteX206" fmla="*/ 721195 w 12193149"/>
              <a:gd name="connsiteY206" fmla="*/ 1929661 h 2344739"/>
              <a:gd name="connsiteX207" fmla="*/ 720890 w 12193149"/>
              <a:gd name="connsiteY207" fmla="*/ 1928399 h 2344739"/>
              <a:gd name="connsiteX208" fmla="*/ 710023 w 12193149"/>
              <a:gd name="connsiteY208" fmla="*/ 1922722 h 2344739"/>
              <a:gd name="connsiteX209" fmla="*/ 597940 w 12193149"/>
              <a:gd name="connsiteY209" fmla="*/ 1879864 h 2344739"/>
              <a:gd name="connsiteX210" fmla="*/ 579683 w 12193149"/>
              <a:gd name="connsiteY210" fmla="*/ 1877212 h 2344739"/>
              <a:gd name="connsiteX211" fmla="*/ 572865 w 12193149"/>
              <a:gd name="connsiteY211" fmla="*/ 1877401 h 2344739"/>
              <a:gd name="connsiteX212" fmla="*/ 446247 w 12193149"/>
              <a:gd name="connsiteY212" fmla="*/ 1839371 h 2344739"/>
              <a:gd name="connsiteX213" fmla="*/ 405163 w 12193149"/>
              <a:gd name="connsiteY213" fmla="*/ 1833548 h 2344739"/>
              <a:gd name="connsiteX214" fmla="*/ 293583 w 12193149"/>
              <a:gd name="connsiteY214" fmla="*/ 1812852 h 2344739"/>
              <a:gd name="connsiteX215" fmla="*/ 119529 w 12193149"/>
              <a:gd name="connsiteY215" fmla="*/ 1761047 h 2344739"/>
              <a:gd name="connsiteX216" fmla="*/ 16674 w 12193149"/>
              <a:gd name="connsiteY216" fmla="*/ 1758191 h 2344739"/>
              <a:gd name="connsiteX217" fmla="*/ 1150 w 12193149"/>
              <a:gd name="connsiteY217" fmla="*/ 1752722 h 2344739"/>
              <a:gd name="connsiteX218" fmla="*/ 1148 w 12193149"/>
              <a:gd name="connsiteY218" fmla="*/ 222213 h 2344739"/>
              <a:gd name="connsiteX219" fmla="*/ 1148 w 12193149"/>
              <a:gd name="connsiteY219"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8 w 12193149"/>
              <a:gd name="connsiteY3" fmla="*/ 389190 h 2344739"/>
              <a:gd name="connsiteX4" fmla="*/ 12193149 w 12193149"/>
              <a:gd name="connsiteY4" fmla="*/ 579739 h 2344739"/>
              <a:gd name="connsiteX5" fmla="*/ 12185986 w 12193149"/>
              <a:gd name="connsiteY5" fmla="*/ 584189 h 2344739"/>
              <a:gd name="connsiteX6" fmla="*/ 12156363 w 12193149"/>
              <a:gd name="connsiteY6" fmla="*/ 597366 h 2344739"/>
              <a:gd name="connsiteX7" fmla="*/ 12139215 w 12193149"/>
              <a:gd name="connsiteY7" fmla="*/ 623179 h 2344739"/>
              <a:gd name="connsiteX8" fmla="*/ 12126327 w 12193149"/>
              <a:gd name="connsiteY8" fmla="*/ 624690 h 2344739"/>
              <a:gd name="connsiteX9" fmla="*/ 12124007 w 12193149"/>
              <a:gd name="connsiteY9" fmla="*/ 624794 h 2344739"/>
              <a:gd name="connsiteX10" fmla="*/ 12116854 w 12193149"/>
              <a:gd name="connsiteY10" fmla="*/ 628608 h 2344739"/>
              <a:gd name="connsiteX11" fmla="*/ 12099497 w 12193149"/>
              <a:gd name="connsiteY11" fmla="*/ 628139 h 2344739"/>
              <a:gd name="connsiteX12" fmla="*/ 12087073 w 12193149"/>
              <a:gd name="connsiteY12" fmla="*/ 636341 h 2344739"/>
              <a:gd name="connsiteX13" fmla="*/ 12031073 w 12193149"/>
              <a:gd name="connsiteY13" fmla="*/ 680009 h 2344739"/>
              <a:gd name="connsiteX14" fmla="*/ 11995833 w 12193149"/>
              <a:gd name="connsiteY14" fmla="*/ 703458 h 2344739"/>
              <a:gd name="connsiteX15" fmla="*/ 11979717 w 12193149"/>
              <a:gd name="connsiteY15" fmla="*/ 708161 h 2344739"/>
              <a:gd name="connsiteX16" fmla="*/ 11959046 w 12193149"/>
              <a:gd name="connsiteY16" fmla="*/ 717558 h 2344739"/>
              <a:gd name="connsiteX17" fmla="*/ 11920454 w 12193149"/>
              <a:gd name="connsiteY17" fmla="*/ 730883 h 2344739"/>
              <a:gd name="connsiteX18" fmla="*/ 11903656 w 12193149"/>
              <a:gd name="connsiteY18" fmla="*/ 742426 h 2344739"/>
              <a:gd name="connsiteX19" fmla="*/ 11895048 w 12193149"/>
              <a:gd name="connsiteY19" fmla="*/ 744791 h 2344739"/>
              <a:gd name="connsiteX20" fmla="*/ 11891968 w 12193149"/>
              <a:gd name="connsiteY20" fmla="*/ 755729 h 2344739"/>
              <a:gd name="connsiteX21" fmla="*/ 11870776 w 12193149"/>
              <a:gd name="connsiteY21" fmla="*/ 777816 h 2344739"/>
              <a:gd name="connsiteX22" fmla="*/ 11813376 w 12193149"/>
              <a:gd name="connsiteY22" fmla="*/ 797659 h 2344739"/>
              <a:gd name="connsiteX23" fmla="*/ 11590693 w 12193149"/>
              <a:gd name="connsiteY23" fmla="*/ 963777 h 2344739"/>
              <a:gd name="connsiteX24" fmla="*/ 11506817 w 12193149"/>
              <a:gd name="connsiteY24" fmla="*/ 1033623 h 2344739"/>
              <a:gd name="connsiteX25" fmla="*/ 11280332 w 12193149"/>
              <a:gd name="connsiteY25" fmla="*/ 1223571 h 2344739"/>
              <a:gd name="connsiteX26" fmla="*/ 11228309 w 12193149"/>
              <a:gd name="connsiteY26" fmla="*/ 1276236 h 2344739"/>
              <a:gd name="connsiteX27" fmla="*/ 11218087 w 12193149"/>
              <a:gd name="connsiteY27" fmla="*/ 1275961 h 2344739"/>
              <a:gd name="connsiteX28" fmla="*/ 11217184 w 12193149"/>
              <a:gd name="connsiteY28" fmla="*/ 1275018 h 2344739"/>
              <a:gd name="connsiteX29" fmla="*/ 11188885 w 12193149"/>
              <a:gd name="connsiteY29" fmla="*/ 1292383 h 2344739"/>
              <a:gd name="connsiteX30" fmla="*/ 11184501 w 12193149"/>
              <a:gd name="connsiteY30" fmla="*/ 1292525 h 2344739"/>
              <a:gd name="connsiteX31" fmla="*/ 11166854 w 12193149"/>
              <a:gd name="connsiteY31" fmla="*/ 1306612 h 2344739"/>
              <a:gd name="connsiteX32" fmla="*/ 11157311 w 12193149"/>
              <a:gd name="connsiteY32" fmla="*/ 1312414 h 2344739"/>
              <a:gd name="connsiteX33" fmla="*/ 11155496 w 12193149"/>
              <a:gd name="connsiteY33" fmla="*/ 1317097 h 2344739"/>
              <a:gd name="connsiteX34" fmla="*/ 11140961 w 12193149"/>
              <a:gd name="connsiteY34" fmla="*/ 1324115 h 2344739"/>
              <a:gd name="connsiteX35" fmla="*/ 11138961 w 12193149"/>
              <a:gd name="connsiteY35" fmla="*/ 1323772 h 2344739"/>
              <a:gd name="connsiteX36" fmla="*/ 11128208 w 12193149"/>
              <a:gd name="connsiteY36" fmla="*/ 1333832 h 2344739"/>
              <a:gd name="connsiteX37" fmla="*/ 11120691 w 12193149"/>
              <a:gd name="connsiteY37" fmla="*/ 1347424 h 2344739"/>
              <a:gd name="connsiteX38" fmla="*/ 10894683 w 12193149"/>
              <a:gd name="connsiteY38" fmla="*/ 1473399 h 2344739"/>
              <a:gd name="connsiteX39" fmla="*/ 10773300 w 12193149"/>
              <a:gd name="connsiteY39" fmla="*/ 1523191 h 2344739"/>
              <a:gd name="connsiteX40" fmla="*/ 10627668 w 12193149"/>
              <a:gd name="connsiteY40" fmla="*/ 1559229 h 2344739"/>
              <a:gd name="connsiteX41" fmla="*/ 10581895 w 12193149"/>
              <a:gd name="connsiteY41" fmla="*/ 1568689 h 2344739"/>
              <a:gd name="connsiteX42" fmla="*/ 10547790 w 12193149"/>
              <a:gd name="connsiteY42" fmla="*/ 1598423 h 2344739"/>
              <a:gd name="connsiteX43" fmla="*/ 10529643 w 12193149"/>
              <a:gd name="connsiteY43" fmla="*/ 1596907 h 2344739"/>
              <a:gd name="connsiteX44" fmla="*/ 10526446 w 12193149"/>
              <a:gd name="connsiteY44" fmla="*/ 1596411 h 2344739"/>
              <a:gd name="connsiteX45" fmla="*/ 10515129 w 12193149"/>
              <a:gd name="connsiteY45" fmla="*/ 1599537 h 2344739"/>
              <a:gd name="connsiteX46" fmla="*/ 10491735 w 12193149"/>
              <a:gd name="connsiteY46" fmla="*/ 1594156 h 2344739"/>
              <a:gd name="connsiteX47" fmla="*/ 10471418 w 12193149"/>
              <a:gd name="connsiteY47" fmla="*/ 1601693 h 2344739"/>
              <a:gd name="connsiteX48" fmla="*/ 10377042 w 12193149"/>
              <a:gd name="connsiteY48" fmla="*/ 1644598 h 2344739"/>
              <a:gd name="connsiteX49" fmla="*/ 10319338 w 12193149"/>
              <a:gd name="connsiteY49" fmla="*/ 1666221 h 2344739"/>
              <a:gd name="connsiteX50" fmla="*/ 10295467 w 12193149"/>
              <a:gd name="connsiteY50" fmla="*/ 1668079 h 2344739"/>
              <a:gd name="connsiteX51" fmla="*/ 10263443 w 12193149"/>
              <a:gd name="connsiteY51" fmla="*/ 1674948 h 2344739"/>
              <a:gd name="connsiteX52" fmla="*/ 10205418 w 12193149"/>
              <a:gd name="connsiteY52" fmla="*/ 1682149 h 2344739"/>
              <a:gd name="connsiteX53" fmla="*/ 10177759 w 12193149"/>
              <a:gd name="connsiteY53" fmla="*/ 1692943 h 2344739"/>
              <a:gd name="connsiteX54" fmla="*/ 10165070 w 12193149"/>
              <a:gd name="connsiteY54" fmla="*/ 1693739 h 2344739"/>
              <a:gd name="connsiteX55" fmla="*/ 10156308 w 12193149"/>
              <a:gd name="connsiteY55" fmla="*/ 1707487 h 2344739"/>
              <a:gd name="connsiteX56" fmla="*/ 10118267 w 12193149"/>
              <a:gd name="connsiteY56" fmla="*/ 1731142 h 2344739"/>
              <a:gd name="connsiteX57" fmla="*/ 10083317 w 12193149"/>
              <a:gd name="connsiteY57" fmla="*/ 1743296 h 2344739"/>
              <a:gd name="connsiteX58" fmla="*/ 10040388 w 12193149"/>
              <a:gd name="connsiteY58" fmla="*/ 1741632 h 2344739"/>
              <a:gd name="connsiteX59" fmla="*/ 9961167 w 12193149"/>
              <a:gd name="connsiteY59" fmla="*/ 1757147 h 2344739"/>
              <a:gd name="connsiteX60" fmla="*/ 9848940 w 12193149"/>
              <a:gd name="connsiteY60" fmla="*/ 1763915 h 2344739"/>
              <a:gd name="connsiteX61" fmla="*/ 9729457 w 12193149"/>
              <a:gd name="connsiteY61" fmla="*/ 1784122 h 2344739"/>
              <a:gd name="connsiteX62" fmla="*/ 9613704 w 12193149"/>
              <a:gd name="connsiteY62" fmla="*/ 1812371 h 2344739"/>
              <a:gd name="connsiteX63" fmla="*/ 9338590 w 12193149"/>
              <a:gd name="connsiteY63" fmla="*/ 1869293 h 2344739"/>
              <a:gd name="connsiteX64" fmla="*/ 9232518 w 12193149"/>
              <a:gd name="connsiteY64" fmla="*/ 1893149 h 2344739"/>
              <a:gd name="connsiteX65" fmla="*/ 9156690 w 12193149"/>
              <a:gd name="connsiteY65" fmla="*/ 1903228 h 2344739"/>
              <a:gd name="connsiteX66" fmla="*/ 9054601 w 12193149"/>
              <a:gd name="connsiteY66" fmla="*/ 1910755 h 2344739"/>
              <a:gd name="connsiteX67" fmla="*/ 9006634 w 12193149"/>
              <a:gd name="connsiteY67" fmla="*/ 1914040 h 2344739"/>
              <a:gd name="connsiteX68" fmla="*/ 9006349 w 12193149"/>
              <a:gd name="connsiteY68" fmla="*/ 1913800 h 2344739"/>
              <a:gd name="connsiteX69" fmla="*/ 8997380 w 12193149"/>
              <a:gd name="connsiteY69" fmla="*/ 1915011 h 2344739"/>
              <a:gd name="connsiteX70" fmla="*/ 8991542 w 12193149"/>
              <a:gd name="connsiteY70" fmla="*/ 1917072 h 2344739"/>
              <a:gd name="connsiteX71" fmla="*/ 8975485 w 12193149"/>
              <a:gd name="connsiteY71" fmla="*/ 1920298 h 2344739"/>
              <a:gd name="connsiteX72" fmla="*/ 8969159 w 12193149"/>
              <a:gd name="connsiteY72" fmla="*/ 1919598 h 2344739"/>
              <a:gd name="connsiteX73" fmla="*/ 8964196 w 12193149"/>
              <a:gd name="connsiteY73" fmla="*/ 1917373 h 2344739"/>
              <a:gd name="connsiteX74" fmla="*/ 8930136 w 12193149"/>
              <a:gd name="connsiteY74" fmla="*/ 1914185 h 2344739"/>
              <a:gd name="connsiteX75" fmla="*/ 8753592 w 12193149"/>
              <a:gd name="connsiteY75" fmla="*/ 1933417 h 2344739"/>
              <a:gd name="connsiteX76" fmla="*/ 8708995 w 12193149"/>
              <a:gd name="connsiteY76" fmla="*/ 1935518 h 2344739"/>
              <a:gd name="connsiteX77" fmla="*/ 8597219 w 12193149"/>
              <a:gd name="connsiteY77" fmla="*/ 1944090 h 2344739"/>
              <a:gd name="connsiteX78" fmla="*/ 8526378 w 12193149"/>
              <a:gd name="connsiteY78" fmla="*/ 1929248 h 2344739"/>
              <a:gd name="connsiteX79" fmla="*/ 8512131 w 12193149"/>
              <a:gd name="connsiteY79" fmla="*/ 1935163 h 2344739"/>
              <a:gd name="connsiteX80" fmla="*/ 8507315 w 12193149"/>
              <a:gd name="connsiteY80" fmla="*/ 1938164 h 2344739"/>
              <a:gd name="connsiteX81" fmla="*/ 8499116 w 12193149"/>
              <a:gd name="connsiteY81" fmla="*/ 1940902 h 2344739"/>
              <a:gd name="connsiteX82" fmla="*/ 8498742 w 12193149"/>
              <a:gd name="connsiteY82" fmla="*/ 1940723 h 2344739"/>
              <a:gd name="connsiteX83" fmla="*/ 8491397 w 12193149"/>
              <a:gd name="connsiteY83" fmla="*/ 1943773 h 2344739"/>
              <a:gd name="connsiteX84" fmla="*/ 8368330 w 12193149"/>
              <a:gd name="connsiteY84" fmla="*/ 1957815 h 2344739"/>
              <a:gd name="connsiteX85" fmla="*/ 8354947 w 12193149"/>
              <a:gd name="connsiteY85" fmla="*/ 1958009 h 2344739"/>
              <a:gd name="connsiteX86" fmla="*/ 8321252 w 12193149"/>
              <a:gd name="connsiteY86" fmla="*/ 1974587 h 2344739"/>
              <a:gd name="connsiteX87" fmla="*/ 8315581 w 12193149"/>
              <a:gd name="connsiteY87" fmla="*/ 1974913 h 2344739"/>
              <a:gd name="connsiteX88" fmla="*/ 8296322 w 12193149"/>
              <a:gd name="connsiteY88" fmla="*/ 1988808 h 2344739"/>
              <a:gd name="connsiteX89" fmla="*/ 8285424 w 12193149"/>
              <a:gd name="connsiteY89" fmla="*/ 1994631 h 2344739"/>
              <a:gd name="connsiteX90" fmla="*/ 8284298 w 12193149"/>
              <a:gd name="connsiteY90" fmla="*/ 1999074 h 2344739"/>
              <a:gd name="connsiteX91" fmla="*/ 8267224 w 12193149"/>
              <a:gd name="connsiteY91" fmla="*/ 2006249 h 2344739"/>
              <a:gd name="connsiteX92" fmla="*/ 8264525 w 12193149"/>
              <a:gd name="connsiteY92" fmla="*/ 2006019 h 2344739"/>
              <a:gd name="connsiteX93" fmla="*/ 8253181 w 12193149"/>
              <a:gd name="connsiteY93" fmla="*/ 2015862 h 2344739"/>
              <a:gd name="connsiteX94" fmla="*/ 8246982 w 12193149"/>
              <a:gd name="connsiteY94" fmla="*/ 2028854 h 2344739"/>
              <a:gd name="connsiteX95" fmla="*/ 8091420 w 12193149"/>
              <a:gd name="connsiteY95" fmla="*/ 2075015 h 2344739"/>
              <a:gd name="connsiteX96" fmla="*/ 7906555 w 12193149"/>
              <a:gd name="connsiteY96" fmla="*/ 2116988 h 2344739"/>
              <a:gd name="connsiteX97" fmla="*/ 7719893 w 12193149"/>
              <a:gd name="connsiteY97" fmla="*/ 2142703 h 2344739"/>
              <a:gd name="connsiteX98" fmla="*/ 7615495 w 12193149"/>
              <a:gd name="connsiteY98" fmla="*/ 2139232 h 2344739"/>
              <a:gd name="connsiteX99" fmla="*/ 7528691 w 12193149"/>
              <a:gd name="connsiteY99" fmla="*/ 2145060 h 2344739"/>
              <a:gd name="connsiteX100" fmla="*/ 7520719 w 12193149"/>
              <a:gd name="connsiteY100" fmla="*/ 2147613 h 2344739"/>
              <a:gd name="connsiteX101" fmla="*/ 7508559 w 12193149"/>
              <a:gd name="connsiteY101" fmla="*/ 2148948 h 2344739"/>
              <a:gd name="connsiteX102" fmla="*/ 7508188 w 12193149"/>
              <a:gd name="connsiteY102" fmla="*/ 2148621 h 2344739"/>
              <a:gd name="connsiteX103" fmla="*/ 7496943 w 12193149"/>
              <a:gd name="connsiteY103" fmla="*/ 2150573 h 2344739"/>
              <a:gd name="connsiteX104" fmla="*/ 7219707 w 12193149"/>
              <a:gd name="connsiteY104" fmla="*/ 2156680 h 2344739"/>
              <a:gd name="connsiteX105" fmla="*/ 7202249 w 12193149"/>
              <a:gd name="connsiteY105" fmla="*/ 2161230 h 2344739"/>
              <a:gd name="connsiteX106" fmla="*/ 7198152 w 12193149"/>
              <a:gd name="connsiteY106" fmla="*/ 2166588 h 2344739"/>
              <a:gd name="connsiteX107" fmla="*/ 7171956 w 12193149"/>
              <a:gd name="connsiteY107" fmla="*/ 2171236 h 2344739"/>
              <a:gd name="connsiteX108" fmla="*/ 7098136 w 12193149"/>
              <a:gd name="connsiteY108" fmla="*/ 2183464 h 2344739"/>
              <a:gd name="connsiteX109" fmla="*/ 7019644 w 12193149"/>
              <a:gd name="connsiteY109" fmla="*/ 2183090 h 2344739"/>
              <a:gd name="connsiteX110" fmla="*/ 6905294 w 12193149"/>
              <a:gd name="connsiteY110" fmla="*/ 2212596 h 2344739"/>
              <a:gd name="connsiteX111" fmla="*/ 6709370 w 12193149"/>
              <a:gd name="connsiteY111" fmla="*/ 2240551 h 2344739"/>
              <a:gd name="connsiteX112" fmla="*/ 6550602 w 12193149"/>
              <a:gd name="connsiteY112" fmla="*/ 2269327 h 2344739"/>
              <a:gd name="connsiteX113" fmla="*/ 6318708 w 12193149"/>
              <a:gd name="connsiteY113" fmla="*/ 2316127 h 2344739"/>
              <a:gd name="connsiteX114" fmla="*/ 6169822 w 12193149"/>
              <a:gd name="connsiteY114" fmla="*/ 2318214 h 2344739"/>
              <a:gd name="connsiteX115" fmla="*/ 6074996 w 12193149"/>
              <a:gd name="connsiteY115" fmla="*/ 2338676 h 2344739"/>
              <a:gd name="connsiteX116" fmla="*/ 6069677 w 12193149"/>
              <a:gd name="connsiteY116" fmla="*/ 2337139 h 2344739"/>
              <a:gd name="connsiteX117" fmla="*/ 6049786 w 12193149"/>
              <a:gd name="connsiteY117" fmla="*/ 2337822 h 2344739"/>
              <a:gd name="connsiteX118" fmla="*/ 6042433 w 12193149"/>
              <a:gd name="connsiteY118" fmla="*/ 2329473 h 2344739"/>
              <a:gd name="connsiteX119" fmla="*/ 6011238 w 12193149"/>
              <a:gd name="connsiteY119" fmla="*/ 2324380 h 2344739"/>
              <a:gd name="connsiteX120" fmla="*/ 5958523 w 12193149"/>
              <a:gd name="connsiteY120" fmla="*/ 2328024 h 2344739"/>
              <a:gd name="connsiteX121" fmla="*/ 5760067 w 12193149"/>
              <a:gd name="connsiteY121" fmla="*/ 2343716 h 2344739"/>
              <a:gd name="connsiteX122" fmla="*/ 5628108 w 12193149"/>
              <a:gd name="connsiteY122" fmla="*/ 2344739 h 2344739"/>
              <a:gd name="connsiteX123" fmla="*/ 5472054 w 12193149"/>
              <a:gd name="connsiteY123" fmla="*/ 2330719 h 2344739"/>
              <a:gd name="connsiteX124" fmla="*/ 5433909 w 12193149"/>
              <a:gd name="connsiteY124" fmla="*/ 2319466 h 2344739"/>
              <a:gd name="connsiteX125" fmla="*/ 5382817 w 12193149"/>
              <a:gd name="connsiteY125" fmla="*/ 2301764 h 2344739"/>
              <a:gd name="connsiteX126" fmla="*/ 5262912 w 12193149"/>
              <a:gd name="connsiteY126" fmla="*/ 2281347 h 2344739"/>
              <a:gd name="connsiteX127" fmla="*/ 5224109 w 12193149"/>
              <a:gd name="connsiteY127" fmla="*/ 2270223 h 2344739"/>
              <a:gd name="connsiteX128" fmla="*/ 5175808 w 12193149"/>
              <a:gd name="connsiteY128" fmla="*/ 2267233 h 2344739"/>
              <a:gd name="connsiteX129" fmla="*/ 5157702 w 12193149"/>
              <a:gd name="connsiteY129" fmla="*/ 2260010 h 2344739"/>
              <a:gd name="connsiteX130" fmla="*/ 5143747 w 12193149"/>
              <a:gd name="connsiteY130" fmla="*/ 2256610 h 2344739"/>
              <a:gd name="connsiteX131" fmla="*/ 5140744 w 12193149"/>
              <a:gd name="connsiteY131" fmla="*/ 2254509 h 2344739"/>
              <a:gd name="connsiteX132" fmla="*/ 5122807 w 12193149"/>
              <a:gd name="connsiteY132" fmla="*/ 2243656 h 2344739"/>
              <a:gd name="connsiteX133" fmla="*/ 5066938 w 12193149"/>
              <a:gd name="connsiteY133" fmla="*/ 2250227 h 2344739"/>
              <a:gd name="connsiteX134" fmla="*/ 5012662 w 12193149"/>
              <a:gd name="connsiteY134" fmla="*/ 2233846 h 2344739"/>
              <a:gd name="connsiteX135" fmla="*/ 4841589 w 12193149"/>
              <a:gd name="connsiteY135" fmla="*/ 2209829 h 2344739"/>
              <a:gd name="connsiteX136" fmla="*/ 4763595 w 12193149"/>
              <a:gd name="connsiteY136" fmla="*/ 2182061 h 2344739"/>
              <a:gd name="connsiteX137" fmla="*/ 4724334 w 12193149"/>
              <a:gd name="connsiteY137" fmla="*/ 2173047 h 2344739"/>
              <a:gd name="connsiteX138" fmla="*/ 4722324 w 12193149"/>
              <a:gd name="connsiteY138" fmla="*/ 2172298 h 2344739"/>
              <a:gd name="connsiteX139" fmla="*/ 4723259 w 12193149"/>
              <a:gd name="connsiteY139" fmla="*/ 2172087 h 2344739"/>
              <a:gd name="connsiteX140" fmla="*/ 4718350 w 12193149"/>
              <a:gd name="connsiteY140" fmla="*/ 2170817 h 2344739"/>
              <a:gd name="connsiteX141" fmla="*/ 4722324 w 12193149"/>
              <a:gd name="connsiteY141" fmla="*/ 2172298 h 2344739"/>
              <a:gd name="connsiteX142" fmla="*/ 4716674 w 12193149"/>
              <a:gd name="connsiteY142" fmla="*/ 2173573 h 2344739"/>
              <a:gd name="connsiteX143" fmla="*/ 4516962 w 12193149"/>
              <a:gd name="connsiteY143" fmla="*/ 2163671 h 2344739"/>
              <a:gd name="connsiteX144" fmla="*/ 4429691 w 12193149"/>
              <a:gd name="connsiteY144" fmla="*/ 2153020 h 2344739"/>
              <a:gd name="connsiteX145" fmla="*/ 4364023 w 12193149"/>
              <a:gd name="connsiteY145" fmla="*/ 2151674 h 2344739"/>
              <a:gd name="connsiteX146" fmla="*/ 4318114 w 12193149"/>
              <a:gd name="connsiteY146" fmla="*/ 2158289 h 2344739"/>
              <a:gd name="connsiteX147" fmla="*/ 4316258 w 12193149"/>
              <a:gd name="connsiteY147" fmla="*/ 2156948 h 2344739"/>
              <a:gd name="connsiteX148" fmla="*/ 4296292 w 12193149"/>
              <a:gd name="connsiteY148" fmla="*/ 2155069 h 2344739"/>
              <a:gd name="connsiteX149" fmla="*/ 4291212 w 12193149"/>
              <a:gd name="connsiteY149" fmla="*/ 2157986 h 2344739"/>
              <a:gd name="connsiteX150" fmla="*/ 4277290 w 12193149"/>
              <a:gd name="connsiteY150" fmla="*/ 2157740 h 2344739"/>
              <a:gd name="connsiteX151" fmla="*/ 4249265 w 12193149"/>
              <a:gd name="connsiteY151" fmla="*/ 2160064 h 2344739"/>
              <a:gd name="connsiteX152" fmla="*/ 4203199 w 12193149"/>
              <a:gd name="connsiteY152" fmla="*/ 2157269 h 2344739"/>
              <a:gd name="connsiteX153" fmla="*/ 4202893 w 12193149"/>
              <a:gd name="connsiteY153" fmla="*/ 2156010 h 2344739"/>
              <a:gd name="connsiteX154" fmla="*/ 4192396 w 12193149"/>
              <a:gd name="connsiteY154" fmla="*/ 2150376 h 2344739"/>
              <a:gd name="connsiteX155" fmla="*/ 4143893 w 12193149"/>
              <a:gd name="connsiteY155" fmla="*/ 2134511 h 2344739"/>
              <a:gd name="connsiteX156" fmla="*/ 4084245 w 12193149"/>
              <a:gd name="connsiteY156" fmla="*/ 2107978 h 2344739"/>
              <a:gd name="connsiteX157" fmla="*/ 4075694 w 12193149"/>
              <a:gd name="connsiteY157" fmla="*/ 2107143 h 2344739"/>
              <a:gd name="connsiteX158" fmla="*/ 4075575 w 12193149"/>
              <a:gd name="connsiteY158" fmla="*/ 2106844 h 2344739"/>
              <a:gd name="connsiteX159" fmla="*/ 4066658 w 12193149"/>
              <a:gd name="connsiteY159" fmla="*/ 2105400 h 2344739"/>
              <a:gd name="connsiteX160" fmla="*/ 4060102 w 12193149"/>
              <a:gd name="connsiteY160" fmla="*/ 2105618 h 2344739"/>
              <a:gd name="connsiteX161" fmla="*/ 4043512 w 12193149"/>
              <a:gd name="connsiteY161" fmla="*/ 2103997 h 2344739"/>
              <a:gd name="connsiteX162" fmla="*/ 4038145 w 12193149"/>
              <a:gd name="connsiteY162" fmla="*/ 2101563 h 2344739"/>
              <a:gd name="connsiteX163" fmla="*/ 4036511 w 12193149"/>
              <a:gd name="connsiteY163" fmla="*/ 2097896 h 2344739"/>
              <a:gd name="connsiteX164" fmla="*/ 4034926 w 12193149"/>
              <a:gd name="connsiteY164" fmla="*/ 2098131 h 2344739"/>
              <a:gd name="connsiteX165" fmla="*/ 4005686 w 12193149"/>
              <a:gd name="connsiteY165" fmla="*/ 2085563 h 2344739"/>
              <a:gd name="connsiteX166" fmla="*/ 3937994 w 12193149"/>
              <a:gd name="connsiteY166" fmla="*/ 2068106 h 2344739"/>
              <a:gd name="connsiteX167" fmla="*/ 3898423 w 12193149"/>
              <a:gd name="connsiteY167" fmla="*/ 2062451 h 2344739"/>
              <a:gd name="connsiteX168" fmla="*/ 3790908 w 12193149"/>
              <a:gd name="connsiteY168" fmla="*/ 2042213 h 2344739"/>
              <a:gd name="connsiteX169" fmla="*/ 3683661 w 12193149"/>
              <a:gd name="connsiteY169" fmla="*/ 2018290 h 2344739"/>
              <a:gd name="connsiteX170" fmla="*/ 3611183 w 12193149"/>
              <a:gd name="connsiteY170" fmla="*/ 1986019 h 2344739"/>
              <a:gd name="connsiteX171" fmla="*/ 3605003 w 12193149"/>
              <a:gd name="connsiteY171" fmla="*/ 1987381 h 2344739"/>
              <a:gd name="connsiteX172" fmla="*/ 3595884 w 12193149"/>
              <a:gd name="connsiteY172" fmla="*/ 1987545 h 2344739"/>
              <a:gd name="connsiteX173" fmla="*/ 3595649 w 12193149"/>
              <a:gd name="connsiteY173" fmla="*/ 1987276 h 2344739"/>
              <a:gd name="connsiteX174" fmla="*/ 3587126 w 12193149"/>
              <a:gd name="connsiteY174" fmla="*/ 1987966 h 2344739"/>
              <a:gd name="connsiteX175" fmla="*/ 3537283 w 12193149"/>
              <a:gd name="connsiteY175" fmla="*/ 1978267 h 2344739"/>
              <a:gd name="connsiteX176" fmla="*/ 3474371 w 12193149"/>
              <a:gd name="connsiteY176" fmla="*/ 1974606 h 2344739"/>
              <a:gd name="connsiteX177" fmla="*/ 3401876 w 12193149"/>
              <a:gd name="connsiteY177" fmla="*/ 1962558 h 2344739"/>
              <a:gd name="connsiteX178" fmla="*/ 3365036 w 12193149"/>
              <a:gd name="connsiteY178" fmla="*/ 1979510 h 2344739"/>
              <a:gd name="connsiteX179" fmla="*/ 3345174 w 12193149"/>
              <a:gd name="connsiteY179" fmla="*/ 1981192 h 2344739"/>
              <a:gd name="connsiteX180" fmla="*/ 3342846 w 12193149"/>
              <a:gd name="connsiteY180" fmla="*/ 1980217 h 2344739"/>
              <a:gd name="connsiteX181" fmla="*/ 3263504 w 12193149"/>
              <a:gd name="connsiteY181" fmla="*/ 1986094 h 2344739"/>
              <a:gd name="connsiteX182" fmla="*/ 3143704 w 12193149"/>
              <a:gd name="connsiteY182" fmla="*/ 1993869 h 2344739"/>
              <a:gd name="connsiteX183" fmla="*/ 3031439 w 12193149"/>
              <a:gd name="connsiteY183" fmla="*/ 1996512 h 2344739"/>
              <a:gd name="connsiteX184" fmla="*/ 2782717 w 12193149"/>
              <a:gd name="connsiteY184" fmla="*/ 2018333 h 2344739"/>
              <a:gd name="connsiteX185" fmla="*/ 2647675 w 12193149"/>
              <a:gd name="connsiteY185" fmla="*/ 2028869 h 2344739"/>
              <a:gd name="connsiteX186" fmla="*/ 2569176 w 12193149"/>
              <a:gd name="connsiteY186" fmla="*/ 2002628 h 2344739"/>
              <a:gd name="connsiteX187" fmla="*/ 2444403 w 12193149"/>
              <a:gd name="connsiteY187" fmla="*/ 2016529 h 2344739"/>
              <a:gd name="connsiteX188" fmla="*/ 2316260 w 12193149"/>
              <a:gd name="connsiteY188" fmla="*/ 2024996 h 2344739"/>
              <a:gd name="connsiteX189" fmla="*/ 2209726 w 12193149"/>
              <a:gd name="connsiteY189" fmla="*/ 2019763 h 2344739"/>
              <a:gd name="connsiteX190" fmla="*/ 2095813 w 12193149"/>
              <a:gd name="connsiteY190" fmla="*/ 2003052 h 2344739"/>
              <a:gd name="connsiteX191" fmla="*/ 1998504 w 12193149"/>
              <a:gd name="connsiteY191" fmla="*/ 1995032 h 2344739"/>
              <a:gd name="connsiteX192" fmla="*/ 1929320 w 12193149"/>
              <a:gd name="connsiteY192" fmla="*/ 2016977 h 2344739"/>
              <a:gd name="connsiteX193" fmla="*/ 1922798 w 12193149"/>
              <a:gd name="connsiteY193" fmla="*/ 2012146 h 2344739"/>
              <a:gd name="connsiteX194" fmla="*/ 1874228 w 12193149"/>
              <a:gd name="connsiteY194" fmla="*/ 2013741 h 2344739"/>
              <a:gd name="connsiteX195" fmla="*/ 1787803 w 12193149"/>
              <a:gd name="connsiteY195" fmla="*/ 2041363 h 2344739"/>
              <a:gd name="connsiteX196" fmla="*/ 1739352 w 12193149"/>
              <a:gd name="connsiteY196" fmla="*/ 2036312 h 2344739"/>
              <a:gd name="connsiteX197" fmla="*/ 1676219 w 12193149"/>
              <a:gd name="connsiteY197" fmla="*/ 2019963 h 2344739"/>
              <a:gd name="connsiteX198" fmla="*/ 1609817 w 12193149"/>
              <a:gd name="connsiteY198" fmla="*/ 2013066 h 2344739"/>
              <a:gd name="connsiteX199" fmla="*/ 1497258 w 12193149"/>
              <a:gd name="connsiteY199" fmla="*/ 1987476 h 2344739"/>
              <a:gd name="connsiteX200" fmla="*/ 1151127 w 12193149"/>
              <a:gd name="connsiteY200" fmla="*/ 1938041 h 2344739"/>
              <a:gd name="connsiteX201" fmla="*/ 859417 w 12193149"/>
              <a:gd name="connsiteY201" fmla="*/ 1928608 h 2344739"/>
              <a:gd name="connsiteX202" fmla="*/ 838688 w 12193149"/>
              <a:gd name="connsiteY202" fmla="*/ 1929821 h 2344739"/>
              <a:gd name="connsiteX203" fmla="*/ 817957 w 12193149"/>
              <a:gd name="connsiteY203" fmla="*/ 1927857 h 2344739"/>
              <a:gd name="connsiteX204" fmla="*/ 812654 w 12193149"/>
              <a:gd name="connsiteY204" fmla="*/ 1930751 h 2344739"/>
              <a:gd name="connsiteX205" fmla="*/ 721195 w 12193149"/>
              <a:gd name="connsiteY205" fmla="*/ 1929661 h 2344739"/>
              <a:gd name="connsiteX206" fmla="*/ 720890 w 12193149"/>
              <a:gd name="connsiteY206" fmla="*/ 1928399 h 2344739"/>
              <a:gd name="connsiteX207" fmla="*/ 710023 w 12193149"/>
              <a:gd name="connsiteY207" fmla="*/ 1922722 h 2344739"/>
              <a:gd name="connsiteX208" fmla="*/ 597940 w 12193149"/>
              <a:gd name="connsiteY208" fmla="*/ 1879864 h 2344739"/>
              <a:gd name="connsiteX209" fmla="*/ 579683 w 12193149"/>
              <a:gd name="connsiteY209" fmla="*/ 1877212 h 2344739"/>
              <a:gd name="connsiteX210" fmla="*/ 572865 w 12193149"/>
              <a:gd name="connsiteY210" fmla="*/ 1877401 h 2344739"/>
              <a:gd name="connsiteX211" fmla="*/ 446247 w 12193149"/>
              <a:gd name="connsiteY211" fmla="*/ 1839371 h 2344739"/>
              <a:gd name="connsiteX212" fmla="*/ 405163 w 12193149"/>
              <a:gd name="connsiteY212" fmla="*/ 1833548 h 2344739"/>
              <a:gd name="connsiteX213" fmla="*/ 293583 w 12193149"/>
              <a:gd name="connsiteY213" fmla="*/ 1812852 h 2344739"/>
              <a:gd name="connsiteX214" fmla="*/ 119529 w 12193149"/>
              <a:gd name="connsiteY214" fmla="*/ 1761047 h 2344739"/>
              <a:gd name="connsiteX215" fmla="*/ 16674 w 12193149"/>
              <a:gd name="connsiteY215" fmla="*/ 1758191 h 2344739"/>
              <a:gd name="connsiteX216" fmla="*/ 1150 w 12193149"/>
              <a:gd name="connsiteY216" fmla="*/ 1752722 h 2344739"/>
              <a:gd name="connsiteX217" fmla="*/ 1148 w 12193149"/>
              <a:gd name="connsiteY217" fmla="*/ 222213 h 2344739"/>
              <a:gd name="connsiteX218" fmla="*/ 1148 w 12193149"/>
              <a:gd name="connsiteY218" fmla="*/ 0 h 2344739"/>
              <a:gd name="connsiteX0" fmla="*/ 1148 w 12193149"/>
              <a:gd name="connsiteY0" fmla="*/ 0 h 2344739"/>
              <a:gd name="connsiteX1" fmla="*/ 12193148 w 12193149"/>
              <a:gd name="connsiteY1" fmla="*/ 0 h 2344739"/>
              <a:gd name="connsiteX2" fmla="*/ 12193148 w 12193149"/>
              <a:gd name="connsiteY2" fmla="*/ 222213 h 2344739"/>
              <a:gd name="connsiteX3" fmla="*/ 12193149 w 12193149"/>
              <a:gd name="connsiteY3" fmla="*/ 579739 h 2344739"/>
              <a:gd name="connsiteX4" fmla="*/ 12185986 w 12193149"/>
              <a:gd name="connsiteY4" fmla="*/ 584189 h 2344739"/>
              <a:gd name="connsiteX5" fmla="*/ 12156363 w 12193149"/>
              <a:gd name="connsiteY5" fmla="*/ 597366 h 2344739"/>
              <a:gd name="connsiteX6" fmla="*/ 12139215 w 12193149"/>
              <a:gd name="connsiteY6" fmla="*/ 623179 h 2344739"/>
              <a:gd name="connsiteX7" fmla="*/ 12126327 w 12193149"/>
              <a:gd name="connsiteY7" fmla="*/ 624690 h 2344739"/>
              <a:gd name="connsiteX8" fmla="*/ 12124007 w 12193149"/>
              <a:gd name="connsiteY8" fmla="*/ 624794 h 2344739"/>
              <a:gd name="connsiteX9" fmla="*/ 12116854 w 12193149"/>
              <a:gd name="connsiteY9" fmla="*/ 628608 h 2344739"/>
              <a:gd name="connsiteX10" fmla="*/ 12099497 w 12193149"/>
              <a:gd name="connsiteY10" fmla="*/ 628139 h 2344739"/>
              <a:gd name="connsiteX11" fmla="*/ 12087073 w 12193149"/>
              <a:gd name="connsiteY11" fmla="*/ 636341 h 2344739"/>
              <a:gd name="connsiteX12" fmla="*/ 12031073 w 12193149"/>
              <a:gd name="connsiteY12" fmla="*/ 680009 h 2344739"/>
              <a:gd name="connsiteX13" fmla="*/ 11995833 w 12193149"/>
              <a:gd name="connsiteY13" fmla="*/ 703458 h 2344739"/>
              <a:gd name="connsiteX14" fmla="*/ 11979717 w 12193149"/>
              <a:gd name="connsiteY14" fmla="*/ 708161 h 2344739"/>
              <a:gd name="connsiteX15" fmla="*/ 11959046 w 12193149"/>
              <a:gd name="connsiteY15" fmla="*/ 717558 h 2344739"/>
              <a:gd name="connsiteX16" fmla="*/ 11920454 w 12193149"/>
              <a:gd name="connsiteY16" fmla="*/ 730883 h 2344739"/>
              <a:gd name="connsiteX17" fmla="*/ 11903656 w 12193149"/>
              <a:gd name="connsiteY17" fmla="*/ 742426 h 2344739"/>
              <a:gd name="connsiteX18" fmla="*/ 11895048 w 12193149"/>
              <a:gd name="connsiteY18" fmla="*/ 744791 h 2344739"/>
              <a:gd name="connsiteX19" fmla="*/ 11891968 w 12193149"/>
              <a:gd name="connsiteY19" fmla="*/ 755729 h 2344739"/>
              <a:gd name="connsiteX20" fmla="*/ 11870776 w 12193149"/>
              <a:gd name="connsiteY20" fmla="*/ 777816 h 2344739"/>
              <a:gd name="connsiteX21" fmla="*/ 11813376 w 12193149"/>
              <a:gd name="connsiteY21" fmla="*/ 797659 h 2344739"/>
              <a:gd name="connsiteX22" fmla="*/ 11590693 w 12193149"/>
              <a:gd name="connsiteY22" fmla="*/ 963777 h 2344739"/>
              <a:gd name="connsiteX23" fmla="*/ 11506817 w 12193149"/>
              <a:gd name="connsiteY23" fmla="*/ 1033623 h 2344739"/>
              <a:gd name="connsiteX24" fmla="*/ 11280332 w 12193149"/>
              <a:gd name="connsiteY24" fmla="*/ 1223571 h 2344739"/>
              <a:gd name="connsiteX25" fmla="*/ 11228309 w 12193149"/>
              <a:gd name="connsiteY25" fmla="*/ 1276236 h 2344739"/>
              <a:gd name="connsiteX26" fmla="*/ 11218087 w 12193149"/>
              <a:gd name="connsiteY26" fmla="*/ 1275961 h 2344739"/>
              <a:gd name="connsiteX27" fmla="*/ 11217184 w 12193149"/>
              <a:gd name="connsiteY27" fmla="*/ 1275018 h 2344739"/>
              <a:gd name="connsiteX28" fmla="*/ 11188885 w 12193149"/>
              <a:gd name="connsiteY28" fmla="*/ 1292383 h 2344739"/>
              <a:gd name="connsiteX29" fmla="*/ 11184501 w 12193149"/>
              <a:gd name="connsiteY29" fmla="*/ 1292525 h 2344739"/>
              <a:gd name="connsiteX30" fmla="*/ 11166854 w 12193149"/>
              <a:gd name="connsiteY30" fmla="*/ 1306612 h 2344739"/>
              <a:gd name="connsiteX31" fmla="*/ 11157311 w 12193149"/>
              <a:gd name="connsiteY31" fmla="*/ 1312414 h 2344739"/>
              <a:gd name="connsiteX32" fmla="*/ 11155496 w 12193149"/>
              <a:gd name="connsiteY32" fmla="*/ 1317097 h 2344739"/>
              <a:gd name="connsiteX33" fmla="*/ 11140961 w 12193149"/>
              <a:gd name="connsiteY33" fmla="*/ 1324115 h 2344739"/>
              <a:gd name="connsiteX34" fmla="*/ 11138961 w 12193149"/>
              <a:gd name="connsiteY34" fmla="*/ 1323772 h 2344739"/>
              <a:gd name="connsiteX35" fmla="*/ 11128208 w 12193149"/>
              <a:gd name="connsiteY35" fmla="*/ 1333832 h 2344739"/>
              <a:gd name="connsiteX36" fmla="*/ 11120691 w 12193149"/>
              <a:gd name="connsiteY36" fmla="*/ 1347424 h 2344739"/>
              <a:gd name="connsiteX37" fmla="*/ 10894683 w 12193149"/>
              <a:gd name="connsiteY37" fmla="*/ 1473399 h 2344739"/>
              <a:gd name="connsiteX38" fmla="*/ 10773300 w 12193149"/>
              <a:gd name="connsiteY38" fmla="*/ 1523191 h 2344739"/>
              <a:gd name="connsiteX39" fmla="*/ 10627668 w 12193149"/>
              <a:gd name="connsiteY39" fmla="*/ 1559229 h 2344739"/>
              <a:gd name="connsiteX40" fmla="*/ 10581895 w 12193149"/>
              <a:gd name="connsiteY40" fmla="*/ 1568689 h 2344739"/>
              <a:gd name="connsiteX41" fmla="*/ 10547790 w 12193149"/>
              <a:gd name="connsiteY41" fmla="*/ 1598423 h 2344739"/>
              <a:gd name="connsiteX42" fmla="*/ 10529643 w 12193149"/>
              <a:gd name="connsiteY42" fmla="*/ 1596907 h 2344739"/>
              <a:gd name="connsiteX43" fmla="*/ 10526446 w 12193149"/>
              <a:gd name="connsiteY43" fmla="*/ 1596411 h 2344739"/>
              <a:gd name="connsiteX44" fmla="*/ 10515129 w 12193149"/>
              <a:gd name="connsiteY44" fmla="*/ 1599537 h 2344739"/>
              <a:gd name="connsiteX45" fmla="*/ 10491735 w 12193149"/>
              <a:gd name="connsiteY45" fmla="*/ 1594156 h 2344739"/>
              <a:gd name="connsiteX46" fmla="*/ 10471418 w 12193149"/>
              <a:gd name="connsiteY46" fmla="*/ 1601693 h 2344739"/>
              <a:gd name="connsiteX47" fmla="*/ 10377042 w 12193149"/>
              <a:gd name="connsiteY47" fmla="*/ 1644598 h 2344739"/>
              <a:gd name="connsiteX48" fmla="*/ 10319338 w 12193149"/>
              <a:gd name="connsiteY48" fmla="*/ 1666221 h 2344739"/>
              <a:gd name="connsiteX49" fmla="*/ 10295467 w 12193149"/>
              <a:gd name="connsiteY49" fmla="*/ 1668079 h 2344739"/>
              <a:gd name="connsiteX50" fmla="*/ 10263443 w 12193149"/>
              <a:gd name="connsiteY50" fmla="*/ 1674948 h 2344739"/>
              <a:gd name="connsiteX51" fmla="*/ 10205418 w 12193149"/>
              <a:gd name="connsiteY51" fmla="*/ 1682149 h 2344739"/>
              <a:gd name="connsiteX52" fmla="*/ 10177759 w 12193149"/>
              <a:gd name="connsiteY52" fmla="*/ 1692943 h 2344739"/>
              <a:gd name="connsiteX53" fmla="*/ 10165070 w 12193149"/>
              <a:gd name="connsiteY53" fmla="*/ 1693739 h 2344739"/>
              <a:gd name="connsiteX54" fmla="*/ 10156308 w 12193149"/>
              <a:gd name="connsiteY54" fmla="*/ 1707487 h 2344739"/>
              <a:gd name="connsiteX55" fmla="*/ 10118267 w 12193149"/>
              <a:gd name="connsiteY55" fmla="*/ 1731142 h 2344739"/>
              <a:gd name="connsiteX56" fmla="*/ 10083317 w 12193149"/>
              <a:gd name="connsiteY56" fmla="*/ 1743296 h 2344739"/>
              <a:gd name="connsiteX57" fmla="*/ 10040388 w 12193149"/>
              <a:gd name="connsiteY57" fmla="*/ 1741632 h 2344739"/>
              <a:gd name="connsiteX58" fmla="*/ 9961167 w 12193149"/>
              <a:gd name="connsiteY58" fmla="*/ 1757147 h 2344739"/>
              <a:gd name="connsiteX59" fmla="*/ 9848940 w 12193149"/>
              <a:gd name="connsiteY59" fmla="*/ 1763915 h 2344739"/>
              <a:gd name="connsiteX60" fmla="*/ 9729457 w 12193149"/>
              <a:gd name="connsiteY60" fmla="*/ 1784122 h 2344739"/>
              <a:gd name="connsiteX61" fmla="*/ 9613704 w 12193149"/>
              <a:gd name="connsiteY61" fmla="*/ 1812371 h 2344739"/>
              <a:gd name="connsiteX62" fmla="*/ 9338590 w 12193149"/>
              <a:gd name="connsiteY62" fmla="*/ 1869293 h 2344739"/>
              <a:gd name="connsiteX63" fmla="*/ 9232518 w 12193149"/>
              <a:gd name="connsiteY63" fmla="*/ 1893149 h 2344739"/>
              <a:gd name="connsiteX64" fmla="*/ 9156690 w 12193149"/>
              <a:gd name="connsiteY64" fmla="*/ 1903228 h 2344739"/>
              <a:gd name="connsiteX65" fmla="*/ 9054601 w 12193149"/>
              <a:gd name="connsiteY65" fmla="*/ 1910755 h 2344739"/>
              <a:gd name="connsiteX66" fmla="*/ 9006634 w 12193149"/>
              <a:gd name="connsiteY66" fmla="*/ 1914040 h 2344739"/>
              <a:gd name="connsiteX67" fmla="*/ 9006349 w 12193149"/>
              <a:gd name="connsiteY67" fmla="*/ 1913800 h 2344739"/>
              <a:gd name="connsiteX68" fmla="*/ 8997380 w 12193149"/>
              <a:gd name="connsiteY68" fmla="*/ 1915011 h 2344739"/>
              <a:gd name="connsiteX69" fmla="*/ 8991542 w 12193149"/>
              <a:gd name="connsiteY69" fmla="*/ 1917072 h 2344739"/>
              <a:gd name="connsiteX70" fmla="*/ 8975485 w 12193149"/>
              <a:gd name="connsiteY70" fmla="*/ 1920298 h 2344739"/>
              <a:gd name="connsiteX71" fmla="*/ 8969159 w 12193149"/>
              <a:gd name="connsiteY71" fmla="*/ 1919598 h 2344739"/>
              <a:gd name="connsiteX72" fmla="*/ 8964196 w 12193149"/>
              <a:gd name="connsiteY72" fmla="*/ 1917373 h 2344739"/>
              <a:gd name="connsiteX73" fmla="*/ 8930136 w 12193149"/>
              <a:gd name="connsiteY73" fmla="*/ 1914185 h 2344739"/>
              <a:gd name="connsiteX74" fmla="*/ 8753592 w 12193149"/>
              <a:gd name="connsiteY74" fmla="*/ 1933417 h 2344739"/>
              <a:gd name="connsiteX75" fmla="*/ 8708995 w 12193149"/>
              <a:gd name="connsiteY75" fmla="*/ 1935518 h 2344739"/>
              <a:gd name="connsiteX76" fmla="*/ 8597219 w 12193149"/>
              <a:gd name="connsiteY76" fmla="*/ 1944090 h 2344739"/>
              <a:gd name="connsiteX77" fmla="*/ 8526378 w 12193149"/>
              <a:gd name="connsiteY77" fmla="*/ 1929248 h 2344739"/>
              <a:gd name="connsiteX78" fmla="*/ 8512131 w 12193149"/>
              <a:gd name="connsiteY78" fmla="*/ 1935163 h 2344739"/>
              <a:gd name="connsiteX79" fmla="*/ 8507315 w 12193149"/>
              <a:gd name="connsiteY79" fmla="*/ 1938164 h 2344739"/>
              <a:gd name="connsiteX80" fmla="*/ 8499116 w 12193149"/>
              <a:gd name="connsiteY80" fmla="*/ 1940902 h 2344739"/>
              <a:gd name="connsiteX81" fmla="*/ 8498742 w 12193149"/>
              <a:gd name="connsiteY81" fmla="*/ 1940723 h 2344739"/>
              <a:gd name="connsiteX82" fmla="*/ 8491397 w 12193149"/>
              <a:gd name="connsiteY82" fmla="*/ 1943773 h 2344739"/>
              <a:gd name="connsiteX83" fmla="*/ 8368330 w 12193149"/>
              <a:gd name="connsiteY83" fmla="*/ 1957815 h 2344739"/>
              <a:gd name="connsiteX84" fmla="*/ 8354947 w 12193149"/>
              <a:gd name="connsiteY84" fmla="*/ 1958009 h 2344739"/>
              <a:gd name="connsiteX85" fmla="*/ 8321252 w 12193149"/>
              <a:gd name="connsiteY85" fmla="*/ 1974587 h 2344739"/>
              <a:gd name="connsiteX86" fmla="*/ 8315581 w 12193149"/>
              <a:gd name="connsiteY86" fmla="*/ 1974913 h 2344739"/>
              <a:gd name="connsiteX87" fmla="*/ 8296322 w 12193149"/>
              <a:gd name="connsiteY87" fmla="*/ 1988808 h 2344739"/>
              <a:gd name="connsiteX88" fmla="*/ 8285424 w 12193149"/>
              <a:gd name="connsiteY88" fmla="*/ 1994631 h 2344739"/>
              <a:gd name="connsiteX89" fmla="*/ 8284298 w 12193149"/>
              <a:gd name="connsiteY89" fmla="*/ 1999074 h 2344739"/>
              <a:gd name="connsiteX90" fmla="*/ 8267224 w 12193149"/>
              <a:gd name="connsiteY90" fmla="*/ 2006249 h 2344739"/>
              <a:gd name="connsiteX91" fmla="*/ 8264525 w 12193149"/>
              <a:gd name="connsiteY91" fmla="*/ 2006019 h 2344739"/>
              <a:gd name="connsiteX92" fmla="*/ 8253181 w 12193149"/>
              <a:gd name="connsiteY92" fmla="*/ 2015862 h 2344739"/>
              <a:gd name="connsiteX93" fmla="*/ 8246982 w 12193149"/>
              <a:gd name="connsiteY93" fmla="*/ 2028854 h 2344739"/>
              <a:gd name="connsiteX94" fmla="*/ 8091420 w 12193149"/>
              <a:gd name="connsiteY94" fmla="*/ 2075015 h 2344739"/>
              <a:gd name="connsiteX95" fmla="*/ 7906555 w 12193149"/>
              <a:gd name="connsiteY95" fmla="*/ 2116988 h 2344739"/>
              <a:gd name="connsiteX96" fmla="*/ 7719893 w 12193149"/>
              <a:gd name="connsiteY96" fmla="*/ 2142703 h 2344739"/>
              <a:gd name="connsiteX97" fmla="*/ 7615495 w 12193149"/>
              <a:gd name="connsiteY97" fmla="*/ 2139232 h 2344739"/>
              <a:gd name="connsiteX98" fmla="*/ 7528691 w 12193149"/>
              <a:gd name="connsiteY98" fmla="*/ 2145060 h 2344739"/>
              <a:gd name="connsiteX99" fmla="*/ 7520719 w 12193149"/>
              <a:gd name="connsiteY99" fmla="*/ 2147613 h 2344739"/>
              <a:gd name="connsiteX100" fmla="*/ 7508559 w 12193149"/>
              <a:gd name="connsiteY100" fmla="*/ 2148948 h 2344739"/>
              <a:gd name="connsiteX101" fmla="*/ 7508188 w 12193149"/>
              <a:gd name="connsiteY101" fmla="*/ 2148621 h 2344739"/>
              <a:gd name="connsiteX102" fmla="*/ 7496943 w 12193149"/>
              <a:gd name="connsiteY102" fmla="*/ 2150573 h 2344739"/>
              <a:gd name="connsiteX103" fmla="*/ 7219707 w 12193149"/>
              <a:gd name="connsiteY103" fmla="*/ 2156680 h 2344739"/>
              <a:gd name="connsiteX104" fmla="*/ 7202249 w 12193149"/>
              <a:gd name="connsiteY104" fmla="*/ 2161230 h 2344739"/>
              <a:gd name="connsiteX105" fmla="*/ 7198152 w 12193149"/>
              <a:gd name="connsiteY105" fmla="*/ 2166588 h 2344739"/>
              <a:gd name="connsiteX106" fmla="*/ 7171956 w 12193149"/>
              <a:gd name="connsiteY106" fmla="*/ 2171236 h 2344739"/>
              <a:gd name="connsiteX107" fmla="*/ 7098136 w 12193149"/>
              <a:gd name="connsiteY107" fmla="*/ 2183464 h 2344739"/>
              <a:gd name="connsiteX108" fmla="*/ 7019644 w 12193149"/>
              <a:gd name="connsiteY108" fmla="*/ 2183090 h 2344739"/>
              <a:gd name="connsiteX109" fmla="*/ 6905294 w 12193149"/>
              <a:gd name="connsiteY109" fmla="*/ 2212596 h 2344739"/>
              <a:gd name="connsiteX110" fmla="*/ 6709370 w 12193149"/>
              <a:gd name="connsiteY110" fmla="*/ 2240551 h 2344739"/>
              <a:gd name="connsiteX111" fmla="*/ 6550602 w 12193149"/>
              <a:gd name="connsiteY111" fmla="*/ 2269327 h 2344739"/>
              <a:gd name="connsiteX112" fmla="*/ 6318708 w 12193149"/>
              <a:gd name="connsiteY112" fmla="*/ 2316127 h 2344739"/>
              <a:gd name="connsiteX113" fmla="*/ 6169822 w 12193149"/>
              <a:gd name="connsiteY113" fmla="*/ 2318214 h 2344739"/>
              <a:gd name="connsiteX114" fmla="*/ 6074996 w 12193149"/>
              <a:gd name="connsiteY114" fmla="*/ 2338676 h 2344739"/>
              <a:gd name="connsiteX115" fmla="*/ 6069677 w 12193149"/>
              <a:gd name="connsiteY115" fmla="*/ 2337139 h 2344739"/>
              <a:gd name="connsiteX116" fmla="*/ 6049786 w 12193149"/>
              <a:gd name="connsiteY116" fmla="*/ 2337822 h 2344739"/>
              <a:gd name="connsiteX117" fmla="*/ 6042433 w 12193149"/>
              <a:gd name="connsiteY117" fmla="*/ 2329473 h 2344739"/>
              <a:gd name="connsiteX118" fmla="*/ 6011238 w 12193149"/>
              <a:gd name="connsiteY118" fmla="*/ 2324380 h 2344739"/>
              <a:gd name="connsiteX119" fmla="*/ 5958523 w 12193149"/>
              <a:gd name="connsiteY119" fmla="*/ 2328024 h 2344739"/>
              <a:gd name="connsiteX120" fmla="*/ 5760067 w 12193149"/>
              <a:gd name="connsiteY120" fmla="*/ 2343716 h 2344739"/>
              <a:gd name="connsiteX121" fmla="*/ 5628108 w 12193149"/>
              <a:gd name="connsiteY121" fmla="*/ 2344739 h 2344739"/>
              <a:gd name="connsiteX122" fmla="*/ 5472054 w 12193149"/>
              <a:gd name="connsiteY122" fmla="*/ 2330719 h 2344739"/>
              <a:gd name="connsiteX123" fmla="*/ 5433909 w 12193149"/>
              <a:gd name="connsiteY123" fmla="*/ 2319466 h 2344739"/>
              <a:gd name="connsiteX124" fmla="*/ 5382817 w 12193149"/>
              <a:gd name="connsiteY124" fmla="*/ 2301764 h 2344739"/>
              <a:gd name="connsiteX125" fmla="*/ 5262912 w 12193149"/>
              <a:gd name="connsiteY125" fmla="*/ 2281347 h 2344739"/>
              <a:gd name="connsiteX126" fmla="*/ 5224109 w 12193149"/>
              <a:gd name="connsiteY126" fmla="*/ 2270223 h 2344739"/>
              <a:gd name="connsiteX127" fmla="*/ 5175808 w 12193149"/>
              <a:gd name="connsiteY127" fmla="*/ 2267233 h 2344739"/>
              <a:gd name="connsiteX128" fmla="*/ 5157702 w 12193149"/>
              <a:gd name="connsiteY128" fmla="*/ 2260010 h 2344739"/>
              <a:gd name="connsiteX129" fmla="*/ 5143747 w 12193149"/>
              <a:gd name="connsiteY129" fmla="*/ 2256610 h 2344739"/>
              <a:gd name="connsiteX130" fmla="*/ 5140744 w 12193149"/>
              <a:gd name="connsiteY130" fmla="*/ 2254509 h 2344739"/>
              <a:gd name="connsiteX131" fmla="*/ 5122807 w 12193149"/>
              <a:gd name="connsiteY131" fmla="*/ 2243656 h 2344739"/>
              <a:gd name="connsiteX132" fmla="*/ 5066938 w 12193149"/>
              <a:gd name="connsiteY132" fmla="*/ 2250227 h 2344739"/>
              <a:gd name="connsiteX133" fmla="*/ 5012662 w 12193149"/>
              <a:gd name="connsiteY133" fmla="*/ 2233846 h 2344739"/>
              <a:gd name="connsiteX134" fmla="*/ 4841589 w 12193149"/>
              <a:gd name="connsiteY134" fmla="*/ 2209829 h 2344739"/>
              <a:gd name="connsiteX135" fmla="*/ 4763595 w 12193149"/>
              <a:gd name="connsiteY135" fmla="*/ 2182061 h 2344739"/>
              <a:gd name="connsiteX136" fmla="*/ 4724334 w 12193149"/>
              <a:gd name="connsiteY136" fmla="*/ 2173047 h 2344739"/>
              <a:gd name="connsiteX137" fmla="*/ 4722324 w 12193149"/>
              <a:gd name="connsiteY137" fmla="*/ 2172298 h 2344739"/>
              <a:gd name="connsiteX138" fmla="*/ 4723259 w 12193149"/>
              <a:gd name="connsiteY138" fmla="*/ 2172087 h 2344739"/>
              <a:gd name="connsiteX139" fmla="*/ 4718350 w 12193149"/>
              <a:gd name="connsiteY139" fmla="*/ 2170817 h 2344739"/>
              <a:gd name="connsiteX140" fmla="*/ 4722324 w 12193149"/>
              <a:gd name="connsiteY140" fmla="*/ 2172298 h 2344739"/>
              <a:gd name="connsiteX141" fmla="*/ 4716674 w 12193149"/>
              <a:gd name="connsiteY141" fmla="*/ 2173573 h 2344739"/>
              <a:gd name="connsiteX142" fmla="*/ 4516962 w 12193149"/>
              <a:gd name="connsiteY142" fmla="*/ 2163671 h 2344739"/>
              <a:gd name="connsiteX143" fmla="*/ 4429691 w 12193149"/>
              <a:gd name="connsiteY143" fmla="*/ 2153020 h 2344739"/>
              <a:gd name="connsiteX144" fmla="*/ 4364023 w 12193149"/>
              <a:gd name="connsiteY144" fmla="*/ 2151674 h 2344739"/>
              <a:gd name="connsiteX145" fmla="*/ 4318114 w 12193149"/>
              <a:gd name="connsiteY145" fmla="*/ 2158289 h 2344739"/>
              <a:gd name="connsiteX146" fmla="*/ 4316258 w 12193149"/>
              <a:gd name="connsiteY146" fmla="*/ 2156948 h 2344739"/>
              <a:gd name="connsiteX147" fmla="*/ 4296292 w 12193149"/>
              <a:gd name="connsiteY147" fmla="*/ 2155069 h 2344739"/>
              <a:gd name="connsiteX148" fmla="*/ 4291212 w 12193149"/>
              <a:gd name="connsiteY148" fmla="*/ 2157986 h 2344739"/>
              <a:gd name="connsiteX149" fmla="*/ 4277290 w 12193149"/>
              <a:gd name="connsiteY149" fmla="*/ 2157740 h 2344739"/>
              <a:gd name="connsiteX150" fmla="*/ 4249265 w 12193149"/>
              <a:gd name="connsiteY150" fmla="*/ 2160064 h 2344739"/>
              <a:gd name="connsiteX151" fmla="*/ 4203199 w 12193149"/>
              <a:gd name="connsiteY151" fmla="*/ 2157269 h 2344739"/>
              <a:gd name="connsiteX152" fmla="*/ 4202893 w 12193149"/>
              <a:gd name="connsiteY152" fmla="*/ 2156010 h 2344739"/>
              <a:gd name="connsiteX153" fmla="*/ 4192396 w 12193149"/>
              <a:gd name="connsiteY153" fmla="*/ 2150376 h 2344739"/>
              <a:gd name="connsiteX154" fmla="*/ 4143893 w 12193149"/>
              <a:gd name="connsiteY154" fmla="*/ 2134511 h 2344739"/>
              <a:gd name="connsiteX155" fmla="*/ 4084245 w 12193149"/>
              <a:gd name="connsiteY155" fmla="*/ 2107978 h 2344739"/>
              <a:gd name="connsiteX156" fmla="*/ 4075694 w 12193149"/>
              <a:gd name="connsiteY156" fmla="*/ 2107143 h 2344739"/>
              <a:gd name="connsiteX157" fmla="*/ 4075575 w 12193149"/>
              <a:gd name="connsiteY157" fmla="*/ 2106844 h 2344739"/>
              <a:gd name="connsiteX158" fmla="*/ 4066658 w 12193149"/>
              <a:gd name="connsiteY158" fmla="*/ 2105400 h 2344739"/>
              <a:gd name="connsiteX159" fmla="*/ 4060102 w 12193149"/>
              <a:gd name="connsiteY159" fmla="*/ 2105618 h 2344739"/>
              <a:gd name="connsiteX160" fmla="*/ 4043512 w 12193149"/>
              <a:gd name="connsiteY160" fmla="*/ 2103997 h 2344739"/>
              <a:gd name="connsiteX161" fmla="*/ 4038145 w 12193149"/>
              <a:gd name="connsiteY161" fmla="*/ 2101563 h 2344739"/>
              <a:gd name="connsiteX162" fmla="*/ 4036511 w 12193149"/>
              <a:gd name="connsiteY162" fmla="*/ 2097896 h 2344739"/>
              <a:gd name="connsiteX163" fmla="*/ 4034926 w 12193149"/>
              <a:gd name="connsiteY163" fmla="*/ 2098131 h 2344739"/>
              <a:gd name="connsiteX164" fmla="*/ 4005686 w 12193149"/>
              <a:gd name="connsiteY164" fmla="*/ 2085563 h 2344739"/>
              <a:gd name="connsiteX165" fmla="*/ 3937994 w 12193149"/>
              <a:gd name="connsiteY165" fmla="*/ 2068106 h 2344739"/>
              <a:gd name="connsiteX166" fmla="*/ 3898423 w 12193149"/>
              <a:gd name="connsiteY166" fmla="*/ 2062451 h 2344739"/>
              <a:gd name="connsiteX167" fmla="*/ 3790908 w 12193149"/>
              <a:gd name="connsiteY167" fmla="*/ 2042213 h 2344739"/>
              <a:gd name="connsiteX168" fmla="*/ 3683661 w 12193149"/>
              <a:gd name="connsiteY168" fmla="*/ 2018290 h 2344739"/>
              <a:gd name="connsiteX169" fmla="*/ 3611183 w 12193149"/>
              <a:gd name="connsiteY169" fmla="*/ 1986019 h 2344739"/>
              <a:gd name="connsiteX170" fmla="*/ 3605003 w 12193149"/>
              <a:gd name="connsiteY170" fmla="*/ 1987381 h 2344739"/>
              <a:gd name="connsiteX171" fmla="*/ 3595884 w 12193149"/>
              <a:gd name="connsiteY171" fmla="*/ 1987545 h 2344739"/>
              <a:gd name="connsiteX172" fmla="*/ 3595649 w 12193149"/>
              <a:gd name="connsiteY172" fmla="*/ 1987276 h 2344739"/>
              <a:gd name="connsiteX173" fmla="*/ 3587126 w 12193149"/>
              <a:gd name="connsiteY173" fmla="*/ 1987966 h 2344739"/>
              <a:gd name="connsiteX174" fmla="*/ 3537283 w 12193149"/>
              <a:gd name="connsiteY174" fmla="*/ 1978267 h 2344739"/>
              <a:gd name="connsiteX175" fmla="*/ 3474371 w 12193149"/>
              <a:gd name="connsiteY175" fmla="*/ 1974606 h 2344739"/>
              <a:gd name="connsiteX176" fmla="*/ 3401876 w 12193149"/>
              <a:gd name="connsiteY176" fmla="*/ 1962558 h 2344739"/>
              <a:gd name="connsiteX177" fmla="*/ 3365036 w 12193149"/>
              <a:gd name="connsiteY177" fmla="*/ 1979510 h 2344739"/>
              <a:gd name="connsiteX178" fmla="*/ 3345174 w 12193149"/>
              <a:gd name="connsiteY178" fmla="*/ 1981192 h 2344739"/>
              <a:gd name="connsiteX179" fmla="*/ 3342846 w 12193149"/>
              <a:gd name="connsiteY179" fmla="*/ 1980217 h 2344739"/>
              <a:gd name="connsiteX180" fmla="*/ 3263504 w 12193149"/>
              <a:gd name="connsiteY180" fmla="*/ 1986094 h 2344739"/>
              <a:gd name="connsiteX181" fmla="*/ 3143704 w 12193149"/>
              <a:gd name="connsiteY181" fmla="*/ 1993869 h 2344739"/>
              <a:gd name="connsiteX182" fmla="*/ 3031439 w 12193149"/>
              <a:gd name="connsiteY182" fmla="*/ 1996512 h 2344739"/>
              <a:gd name="connsiteX183" fmla="*/ 2782717 w 12193149"/>
              <a:gd name="connsiteY183" fmla="*/ 2018333 h 2344739"/>
              <a:gd name="connsiteX184" fmla="*/ 2647675 w 12193149"/>
              <a:gd name="connsiteY184" fmla="*/ 2028869 h 2344739"/>
              <a:gd name="connsiteX185" fmla="*/ 2569176 w 12193149"/>
              <a:gd name="connsiteY185" fmla="*/ 2002628 h 2344739"/>
              <a:gd name="connsiteX186" fmla="*/ 2444403 w 12193149"/>
              <a:gd name="connsiteY186" fmla="*/ 2016529 h 2344739"/>
              <a:gd name="connsiteX187" fmla="*/ 2316260 w 12193149"/>
              <a:gd name="connsiteY187" fmla="*/ 2024996 h 2344739"/>
              <a:gd name="connsiteX188" fmla="*/ 2209726 w 12193149"/>
              <a:gd name="connsiteY188" fmla="*/ 2019763 h 2344739"/>
              <a:gd name="connsiteX189" fmla="*/ 2095813 w 12193149"/>
              <a:gd name="connsiteY189" fmla="*/ 2003052 h 2344739"/>
              <a:gd name="connsiteX190" fmla="*/ 1998504 w 12193149"/>
              <a:gd name="connsiteY190" fmla="*/ 1995032 h 2344739"/>
              <a:gd name="connsiteX191" fmla="*/ 1929320 w 12193149"/>
              <a:gd name="connsiteY191" fmla="*/ 2016977 h 2344739"/>
              <a:gd name="connsiteX192" fmla="*/ 1922798 w 12193149"/>
              <a:gd name="connsiteY192" fmla="*/ 2012146 h 2344739"/>
              <a:gd name="connsiteX193" fmla="*/ 1874228 w 12193149"/>
              <a:gd name="connsiteY193" fmla="*/ 2013741 h 2344739"/>
              <a:gd name="connsiteX194" fmla="*/ 1787803 w 12193149"/>
              <a:gd name="connsiteY194" fmla="*/ 2041363 h 2344739"/>
              <a:gd name="connsiteX195" fmla="*/ 1739352 w 12193149"/>
              <a:gd name="connsiteY195" fmla="*/ 2036312 h 2344739"/>
              <a:gd name="connsiteX196" fmla="*/ 1676219 w 12193149"/>
              <a:gd name="connsiteY196" fmla="*/ 2019963 h 2344739"/>
              <a:gd name="connsiteX197" fmla="*/ 1609817 w 12193149"/>
              <a:gd name="connsiteY197" fmla="*/ 2013066 h 2344739"/>
              <a:gd name="connsiteX198" fmla="*/ 1497258 w 12193149"/>
              <a:gd name="connsiteY198" fmla="*/ 1987476 h 2344739"/>
              <a:gd name="connsiteX199" fmla="*/ 1151127 w 12193149"/>
              <a:gd name="connsiteY199" fmla="*/ 1938041 h 2344739"/>
              <a:gd name="connsiteX200" fmla="*/ 859417 w 12193149"/>
              <a:gd name="connsiteY200" fmla="*/ 1928608 h 2344739"/>
              <a:gd name="connsiteX201" fmla="*/ 838688 w 12193149"/>
              <a:gd name="connsiteY201" fmla="*/ 1929821 h 2344739"/>
              <a:gd name="connsiteX202" fmla="*/ 817957 w 12193149"/>
              <a:gd name="connsiteY202" fmla="*/ 1927857 h 2344739"/>
              <a:gd name="connsiteX203" fmla="*/ 812654 w 12193149"/>
              <a:gd name="connsiteY203" fmla="*/ 1930751 h 2344739"/>
              <a:gd name="connsiteX204" fmla="*/ 721195 w 12193149"/>
              <a:gd name="connsiteY204" fmla="*/ 1929661 h 2344739"/>
              <a:gd name="connsiteX205" fmla="*/ 720890 w 12193149"/>
              <a:gd name="connsiteY205" fmla="*/ 1928399 h 2344739"/>
              <a:gd name="connsiteX206" fmla="*/ 710023 w 12193149"/>
              <a:gd name="connsiteY206" fmla="*/ 1922722 h 2344739"/>
              <a:gd name="connsiteX207" fmla="*/ 597940 w 12193149"/>
              <a:gd name="connsiteY207" fmla="*/ 1879864 h 2344739"/>
              <a:gd name="connsiteX208" fmla="*/ 579683 w 12193149"/>
              <a:gd name="connsiteY208" fmla="*/ 1877212 h 2344739"/>
              <a:gd name="connsiteX209" fmla="*/ 572865 w 12193149"/>
              <a:gd name="connsiteY209" fmla="*/ 1877401 h 2344739"/>
              <a:gd name="connsiteX210" fmla="*/ 446247 w 12193149"/>
              <a:gd name="connsiteY210" fmla="*/ 1839371 h 2344739"/>
              <a:gd name="connsiteX211" fmla="*/ 405163 w 12193149"/>
              <a:gd name="connsiteY211" fmla="*/ 1833548 h 2344739"/>
              <a:gd name="connsiteX212" fmla="*/ 293583 w 12193149"/>
              <a:gd name="connsiteY212" fmla="*/ 1812852 h 2344739"/>
              <a:gd name="connsiteX213" fmla="*/ 119529 w 12193149"/>
              <a:gd name="connsiteY213" fmla="*/ 1761047 h 2344739"/>
              <a:gd name="connsiteX214" fmla="*/ 16674 w 12193149"/>
              <a:gd name="connsiteY214" fmla="*/ 1758191 h 2344739"/>
              <a:gd name="connsiteX215" fmla="*/ 1150 w 12193149"/>
              <a:gd name="connsiteY215" fmla="*/ 1752722 h 2344739"/>
              <a:gd name="connsiteX216" fmla="*/ 1148 w 12193149"/>
              <a:gd name="connsiteY216" fmla="*/ 222213 h 2344739"/>
              <a:gd name="connsiteX217" fmla="*/ 1148 w 12193149"/>
              <a:gd name="connsiteY217" fmla="*/ 0 h 2344739"/>
              <a:gd name="connsiteX0" fmla="*/ 1148 w 12193149"/>
              <a:gd name="connsiteY0" fmla="*/ 0 h 2344739"/>
              <a:gd name="connsiteX1" fmla="*/ 12193148 w 12193149"/>
              <a:gd name="connsiteY1" fmla="*/ 0 h 2344739"/>
              <a:gd name="connsiteX2" fmla="*/ 12193149 w 12193149"/>
              <a:gd name="connsiteY2" fmla="*/ 579739 h 2344739"/>
              <a:gd name="connsiteX3" fmla="*/ 12185986 w 12193149"/>
              <a:gd name="connsiteY3" fmla="*/ 584189 h 2344739"/>
              <a:gd name="connsiteX4" fmla="*/ 12156363 w 12193149"/>
              <a:gd name="connsiteY4" fmla="*/ 597366 h 2344739"/>
              <a:gd name="connsiteX5" fmla="*/ 12139215 w 12193149"/>
              <a:gd name="connsiteY5" fmla="*/ 623179 h 2344739"/>
              <a:gd name="connsiteX6" fmla="*/ 12126327 w 12193149"/>
              <a:gd name="connsiteY6" fmla="*/ 624690 h 2344739"/>
              <a:gd name="connsiteX7" fmla="*/ 12124007 w 12193149"/>
              <a:gd name="connsiteY7" fmla="*/ 624794 h 2344739"/>
              <a:gd name="connsiteX8" fmla="*/ 12116854 w 12193149"/>
              <a:gd name="connsiteY8" fmla="*/ 628608 h 2344739"/>
              <a:gd name="connsiteX9" fmla="*/ 12099497 w 12193149"/>
              <a:gd name="connsiteY9" fmla="*/ 628139 h 2344739"/>
              <a:gd name="connsiteX10" fmla="*/ 12087073 w 12193149"/>
              <a:gd name="connsiteY10" fmla="*/ 636341 h 2344739"/>
              <a:gd name="connsiteX11" fmla="*/ 12031073 w 12193149"/>
              <a:gd name="connsiteY11" fmla="*/ 680009 h 2344739"/>
              <a:gd name="connsiteX12" fmla="*/ 11995833 w 12193149"/>
              <a:gd name="connsiteY12" fmla="*/ 703458 h 2344739"/>
              <a:gd name="connsiteX13" fmla="*/ 11979717 w 12193149"/>
              <a:gd name="connsiteY13" fmla="*/ 708161 h 2344739"/>
              <a:gd name="connsiteX14" fmla="*/ 11959046 w 12193149"/>
              <a:gd name="connsiteY14" fmla="*/ 717558 h 2344739"/>
              <a:gd name="connsiteX15" fmla="*/ 11920454 w 12193149"/>
              <a:gd name="connsiteY15" fmla="*/ 730883 h 2344739"/>
              <a:gd name="connsiteX16" fmla="*/ 11903656 w 12193149"/>
              <a:gd name="connsiteY16" fmla="*/ 742426 h 2344739"/>
              <a:gd name="connsiteX17" fmla="*/ 11895048 w 12193149"/>
              <a:gd name="connsiteY17" fmla="*/ 744791 h 2344739"/>
              <a:gd name="connsiteX18" fmla="*/ 11891968 w 12193149"/>
              <a:gd name="connsiteY18" fmla="*/ 755729 h 2344739"/>
              <a:gd name="connsiteX19" fmla="*/ 11870776 w 12193149"/>
              <a:gd name="connsiteY19" fmla="*/ 777816 h 2344739"/>
              <a:gd name="connsiteX20" fmla="*/ 11813376 w 12193149"/>
              <a:gd name="connsiteY20" fmla="*/ 797659 h 2344739"/>
              <a:gd name="connsiteX21" fmla="*/ 11590693 w 12193149"/>
              <a:gd name="connsiteY21" fmla="*/ 963777 h 2344739"/>
              <a:gd name="connsiteX22" fmla="*/ 11506817 w 12193149"/>
              <a:gd name="connsiteY22" fmla="*/ 1033623 h 2344739"/>
              <a:gd name="connsiteX23" fmla="*/ 11280332 w 12193149"/>
              <a:gd name="connsiteY23" fmla="*/ 1223571 h 2344739"/>
              <a:gd name="connsiteX24" fmla="*/ 11228309 w 12193149"/>
              <a:gd name="connsiteY24" fmla="*/ 1276236 h 2344739"/>
              <a:gd name="connsiteX25" fmla="*/ 11218087 w 12193149"/>
              <a:gd name="connsiteY25" fmla="*/ 1275961 h 2344739"/>
              <a:gd name="connsiteX26" fmla="*/ 11217184 w 12193149"/>
              <a:gd name="connsiteY26" fmla="*/ 1275018 h 2344739"/>
              <a:gd name="connsiteX27" fmla="*/ 11188885 w 12193149"/>
              <a:gd name="connsiteY27" fmla="*/ 1292383 h 2344739"/>
              <a:gd name="connsiteX28" fmla="*/ 11184501 w 12193149"/>
              <a:gd name="connsiteY28" fmla="*/ 1292525 h 2344739"/>
              <a:gd name="connsiteX29" fmla="*/ 11166854 w 12193149"/>
              <a:gd name="connsiteY29" fmla="*/ 1306612 h 2344739"/>
              <a:gd name="connsiteX30" fmla="*/ 11157311 w 12193149"/>
              <a:gd name="connsiteY30" fmla="*/ 1312414 h 2344739"/>
              <a:gd name="connsiteX31" fmla="*/ 11155496 w 12193149"/>
              <a:gd name="connsiteY31" fmla="*/ 1317097 h 2344739"/>
              <a:gd name="connsiteX32" fmla="*/ 11140961 w 12193149"/>
              <a:gd name="connsiteY32" fmla="*/ 1324115 h 2344739"/>
              <a:gd name="connsiteX33" fmla="*/ 11138961 w 12193149"/>
              <a:gd name="connsiteY33" fmla="*/ 1323772 h 2344739"/>
              <a:gd name="connsiteX34" fmla="*/ 11128208 w 12193149"/>
              <a:gd name="connsiteY34" fmla="*/ 1333832 h 2344739"/>
              <a:gd name="connsiteX35" fmla="*/ 11120691 w 12193149"/>
              <a:gd name="connsiteY35" fmla="*/ 1347424 h 2344739"/>
              <a:gd name="connsiteX36" fmla="*/ 10894683 w 12193149"/>
              <a:gd name="connsiteY36" fmla="*/ 1473399 h 2344739"/>
              <a:gd name="connsiteX37" fmla="*/ 10773300 w 12193149"/>
              <a:gd name="connsiteY37" fmla="*/ 1523191 h 2344739"/>
              <a:gd name="connsiteX38" fmla="*/ 10627668 w 12193149"/>
              <a:gd name="connsiteY38" fmla="*/ 1559229 h 2344739"/>
              <a:gd name="connsiteX39" fmla="*/ 10581895 w 12193149"/>
              <a:gd name="connsiteY39" fmla="*/ 1568689 h 2344739"/>
              <a:gd name="connsiteX40" fmla="*/ 10547790 w 12193149"/>
              <a:gd name="connsiteY40" fmla="*/ 1598423 h 2344739"/>
              <a:gd name="connsiteX41" fmla="*/ 10529643 w 12193149"/>
              <a:gd name="connsiteY41" fmla="*/ 1596907 h 2344739"/>
              <a:gd name="connsiteX42" fmla="*/ 10526446 w 12193149"/>
              <a:gd name="connsiteY42" fmla="*/ 1596411 h 2344739"/>
              <a:gd name="connsiteX43" fmla="*/ 10515129 w 12193149"/>
              <a:gd name="connsiteY43" fmla="*/ 1599537 h 2344739"/>
              <a:gd name="connsiteX44" fmla="*/ 10491735 w 12193149"/>
              <a:gd name="connsiteY44" fmla="*/ 1594156 h 2344739"/>
              <a:gd name="connsiteX45" fmla="*/ 10471418 w 12193149"/>
              <a:gd name="connsiteY45" fmla="*/ 1601693 h 2344739"/>
              <a:gd name="connsiteX46" fmla="*/ 10377042 w 12193149"/>
              <a:gd name="connsiteY46" fmla="*/ 1644598 h 2344739"/>
              <a:gd name="connsiteX47" fmla="*/ 10319338 w 12193149"/>
              <a:gd name="connsiteY47" fmla="*/ 1666221 h 2344739"/>
              <a:gd name="connsiteX48" fmla="*/ 10295467 w 12193149"/>
              <a:gd name="connsiteY48" fmla="*/ 1668079 h 2344739"/>
              <a:gd name="connsiteX49" fmla="*/ 10263443 w 12193149"/>
              <a:gd name="connsiteY49" fmla="*/ 1674948 h 2344739"/>
              <a:gd name="connsiteX50" fmla="*/ 10205418 w 12193149"/>
              <a:gd name="connsiteY50" fmla="*/ 1682149 h 2344739"/>
              <a:gd name="connsiteX51" fmla="*/ 10177759 w 12193149"/>
              <a:gd name="connsiteY51" fmla="*/ 1692943 h 2344739"/>
              <a:gd name="connsiteX52" fmla="*/ 10165070 w 12193149"/>
              <a:gd name="connsiteY52" fmla="*/ 1693739 h 2344739"/>
              <a:gd name="connsiteX53" fmla="*/ 10156308 w 12193149"/>
              <a:gd name="connsiteY53" fmla="*/ 1707487 h 2344739"/>
              <a:gd name="connsiteX54" fmla="*/ 10118267 w 12193149"/>
              <a:gd name="connsiteY54" fmla="*/ 1731142 h 2344739"/>
              <a:gd name="connsiteX55" fmla="*/ 10083317 w 12193149"/>
              <a:gd name="connsiteY55" fmla="*/ 1743296 h 2344739"/>
              <a:gd name="connsiteX56" fmla="*/ 10040388 w 12193149"/>
              <a:gd name="connsiteY56" fmla="*/ 1741632 h 2344739"/>
              <a:gd name="connsiteX57" fmla="*/ 9961167 w 12193149"/>
              <a:gd name="connsiteY57" fmla="*/ 1757147 h 2344739"/>
              <a:gd name="connsiteX58" fmla="*/ 9848940 w 12193149"/>
              <a:gd name="connsiteY58" fmla="*/ 1763915 h 2344739"/>
              <a:gd name="connsiteX59" fmla="*/ 9729457 w 12193149"/>
              <a:gd name="connsiteY59" fmla="*/ 1784122 h 2344739"/>
              <a:gd name="connsiteX60" fmla="*/ 9613704 w 12193149"/>
              <a:gd name="connsiteY60" fmla="*/ 1812371 h 2344739"/>
              <a:gd name="connsiteX61" fmla="*/ 9338590 w 12193149"/>
              <a:gd name="connsiteY61" fmla="*/ 1869293 h 2344739"/>
              <a:gd name="connsiteX62" fmla="*/ 9232518 w 12193149"/>
              <a:gd name="connsiteY62" fmla="*/ 1893149 h 2344739"/>
              <a:gd name="connsiteX63" fmla="*/ 9156690 w 12193149"/>
              <a:gd name="connsiteY63" fmla="*/ 1903228 h 2344739"/>
              <a:gd name="connsiteX64" fmla="*/ 9054601 w 12193149"/>
              <a:gd name="connsiteY64" fmla="*/ 1910755 h 2344739"/>
              <a:gd name="connsiteX65" fmla="*/ 9006634 w 12193149"/>
              <a:gd name="connsiteY65" fmla="*/ 1914040 h 2344739"/>
              <a:gd name="connsiteX66" fmla="*/ 9006349 w 12193149"/>
              <a:gd name="connsiteY66" fmla="*/ 1913800 h 2344739"/>
              <a:gd name="connsiteX67" fmla="*/ 8997380 w 12193149"/>
              <a:gd name="connsiteY67" fmla="*/ 1915011 h 2344739"/>
              <a:gd name="connsiteX68" fmla="*/ 8991542 w 12193149"/>
              <a:gd name="connsiteY68" fmla="*/ 1917072 h 2344739"/>
              <a:gd name="connsiteX69" fmla="*/ 8975485 w 12193149"/>
              <a:gd name="connsiteY69" fmla="*/ 1920298 h 2344739"/>
              <a:gd name="connsiteX70" fmla="*/ 8969159 w 12193149"/>
              <a:gd name="connsiteY70" fmla="*/ 1919598 h 2344739"/>
              <a:gd name="connsiteX71" fmla="*/ 8964196 w 12193149"/>
              <a:gd name="connsiteY71" fmla="*/ 1917373 h 2344739"/>
              <a:gd name="connsiteX72" fmla="*/ 8930136 w 12193149"/>
              <a:gd name="connsiteY72" fmla="*/ 1914185 h 2344739"/>
              <a:gd name="connsiteX73" fmla="*/ 8753592 w 12193149"/>
              <a:gd name="connsiteY73" fmla="*/ 1933417 h 2344739"/>
              <a:gd name="connsiteX74" fmla="*/ 8708995 w 12193149"/>
              <a:gd name="connsiteY74" fmla="*/ 1935518 h 2344739"/>
              <a:gd name="connsiteX75" fmla="*/ 8597219 w 12193149"/>
              <a:gd name="connsiteY75" fmla="*/ 1944090 h 2344739"/>
              <a:gd name="connsiteX76" fmla="*/ 8526378 w 12193149"/>
              <a:gd name="connsiteY76" fmla="*/ 1929248 h 2344739"/>
              <a:gd name="connsiteX77" fmla="*/ 8512131 w 12193149"/>
              <a:gd name="connsiteY77" fmla="*/ 1935163 h 2344739"/>
              <a:gd name="connsiteX78" fmla="*/ 8507315 w 12193149"/>
              <a:gd name="connsiteY78" fmla="*/ 1938164 h 2344739"/>
              <a:gd name="connsiteX79" fmla="*/ 8499116 w 12193149"/>
              <a:gd name="connsiteY79" fmla="*/ 1940902 h 2344739"/>
              <a:gd name="connsiteX80" fmla="*/ 8498742 w 12193149"/>
              <a:gd name="connsiteY80" fmla="*/ 1940723 h 2344739"/>
              <a:gd name="connsiteX81" fmla="*/ 8491397 w 12193149"/>
              <a:gd name="connsiteY81" fmla="*/ 1943773 h 2344739"/>
              <a:gd name="connsiteX82" fmla="*/ 8368330 w 12193149"/>
              <a:gd name="connsiteY82" fmla="*/ 1957815 h 2344739"/>
              <a:gd name="connsiteX83" fmla="*/ 8354947 w 12193149"/>
              <a:gd name="connsiteY83" fmla="*/ 1958009 h 2344739"/>
              <a:gd name="connsiteX84" fmla="*/ 8321252 w 12193149"/>
              <a:gd name="connsiteY84" fmla="*/ 1974587 h 2344739"/>
              <a:gd name="connsiteX85" fmla="*/ 8315581 w 12193149"/>
              <a:gd name="connsiteY85" fmla="*/ 1974913 h 2344739"/>
              <a:gd name="connsiteX86" fmla="*/ 8296322 w 12193149"/>
              <a:gd name="connsiteY86" fmla="*/ 1988808 h 2344739"/>
              <a:gd name="connsiteX87" fmla="*/ 8285424 w 12193149"/>
              <a:gd name="connsiteY87" fmla="*/ 1994631 h 2344739"/>
              <a:gd name="connsiteX88" fmla="*/ 8284298 w 12193149"/>
              <a:gd name="connsiteY88" fmla="*/ 1999074 h 2344739"/>
              <a:gd name="connsiteX89" fmla="*/ 8267224 w 12193149"/>
              <a:gd name="connsiteY89" fmla="*/ 2006249 h 2344739"/>
              <a:gd name="connsiteX90" fmla="*/ 8264525 w 12193149"/>
              <a:gd name="connsiteY90" fmla="*/ 2006019 h 2344739"/>
              <a:gd name="connsiteX91" fmla="*/ 8253181 w 12193149"/>
              <a:gd name="connsiteY91" fmla="*/ 2015862 h 2344739"/>
              <a:gd name="connsiteX92" fmla="*/ 8246982 w 12193149"/>
              <a:gd name="connsiteY92" fmla="*/ 2028854 h 2344739"/>
              <a:gd name="connsiteX93" fmla="*/ 8091420 w 12193149"/>
              <a:gd name="connsiteY93" fmla="*/ 2075015 h 2344739"/>
              <a:gd name="connsiteX94" fmla="*/ 7906555 w 12193149"/>
              <a:gd name="connsiteY94" fmla="*/ 2116988 h 2344739"/>
              <a:gd name="connsiteX95" fmla="*/ 7719893 w 12193149"/>
              <a:gd name="connsiteY95" fmla="*/ 2142703 h 2344739"/>
              <a:gd name="connsiteX96" fmla="*/ 7615495 w 12193149"/>
              <a:gd name="connsiteY96" fmla="*/ 2139232 h 2344739"/>
              <a:gd name="connsiteX97" fmla="*/ 7528691 w 12193149"/>
              <a:gd name="connsiteY97" fmla="*/ 2145060 h 2344739"/>
              <a:gd name="connsiteX98" fmla="*/ 7520719 w 12193149"/>
              <a:gd name="connsiteY98" fmla="*/ 2147613 h 2344739"/>
              <a:gd name="connsiteX99" fmla="*/ 7508559 w 12193149"/>
              <a:gd name="connsiteY99" fmla="*/ 2148948 h 2344739"/>
              <a:gd name="connsiteX100" fmla="*/ 7508188 w 12193149"/>
              <a:gd name="connsiteY100" fmla="*/ 2148621 h 2344739"/>
              <a:gd name="connsiteX101" fmla="*/ 7496943 w 12193149"/>
              <a:gd name="connsiteY101" fmla="*/ 2150573 h 2344739"/>
              <a:gd name="connsiteX102" fmla="*/ 7219707 w 12193149"/>
              <a:gd name="connsiteY102" fmla="*/ 2156680 h 2344739"/>
              <a:gd name="connsiteX103" fmla="*/ 7202249 w 12193149"/>
              <a:gd name="connsiteY103" fmla="*/ 2161230 h 2344739"/>
              <a:gd name="connsiteX104" fmla="*/ 7198152 w 12193149"/>
              <a:gd name="connsiteY104" fmla="*/ 2166588 h 2344739"/>
              <a:gd name="connsiteX105" fmla="*/ 7171956 w 12193149"/>
              <a:gd name="connsiteY105" fmla="*/ 2171236 h 2344739"/>
              <a:gd name="connsiteX106" fmla="*/ 7098136 w 12193149"/>
              <a:gd name="connsiteY106" fmla="*/ 2183464 h 2344739"/>
              <a:gd name="connsiteX107" fmla="*/ 7019644 w 12193149"/>
              <a:gd name="connsiteY107" fmla="*/ 2183090 h 2344739"/>
              <a:gd name="connsiteX108" fmla="*/ 6905294 w 12193149"/>
              <a:gd name="connsiteY108" fmla="*/ 2212596 h 2344739"/>
              <a:gd name="connsiteX109" fmla="*/ 6709370 w 12193149"/>
              <a:gd name="connsiteY109" fmla="*/ 2240551 h 2344739"/>
              <a:gd name="connsiteX110" fmla="*/ 6550602 w 12193149"/>
              <a:gd name="connsiteY110" fmla="*/ 2269327 h 2344739"/>
              <a:gd name="connsiteX111" fmla="*/ 6318708 w 12193149"/>
              <a:gd name="connsiteY111" fmla="*/ 2316127 h 2344739"/>
              <a:gd name="connsiteX112" fmla="*/ 6169822 w 12193149"/>
              <a:gd name="connsiteY112" fmla="*/ 2318214 h 2344739"/>
              <a:gd name="connsiteX113" fmla="*/ 6074996 w 12193149"/>
              <a:gd name="connsiteY113" fmla="*/ 2338676 h 2344739"/>
              <a:gd name="connsiteX114" fmla="*/ 6069677 w 12193149"/>
              <a:gd name="connsiteY114" fmla="*/ 2337139 h 2344739"/>
              <a:gd name="connsiteX115" fmla="*/ 6049786 w 12193149"/>
              <a:gd name="connsiteY115" fmla="*/ 2337822 h 2344739"/>
              <a:gd name="connsiteX116" fmla="*/ 6042433 w 12193149"/>
              <a:gd name="connsiteY116" fmla="*/ 2329473 h 2344739"/>
              <a:gd name="connsiteX117" fmla="*/ 6011238 w 12193149"/>
              <a:gd name="connsiteY117" fmla="*/ 2324380 h 2344739"/>
              <a:gd name="connsiteX118" fmla="*/ 5958523 w 12193149"/>
              <a:gd name="connsiteY118" fmla="*/ 2328024 h 2344739"/>
              <a:gd name="connsiteX119" fmla="*/ 5760067 w 12193149"/>
              <a:gd name="connsiteY119" fmla="*/ 2343716 h 2344739"/>
              <a:gd name="connsiteX120" fmla="*/ 5628108 w 12193149"/>
              <a:gd name="connsiteY120" fmla="*/ 2344739 h 2344739"/>
              <a:gd name="connsiteX121" fmla="*/ 5472054 w 12193149"/>
              <a:gd name="connsiteY121" fmla="*/ 2330719 h 2344739"/>
              <a:gd name="connsiteX122" fmla="*/ 5433909 w 12193149"/>
              <a:gd name="connsiteY122" fmla="*/ 2319466 h 2344739"/>
              <a:gd name="connsiteX123" fmla="*/ 5382817 w 12193149"/>
              <a:gd name="connsiteY123" fmla="*/ 2301764 h 2344739"/>
              <a:gd name="connsiteX124" fmla="*/ 5262912 w 12193149"/>
              <a:gd name="connsiteY124" fmla="*/ 2281347 h 2344739"/>
              <a:gd name="connsiteX125" fmla="*/ 5224109 w 12193149"/>
              <a:gd name="connsiteY125" fmla="*/ 2270223 h 2344739"/>
              <a:gd name="connsiteX126" fmla="*/ 5175808 w 12193149"/>
              <a:gd name="connsiteY126" fmla="*/ 2267233 h 2344739"/>
              <a:gd name="connsiteX127" fmla="*/ 5157702 w 12193149"/>
              <a:gd name="connsiteY127" fmla="*/ 2260010 h 2344739"/>
              <a:gd name="connsiteX128" fmla="*/ 5143747 w 12193149"/>
              <a:gd name="connsiteY128" fmla="*/ 2256610 h 2344739"/>
              <a:gd name="connsiteX129" fmla="*/ 5140744 w 12193149"/>
              <a:gd name="connsiteY129" fmla="*/ 2254509 h 2344739"/>
              <a:gd name="connsiteX130" fmla="*/ 5122807 w 12193149"/>
              <a:gd name="connsiteY130" fmla="*/ 2243656 h 2344739"/>
              <a:gd name="connsiteX131" fmla="*/ 5066938 w 12193149"/>
              <a:gd name="connsiteY131" fmla="*/ 2250227 h 2344739"/>
              <a:gd name="connsiteX132" fmla="*/ 5012662 w 12193149"/>
              <a:gd name="connsiteY132" fmla="*/ 2233846 h 2344739"/>
              <a:gd name="connsiteX133" fmla="*/ 4841589 w 12193149"/>
              <a:gd name="connsiteY133" fmla="*/ 2209829 h 2344739"/>
              <a:gd name="connsiteX134" fmla="*/ 4763595 w 12193149"/>
              <a:gd name="connsiteY134" fmla="*/ 2182061 h 2344739"/>
              <a:gd name="connsiteX135" fmla="*/ 4724334 w 12193149"/>
              <a:gd name="connsiteY135" fmla="*/ 2173047 h 2344739"/>
              <a:gd name="connsiteX136" fmla="*/ 4722324 w 12193149"/>
              <a:gd name="connsiteY136" fmla="*/ 2172298 h 2344739"/>
              <a:gd name="connsiteX137" fmla="*/ 4723259 w 12193149"/>
              <a:gd name="connsiteY137" fmla="*/ 2172087 h 2344739"/>
              <a:gd name="connsiteX138" fmla="*/ 4718350 w 12193149"/>
              <a:gd name="connsiteY138" fmla="*/ 2170817 h 2344739"/>
              <a:gd name="connsiteX139" fmla="*/ 4722324 w 12193149"/>
              <a:gd name="connsiteY139" fmla="*/ 2172298 h 2344739"/>
              <a:gd name="connsiteX140" fmla="*/ 4716674 w 12193149"/>
              <a:gd name="connsiteY140" fmla="*/ 2173573 h 2344739"/>
              <a:gd name="connsiteX141" fmla="*/ 4516962 w 12193149"/>
              <a:gd name="connsiteY141" fmla="*/ 2163671 h 2344739"/>
              <a:gd name="connsiteX142" fmla="*/ 4429691 w 12193149"/>
              <a:gd name="connsiteY142" fmla="*/ 2153020 h 2344739"/>
              <a:gd name="connsiteX143" fmla="*/ 4364023 w 12193149"/>
              <a:gd name="connsiteY143" fmla="*/ 2151674 h 2344739"/>
              <a:gd name="connsiteX144" fmla="*/ 4318114 w 12193149"/>
              <a:gd name="connsiteY144" fmla="*/ 2158289 h 2344739"/>
              <a:gd name="connsiteX145" fmla="*/ 4316258 w 12193149"/>
              <a:gd name="connsiteY145" fmla="*/ 2156948 h 2344739"/>
              <a:gd name="connsiteX146" fmla="*/ 4296292 w 12193149"/>
              <a:gd name="connsiteY146" fmla="*/ 2155069 h 2344739"/>
              <a:gd name="connsiteX147" fmla="*/ 4291212 w 12193149"/>
              <a:gd name="connsiteY147" fmla="*/ 2157986 h 2344739"/>
              <a:gd name="connsiteX148" fmla="*/ 4277290 w 12193149"/>
              <a:gd name="connsiteY148" fmla="*/ 2157740 h 2344739"/>
              <a:gd name="connsiteX149" fmla="*/ 4249265 w 12193149"/>
              <a:gd name="connsiteY149" fmla="*/ 2160064 h 2344739"/>
              <a:gd name="connsiteX150" fmla="*/ 4203199 w 12193149"/>
              <a:gd name="connsiteY150" fmla="*/ 2157269 h 2344739"/>
              <a:gd name="connsiteX151" fmla="*/ 4202893 w 12193149"/>
              <a:gd name="connsiteY151" fmla="*/ 2156010 h 2344739"/>
              <a:gd name="connsiteX152" fmla="*/ 4192396 w 12193149"/>
              <a:gd name="connsiteY152" fmla="*/ 2150376 h 2344739"/>
              <a:gd name="connsiteX153" fmla="*/ 4143893 w 12193149"/>
              <a:gd name="connsiteY153" fmla="*/ 2134511 h 2344739"/>
              <a:gd name="connsiteX154" fmla="*/ 4084245 w 12193149"/>
              <a:gd name="connsiteY154" fmla="*/ 2107978 h 2344739"/>
              <a:gd name="connsiteX155" fmla="*/ 4075694 w 12193149"/>
              <a:gd name="connsiteY155" fmla="*/ 2107143 h 2344739"/>
              <a:gd name="connsiteX156" fmla="*/ 4075575 w 12193149"/>
              <a:gd name="connsiteY156" fmla="*/ 2106844 h 2344739"/>
              <a:gd name="connsiteX157" fmla="*/ 4066658 w 12193149"/>
              <a:gd name="connsiteY157" fmla="*/ 2105400 h 2344739"/>
              <a:gd name="connsiteX158" fmla="*/ 4060102 w 12193149"/>
              <a:gd name="connsiteY158" fmla="*/ 2105618 h 2344739"/>
              <a:gd name="connsiteX159" fmla="*/ 4043512 w 12193149"/>
              <a:gd name="connsiteY159" fmla="*/ 2103997 h 2344739"/>
              <a:gd name="connsiteX160" fmla="*/ 4038145 w 12193149"/>
              <a:gd name="connsiteY160" fmla="*/ 2101563 h 2344739"/>
              <a:gd name="connsiteX161" fmla="*/ 4036511 w 12193149"/>
              <a:gd name="connsiteY161" fmla="*/ 2097896 h 2344739"/>
              <a:gd name="connsiteX162" fmla="*/ 4034926 w 12193149"/>
              <a:gd name="connsiteY162" fmla="*/ 2098131 h 2344739"/>
              <a:gd name="connsiteX163" fmla="*/ 4005686 w 12193149"/>
              <a:gd name="connsiteY163" fmla="*/ 2085563 h 2344739"/>
              <a:gd name="connsiteX164" fmla="*/ 3937994 w 12193149"/>
              <a:gd name="connsiteY164" fmla="*/ 2068106 h 2344739"/>
              <a:gd name="connsiteX165" fmla="*/ 3898423 w 12193149"/>
              <a:gd name="connsiteY165" fmla="*/ 2062451 h 2344739"/>
              <a:gd name="connsiteX166" fmla="*/ 3790908 w 12193149"/>
              <a:gd name="connsiteY166" fmla="*/ 2042213 h 2344739"/>
              <a:gd name="connsiteX167" fmla="*/ 3683661 w 12193149"/>
              <a:gd name="connsiteY167" fmla="*/ 2018290 h 2344739"/>
              <a:gd name="connsiteX168" fmla="*/ 3611183 w 12193149"/>
              <a:gd name="connsiteY168" fmla="*/ 1986019 h 2344739"/>
              <a:gd name="connsiteX169" fmla="*/ 3605003 w 12193149"/>
              <a:gd name="connsiteY169" fmla="*/ 1987381 h 2344739"/>
              <a:gd name="connsiteX170" fmla="*/ 3595884 w 12193149"/>
              <a:gd name="connsiteY170" fmla="*/ 1987545 h 2344739"/>
              <a:gd name="connsiteX171" fmla="*/ 3595649 w 12193149"/>
              <a:gd name="connsiteY171" fmla="*/ 1987276 h 2344739"/>
              <a:gd name="connsiteX172" fmla="*/ 3587126 w 12193149"/>
              <a:gd name="connsiteY172" fmla="*/ 1987966 h 2344739"/>
              <a:gd name="connsiteX173" fmla="*/ 3537283 w 12193149"/>
              <a:gd name="connsiteY173" fmla="*/ 1978267 h 2344739"/>
              <a:gd name="connsiteX174" fmla="*/ 3474371 w 12193149"/>
              <a:gd name="connsiteY174" fmla="*/ 1974606 h 2344739"/>
              <a:gd name="connsiteX175" fmla="*/ 3401876 w 12193149"/>
              <a:gd name="connsiteY175" fmla="*/ 1962558 h 2344739"/>
              <a:gd name="connsiteX176" fmla="*/ 3365036 w 12193149"/>
              <a:gd name="connsiteY176" fmla="*/ 1979510 h 2344739"/>
              <a:gd name="connsiteX177" fmla="*/ 3345174 w 12193149"/>
              <a:gd name="connsiteY177" fmla="*/ 1981192 h 2344739"/>
              <a:gd name="connsiteX178" fmla="*/ 3342846 w 12193149"/>
              <a:gd name="connsiteY178" fmla="*/ 1980217 h 2344739"/>
              <a:gd name="connsiteX179" fmla="*/ 3263504 w 12193149"/>
              <a:gd name="connsiteY179" fmla="*/ 1986094 h 2344739"/>
              <a:gd name="connsiteX180" fmla="*/ 3143704 w 12193149"/>
              <a:gd name="connsiteY180" fmla="*/ 1993869 h 2344739"/>
              <a:gd name="connsiteX181" fmla="*/ 3031439 w 12193149"/>
              <a:gd name="connsiteY181" fmla="*/ 1996512 h 2344739"/>
              <a:gd name="connsiteX182" fmla="*/ 2782717 w 12193149"/>
              <a:gd name="connsiteY182" fmla="*/ 2018333 h 2344739"/>
              <a:gd name="connsiteX183" fmla="*/ 2647675 w 12193149"/>
              <a:gd name="connsiteY183" fmla="*/ 2028869 h 2344739"/>
              <a:gd name="connsiteX184" fmla="*/ 2569176 w 12193149"/>
              <a:gd name="connsiteY184" fmla="*/ 2002628 h 2344739"/>
              <a:gd name="connsiteX185" fmla="*/ 2444403 w 12193149"/>
              <a:gd name="connsiteY185" fmla="*/ 2016529 h 2344739"/>
              <a:gd name="connsiteX186" fmla="*/ 2316260 w 12193149"/>
              <a:gd name="connsiteY186" fmla="*/ 2024996 h 2344739"/>
              <a:gd name="connsiteX187" fmla="*/ 2209726 w 12193149"/>
              <a:gd name="connsiteY187" fmla="*/ 2019763 h 2344739"/>
              <a:gd name="connsiteX188" fmla="*/ 2095813 w 12193149"/>
              <a:gd name="connsiteY188" fmla="*/ 2003052 h 2344739"/>
              <a:gd name="connsiteX189" fmla="*/ 1998504 w 12193149"/>
              <a:gd name="connsiteY189" fmla="*/ 1995032 h 2344739"/>
              <a:gd name="connsiteX190" fmla="*/ 1929320 w 12193149"/>
              <a:gd name="connsiteY190" fmla="*/ 2016977 h 2344739"/>
              <a:gd name="connsiteX191" fmla="*/ 1922798 w 12193149"/>
              <a:gd name="connsiteY191" fmla="*/ 2012146 h 2344739"/>
              <a:gd name="connsiteX192" fmla="*/ 1874228 w 12193149"/>
              <a:gd name="connsiteY192" fmla="*/ 2013741 h 2344739"/>
              <a:gd name="connsiteX193" fmla="*/ 1787803 w 12193149"/>
              <a:gd name="connsiteY193" fmla="*/ 2041363 h 2344739"/>
              <a:gd name="connsiteX194" fmla="*/ 1739352 w 12193149"/>
              <a:gd name="connsiteY194" fmla="*/ 2036312 h 2344739"/>
              <a:gd name="connsiteX195" fmla="*/ 1676219 w 12193149"/>
              <a:gd name="connsiteY195" fmla="*/ 2019963 h 2344739"/>
              <a:gd name="connsiteX196" fmla="*/ 1609817 w 12193149"/>
              <a:gd name="connsiteY196" fmla="*/ 2013066 h 2344739"/>
              <a:gd name="connsiteX197" fmla="*/ 1497258 w 12193149"/>
              <a:gd name="connsiteY197" fmla="*/ 1987476 h 2344739"/>
              <a:gd name="connsiteX198" fmla="*/ 1151127 w 12193149"/>
              <a:gd name="connsiteY198" fmla="*/ 1938041 h 2344739"/>
              <a:gd name="connsiteX199" fmla="*/ 859417 w 12193149"/>
              <a:gd name="connsiteY199" fmla="*/ 1928608 h 2344739"/>
              <a:gd name="connsiteX200" fmla="*/ 838688 w 12193149"/>
              <a:gd name="connsiteY200" fmla="*/ 1929821 h 2344739"/>
              <a:gd name="connsiteX201" fmla="*/ 817957 w 12193149"/>
              <a:gd name="connsiteY201" fmla="*/ 1927857 h 2344739"/>
              <a:gd name="connsiteX202" fmla="*/ 812654 w 12193149"/>
              <a:gd name="connsiteY202" fmla="*/ 1930751 h 2344739"/>
              <a:gd name="connsiteX203" fmla="*/ 721195 w 12193149"/>
              <a:gd name="connsiteY203" fmla="*/ 1929661 h 2344739"/>
              <a:gd name="connsiteX204" fmla="*/ 720890 w 12193149"/>
              <a:gd name="connsiteY204" fmla="*/ 1928399 h 2344739"/>
              <a:gd name="connsiteX205" fmla="*/ 710023 w 12193149"/>
              <a:gd name="connsiteY205" fmla="*/ 1922722 h 2344739"/>
              <a:gd name="connsiteX206" fmla="*/ 597940 w 12193149"/>
              <a:gd name="connsiteY206" fmla="*/ 1879864 h 2344739"/>
              <a:gd name="connsiteX207" fmla="*/ 579683 w 12193149"/>
              <a:gd name="connsiteY207" fmla="*/ 1877212 h 2344739"/>
              <a:gd name="connsiteX208" fmla="*/ 572865 w 12193149"/>
              <a:gd name="connsiteY208" fmla="*/ 1877401 h 2344739"/>
              <a:gd name="connsiteX209" fmla="*/ 446247 w 12193149"/>
              <a:gd name="connsiteY209" fmla="*/ 1839371 h 2344739"/>
              <a:gd name="connsiteX210" fmla="*/ 405163 w 12193149"/>
              <a:gd name="connsiteY210" fmla="*/ 1833548 h 2344739"/>
              <a:gd name="connsiteX211" fmla="*/ 293583 w 12193149"/>
              <a:gd name="connsiteY211" fmla="*/ 1812852 h 2344739"/>
              <a:gd name="connsiteX212" fmla="*/ 119529 w 12193149"/>
              <a:gd name="connsiteY212" fmla="*/ 1761047 h 2344739"/>
              <a:gd name="connsiteX213" fmla="*/ 16674 w 12193149"/>
              <a:gd name="connsiteY213" fmla="*/ 1758191 h 2344739"/>
              <a:gd name="connsiteX214" fmla="*/ 1150 w 12193149"/>
              <a:gd name="connsiteY214" fmla="*/ 1752722 h 2344739"/>
              <a:gd name="connsiteX215" fmla="*/ 1148 w 12193149"/>
              <a:gd name="connsiteY215" fmla="*/ 222213 h 2344739"/>
              <a:gd name="connsiteX216" fmla="*/ 1148 w 12193149"/>
              <a:gd name="connsiteY216" fmla="*/ 0 h 2344739"/>
              <a:gd name="connsiteX0" fmla="*/ 1148 w 12193149"/>
              <a:gd name="connsiteY0" fmla="*/ 818782 h 3163521"/>
              <a:gd name="connsiteX1" fmla="*/ 12181789 w 12193149"/>
              <a:gd name="connsiteY1" fmla="*/ 0 h 3163521"/>
              <a:gd name="connsiteX2" fmla="*/ 12193149 w 12193149"/>
              <a:gd name="connsiteY2" fmla="*/ 1398521 h 3163521"/>
              <a:gd name="connsiteX3" fmla="*/ 12185986 w 12193149"/>
              <a:gd name="connsiteY3" fmla="*/ 1402971 h 3163521"/>
              <a:gd name="connsiteX4" fmla="*/ 12156363 w 12193149"/>
              <a:gd name="connsiteY4" fmla="*/ 1416148 h 3163521"/>
              <a:gd name="connsiteX5" fmla="*/ 12139215 w 12193149"/>
              <a:gd name="connsiteY5" fmla="*/ 1441961 h 3163521"/>
              <a:gd name="connsiteX6" fmla="*/ 12126327 w 12193149"/>
              <a:gd name="connsiteY6" fmla="*/ 1443472 h 3163521"/>
              <a:gd name="connsiteX7" fmla="*/ 12124007 w 12193149"/>
              <a:gd name="connsiteY7" fmla="*/ 1443576 h 3163521"/>
              <a:gd name="connsiteX8" fmla="*/ 12116854 w 12193149"/>
              <a:gd name="connsiteY8" fmla="*/ 1447390 h 3163521"/>
              <a:gd name="connsiteX9" fmla="*/ 12099497 w 12193149"/>
              <a:gd name="connsiteY9" fmla="*/ 1446921 h 3163521"/>
              <a:gd name="connsiteX10" fmla="*/ 12087073 w 12193149"/>
              <a:gd name="connsiteY10" fmla="*/ 1455123 h 3163521"/>
              <a:gd name="connsiteX11" fmla="*/ 12031073 w 12193149"/>
              <a:gd name="connsiteY11" fmla="*/ 1498791 h 3163521"/>
              <a:gd name="connsiteX12" fmla="*/ 11995833 w 12193149"/>
              <a:gd name="connsiteY12" fmla="*/ 1522240 h 3163521"/>
              <a:gd name="connsiteX13" fmla="*/ 11979717 w 12193149"/>
              <a:gd name="connsiteY13" fmla="*/ 1526943 h 3163521"/>
              <a:gd name="connsiteX14" fmla="*/ 11959046 w 12193149"/>
              <a:gd name="connsiteY14" fmla="*/ 1536340 h 3163521"/>
              <a:gd name="connsiteX15" fmla="*/ 11920454 w 12193149"/>
              <a:gd name="connsiteY15" fmla="*/ 1549665 h 3163521"/>
              <a:gd name="connsiteX16" fmla="*/ 11903656 w 12193149"/>
              <a:gd name="connsiteY16" fmla="*/ 1561208 h 3163521"/>
              <a:gd name="connsiteX17" fmla="*/ 11895048 w 12193149"/>
              <a:gd name="connsiteY17" fmla="*/ 1563573 h 3163521"/>
              <a:gd name="connsiteX18" fmla="*/ 11891968 w 12193149"/>
              <a:gd name="connsiteY18" fmla="*/ 1574511 h 3163521"/>
              <a:gd name="connsiteX19" fmla="*/ 11870776 w 12193149"/>
              <a:gd name="connsiteY19" fmla="*/ 1596598 h 3163521"/>
              <a:gd name="connsiteX20" fmla="*/ 11813376 w 12193149"/>
              <a:gd name="connsiteY20" fmla="*/ 1616441 h 3163521"/>
              <a:gd name="connsiteX21" fmla="*/ 11590693 w 12193149"/>
              <a:gd name="connsiteY21" fmla="*/ 1782559 h 3163521"/>
              <a:gd name="connsiteX22" fmla="*/ 11506817 w 12193149"/>
              <a:gd name="connsiteY22" fmla="*/ 1852405 h 3163521"/>
              <a:gd name="connsiteX23" fmla="*/ 11280332 w 12193149"/>
              <a:gd name="connsiteY23" fmla="*/ 2042353 h 3163521"/>
              <a:gd name="connsiteX24" fmla="*/ 11228309 w 12193149"/>
              <a:gd name="connsiteY24" fmla="*/ 2095018 h 3163521"/>
              <a:gd name="connsiteX25" fmla="*/ 11218087 w 12193149"/>
              <a:gd name="connsiteY25" fmla="*/ 2094743 h 3163521"/>
              <a:gd name="connsiteX26" fmla="*/ 11217184 w 12193149"/>
              <a:gd name="connsiteY26" fmla="*/ 2093800 h 3163521"/>
              <a:gd name="connsiteX27" fmla="*/ 11188885 w 12193149"/>
              <a:gd name="connsiteY27" fmla="*/ 2111165 h 3163521"/>
              <a:gd name="connsiteX28" fmla="*/ 11184501 w 12193149"/>
              <a:gd name="connsiteY28" fmla="*/ 2111307 h 3163521"/>
              <a:gd name="connsiteX29" fmla="*/ 11166854 w 12193149"/>
              <a:gd name="connsiteY29" fmla="*/ 2125394 h 3163521"/>
              <a:gd name="connsiteX30" fmla="*/ 11157311 w 12193149"/>
              <a:gd name="connsiteY30" fmla="*/ 2131196 h 3163521"/>
              <a:gd name="connsiteX31" fmla="*/ 11155496 w 12193149"/>
              <a:gd name="connsiteY31" fmla="*/ 2135879 h 3163521"/>
              <a:gd name="connsiteX32" fmla="*/ 11140961 w 12193149"/>
              <a:gd name="connsiteY32" fmla="*/ 2142897 h 3163521"/>
              <a:gd name="connsiteX33" fmla="*/ 11138961 w 12193149"/>
              <a:gd name="connsiteY33" fmla="*/ 2142554 h 3163521"/>
              <a:gd name="connsiteX34" fmla="*/ 11128208 w 12193149"/>
              <a:gd name="connsiteY34" fmla="*/ 2152614 h 3163521"/>
              <a:gd name="connsiteX35" fmla="*/ 11120691 w 12193149"/>
              <a:gd name="connsiteY35" fmla="*/ 2166206 h 3163521"/>
              <a:gd name="connsiteX36" fmla="*/ 10894683 w 12193149"/>
              <a:gd name="connsiteY36" fmla="*/ 2292181 h 3163521"/>
              <a:gd name="connsiteX37" fmla="*/ 10773300 w 12193149"/>
              <a:gd name="connsiteY37" fmla="*/ 2341973 h 3163521"/>
              <a:gd name="connsiteX38" fmla="*/ 10627668 w 12193149"/>
              <a:gd name="connsiteY38" fmla="*/ 2378011 h 3163521"/>
              <a:gd name="connsiteX39" fmla="*/ 10581895 w 12193149"/>
              <a:gd name="connsiteY39" fmla="*/ 2387471 h 3163521"/>
              <a:gd name="connsiteX40" fmla="*/ 10547790 w 12193149"/>
              <a:gd name="connsiteY40" fmla="*/ 2417205 h 3163521"/>
              <a:gd name="connsiteX41" fmla="*/ 10529643 w 12193149"/>
              <a:gd name="connsiteY41" fmla="*/ 2415689 h 3163521"/>
              <a:gd name="connsiteX42" fmla="*/ 10526446 w 12193149"/>
              <a:gd name="connsiteY42" fmla="*/ 2415193 h 3163521"/>
              <a:gd name="connsiteX43" fmla="*/ 10515129 w 12193149"/>
              <a:gd name="connsiteY43" fmla="*/ 2418319 h 3163521"/>
              <a:gd name="connsiteX44" fmla="*/ 10491735 w 12193149"/>
              <a:gd name="connsiteY44" fmla="*/ 2412938 h 3163521"/>
              <a:gd name="connsiteX45" fmla="*/ 10471418 w 12193149"/>
              <a:gd name="connsiteY45" fmla="*/ 2420475 h 3163521"/>
              <a:gd name="connsiteX46" fmla="*/ 10377042 w 12193149"/>
              <a:gd name="connsiteY46" fmla="*/ 2463380 h 3163521"/>
              <a:gd name="connsiteX47" fmla="*/ 10319338 w 12193149"/>
              <a:gd name="connsiteY47" fmla="*/ 2485003 h 3163521"/>
              <a:gd name="connsiteX48" fmla="*/ 10295467 w 12193149"/>
              <a:gd name="connsiteY48" fmla="*/ 2486861 h 3163521"/>
              <a:gd name="connsiteX49" fmla="*/ 10263443 w 12193149"/>
              <a:gd name="connsiteY49" fmla="*/ 2493730 h 3163521"/>
              <a:gd name="connsiteX50" fmla="*/ 10205418 w 12193149"/>
              <a:gd name="connsiteY50" fmla="*/ 2500931 h 3163521"/>
              <a:gd name="connsiteX51" fmla="*/ 10177759 w 12193149"/>
              <a:gd name="connsiteY51" fmla="*/ 2511725 h 3163521"/>
              <a:gd name="connsiteX52" fmla="*/ 10165070 w 12193149"/>
              <a:gd name="connsiteY52" fmla="*/ 2512521 h 3163521"/>
              <a:gd name="connsiteX53" fmla="*/ 10156308 w 12193149"/>
              <a:gd name="connsiteY53" fmla="*/ 2526269 h 3163521"/>
              <a:gd name="connsiteX54" fmla="*/ 10118267 w 12193149"/>
              <a:gd name="connsiteY54" fmla="*/ 2549924 h 3163521"/>
              <a:gd name="connsiteX55" fmla="*/ 10083317 w 12193149"/>
              <a:gd name="connsiteY55" fmla="*/ 2562078 h 3163521"/>
              <a:gd name="connsiteX56" fmla="*/ 10040388 w 12193149"/>
              <a:gd name="connsiteY56" fmla="*/ 2560414 h 3163521"/>
              <a:gd name="connsiteX57" fmla="*/ 9961167 w 12193149"/>
              <a:gd name="connsiteY57" fmla="*/ 2575929 h 3163521"/>
              <a:gd name="connsiteX58" fmla="*/ 9848940 w 12193149"/>
              <a:gd name="connsiteY58" fmla="*/ 2582697 h 3163521"/>
              <a:gd name="connsiteX59" fmla="*/ 9729457 w 12193149"/>
              <a:gd name="connsiteY59" fmla="*/ 2602904 h 3163521"/>
              <a:gd name="connsiteX60" fmla="*/ 9613704 w 12193149"/>
              <a:gd name="connsiteY60" fmla="*/ 2631153 h 3163521"/>
              <a:gd name="connsiteX61" fmla="*/ 9338590 w 12193149"/>
              <a:gd name="connsiteY61" fmla="*/ 2688075 h 3163521"/>
              <a:gd name="connsiteX62" fmla="*/ 9232518 w 12193149"/>
              <a:gd name="connsiteY62" fmla="*/ 2711931 h 3163521"/>
              <a:gd name="connsiteX63" fmla="*/ 9156690 w 12193149"/>
              <a:gd name="connsiteY63" fmla="*/ 2722010 h 3163521"/>
              <a:gd name="connsiteX64" fmla="*/ 9054601 w 12193149"/>
              <a:gd name="connsiteY64" fmla="*/ 2729537 h 3163521"/>
              <a:gd name="connsiteX65" fmla="*/ 9006634 w 12193149"/>
              <a:gd name="connsiteY65" fmla="*/ 2732822 h 3163521"/>
              <a:gd name="connsiteX66" fmla="*/ 9006349 w 12193149"/>
              <a:gd name="connsiteY66" fmla="*/ 2732582 h 3163521"/>
              <a:gd name="connsiteX67" fmla="*/ 8997380 w 12193149"/>
              <a:gd name="connsiteY67" fmla="*/ 2733793 h 3163521"/>
              <a:gd name="connsiteX68" fmla="*/ 8991542 w 12193149"/>
              <a:gd name="connsiteY68" fmla="*/ 2735854 h 3163521"/>
              <a:gd name="connsiteX69" fmla="*/ 8975485 w 12193149"/>
              <a:gd name="connsiteY69" fmla="*/ 2739080 h 3163521"/>
              <a:gd name="connsiteX70" fmla="*/ 8969159 w 12193149"/>
              <a:gd name="connsiteY70" fmla="*/ 2738380 h 3163521"/>
              <a:gd name="connsiteX71" fmla="*/ 8964196 w 12193149"/>
              <a:gd name="connsiteY71" fmla="*/ 2736155 h 3163521"/>
              <a:gd name="connsiteX72" fmla="*/ 8930136 w 12193149"/>
              <a:gd name="connsiteY72" fmla="*/ 2732967 h 3163521"/>
              <a:gd name="connsiteX73" fmla="*/ 8753592 w 12193149"/>
              <a:gd name="connsiteY73" fmla="*/ 2752199 h 3163521"/>
              <a:gd name="connsiteX74" fmla="*/ 8708995 w 12193149"/>
              <a:gd name="connsiteY74" fmla="*/ 2754300 h 3163521"/>
              <a:gd name="connsiteX75" fmla="*/ 8597219 w 12193149"/>
              <a:gd name="connsiteY75" fmla="*/ 2762872 h 3163521"/>
              <a:gd name="connsiteX76" fmla="*/ 8526378 w 12193149"/>
              <a:gd name="connsiteY76" fmla="*/ 2748030 h 3163521"/>
              <a:gd name="connsiteX77" fmla="*/ 8512131 w 12193149"/>
              <a:gd name="connsiteY77" fmla="*/ 2753945 h 3163521"/>
              <a:gd name="connsiteX78" fmla="*/ 8507315 w 12193149"/>
              <a:gd name="connsiteY78" fmla="*/ 2756946 h 3163521"/>
              <a:gd name="connsiteX79" fmla="*/ 8499116 w 12193149"/>
              <a:gd name="connsiteY79" fmla="*/ 2759684 h 3163521"/>
              <a:gd name="connsiteX80" fmla="*/ 8498742 w 12193149"/>
              <a:gd name="connsiteY80" fmla="*/ 2759505 h 3163521"/>
              <a:gd name="connsiteX81" fmla="*/ 8491397 w 12193149"/>
              <a:gd name="connsiteY81" fmla="*/ 2762555 h 3163521"/>
              <a:gd name="connsiteX82" fmla="*/ 8368330 w 12193149"/>
              <a:gd name="connsiteY82" fmla="*/ 2776597 h 3163521"/>
              <a:gd name="connsiteX83" fmla="*/ 8354947 w 12193149"/>
              <a:gd name="connsiteY83" fmla="*/ 2776791 h 3163521"/>
              <a:gd name="connsiteX84" fmla="*/ 8321252 w 12193149"/>
              <a:gd name="connsiteY84" fmla="*/ 2793369 h 3163521"/>
              <a:gd name="connsiteX85" fmla="*/ 8315581 w 12193149"/>
              <a:gd name="connsiteY85" fmla="*/ 2793695 h 3163521"/>
              <a:gd name="connsiteX86" fmla="*/ 8296322 w 12193149"/>
              <a:gd name="connsiteY86" fmla="*/ 2807590 h 3163521"/>
              <a:gd name="connsiteX87" fmla="*/ 8285424 w 12193149"/>
              <a:gd name="connsiteY87" fmla="*/ 2813413 h 3163521"/>
              <a:gd name="connsiteX88" fmla="*/ 8284298 w 12193149"/>
              <a:gd name="connsiteY88" fmla="*/ 2817856 h 3163521"/>
              <a:gd name="connsiteX89" fmla="*/ 8267224 w 12193149"/>
              <a:gd name="connsiteY89" fmla="*/ 2825031 h 3163521"/>
              <a:gd name="connsiteX90" fmla="*/ 8264525 w 12193149"/>
              <a:gd name="connsiteY90" fmla="*/ 2824801 h 3163521"/>
              <a:gd name="connsiteX91" fmla="*/ 8253181 w 12193149"/>
              <a:gd name="connsiteY91" fmla="*/ 2834644 h 3163521"/>
              <a:gd name="connsiteX92" fmla="*/ 8246982 w 12193149"/>
              <a:gd name="connsiteY92" fmla="*/ 2847636 h 3163521"/>
              <a:gd name="connsiteX93" fmla="*/ 8091420 w 12193149"/>
              <a:gd name="connsiteY93" fmla="*/ 2893797 h 3163521"/>
              <a:gd name="connsiteX94" fmla="*/ 7906555 w 12193149"/>
              <a:gd name="connsiteY94" fmla="*/ 2935770 h 3163521"/>
              <a:gd name="connsiteX95" fmla="*/ 7719893 w 12193149"/>
              <a:gd name="connsiteY95" fmla="*/ 2961485 h 3163521"/>
              <a:gd name="connsiteX96" fmla="*/ 7615495 w 12193149"/>
              <a:gd name="connsiteY96" fmla="*/ 2958014 h 3163521"/>
              <a:gd name="connsiteX97" fmla="*/ 7528691 w 12193149"/>
              <a:gd name="connsiteY97" fmla="*/ 2963842 h 3163521"/>
              <a:gd name="connsiteX98" fmla="*/ 7520719 w 12193149"/>
              <a:gd name="connsiteY98" fmla="*/ 2966395 h 3163521"/>
              <a:gd name="connsiteX99" fmla="*/ 7508559 w 12193149"/>
              <a:gd name="connsiteY99" fmla="*/ 2967730 h 3163521"/>
              <a:gd name="connsiteX100" fmla="*/ 7508188 w 12193149"/>
              <a:gd name="connsiteY100" fmla="*/ 2967403 h 3163521"/>
              <a:gd name="connsiteX101" fmla="*/ 7496943 w 12193149"/>
              <a:gd name="connsiteY101" fmla="*/ 2969355 h 3163521"/>
              <a:gd name="connsiteX102" fmla="*/ 7219707 w 12193149"/>
              <a:gd name="connsiteY102" fmla="*/ 2975462 h 3163521"/>
              <a:gd name="connsiteX103" fmla="*/ 7202249 w 12193149"/>
              <a:gd name="connsiteY103" fmla="*/ 2980012 h 3163521"/>
              <a:gd name="connsiteX104" fmla="*/ 7198152 w 12193149"/>
              <a:gd name="connsiteY104" fmla="*/ 2985370 h 3163521"/>
              <a:gd name="connsiteX105" fmla="*/ 7171956 w 12193149"/>
              <a:gd name="connsiteY105" fmla="*/ 2990018 h 3163521"/>
              <a:gd name="connsiteX106" fmla="*/ 7098136 w 12193149"/>
              <a:gd name="connsiteY106" fmla="*/ 3002246 h 3163521"/>
              <a:gd name="connsiteX107" fmla="*/ 7019644 w 12193149"/>
              <a:gd name="connsiteY107" fmla="*/ 3001872 h 3163521"/>
              <a:gd name="connsiteX108" fmla="*/ 6905294 w 12193149"/>
              <a:gd name="connsiteY108" fmla="*/ 3031378 h 3163521"/>
              <a:gd name="connsiteX109" fmla="*/ 6709370 w 12193149"/>
              <a:gd name="connsiteY109" fmla="*/ 3059333 h 3163521"/>
              <a:gd name="connsiteX110" fmla="*/ 6550602 w 12193149"/>
              <a:gd name="connsiteY110" fmla="*/ 3088109 h 3163521"/>
              <a:gd name="connsiteX111" fmla="*/ 6318708 w 12193149"/>
              <a:gd name="connsiteY111" fmla="*/ 3134909 h 3163521"/>
              <a:gd name="connsiteX112" fmla="*/ 6169822 w 12193149"/>
              <a:gd name="connsiteY112" fmla="*/ 3136996 h 3163521"/>
              <a:gd name="connsiteX113" fmla="*/ 6074996 w 12193149"/>
              <a:gd name="connsiteY113" fmla="*/ 3157458 h 3163521"/>
              <a:gd name="connsiteX114" fmla="*/ 6069677 w 12193149"/>
              <a:gd name="connsiteY114" fmla="*/ 3155921 h 3163521"/>
              <a:gd name="connsiteX115" fmla="*/ 6049786 w 12193149"/>
              <a:gd name="connsiteY115" fmla="*/ 3156604 h 3163521"/>
              <a:gd name="connsiteX116" fmla="*/ 6042433 w 12193149"/>
              <a:gd name="connsiteY116" fmla="*/ 3148255 h 3163521"/>
              <a:gd name="connsiteX117" fmla="*/ 6011238 w 12193149"/>
              <a:gd name="connsiteY117" fmla="*/ 3143162 h 3163521"/>
              <a:gd name="connsiteX118" fmla="*/ 5958523 w 12193149"/>
              <a:gd name="connsiteY118" fmla="*/ 3146806 h 3163521"/>
              <a:gd name="connsiteX119" fmla="*/ 5760067 w 12193149"/>
              <a:gd name="connsiteY119" fmla="*/ 3162498 h 3163521"/>
              <a:gd name="connsiteX120" fmla="*/ 5628108 w 12193149"/>
              <a:gd name="connsiteY120" fmla="*/ 3163521 h 3163521"/>
              <a:gd name="connsiteX121" fmla="*/ 5472054 w 12193149"/>
              <a:gd name="connsiteY121" fmla="*/ 3149501 h 3163521"/>
              <a:gd name="connsiteX122" fmla="*/ 5433909 w 12193149"/>
              <a:gd name="connsiteY122" fmla="*/ 3138248 h 3163521"/>
              <a:gd name="connsiteX123" fmla="*/ 5382817 w 12193149"/>
              <a:gd name="connsiteY123" fmla="*/ 3120546 h 3163521"/>
              <a:gd name="connsiteX124" fmla="*/ 5262912 w 12193149"/>
              <a:gd name="connsiteY124" fmla="*/ 3100129 h 3163521"/>
              <a:gd name="connsiteX125" fmla="*/ 5224109 w 12193149"/>
              <a:gd name="connsiteY125" fmla="*/ 3089005 h 3163521"/>
              <a:gd name="connsiteX126" fmla="*/ 5175808 w 12193149"/>
              <a:gd name="connsiteY126" fmla="*/ 3086015 h 3163521"/>
              <a:gd name="connsiteX127" fmla="*/ 5157702 w 12193149"/>
              <a:gd name="connsiteY127" fmla="*/ 3078792 h 3163521"/>
              <a:gd name="connsiteX128" fmla="*/ 5143747 w 12193149"/>
              <a:gd name="connsiteY128" fmla="*/ 3075392 h 3163521"/>
              <a:gd name="connsiteX129" fmla="*/ 5140744 w 12193149"/>
              <a:gd name="connsiteY129" fmla="*/ 3073291 h 3163521"/>
              <a:gd name="connsiteX130" fmla="*/ 5122807 w 12193149"/>
              <a:gd name="connsiteY130" fmla="*/ 3062438 h 3163521"/>
              <a:gd name="connsiteX131" fmla="*/ 5066938 w 12193149"/>
              <a:gd name="connsiteY131" fmla="*/ 3069009 h 3163521"/>
              <a:gd name="connsiteX132" fmla="*/ 5012662 w 12193149"/>
              <a:gd name="connsiteY132" fmla="*/ 3052628 h 3163521"/>
              <a:gd name="connsiteX133" fmla="*/ 4841589 w 12193149"/>
              <a:gd name="connsiteY133" fmla="*/ 3028611 h 3163521"/>
              <a:gd name="connsiteX134" fmla="*/ 4763595 w 12193149"/>
              <a:gd name="connsiteY134" fmla="*/ 3000843 h 3163521"/>
              <a:gd name="connsiteX135" fmla="*/ 4724334 w 12193149"/>
              <a:gd name="connsiteY135" fmla="*/ 2991829 h 3163521"/>
              <a:gd name="connsiteX136" fmla="*/ 4722324 w 12193149"/>
              <a:gd name="connsiteY136" fmla="*/ 2991080 h 3163521"/>
              <a:gd name="connsiteX137" fmla="*/ 4723259 w 12193149"/>
              <a:gd name="connsiteY137" fmla="*/ 2990869 h 3163521"/>
              <a:gd name="connsiteX138" fmla="*/ 4718350 w 12193149"/>
              <a:gd name="connsiteY138" fmla="*/ 2989599 h 3163521"/>
              <a:gd name="connsiteX139" fmla="*/ 4722324 w 12193149"/>
              <a:gd name="connsiteY139" fmla="*/ 2991080 h 3163521"/>
              <a:gd name="connsiteX140" fmla="*/ 4716674 w 12193149"/>
              <a:gd name="connsiteY140" fmla="*/ 2992355 h 3163521"/>
              <a:gd name="connsiteX141" fmla="*/ 4516962 w 12193149"/>
              <a:gd name="connsiteY141" fmla="*/ 2982453 h 3163521"/>
              <a:gd name="connsiteX142" fmla="*/ 4429691 w 12193149"/>
              <a:gd name="connsiteY142" fmla="*/ 2971802 h 3163521"/>
              <a:gd name="connsiteX143" fmla="*/ 4364023 w 12193149"/>
              <a:gd name="connsiteY143" fmla="*/ 2970456 h 3163521"/>
              <a:gd name="connsiteX144" fmla="*/ 4318114 w 12193149"/>
              <a:gd name="connsiteY144" fmla="*/ 2977071 h 3163521"/>
              <a:gd name="connsiteX145" fmla="*/ 4316258 w 12193149"/>
              <a:gd name="connsiteY145" fmla="*/ 2975730 h 3163521"/>
              <a:gd name="connsiteX146" fmla="*/ 4296292 w 12193149"/>
              <a:gd name="connsiteY146" fmla="*/ 2973851 h 3163521"/>
              <a:gd name="connsiteX147" fmla="*/ 4291212 w 12193149"/>
              <a:gd name="connsiteY147" fmla="*/ 2976768 h 3163521"/>
              <a:gd name="connsiteX148" fmla="*/ 4277290 w 12193149"/>
              <a:gd name="connsiteY148" fmla="*/ 2976522 h 3163521"/>
              <a:gd name="connsiteX149" fmla="*/ 4249265 w 12193149"/>
              <a:gd name="connsiteY149" fmla="*/ 2978846 h 3163521"/>
              <a:gd name="connsiteX150" fmla="*/ 4203199 w 12193149"/>
              <a:gd name="connsiteY150" fmla="*/ 2976051 h 3163521"/>
              <a:gd name="connsiteX151" fmla="*/ 4202893 w 12193149"/>
              <a:gd name="connsiteY151" fmla="*/ 2974792 h 3163521"/>
              <a:gd name="connsiteX152" fmla="*/ 4192396 w 12193149"/>
              <a:gd name="connsiteY152" fmla="*/ 2969158 h 3163521"/>
              <a:gd name="connsiteX153" fmla="*/ 4143893 w 12193149"/>
              <a:gd name="connsiteY153" fmla="*/ 2953293 h 3163521"/>
              <a:gd name="connsiteX154" fmla="*/ 4084245 w 12193149"/>
              <a:gd name="connsiteY154" fmla="*/ 2926760 h 3163521"/>
              <a:gd name="connsiteX155" fmla="*/ 4075694 w 12193149"/>
              <a:gd name="connsiteY155" fmla="*/ 2925925 h 3163521"/>
              <a:gd name="connsiteX156" fmla="*/ 4075575 w 12193149"/>
              <a:gd name="connsiteY156" fmla="*/ 2925626 h 3163521"/>
              <a:gd name="connsiteX157" fmla="*/ 4066658 w 12193149"/>
              <a:gd name="connsiteY157" fmla="*/ 2924182 h 3163521"/>
              <a:gd name="connsiteX158" fmla="*/ 4060102 w 12193149"/>
              <a:gd name="connsiteY158" fmla="*/ 2924400 h 3163521"/>
              <a:gd name="connsiteX159" fmla="*/ 4043512 w 12193149"/>
              <a:gd name="connsiteY159" fmla="*/ 2922779 h 3163521"/>
              <a:gd name="connsiteX160" fmla="*/ 4038145 w 12193149"/>
              <a:gd name="connsiteY160" fmla="*/ 2920345 h 3163521"/>
              <a:gd name="connsiteX161" fmla="*/ 4036511 w 12193149"/>
              <a:gd name="connsiteY161" fmla="*/ 2916678 h 3163521"/>
              <a:gd name="connsiteX162" fmla="*/ 4034926 w 12193149"/>
              <a:gd name="connsiteY162" fmla="*/ 2916913 h 3163521"/>
              <a:gd name="connsiteX163" fmla="*/ 4005686 w 12193149"/>
              <a:gd name="connsiteY163" fmla="*/ 2904345 h 3163521"/>
              <a:gd name="connsiteX164" fmla="*/ 3937994 w 12193149"/>
              <a:gd name="connsiteY164" fmla="*/ 2886888 h 3163521"/>
              <a:gd name="connsiteX165" fmla="*/ 3898423 w 12193149"/>
              <a:gd name="connsiteY165" fmla="*/ 2881233 h 3163521"/>
              <a:gd name="connsiteX166" fmla="*/ 3790908 w 12193149"/>
              <a:gd name="connsiteY166" fmla="*/ 2860995 h 3163521"/>
              <a:gd name="connsiteX167" fmla="*/ 3683661 w 12193149"/>
              <a:gd name="connsiteY167" fmla="*/ 2837072 h 3163521"/>
              <a:gd name="connsiteX168" fmla="*/ 3611183 w 12193149"/>
              <a:gd name="connsiteY168" fmla="*/ 2804801 h 3163521"/>
              <a:gd name="connsiteX169" fmla="*/ 3605003 w 12193149"/>
              <a:gd name="connsiteY169" fmla="*/ 2806163 h 3163521"/>
              <a:gd name="connsiteX170" fmla="*/ 3595884 w 12193149"/>
              <a:gd name="connsiteY170" fmla="*/ 2806327 h 3163521"/>
              <a:gd name="connsiteX171" fmla="*/ 3595649 w 12193149"/>
              <a:gd name="connsiteY171" fmla="*/ 2806058 h 3163521"/>
              <a:gd name="connsiteX172" fmla="*/ 3587126 w 12193149"/>
              <a:gd name="connsiteY172" fmla="*/ 2806748 h 3163521"/>
              <a:gd name="connsiteX173" fmla="*/ 3537283 w 12193149"/>
              <a:gd name="connsiteY173" fmla="*/ 2797049 h 3163521"/>
              <a:gd name="connsiteX174" fmla="*/ 3474371 w 12193149"/>
              <a:gd name="connsiteY174" fmla="*/ 2793388 h 3163521"/>
              <a:gd name="connsiteX175" fmla="*/ 3401876 w 12193149"/>
              <a:gd name="connsiteY175" fmla="*/ 2781340 h 3163521"/>
              <a:gd name="connsiteX176" fmla="*/ 3365036 w 12193149"/>
              <a:gd name="connsiteY176" fmla="*/ 2798292 h 3163521"/>
              <a:gd name="connsiteX177" fmla="*/ 3345174 w 12193149"/>
              <a:gd name="connsiteY177" fmla="*/ 2799974 h 3163521"/>
              <a:gd name="connsiteX178" fmla="*/ 3342846 w 12193149"/>
              <a:gd name="connsiteY178" fmla="*/ 2798999 h 3163521"/>
              <a:gd name="connsiteX179" fmla="*/ 3263504 w 12193149"/>
              <a:gd name="connsiteY179" fmla="*/ 2804876 h 3163521"/>
              <a:gd name="connsiteX180" fmla="*/ 3143704 w 12193149"/>
              <a:gd name="connsiteY180" fmla="*/ 2812651 h 3163521"/>
              <a:gd name="connsiteX181" fmla="*/ 3031439 w 12193149"/>
              <a:gd name="connsiteY181" fmla="*/ 2815294 h 3163521"/>
              <a:gd name="connsiteX182" fmla="*/ 2782717 w 12193149"/>
              <a:gd name="connsiteY182" fmla="*/ 2837115 h 3163521"/>
              <a:gd name="connsiteX183" fmla="*/ 2647675 w 12193149"/>
              <a:gd name="connsiteY183" fmla="*/ 2847651 h 3163521"/>
              <a:gd name="connsiteX184" fmla="*/ 2569176 w 12193149"/>
              <a:gd name="connsiteY184" fmla="*/ 2821410 h 3163521"/>
              <a:gd name="connsiteX185" fmla="*/ 2444403 w 12193149"/>
              <a:gd name="connsiteY185" fmla="*/ 2835311 h 3163521"/>
              <a:gd name="connsiteX186" fmla="*/ 2316260 w 12193149"/>
              <a:gd name="connsiteY186" fmla="*/ 2843778 h 3163521"/>
              <a:gd name="connsiteX187" fmla="*/ 2209726 w 12193149"/>
              <a:gd name="connsiteY187" fmla="*/ 2838545 h 3163521"/>
              <a:gd name="connsiteX188" fmla="*/ 2095813 w 12193149"/>
              <a:gd name="connsiteY188" fmla="*/ 2821834 h 3163521"/>
              <a:gd name="connsiteX189" fmla="*/ 1998504 w 12193149"/>
              <a:gd name="connsiteY189" fmla="*/ 2813814 h 3163521"/>
              <a:gd name="connsiteX190" fmla="*/ 1929320 w 12193149"/>
              <a:gd name="connsiteY190" fmla="*/ 2835759 h 3163521"/>
              <a:gd name="connsiteX191" fmla="*/ 1922798 w 12193149"/>
              <a:gd name="connsiteY191" fmla="*/ 2830928 h 3163521"/>
              <a:gd name="connsiteX192" fmla="*/ 1874228 w 12193149"/>
              <a:gd name="connsiteY192" fmla="*/ 2832523 h 3163521"/>
              <a:gd name="connsiteX193" fmla="*/ 1787803 w 12193149"/>
              <a:gd name="connsiteY193" fmla="*/ 2860145 h 3163521"/>
              <a:gd name="connsiteX194" fmla="*/ 1739352 w 12193149"/>
              <a:gd name="connsiteY194" fmla="*/ 2855094 h 3163521"/>
              <a:gd name="connsiteX195" fmla="*/ 1676219 w 12193149"/>
              <a:gd name="connsiteY195" fmla="*/ 2838745 h 3163521"/>
              <a:gd name="connsiteX196" fmla="*/ 1609817 w 12193149"/>
              <a:gd name="connsiteY196" fmla="*/ 2831848 h 3163521"/>
              <a:gd name="connsiteX197" fmla="*/ 1497258 w 12193149"/>
              <a:gd name="connsiteY197" fmla="*/ 2806258 h 3163521"/>
              <a:gd name="connsiteX198" fmla="*/ 1151127 w 12193149"/>
              <a:gd name="connsiteY198" fmla="*/ 2756823 h 3163521"/>
              <a:gd name="connsiteX199" fmla="*/ 859417 w 12193149"/>
              <a:gd name="connsiteY199" fmla="*/ 2747390 h 3163521"/>
              <a:gd name="connsiteX200" fmla="*/ 838688 w 12193149"/>
              <a:gd name="connsiteY200" fmla="*/ 2748603 h 3163521"/>
              <a:gd name="connsiteX201" fmla="*/ 817957 w 12193149"/>
              <a:gd name="connsiteY201" fmla="*/ 2746639 h 3163521"/>
              <a:gd name="connsiteX202" fmla="*/ 812654 w 12193149"/>
              <a:gd name="connsiteY202" fmla="*/ 2749533 h 3163521"/>
              <a:gd name="connsiteX203" fmla="*/ 721195 w 12193149"/>
              <a:gd name="connsiteY203" fmla="*/ 2748443 h 3163521"/>
              <a:gd name="connsiteX204" fmla="*/ 720890 w 12193149"/>
              <a:gd name="connsiteY204" fmla="*/ 2747181 h 3163521"/>
              <a:gd name="connsiteX205" fmla="*/ 710023 w 12193149"/>
              <a:gd name="connsiteY205" fmla="*/ 2741504 h 3163521"/>
              <a:gd name="connsiteX206" fmla="*/ 597940 w 12193149"/>
              <a:gd name="connsiteY206" fmla="*/ 2698646 h 3163521"/>
              <a:gd name="connsiteX207" fmla="*/ 579683 w 12193149"/>
              <a:gd name="connsiteY207" fmla="*/ 2695994 h 3163521"/>
              <a:gd name="connsiteX208" fmla="*/ 572865 w 12193149"/>
              <a:gd name="connsiteY208" fmla="*/ 2696183 h 3163521"/>
              <a:gd name="connsiteX209" fmla="*/ 446247 w 12193149"/>
              <a:gd name="connsiteY209" fmla="*/ 2658153 h 3163521"/>
              <a:gd name="connsiteX210" fmla="*/ 405163 w 12193149"/>
              <a:gd name="connsiteY210" fmla="*/ 2652330 h 3163521"/>
              <a:gd name="connsiteX211" fmla="*/ 293583 w 12193149"/>
              <a:gd name="connsiteY211" fmla="*/ 2631634 h 3163521"/>
              <a:gd name="connsiteX212" fmla="*/ 119529 w 12193149"/>
              <a:gd name="connsiteY212" fmla="*/ 2579829 h 3163521"/>
              <a:gd name="connsiteX213" fmla="*/ 16674 w 12193149"/>
              <a:gd name="connsiteY213" fmla="*/ 2576973 h 3163521"/>
              <a:gd name="connsiteX214" fmla="*/ 1150 w 12193149"/>
              <a:gd name="connsiteY214" fmla="*/ 2571504 h 3163521"/>
              <a:gd name="connsiteX215" fmla="*/ 1148 w 12193149"/>
              <a:gd name="connsiteY215" fmla="*/ 1040995 h 3163521"/>
              <a:gd name="connsiteX216" fmla="*/ 1148 w 12193149"/>
              <a:gd name="connsiteY216" fmla="*/ 818782 h 3163521"/>
              <a:gd name="connsiteX0" fmla="*/ 1148 w 12193149"/>
              <a:gd name="connsiteY0" fmla="*/ 0 h 3171710"/>
              <a:gd name="connsiteX1" fmla="*/ 12181789 w 12193149"/>
              <a:gd name="connsiteY1" fmla="*/ 8189 h 3171710"/>
              <a:gd name="connsiteX2" fmla="*/ 12193149 w 12193149"/>
              <a:gd name="connsiteY2" fmla="*/ 1406710 h 3171710"/>
              <a:gd name="connsiteX3" fmla="*/ 12185986 w 12193149"/>
              <a:gd name="connsiteY3" fmla="*/ 1411160 h 3171710"/>
              <a:gd name="connsiteX4" fmla="*/ 12156363 w 12193149"/>
              <a:gd name="connsiteY4" fmla="*/ 1424337 h 3171710"/>
              <a:gd name="connsiteX5" fmla="*/ 12139215 w 12193149"/>
              <a:gd name="connsiteY5" fmla="*/ 1450150 h 3171710"/>
              <a:gd name="connsiteX6" fmla="*/ 12126327 w 12193149"/>
              <a:gd name="connsiteY6" fmla="*/ 1451661 h 3171710"/>
              <a:gd name="connsiteX7" fmla="*/ 12124007 w 12193149"/>
              <a:gd name="connsiteY7" fmla="*/ 1451765 h 3171710"/>
              <a:gd name="connsiteX8" fmla="*/ 12116854 w 12193149"/>
              <a:gd name="connsiteY8" fmla="*/ 1455579 h 3171710"/>
              <a:gd name="connsiteX9" fmla="*/ 12099497 w 12193149"/>
              <a:gd name="connsiteY9" fmla="*/ 1455110 h 3171710"/>
              <a:gd name="connsiteX10" fmla="*/ 12087073 w 12193149"/>
              <a:gd name="connsiteY10" fmla="*/ 1463312 h 3171710"/>
              <a:gd name="connsiteX11" fmla="*/ 12031073 w 12193149"/>
              <a:gd name="connsiteY11" fmla="*/ 1506980 h 3171710"/>
              <a:gd name="connsiteX12" fmla="*/ 11995833 w 12193149"/>
              <a:gd name="connsiteY12" fmla="*/ 1530429 h 3171710"/>
              <a:gd name="connsiteX13" fmla="*/ 11979717 w 12193149"/>
              <a:gd name="connsiteY13" fmla="*/ 1535132 h 3171710"/>
              <a:gd name="connsiteX14" fmla="*/ 11959046 w 12193149"/>
              <a:gd name="connsiteY14" fmla="*/ 1544529 h 3171710"/>
              <a:gd name="connsiteX15" fmla="*/ 11920454 w 12193149"/>
              <a:gd name="connsiteY15" fmla="*/ 1557854 h 3171710"/>
              <a:gd name="connsiteX16" fmla="*/ 11903656 w 12193149"/>
              <a:gd name="connsiteY16" fmla="*/ 1569397 h 3171710"/>
              <a:gd name="connsiteX17" fmla="*/ 11895048 w 12193149"/>
              <a:gd name="connsiteY17" fmla="*/ 1571762 h 3171710"/>
              <a:gd name="connsiteX18" fmla="*/ 11891968 w 12193149"/>
              <a:gd name="connsiteY18" fmla="*/ 1582700 h 3171710"/>
              <a:gd name="connsiteX19" fmla="*/ 11870776 w 12193149"/>
              <a:gd name="connsiteY19" fmla="*/ 1604787 h 3171710"/>
              <a:gd name="connsiteX20" fmla="*/ 11813376 w 12193149"/>
              <a:gd name="connsiteY20" fmla="*/ 1624630 h 3171710"/>
              <a:gd name="connsiteX21" fmla="*/ 11590693 w 12193149"/>
              <a:gd name="connsiteY21" fmla="*/ 1790748 h 3171710"/>
              <a:gd name="connsiteX22" fmla="*/ 11506817 w 12193149"/>
              <a:gd name="connsiteY22" fmla="*/ 1860594 h 3171710"/>
              <a:gd name="connsiteX23" fmla="*/ 11280332 w 12193149"/>
              <a:gd name="connsiteY23" fmla="*/ 2050542 h 3171710"/>
              <a:gd name="connsiteX24" fmla="*/ 11228309 w 12193149"/>
              <a:gd name="connsiteY24" fmla="*/ 2103207 h 3171710"/>
              <a:gd name="connsiteX25" fmla="*/ 11218087 w 12193149"/>
              <a:gd name="connsiteY25" fmla="*/ 2102932 h 3171710"/>
              <a:gd name="connsiteX26" fmla="*/ 11217184 w 12193149"/>
              <a:gd name="connsiteY26" fmla="*/ 2101989 h 3171710"/>
              <a:gd name="connsiteX27" fmla="*/ 11188885 w 12193149"/>
              <a:gd name="connsiteY27" fmla="*/ 2119354 h 3171710"/>
              <a:gd name="connsiteX28" fmla="*/ 11184501 w 12193149"/>
              <a:gd name="connsiteY28" fmla="*/ 2119496 h 3171710"/>
              <a:gd name="connsiteX29" fmla="*/ 11166854 w 12193149"/>
              <a:gd name="connsiteY29" fmla="*/ 2133583 h 3171710"/>
              <a:gd name="connsiteX30" fmla="*/ 11157311 w 12193149"/>
              <a:gd name="connsiteY30" fmla="*/ 2139385 h 3171710"/>
              <a:gd name="connsiteX31" fmla="*/ 11155496 w 12193149"/>
              <a:gd name="connsiteY31" fmla="*/ 2144068 h 3171710"/>
              <a:gd name="connsiteX32" fmla="*/ 11140961 w 12193149"/>
              <a:gd name="connsiteY32" fmla="*/ 2151086 h 3171710"/>
              <a:gd name="connsiteX33" fmla="*/ 11138961 w 12193149"/>
              <a:gd name="connsiteY33" fmla="*/ 2150743 h 3171710"/>
              <a:gd name="connsiteX34" fmla="*/ 11128208 w 12193149"/>
              <a:gd name="connsiteY34" fmla="*/ 2160803 h 3171710"/>
              <a:gd name="connsiteX35" fmla="*/ 11120691 w 12193149"/>
              <a:gd name="connsiteY35" fmla="*/ 2174395 h 3171710"/>
              <a:gd name="connsiteX36" fmla="*/ 10894683 w 12193149"/>
              <a:gd name="connsiteY36" fmla="*/ 2300370 h 3171710"/>
              <a:gd name="connsiteX37" fmla="*/ 10773300 w 12193149"/>
              <a:gd name="connsiteY37" fmla="*/ 2350162 h 3171710"/>
              <a:gd name="connsiteX38" fmla="*/ 10627668 w 12193149"/>
              <a:gd name="connsiteY38" fmla="*/ 2386200 h 3171710"/>
              <a:gd name="connsiteX39" fmla="*/ 10581895 w 12193149"/>
              <a:gd name="connsiteY39" fmla="*/ 2395660 h 3171710"/>
              <a:gd name="connsiteX40" fmla="*/ 10547790 w 12193149"/>
              <a:gd name="connsiteY40" fmla="*/ 2425394 h 3171710"/>
              <a:gd name="connsiteX41" fmla="*/ 10529643 w 12193149"/>
              <a:gd name="connsiteY41" fmla="*/ 2423878 h 3171710"/>
              <a:gd name="connsiteX42" fmla="*/ 10526446 w 12193149"/>
              <a:gd name="connsiteY42" fmla="*/ 2423382 h 3171710"/>
              <a:gd name="connsiteX43" fmla="*/ 10515129 w 12193149"/>
              <a:gd name="connsiteY43" fmla="*/ 2426508 h 3171710"/>
              <a:gd name="connsiteX44" fmla="*/ 10491735 w 12193149"/>
              <a:gd name="connsiteY44" fmla="*/ 2421127 h 3171710"/>
              <a:gd name="connsiteX45" fmla="*/ 10471418 w 12193149"/>
              <a:gd name="connsiteY45" fmla="*/ 2428664 h 3171710"/>
              <a:gd name="connsiteX46" fmla="*/ 10377042 w 12193149"/>
              <a:gd name="connsiteY46" fmla="*/ 2471569 h 3171710"/>
              <a:gd name="connsiteX47" fmla="*/ 10319338 w 12193149"/>
              <a:gd name="connsiteY47" fmla="*/ 2493192 h 3171710"/>
              <a:gd name="connsiteX48" fmla="*/ 10295467 w 12193149"/>
              <a:gd name="connsiteY48" fmla="*/ 2495050 h 3171710"/>
              <a:gd name="connsiteX49" fmla="*/ 10263443 w 12193149"/>
              <a:gd name="connsiteY49" fmla="*/ 2501919 h 3171710"/>
              <a:gd name="connsiteX50" fmla="*/ 10205418 w 12193149"/>
              <a:gd name="connsiteY50" fmla="*/ 2509120 h 3171710"/>
              <a:gd name="connsiteX51" fmla="*/ 10177759 w 12193149"/>
              <a:gd name="connsiteY51" fmla="*/ 2519914 h 3171710"/>
              <a:gd name="connsiteX52" fmla="*/ 10165070 w 12193149"/>
              <a:gd name="connsiteY52" fmla="*/ 2520710 h 3171710"/>
              <a:gd name="connsiteX53" fmla="*/ 10156308 w 12193149"/>
              <a:gd name="connsiteY53" fmla="*/ 2534458 h 3171710"/>
              <a:gd name="connsiteX54" fmla="*/ 10118267 w 12193149"/>
              <a:gd name="connsiteY54" fmla="*/ 2558113 h 3171710"/>
              <a:gd name="connsiteX55" fmla="*/ 10083317 w 12193149"/>
              <a:gd name="connsiteY55" fmla="*/ 2570267 h 3171710"/>
              <a:gd name="connsiteX56" fmla="*/ 10040388 w 12193149"/>
              <a:gd name="connsiteY56" fmla="*/ 2568603 h 3171710"/>
              <a:gd name="connsiteX57" fmla="*/ 9961167 w 12193149"/>
              <a:gd name="connsiteY57" fmla="*/ 2584118 h 3171710"/>
              <a:gd name="connsiteX58" fmla="*/ 9848940 w 12193149"/>
              <a:gd name="connsiteY58" fmla="*/ 2590886 h 3171710"/>
              <a:gd name="connsiteX59" fmla="*/ 9729457 w 12193149"/>
              <a:gd name="connsiteY59" fmla="*/ 2611093 h 3171710"/>
              <a:gd name="connsiteX60" fmla="*/ 9613704 w 12193149"/>
              <a:gd name="connsiteY60" fmla="*/ 2639342 h 3171710"/>
              <a:gd name="connsiteX61" fmla="*/ 9338590 w 12193149"/>
              <a:gd name="connsiteY61" fmla="*/ 2696264 h 3171710"/>
              <a:gd name="connsiteX62" fmla="*/ 9232518 w 12193149"/>
              <a:gd name="connsiteY62" fmla="*/ 2720120 h 3171710"/>
              <a:gd name="connsiteX63" fmla="*/ 9156690 w 12193149"/>
              <a:gd name="connsiteY63" fmla="*/ 2730199 h 3171710"/>
              <a:gd name="connsiteX64" fmla="*/ 9054601 w 12193149"/>
              <a:gd name="connsiteY64" fmla="*/ 2737726 h 3171710"/>
              <a:gd name="connsiteX65" fmla="*/ 9006634 w 12193149"/>
              <a:gd name="connsiteY65" fmla="*/ 2741011 h 3171710"/>
              <a:gd name="connsiteX66" fmla="*/ 9006349 w 12193149"/>
              <a:gd name="connsiteY66" fmla="*/ 2740771 h 3171710"/>
              <a:gd name="connsiteX67" fmla="*/ 8997380 w 12193149"/>
              <a:gd name="connsiteY67" fmla="*/ 2741982 h 3171710"/>
              <a:gd name="connsiteX68" fmla="*/ 8991542 w 12193149"/>
              <a:gd name="connsiteY68" fmla="*/ 2744043 h 3171710"/>
              <a:gd name="connsiteX69" fmla="*/ 8975485 w 12193149"/>
              <a:gd name="connsiteY69" fmla="*/ 2747269 h 3171710"/>
              <a:gd name="connsiteX70" fmla="*/ 8969159 w 12193149"/>
              <a:gd name="connsiteY70" fmla="*/ 2746569 h 3171710"/>
              <a:gd name="connsiteX71" fmla="*/ 8964196 w 12193149"/>
              <a:gd name="connsiteY71" fmla="*/ 2744344 h 3171710"/>
              <a:gd name="connsiteX72" fmla="*/ 8930136 w 12193149"/>
              <a:gd name="connsiteY72" fmla="*/ 2741156 h 3171710"/>
              <a:gd name="connsiteX73" fmla="*/ 8753592 w 12193149"/>
              <a:gd name="connsiteY73" fmla="*/ 2760388 h 3171710"/>
              <a:gd name="connsiteX74" fmla="*/ 8708995 w 12193149"/>
              <a:gd name="connsiteY74" fmla="*/ 2762489 h 3171710"/>
              <a:gd name="connsiteX75" fmla="*/ 8597219 w 12193149"/>
              <a:gd name="connsiteY75" fmla="*/ 2771061 h 3171710"/>
              <a:gd name="connsiteX76" fmla="*/ 8526378 w 12193149"/>
              <a:gd name="connsiteY76" fmla="*/ 2756219 h 3171710"/>
              <a:gd name="connsiteX77" fmla="*/ 8512131 w 12193149"/>
              <a:gd name="connsiteY77" fmla="*/ 2762134 h 3171710"/>
              <a:gd name="connsiteX78" fmla="*/ 8507315 w 12193149"/>
              <a:gd name="connsiteY78" fmla="*/ 2765135 h 3171710"/>
              <a:gd name="connsiteX79" fmla="*/ 8499116 w 12193149"/>
              <a:gd name="connsiteY79" fmla="*/ 2767873 h 3171710"/>
              <a:gd name="connsiteX80" fmla="*/ 8498742 w 12193149"/>
              <a:gd name="connsiteY80" fmla="*/ 2767694 h 3171710"/>
              <a:gd name="connsiteX81" fmla="*/ 8491397 w 12193149"/>
              <a:gd name="connsiteY81" fmla="*/ 2770744 h 3171710"/>
              <a:gd name="connsiteX82" fmla="*/ 8368330 w 12193149"/>
              <a:gd name="connsiteY82" fmla="*/ 2784786 h 3171710"/>
              <a:gd name="connsiteX83" fmla="*/ 8354947 w 12193149"/>
              <a:gd name="connsiteY83" fmla="*/ 2784980 h 3171710"/>
              <a:gd name="connsiteX84" fmla="*/ 8321252 w 12193149"/>
              <a:gd name="connsiteY84" fmla="*/ 2801558 h 3171710"/>
              <a:gd name="connsiteX85" fmla="*/ 8315581 w 12193149"/>
              <a:gd name="connsiteY85" fmla="*/ 2801884 h 3171710"/>
              <a:gd name="connsiteX86" fmla="*/ 8296322 w 12193149"/>
              <a:gd name="connsiteY86" fmla="*/ 2815779 h 3171710"/>
              <a:gd name="connsiteX87" fmla="*/ 8285424 w 12193149"/>
              <a:gd name="connsiteY87" fmla="*/ 2821602 h 3171710"/>
              <a:gd name="connsiteX88" fmla="*/ 8284298 w 12193149"/>
              <a:gd name="connsiteY88" fmla="*/ 2826045 h 3171710"/>
              <a:gd name="connsiteX89" fmla="*/ 8267224 w 12193149"/>
              <a:gd name="connsiteY89" fmla="*/ 2833220 h 3171710"/>
              <a:gd name="connsiteX90" fmla="*/ 8264525 w 12193149"/>
              <a:gd name="connsiteY90" fmla="*/ 2832990 h 3171710"/>
              <a:gd name="connsiteX91" fmla="*/ 8253181 w 12193149"/>
              <a:gd name="connsiteY91" fmla="*/ 2842833 h 3171710"/>
              <a:gd name="connsiteX92" fmla="*/ 8246982 w 12193149"/>
              <a:gd name="connsiteY92" fmla="*/ 2855825 h 3171710"/>
              <a:gd name="connsiteX93" fmla="*/ 8091420 w 12193149"/>
              <a:gd name="connsiteY93" fmla="*/ 2901986 h 3171710"/>
              <a:gd name="connsiteX94" fmla="*/ 7906555 w 12193149"/>
              <a:gd name="connsiteY94" fmla="*/ 2943959 h 3171710"/>
              <a:gd name="connsiteX95" fmla="*/ 7719893 w 12193149"/>
              <a:gd name="connsiteY95" fmla="*/ 2969674 h 3171710"/>
              <a:gd name="connsiteX96" fmla="*/ 7615495 w 12193149"/>
              <a:gd name="connsiteY96" fmla="*/ 2966203 h 3171710"/>
              <a:gd name="connsiteX97" fmla="*/ 7528691 w 12193149"/>
              <a:gd name="connsiteY97" fmla="*/ 2972031 h 3171710"/>
              <a:gd name="connsiteX98" fmla="*/ 7520719 w 12193149"/>
              <a:gd name="connsiteY98" fmla="*/ 2974584 h 3171710"/>
              <a:gd name="connsiteX99" fmla="*/ 7508559 w 12193149"/>
              <a:gd name="connsiteY99" fmla="*/ 2975919 h 3171710"/>
              <a:gd name="connsiteX100" fmla="*/ 7508188 w 12193149"/>
              <a:gd name="connsiteY100" fmla="*/ 2975592 h 3171710"/>
              <a:gd name="connsiteX101" fmla="*/ 7496943 w 12193149"/>
              <a:gd name="connsiteY101" fmla="*/ 2977544 h 3171710"/>
              <a:gd name="connsiteX102" fmla="*/ 7219707 w 12193149"/>
              <a:gd name="connsiteY102" fmla="*/ 2983651 h 3171710"/>
              <a:gd name="connsiteX103" fmla="*/ 7202249 w 12193149"/>
              <a:gd name="connsiteY103" fmla="*/ 2988201 h 3171710"/>
              <a:gd name="connsiteX104" fmla="*/ 7198152 w 12193149"/>
              <a:gd name="connsiteY104" fmla="*/ 2993559 h 3171710"/>
              <a:gd name="connsiteX105" fmla="*/ 7171956 w 12193149"/>
              <a:gd name="connsiteY105" fmla="*/ 2998207 h 3171710"/>
              <a:gd name="connsiteX106" fmla="*/ 7098136 w 12193149"/>
              <a:gd name="connsiteY106" fmla="*/ 3010435 h 3171710"/>
              <a:gd name="connsiteX107" fmla="*/ 7019644 w 12193149"/>
              <a:gd name="connsiteY107" fmla="*/ 3010061 h 3171710"/>
              <a:gd name="connsiteX108" fmla="*/ 6905294 w 12193149"/>
              <a:gd name="connsiteY108" fmla="*/ 3039567 h 3171710"/>
              <a:gd name="connsiteX109" fmla="*/ 6709370 w 12193149"/>
              <a:gd name="connsiteY109" fmla="*/ 3067522 h 3171710"/>
              <a:gd name="connsiteX110" fmla="*/ 6550602 w 12193149"/>
              <a:gd name="connsiteY110" fmla="*/ 3096298 h 3171710"/>
              <a:gd name="connsiteX111" fmla="*/ 6318708 w 12193149"/>
              <a:gd name="connsiteY111" fmla="*/ 3143098 h 3171710"/>
              <a:gd name="connsiteX112" fmla="*/ 6169822 w 12193149"/>
              <a:gd name="connsiteY112" fmla="*/ 3145185 h 3171710"/>
              <a:gd name="connsiteX113" fmla="*/ 6074996 w 12193149"/>
              <a:gd name="connsiteY113" fmla="*/ 3165647 h 3171710"/>
              <a:gd name="connsiteX114" fmla="*/ 6069677 w 12193149"/>
              <a:gd name="connsiteY114" fmla="*/ 3164110 h 3171710"/>
              <a:gd name="connsiteX115" fmla="*/ 6049786 w 12193149"/>
              <a:gd name="connsiteY115" fmla="*/ 3164793 h 3171710"/>
              <a:gd name="connsiteX116" fmla="*/ 6042433 w 12193149"/>
              <a:gd name="connsiteY116" fmla="*/ 3156444 h 3171710"/>
              <a:gd name="connsiteX117" fmla="*/ 6011238 w 12193149"/>
              <a:gd name="connsiteY117" fmla="*/ 3151351 h 3171710"/>
              <a:gd name="connsiteX118" fmla="*/ 5958523 w 12193149"/>
              <a:gd name="connsiteY118" fmla="*/ 3154995 h 3171710"/>
              <a:gd name="connsiteX119" fmla="*/ 5760067 w 12193149"/>
              <a:gd name="connsiteY119" fmla="*/ 3170687 h 3171710"/>
              <a:gd name="connsiteX120" fmla="*/ 5628108 w 12193149"/>
              <a:gd name="connsiteY120" fmla="*/ 3171710 h 3171710"/>
              <a:gd name="connsiteX121" fmla="*/ 5472054 w 12193149"/>
              <a:gd name="connsiteY121" fmla="*/ 3157690 h 3171710"/>
              <a:gd name="connsiteX122" fmla="*/ 5433909 w 12193149"/>
              <a:gd name="connsiteY122" fmla="*/ 3146437 h 3171710"/>
              <a:gd name="connsiteX123" fmla="*/ 5382817 w 12193149"/>
              <a:gd name="connsiteY123" fmla="*/ 3128735 h 3171710"/>
              <a:gd name="connsiteX124" fmla="*/ 5262912 w 12193149"/>
              <a:gd name="connsiteY124" fmla="*/ 3108318 h 3171710"/>
              <a:gd name="connsiteX125" fmla="*/ 5224109 w 12193149"/>
              <a:gd name="connsiteY125" fmla="*/ 3097194 h 3171710"/>
              <a:gd name="connsiteX126" fmla="*/ 5175808 w 12193149"/>
              <a:gd name="connsiteY126" fmla="*/ 3094204 h 3171710"/>
              <a:gd name="connsiteX127" fmla="*/ 5157702 w 12193149"/>
              <a:gd name="connsiteY127" fmla="*/ 3086981 h 3171710"/>
              <a:gd name="connsiteX128" fmla="*/ 5143747 w 12193149"/>
              <a:gd name="connsiteY128" fmla="*/ 3083581 h 3171710"/>
              <a:gd name="connsiteX129" fmla="*/ 5140744 w 12193149"/>
              <a:gd name="connsiteY129" fmla="*/ 3081480 h 3171710"/>
              <a:gd name="connsiteX130" fmla="*/ 5122807 w 12193149"/>
              <a:gd name="connsiteY130" fmla="*/ 3070627 h 3171710"/>
              <a:gd name="connsiteX131" fmla="*/ 5066938 w 12193149"/>
              <a:gd name="connsiteY131" fmla="*/ 3077198 h 3171710"/>
              <a:gd name="connsiteX132" fmla="*/ 5012662 w 12193149"/>
              <a:gd name="connsiteY132" fmla="*/ 3060817 h 3171710"/>
              <a:gd name="connsiteX133" fmla="*/ 4841589 w 12193149"/>
              <a:gd name="connsiteY133" fmla="*/ 3036800 h 3171710"/>
              <a:gd name="connsiteX134" fmla="*/ 4763595 w 12193149"/>
              <a:gd name="connsiteY134" fmla="*/ 3009032 h 3171710"/>
              <a:gd name="connsiteX135" fmla="*/ 4724334 w 12193149"/>
              <a:gd name="connsiteY135" fmla="*/ 3000018 h 3171710"/>
              <a:gd name="connsiteX136" fmla="*/ 4722324 w 12193149"/>
              <a:gd name="connsiteY136" fmla="*/ 2999269 h 3171710"/>
              <a:gd name="connsiteX137" fmla="*/ 4723259 w 12193149"/>
              <a:gd name="connsiteY137" fmla="*/ 2999058 h 3171710"/>
              <a:gd name="connsiteX138" fmla="*/ 4718350 w 12193149"/>
              <a:gd name="connsiteY138" fmla="*/ 2997788 h 3171710"/>
              <a:gd name="connsiteX139" fmla="*/ 4722324 w 12193149"/>
              <a:gd name="connsiteY139" fmla="*/ 2999269 h 3171710"/>
              <a:gd name="connsiteX140" fmla="*/ 4716674 w 12193149"/>
              <a:gd name="connsiteY140" fmla="*/ 3000544 h 3171710"/>
              <a:gd name="connsiteX141" fmla="*/ 4516962 w 12193149"/>
              <a:gd name="connsiteY141" fmla="*/ 2990642 h 3171710"/>
              <a:gd name="connsiteX142" fmla="*/ 4429691 w 12193149"/>
              <a:gd name="connsiteY142" fmla="*/ 2979991 h 3171710"/>
              <a:gd name="connsiteX143" fmla="*/ 4364023 w 12193149"/>
              <a:gd name="connsiteY143" fmla="*/ 2978645 h 3171710"/>
              <a:gd name="connsiteX144" fmla="*/ 4318114 w 12193149"/>
              <a:gd name="connsiteY144" fmla="*/ 2985260 h 3171710"/>
              <a:gd name="connsiteX145" fmla="*/ 4316258 w 12193149"/>
              <a:gd name="connsiteY145" fmla="*/ 2983919 h 3171710"/>
              <a:gd name="connsiteX146" fmla="*/ 4296292 w 12193149"/>
              <a:gd name="connsiteY146" fmla="*/ 2982040 h 3171710"/>
              <a:gd name="connsiteX147" fmla="*/ 4291212 w 12193149"/>
              <a:gd name="connsiteY147" fmla="*/ 2984957 h 3171710"/>
              <a:gd name="connsiteX148" fmla="*/ 4277290 w 12193149"/>
              <a:gd name="connsiteY148" fmla="*/ 2984711 h 3171710"/>
              <a:gd name="connsiteX149" fmla="*/ 4249265 w 12193149"/>
              <a:gd name="connsiteY149" fmla="*/ 2987035 h 3171710"/>
              <a:gd name="connsiteX150" fmla="*/ 4203199 w 12193149"/>
              <a:gd name="connsiteY150" fmla="*/ 2984240 h 3171710"/>
              <a:gd name="connsiteX151" fmla="*/ 4202893 w 12193149"/>
              <a:gd name="connsiteY151" fmla="*/ 2982981 h 3171710"/>
              <a:gd name="connsiteX152" fmla="*/ 4192396 w 12193149"/>
              <a:gd name="connsiteY152" fmla="*/ 2977347 h 3171710"/>
              <a:gd name="connsiteX153" fmla="*/ 4143893 w 12193149"/>
              <a:gd name="connsiteY153" fmla="*/ 2961482 h 3171710"/>
              <a:gd name="connsiteX154" fmla="*/ 4084245 w 12193149"/>
              <a:gd name="connsiteY154" fmla="*/ 2934949 h 3171710"/>
              <a:gd name="connsiteX155" fmla="*/ 4075694 w 12193149"/>
              <a:gd name="connsiteY155" fmla="*/ 2934114 h 3171710"/>
              <a:gd name="connsiteX156" fmla="*/ 4075575 w 12193149"/>
              <a:gd name="connsiteY156" fmla="*/ 2933815 h 3171710"/>
              <a:gd name="connsiteX157" fmla="*/ 4066658 w 12193149"/>
              <a:gd name="connsiteY157" fmla="*/ 2932371 h 3171710"/>
              <a:gd name="connsiteX158" fmla="*/ 4060102 w 12193149"/>
              <a:gd name="connsiteY158" fmla="*/ 2932589 h 3171710"/>
              <a:gd name="connsiteX159" fmla="*/ 4043512 w 12193149"/>
              <a:gd name="connsiteY159" fmla="*/ 2930968 h 3171710"/>
              <a:gd name="connsiteX160" fmla="*/ 4038145 w 12193149"/>
              <a:gd name="connsiteY160" fmla="*/ 2928534 h 3171710"/>
              <a:gd name="connsiteX161" fmla="*/ 4036511 w 12193149"/>
              <a:gd name="connsiteY161" fmla="*/ 2924867 h 3171710"/>
              <a:gd name="connsiteX162" fmla="*/ 4034926 w 12193149"/>
              <a:gd name="connsiteY162" fmla="*/ 2925102 h 3171710"/>
              <a:gd name="connsiteX163" fmla="*/ 4005686 w 12193149"/>
              <a:gd name="connsiteY163" fmla="*/ 2912534 h 3171710"/>
              <a:gd name="connsiteX164" fmla="*/ 3937994 w 12193149"/>
              <a:gd name="connsiteY164" fmla="*/ 2895077 h 3171710"/>
              <a:gd name="connsiteX165" fmla="*/ 3898423 w 12193149"/>
              <a:gd name="connsiteY165" fmla="*/ 2889422 h 3171710"/>
              <a:gd name="connsiteX166" fmla="*/ 3790908 w 12193149"/>
              <a:gd name="connsiteY166" fmla="*/ 2869184 h 3171710"/>
              <a:gd name="connsiteX167" fmla="*/ 3683661 w 12193149"/>
              <a:gd name="connsiteY167" fmla="*/ 2845261 h 3171710"/>
              <a:gd name="connsiteX168" fmla="*/ 3611183 w 12193149"/>
              <a:gd name="connsiteY168" fmla="*/ 2812990 h 3171710"/>
              <a:gd name="connsiteX169" fmla="*/ 3605003 w 12193149"/>
              <a:gd name="connsiteY169" fmla="*/ 2814352 h 3171710"/>
              <a:gd name="connsiteX170" fmla="*/ 3595884 w 12193149"/>
              <a:gd name="connsiteY170" fmla="*/ 2814516 h 3171710"/>
              <a:gd name="connsiteX171" fmla="*/ 3595649 w 12193149"/>
              <a:gd name="connsiteY171" fmla="*/ 2814247 h 3171710"/>
              <a:gd name="connsiteX172" fmla="*/ 3587126 w 12193149"/>
              <a:gd name="connsiteY172" fmla="*/ 2814937 h 3171710"/>
              <a:gd name="connsiteX173" fmla="*/ 3537283 w 12193149"/>
              <a:gd name="connsiteY173" fmla="*/ 2805238 h 3171710"/>
              <a:gd name="connsiteX174" fmla="*/ 3474371 w 12193149"/>
              <a:gd name="connsiteY174" fmla="*/ 2801577 h 3171710"/>
              <a:gd name="connsiteX175" fmla="*/ 3401876 w 12193149"/>
              <a:gd name="connsiteY175" fmla="*/ 2789529 h 3171710"/>
              <a:gd name="connsiteX176" fmla="*/ 3365036 w 12193149"/>
              <a:gd name="connsiteY176" fmla="*/ 2806481 h 3171710"/>
              <a:gd name="connsiteX177" fmla="*/ 3345174 w 12193149"/>
              <a:gd name="connsiteY177" fmla="*/ 2808163 h 3171710"/>
              <a:gd name="connsiteX178" fmla="*/ 3342846 w 12193149"/>
              <a:gd name="connsiteY178" fmla="*/ 2807188 h 3171710"/>
              <a:gd name="connsiteX179" fmla="*/ 3263504 w 12193149"/>
              <a:gd name="connsiteY179" fmla="*/ 2813065 h 3171710"/>
              <a:gd name="connsiteX180" fmla="*/ 3143704 w 12193149"/>
              <a:gd name="connsiteY180" fmla="*/ 2820840 h 3171710"/>
              <a:gd name="connsiteX181" fmla="*/ 3031439 w 12193149"/>
              <a:gd name="connsiteY181" fmla="*/ 2823483 h 3171710"/>
              <a:gd name="connsiteX182" fmla="*/ 2782717 w 12193149"/>
              <a:gd name="connsiteY182" fmla="*/ 2845304 h 3171710"/>
              <a:gd name="connsiteX183" fmla="*/ 2647675 w 12193149"/>
              <a:gd name="connsiteY183" fmla="*/ 2855840 h 3171710"/>
              <a:gd name="connsiteX184" fmla="*/ 2569176 w 12193149"/>
              <a:gd name="connsiteY184" fmla="*/ 2829599 h 3171710"/>
              <a:gd name="connsiteX185" fmla="*/ 2444403 w 12193149"/>
              <a:gd name="connsiteY185" fmla="*/ 2843500 h 3171710"/>
              <a:gd name="connsiteX186" fmla="*/ 2316260 w 12193149"/>
              <a:gd name="connsiteY186" fmla="*/ 2851967 h 3171710"/>
              <a:gd name="connsiteX187" fmla="*/ 2209726 w 12193149"/>
              <a:gd name="connsiteY187" fmla="*/ 2846734 h 3171710"/>
              <a:gd name="connsiteX188" fmla="*/ 2095813 w 12193149"/>
              <a:gd name="connsiteY188" fmla="*/ 2830023 h 3171710"/>
              <a:gd name="connsiteX189" fmla="*/ 1998504 w 12193149"/>
              <a:gd name="connsiteY189" fmla="*/ 2822003 h 3171710"/>
              <a:gd name="connsiteX190" fmla="*/ 1929320 w 12193149"/>
              <a:gd name="connsiteY190" fmla="*/ 2843948 h 3171710"/>
              <a:gd name="connsiteX191" fmla="*/ 1922798 w 12193149"/>
              <a:gd name="connsiteY191" fmla="*/ 2839117 h 3171710"/>
              <a:gd name="connsiteX192" fmla="*/ 1874228 w 12193149"/>
              <a:gd name="connsiteY192" fmla="*/ 2840712 h 3171710"/>
              <a:gd name="connsiteX193" fmla="*/ 1787803 w 12193149"/>
              <a:gd name="connsiteY193" fmla="*/ 2868334 h 3171710"/>
              <a:gd name="connsiteX194" fmla="*/ 1739352 w 12193149"/>
              <a:gd name="connsiteY194" fmla="*/ 2863283 h 3171710"/>
              <a:gd name="connsiteX195" fmla="*/ 1676219 w 12193149"/>
              <a:gd name="connsiteY195" fmla="*/ 2846934 h 3171710"/>
              <a:gd name="connsiteX196" fmla="*/ 1609817 w 12193149"/>
              <a:gd name="connsiteY196" fmla="*/ 2840037 h 3171710"/>
              <a:gd name="connsiteX197" fmla="*/ 1497258 w 12193149"/>
              <a:gd name="connsiteY197" fmla="*/ 2814447 h 3171710"/>
              <a:gd name="connsiteX198" fmla="*/ 1151127 w 12193149"/>
              <a:gd name="connsiteY198" fmla="*/ 2765012 h 3171710"/>
              <a:gd name="connsiteX199" fmla="*/ 859417 w 12193149"/>
              <a:gd name="connsiteY199" fmla="*/ 2755579 h 3171710"/>
              <a:gd name="connsiteX200" fmla="*/ 838688 w 12193149"/>
              <a:gd name="connsiteY200" fmla="*/ 2756792 h 3171710"/>
              <a:gd name="connsiteX201" fmla="*/ 817957 w 12193149"/>
              <a:gd name="connsiteY201" fmla="*/ 2754828 h 3171710"/>
              <a:gd name="connsiteX202" fmla="*/ 812654 w 12193149"/>
              <a:gd name="connsiteY202" fmla="*/ 2757722 h 3171710"/>
              <a:gd name="connsiteX203" fmla="*/ 721195 w 12193149"/>
              <a:gd name="connsiteY203" fmla="*/ 2756632 h 3171710"/>
              <a:gd name="connsiteX204" fmla="*/ 720890 w 12193149"/>
              <a:gd name="connsiteY204" fmla="*/ 2755370 h 3171710"/>
              <a:gd name="connsiteX205" fmla="*/ 710023 w 12193149"/>
              <a:gd name="connsiteY205" fmla="*/ 2749693 h 3171710"/>
              <a:gd name="connsiteX206" fmla="*/ 597940 w 12193149"/>
              <a:gd name="connsiteY206" fmla="*/ 2706835 h 3171710"/>
              <a:gd name="connsiteX207" fmla="*/ 579683 w 12193149"/>
              <a:gd name="connsiteY207" fmla="*/ 2704183 h 3171710"/>
              <a:gd name="connsiteX208" fmla="*/ 572865 w 12193149"/>
              <a:gd name="connsiteY208" fmla="*/ 2704372 h 3171710"/>
              <a:gd name="connsiteX209" fmla="*/ 446247 w 12193149"/>
              <a:gd name="connsiteY209" fmla="*/ 2666342 h 3171710"/>
              <a:gd name="connsiteX210" fmla="*/ 405163 w 12193149"/>
              <a:gd name="connsiteY210" fmla="*/ 2660519 h 3171710"/>
              <a:gd name="connsiteX211" fmla="*/ 293583 w 12193149"/>
              <a:gd name="connsiteY211" fmla="*/ 2639823 h 3171710"/>
              <a:gd name="connsiteX212" fmla="*/ 119529 w 12193149"/>
              <a:gd name="connsiteY212" fmla="*/ 2588018 h 3171710"/>
              <a:gd name="connsiteX213" fmla="*/ 16674 w 12193149"/>
              <a:gd name="connsiteY213" fmla="*/ 2585162 h 3171710"/>
              <a:gd name="connsiteX214" fmla="*/ 1150 w 12193149"/>
              <a:gd name="connsiteY214" fmla="*/ 2579693 h 3171710"/>
              <a:gd name="connsiteX215" fmla="*/ 1148 w 12193149"/>
              <a:gd name="connsiteY215" fmla="*/ 1049184 h 3171710"/>
              <a:gd name="connsiteX216" fmla="*/ 1148 w 12193149"/>
              <a:gd name="connsiteY216" fmla="*/ 0 h 3171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Lst>
            <a:rect l="l" t="t" r="r" b="b"/>
            <a:pathLst>
              <a:path w="12193149" h="3171710">
                <a:moveTo>
                  <a:pt x="1148" y="0"/>
                </a:moveTo>
                <a:lnTo>
                  <a:pt x="12181789" y="8189"/>
                </a:lnTo>
                <a:cubicBezTo>
                  <a:pt x="12181789" y="201435"/>
                  <a:pt x="12193149" y="1213464"/>
                  <a:pt x="12193149" y="1406710"/>
                </a:cubicBezTo>
                <a:lnTo>
                  <a:pt x="12185986" y="1411160"/>
                </a:lnTo>
                <a:cubicBezTo>
                  <a:pt x="12156393" y="1404401"/>
                  <a:pt x="12176978" y="1415299"/>
                  <a:pt x="12156363" y="1424337"/>
                </a:cubicBezTo>
                <a:cubicBezTo>
                  <a:pt x="12172308" y="1438279"/>
                  <a:pt x="12127905" y="1429847"/>
                  <a:pt x="12139215" y="1450150"/>
                </a:cubicBezTo>
                <a:cubicBezTo>
                  <a:pt x="12135103" y="1451151"/>
                  <a:pt x="12130766" y="1451483"/>
                  <a:pt x="12126327" y="1451661"/>
                </a:cubicBezTo>
                <a:lnTo>
                  <a:pt x="12124007" y="1451765"/>
                </a:lnTo>
                <a:lnTo>
                  <a:pt x="12116854" y="1455579"/>
                </a:lnTo>
                <a:lnTo>
                  <a:pt x="12099497" y="1455110"/>
                </a:lnTo>
                <a:cubicBezTo>
                  <a:pt x="12095162" y="1456775"/>
                  <a:pt x="12090978" y="1459336"/>
                  <a:pt x="12087073" y="1463312"/>
                </a:cubicBezTo>
                <a:cubicBezTo>
                  <a:pt x="12078890" y="1483714"/>
                  <a:pt x="12040481" y="1480817"/>
                  <a:pt x="12031073" y="1506980"/>
                </a:cubicBezTo>
                <a:cubicBezTo>
                  <a:pt x="12026399" y="1515225"/>
                  <a:pt x="12004497" y="1532326"/>
                  <a:pt x="11995833" y="1530429"/>
                </a:cubicBezTo>
                <a:cubicBezTo>
                  <a:pt x="11990333" y="1532938"/>
                  <a:pt x="11986699" y="1539016"/>
                  <a:pt x="11979717" y="1535132"/>
                </a:cubicBezTo>
                <a:cubicBezTo>
                  <a:pt x="11970382" y="1531211"/>
                  <a:pt x="11963763" y="1554233"/>
                  <a:pt x="11959046" y="1544529"/>
                </a:cubicBezTo>
                <a:lnTo>
                  <a:pt x="11920454" y="1557854"/>
                </a:lnTo>
                <a:cubicBezTo>
                  <a:pt x="11919152" y="1564914"/>
                  <a:pt x="11912619" y="1567116"/>
                  <a:pt x="11903656" y="1569397"/>
                </a:cubicBezTo>
                <a:lnTo>
                  <a:pt x="11895048" y="1571762"/>
                </a:lnTo>
                <a:lnTo>
                  <a:pt x="11891968" y="1582700"/>
                </a:lnTo>
                <a:cubicBezTo>
                  <a:pt x="11881074" y="1573372"/>
                  <a:pt x="11884523" y="1604713"/>
                  <a:pt x="11870776" y="1604787"/>
                </a:cubicBezTo>
                <a:lnTo>
                  <a:pt x="11813376" y="1624630"/>
                </a:lnTo>
                <a:lnTo>
                  <a:pt x="11590693" y="1790748"/>
                </a:lnTo>
                <a:cubicBezTo>
                  <a:pt x="11550201" y="1817685"/>
                  <a:pt x="11542649" y="1767741"/>
                  <a:pt x="11506817" y="1860594"/>
                </a:cubicBezTo>
                <a:cubicBezTo>
                  <a:pt x="11450023" y="1916431"/>
                  <a:pt x="11337127" y="2017145"/>
                  <a:pt x="11280332" y="2050542"/>
                </a:cubicBezTo>
                <a:cubicBezTo>
                  <a:pt x="11267547" y="2058142"/>
                  <a:pt x="11229147" y="2123560"/>
                  <a:pt x="11228309" y="2103207"/>
                </a:cubicBezTo>
                <a:cubicBezTo>
                  <a:pt x="11223950" y="2105174"/>
                  <a:pt x="11220761" y="2104651"/>
                  <a:pt x="11218087" y="2102932"/>
                </a:cubicBezTo>
                <a:lnTo>
                  <a:pt x="11217184" y="2101989"/>
                </a:lnTo>
                <a:lnTo>
                  <a:pt x="11188885" y="2119354"/>
                </a:lnTo>
                <a:lnTo>
                  <a:pt x="11184501" y="2119496"/>
                </a:lnTo>
                <a:lnTo>
                  <a:pt x="11166854" y="2133583"/>
                </a:lnTo>
                <a:lnTo>
                  <a:pt x="11157311" y="2139385"/>
                </a:lnTo>
                <a:lnTo>
                  <a:pt x="11155496" y="2144068"/>
                </a:lnTo>
                <a:cubicBezTo>
                  <a:pt x="11153045" y="2147436"/>
                  <a:pt x="11148902" y="2150083"/>
                  <a:pt x="11140961" y="2151086"/>
                </a:cubicBezTo>
                <a:lnTo>
                  <a:pt x="11138961" y="2150743"/>
                </a:lnTo>
                <a:lnTo>
                  <a:pt x="11128208" y="2160803"/>
                </a:lnTo>
                <a:cubicBezTo>
                  <a:pt x="11124962" y="2164785"/>
                  <a:pt x="11122359" y="2169258"/>
                  <a:pt x="11120691" y="2174395"/>
                </a:cubicBezTo>
                <a:cubicBezTo>
                  <a:pt x="11081770" y="2197656"/>
                  <a:pt x="10952581" y="2271077"/>
                  <a:pt x="10894683" y="2300370"/>
                </a:cubicBezTo>
                <a:cubicBezTo>
                  <a:pt x="10861781" y="2315405"/>
                  <a:pt x="10817803" y="2335857"/>
                  <a:pt x="10773300" y="2350162"/>
                </a:cubicBezTo>
                <a:cubicBezTo>
                  <a:pt x="10733414" y="2394390"/>
                  <a:pt x="10677791" y="2353706"/>
                  <a:pt x="10627668" y="2386200"/>
                </a:cubicBezTo>
                <a:cubicBezTo>
                  <a:pt x="10590276" y="2369074"/>
                  <a:pt x="10613693" y="2389253"/>
                  <a:pt x="10581895" y="2395660"/>
                </a:cubicBezTo>
                <a:cubicBezTo>
                  <a:pt x="10597733" y="2418627"/>
                  <a:pt x="10540912" y="2395212"/>
                  <a:pt x="10547790" y="2425394"/>
                </a:cubicBezTo>
                <a:cubicBezTo>
                  <a:pt x="10541784" y="2425603"/>
                  <a:pt x="10535750" y="2424857"/>
                  <a:pt x="10529643" y="2423878"/>
                </a:cubicBezTo>
                <a:lnTo>
                  <a:pt x="10526446" y="2423382"/>
                </a:lnTo>
                <a:lnTo>
                  <a:pt x="10515129" y="2426508"/>
                </a:lnTo>
                <a:lnTo>
                  <a:pt x="10491735" y="2421127"/>
                </a:lnTo>
                <a:cubicBezTo>
                  <a:pt x="10485147" y="2422161"/>
                  <a:pt x="10478389" y="2424430"/>
                  <a:pt x="10471418" y="2428664"/>
                </a:cubicBezTo>
                <a:cubicBezTo>
                  <a:pt x="10451763" y="2453636"/>
                  <a:pt x="10400774" y="2439247"/>
                  <a:pt x="10377042" y="2471569"/>
                </a:cubicBezTo>
                <a:cubicBezTo>
                  <a:pt x="10367240" y="2481286"/>
                  <a:pt x="10330319" y="2498097"/>
                  <a:pt x="10319338" y="2493192"/>
                </a:cubicBezTo>
                <a:cubicBezTo>
                  <a:pt x="10310813" y="2495031"/>
                  <a:pt x="10303331" y="2502144"/>
                  <a:pt x="10295467" y="2495050"/>
                </a:cubicBezTo>
                <a:cubicBezTo>
                  <a:pt x="10284420" y="2487261"/>
                  <a:pt x="10265794" y="2516157"/>
                  <a:pt x="10263443" y="2501919"/>
                </a:cubicBezTo>
                <a:lnTo>
                  <a:pt x="10205418" y="2509120"/>
                </a:lnTo>
                <a:cubicBezTo>
                  <a:pt x="10200696" y="2518180"/>
                  <a:pt x="10190895" y="2519327"/>
                  <a:pt x="10177759" y="2519914"/>
                </a:cubicBezTo>
                <a:lnTo>
                  <a:pt x="10165070" y="2520710"/>
                </a:lnTo>
                <a:lnTo>
                  <a:pt x="10156308" y="2534458"/>
                </a:lnTo>
                <a:cubicBezTo>
                  <a:pt x="10145406" y="2519028"/>
                  <a:pt x="10136981" y="2561781"/>
                  <a:pt x="10118267" y="2558113"/>
                </a:cubicBezTo>
                <a:lnTo>
                  <a:pt x="10083317" y="2570267"/>
                </a:lnTo>
                <a:cubicBezTo>
                  <a:pt x="10075718" y="2568198"/>
                  <a:pt x="10048011" y="2569526"/>
                  <a:pt x="10040388" y="2568603"/>
                </a:cubicBezTo>
                <a:cubicBezTo>
                  <a:pt x="9999609" y="2578704"/>
                  <a:pt x="9985545" y="2579194"/>
                  <a:pt x="9961167" y="2584118"/>
                </a:cubicBezTo>
                <a:cubicBezTo>
                  <a:pt x="9920131" y="2584260"/>
                  <a:pt x="9889892" y="2581061"/>
                  <a:pt x="9848940" y="2590886"/>
                </a:cubicBezTo>
                <a:lnTo>
                  <a:pt x="9729457" y="2611093"/>
                </a:lnTo>
                <a:cubicBezTo>
                  <a:pt x="9676207" y="2601507"/>
                  <a:pt x="9631235" y="2626730"/>
                  <a:pt x="9613704" y="2639342"/>
                </a:cubicBezTo>
                <a:cubicBezTo>
                  <a:pt x="9548152" y="2653618"/>
                  <a:pt x="9410970" y="2690964"/>
                  <a:pt x="9338590" y="2696264"/>
                </a:cubicBezTo>
                <a:lnTo>
                  <a:pt x="9232518" y="2720120"/>
                </a:lnTo>
                <a:lnTo>
                  <a:pt x="9156690" y="2730199"/>
                </a:lnTo>
                <a:lnTo>
                  <a:pt x="9054601" y="2737726"/>
                </a:lnTo>
                <a:lnTo>
                  <a:pt x="9006634" y="2741011"/>
                </a:lnTo>
                <a:lnTo>
                  <a:pt x="9006349" y="2740771"/>
                </a:lnTo>
                <a:cubicBezTo>
                  <a:pt x="9004294" y="2740551"/>
                  <a:pt x="9001475" y="2740879"/>
                  <a:pt x="8997380" y="2741982"/>
                </a:cubicBezTo>
                <a:lnTo>
                  <a:pt x="8991542" y="2744043"/>
                </a:lnTo>
                <a:lnTo>
                  <a:pt x="8975485" y="2747269"/>
                </a:lnTo>
                <a:lnTo>
                  <a:pt x="8969159" y="2746569"/>
                </a:lnTo>
                <a:lnTo>
                  <a:pt x="8964196" y="2744344"/>
                </a:lnTo>
                <a:cubicBezTo>
                  <a:pt x="8955841" y="2752295"/>
                  <a:pt x="8956668" y="2761243"/>
                  <a:pt x="8930136" y="2741156"/>
                </a:cubicBezTo>
                <a:cubicBezTo>
                  <a:pt x="8899182" y="2742176"/>
                  <a:pt x="8790451" y="2756831"/>
                  <a:pt x="8753592" y="2760388"/>
                </a:cubicBezTo>
                <a:cubicBezTo>
                  <a:pt x="8720970" y="2771108"/>
                  <a:pt x="8749345" y="2757447"/>
                  <a:pt x="8708995" y="2762489"/>
                </a:cubicBezTo>
                <a:cubicBezTo>
                  <a:pt x="8672757" y="2782024"/>
                  <a:pt x="8640293" y="2765584"/>
                  <a:pt x="8597219" y="2771061"/>
                </a:cubicBezTo>
                <a:lnTo>
                  <a:pt x="8526378" y="2756219"/>
                </a:lnTo>
                <a:lnTo>
                  <a:pt x="8512131" y="2762134"/>
                </a:lnTo>
                <a:lnTo>
                  <a:pt x="8507315" y="2765135"/>
                </a:lnTo>
                <a:cubicBezTo>
                  <a:pt x="8503797" y="2766912"/>
                  <a:pt x="8501196" y="2767723"/>
                  <a:pt x="8499116" y="2767873"/>
                </a:cubicBezTo>
                <a:lnTo>
                  <a:pt x="8498742" y="2767694"/>
                </a:lnTo>
                <a:lnTo>
                  <a:pt x="8491397" y="2770744"/>
                </a:lnTo>
                <a:lnTo>
                  <a:pt x="8368330" y="2784786"/>
                </a:lnTo>
                <a:cubicBezTo>
                  <a:pt x="8363173" y="2786811"/>
                  <a:pt x="8358881" y="2786463"/>
                  <a:pt x="8354947" y="2784980"/>
                </a:cubicBezTo>
                <a:lnTo>
                  <a:pt x="8321252" y="2801558"/>
                </a:lnTo>
                <a:lnTo>
                  <a:pt x="8315581" y="2801884"/>
                </a:lnTo>
                <a:lnTo>
                  <a:pt x="8296322" y="2815779"/>
                </a:lnTo>
                <a:lnTo>
                  <a:pt x="8285424" y="2821602"/>
                </a:lnTo>
                <a:lnTo>
                  <a:pt x="8284298" y="2826045"/>
                </a:lnTo>
                <a:cubicBezTo>
                  <a:pt x="8281994" y="2829290"/>
                  <a:pt x="8277300" y="2831938"/>
                  <a:pt x="8267224" y="2833220"/>
                </a:cubicBezTo>
                <a:lnTo>
                  <a:pt x="8264525" y="2832990"/>
                </a:lnTo>
                <a:lnTo>
                  <a:pt x="8253181" y="2842833"/>
                </a:lnTo>
                <a:cubicBezTo>
                  <a:pt x="8250007" y="2846683"/>
                  <a:pt x="8247795" y="2850965"/>
                  <a:pt x="8246982" y="2855825"/>
                </a:cubicBezTo>
                <a:cubicBezTo>
                  <a:pt x="8182975" y="2852918"/>
                  <a:pt x="8148279" y="2887040"/>
                  <a:pt x="8091420" y="2901986"/>
                </a:cubicBezTo>
                <a:cubicBezTo>
                  <a:pt x="8026616" y="2925128"/>
                  <a:pt x="7968218" y="2946364"/>
                  <a:pt x="7906555" y="2943959"/>
                </a:cubicBezTo>
                <a:cubicBezTo>
                  <a:pt x="7836267" y="2958871"/>
                  <a:pt x="7782114" y="2961102"/>
                  <a:pt x="7719893" y="2969674"/>
                </a:cubicBezTo>
                <a:lnTo>
                  <a:pt x="7615495" y="2966203"/>
                </a:lnTo>
                <a:lnTo>
                  <a:pt x="7528691" y="2972031"/>
                </a:lnTo>
                <a:lnTo>
                  <a:pt x="7520719" y="2974584"/>
                </a:lnTo>
                <a:cubicBezTo>
                  <a:pt x="7515141" y="2975923"/>
                  <a:pt x="7511320" y="2976273"/>
                  <a:pt x="7508559" y="2975919"/>
                </a:cubicBezTo>
                <a:lnTo>
                  <a:pt x="7508188" y="2975592"/>
                </a:lnTo>
                <a:lnTo>
                  <a:pt x="7496943" y="2977544"/>
                </a:lnTo>
                <a:lnTo>
                  <a:pt x="7219707" y="2983651"/>
                </a:lnTo>
                <a:lnTo>
                  <a:pt x="7202249" y="2988201"/>
                </a:lnTo>
                <a:lnTo>
                  <a:pt x="7198152" y="2993559"/>
                </a:lnTo>
                <a:cubicBezTo>
                  <a:pt x="7193259" y="2997082"/>
                  <a:pt x="7185654" y="2999221"/>
                  <a:pt x="7171956" y="2998207"/>
                </a:cubicBezTo>
                <a:lnTo>
                  <a:pt x="7098136" y="3010435"/>
                </a:lnTo>
                <a:cubicBezTo>
                  <a:pt x="7062296" y="3011413"/>
                  <a:pt x="7051336" y="3012390"/>
                  <a:pt x="7019644" y="3010061"/>
                </a:cubicBezTo>
                <a:cubicBezTo>
                  <a:pt x="6938675" y="3020999"/>
                  <a:pt x="6944793" y="3045165"/>
                  <a:pt x="6905294" y="3039567"/>
                </a:cubicBezTo>
                <a:cubicBezTo>
                  <a:pt x="6873070" y="3034359"/>
                  <a:pt x="6789137" y="3053433"/>
                  <a:pt x="6709370" y="3067522"/>
                </a:cubicBezTo>
                <a:cubicBezTo>
                  <a:pt x="6650254" y="3076977"/>
                  <a:pt x="6629253" y="3091078"/>
                  <a:pt x="6550602" y="3096298"/>
                </a:cubicBezTo>
                <a:cubicBezTo>
                  <a:pt x="6473302" y="3140388"/>
                  <a:pt x="6410843" y="3116665"/>
                  <a:pt x="6318708" y="3143098"/>
                </a:cubicBezTo>
                <a:cubicBezTo>
                  <a:pt x="6298698" y="3158620"/>
                  <a:pt x="6210439" y="3141427"/>
                  <a:pt x="6169822" y="3145185"/>
                </a:cubicBezTo>
                <a:cubicBezTo>
                  <a:pt x="6129203" y="3148943"/>
                  <a:pt x="6091688" y="3162491"/>
                  <a:pt x="6074996" y="3165647"/>
                </a:cubicBezTo>
                <a:lnTo>
                  <a:pt x="6069677" y="3164110"/>
                </a:lnTo>
                <a:lnTo>
                  <a:pt x="6049786" y="3164793"/>
                </a:lnTo>
                <a:lnTo>
                  <a:pt x="6042433" y="3156444"/>
                </a:lnTo>
                <a:lnTo>
                  <a:pt x="6011238" y="3151351"/>
                </a:lnTo>
                <a:cubicBezTo>
                  <a:pt x="5999830" y="3150764"/>
                  <a:pt x="5971276" y="3151677"/>
                  <a:pt x="5958523" y="3154995"/>
                </a:cubicBezTo>
                <a:lnTo>
                  <a:pt x="5760067" y="3170687"/>
                </a:lnTo>
                <a:lnTo>
                  <a:pt x="5628108" y="3171710"/>
                </a:lnTo>
                <a:lnTo>
                  <a:pt x="5472054" y="3157690"/>
                </a:lnTo>
                <a:cubicBezTo>
                  <a:pt x="5479284" y="3144662"/>
                  <a:pt x="5440157" y="3158728"/>
                  <a:pt x="5433909" y="3146437"/>
                </a:cubicBezTo>
                <a:cubicBezTo>
                  <a:pt x="5430517" y="3136405"/>
                  <a:pt x="5392976" y="3131721"/>
                  <a:pt x="5382817" y="3128735"/>
                </a:cubicBezTo>
                <a:lnTo>
                  <a:pt x="5262912" y="3108318"/>
                </a:lnTo>
                <a:cubicBezTo>
                  <a:pt x="5252746" y="3108134"/>
                  <a:pt x="5231699" y="3099824"/>
                  <a:pt x="5224109" y="3097194"/>
                </a:cubicBezTo>
                <a:lnTo>
                  <a:pt x="5175808" y="3094204"/>
                </a:lnTo>
                <a:lnTo>
                  <a:pt x="5157702" y="3086981"/>
                </a:lnTo>
                <a:lnTo>
                  <a:pt x="5143747" y="3083581"/>
                </a:lnTo>
                <a:lnTo>
                  <a:pt x="5140744" y="3081480"/>
                </a:lnTo>
                <a:cubicBezTo>
                  <a:pt x="5135026" y="3077440"/>
                  <a:pt x="5129229" y="3073629"/>
                  <a:pt x="5122807" y="3070627"/>
                </a:cubicBezTo>
                <a:cubicBezTo>
                  <a:pt x="5109467" y="3099246"/>
                  <a:pt x="5066004" y="3049810"/>
                  <a:pt x="5066938" y="3077198"/>
                </a:cubicBezTo>
                <a:cubicBezTo>
                  <a:pt x="5029345" y="3065682"/>
                  <a:pt x="5040096" y="3094771"/>
                  <a:pt x="5012662" y="3060817"/>
                </a:cubicBezTo>
                <a:cubicBezTo>
                  <a:pt x="4938174" y="3061200"/>
                  <a:pt x="4917504" y="3074207"/>
                  <a:pt x="4841589" y="3036800"/>
                </a:cubicBezTo>
                <a:cubicBezTo>
                  <a:pt x="4807890" y="3020158"/>
                  <a:pt x="4785258" y="3009012"/>
                  <a:pt x="4763595" y="3009032"/>
                </a:cubicBezTo>
                <a:cubicBezTo>
                  <a:pt x="4742475" y="3004532"/>
                  <a:pt x="4730631" y="3001709"/>
                  <a:pt x="4724334" y="3000018"/>
                </a:cubicBezTo>
                <a:lnTo>
                  <a:pt x="4722324" y="2999269"/>
                </a:lnTo>
                <a:lnTo>
                  <a:pt x="4723259" y="2999058"/>
                </a:lnTo>
                <a:cubicBezTo>
                  <a:pt x="4722296" y="2998416"/>
                  <a:pt x="4719415" y="2997810"/>
                  <a:pt x="4718350" y="2997788"/>
                </a:cubicBezTo>
                <a:lnTo>
                  <a:pt x="4722324" y="2999269"/>
                </a:lnTo>
                <a:lnTo>
                  <a:pt x="4716674" y="3000544"/>
                </a:lnTo>
                <a:cubicBezTo>
                  <a:pt x="4681300" y="2993588"/>
                  <a:pt x="4525895" y="2992780"/>
                  <a:pt x="4516962" y="2990642"/>
                </a:cubicBezTo>
                <a:cubicBezTo>
                  <a:pt x="4458971" y="2977530"/>
                  <a:pt x="4463810" y="2976789"/>
                  <a:pt x="4429691" y="2979991"/>
                </a:cubicBezTo>
                <a:cubicBezTo>
                  <a:pt x="4424455" y="2983362"/>
                  <a:pt x="4370126" y="2977068"/>
                  <a:pt x="4364023" y="2978645"/>
                </a:cubicBezTo>
                <a:lnTo>
                  <a:pt x="4318114" y="2985260"/>
                </a:lnTo>
                <a:lnTo>
                  <a:pt x="4316258" y="2983919"/>
                </a:lnTo>
                <a:cubicBezTo>
                  <a:pt x="4307275" y="2980548"/>
                  <a:pt x="4301145" y="2980549"/>
                  <a:pt x="4296292" y="2982040"/>
                </a:cubicBezTo>
                <a:lnTo>
                  <a:pt x="4291212" y="2984957"/>
                </a:lnTo>
                <a:lnTo>
                  <a:pt x="4277290" y="2984711"/>
                </a:lnTo>
                <a:lnTo>
                  <a:pt x="4249265" y="2987035"/>
                </a:lnTo>
                <a:lnTo>
                  <a:pt x="4203199" y="2984240"/>
                </a:lnTo>
                <a:cubicBezTo>
                  <a:pt x="4203096" y="2983820"/>
                  <a:pt x="4202995" y="2983401"/>
                  <a:pt x="4202893" y="2982981"/>
                </a:cubicBezTo>
                <a:cubicBezTo>
                  <a:pt x="4201267" y="2980144"/>
                  <a:pt x="4198292" y="2978025"/>
                  <a:pt x="4192396" y="2977347"/>
                </a:cubicBezTo>
                <a:cubicBezTo>
                  <a:pt x="4205365" y="2960058"/>
                  <a:pt x="4162425" y="2961953"/>
                  <a:pt x="4143893" y="2961482"/>
                </a:cubicBezTo>
                <a:cubicBezTo>
                  <a:pt x="4125868" y="2954416"/>
                  <a:pt x="4100250" y="2940836"/>
                  <a:pt x="4084245" y="2934949"/>
                </a:cubicBezTo>
                <a:lnTo>
                  <a:pt x="4075694" y="2934114"/>
                </a:lnTo>
                <a:cubicBezTo>
                  <a:pt x="4075655" y="2934013"/>
                  <a:pt x="4075614" y="2933914"/>
                  <a:pt x="4075575" y="2933815"/>
                </a:cubicBezTo>
                <a:cubicBezTo>
                  <a:pt x="4073829" y="2933031"/>
                  <a:pt x="4071057" y="2932530"/>
                  <a:pt x="4066658" y="2932371"/>
                </a:cubicBezTo>
                <a:lnTo>
                  <a:pt x="4060102" y="2932589"/>
                </a:lnTo>
                <a:lnTo>
                  <a:pt x="4043512" y="2930968"/>
                </a:lnTo>
                <a:lnTo>
                  <a:pt x="4038145" y="2928534"/>
                </a:lnTo>
                <a:lnTo>
                  <a:pt x="4036511" y="2924867"/>
                </a:lnTo>
                <a:lnTo>
                  <a:pt x="4034926" y="2925102"/>
                </a:lnTo>
                <a:cubicBezTo>
                  <a:pt x="4022576" y="2929966"/>
                  <a:pt x="4018025" y="2938342"/>
                  <a:pt x="4005686" y="2912534"/>
                </a:cubicBezTo>
                <a:lnTo>
                  <a:pt x="3937994" y="2895077"/>
                </a:lnTo>
                <a:cubicBezTo>
                  <a:pt x="3921658" y="2902801"/>
                  <a:pt x="3909686" y="2898112"/>
                  <a:pt x="3898423" y="2889422"/>
                </a:cubicBezTo>
                <a:cubicBezTo>
                  <a:pt x="3862243" y="2889918"/>
                  <a:pt x="3830779" y="2876048"/>
                  <a:pt x="3790908" y="2869184"/>
                </a:cubicBezTo>
                <a:cubicBezTo>
                  <a:pt x="3742158" y="2854478"/>
                  <a:pt x="3726280" y="2852501"/>
                  <a:pt x="3683661" y="2845261"/>
                </a:cubicBezTo>
                <a:lnTo>
                  <a:pt x="3611183" y="2812990"/>
                </a:lnTo>
                <a:lnTo>
                  <a:pt x="3605003" y="2814352"/>
                </a:lnTo>
                <a:cubicBezTo>
                  <a:pt x="3600731" y="2814971"/>
                  <a:pt x="3597877" y="2814971"/>
                  <a:pt x="3595884" y="2814516"/>
                </a:cubicBezTo>
                <a:lnTo>
                  <a:pt x="3595649" y="2814247"/>
                </a:lnTo>
                <a:lnTo>
                  <a:pt x="3587126" y="2814937"/>
                </a:lnTo>
                <a:cubicBezTo>
                  <a:pt x="3572774" y="2816728"/>
                  <a:pt x="3550540" y="2802529"/>
                  <a:pt x="3537283" y="2805238"/>
                </a:cubicBezTo>
                <a:cubicBezTo>
                  <a:pt x="3515092" y="2800942"/>
                  <a:pt x="3489773" y="2807207"/>
                  <a:pt x="3474371" y="2801577"/>
                </a:cubicBezTo>
                <a:lnTo>
                  <a:pt x="3401876" y="2789529"/>
                </a:lnTo>
                <a:lnTo>
                  <a:pt x="3365036" y="2806481"/>
                </a:lnTo>
                <a:cubicBezTo>
                  <a:pt x="3361007" y="2808779"/>
                  <a:pt x="3355145" y="2809857"/>
                  <a:pt x="3345174" y="2808163"/>
                </a:cubicBezTo>
                <a:lnTo>
                  <a:pt x="3342846" y="2807188"/>
                </a:lnTo>
                <a:cubicBezTo>
                  <a:pt x="3337528" y="2809659"/>
                  <a:pt x="3296694" y="2810789"/>
                  <a:pt x="3263504" y="2813065"/>
                </a:cubicBezTo>
                <a:cubicBezTo>
                  <a:pt x="3210873" y="2815406"/>
                  <a:pt x="3204538" y="2823378"/>
                  <a:pt x="3143704" y="2820840"/>
                </a:cubicBezTo>
                <a:cubicBezTo>
                  <a:pt x="3083839" y="2822069"/>
                  <a:pt x="3073438" y="2828075"/>
                  <a:pt x="3031439" y="2823483"/>
                </a:cubicBezTo>
                <a:lnTo>
                  <a:pt x="2782717" y="2845304"/>
                </a:lnTo>
                <a:cubicBezTo>
                  <a:pt x="2720447" y="2872959"/>
                  <a:pt x="2718750" y="2842390"/>
                  <a:pt x="2647675" y="2855840"/>
                </a:cubicBezTo>
                <a:cubicBezTo>
                  <a:pt x="2583664" y="2795905"/>
                  <a:pt x="2609849" y="2834173"/>
                  <a:pt x="2569176" y="2829599"/>
                </a:cubicBezTo>
                <a:lnTo>
                  <a:pt x="2444403" y="2843500"/>
                </a:lnTo>
                <a:cubicBezTo>
                  <a:pt x="2412730" y="2860060"/>
                  <a:pt x="2355175" y="2829971"/>
                  <a:pt x="2316260" y="2851967"/>
                </a:cubicBezTo>
                <a:cubicBezTo>
                  <a:pt x="2277148" y="2852505"/>
                  <a:pt x="2234330" y="2848310"/>
                  <a:pt x="2209726" y="2846734"/>
                </a:cubicBezTo>
                <a:cubicBezTo>
                  <a:pt x="2172984" y="2843077"/>
                  <a:pt x="2131016" y="2834145"/>
                  <a:pt x="2095813" y="2830023"/>
                </a:cubicBezTo>
                <a:cubicBezTo>
                  <a:pt x="2078687" y="2843632"/>
                  <a:pt x="2046700" y="2821328"/>
                  <a:pt x="1998504" y="2822003"/>
                </a:cubicBezTo>
                <a:cubicBezTo>
                  <a:pt x="1979851" y="2837650"/>
                  <a:pt x="1965997" y="2822267"/>
                  <a:pt x="1929320" y="2843948"/>
                </a:cubicBezTo>
                <a:cubicBezTo>
                  <a:pt x="1927506" y="2842156"/>
                  <a:pt x="1925308" y="2840529"/>
                  <a:pt x="1922798" y="2839117"/>
                </a:cubicBezTo>
                <a:cubicBezTo>
                  <a:pt x="1908224" y="2830923"/>
                  <a:pt x="1886476" y="2831636"/>
                  <a:pt x="1874228" y="2840712"/>
                </a:cubicBezTo>
                <a:cubicBezTo>
                  <a:pt x="1844711" y="2855471"/>
                  <a:pt x="1815838" y="2863248"/>
                  <a:pt x="1787803" y="2868334"/>
                </a:cubicBezTo>
                <a:lnTo>
                  <a:pt x="1739352" y="2863283"/>
                </a:lnTo>
                <a:cubicBezTo>
                  <a:pt x="1720756" y="2859717"/>
                  <a:pt x="1697809" y="2850808"/>
                  <a:pt x="1676219" y="2846934"/>
                </a:cubicBezTo>
                <a:cubicBezTo>
                  <a:pt x="1653856" y="2845729"/>
                  <a:pt x="1629782" y="2852334"/>
                  <a:pt x="1609817" y="2840037"/>
                </a:cubicBezTo>
                <a:cubicBezTo>
                  <a:pt x="1570834" y="2828361"/>
                  <a:pt x="1525521" y="2848516"/>
                  <a:pt x="1497258" y="2814447"/>
                </a:cubicBezTo>
                <a:cubicBezTo>
                  <a:pt x="1419429" y="2799738"/>
                  <a:pt x="1265224" y="2779725"/>
                  <a:pt x="1151127" y="2765012"/>
                </a:cubicBezTo>
                <a:cubicBezTo>
                  <a:pt x="1044820" y="2755201"/>
                  <a:pt x="911490" y="2756949"/>
                  <a:pt x="859417" y="2755579"/>
                </a:cubicBezTo>
                <a:lnTo>
                  <a:pt x="838688" y="2756792"/>
                </a:lnTo>
                <a:cubicBezTo>
                  <a:pt x="829380" y="2753383"/>
                  <a:pt x="823010" y="2753358"/>
                  <a:pt x="817957" y="2754828"/>
                </a:cubicBezTo>
                <a:lnTo>
                  <a:pt x="812654" y="2757722"/>
                </a:lnTo>
                <a:lnTo>
                  <a:pt x="721195" y="2756632"/>
                </a:lnTo>
                <a:cubicBezTo>
                  <a:pt x="721095" y="2756212"/>
                  <a:pt x="720991" y="2755791"/>
                  <a:pt x="720890" y="2755370"/>
                </a:cubicBezTo>
                <a:cubicBezTo>
                  <a:pt x="719222" y="2752527"/>
                  <a:pt x="716144" y="2750395"/>
                  <a:pt x="710023" y="2749693"/>
                </a:cubicBezTo>
                <a:cubicBezTo>
                  <a:pt x="689532" y="2741604"/>
                  <a:pt x="619665" y="2714421"/>
                  <a:pt x="597940" y="2706835"/>
                </a:cubicBezTo>
                <a:cubicBezTo>
                  <a:pt x="587430" y="2706236"/>
                  <a:pt x="583862" y="2704593"/>
                  <a:pt x="579683" y="2704183"/>
                </a:cubicBezTo>
                <a:lnTo>
                  <a:pt x="572865" y="2704372"/>
                </a:lnTo>
                <a:cubicBezTo>
                  <a:pt x="550627" y="2698066"/>
                  <a:pt x="474197" y="2673651"/>
                  <a:pt x="446247" y="2666342"/>
                </a:cubicBezTo>
                <a:cubicBezTo>
                  <a:pt x="429213" y="2673994"/>
                  <a:pt x="416808" y="2669256"/>
                  <a:pt x="405163" y="2660519"/>
                </a:cubicBezTo>
                <a:cubicBezTo>
                  <a:pt x="367566" y="2660861"/>
                  <a:pt x="334968" y="2646856"/>
                  <a:pt x="293583" y="2639823"/>
                </a:cubicBezTo>
                <a:lnTo>
                  <a:pt x="119529" y="2588018"/>
                </a:lnTo>
                <a:cubicBezTo>
                  <a:pt x="73377" y="2578908"/>
                  <a:pt x="36403" y="2586550"/>
                  <a:pt x="16674" y="2585162"/>
                </a:cubicBezTo>
                <a:lnTo>
                  <a:pt x="1150" y="2579693"/>
                </a:lnTo>
                <a:cubicBezTo>
                  <a:pt x="-1438" y="2323697"/>
                  <a:pt x="1148" y="1341304"/>
                  <a:pt x="1148" y="1049184"/>
                </a:cubicBezTo>
                <a:lnTo>
                  <a:pt x="1148" y="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Symbol zastępczy zawartości 4">
            <a:extLst>
              <a:ext uri="{FF2B5EF4-FFF2-40B4-BE49-F238E27FC236}">
                <a16:creationId xmlns:a16="http://schemas.microsoft.com/office/drawing/2014/main" id="{99FBB223-67F3-55C8-73DB-25F0AEF5CDF8}"/>
              </a:ext>
            </a:extLst>
          </p:cNvPr>
          <p:cNvSpPr>
            <a:spLocks noGrp="1"/>
          </p:cNvSpPr>
          <p:nvPr>
            <p:ph idx="1"/>
          </p:nvPr>
        </p:nvSpPr>
        <p:spPr>
          <a:xfrm>
            <a:off x="838200" y="1871345"/>
            <a:ext cx="10515600" cy="4351338"/>
          </a:xfrm>
        </p:spPr>
        <p:txBody>
          <a:bodyPr/>
          <a:lstStyle/>
          <a:p>
            <a:pPr marL="0" indent="0">
              <a:buNone/>
            </a:pPr>
            <a:r>
              <a:rPr lang="pl-PL" dirty="0"/>
              <a:t> </a:t>
            </a:r>
          </a:p>
        </p:txBody>
      </p:sp>
      <p:sp>
        <p:nvSpPr>
          <p:cNvPr id="7" name="Tytuł 6">
            <a:extLst>
              <a:ext uri="{FF2B5EF4-FFF2-40B4-BE49-F238E27FC236}">
                <a16:creationId xmlns:a16="http://schemas.microsoft.com/office/drawing/2014/main" id="{F959A7C1-492F-0FF5-AB2E-4BFA0AD82AD7}"/>
              </a:ext>
            </a:extLst>
          </p:cNvPr>
          <p:cNvSpPr>
            <a:spLocks noGrp="1"/>
          </p:cNvSpPr>
          <p:nvPr>
            <p:ph type="title"/>
          </p:nvPr>
        </p:nvSpPr>
        <p:spPr/>
        <p:txBody>
          <a:bodyPr/>
          <a:lstStyle/>
          <a:p>
            <a:r>
              <a:rPr lang="pl-PL" dirty="0"/>
              <a:t> </a:t>
            </a:r>
          </a:p>
        </p:txBody>
      </p:sp>
      <p:sp>
        <p:nvSpPr>
          <p:cNvPr id="13" name="Tytuł 1">
            <a:extLst>
              <a:ext uri="{FF2B5EF4-FFF2-40B4-BE49-F238E27FC236}">
                <a16:creationId xmlns:a16="http://schemas.microsoft.com/office/drawing/2014/main" id="{EB469AF5-20E6-303E-237E-F6937D98FBA0}"/>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pl-PL" dirty="0"/>
              <a:t>Metoda XRD </a:t>
            </a:r>
            <a:r>
              <a:rPr lang="pl-PL" sz="2800" dirty="0"/>
              <a:t>– najpopularniejsza, bo najprostsza</a:t>
            </a:r>
            <a:endParaRPr lang="pl-PL" dirty="0"/>
          </a:p>
        </p:txBody>
      </p:sp>
      <p:sp>
        <p:nvSpPr>
          <p:cNvPr id="14" name="Symbol zastępczy zawartości 2">
            <a:extLst>
              <a:ext uri="{FF2B5EF4-FFF2-40B4-BE49-F238E27FC236}">
                <a16:creationId xmlns:a16="http://schemas.microsoft.com/office/drawing/2014/main" id="{94881702-D702-2763-F8C4-E95B6F32D6CF}"/>
              </a:ext>
            </a:extLst>
          </p:cNvPr>
          <p:cNvSpPr txBox="1">
            <a:spLocks/>
          </p:cNvSpPr>
          <p:nvPr/>
        </p:nvSpPr>
        <p:spPr>
          <a:xfrm>
            <a:off x="838200" y="1825625"/>
            <a:ext cx="10515600" cy="4351338"/>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buFont typeface="Arial" panose="020B0604020202020204" pitchFamily="34" charset="0"/>
              <a:buNone/>
            </a:pPr>
            <a:r>
              <a:rPr lang="pl-PL" dirty="0"/>
              <a:t>Podstawą metody jest fakt, że mniejsze krystality powodują powstawanie szerszych</a:t>
            </a:r>
            <a:br>
              <a:rPr lang="pl-PL" dirty="0"/>
            </a:br>
            <a:r>
              <a:rPr lang="pl-PL" dirty="0"/>
              <a:t> i bardziej rozmytych pików. </a:t>
            </a:r>
          </a:p>
          <a:p>
            <a:pPr marL="0" indent="0">
              <a:buFont typeface="Arial" panose="020B0604020202020204" pitchFamily="34" charset="0"/>
              <a:buNone/>
            </a:pPr>
            <a:endParaRPr lang="pl-PL" dirty="0"/>
          </a:p>
          <a:p>
            <a:pPr marL="0" indent="0">
              <a:buFont typeface="Arial" panose="020B0604020202020204" pitchFamily="34" charset="0"/>
              <a:buNone/>
            </a:pPr>
            <a:endParaRPr lang="pl-PL" dirty="0"/>
          </a:p>
          <a:p>
            <a:pPr marL="0" indent="0">
              <a:buFont typeface="Arial" panose="020B0604020202020204" pitchFamily="34" charset="0"/>
              <a:buNone/>
            </a:pPr>
            <a:endParaRPr lang="pl-PL" dirty="0"/>
          </a:p>
          <a:p>
            <a:pPr marL="0" indent="0">
              <a:buFont typeface="Arial" panose="020B0604020202020204" pitchFamily="34" charset="0"/>
              <a:buNone/>
            </a:pPr>
            <a:endParaRPr lang="pl-PL" dirty="0"/>
          </a:p>
          <a:p>
            <a:pPr marL="0" indent="0">
              <a:buFont typeface="Arial" panose="020B0604020202020204" pitchFamily="34" charset="0"/>
              <a:buNone/>
            </a:pPr>
            <a:endParaRPr lang="pl-PL" dirty="0"/>
          </a:p>
          <a:p>
            <a:pPr marL="0" indent="0">
              <a:lnSpc>
                <a:spcPct val="120000"/>
              </a:lnSpc>
              <a:buFont typeface="Arial" panose="020B0604020202020204" pitchFamily="34" charset="0"/>
              <a:buNone/>
            </a:pPr>
            <a:r>
              <a:rPr lang="pl-PL" dirty="0"/>
              <a:t>Uważa się, że technika XRD nadaje się do rozmiarów do około 100 nm. Maksymalny rozmiar krystalitów możliwy do obliczenia metodą XRD zależy od długości fali promieniowania rentgenowskiego oraz kąta dyfrakcyjnego. Nawet przy najlepszym sprzęcie trudno jest z wysoką precyzją określić rozmiary powyżej 100–200 nm.</a:t>
            </a:r>
          </a:p>
        </p:txBody>
      </p:sp>
      <p:sp>
        <p:nvSpPr>
          <p:cNvPr id="15" name="pole tekstowe 14">
            <a:extLst>
              <a:ext uri="{FF2B5EF4-FFF2-40B4-BE49-F238E27FC236}">
                <a16:creationId xmlns:a16="http://schemas.microsoft.com/office/drawing/2014/main" id="{6A3F3CFF-F5D0-3EA0-2AC6-AD3BDD8186C2}"/>
              </a:ext>
            </a:extLst>
          </p:cNvPr>
          <p:cNvSpPr txBox="1"/>
          <p:nvPr/>
        </p:nvSpPr>
        <p:spPr>
          <a:xfrm>
            <a:off x="605742" y="2696883"/>
            <a:ext cx="10748058" cy="1657892"/>
          </a:xfrm>
          <a:prstGeom prst="roundRect">
            <a:avLst/>
          </a:prstGeom>
          <a:solidFill>
            <a:schemeClr val="bg2"/>
          </a:solidFill>
          <a:ln w="12700">
            <a:noFill/>
          </a:ln>
        </p:spPr>
        <p:txBody>
          <a:bodyPr wrap="square">
            <a:spAutoFit/>
          </a:bodyPr>
          <a:lstStyle/>
          <a:p>
            <a:endParaRPr lang="pl-PL" sz="2000" dirty="0"/>
          </a:p>
        </p:txBody>
      </p:sp>
      <p:sp>
        <p:nvSpPr>
          <p:cNvPr id="17" name="pole tekstowe 16">
            <a:extLst>
              <a:ext uri="{FF2B5EF4-FFF2-40B4-BE49-F238E27FC236}">
                <a16:creationId xmlns:a16="http://schemas.microsoft.com/office/drawing/2014/main" id="{5347965A-4E93-183D-DD6A-FDAA5D8B0076}"/>
              </a:ext>
            </a:extLst>
          </p:cNvPr>
          <p:cNvSpPr txBox="1"/>
          <p:nvPr/>
        </p:nvSpPr>
        <p:spPr>
          <a:xfrm>
            <a:off x="838198" y="2887931"/>
            <a:ext cx="10058400" cy="1323439"/>
          </a:xfrm>
          <a:prstGeom prst="rect">
            <a:avLst/>
          </a:prstGeom>
          <a:noFill/>
        </p:spPr>
        <p:txBody>
          <a:bodyPr wrap="square">
            <a:spAutoFit/>
          </a:bodyPr>
          <a:lstStyle/>
          <a:p>
            <a:r>
              <a:rPr lang="pl-PL" sz="2000" dirty="0"/>
              <a:t>W najprostszym wyjaśnieniu, warunek </a:t>
            </a:r>
            <a:r>
              <a:rPr lang="pl-PL" sz="2000" dirty="0" err="1"/>
              <a:t>Bragga</a:t>
            </a:r>
            <a:r>
              <a:rPr lang="pl-PL" sz="2000" dirty="0"/>
              <a:t> jest mniej rygorystycznie spełniony </a:t>
            </a:r>
            <a:br>
              <a:rPr lang="pl-PL" sz="2000" dirty="0"/>
            </a:br>
            <a:r>
              <a:rPr lang="pl-PL" sz="2000" dirty="0"/>
              <a:t>w przypadku małych krystalitów, ponieważ powtarzające się płaszczyzny sieci krystalicznej są mniej liczne. W rezultacie promienie X są odbijane pod szerszym kątem, bez wygaszania przez interferencję.  </a:t>
            </a:r>
          </a:p>
        </p:txBody>
      </p:sp>
      <p:pic>
        <p:nvPicPr>
          <p:cNvPr id="21" name="Obraz 20">
            <a:extLst>
              <a:ext uri="{FF2B5EF4-FFF2-40B4-BE49-F238E27FC236}">
                <a16:creationId xmlns:a16="http://schemas.microsoft.com/office/drawing/2014/main" id="{C82063C2-21A2-C88E-1B44-9216363F07ED}"/>
              </a:ext>
            </a:extLst>
          </p:cNvPr>
          <p:cNvPicPr>
            <a:picLocks noChangeAspect="1"/>
          </p:cNvPicPr>
          <p:nvPr/>
        </p:nvPicPr>
        <p:blipFill>
          <a:blip r:embed="rId3"/>
          <a:stretch>
            <a:fillRect/>
          </a:stretch>
        </p:blipFill>
        <p:spPr>
          <a:xfrm>
            <a:off x="9215081" y="445343"/>
            <a:ext cx="2391995" cy="1109137"/>
          </a:xfrm>
          <a:prstGeom prst="rect">
            <a:avLst/>
          </a:prstGeom>
          <a:ln>
            <a:noFill/>
          </a:ln>
          <a:effectLst>
            <a:softEdge rad="127000"/>
          </a:effectLst>
        </p:spPr>
      </p:pic>
    </p:spTree>
    <p:extLst>
      <p:ext uri="{BB962C8B-B14F-4D97-AF65-F5344CB8AC3E}">
        <p14:creationId xmlns:p14="http://schemas.microsoft.com/office/powerpoint/2010/main" val="232576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33B29C-0B9A-DD18-A164-5BF9072B3BF2}"/>
            </a:ext>
          </a:extLst>
        </p:cNvPr>
        <p:cNvGrpSpPr/>
        <p:nvPr/>
      </p:nvGrpSpPr>
      <p:grpSpPr>
        <a:xfrm>
          <a:off x="0" y="0"/>
          <a:ext cx="0" cy="0"/>
          <a:chOff x="0" y="0"/>
          <a:chExt cx="0" cy="0"/>
        </a:xfrm>
      </p:grpSpPr>
      <p:sp useBgFill="1">
        <p:nvSpPr>
          <p:cNvPr id="21" name="Rectangle 10">
            <a:extLst>
              <a:ext uri="{FF2B5EF4-FFF2-40B4-BE49-F238E27FC236}">
                <a16:creationId xmlns:a16="http://schemas.microsoft.com/office/drawing/2014/main" id="{5D13CC36-B950-4F02-9BAF-9A7EB26739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ytuł 1">
            <a:extLst>
              <a:ext uri="{FF2B5EF4-FFF2-40B4-BE49-F238E27FC236}">
                <a16:creationId xmlns:a16="http://schemas.microsoft.com/office/drawing/2014/main" id="{A8FC28B7-4298-AB33-FAC0-93B5FE8CA3FF}"/>
              </a:ext>
            </a:extLst>
          </p:cNvPr>
          <p:cNvSpPr>
            <a:spLocks noGrp="1"/>
          </p:cNvSpPr>
          <p:nvPr>
            <p:ph type="title"/>
          </p:nvPr>
        </p:nvSpPr>
        <p:spPr>
          <a:xfrm>
            <a:off x="1137034" y="609600"/>
            <a:ext cx="6478417" cy="1322887"/>
          </a:xfrm>
        </p:spPr>
        <p:txBody>
          <a:bodyPr>
            <a:normAutofit/>
          </a:bodyPr>
          <a:lstStyle/>
          <a:p>
            <a:r>
              <a:rPr lang="pl-PL" dirty="0"/>
              <a:t>Metoda XRF </a:t>
            </a:r>
            <a:r>
              <a:rPr lang="pl-PL" sz="2800" dirty="0"/>
              <a:t>– analiza pików</a:t>
            </a:r>
            <a:endParaRPr lang="pl-PL" dirty="0"/>
          </a:p>
        </p:txBody>
      </p:sp>
      <p:sp>
        <p:nvSpPr>
          <p:cNvPr id="22" name="Freeform: Shape 12">
            <a:extLst>
              <a:ext uri="{FF2B5EF4-FFF2-40B4-BE49-F238E27FC236}">
                <a16:creationId xmlns:a16="http://schemas.microsoft.com/office/drawing/2014/main" id="{C1657055-16FE-41A2-B207-7880F6DCAB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Symbol zastępczy zawartości 2">
            <a:extLst>
              <a:ext uri="{FF2B5EF4-FFF2-40B4-BE49-F238E27FC236}">
                <a16:creationId xmlns:a16="http://schemas.microsoft.com/office/drawing/2014/main" id="{E86DC46C-B24C-8159-8C1B-D8B9C1A2E71A}"/>
              </a:ext>
            </a:extLst>
          </p:cNvPr>
          <p:cNvSpPr>
            <a:spLocks noGrp="1"/>
          </p:cNvSpPr>
          <p:nvPr>
            <p:ph idx="1"/>
          </p:nvPr>
        </p:nvSpPr>
        <p:spPr>
          <a:xfrm>
            <a:off x="859669" y="2071240"/>
            <a:ext cx="6755782" cy="4051767"/>
          </a:xfrm>
        </p:spPr>
        <p:txBody>
          <a:bodyPr>
            <a:normAutofit fontScale="92500"/>
          </a:bodyPr>
          <a:lstStyle/>
          <a:p>
            <a:pPr marL="0" indent="0">
              <a:buNone/>
            </a:pPr>
            <a:r>
              <a:rPr lang="pl-PL" sz="2400" dirty="0"/>
              <a:t>Idealna komórka elementarna pokazuje symetryczne, wąskie piki przypominające funkcję delta. </a:t>
            </a:r>
          </a:p>
          <a:p>
            <a:pPr marL="0" indent="0">
              <a:buNone/>
            </a:pPr>
            <a:r>
              <a:rPr lang="pl-PL" sz="2400" dirty="0"/>
              <a:t>W realnych próbkach występują odchylenia, takie jak poszerzenie pików, ich przesunięcia, anizotropowe poszerzenia i asymetrie. </a:t>
            </a:r>
          </a:p>
          <a:p>
            <a:pPr marL="0" indent="0">
              <a:buNone/>
            </a:pPr>
            <a:r>
              <a:rPr lang="pl-PL" sz="2400" dirty="0"/>
              <a:t>Poszerzenie piku może być oznaką małego rozmiaru krystalitów, </a:t>
            </a:r>
            <a:r>
              <a:rPr lang="pl-PL" sz="2400" dirty="0" err="1"/>
              <a:t>mikronaprężeń</a:t>
            </a:r>
            <a:r>
              <a:rPr lang="pl-PL" sz="2400" dirty="0"/>
              <a:t>, </a:t>
            </a:r>
            <a:r>
              <a:rPr lang="pl-PL" sz="2400" dirty="0" err="1"/>
              <a:t>mikrostresów</a:t>
            </a:r>
            <a:r>
              <a:rPr lang="pl-PL" sz="2400" dirty="0"/>
              <a:t>, gradientów </a:t>
            </a:r>
            <a:r>
              <a:rPr lang="pl-PL" sz="2400" dirty="0" err="1"/>
              <a:t>naprężeń</a:t>
            </a:r>
            <a:r>
              <a:rPr lang="pl-PL" sz="2400" dirty="0"/>
              <a:t> i efektów instrumentalnych. </a:t>
            </a:r>
          </a:p>
          <a:p>
            <a:pPr marL="0" indent="0">
              <a:buNone/>
            </a:pPr>
            <a:r>
              <a:rPr lang="pl-PL" sz="2400" dirty="0"/>
              <a:t>Przesunięcia pików mogą wystąpić np. w próbkach zawierających roztwory stałe, domieszki itd.</a:t>
            </a:r>
          </a:p>
        </p:txBody>
      </p:sp>
      <p:sp>
        <p:nvSpPr>
          <p:cNvPr id="23" name="Freeform: Shape 14">
            <a:extLst>
              <a:ext uri="{FF2B5EF4-FFF2-40B4-BE49-F238E27FC236}">
                <a16:creationId xmlns:a16="http://schemas.microsoft.com/office/drawing/2014/main" id="{F3BD3BB9-3CB5-4253-A27D-6B7904723D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Obraz 5">
            <a:extLst>
              <a:ext uri="{FF2B5EF4-FFF2-40B4-BE49-F238E27FC236}">
                <a16:creationId xmlns:a16="http://schemas.microsoft.com/office/drawing/2014/main" id="{E74341F1-98BD-BE70-61B9-F2E2B1759F37}"/>
              </a:ext>
            </a:extLst>
          </p:cNvPr>
          <p:cNvPicPr>
            <a:picLocks noChangeAspect="1"/>
          </p:cNvPicPr>
          <p:nvPr/>
        </p:nvPicPr>
        <p:blipFill>
          <a:blip r:embed="rId3"/>
          <a:stretch>
            <a:fillRect/>
          </a:stretch>
        </p:blipFill>
        <p:spPr>
          <a:xfrm>
            <a:off x="8093123" y="969500"/>
            <a:ext cx="3521122" cy="4907486"/>
          </a:xfrm>
          <a:prstGeom prst="rect">
            <a:avLst/>
          </a:prstGeom>
        </p:spPr>
      </p:pic>
    </p:spTree>
    <p:extLst>
      <p:ext uri="{BB962C8B-B14F-4D97-AF65-F5344CB8AC3E}">
        <p14:creationId xmlns:p14="http://schemas.microsoft.com/office/powerpoint/2010/main" val="11356736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96BFBCF-93F4-04D1-42B8-93EB57E02AB9}"/>
            </a:ext>
          </a:extLst>
        </p:cNvPr>
        <p:cNvGrpSpPr/>
        <p:nvPr/>
      </p:nvGrpSpPr>
      <p:grpSpPr>
        <a:xfrm>
          <a:off x="0" y="0"/>
          <a:ext cx="0" cy="0"/>
          <a:chOff x="0" y="0"/>
          <a:chExt cx="0" cy="0"/>
        </a:xfrm>
      </p:grpSpPr>
      <p:sp useBgFill="1">
        <p:nvSpPr>
          <p:cNvPr id="25" name="Rectangle 20">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Obraz 6" descr="Obraz zawierający tekst, diagram, design, ilustracja&#10;&#10;Zawartość wygenerowana przez AI może być niepoprawna.">
            <a:extLst>
              <a:ext uri="{FF2B5EF4-FFF2-40B4-BE49-F238E27FC236}">
                <a16:creationId xmlns:a16="http://schemas.microsoft.com/office/drawing/2014/main" id="{22DCB743-C45C-DDE6-4F81-320E0BB2FE6E}"/>
              </a:ext>
            </a:extLst>
          </p:cNvPr>
          <p:cNvPicPr>
            <a:picLocks noChangeAspect="1"/>
          </p:cNvPicPr>
          <p:nvPr/>
        </p:nvPicPr>
        <p:blipFill>
          <a:blip r:embed="rId3"/>
          <a:stretch>
            <a:fillRect/>
          </a:stretch>
        </p:blipFill>
        <p:spPr>
          <a:xfrm>
            <a:off x="3753674" y="1070723"/>
            <a:ext cx="8297922" cy="5497372"/>
          </a:xfrm>
          <a:prstGeom prst="rect">
            <a:avLst/>
          </a:prstGeom>
        </p:spPr>
      </p:pic>
      <p:sp>
        <p:nvSpPr>
          <p:cNvPr id="26" name="Freeform: Shape 22">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ytuł 1">
            <a:extLst>
              <a:ext uri="{FF2B5EF4-FFF2-40B4-BE49-F238E27FC236}">
                <a16:creationId xmlns:a16="http://schemas.microsoft.com/office/drawing/2014/main" id="{55090592-F2E0-CCBA-669D-6E00D6B283AA}"/>
              </a:ext>
            </a:extLst>
          </p:cNvPr>
          <p:cNvSpPr>
            <a:spLocks noGrp="1"/>
          </p:cNvSpPr>
          <p:nvPr>
            <p:ph type="title"/>
          </p:nvPr>
        </p:nvSpPr>
        <p:spPr>
          <a:xfrm>
            <a:off x="838200" y="609600"/>
            <a:ext cx="3739341" cy="1330839"/>
          </a:xfrm>
        </p:spPr>
        <p:txBody>
          <a:bodyPr>
            <a:normAutofit/>
          </a:bodyPr>
          <a:lstStyle/>
          <a:p>
            <a:r>
              <a:rPr lang="pl-PL" dirty="0"/>
              <a:t>Metoda XRF</a:t>
            </a:r>
          </a:p>
        </p:txBody>
      </p:sp>
      <p:sp>
        <p:nvSpPr>
          <p:cNvPr id="3" name="Symbol zastępczy zawartości 2">
            <a:extLst>
              <a:ext uri="{FF2B5EF4-FFF2-40B4-BE49-F238E27FC236}">
                <a16:creationId xmlns:a16="http://schemas.microsoft.com/office/drawing/2014/main" id="{F61E93D9-436E-95C4-0266-3B93CC2A1B13}"/>
              </a:ext>
            </a:extLst>
          </p:cNvPr>
          <p:cNvSpPr>
            <a:spLocks noGrp="1"/>
          </p:cNvSpPr>
          <p:nvPr>
            <p:ph idx="1"/>
          </p:nvPr>
        </p:nvSpPr>
        <p:spPr>
          <a:xfrm>
            <a:off x="691007" y="1654058"/>
            <a:ext cx="4033725" cy="5200419"/>
          </a:xfrm>
        </p:spPr>
        <p:txBody>
          <a:bodyPr>
            <a:normAutofit/>
          </a:bodyPr>
          <a:lstStyle/>
          <a:p>
            <a:pPr marL="0" indent="0">
              <a:buNone/>
            </a:pPr>
            <a:r>
              <a:rPr lang="pl-PL" sz="2400" dirty="0"/>
              <a:t>Niestety na pozyskane piki </a:t>
            </a:r>
            <a:br>
              <a:rPr lang="pl-PL" sz="2400" dirty="0"/>
            </a:br>
            <a:r>
              <a:rPr lang="pl-PL" sz="2400" dirty="0"/>
              <a:t>podczas dyfrakcji </a:t>
            </a:r>
            <a:br>
              <a:rPr lang="pl-PL" sz="2400" dirty="0"/>
            </a:br>
            <a:r>
              <a:rPr lang="pl-PL" sz="2400" dirty="0"/>
              <a:t>rentgenowskiej składają się </a:t>
            </a:r>
            <a:br>
              <a:rPr lang="pl-PL" sz="2400" dirty="0"/>
            </a:br>
            <a:r>
              <a:rPr lang="pl-PL" sz="2400" dirty="0"/>
              <a:t>również inne parametry: </a:t>
            </a:r>
          </a:p>
          <a:p>
            <a:r>
              <a:rPr lang="pl-PL" sz="2400" dirty="0"/>
              <a:t>wpływ aparaturowy,</a:t>
            </a:r>
          </a:p>
          <a:p>
            <a:r>
              <a:rPr lang="pl-PL" sz="2400" dirty="0"/>
              <a:t>błędy nakładania się warstw,</a:t>
            </a:r>
          </a:p>
          <a:p>
            <a:r>
              <a:rPr lang="pl-PL" sz="2400" dirty="0"/>
              <a:t>tło.</a:t>
            </a:r>
          </a:p>
          <a:p>
            <a:pPr marL="0" indent="0">
              <a:buNone/>
            </a:pPr>
            <a:r>
              <a:rPr lang="pl-PL" sz="2400" dirty="0"/>
              <a:t>Z tego względu konieczne jest wprowadzenie modyfikacji by </a:t>
            </a:r>
            <a:br>
              <a:rPr lang="pl-PL" sz="2400" dirty="0"/>
            </a:br>
            <a:r>
              <a:rPr lang="pl-PL" sz="2400" dirty="0"/>
              <a:t>poprawnie odczytać rozmiar</a:t>
            </a:r>
            <a:br>
              <a:rPr lang="pl-PL" sz="2400" dirty="0"/>
            </a:br>
            <a:r>
              <a:rPr lang="pl-PL" sz="2400" dirty="0"/>
              <a:t>krystalitu.</a:t>
            </a:r>
          </a:p>
        </p:txBody>
      </p:sp>
    </p:spTree>
    <p:extLst>
      <p:ext uri="{BB962C8B-B14F-4D97-AF65-F5344CB8AC3E}">
        <p14:creationId xmlns:p14="http://schemas.microsoft.com/office/powerpoint/2010/main" val="38567872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0FC77C-11D3-BC85-717B-60166379840F}"/>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61293230-B0F6-45B1-96D1-13D18E2429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627FF48C-AF46-4D52-998F-ED0BDDEEF2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239000" cy="6858000"/>
          </a:xfrm>
          <a:custGeom>
            <a:avLst/>
            <a:gdLst>
              <a:gd name="connsiteX0" fmla="*/ 0 w 6568309"/>
              <a:gd name="connsiteY0" fmla="*/ 0 h 6858000"/>
              <a:gd name="connsiteX1" fmla="*/ 362841 w 6568309"/>
              <a:gd name="connsiteY1" fmla="*/ 0 h 6858000"/>
              <a:gd name="connsiteX2" fmla="*/ 523269 w 6568309"/>
              <a:gd name="connsiteY2" fmla="*/ 0 h 6858000"/>
              <a:gd name="connsiteX3" fmla="*/ 1343025 w 6568309"/>
              <a:gd name="connsiteY3" fmla="*/ 0 h 6858000"/>
              <a:gd name="connsiteX4" fmla="*/ 1705866 w 6568309"/>
              <a:gd name="connsiteY4" fmla="*/ 0 h 6858000"/>
              <a:gd name="connsiteX5" fmla="*/ 1866294 w 6568309"/>
              <a:gd name="connsiteY5" fmla="*/ 0 h 6858000"/>
              <a:gd name="connsiteX6" fmla="*/ 5225154 w 6568309"/>
              <a:gd name="connsiteY6" fmla="*/ 0 h 6858000"/>
              <a:gd name="connsiteX7" fmla="*/ 6568179 w 6568309"/>
              <a:gd name="connsiteY7" fmla="*/ 0 h 6858000"/>
              <a:gd name="connsiteX8" fmla="*/ 6568309 w 6568309"/>
              <a:gd name="connsiteY8" fmla="*/ 1 h 6858000"/>
              <a:gd name="connsiteX9" fmla="*/ 6562951 w 6568309"/>
              <a:gd name="connsiteY9" fmla="*/ 30700 h 6858000"/>
              <a:gd name="connsiteX10" fmla="*/ 6547446 w 6568309"/>
              <a:gd name="connsiteY10" fmla="*/ 310025 h 6858000"/>
              <a:gd name="connsiteX11" fmla="*/ 6558316 w 6568309"/>
              <a:gd name="connsiteY11" fmla="*/ 443960 h 6858000"/>
              <a:gd name="connsiteX12" fmla="*/ 6528896 w 6568309"/>
              <a:gd name="connsiteY12" fmla="*/ 642659 h 6858000"/>
              <a:gd name="connsiteX13" fmla="*/ 6523095 w 6568309"/>
              <a:gd name="connsiteY13" fmla="*/ 673307 h 6858000"/>
              <a:gd name="connsiteX14" fmla="*/ 6496169 w 6568309"/>
              <a:gd name="connsiteY14" fmla="*/ 839641 h 6858000"/>
              <a:gd name="connsiteX15" fmla="*/ 6450789 w 6568309"/>
              <a:gd name="connsiteY15" fmla="*/ 958357 h 6858000"/>
              <a:gd name="connsiteX16" fmla="*/ 6453996 w 6568309"/>
              <a:gd name="connsiteY16" fmla="*/ 963398 h 6858000"/>
              <a:gd name="connsiteX17" fmla="*/ 6419467 w 6568309"/>
              <a:gd name="connsiteY17" fmla="*/ 1117169 h 6858000"/>
              <a:gd name="connsiteX18" fmla="*/ 6417348 w 6568309"/>
              <a:gd name="connsiteY18" fmla="*/ 1144352 h 6858000"/>
              <a:gd name="connsiteX19" fmla="*/ 6418473 w 6568309"/>
              <a:gd name="connsiteY19" fmla="*/ 1164484 h 6858000"/>
              <a:gd name="connsiteX20" fmla="*/ 6406979 w 6568309"/>
              <a:gd name="connsiteY20" fmla="*/ 1213829 h 6858000"/>
              <a:gd name="connsiteX21" fmla="*/ 6381928 w 6568309"/>
              <a:gd name="connsiteY21" fmla="*/ 1294823 h 6858000"/>
              <a:gd name="connsiteX22" fmla="*/ 6377948 w 6568309"/>
              <a:gd name="connsiteY22" fmla="*/ 1312193 h 6858000"/>
              <a:gd name="connsiteX23" fmla="*/ 6379894 w 6568309"/>
              <a:gd name="connsiteY23" fmla="*/ 1327626 h 6858000"/>
              <a:gd name="connsiteX24" fmla="*/ 6385024 w 6568309"/>
              <a:gd name="connsiteY24" fmla="*/ 1331644 h 6858000"/>
              <a:gd name="connsiteX25" fmla="*/ 6383696 w 6568309"/>
              <a:gd name="connsiteY25" fmla="*/ 1341276 h 6858000"/>
              <a:gd name="connsiteX26" fmla="*/ 6384464 w 6568309"/>
              <a:gd name="connsiteY26" fmla="*/ 1343945 h 6858000"/>
              <a:gd name="connsiteX27" fmla="*/ 6387748 w 6568309"/>
              <a:gd name="connsiteY27" fmla="*/ 1359134 h 6858000"/>
              <a:gd name="connsiteX28" fmla="*/ 6364157 w 6568309"/>
              <a:gd name="connsiteY28" fmla="*/ 1427803 h 6858000"/>
              <a:gd name="connsiteX29" fmla="*/ 6335874 w 6568309"/>
              <a:gd name="connsiteY29" fmla="*/ 1540278 h 6858000"/>
              <a:gd name="connsiteX30" fmla="*/ 6331892 w 6568309"/>
              <a:gd name="connsiteY30" fmla="*/ 1547262 h 6858000"/>
              <a:gd name="connsiteX31" fmla="*/ 6332744 w 6568309"/>
              <a:gd name="connsiteY31" fmla="*/ 1577056 h 6858000"/>
              <a:gd name="connsiteX32" fmla="*/ 6333604 w 6568309"/>
              <a:gd name="connsiteY32" fmla="*/ 1595898 h 6858000"/>
              <a:gd name="connsiteX33" fmla="*/ 6324749 w 6568309"/>
              <a:gd name="connsiteY33" fmla="*/ 1703726 h 6858000"/>
              <a:gd name="connsiteX34" fmla="*/ 6329594 w 6568309"/>
              <a:gd name="connsiteY34" fmla="*/ 1809535 h 6858000"/>
              <a:gd name="connsiteX35" fmla="*/ 6329062 w 6568309"/>
              <a:gd name="connsiteY35" fmla="*/ 2018310 h 6858000"/>
              <a:gd name="connsiteX36" fmla="*/ 6321735 w 6568309"/>
              <a:gd name="connsiteY36" fmla="*/ 2071355 h 6858000"/>
              <a:gd name="connsiteX37" fmla="*/ 6322678 w 6568309"/>
              <a:gd name="connsiteY37" fmla="*/ 2141166 h 6858000"/>
              <a:gd name="connsiteX38" fmla="*/ 6321340 w 6568309"/>
              <a:gd name="connsiteY38" fmla="*/ 2154548 h 6858000"/>
              <a:gd name="connsiteX39" fmla="*/ 6316582 w 6568309"/>
              <a:gd name="connsiteY39" fmla="*/ 2158153 h 6858000"/>
              <a:gd name="connsiteX40" fmla="*/ 6311428 w 6568309"/>
              <a:gd name="connsiteY40" fmla="*/ 2178174 h 6858000"/>
              <a:gd name="connsiteX41" fmla="*/ 6310192 w 6568309"/>
              <a:gd name="connsiteY41" fmla="*/ 2202858 h 6858000"/>
              <a:gd name="connsiteX42" fmla="*/ 6309211 w 6568309"/>
              <a:gd name="connsiteY42" fmla="*/ 2320214 h 6858000"/>
              <a:gd name="connsiteX43" fmla="*/ 6300151 w 6568309"/>
              <a:gd name="connsiteY43" fmla="*/ 2417011 h 6858000"/>
              <a:gd name="connsiteX44" fmla="*/ 6295176 w 6568309"/>
              <a:gd name="connsiteY44" fmla="*/ 2454207 h 6858000"/>
              <a:gd name="connsiteX45" fmla="*/ 6293727 w 6568309"/>
              <a:gd name="connsiteY45" fmla="*/ 2487203 h 6858000"/>
              <a:gd name="connsiteX46" fmla="*/ 6285477 w 6568309"/>
              <a:gd name="connsiteY46" fmla="*/ 2512282 h 6858000"/>
              <a:gd name="connsiteX47" fmla="*/ 6286205 w 6568309"/>
              <a:gd name="connsiteY47" fmla="*/ 2514318 h 6858000"/>
              <a:gd name="connsiteX48" fmla="*/ 6304629 w 6568309"/>
              <a:gd name="connsiteY48" fmla="*/ 2574334 h 6858000"/>
              <a:gd name="connsiteX49" fmla="*/ 6303842 w 6568309"/>
              <a:gd name="connsiteY49" fmla="*/ 2579877 h 6858000"/>
              <a:gd name="connsiteX50" fmla="*/ 6303953 w 6568309"/>
              <a:gd name="connsiteY50" fmla="*/ 2608928 h 6858000"/>
              <a:gd name="connsiteX51" fmla="*/ 6303530 w 6568309"/>
              <a:gd name="connsiteY51" fmla="*/ 2613111 h 6858000"/>
              <a:gd name="connsiteX52" fmla="*/ 6297474 w 6568309"/>
              <a:gd name="connsiteY52" fmla="*/ 2621996 h 6858000"/>
              <a:gd name="connsiteX53" fmla="*/ 6299263 w 6568309"/>
              <a:gd name="connsiteY53" fmla="*/ 2634265 h 6858000"/>
              <a:gd name="connsiteX54" fmla="*/ 6293065 w 6568309"/>
              <a:gd name="connsiteY54" fmla="*/ 2647237 h 6858000"/>
              <a:gd name="connsiteX55" fmla="*/ 6297496 w 6568309"/>
              <a:gd name="connsiteY55" fmla="*/ 2650786 h 6858000"/>
              <a:gd name="connsiteX56" fmla="*/ 6301708 w 6568309"/>
              <a:gd name="connsiteY56" fmla="*/ 2661993 h 6858000"/>
              <a:gd name="connsiteX57" fmla="*/ 6295884 w 6568309"/>
              <a:gd name="connsiteY57" fmla="*/ 2670949 h 6858000"/>
              <a:gd name="connsiteX58" fmla="*/ 6291714 w 6568309"/>
              <a:gd name="connsiteY58" fmla="*/ 2690255 h 6858000"/>
              <a:gd name="connsiteX59" fmla="*/ 6292327 w 6568309"/>
              <a:gd name="connsiteY59" fmla="*/ 2695683 h 6858000"/>
              <a:gd name="connsiteX60" fmla="*/ 6284410 w 6568309"/>
              <a:gd name="connsiteY60" fmla="*/ 2713964 h 6858000"/>
              <a:gd name="connsiteX61" fmla="*/ 6280410 w 6568309"/>
              <a:gd name="connsiteY61" fmla="*/ 2730175 h 6858000"/>
              <a:gd name="connsiteX62" fmla="*/ 6288082 w 6568309"/>
              <a:gd name="connsiteY62" fmla="*/ 2763497 h 6858000"/>
              <a:gd name="connsiteX63" fmla="*/ 6260924 w 6568309"/>
              <a:gd name="connsiteY63" fmla="*/ 3051539 h 6858000"/>
              <a:gd name="connsiteX64" fmla="*/ 6210151 w 6568309"/>
              <a:gd name="connsiteY64" fmla="*/ 3335396 h 6858000"/>
              <a:gd name="connsiteX65" fmla="*/ 6212034 w 6568309"/>
              <a:gd name="connsiteY65" fmla="*/ 3456509 h 6858000"/>
              <a:gd name="connsiteX66" fmla="*/ 6197490 w 6568309"/>
              <a:gd name="connsiteY66" fmla="*/ 3531827 h 6858000"/>
              <a:gd name="connsiteX67" fmla="*/ 6208018 w 6568309"/>
              <a:gd name="connsiteY67" fmla="*/ 3570877 h 6858000"/>
              <a:gd name="connsiteX68" fmla="*/ 6205920 w 6568309"/>
              <a:gd name="connsiteY68" fmla="*/ 3583849 h 6858000"/>
              <a:gd name="connsiteX69" fmla="*/ 6199616 w 6568309"/>
              <a:gd name="connsiteY69" fmla="*/ 3592763 h 6858000"/>
              <a:gd name="connsiteX70" fmla="*/ 6181288 w 6568309"/>
              <a:gd name="connsiteY70" fmla="*/ 3653485 h 6858000"/>
              <a:gd name="connsiteX71" fmla="*/ 6175963 w 6568309"/>
              <a:gd name="connsiteY71" fmla="*/ 3670528 h 6858000"/>
              <a:gd name="connsiteX72" fmla="*/ 6176722 w 6568309"/>
              <a:gd name="connsiteY72" fmla="*/ 3685990 h 6858000"/>
              <a:gd name="connsiteX73" fmla="*/ 6181549 w 6568309"/>
              <a:gd name="connsiteY73" fmla="*/ 3690283 h 6858000"/>
              <a:gd name="connsiteX74" fmla="*/ 6179476 w 6568309"/>
              <a:gd name="connsiteY74" fmla="*/ 3699787 h 6858000"/>
              <a:gd name="connsiteX75" fmla="*/ 6180040 w 6568309"/>
              <a:gd name="connsiteY75" fmla="*/ 3702486 h 6858000"/>
              <a:gd name="connsiteX76" fmla="*/ 6182155 w 6568309"/>
              <a:gd name="connsiteY76" fmla="*/ 3717784 h 6858000"/>
              <a:gd name="connsiteX77" fmla="*/ 6158980 w 6568309"/>
              <a:gd name="connsiteY77" fmla="*/ 3746229 h 6858000"/>
              <a:gd name="connsiteX78" fmla="*/ 6096049 w 6568309"/>
              <a:gd name="connsiteY78" fmla="*/ 3924910 h 6858000"/>
              <a:gd name="connsiteX79" fmla="*/ 6069712 w 6568309"/>
              <a:gd name="connsiteY79" fmla="*/ 3989353 h 6858000"/>
              <a:gd name="connsiteX80" fmla="*/ 6067330 w 6568309"/>
              <a:gd name="connsiteY80" fmla="*/ 4033899 h 6858000"/>
              <a:gd name="connsiteX81" fmla="*/ 6061081 w 6568309"/>
              <a:gd name="connsiteY81" fmla="*/ 4142250 h 6858000"/>
              <a:gd name="connsiteX82" fmla="*/ 6042858 w 6568309"/>
              <a:gd name="connsiteY82" fmla="*/ 4329442 h 6858000"/>
              <a:gd name="connsiteX83" fmla="*/ 6034182 w 6568309"/>
              <a:gd name="connsiteY83" fmla="*/ 4456184 h 6858000"/>
              <a:gd name="connsiteX84" fmla="*/ 6029178 w 6568309"/>
              <a:gd name="connsiteY84" fmla="*/ 4468478 h 6858000"/>
              <a:gd name="connsiteX85" fmla="*/ 6029974 w 6568309"/>
              <a:gd name="connsiteY85" fmla="*/ 4469862 h 6858000"/>
              <a:gd name="connsiteX86" fmla="*/ 6028340 w 6568309"/>
              <a:gd name="connsiteY86" fmla="*/ 4483797 h 6858000"/>
              <a:gd name="connsiteX87" fmla="*/ 6025168 w 6568309"/>
              <a:gd name="connsiteY87" fmla="*/ 4487091 h 6858000"/>
              <a:gd name="connsiteX88" fmla="*/ 6023164 w 6568309"/>
              <a:gd name="connsiteY88" fmla="*/ 4496728 h 6858000"/>
              <a:gd name="connsiteX89" fmla="*/ 6016839 w 6568309"/>
              <a:gd name="connsiteY89" fmla="*/ 4515918 h 6858000"/>
              <a:gd name="connsiteX90" fmla="*/ 6017886 w 6568309"/>
              <a:gd name="connsiteY90" fmla="*/ 4519316 h 6858000"/>
              <a:gd name="connsiteX91" fmla="*/ 6011819 w 6568309"/>
              <a:gd name="connsiteY91" fmla="*/ 4547957 h 6858000"/>
              <a:gd name="connsiteX92" fmla="*/ 6012791 w 6568309"/>
              <a:gd name="connsiteY92" fmla="*/ 4548262 h 6858000"/>
              <a:gd name="connsiteX93" fmla="*/ 6015703 w 6568309"/>
              <a:gd name="connsiteY93" fmla="*/ 4555939 h 6858000"/>
              <a:gd name="connsiteX94" fmla="*/ 6018854 w 6568309"/>
              <a:gd name="connsiteY94" fmla="*/ 4570815 h 6858000"/>
              <a:gd name="connsiteX95" fmla="*/ 6033000 w 6568309"/>
              <a:gd name="connsiteY95" fmla="*/ 4633846 h 6858000"/>
              <a:gd name="connsiteX96" fmla="*/ 6032325 w 6568309"/>
              <a:gd name="connsiteY96" fmla="*/ 4639816 h 6858000"/>
              <a:gd name="connsiteX97" fmla="*/ 6032549 w 6568309"/>
              <a:gd name="connsiteY97" fmla="*/ 4639923 h 6858000"/>
              <a:gd name="connsiteX98" fmla="*/ 6032309 w 6568309"/>
              <a:gd name="connsiteY98" fmla="*/ 4646192 h 6858000"/>
              <a:gd name="connsiteX99" fmla="*/ 6031095 w 6568309"/>
              <a:gd name="connsiteY99" fmla="*/ 4650706 h 6858000"/>
              <a:gd name="connsiteX100" fmla="*/ 6029786 w 6568309"/>
              <a:gd name="connsiteY100" fmla="*/ 4662290 h 6858000"/>
              <a:gd name="connsiteX101" fmla="*/ 6030911 w 6568309"/>
              <a:gd name="connsiteY101" fmla="*/ 4666180 h 6858000"/>
              <a:gd name="connsiteX102" fmla="*/ 6033630 w 6568309"/>
              <a:gd name="connsiteY102" fmla="*/ 4667585 h 6858000"/>
              <a:gd name="connsiteX103" fmla="*/ 6033189 w 6568309"/>
              <a:gd name="connsiteY103" fmla="*/ 4668660 h 6858000"/>
              <a:gd name="connsiteX104" fmla="*/ 6038764 w 6568309"/>
              <a:gd name="connsiteY104" fmla="*/ 4689807 h 6858000"/>
              <a:gd name="connsiteX105" fmla="*/ 6042217 w 6568309"/>
              <a:gd name="connsiteY105" fmla="*/ 4737890 h 6858000"/>
              <a:gd name="connsiteX106" fmla="*/ 6040543 w 6568309"/>
              <a:gd name="connsiteY106" fmla="*/ 4765657 h 6858000"/>
              <a:gd name="connsiteX107" fmla="*/ 6039956 w 6568309"/>
              <a:gd name="connsiteY107" fmla="*/ 4841463 h 6858000"/>
              <a:gd name="connsiteX108" fmla="*/ 6057123 w 6568309"/>
              <a:gd name="connsiteY108" fmla="*/ 4969863 h 6858000"/>
              <a:gd name="connsiteX109" fmla="*/ 6055039 w 6568309"/>
              <a:gd name="connsiteY109" fmla="*/ 4974028 h 6858000"/>
              <a:gd name="connsiteX110" fmla="*/ 6053462 w 6568309"/>
              <a:gd name="connsiteY110" fmla="*/ 4980318 h 6858000"/>
              <a:gd name="connsiteX111" fmla="*/ 6053643 w 6568309"/>
              <a:gd name="connsiteY111" fmla="*/ 4980501 h 6858000"/>
              <a:gd name="connsiteX112" fmla="*/ 6051733 w 6568309"/>
              <a:gd name="connsiteY112" fmla="*/ 4986338 h 6858000"/>
              <a:gd name="connsiteX113" fmla="*/ 6049602 w 6568309"/>
              <a:gd name="connsiteY113" fmla="*/ 4991296 h 6858000"/>
              <a:gd name="connsiteX114" fmla="*/ 6075165 w 6568309"/>
              <a:gd name="connsiteY114" fmla="*/ 5076895 h 6858000"/>
              <a:gd name="connsiteX115" fmla="*/ 6073751 w 6568309"/>
              <a:gd name="connsiteY115" fmla="*/ 5081568 h 6858000"/>
              <a:gd name="connsiteX116" fmla="*/ 6073150 w 6568309"/>
              <a:gd name="connsiteY116" fmla="*/ 5088173 h 6858000"/>
              <a:gd name="connsiteX117" fmla="*/ 6073355 w 6568309"/>
              <a:gd name="connsiteY117" fmla="*/ 5088300 h 6858000"/>
              <a:gd name="connsiteX118" fmla="*/ 6072362 w 6568309"/>
              <a:gd name="connsiteY118" fmla="*/ 5094558 h 6858000"/>
              <a:gd name="connsiteX119" fmla="*/ 6064726 w 6568309"/>
              <a:gd name="connsiteY119" fmla="*/ 5125620 h 6858000"/>
              <a:gd name="connsiteX120" fmla="*/ 6065415 w 6568309"/>
              <a:gd name="connsiteY120" fmla="*/ 5268004 h 6858000"/>
              <a:gd name="connsiteX121" fmla="*/ 6066081 w 6568309"/>
              <a:gd name="connsiteY121" fmla="*/ 5269530 h 6858000"/>
              <a:gd name="connsiteX122" fmla="*/ 6043407 w 6568309"/>
              <a:gd name="connsiteY122" fmla="*/ 5390941 h 6858000"/>
              <a:gd name="connsiteX123" fmla="*/ 6025377 w 6568309"/>
              <a:gd name="connsiteY123" fmla="*/ 5539927 h 6858000"/>
              <a:gd name="connsiteX124" fmla="*/ 6010052 w 6568309"/>
              <a:gd name="connsiteY124" fmla="*/ 5791594 h 6858000"/>
              <a:gd name="connsiteX125" fmla="*/ 5994220 w 6568309"/>
              <a:gd name="connsiteY125" fmla="*/ 5855206 h 6858000"/>
              <a:gd name="connsiteX126" fmla="*/ 5982580 w 6568309"/>
              <a:gd name="connsiteY126" fmla="*/ 5873582 h 6858000"/>
              <a:gd name="connsiteX127" fmla="*/ 5983608 w 6568309"/>
              <a:gd name="connsiteY127" fmla="*/ 5876037 h 6858000"/>
              <a:gd name="connsiteX128" fmla="*/ 5983535 w 6568309"/>
              <a:gd name="connsiteY128" fmla="*/ 5886534 h 6858000"/>
              <a:gd name="connsiteX129" fmla="*/ 5988737 w 6568309"/>
              <a:gd name="connsiteY129" fmla="*/ 5888644 h 6858000"/>
              <a:gd name="connsiteX130" fmla="*/ 5992371 w 6568309"/>
              <a:gd name="connsiteY130" fmla="*/ 5903832 h 6858000"/>
              <a:gd name="connsiteX131" fmla="*/ 5990780 w 6568309"/>
              <a:gd name="connsiteY131" fmla="*/ 5923391 h 6858000"/>
              <a:gd name="connsiteX132" fmla="*/ 5993870 w 6568309"/>
              <a:gd name="connsiteY132" fmla="*/ 6013205 h 6858000"/>
              <a:gd name="connsiteX133" fmla="*/ 5997673 w 6568309"/>
              <a:gd name="connsiteY133" fmla="*/ 6074018 h 6858000"/>
              <a:gd name="connsiteX134" fmla="*/ 6014840 w 6568309"/>
              <a:gd name="connsiteY134" fmla="*/ 6130837 h 6858000"/>
              <a:gd name="connsiteX135" fmla="*/ 6010704 w 6568309"/>
              <a:gd name="connsiteY135" fmla="*/ 6152982 h 6858000"/>
              <a:gd name="connsiteX136" fmla="*/ 6038294 w 6568309"/>
              <a:gd name="connsiteY136" fmla="*/ 6221100 h 6858000"/>
              <a:gd name="connsiteX137" fmla="*/ 6052331 w 6568309"/>
              <a:gd name="connsiteY137" fmla="*/ 6287550 h 6858000"/>
              <a:gd name="connsiteX138" fmla="*/ 6074143 w 6568309"/>
              <a:gd name="connsiteY138" fmla="*/ 6401595 h 6858000"/>
              <a:gd name="connsiteX139" fmla="*/ 6060199 w 6568309"/>
              <a:gd name="connsiteY139" fmla="*/ 6487110 h 6858000"/>
              <a:gd name="connsiteX140" fmla="*/ 6081156 w 6568309"/>
              <a:gd name="connsiteY140" fmla="*/ 6588589 h 6858000"/>
              <a:gd name="connsiteX141" fmla="*/ 6114944 w 6568309"/>
              <a:gd name="connsiteY141" fmla="*/ 6769963 h 6858000"/>
              <a:gd name="connsiteX142" fmla="*/ 6128950 w 6568309"/>
              <a:gd name="connsiteY142" fmla="*/ 6835814 h 6858000"/>
              <a:gd name="connsiteX143" fmla="*/ 6132536 w 6568309"/>
              <a:gd name="connsiteY143" fmla="*/ 6858000 h 6858000"/>
              <a:gd name="connsiteX144" fmla="*/ 4789511 w 6568309"/>
              <a:gd name="connsiteY144" fmla="*/ 6858000 h 6858000"/>
              <a:gd name="connsiteX145" fmla="*/ 1866294 w 6568309"/>
              <a:gd name="connsiteY145" fmla="*/ 6858000 h 6858000"/>
              <a:gd name="connsiteX146" fmla="*/ 1705866 w 6568309"/>
              <a:gd name="connsiteY146" fmla="*/ 6858000 h 6858000"/>
              <a:gd name="connsiteX147" fmla="*/ 1343025 w 6568309"/>
              <a:gd name="connsiteY147" fmla="*/ 6858000 h 6858000"/>
              <a:gd name="connsiteX148" fmla="*/ 523269 w 6568309"/>
              <a:gd name="connsiteY148" fmla="*/ 6858000 h 6858000"/>
              <a:gd name="connsiteX149" fmla="*/ 362841 w 6568309"/>
              <a:gd name="connsiteY149" fmla="*/ 6858000 h 6858000"/>
              <a:gd name="connsiteX150" fmla="*/ 0 w 6568309"/>
              <a:gd name="connsiteY15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6568309" h="6858000">
                <a:moveTo>
                  <a:pt x="0" y="0"/>
                </a:moveTo>
                <a:lnTo>
                  <a:pt x="362841" y="0"/>
                </a:lnTo>
                <a:lnTo>
                  <a:pt x="523269" y="0"/>
                </a:lnTo>
                <a:lnTo>
                  <a:pt x="1343025" y="0"/>
                </a:lnTo>
                <a:lnTo>
                  <a:pt x="1705866" y="0"/>
                </a:lnTo>
                <a:lnTo>
                  <a:pt x="1866294" y="0"/>
                </a:lnTo>
                <a:lnTo>
                  <a:pt x="5225154" y="0"/>
                </a:lnTo>
                <a:lnTo>
                  <a:pt x="6568179" y="0"/>
                </a:lnTo>
                <a:lnTo>
                  <a:pt x="6568309" y="1"/>
                </a:lnTo>
                <a:lnTo>
                  <a:pt x="6562951" y="30700"/>
                </a:lnTo>
                <a:cubicBezTo>
                  <a:pt x="6559126" y="84364"/>
                  <a:pt x="6548218" y="241149"/>
                  <a:pt x="6547446" y="310025"/>
                </a:cubicBezTo>
                <a:cubicBezTo>
                  <a:pt x="6550151" y="367544"/>
                  <a:pt x="6557712" y="408251"/>
                  <a:pt x="6558316" y="443960"/>
                </a:cubicBezTo>
                <a:cubicBezTo>
                  <a:pt x="6555224" y="499397"/>
                  <a:pt x="6534767" y="604434"/>
                  <a:pt x="6528896" y="642659"/>
                </a:cubicBezTo>
                <a:cubicBezTo>
                  <a:pt x="6535204" y="657287"/>
                  <a:pt x="6515365" y="658191"/>
                  <a:pt x="6523095" y="673307"/>
                </a:cubicBezTo>
                <a:cubicBezTo>
                  <a:pt x="6523388" y="693769"/>
                  <a:pt x="6506868" y="797295"/>
                  <a:pt x="6496169" y="839641"/>
                </a:cubicBezTo>
                <a:cubicBezTo>
                  <a:pt x="6484119" y="887148"/>
                  <a:pt x="6457817" y="937731"/>
                  <a:pt x="6450789" y="958357"/>
                </a:cubicBezTo>
                <a:cubicBezTo>
                  <a:pt x="6443760" y="978983"/>
                  <a:pt x="6459217" y="936930"/>
                  <a:pt x="6453996" y="963398"/>
                </a:cubicBezTo>
                <a:cubicBezTo>
                  <a:pt x="6448777" y="989867"/>
                  <a:pt x="6425575" y="1087010"/>
                  <a:pt x="6419467" y="1117169"/>
                </a:cubicBezTo>
                <a:cubicBezTo>
                  <a:pt x="6431540" y="1118586"/>
                  <a:pt x="6409651" y="1135372"/>
                  <a:pt x="6417348" y="1144352"/>
                </a:cubicBezTo>
                <a:cubicBezTo>
                  <a:pt x="6424109" y="1150681"/>
                  <a:pt x="6419047" y="1157251"/>
                  <a:pt x="6418473" y="1164484"/>
                </a:cubicBezTo>
                <a:cubicBezTo>
                  <a:pt x="6423767" y="1173524"/>
                  <a:pt x="6413947" y="1205209"/>
                  <a:pt x="6406979" y="1213829"/>
                </a:cubicBezTo>
                <a:cubicBezTo>
                  <a:pt x="6382818" y="1235037"/>
                  <a:pt x="6400452" y="1277327"/>
                  <a:pt x="6381928" y="1294823"/>
                </a:cubicBezTo>
                <a:cubicBezTo>
                  <a:pt x="6379195" y="1300845"/>
                  <a:pt x="6378069" y="1306615"/>
                  <a:pt x="6377948" y="1312193"/>
                </a:cubicBezTo>
                <a:lnTo>
                  <a:pt x="6379894" y="1327626"/>
                </a:lnTo>
                <a:lnTo>
                  <a:pt x="6385024" y="1331644"/>
                </a:lnTo>
                <a:lnTo>
                  <a:pt x="6383696" y="1341276"/>
                </a:lnTo>
                <a:cubicBezTo>
                  <a:pt x="6383952" y="1342166"/>
                  <a:pt x="6384208" y="1343055"/>
                  <a:pt x="6384464" y="1343945"/>
                </a:cubicBezTo>
                <a:cubicBezTo>
                  <a:pt x="6385957" y="1349040"/>
                  <a:pt x="6387253" y="1354080"/>
                  <a:pt x="6387748" y="1359134"/>
                </a:cubicBezTo>
                <a:cubicBezTo>
                  <a:pt x="6384363" y="1373109"/>
                  <a:pt x="6372802" y="1397612"/>
                  <a:pt x="6364157" y="1427803"/>
                </a:cubicBezTo>
                <a:cubicBezTo>
                  <a:pt x="6348141" y="1460349"/>
                  <a:pt x="6348362" y="1505076"/>
                  <a:pt x="6335874" y="1540278"/>
                </a:cubicBezTo>
                <a:lnTo>
                  <a:pt x="6331892" y="1547262"/>
                </a:lnTo>
                <a:lnTo>
                  <a:pt x="6332744" y="1577056"/>
                </a:lnTo>
                <a:cubicBezTo>
                  <a:pt x="6335859" y="1582205"/>
                  <a:pt x="6336674" y="1589568"/>
                  <a:pt x="6333604" y="1595898"/>
                </a:cubicBezTo>
                <a:lnTo>
                  <a:pt x="6324749" y="1703726"/>
                </a:lnTo>
                <a:cubicBezTo>
                  <a:pt x="6324080" y="1739332"/>
                  <a:pt x="6318019" y="1754453"/>
                  <a:pt x="6329594" y="1809535"/>
                </a:cubicBezTo>
                <a:cubicBezTo>
                  <a:pt x="6344930" y="1868036"/>
                  <a:pt x="6323725" y="1952670"/>
                  <a:pt x="6329062" y="2018310"/>
                </a:cubicBezTo>
                <a:cubicBezTo>
                  <a:pt x="6308075" y="2053162"/>
                  <a:pt x="6326925" y="2034561"/>
                  <a:pt x="6321735" y="2071355"/>
                </a:cubicBezTo>
                <a:lnTo>
                  <a:pt x="6322678" y="2141166"/>
                </a:lnTo>
                <a:lnTo>
                  <a:pt x="6321340" y="2154548"/>
                </a:lnTo>
                <a:lnTo>
                  <a:pt x="6316582" y="2158153"/>
                </a:lnTo>
                <a:lnTo>
                  <a:pt x="6311428" y="2178174"/>
                </a:lnTo>
                <a:cubicBezTo>
                  <a:pt x="6310177" y="2185696"/>
                  <a:pt x="6309622" y="2193828"/>
                  <a:pt x="6310192" y="2202858"/>
                </a:cubicBezTo>
                <a:cubicBezTo>
                  <a:pt x="6319667" y="2232772"/>
                  <a:pt x="6296459" y="2283357"/>
                  <a:pt x="6309211" y="2320214"/>
                </a:cubicBezTo>
                <a:cubicBezTo>
                  <a:pt x="6307537" y="2355906"/>
                  <a:pt x="6302490" y="2394678"/>
                  <a:pt x="6300151" y="2417011"/>
                </a:cubicBezTo>
                <a:cubicBezTo>
                  <a:pt x="6292303" y="2426377"/>
                  <a:pt x="6304439" y="2456509"/>
                  <a:pt x="6295176" y="2454207"/>
                </a:cubicBezTo>
                <a:cubicBezTo>
                  <a:pt x="6299335" y="2464947"/>
                  <a:pt x="6297305" y="2476105"/>
                  <a:pt x="6293727" y="2487203"/>
                </a:cubicBezTo>
                <a:lnTo>
                  <a:pt x="6285477" y="2512282"/>
                </a:lnTo>
                <a:cubicBezTo>
                  <a:pt x="6285720" y="2512961"/>
                  <a:pt x="6285962" y="2513640"/>
                  <a:pt x="6286205" y="2514318"/>
                </a:cubicBezTo>
                <a:cubicBezTo>
                  <a:pt x="6292347" y="2534324"/>
                  <a:pt x="6298487" y="2554328"/>
                  <a:pt x="6304629" y="2574334"/>
                </a:cubicBezTo>
                <a:lnTo>
                  <a:pt x="6303842" y="2579877"/>
                </a:lnTo>
                <a:cubicBezTo>
                  <a:pt x="6303729" y="2585644"/>
                  <a:pt x="6304006" y="2603388"/>
                  <a:pt x="6303953" y="2608928"/>
                </a:cubicBezTo>
                <a:lnTo>
                  <a:pt x="6303530" y="2613111"/>
                </a:lnTo>
                <a:lnTo>
                  <a:pt x="6297474" y="2621996"/>
                </a:lnTo>
                <a:lnTo>
                  <a:pt x="6299263" y="2634265"/>
                </a:lnTo>
                <a:lnTo>
                  <a:pt x="6293065" y="2647237"/>
                </a:lnTo>
                <a:cubicBezTo>
                  <a:pt x="6294685" y="2648158"/>
                  <a:pt x="6296180" y="2649356"/>
                  <a:pt x="6297496" y="2650786"/>
                </a:cubicBezTo>
                <a:lnTo>
                  <a:pt x="6301708" y="2661993"/>
                </a:lnTo>
                <a:lnTo>
                  <a:pt x="6295884" y="2670949"/>
                </a:lnTo>
                <a:cubicBezTo>
                  <a:pt x="6304913" y="2672007"/>
                  <a:pt x="6294429" y="2681695"/>
                  <a:pt x="6291714" y="2690255"/>
                </a:cubicBezTo>
                <a:lnTo>
                  <a:pt x="6292327" y="2695683"/>
                </a:lnTo>
                <a:lnTo>
                  <a:pt x="6284410" y="2713964"/>
                </a:lnTo>
                <a:lnTo>
                  <a:pt x="6280410" y="2730175"/>
                </a:lnTo>
                <a:lnTo>
                  <a:pt x="6288082" y="2763497"/>
                </a:lnTo>
                <a:lnTo>
                  <a:pt x="6260924" y="3051539"/>
                </a:lnTo>
                <a:cubicBezTo>
                  <a:pt x="6251455" y="3165645"/>
                  <a:pt x="6222174" y="3216611"/>
                  <a:pt x="6210151" y="3335396"/>
                </a:cubicBezTo>
                <a:lnTo>
                  <a:pt x="6212034" y="3456509"/>
                </a:lnTo>
                <a:lnTo>
                  <a:pt x="6197490" y="3531827"/>
                </a:lnTo>
                <a:lnTo>
                  <a:pt x="6208018" y="3570877"/>
                </a:lnTo>
                <a:lnTo>
                  <a:pt x="6205920" y="3583849"/>
                </a:lnTo>
                <a:lnTo>
                  <a:pt x="6199616" y="3592763"/>
                </a:lnTo>
                <a:cubicBezTo>
                  <a:pt x="6191839" y="3613948"/>
                  <a:pt x="6196204" y="3641245"/>
                  <a:pt x="6181288" y="3653485"/>
                </a:cubicBezTo>
                <a:cubicBezTo>
                  <a:pt x="6178087" y="3659316"/>
                  <a:pt x="6176516" y="3664985"/>
                  <a:pt x="6175963" y="3670528"/>
                </a:cubicBezTo>
                <a:lnTo>
                  <a:pt x="6176722" y="3685990"/>
                </a:lnTo>
                <a:lnTo>
                  <a:pt x="6181549" y="3690283"/>
                </a:lnTo>
                <a:lnTo>
                  <a:pt x="6179476" y="3699787"/>
                </a:lnTo>
                <a:cubicBezTo>
                  <a:pt x="6179664" y="3700686"/>
                  <a:pt x="6179852" y="3701586"/>
                  <a:pt x="6180040" y="3702486"/>
                </a:cubicBezTo>
                <a:cubicBezTo>
                  <a:pt x="6181140" y="3707637"/>
                  <a:pt x="6182047" y="3712728"/>
                  <a:pt x="6182155" y="3717784"/>
                </a:cubicBezTo>
                <a:cubicBezTo>
                  <a:pt x="6156678" y="3711701"/>
                  <a:pt x="6178864" y="3759789"/>
                  <a:pt x="6158980" y="3746229"/>
                </a:cubicBezTo>
                <a:cubicBezTo>
                  <a:pt x="6144630" y="3780750"/>
                  <a:pt x="6117520" y="3867558"/>
                  <a:pt x="6096049" y="3924910"/>
                </a:cubicBezTo>
                <a:lnTo>
                  <a:pt x="6069712" y="3989353"/>
                </a:lnTo>
                <a:lnTo>
                  <a:pt x="6067330" y="4033899"/>
                </a:lnTo>
                <a:cubicBezTo>
                  <a:pt x="6065506" y="4070470"/>
                  <a:pt x="6063599" y="4110146"/>
                  <a:pt x="6061081" y="4142250"/>
                </a:cubicBezTo>
                <a:cubicBezTo>
                  <a:pt x="6055260" y="4200007"/>
                  <a:pt x="6045907" y="4278998"/>
                  <a:pt x="6042858" y="4329442"/>
                </a:cubicBezTo>
                <a:cubicBezTo>
                  <a:pt x="6038376" y="4381764"/>
                  <a:pt x="6036461" y="4433012"/>
                  <a:pt x="6034182" y="4456184"/>
                </a:cubicBezTo>
                <a:lnTo>
                  <a:pt x="6029178" y="4468478"/>
                </a:lnTo>
                <a:lnTo>
                  <a:pt x="6029974" y="4469862"/>
                </a:lnTo>
                <a:cubicBezTo>
                  <a:pt x="6031287" y="4476321"/>
                  <a:pt x="6030316" y="4480555"/>
                  <a:pt x="6028340" y="4483797"/>
                </a:cubicBezTo>
                <a:lnTo>
                  <a:pt x="6025168" y="4487091"/>
                </a:lnTo>
                <a:lnTo>
                  <a:pt x="6023164" y="4496728"/>
                </a:lnTo>
                <a:lnTo>
                  <a:pt x="6016839" y="4515918"/>
                </a:lnTo>
                <a:cubicBezTo>
                  <a:pt x="6017189" y="4517049"/>
                  <a:pt x="6017537" y="4518182"/>
                  <a:pt x="6017886" y="4519316"/>
                </a:cubicBezTo>
                <a:lnTo>
                  <a:pt x="6011819" y="4547957"/>
                </a:lnTo>
                <a:lnTo>
                  <a:pt x="6012791" y="4548262"/>
                </a:lnTo>
                <a:cubicBezTo>
                  <a:pt x="6014837" y="4549595"/>
                  <a:pt x="6016087" y="4551811"/>
                  <a:pt x="6015703" y="4555939"/>
                </a:cubicBezTo>
                <a:cubicBezTo>
                  <a:pt x="6031790" y="4548276"/>
                  <a:pt x="6021405" y="4557977"/>
                  <a:pt x="6018854" y="4570815"/>
                </a:cubicBezTo>
                <a:cubicBezTo>
                  <a:pt x="6021736" y="4583801"/>
                  <a:pt x="6030754" y="4622347"/>
                  <a:pt x="6033000" y="4633846"/>
                </a:cubicBezTo>
                <a:lnTo>
                  <a:pt x="6032325" y="4639816"/>
                </a:lnTo>
                <a:lnTo>
                  <a:pt x="6032549" y="4639923"/>
                </a:lnTo>
                <a:cubicBezTo>
                  <a:pt x="6032911" y="4641190"/>
                  <a:pt x="6032878" y="4643141"/>
                  <a:pt x="6032309" y="4646192"/>
                </a:cubicBezTo>
                <a:lnTo>
                  <a:pt x="6031095" y="4650706"/>
                </a:lnTo>
                <a:lnTo>
                  <a:pt x="6029786" y="4662290"/>
                </a:lnTo>
                <a:cubicBezTo>
                  <a:pt x="6030161" y="4663587"/>
                  <a:pt x="6030536" y="4664883"/>
                  <a:pt x="6030911" y="4666180"/>
                </a:cubicBezTo>
                <a:lnTo>
                  <a:pt x="6033630" y="4667585"/>
                </a:lnTo>
                <a:lnTo>
                  <a:pt x="6033189" y="4668660"/>
                </a:lnTo>
                <a:cubicBezTo>
                  <a:pt x="6027286" y="4676831"/>
                  <a:pt x="6019767" y="4679345"/>
                  <a:pt x="6038764" y="4689807"/>
                </a:cubicBezTo>
                <a:cubicBezTo>
                  <a:pt x="6028616" y="4708535"/>
                  <a:pt x="6040474" y="4712235"/>
                  <a:pt x="6042217" y="4737890"/>
                </a:cubicBezTo>
                <a:cubicBezTo>
                  <a:pt x="6033362" y="4748600"/>
                  <a:pt x="6035273" y="4757223"/>
                  <a:pt x="6040543" y="4765657"/>
                </a:cubicBezTo>
                <a:cubicBezTo>
                  <a:pt x="6034416" y="4790618"/>
                  <a:pt x="6040696" y="4813399"/>
                  <a:pt x="6039956" y="4841463"/>
                </a:cubicBezTo>
                <a:lnTo>
                  <a:pt x="6057123" y="4969863"/>
                </a:lnTo>
                <a:lnTo>
                  <a:pt x="6055039" y="4974028"/>
                </a:lnTo>
                <a:cubicBezTo>
                  <a:pt x="6053860" y="4976933"/>
                  <a:pt x="6053409" y="4978909"/>
                  <a:pt x="6053462" y="4980318"/>
                </a:cubicBezTo>
                <a:lnTo>
                  <a:pt x="6053643" y="4980501"/>
                </a:lnTo>
                <a:lnTo>
                  <a:pt x="6051733" y="4986338"/>
                </a:lnTo>
                <a:lnTo>
                  <a:pt x="6049602" y="4991296"/>
                </a:lnTo>
                <a:cubicBezTo>
                  <a:pt x="6058123" y="5019829"/>
                  <a:pt x="6066643" y="5048361"/>
                  <a:pt x="6075165" y="5076895"/>
                </a:cubicBezTo>
                <a:lnTo>
                  <a:pt x="6073751" y="5081568"/>
                </a:lnTo>
                <a:cubicBezTo>
                  <a:pt x="6073034" y="5084748"/>
                  <a:pt x="6072888" y="5086810"/>
                  <a:pt x="6073150" y="5088173"/>
                </a:cubicBezTo>
                <a:lnTo>
                  <a:pt x="6073355" y="5088300"/>
                </a:lnTo>
                <a:lnTo>
                  <a:pt x="6072362" y="5094558"/>
                </a:lnTo>
                <a:cubicBezTo>
                  <a:pt x="6070184" y="5105196"/>
                  <a:pt x="6067588" y="5115626"/>
                  <a:pt x="6064726" y="5125620"/>
                </a:cubicBezTo>
                <a:cubicBezTo>
                  <a:pt x="6063568" y="5154527"/>
                  <a:pt x="6065189" y="5244020"/>
                  <a:pt x="6065415" y="5268004"/>
                </a:cubicBezTo>
                <a:cubicBezTo>
                  <a:pt x="6065637" y="5268513"/>
                  <a:pt x="6065860" y="5269021"/>
                  <a:pt x="6066081" y="5269530"/>
                </a:cubicBezTo>
                <a:lnTo>
                  <a:pt x="6043407" y="5390941"/>
                </a:lnTo>
                <a:cubicBezTo>
                  <a:pt x="6032545" y="5438194"/>
                  <a:pt x="6020942" y="5465286"/>
                  <a:pt x="6025377" y="5539927"/>
                </a:cubicBezTo>
                <a:cubicBezTo>
                  <a:pt x="6019787" y="5610775"/>
                  <a:pt x="6013913" y="5740573"/>
                  <a:pt x="6010052" y="5791594"/>
                </a:cubicBezTo>
                <a:cubicBezTo>
                  <a:pt x="5989401" y="5787060"/>
                  <a:pt x="6018524" y="5849672"/>
                  <a:pt x="5994220" y="5855206"/>
                </a:cubicBezTo>
                <a:cubicBezTo>
                  <a:pt x="5995282" y="5860240"/>
                  <a:pt x="5980598" y="5868910"/>
                  <a:pt x="5982580" y="5873582"/>
                </a:cubicBezTo>
                <a:cubicBezTo>
                  <a:pt x="5982922" y="5874401"/>
                  <a:pt x="5983265" y="5875218"/>
                  <a:pt x="5983608" y="5876037"/>
                </a:cubicBezTo>
                <a:lnTo>
                  <a:pt x="5983535" y="5886534"/>
                </a:lnTo>
                <a:lnTo>
                  <a:pt x="5988737" y="5888644"/>
                </a:lnTo>
                <a:cubicBezTo>
                  <a:pt x="5989948" y="5893707"/>
                  <a:pt x="5991159" y="5898769"/>
                  <a:pt x="5992371" y="5903832"/>
                </a:cubicBezTo>
                <a:cubicBezTo>
                  <a:pt x="5992924" y="5909651"/>
                  <a:pt x="5992578" y="5916068"/>
                  <a:pt x="5990780" y="5923391"/>
                </a:cubicBezTo>
                <a:cubicBezTo>
                  <a:pt x="5975822" y="5948880"/>
                  <a:pt x="6013580" y="5981626"/>
                  <a:pt x="5993870" y="6013205"/>
                </a:cubicBezTo>
                <a:cubicBezTo>
                  <a:pt x="5988486" y="6024901"/>
                  <a:pt x="5991718" y="6066777"/>
                  <a:pt x="5997673" y="6074018"/>
                </a:cubicBezTo>
                <a:cubicBezTo>
                  <a:pt x="5998007" y="6081731"/>
                  <a:pt x="6007861" y="6126985"/>
                  <a:pt x="6014840" y="6130837"/>
                </a:cubicBezTo>
                <a:cubicBezTo>
                  <a:pt x="6022998" y="6137057"/>
                  <a:pt x="5999420" y="6156330"/>
                  <a:pt x="6010704" y="6152982"/>
                </a:cubicBezTo>
                <a:cubicBezTo>
                  <a:pt x="6008682" y="6186619"/>
                  <a:pt x="6039938" y="6191636"/>
                  <a:pt x="6038294" y="6221100"/>
                </a:cubicBezTo>
                <a:cubicBezTo>
                  <a:pt x="6039643" y="6222126"/>
                  <a:pt x="6046356" y="6257468"/>
                  <a:pt x="6052331" y="6287550"/>
                </a:cubicBezTo>
                <a:cubicBezTo>
                  <a:pt x="6058307" y="6317632"/>
                  <a:pt x="6082079" y="6391312"/>
                  <a:pt x="6074143" y="6401595"/>
                </a:cubicBezTo>
                <a:cubicBezTo>
                  <a:pt x="6074931" y="6423902"/>
                  <a:pt x="6059614" y="6432919"/>
                  <a:pt x="6060199" y="6487110"/>
                </a:cubicBezTo>
                <a:cubicBezTo>
                  <a:pt x="6075583" y="6574474"/>
                  <a:pt x="6076150" y="6553611"/>
                  <a:pt x="6081156" y="6588589"/>
                </a:cubicBezTo>
                <a:cubicBezTo>
                  <a:pt x="6102088" y="6637976"/>
                  <a:pt x="6067660" y="6687723"/>
                  <a:pt x="6114944" y="6769963"/>
                </a:cubicBezTo>
                <a:cubicBezTo>
                  <a:pt x="6130462" y="6819284"/>
                  <a:pt x="6119243" y="6817955"/>
                  <a:pt x="6128950" y="6835814"/>
                </a:cubicBezTo>
                <a:lnTo>
                  <a:pt x="6132536" y="6858000"/>
                </a:lnTo>
                <a:lnTo>
                  <a:pt x="4789511" y="6858000"/>
                </a:lnTo>
                <a:lnTo>
                  <a:pt x="1866294" y="6858000"/>
                </a:lnTo>
                <a:lnTo>
                  <a:pt x="1705866" y="6858000"/>
                </a:lnTo>
                <a:lnTo>
                  <a:pt x="1343025" y="6858000"/>
                </a:lnTo>
                <a:lnTo>
                  <a:pt x="523269" y="6858000"/>
                </a:lnTo>
                <a:lnTo>
                  <a:pt x="362841"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ytuł 1">
            <a:extLst>
              <a:ext uri="{FF2B5EF4-FFF2-40B4-BE49-F238E27FC236}">
                <a16:creationId xmlns:a16="http://schemas.microsoft.com/office/drawing/2014/main" id="{96E29B6A-BDD9-5F81-D61A-A926482E9348}"/>
              </a:ext>
            </a:extLst>
          </p:cNvPr>
          <p:cNvSpPr>
            <a:spLocks noGrp="1"/>
          </p:cNvSpPr>
          <p:nvPr>
            <p:ph type="title"/>
          </p:nvPr>
        </p:nvSpPr>
        <p:spPr>
          <a:xfrm>
            <a:off x="568517" y="609599"/>
            <a:ext cx="5338194" cy="1322888"/>
          </a:xfrm>
        </p:spPr>
        <p:txBody>
          <a:bodyPr>
            <a:normAutofit/>
          </a:bodyPr>
          <a:lstStyle/>
          <a:p>
            <a:r>
              <a:rPr lang="pl-PL" sz="4000" dirty="0"/>
              <a:t>Określenie szerokości</a:t>
            </a:r>
            <a:br>
              <a:rPr lang="pl-PL" sz="4000" dirty="0"/>
            </a:br>
            <a:r>
              <a:rPr lang="pl-PL" sz="4000" dirty="0"/>
              <a:t>połówkowej FWHM</a:t>
            </a:r>
          </a:p>
        </p:txBody>
      </p:sp>
      <p:sp>
        <p:nvSpPr>
          <p:cNvPr id="3" name="Symbol zastępczy zawartości 2">
            <a:extLst>
              <a:ext uri="{FF2B5EF4-FFF2-40B4-BE49-F238E27FC236}">
                <a16:creationId xmlns:a16="http://schemas.microsoft.com/office/drawing/2014/main" id="{25282670-4AF3-D1B0-2ADC-C888D5B0E174}"/>
              </a:ext>
            </a:extLst>
          </p:cNvPr>
          <p:cNvSpPr>
            <a:spLocks noGrp="1"/>
          </p:cNvSpPr>
          <p:nvPr>
            <p:ph idx="1"/>
          </p:nvPr>
        </p:nvSpPr>
        <p:spPr>
          <a:xfrm>
            <a:off x="919036" y="2336421"/>
            <a:ext cx="10353927" cy="4221939"/>
          </a:xfrm>
        </p:spPr>
        <p:txBody>
          <a:bodyPr>
            <a:normAutofit/>
          </a:bodyPr>
          <a:lstStyle/>
          <a:p>
            <a:pPr marL="0" indent="0">
              <a:buNone/>
            </a:pPr>
            <a:r>
              <a:rPr lang="pl-PL" dirty="0"/>
              <a:t>Pierwszym krokiem w obliczeniach rozmiaru krystalitów metodą XRD jest określenie prawidłowej wartości FWHM (</a:t>
            </a:r>
            <a:r>
              <a:rPr lang="pl-PL" dirty="0" err="1"/>
              <a:t>full</a:t>
            </a:r>
            <a:r>
              <a:rPr lang="pl-PL" dirty="0"/>
              <a:t> </a:t>
            </a:r>
            <a:r>
              <a:rPr lang="pl-PL" dirty="0" err="1"/>
              <a:t>width</a:t>
            </a:r>
            <a:r>
              <a:rPr lang="pl-PL" dirty="0"/>
              <a:t> </a:t>
            </a:r>
            <a:r>
              <a:rPr lang="pl-PL" dirty="0" err="1"/>
              <a:t>at</a:t>
            </a:r>
            <a:r>
              <a:rPr lang="pl-PL" dirty="0"/>
              <a:t> half maximum) lub IB (</a:t>
            </a:r>
            <a:r>
              <a:rPr lang="pl-PL" dirty="0" err="1"/>
              <a:t>integral</a:t>
            </a:r>
            <a:r>
              <a:rPr lang="pl-PL" dirty="0"/>
              <a:t> </a:t>
            </a:r>
            <a:r>
              <a:rPr lang="pl-PL" dirty="0" err="1"/>
              <a:t>breadth</a:t>
            </a:r>
            <a:r>
              <a:rPr lang="pl-PL" dirty="0"/>
              <a:t>). Analogicznie wykonujemy pomiar FWHM urządzenia z by uzyskać </a:t>
            </a:r>
            <a:br>
              <a:rPr lang="pl-PL" dirty="0"/>
            </a:br>
            <a:r>
              <a:rPr lang="pl-PL" dirty="0"/>
              <a:t>poprawioną wartość szerokości połówkowej.</a:t>
            </a:r>
          </a:p>
          <a:p>
            <a:pPr marL="0" indent="0">
              <a:buNone/>
            </a:pPr>
            <a:r>
              <a:rPr lang="pl-PL" dirty="0"/>
              <a:t>Do usunięcia efektów aparaturowych </a:t>
            </a:r>
            <a:br>
              <a:rPr lang="pl-PL" dirty="0"/>
            </a:br>
            <a:r>
              <a:rPr lang="pl-PL" dirty="0"/>
              <a:t>i zależnych od rozmiaru często stosuje </a:t>
            </a:r>
            <a:br>
              <a:rPr lang="pl-PL" dirty="0"/>
            </a:br>
            <a:r>
              <a:rPr lang="pl-PL" dirty="0"/>
              <a:t>się profile matematyczne takie jak Lorentza </a:t>
            </a:r>
            <a:br>
              <a:rPr lang="pl-PL" dirty="0"/>
            </a:br>
            <a:r>
              <a:rPr lang="pl-PL" dirty="0"/>
              <a:t>lub Gaussa, przedstawione jako funkcje </a:t>
            </a:r>
            <a:br>
              <a:rPr lang="pl-PL" dirty="0"/>
            </a:br>
            <a:r>
              <a:rPr lang="pl-PL" dirty="0" err="1"/>
              <a:t>Cauchy'ego</a:t>
            </a:r>
            <a:r>
              <a:rPr lang="pl-PL" dirty="0"/>
              <a:t> (</a:t>
            </a:r>
            <a:r>
              <a:rPr lang="pl-PL" dirty="0" err="1"/>
              <a:t>równ</a:t>
            </a:r>
            <a:r>
              <a:rPr lang="pl-PL" dirty="0"/>
              <a:t>. 1) i Gaussa (</a:t>
            </a:r>
            <a:r>
              <a:rPr lang="pl-PL" dirty="0" err="1"/>
              <a:t>równ</a:t>
            </a:r>
            <a:r>
              <a:rPr lang="pl-PL" dirty="0"/>
              <a:t>. 2).</a:t>
            </a:r>
          </a:p>
        </p:txBody>
      </p:sp>
      <p:pic>
        <p:nvPicPr>
          <p:cNvPr id="7" name="Obraz 6" descr="Obraz zawierający tekst, diagram, design, ilustracja&#10;&#10;Zawartość wygenerowana przez AI może być niepoprawna.">
            <a:extLst>
              <a:ext uri="{FF2B5EF4-FFF2-40B4-BE49-F238E27FC236}">
                <a16:creationId xmlns:a16="http://schemas.microsoft.com/office/drawing/2014/main" id="{0395DF72-ADB5-CC90-8E33-1D9E9F4D8D52}"/>
              </a:ext>
            </a:extLst>
          </p:cNvPr>
          <p:cNvPicPr>
            <a:picLocks noChangeAspect="1"/>
          </p:cNvPicPr>
          <p:nvPr/>
        </p:nvPicPr>
        <p:blipFill>
          <a:blip r:embed="rId3"/>
          <a:srcRect r="2187" b="6362"/>
          <a:stretch>
            <a:fillRect/>
          </a:stretch>
        </p:blipFill>
        <p:spPr>
          <a:xfrm>
            <a:off x="8207273" y="4185808"/>
            <a:ext cx="3740887" cy="2372552"/>
          </a:xfrm>
          <a:prstGeom prst="rect">
            <a:avLst/>
          </a:prstGeom>
        </p:spPr>
      </p:pic>
      <p:pic>
        <p:nvPicPr>
          <p:cNvPr id="10" name="Obraz 9">
            <a:extLst>
              <a:ext uri="{FF2B5EF4-FFF2-40B4-BE49-F238E27FC236}">
                <a16:creationId xmlns:a16="http://schemas.microsoft.com/office/drawing/2014/main" id="{544BEA80-8A3C-E778-12A2-D2D5EE95D1DC}"/>
              </a:ext>
            </a:extLst>
          </p:cNvPr>
          <p:cNvPicPr>
            <a:picLocks noChangeAspect="1"/>
          </p:cNvPicPr>
          <p:nvPr/>
        </p:nvPicPr>
        <p:blipFill>
          <a:blip r:embed="rId4"/>
          <a:stretch>
            <a:fillRect/>
          </a:stretch>
        </p:blipFill>
        <p:spPr>
          <a:xfrm>
            <a:off x="5695170" y="738201"/>
            <a:ext cx="6364738" cy="1156260"/>
          </a:xfrm>
          <a:prstGeom prst="rect">
            <a:avLst/>
          </a:prstGeom>
        </p:spPr>
      </p:pic>
    </p:spTree>
    <p:extLst>
      <p:ext uri="{BB962C8B-B14F-4D97-AF65-F5344CB8AC3E}">
        <p14:creationId xmlns:p14="http://schemas.microsoft.com/office/powerpoint/2010/main" val="28277237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AA23AD6-04CA-413F-3818-214711C685B6}"/>
            </a:ext>
          </a:extLst>
        </p:cNvPr>
        <p:cNvGrpSpPr/>
        <p:nvPr/>
      </p:nvGrpSpPr>
      <p:grpSpPr>
        <a:xfrm>
          <a:off x="0" y="0"/>
          <a:ext cx="0" cy="0"/>
          <a:chOff x="0" y="0"/>
          <a:chExt cx="0" cy="0"/>
        </a:xfrm>
      </p:grpSpPr>
      <p:sp useBgFill="1">
        <p:nvSpPr>
          <p:cNvPr id="21" name="Rectangle 10">
            <a:extLst>
              <a:ext uri="{FF2B5EF4-FFF2-40B4-BE49-F238E27FC236}">
                <a16:creationId xmlns:a16="http://schemas.microsoft.com/office/drawing/2014/main" id="{5E72F98A-E265-7AC3-1808-EEA6728AA1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ytuł 1">
            <a:extLst>
              <a:ext uri="{FF2B5EF4-FFF2-40B4-BE49-F238E27FC236}">
                <a16:creationId xmlns:a16="http://schemas.microsoft.com/office/drawing/2014/main" id="{667345DE-E489-FCC4-04BB-5C9C1C44AB37}"/>
              </a:ext>
            </a:extLst>
          </p:cNvPr>
          <p:cNvSpPr>
            <a:spLocks noGrp="1"/>
          </p:cNvSpPr>
          <p:nvPr>
            <p:ph type="title"/>
          </p:nvPr>
        </p:nvSpPr>
        <p:spPr>
          <a:xfrm>
            <a:off x="859669" y="609600"/>
            <a:ext cx="7782377" cy="1322887"/>
          </a:xfrm>
        </p:spPr>
        <p:txBody>
          <a:bodyPr>
            <a:normAutofit/>
          </a:bodyPr>
          <a:lstStyle/>
          <a:p>
            <a:r>
              <a:rPr lang="pl-PL" dirty="0"/>
              <a:t>Metoda </a:t>
            </a:r>
            <a:r>
              <a:rPr lang="pl-PL" dirty="0" err="1"/>
              <a:t>Williamsona</a:t>
            </a:r>
            <a:r>
              <a:rPr lang="pl-PL" dirty="0"/>
              <a:t>-Halla (W-H)</a:t>
            </a:r>
          </a:p>
        </p:txBody>
      </p:sp>
      <p:sp>
        <p:nvSpPr>
          <p:cNvPr id="22" name="Freeform: Shape 12">
            <a:extLst>
              <a:ext uri="{FF2B5EF4-FFF2-40B4-BE49-F238E27FC236}">
                <a16:creationId xmlns:a16="http://schemas.microsoft.com/office/drawing/2014/main" id="{24462690-2F31-8B42-CBD9-B52956A736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Shape 14">
            <a:extLst>
              <a:ext uri="{FF2B5EF4-FFF2-40B4-BE49-F238E27FC236}">
                <a16:creationId xmlns:a16="http://schemas.microsoft.com/office/drawing/2014/main" id="{D6740363-89F2-55C2-5353-69F46766A4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Obraz 5">
            <a:extLst>
              <a:ext uri="{FF2B5EF4-FFF2-40B4-BE49-F238E27FC236}">
                <a16:creationId xmlns:a16="http://schemas.microsoft.com/office/drawing/2014/main" id="{C9A5804F-C143-D246-60C0-C02AF1245F59}"/>
              </a:ext>
            </a:extLst>
          </p:cNvPr>
          <p:cNvPicPr>
            <a:picLocks noChangeAspect="1"/>
          </p:cNvPicPr>
          <p:nvPr/>
        </p:nvPicPr>
        <p:blipFill>
          <a:blip r:embed="rId3"/>
          <a:stretch>
            <a:fillRect/>
          </a:stretch>
        </p:blipFill>
        <p:spPr>
          <a:xfrm>
            <a:off x="9247296" y="532300"/>
            <a:ext cx="2616819" cy="3647133"/>
          </a:xfrm>
          <a:prstGeom prst="rect">
            <a:avLst/>
          </a:prstGeom>
        </p:spPr>
      </p:pic>
      <p:pic>
        <p:nvPicPr>
          <p:cNvPr id="5" name="Obraz 4">
            <a:extLst>
              <a:ext uri="{FF2B5EF4-FFF2-40B4-BE49-F238E27FC236}">
                <a16:creationId xmlns:a16="http://schemas.microsoft.com/office/drawing/2014/main" id="{A3E7B579-3BAF-0B9A-7BF2-ECF5D6434308}"/>
              </a:ext>
            </a:extLst>
          </p:cNvPr>
          <p:cNvPicPr>
            <a:picLocks noChangeAspect="1"/>
          </p:cNvPicPr>
          <p:nvPr/>
        </p:nvPicPr>
        <p:blipFill>
          <a:blip r:embed="rId4"/>
          <a:stretch>
            <a:fillRect/>
          </a:stretch>
        </p:blipFill>
        <p:spPr>
          <a:xfrm>
            <a:off x="1657487" y="3111667"/>
            <a:ext cx="4544059" cy="657317"/>
          </a:xfrm>
          <a:prstGeom prst="rect">
            <a:avLst/>
          </a:prstGeom>
        </p:spPr>
      </p:pic>
      <p:pic>
        <p:nvPicPr>
          <p:cNvPr id="8" name="Obraz 7">
            <a:extLst>
              <a:ext uri="{FF2B5EF4-FFF2-40B4-BE49-F238E27FC236}">
                <a16:creationId xmlns:a16="http://schemas.microsoft.com/office/drawing/2014/main" id="{D9936817-0BC7-8A22-37F5-DBCC496DC223}"/>
              </a:ext>
            </a:extLst>
          </p:cNvPr>
          <p:cNvPicPr>
            <a:picLocks noChangeAspect="1"/>
          </p:cNvPicPr>
          <p:nvPr/>
        </p:nvPicPr>
        <p:blipFill>
          <a:blip r:embed="rId5"/>
          <a:stretch>
            <a:fillRect/>
          </a:stretch>
        </p:blipFill>
        <p:spPr>
          <a:xfrm>
            <a:off x="690564" y="4894690"/>
            <a:ext cx="3238952" cy="1505160"/>
          </a:xfrm>
          <a:prstGeom prst="rect">
            <a:avLst/>
          </a:prstGeom>
          <a:effectLst>
            <a:softEdge rad="63500"/>
          </a:effectLst>
        </p:spPr>
      </p:pic>
      <p:pic>
        <p:nvPicPr>
          <p:cNvPr id="10" name="Obraz 9">
            <a:extLst>
              <a:ext uri="{FF2B5EF4-FFF2-40B4-BE49-F238E27FC236}">
                <a16:creationId xmlns:a16="http://schemas.microsoft.com/office/drawing/2014/main" id="{BA903B3C-257B-C2AE-10D1-E78BBE29A97B}"/>
              </a:ext>
            </a:extLst>
          </p:cNvPr>
          <p:cNvPicPr>
            <a:picLocks noChangeAspect="1"/>
          </p:cNvPicPr>
          <p:nvPr/>
        </p:nvPicPr>
        <p:blipFill>
          <a:blip r:embed="rId6"/>
          <a:stretch>
            <a:fillRect/>
          </a:stretch>
        </p:blipFill>
        <p:spPr>
          <a:xfrm>
            <a:off x="4992096" y="4789033"/>
            <a:ext cx="5551242" cy="1211181"/>
          </a:xfrm>
          <a:prstGeom prst="rect">
            <a:avLst/>
          </a:prstGeom>
        </p:spPr>
      </p:pic>
      <p:sp>
        <p:nvSpPr>
          <p:cNvPr id="3" name="Symbol zastępczy zawartości 2">
            <a:extLst>
              <a:ext uri="{FF2B5EF4-FFF2-40B4-BE49-F238E27FC236}">
                <a16:creationId xmlns:a16="http://schemas.microsoft.com/office/drawing/2014/main" id="{BA0E7BFE-1CFF-E931-3B60-0875F2A86347}"/>
              </a:ext>
            </a:extLst>
          </p:cNvPr>
          <p:cNvSpPr>
            <a:spLocks noGrp="1"/>
          </p:cNvSpPr>
          <p:nvPr>
            <p:ph idx="1"/>
          </p:nvPr>
        </p:nvSpPr>
        <p:spPr>
          <a:xfrm>
            <a:off x="1011935" y="1823745"/>
            <a:ext cx="6755782" cy="1635613"/>
          </a:xfrm>
        </p:spPr>
        <p:txBody>
          <a:bodyPr>
            <a:normAutofit/>
          </a:bodyPr>
          <a:lstStyle/>
          <a:p>
            <a:pPr marL="0" indent="0">
              <a:buNone/>
            </a:pPr>
            <a:r>
              <a:rPr lang="pl-PL" sz="2000" dirty="0"/>
              <a:t>Metoda W-H wyróżnia się tym, że uwzględnia wszystkie parametry zarówno wielkość krystalitu - przesunięcie się piku - jak i odkształcenia sieci krystalicznej powodujące poszerzanie się pików. Tutaj FWHM jest oznaczone przez </a:t>
            </a:r>
            <a:r>
              <a:rPr lang="el-GR" sz="2000" dirty="0"/>
              <a:t>β</a:t>
            </a:r>
            <a:r>
              <a:rPr lang="pl-PL" sz="2000" dirty="0"/>
              <a:t>.</a:t>
            </a:r>
          </a:p>
          <a:p>
            <a:pPr marL="0" indent="0">
              <a:buNone/>
            </a:pPr>
            <a:endParaRPr lang="pl-PL" sz="2000" dirty="0"/>
          </a:p>
          <a:p>
            <a:pPr marL="0" indent="0">
              <a:buNone/>
            </a:pPr>
            <a:endParaRPr lang="pl-PL" sz="2000" dirty="0"/>
          </a:p>
        </p:txBody>
      </p:sp>
      <p:sp>
        <p:nvSpPr>
          <p:cNvPr id="12" name="pole tekstowe 11">
            <a:extLst>
              <a:ext uri="{FF2B5EF4-FFF2-40B4-BE49-F238E27FC236}">
                <a16:creationId xmlns:a16="http://schemas.microsoft.com/office/drawing/2014/main" id="{0507B530-1B30-9C31-C49D-727AB56AE2D3}"/>
              </a:ext>
            </a:extLst>
          </p:cNvPr>
          <p:cNvSpPr txBox="1"/>
          <p:nvPr/>
        </p:nvSpPr>
        <p:spPr>
          <a:xfrm>
            <a:off x="1011935" y="3707662"/>
            <a:ext cx="7299685" cy="923330"/>
          </a:xfrm>
          <a:prstGeom prst="rect">
            <a:avLst/>
          </a:prstGeom>
          <a:noFill/>
        </p:spPr>
        <p:txBody>
          <a:bodyPr wrap="square">
            <a:spAutoFit/>
          </a:bodyPr>
          <a:lstStyle/>
          <a:p>
            <a:pPr marL="0" indent="0">
              <a:buNone/>
            </a:pPr>
            <a:r>
              <a:rPr lang="pl-PL" sz="1800" dirty="0"/>
              <a:t>Najczęściej stosowaną formą metody W-H jest model jednolitego odkształcenia – UDM, gdzie wielkość krystalitu i odkształcenie sieci przedstawiają równania: </a:t>
            </a:r>
          </a:p>
        </p:txBody>
      </p:sp>
    </p:spTree>
    <p:extLst>
      <p:ext uri="{BB962C8B-B14F-4D97-AF65-F5344CB8AC3E}">
        <p14:creationId xmlns:p14="http://schemas.microsoft.com/office/powerpoint/2010/main" val="12675429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899AA6-4DBC-5F3E-50AA-2DEB7B87E1EF}"/>
            </a:ext>
          </a:extLst>
        </p:cNvPr>
        <p:cNvGrpSpPr/>
        <p:nvPr/>
      </p:nvGrpSpPr>
      <p:grpSpPr>
        <a:xfrm>
          <a:off x="0" y="0"/>
          <a:ext cx="0" cy="0"/>
          <a:chOff x="0" y="0"/>
          <a:chExt cx="0" cy="0"/>
        </a:xfrm>
      </p:grpSpPr>
      <p:sp useBgFill="1">
        <p:nvSpPr>
          <p:cNvPr id="21" name="Rectangle 10">
            <a:extLst>
              <a:ext uri="{FF2B5EF4-FFF2-40B4-BE49-F238E27FC236}">
                <a16:creationId xmlns:a16="http://schemas.microsoft.com/office/drawing/2014/main" id="{EBAA489E-3696-15CA-CAF5-B7433E575E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ytuł 1">
            <a:extLst>
              <a:ext uri="{FF2B5EF4-FFF2-40B4-BE49-F238E27FC236}">
                <a16:creationId xmlns:a16="http://schemas.microsoft.com/office/drawing/2014/main" id="{4084C8C6-B52F-6737-C526-D8EB65955CD2}"/>
              </a:ext>
            </a:extLst>
          </p:cNvPr>
          <p:cNvSpPr>
            <a:spLocks noGrp="1"/>
          </p:cNvSpPr>
          <p:nvPr>
            <p:ph type="title"/>
          </p:nvPr>
        </p:nvSpPr>
        <p:spPr>
          <a:xfrm>
            <a:off x="859669" y="609600"/>
            <a:ext cx="7782377" cy="1322887"/>
          </a:xfrm>
        </p:spPr>
        <p:txBody>
          <a:bodyPr>
            <a:normAutofit/>
          </a:bodyPr>
          <a:lstStyle/>
          <a:p>
            <a:r>
              <a:rPr lang="pl-PL" dirty="0"/>
              <a:t>Metoda </a:t>
            </a:r>
            <a:r>
              <a:rPr lang="pl-PL" dirty="0" err="1"/>
              <a:t>Williamsona</a:t>
            </a:r>
            <a:r>
              <a:rPr lang="pl-PL" dirty="0"/>
              <a:t>-Halla (W-H)</a:t>
            </a:r>
          </a:p>
        </p:txBody>
      </p:sp>
      <p:sp>
        <p:nvSpPr>
          <p:cNvPr id="22" name="Freeform: Shape 12">
            <a:extLst>
              <a:ext uri="{FF2B5EF4-FFF2-40B4-BE49-F238E27FC236}">
                <a16:creationId xmlns:a16="http://schemas.microsoft.com/office/drawing/2014/main" id="{37A44ABE-3AF3-0CD1-DCF2-6F293BBB35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Shape 14">
            <a:extLst>
              <a:ext uri="{FF2B5EF4-FFF2-40B4-BE49-F238E27FC236}">
                <a16:creationId xmlns:a16="http://schemas.microsoft.com/office/drawing/2014/main" id="{47E04D6A-7954-9B4A-509F-31F1E043D6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Obraz 9">
            <a:extLst>
              <a:ext uri="{FF2B5EF4-FFF2-40B4-BE49-F238E27FC236}">
                <a16:creationId xmlns:a16="http://schemas.microsoft.com/office/drawing/2014/main" id="{DC183F52-AB49-24BA-6CA1-36A08CAD35CD}"/>
              </a:ext>
            </a:extLst>
          </p:cNvPr>
          <p:cNvPicPr>
            <a:picLocks noChangeAspect="1"/>
          </p:cNvPicPr>
          <p:nvPr/>
        </p:nvPicPr>
        <p:blipFill>
          <a:blip r:embed="rId3"/>
          <a:srcRect l="25317" t="46315" r="24791" b="1347"/>
          <a:stretch>
            <a:fillRect/>
          </a:stretch>
        </p:blipFill>
        <p:spPr>
          <a:xfrm>
            <a:off x="3685917" y="2914339"/>
            <a:ext cx="3217422" cy="736414"/>
          </a:xfrm>
          <a:prstGeom prst="rect">
            <a:avLst/>
          </a:prstGeom>
        </p:spPr>
      </p:pic>
      <p:pic>
        <p:nvPicPr>
          <p:cNvPr id="4" name="Obraz 3">
            <a:extLst>
              <a:ext uri="{FF2B5EF4-FFF2-40B4-BE49-F238E27FC236}">
                <a16:creationId xmlns:a16="http://schemas.microsoft.com/office/drawing/2014/main" id="{83DA7442-F049-9B57-F480-D792CE9E42A3}"/>
              </a:ext>
            </a:extLst>
          </p:cNvPr>
          <p:cNvPicPr>
            <a:picLocks noChangeAspect="1"/>
          </p:cNvPicPr>
          <p:nvPr/>
        </p:nvPicPr>
        <p:blipFill>
          <a:blip r:embed="rId4"/>
          <a:stretch>
            <a:fillRect/>
          </a:stretch>
        </p:blipFill>
        <p:spPr>
          <a:xfrm>
            <a:off x="7066542" y="1595418"/>
            <a:ext cx="4749673" cy="3921826"/>
          </a:xfrm>
          <a:prstGeom prst="rect">
            <a:avLst/>
          </a:prstGeom>
        </p:spPr>
      </p:pic>
      <p:sp>
        <p:nvSpPr>
          <p:cNvPr id="3" name="Symbol zastępczy zawartości 2">
            <a:extLst>
              <a:ext uri="{FF2B5EF4-FFF2-40B4-BE49-F238E27FC236}">
                <a16:creationId xmlns:a16="http://schemas.microsoft.com/office/drawing/2014/main" id="{64B75073-4BE9-868C-4EF1-14CDF413EDF1}"/>
              </a:ext>
            </a:extLst>
          </p:cNvPr>
          <p:cNvSpPr>
            <a:spLocks noGrp="1"/>
          </p:cNvSpPr>
          <p:nvPr>
            <p:ph idx="1"/>
          </p:nvPr>
        </p:nvSpPr>
        <p:spPr>
          <a:xfrm>
            <a:off x="924239" y="1858001"/>
            <a:ext cx="6223210" cy="1635613"/>
          </a:xfrm>
        </p:spPr>
        <p:txBody>
          <a:bodyPr>
            <a:normAutofit/>
          </a:bodyPr>
          <a:lstStyle/>
          <a:p>
            <a:pPr marL="0" indent="0">
              <a:buNone/>
            </a:pPr>
            <a:r>
              <a:rPr lang="pl-PL" sz="2000" dirty="0"/>
              <a:t>Wykonuje się wykres y(x) gdzie y = </a:t>
            </a:r>
            <a:r>
              <a:rPr lang="el-GR" sz="2000" dirty="0"/>
              <a:t>ϐ</a:t>
            </a:r>
            <a:r>
              <a:rPr lang="pl-PL" sz="2000" dirty="0"/>
              <a:t>cos</a:t>
            </a:r>
            <a:r>
              <a:rPr lang="el-GR" sz="2000" dirty="0"/>
              <a:t>ϑ</a:t>
            </a:r>
            <a:r>
              <a:rPr lang="pl-PL" sz="2000" dirty="0"/>
              <a:t>, zaś x = sin</a:t>
            </a:r>
            <a:r>
              <a:rPr lang="el-GR" sz="2000" dirty="0"/>
              <a:t>ϑ</a:t>
            </a:r>
            <a:r>
              <a:rPr lang="pl-PL" sz="2000" dirty="0"/>
              <a:t> dla każdego piku i dopasowuje się regresję liniową do danych, a nachylenie i przecięcie z osią y dają odpowiednio wartości K</a:t>
            </a:r>
            <a:r>
              <a:rPr lang="el-GR" sz="2000" dirty="0"/>
              <a:t>λ</a:t>
            </a:r>
            <a:r>
              <a:rPr lang="pl-PL" sz="2000" dirty="0"/>
              <a:t>/d oraz 4</a:t>
            </a:r>
            <a:r>
              <a:rPr lang="el-GR" sz="2000" dirty="0"/>
              <a:t>ε</a:t>
            </a:r>
            <a:r>
              <a:rPr lang="pl-PL" sz="2000" dirty="0"/>
              <a:t> </a:t>
            </a:r>
            <a:r>
              <a:rPr lang="pl-PL" sz="1800" dirty="0"/>
              <a:t>(d – średnica krystalitu,</a:t>
            </a:r>
            <a:r>
              <a:rPr lang="el-GR" sz="1800" dirty="0"/>
              <a:t>ε</a:t>
            </a:r>
            <a:r>
              <a:rPr lang="pl-PL" sz="1800" dirty="0"/>
              <a:t> - naprężenie).</a:t>
            </a:r>
            <a:endParaRPr lang="pl-PL" sz="2000" dirty="0"/>
          </a:p>
        </p:txBody>
      </p:sp>
      <p:sp>
        <p:nvSpPr>
          <p:cNvPr id="9" name="pole tekstowe 8">
            <a:extLst>
              <a:ext uri="{FF2B5EF4-FFF2-40B4-BE49-F238E27FC236}">
                <a16:creationId xmlns:a16="http://schemas.microsoft.com/office/drawing/2014/main" id="{E14DF6F4-9C29-9C9F-674E-87974C52BF61}"/>
              </a:ext>
            </a:extLst>
          </p:cNvPr>
          <p:cNvSpPr txBox="1"/>
          <p:nvPr/>
        </p:nvSpPr>
        <p:spPr>
          <a:xfrm>
            <a:off x="809269" y="3672854"/>
            <a:ext cx="6094070" cy="2308324"/>
          </a:xfrm>
          <a:prstGeom prst="rect">
            <a:avLst/>
          </a:prstGeom>
          <a:noFill/>
        </p:spPr>
        <p:txBody>
          <a:bodyPr wrap="square">
            <a:spAutoFit/>
          </a:bodyPr>
          <a:lstStyle/>
          <a:p>
            <a:r>
              <a:rPr lang="pl-PL" sz="1800" dirty="0"/>
              <a:t>Można również zastosować m</a:t>
            </a:r>
            <a:r>
              <a:rPr lang="pl-PL" dirty="0"/>
              <a:t>odel jednolitej gęstości energii odkształcenia UDEDM, który opiera się na założeniu, że moduł Younga jest anizotropowy i wzbogaca równanie o zależność między naprężeniem a odkształceniem, a dodatkowo uwzględnia gęstość energii układu sprężystego.</a:t>
            </a:r>
          </a:p>
          <a:p>
            <a:r>
              <a:rPr lang="pl-PL" sz="1800" dirty="0"/>
              <a:t>Wówczas równanie </a:t>
            </a:r>
            <a:r>
              <a:rPr lang="pl-PL" dirty="0"/>
              <a:t>będzie wyglądać następująco  </a:t>
            </a:r>
            <a:r>
              <a:rPr lang="pl-PL" dirty="0">
                <a:sym typeface="Wingdings" panose="05000000000000000000" pitchFamily="2" charset="2"/>
              </a:rPr>
              <a:t></a:t>
            </a:r>
            <a:br>
              <a:rPr lang="pl-PL" dirty="0">
                <a:sym typeface="Wingdings" panose="05000000000000000000" pitchFamily="2" charset="2"/>
              </a:rPr>
            </a:br>
            <a:br>
              <a:rPr lang="pl-PL" dirty="0">
                <a:sym typeface="Wingdings" panose="05000000000000000000" pitchFamily="2" charset="2"/>
              </a:rPr>
            </a:br>
            <a:r>
              <a:rPr lang="pl-PL" dirty="0">
                <a:sym typeface="Wingdings" panose="05000000000000000000" pitchFamily="2" charset="2"/>
              </a:rPr>
              <a:t>Mamy dodatkowo </a:t>
            </a:r>
            <a:endParaRPr lang="pl-PL" sz="1800" dirty="0"/>
          </a:p>
        </p:txBody>
      </p:sp>
      <p:pic>
        <p:nvPicPr>
          <p:cNvPr id="13" name="Obraz 12">
            <a:extLst>
              <a:ext uri="{FF2B5EF4-FFF2-40B4-BE49-F238E27FC236}">
                <a16:creationId xmlns:a16="http://schemas.microsoft.com/office/drawing/2014/main" id="{4F327071-3B88-6F1D-CA2D-C31D6F14B701}"/>
              </a:ext>
            </a:extLst>
          </p:cNvPr>
          <p:cNvPicPr>
            <a:picLocks noChangeAspect="1"/>
          </p:cNvPicPr>
          <p:nvPr/>
        </p:nvPicPr>
        <p:blipFill>
          <a:blip r:embed="rId5"/>
          <a:stretch>
            <a:fillRect/>
          </a:stretch>
        </p:blipFill>
        <p:spPr>
          <a:xfrm>
            <a:off x="5390962" y="5559311"/>
            <a:ext cx="3248293" cy="860278"/>
          </a:xfrm>
          <a:prstGeom prst="rect">
            <a:avLst/>
          </a:prstGeom>
        </p:spPr>
      </p:pic>
      <p:pic>
        <p:nvPicPr>
          <p:cNvPr id="15" name="Obraz 14">
            <a:extLst>
              <a:ext uri="{FF2B5EF4-FFF2-40B4-BE49-F238E27FC236}">
                <a16:creationId xmlns:a16="http://schemas.microsoft.com/office/drawing/2014/main" id="{06CCEC5F-41B6-5B6D-2E81-0620C2F80B6A}"/>
              </a:ext>
            </a:extLst>
          </p:cNvPr>
          <p:cNvPicPr>
            <a:picLocks noChangeAspect="1"/>
          </p:cNvPicPr>
          <p:nvPr/>
        </p:nvPicPr>
        <p:blipFill>
          <a:blip r:embed="rId6"/>
          <a:stretch>
            <a:fillRect/>
          </a:stretch>
        </p:blipFill>
        <p:spPr>
          <a:xfrm>
            <a:off x="3030763" y="5518701"/>
            <a:ext cx="1478503" cy="596441"/>
          </a:xfrm>
          <a:prstGeom prst="rect">
            <a:avLst/>
          </a:prstGeom>
        </p:spPr>
      </p:pic>
      <p:sp>
        <p:nvSpPr>
          <p:cNvPr id="16" name="Owal 15">
            <a:extLst>
              <a:ext uri="{FF2B5EF4-FFF2-40B4-BE49-F238E27FC236}">
                <a16:creationId xmlns:a16="http://schemas.microsoft.com/office/drawing/2014/main" id="{3053DB78-1FB0-908D-ECE2-1CB28D36EF01}"/>
              </a:ext>
            </a:extLst>
          </p:cNvPr>
          <p:cNvSpPr/>
          <p:nvPr/>
        </p:nvSpPr>
        <p:spPr>
          <a:xfrm>
            <a:off x="7696200" y="1858001"/>
            <a:ext cx="548640" cy="52140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spTree>
    <p:extLst>
      <p:ext uri="{BB962C8B-B14F-4D97-AF65-F5344CB8AC3E}">
        <p14:creationId xmlns:p14="http://schemas.microsoft.com/office/powerpoint/2010/main" val="16653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AB54FDF-48E4-C379-4E9F-B8CD19E2A740}"/>
              </a:ext>
            </a:extLst>
          </p:cNvPr>
          <p:cNvSpPr>
            <a:spLocks noGrp="1"/>
          </p:cNvSpPr>
          <p:nvPr>
            <p:ph type="title"/>
          </p:nvPr>
        </p:nvSpPr>
        <p:spPr/>
        <p:txBody>
          <a:bodyPr/>
          <a:lstStyle/>
          <a:p>
            <a:r>
              <a:rPr lang="pl-PL" dirty="0"/>
              <a:t> </a:t>
            </a:r>
          </a:p>
        </p:txBody>
      </p:sp>
      <p:sp>
        <p:nvSpPr>
          <p:cNvPr id="3" name="Symbol zastępczy zawartości 2">
            <a:extLst>
              <a:ext uri="{FF2B5EF4-FFF2-40B4-BE49-F238E27FC236}">
                <a16:creationId xmlns:a16="http://schemas.microsoft.com/office/drawing/2014/main" id="{FAACBE90-04C4-CD43-E94F-E1063BAE9995}"/>
              </a:ext>
            </a:extLst>
          </p:cNvPr>
          <p:cNvSpPr>
            <a:spLocks noGrp="1"/>
          </p:cNvSpPr>
          <p:nvPr>
            <p:ph idx="1"/>
          </p:nvPr>
        </p:nvSpPr>
        <p:spPr/>
        <p:txBody>
          <a:bodyPr/>
          <a:lstStyle/>
          <a:p>
            <a:pPr marL="0" indent="0">
              <a:buNone/>
            </a:pPr>
            <a:r>
              <a:rPr lang="pl-PL" dirty="0"/>
              <a:t> </a:t>
            </a:r>
          </a:p>
        </p:txBody>
      </p:sp>
      <p:pic>
        <p:nvPicPr>
          <p:cNvPr id="8" name="Obraz 7">
            <a:extLst>
              <a:ext uri="{FF2B5EF4-FFF2-40B4-BE49-F238E27FC236}">
                <a16:creationId xmlns:a16="http://schemas.microsoft.com/office/drawing/2014/main" id="{285492F4-C960-4CFA-07D4-237003221DC4}"/>
              </a:ext>
            </a:extLst>
          </p:cNvPr>
          <p:cNvPicPr>
            <a:picLocks noChangeAspect="1"/>
          </p:cNvPicPr>
          <p:nvPr/>
        </p:nvPicPr>
        <p:blipFill>
          <a:blip r:embed="rId2"/>
          <a:stretch>
            <a:fillRect/>
          </a:stretch>
        </p:blipFill>
        <p:spPr>
          <a:xfrm>
            <a:off x="211015" y="718738"/>
            <a:ext cx="11769969" cy="5420524"/>
          </a:xfrm>
          <a:prstGeom prst="rect">
            <a:avLst/>
          </a:prstGeom>
        </p:spPr>
      </p:pic>
    </p:spTree>
    <p:extLst>
      <p:ext uri="{BB962C8B-B14F-4D97-AF65-F5344CB8AC3E}">
        <p14:creationId xmlns:p14="http://schemas.microsoft.com/office/powerpoint/2010/main" val="34731886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DA5414-2ED8-8845-43C1-CCB98F320BDA}"/>
            </a:ext>
          </a:extLst>
        </p:cNvPr>
        <p:cNvGrpSpPr/>
        <p:nvPr/>
      </p:nvGrpSpPr>
      <p:grpSpPr>
        <a:xfrm>
          <a:off x="0" y="0"/>
          <a:ext cx="0" cy="0"/>
          <a:chOff x="0" y="0"/>
          <a:chExt cx="0" cy="0"/>
        </a:xfrm>
      </p:grpSpPr>
      <p:sp useBgFill="1">
        <p:nvSpPr>
          <p:cNvPr id="21" name="Rectangle 10">
            <a:extLst>
              <a:ext uri="{FF2B5EF4-FFF2-40B4-BE49-F238E27FC236}">
                <a16:creationId xmlns:a16="http://schemas.microsoft.com/office/drawing/2014/main" id="{A37A68B2-BE96-77D2-9C61-6D9229FA61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12">
            <a:extLst>
              <a:ext uri="{FF2B5EF4-FFF2-40B4-BE49-F238E27FC236}">
                <a16:creationId xmlns:a16="http://schemas.microsoft.com/office/drawing/2014/main" id="{2B868581-1245-F569-A491-5A0BC30337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Shape 14">
            <a:extLst>
              <a:ext uri="{FF2B5EF4-FFF2-40B4-BE49-F238E27FC236}">
                <a16:creationId xmlns:a16="http://schemas.microsoft.com/office/drawing/2014/main" id="{37414A5D-6BC9-E865-F1FC-521834593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wal 15">
            <a:extLst>
              <a:ext uri="{FF2B5EF4-FFF2-40B4-BE49-F238E27FC236}">
                <a16:creationId xmlns:a16="http://schemas.microsoft.com/office/drawing/2014/main" id="{F4C9563D-5ED6-0833-1F60-F2F62E7A369E}"/>
              </a:ext>
            </a:extLst>
          </p:cNvPr>
          <p:cNvSpPr/>
          <p:nvPr/>
        </p:nvSpPr>
        <p:spPr>
          <a:xfrm>
            <a:off x="7696200" y="1858001"/>
            <a:ext cx="548640" cy="52140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8" name="Tytuł 7">
            <a:extLst>
              <a:ext uri="{FF2B5EF4-FFF2-40B4-BE49-F238E27FC236}">
                <a16:creationId xmlns:a16="http://schemas.microsoft.com/office/drawing/2014/main" id="{E9B80B58-C880-993E-3BC7-AFEA721765C1}"/>
              </a:ext>
            </a:extLst>
          </p:cNvPr>
          <p:cNvSpPr>
            <a:spLocks noGrp="1"/>
          </p:cNvSpPr>
          <p:nvPr>
            <p:ph type="title"/>
          </p:nvPr>
        </p:nvSpPr>
        <p:spPr/>
        <p:txBody>
          <a:bodyPr/>
          <a:lstStyle/>
          <a:p>
            <a:r>
              <a:rPr lang="pl-PL" dirty="0"/>
              <a:t> </a:t>
            </a:r>
          </a:p>
        </p:txBody>
      </p:sp>
      <p:sp>
        <p:nvSpPr>
          <p:cNvPr id="19" name="Tytuł 1">
            <a:extLst>
              <a:ext uri="{FF2B5EF4-FFF2-40B4-BE49-F238E27FC236}">
                <a16:creationId xmlns:a16="http://schemas.microsoft.com/office/drawing/2014/main" id="{639FED88-A974-A18D-1E88-414318CE7838}"/>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pl-PL" sz="4000" dirty="0"/>
              <a:t>Opis posiadanych danych</a:t>
            </a:r>
          </a:p>
        </p:txBody>
      </p:sp>
      <p:sp>
        <p:nvSpPr>
          <p:cNvPr id="20" name="Symbol zastępczy zawartości 2">
            <a:extLst>
              <a:ext uri="{FF2B5EF4-FFF2-40B4-BE49-F238E27FC236}">
                <a16:creationId xmlns:a16="http://schemas.microsoft.com/office/drawing/2014/main" id="{E8A9E5B5-5EBE-37BB-0D84-52B14478C1C6}"/>
              </a:ext>
            </a:extLst>
          </p:cNvPr>
          <p:cNvSpPr txBox="1">
            <a:spLocks/>
          </p:cNvSpPr>
          <p:nvPr/>
        </p:nvSpPr>
        <p:spPr>
          <a:xfrm>
            <a:off x="838200" y="1690688"/>
            <a:ext cx="1031748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fontAlgn="base"/>
            <a:r>
              <a:rPr lang="en-US" sz="2400" b="1" dirty="0"/>
              <a:t>U, V, W</a:t>
            </a:r>
            <a:r>
              <a:rPr lang="en-US" sz="2400" dirty="0"/>
              <a:t> – instrumental broadening </a:t>
            </a:r>
          </a:p>
          <a:p>
            <a:pPr fontAlgn="base"/>
            <a:r>
              <a:rPr lang="en-US" sz="2400" b="1" dirty="0"/>
              <a:t>X, Y</a:t>
            </a:r>
            <a:r>
              <a:rPr lang="en-US" sz="2400" dirty="0"/>
              <a:t> – sample broadening, in simple model: </a:t>
            </a:r>
            <a:r>
              <a:rPr lang="en-US" sz="2400" b="1" i="1" dirty="0"/>
              <a:t>X –strains, Y – crystallite size.</a:t>
            </a:r>
            <a:r>
              <a:rPr lang="en-US" sz="2400" dirty="0"/>
              <a:t> </a:t>
            </a:r>
          </a:p>
          <a:p>
            <a:pPr fontAlgn="base"/>
            <a:r>
              <a:rPr lang="en-US" sz="2400" dirty="0"/>
              <a:t>FWHM^2(gaussian) = (U)*Tan^2(Theta) + V*Tan(Theta) + W  </a:t>
            </a:r>
          </a:p>
          <a:p>
            <a:pPr fontAlgn="base"/>
            <a:r>
              <a:rPr lang="en-US" sz="2400" dirty="0"/>
              <a:t>FWHM(</a:t>
            </a:r>
            <a:r>
              <a:rPr lang="en-US" sz="2400" dirty="0" err="1"/>
              <a:t>lorentzian</a:t>
            </a:r>
            <a:r>
              <a:rPr lang="en-US" sz="2400" dirty="0"/>
              <a:t>)</a:t>
            </a:r>
            <a:r>
              <a:rPr lang="pl-PL" sz="2400" dirty="0"/>
              <a:t> cos(</a:t>
            </a:r>
            <a:r>
              <a:rPr lang="pl-PL" sz="2400" dirty="0" err="1"/>
              <a:t>Theta</a:t>
            </a:r>
            <a:r>
              <a:rPr lang="pl-PL" sz="2400" dirty="0"/>
              <a:t>)</a:t>
            </a:r>
            <a:r>
              <a:rPr lang="en-US" sz="2400" dirty="0"/>
              <a:t> =  X </a:t>
            </a:r>
            <a:r>
              <a:rPr lang="pl-PL" sz="2400" dirty="0"/>
              <a:t>sin</a:t>
            </a:r>
            <a:r>
              <a:rPr lang="en-US" sz="2400" dirty="0"/>
              <a:t>(Theta) + (Y) </a:t>
            </a:r>
            <a:endParaRPr lang="pl-PL" sz="2400" dirty="0"/>
          </a:p>
          <a:p>
            <a:pPr marL="0" indent="0">
              <a:buFont typeface="Arial" panose="020B0604020202020204" pitchFamily="34" charset="0"/>
              <a:buNone/>
            </a:pPr>
            <a:r>
              <a:rPr lang="pl-PL" sz="2400" dirty="0"/>
              <a:t>W pomiarach dyfrakcyjnym używa się </a:t>
            </a:r>
            <a:br>
              <a:rPr lang="pl-PL" sz="2400" dirty="0"/>
            </a:br>
            <a:r>
              <a:rPr lang="pl-PL" sz="2400" dirty="0"/>
              <a:t>promieniowania, które składa się z dwóch</a:t>
            </a:r>
            <a:br>
              <a:rPr lang="pl-PL" sz="2400" dirty="0"/>
            </a:br>
            <a:r>
              <a:rPr lang="pl-PL" sz="2400" dirty="0"/>
              <a:t>długości fali </a:t>
            </a:r>
            <a:r>
              <a:rPr lang="pl-PL" sz="2000" dirty="0"/>
              <a:t> </a:t>
            </a:r>
            <a:r>
              <a:rPr lang="pl-PL" sz="2400" dirty="0"/>
              <a:t>K_alpha1 i K_alpha2, gdzie </a:t>
            </a:r>
            <a:endParaRPr lang="en-US" sz="2000" dirty="0"/>
          </a:p>
        </p:txBody>
      </p:sp>
      <p:pic>
        <p:nvPicPr>
          <p:cNvPr id="24" name="Picture 2" descr="Obraz 1, Obraz">
            <a:extLst>
              <a:ext uri="{FF2B5EF4-FFF2-40B4-BE49-F238E27FC236}">
                <a16:creationId xmlns:a16="http://schemas.microsoft.com/office/drawing/2014/main" id="{6BFB8861-BD4F-DFC7-7CAF-7C13B6897C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5400" y="3728801"/>
            <a:ext cx="4716741" cy="2376014"/>
          </a:xfrm>
          <a:prstGeom prst="rect">
            <a:avLst/>
          </a:prstGeom>
          <a:noFill/>
          <a:extLst>
            <a:ext uri="{909E8E84-426E-40DD-AFC4-6F175D3DCCD1}">
              <a14:hiddenFill xmlns:a14="http://schemas.microsoft.com/office/drawing/2010/main">
                <a:solidFill>
                  <a:srgbClr val="FFFFFF"/>
                </a:solidFill>
              </a14:hiddenFill>
            </a:ext>
          </a:extLst>
        </p:spPr>
      </p:pic>
      <p:pic>
        <p:nvPicPr>
          <p:cNvPr id="25" name="Obraz 24">
            <a:extLst>
              <a:ext uri="{FF2B5EF4-FFF2-40B4-BE49-F238E27FC236}">
                <a16:creationId xmlns:a16="http://schemas.microsoft.com/office/drawing/2014/main" id="{F8B3A323-4E44-09F6-0FBB-D176867A0EE6}"/>
              </a:ext>
            </a:extLst>
          </p:cNvPr>
          <p:cNvPicPr>
            <a:picLocks noChangeAspect="1"/>
          </p:cNvPicPr>
          <p:nvPr/>
        </p:nvPicPr>
        <p:blipFill>
          <a:blip r:embed="rId4"/>
          <a:stretch>
            <a:fillRect/>
          </a:stretch>
        </p:blipFill>
        <p:spPr>
          <a:xfrm>
            <a:off x="2667529" y="4643801"/>
            <a:ext cx="1951450" cy="569677"/>
          </a:xfrm>
          <a:prstGeom prst="rect">
            <a:avLst/>
          </a:prstGeom>
        </p:spPr>
      </p:pic>
    </p:spTree>
    <p:extLst>
      <p:ext uri="{BB962C8B-B14F-4D97-AF65-F5344CB8AC3E}">
        <p14:creationId xmlns:p14="http://schemas.microsoft.com/office/powerpoint/2010/main" val="12684796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2FA3CB2-26F1-6852-ED35-5C73EB62DEFE}"/>
              </a:ext>
            </a:extLst>
          </p:cNvPr>
          <p:cNvSpPr>
            <a:spLocks noGrp="1"/>
          </p:cNvSpPr>
          <p:nvPr>
            <p:ph type="title"/>
          </p:nvPr>
        </p:nvSpPr>
        <p:spPr/>
        <p:txBody>
          <a:bodyPr/>
          <a:lstStyle/>
          <a:p>
            <a:endParaRPr lang="pl-PL"/>
          </a:p>
        </p:txBody>
      </p:sp>
      <p:sp>
        <p:nvSpPr>
          <p:cNvPr id="3" name="Symbol zastępczy zawartości 2">
            <a:extLst>
              <a:ext uri="{FF2B5EF4-FFF2-40B4-BE49-F238E27FC236}">
                <a16:creationId xmlns:a16="http://schemas.microsoft.com/office/drawing/2014/main" id="{3DF9D811-2FEC-C0E7-60B3-A608EFA0C9F0}"/>
              </a:ext>
            </a:extLst>
          </p:cNvPr>
          <p:cNvSpPr>
            <a:spLocks noGrp="1"/>
          </p:cNvSpPr>
          <p:nvPr>
            <p:ph idx="1"/>
          </p:nvPr>
        </p:nvSpPr>
        <p:spPr/>
        <p:txBody>
          <a:bodyPr/>
          <a:lstStyle/>
          <a:p>
            <a:endParaRPr lang="pl-PL"/>
          </a:p>
        </p:txBody>
      </p:sp>
      <p:pic>
        <p:nvPicPr>
          <p:cNvPr id="5" name="Obraz 4">
            <a:extLst>
              <a:ext uri="{FF2B5EF4-FFF2-40B4-BE49-F238E27FC236}">
                <a16:creationId xmlns:a16="http://schemas.microsoft.com/office/drawing/2014/main" id="{B63F6208-F2C5-07AA-2DD7-1425DDC393E5}"/>
              </a:ext>
            </a:extLst>
          </p:cNvPr>
          <p:cNvPicPr>
            <a:picLocks noChangeAspect="1"/>
          </p:cNvPicPr>
          <p:nvPr/>
        </p:nvPicPr>
        <p:blipFill>
          <a:blip r:embed="rId3"/>
          <a:stretch>
            <a:fillRect/>
          </a:stretch>
        </p:blipFill>
        <p:spPr>
          <a:xfrm>
            <a:off x="-307480" y="0"/>
            <a:ext cx="12499480" cy="6858000"/>
          </a:xfrm>
          <a:prstGeom prst="rect">
            <a:avLst/>
          </a:prstGeom>
        </p:spPr>
      </p:pic>
    </p:spTree>
    <p:extLst>
      <p:ext uri="{BB962C8B-B14F-4D97-AF65-F5344CB8AC3E}">
        <p14:creationId xmlns:p14="http://schemas.microsoft.com/office/powerpoint/2010/main" val="34875259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320254-80F5-F25C-3979-93C65F296B06}"/>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684E2317-F16C-2C72-004B-4E3BFCEE9D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BBF38F9B-A68A-212C-E8B2-2E86CA1BBF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239000" cy="6858000"/>
          </a:xfrm>
          <a:custGeom>
            <a:avLst/>
            <a:gdLst>
              <a:gd name="connsiteX0" fmla="*/ 0 w 6568309"/>
              <a:gd name="connsiteY0" fmla="*/ 0 h 6858000"/>
              <a:gd name="connsiteX1" fmla="*/ 362841 w 6568309"/>
              <a:gd name="connsiteY1" fmla="*/ 0 h 6858000"/>
              <a:gd name="connsiteX2" fmla="*/ 523269 w 6568309"/>
              <a:gd name="connsiteY2" fmla="*/ 0 h 6858000"/>
              <a:gd name="connsiteX3" fmla="*/ 1343025 w 6568309"/>
              <a:gd name="connsiteY3" fmla="*/ 0 h 6858000"/>
              <a:gd name="connsiteX4" fmla="*/ 1705866 w 6568309"/>
              <a:gd name="connsiteY4" fmla="*/ 0 h 6858000"/>
              <a:gd name="connsiteX5" fmla="*/ 1866294 w 6568309"/>
              <a:gd name="connsiteY5" fmla="*/ 0 h 6858000"/>
              <a:gd name="connsiteX6" fmla="*/ 5225154 w 6568309"/>
              <a:gd name="connsiteY6" fmla="*/ 0 h 6858000"/>
              <a:gd name="connsiteX7" fmla="*/ 6568179 w 6568309"/>
              <a:gd name="connsiteY7" fmla="*/ 0 h 6858000"/>
              <a:gd name="connsiteX8" fmla="*/ 6568309 w 6568309"/>
              <a:gd name="connsiteY8" fmla="*/ 1 h 6858000"/>
              <a:gd name="connsiteX9" fmla="*/ 6562951 w 6568309"/>
              <a:gd name="connsiteY9" fmla="*/ 30700 h 6858000"/>
              <a:gd name="connsiteX10" fmla="*/ 6547446 w 6568309"/>
              <a:gd name="connsiteY10" fmla="*/ 310025 h 6858000"/>
              <a:gd name="connsiteX11" fmla="*/ 6558316 w 6568309"/>
              <a:gd name="connsiteY11" fmla="*/ 443960 h 6858000"/>
              <a:gd name="connsiteX12" fmla="*/ 6528896 w 6568309"/>
              <a:gd name="connsiteY12" fmla="*/ 642659 h 6858000"/>
              <a:gd name="connsiteX13" fmla="*/ 6523095 w 6568309"/>
              <a:gd name="connsiteY13" fmla="*/ 673307 h 6858000"/>
              <a:gd name="connsiteX14" fmla="*/ 6496169 w 6568309"/>
              <a:gd name="connsiteY14" fmla="*/ 839641 h 6858000"/>
              <a:gd name="connsiteX15" fmla="*/ 6450789 w 6568309"/>
              <a:gd name="connsiteY15" fmla="*/ 958357 h 6858000"/>
              <a:gd name="connsiteX16" fmla="*/ 6453996 w 6568309"/>
              <a:gd name="connsiteY16" fmla="*/ 963398 h 6858000"/>
              <a:gd name="connsiteX17" fmla="*/ 6419467 w 6568309"/>
              <a:gd name="connsiteY17" fmla="*/ 1117169 h 6858000"/>
              <a:gd name="connsiteX18" fmla="*/ 6417348 w 6568309"/>
              <a:gd name="connsiteY18" fmla="*/ 1144352 h 6858000"/>
              <a:gd name="connsiteX19" fmla="*/ 6418473 w 6568309"/>
              <a:gd name="connsiteY19" fmla="*/ 1164484 h 6858000"/>
              <a:gd name="connsiteX20" fmla="*/ 6406979 w 6568309"/>
              <a:gd name="connsiteY20" fmla="*/ 1213829 h 6858000"/>
              <a:gd name="connsiteX21" fmla="*/ 6381928 w 6568309"/>
              <a:gd name="connsiteY21" fmla="*/ 1294823 h 6858000"/>
              <a:gd name="connsiteX22" fmla="*/ 6377948 w 6568309"/>
              <a:gd name="connsiteY22" fmla="*/ 1312193 h 6858000"/>
              <a:gd name="connsiteX23" fmla="*/ 6379894 w 6568309"/>
              <a:gd name="connsiteY23" fmla="*/ 1327626 h 6858000"/>
              <a:gd name="connsiteX24" fmla="*/ 6385024 w 6568309"/>
              <a:gd name="connsiteY24" fmla="*/ 1331644 h 6858000"/>
              <a:gd name="connsiteX25" fmla="*/ 6383696 w 6568309"/>
              <a:gd name="connsiteY25" fmla="*/ 1341276 h 6858000"/>
              <a:gd name="connsiteX26" fmla="*/ 6384464 w 6568309"/>
              <a:gd name="connsiteY26" fmla="*/ 1343945 h 6858000"/>
              <a:gd name="connsiteX27" fmla="*/ 6387748 w 6568309"/>
              <a:gd name="connsiteY27" fmla="*/ 1359134 h 6858000"/>
              <a:gd name="connsiteX28" fmla="*/ 6364157 w 6568309"/>
              <a:gd name="connsiteY28" fmla="*/ 1427803 h 6858000"/>
              <a:gd name="connsiteX29" fmla="*/ 6335874 w 6568309"/>
              <a:gd name="connsiteY29" fmla="*/ 1540278 h 6858000"/>
              <a:gd name="connsiteX30" fmla="*/ 6331892 w 6568309"/>
              <a:gd name="connsiteY30" fmla="*/ 1547262 h 6858000"/>
              <a:gd name="connsiteX31" fmla="*/ 6332744 w 6568309"/>
              <a:gd name="connsiteY31" fmla="*/ 1577056 h 6858000"/>
              <a:gd name="connsiteX32" fmla="*/ 6333604 w 6568309"/>
              <a:gd name="connsiteY32" fmla="*/ 1595898 h 6858000"/>
              <a:gd name="connsiteX33" fmla="*/ 6324749 w 6568309"/>
              <a:gd name="connsiteY33" fmla="*/ 1703726 h 6858000"/>
              <a:gd name="connsiteX34" fmla="*/ 6329594 w 6568309"/>
              <a:gd name="connsiteY34" fmla="*/ 1809535 h 6858000"/>
              <a:gd name="connsiteX35" fmla="*/ 6329062 w 6568309"/>
              <a:gd name="connsiteY35" fmla="*/ 2018310 h 6858000"/>
              <a:gd name="connsiteX36" fmla="*/ 6321735 w 6568309"/>
              <a:gd name="connsiteY36" fmla="*/ 2071355 h 6858000"/>
              <a:gd name="connsiteX37" fmla="*/ 6322678 w 6568309"/>
              <a:gd name="connsiteY37" fmla="*/ 2141166 h 6858000"/>
              <a:gd name="connsiteX38" fmla="*/ 6321340 w 6568309"/>
              <a:gd name="connsiteY38" fmla="*/ 2154548 h 6858000"/>
              <a:gd name="connsiteX39" fmla="*/ 6316582 w 6568309"/>
              <a:gd name="connsiteY39" fmla="*/ 2158153 h 6858000"/>
              <a:gd name="connsiteX40" fmla="*/ 6311428 w 6568309"/>
              <a:gd name="connsiteY40" fmla="*/ 2178174 h 6858000"/>
              <a:gd name="connsiteX41" fmla="*/ 6310192 w 6568309"/>
              <a:gd name="connsiteY41" fmla="*/ 2202858 h 6858000"/>
              <a:gd name="connsiteX42" fmla="*/ 6309211 w 6568309"/>
              <a:gd name="connsiteY42" fmla="*/ 2320214 h 6858000"/>
              <a:gd name="connsiteX43" fmla="*/ 6300151 w 6568309"/>
              <a:gd name="connsiteY43" fmla="*/ 2417011 h 6858000"/>
              <a:gd name="connsiteX44" fmla="*/ 6295176 w 6568309"/>
              <a:gd name="connsiteY44" fmla="*/ 2454207 h 6858000"/>
              <a:gd name="connsiteX45" fmla="*/ 6293727 w 6568309"/>
              <a:gd name="connsiteY45" fmla="*/ 2487203 h 6858000"/>
              <a:gd name="connsiteX46" fmla="*/ 6285477 w 6568309"/>
              <a:gd name="connsiteY46" fmla="*/ 2512282 h 6858000"/>
              <a:gd name="connsiteX47" fmla="*/ 6286205 w 6568309"/>
              <a:gd name="connsiteY47" fmla="*/ 2514318 h 6858000"/>
              <a:gd name="connsiteX48" fmla="*/ 6304629 w 6568309"/>
              <a:gd name="connsiteY48" fmla="*/ 2574334 h 6858000"/>
              <a:gd name="connsiteX49" fmla="*/ 6303842 w 6568309"/>
              <a:gd name="connsiteY49" fmla="*/ 2579877 h 6858000"/>
              <a:gd name="connsiteX50" fmla="*/ 6303953 w 6568309"/>
              <a:gd name="connsiteY50" fmla="*/ 2608928 h 6858000"/>
              <a:gd name="connsiteX51" fmla="*/ 6303530 w 6568309"/>
              <a:gd name="connsiteY51" fmla="*/ 2613111 h 6858000"/>
              <a:gd name="connsiteX52" fmla="*/ 6297474 w 6568309"/>
              <a:gd name="connsiteY52" fmla="*/ 2621996 h 6858000"/>
              <a:gd name="connsiteX53" fmla="*/ 6299263 w 6568309"/>
              <a:gd name="connsiteY53" fmla="*/ 2634265 h 6858000"/>
              <a:gd name="connsiteX54" fmla="*/ 6293065 w 6568309"/>
              <a:gd name="connsiteY54" fmla="*/ 2647237 h 6858000"/>
              <a:gd name="connsiteX55" fmla="*/ 6297496 w 6568309"/>
              <a:gd name="connsiteY55" fmla="*/ 2650786 h 6858000"/>
              <a:gd name="connsiteX56" fmla="*/ 6301708 w 6568309"/>
              <a:gd name="connsiteY56" fmla="*/ 2661993 h 6858000"/>
              <a:gd name="connsiteX57" fmla="*/ 6295884 w 6568309"/>
              <a:gd name="connsiteY57" fmla="*/ 2670949 h 6858000"/>
              <a:gd name="connsiteX58" fmla="*/ 6291714 w 6568309"/>
              <a:gd name="connsiteY58" fmla="*/ 2690255 h 6858000"/>
              <a:gd name="connsiteX59" fmla="*/ 6292327 w 6568309"/>
              <a:gd name="connsiteY59" fmla="*/ 2695683 h 6858000"/>
              <a:gd name="connsiteX60" fmla="*/ 6284410 w 6568309"/>
              <a:gd name="connsiteY60" fmla="*/ 2713964 h 6858000"/>
              <a:gd name="connsiteX61" fmla="*/ 6280410 w 6568309"/>
              <a:gd name="connsiteY61" fmla="*/ 2730175 h 6858000"/>
              <a:gd name="connsiteX62" fmla="*/ 6288082 w 6568309"/>
              <a:gd name="connsiteY62" fmla="*/ 2763497 h 6858000"/>
              <a:gd name="connsiteX63" fmla="*/ 6260924 w 6568309"/>
              <a:gd name="connsiteY63" fmla="*/ 3051539 h 6858000"/>
              <a:gd name="connsiteX64" fmla="*/ 6210151 w 6568309"/>
              <a:gd name="connsiteY64" fmla="*/ 3335396 h 6858000"/>
              <a:gd name="connsiteX65" fmla="*/ 6212034 w 6568309"/>
              <a:gd name="connsiteY65" fmla="*/ 3456509 h 6858000"/>
              <a:gd name="connsiteX66" fmla="*/ 6197490 w 6568309"/>
              <a:gd name="connsiteY66" fmla="*/ 3531827 h 6858000"/>
              <a:gd name="connsiteX67" fmla="*/ 6208018 w 6568309"/>
              <a:gd name="connsiteY67" fmla="*/ 3570877 h 6858000"/>
              <a:gd name="connsiteX68" fmla="*/ 6205920 w 6568309"/>
              <a:gd name="connsiteY68" fmla="*/ 3583849 h 6858000"/>
              <a:gd name="connsiteX69" fmla="*/ 6199616 w 6568309"/>
              <a:gd name="connsiteY69" fmla="*/ 3592763 h 6858000"/>
              <a:gd name="connsiteX70" fmla="*/ 6181288 w 6568309"/>
              <a:gd name="connsiteY70" fmla="*/ 3653485 h 6858000"/>
              <a:gd name="connsiteX71" fmla="*/ 6175963 w 6568309"/>
              <a:gd name="connsiteY71" fmla="*/ 3670528 h 6858000"/>
              <a:gd name="connsiteX72" fmla="*/ 6176722 w 6568309"/>
              <a:gd name="connsiteY72" fmla="*/ 3685990 h 6858000"/>
              <a:gd name="connsiteX73" fmla="*/ 6181549 w 6568309"/>
              <a:gd name="connsiteY73" fmla="*/ 3690283 h 6858000"/>
              <a:gd name="connsiteX74" fmla="*/ 6179476 w 6568309"/>
              <a:gd name="connsiteY74" fmla="*/ 3699787 h 6858000"/>
              <a:gd name="connsiteX75" fmla="*/ 6180040 w 6568309"/>
              <a:gd name="connsiteY75" fmla="*/ 3702486 h 6858000"/>
              <a:gd name="connsiteX76" fmla="*/ 6182155 w 6568309"/>
              <a:gd name="connsiteY76" fmla="*/ 3717784 h 6858000"/>
              <a:gd name="connsiteX77" fmla="*/ 6158980 w 6568309"/>
              <a:gd name="connsiteY77" fmla="*/ 3746229 h 6858000"/>
              <a:gd name="connsiteX78" fmla="*/ 6096049 w 6568309"/>
              <a:gd name="connsiteY78" fmla="*/ 3924910 h 6858000"/>
              <a:gd name="connsiteX79" fmla="*/ 6069712 w 6568309"/>
              <a:gd name="connsiteY79" fmla="*/ 3989353 h 6858000"/>
              <a:gd name="connsiteX80" fmla="*/ 6067330 w 6568309"/>
              <a:gd name="connsiteY80" fmla="*/ 4033899 h 6858000"/>
              <a:gd name="connsiteX81" fmla="*/ 6061081 w 6568309"/>
              <a:gd name="connsiteY81" fmla="*/ 4142250 h 6858000"/>
              <a:gd name="connsiteX82" fmla="*/ 6042858 w 6568309"/>
              <a:gd name="connsiteY82" fmla="*/ 4329442 h 6858000"/>
              <a:gd name="connsiteX83" fmla="*/ 6034182 w 6568309"/>
              <a:gd name="connsiteY83" fmla="*/ 4456184 h 6858000"/>
              <a:gd name="connsiteX84" fmla="*/ 6029178 w 6568309"/>
              <a:gd name="connsiteY84" fmla="*/ 4468478 h 6858000"/>
              <a:gd name="connsiteX85" fmla="*/ 6029974 w 6568309"/>
              <a:gd name="connsiteY85" fmla="*/ 4469862 h 6858000"/>
              <a:gd name="connsiteX86" fmla="*/ 6028340 w 6568309"/>
              <a:gd name="connsiteY86" fmla="*/ 4483797 h 6858000"/>
              <a:gd name="connsiteX87" fmla="*/ 6025168 w 6568309"/>
              <a:gd name="connsiteY87" fmla="*/ 4487091 h 6858000"/>
              <a:gd name="connsiteX88" fmla="*/ 6023164 w 6568309"/>
              <a:gd name="connsiteY88" fmla="*/ 4496728 h 6858000"/>
              <a:gd name="connsiteX89" fmla="*/ 6016839 w 6568309"/>
              <a:gd name="connsiteY89" fmla="*/ 4515918 h 6858000"/>
              <a:gd name="connsiteX90" fmla="*/ 6017886 w 6568309"/>
              <a:gd name="connsiteY90" fmla="*/ 4519316 h 6858000"/>
              <a:gd name="connsiteX91" fmla="*/ 6011819 w 6568309"/>
              <a:gd name="connsiteY91" fmla="*/ 4547957 h 6858000"/>
              <a:gd name="connsiteX92" fmla="*/ 6012791 w 6568309"/>
              <a:gd name="connsiteY92" fmla="*/ 4548262 h 6858000"/>
              <a:gd name="connsiteX93" fmla="*/ 6015703 w 6568309"/>
              <a:gd name="connsiteY93" fmla="*/ 4555939 h 6858000"/>
              <a:gd name="connsiteX94" fmla="*/ 6018854 w 6568309"/>
              <a:gd name="connsiteY94" fmla="*/ 4570815 h 6858000"/>
              <a:gd name="connsiteX95" fmla="*/ 6033000 w 6568309"/>
              <a:gd name="connsiteY95" fmla="*/ 4633846 h 6858000"/>
              <a:gd name="connsiteX96" fmla="*/ 6032325 w 6568309"/>
              <a:gd name="connsiteY96" fmla="*/ 4639816 h 6858000"/>
              <a:gd name="connsiteX97" fmla="*/ 6032549 w 6568309"/>
              <a:gd name="connsiteY97" fmla="*/ 4639923 h 6858000"/>
              <a:gd name="connsiteX98" fmla="*/ 6032309 w 6568309"/>
              <a:gd name="connsiteY98" fmla="*/ 4646192 h 6858000"/>
              <a:gd name="connsiteX99" fmla="*/ 6031095 w 6568309"/>
              <a:gd name="connsiteY99" fmla="*/ 4650706 h 6858000"/>
              <a:gd name="connsiteX100" fmla="*/ 6029786 w 6568309"/>
              <a:gd name="connsiteY100" fmla="*/ 4662290 h 6858000"/>
              <a:gd name="connsiteX101" fmla="*/ 6030911 w 6568309"/>
              <a:gd name="connsiteY101" fmla="*/ 4666180 h 6858000"/>
              <a:gd name="connsiteX102" fmla="*/ 6033630 w 6568309"/>
              <a:gd name="connsiteY102" fmla="*/ 4667585 h 6858000"/>
              <a:gd name="connsiteX103" fmla="*/ 6033189 w 6568309"/>
              <a:gd name="connsiteY103" fmla="*/ 4668660 h 6858000"/>
              <a:gd name="connsiteX104" fmla="*/ 6038764 w 6568309"/>
              <a:gd name="connsiteY104" fmla="*/ 4689807 h 6858000"/>
              <a:gd name="connsiteX105" fmla="*/ 6042217 w 6568309"/>
              <a:gd name="connsiteY105" fmla="*/ 4737890 h 6858000"/>
              <a:gd name="connsiteX106" fmla="*/ 6040543 w 6568309"/>
              <a:gd name="connsiteY106" fmla="*/ 4765657 h 6858000"/>
              <a:gd name="connsiteX107" fmla="*/ 6039956 w 6568309"/>
              <a:gd name="connsiteY107" fmla="*/ 4841463 h 6858000"/>
              <a:gd name="connsiteX108" fmla="*/ 6057123 w 6568309"/>
              <a:gd name="connsiteY108" fmla="*/ 4969863 h 6858000"/>
              <a:gd name="connsiteX109" fmla="*/ 6055039 w 6568309"/>
              <a:gd name="connsiteY109" fmla="*/ 4974028 h 6858000"/>
              <a:gd name="connsiteX110" fmla="*/ 6053462 w 6568309"/>
              <a:gd name="connsiteY110" fmla="*/ 4980318 h 6858000"/>
              <a:gd name="connsiteX111" fmla="*/ 6053643 w 6568309"/>
              <a:gd name="connsiteY111" fmla="*/ 4980501 h 6858000"/>
              <a:gd name="connsiteX112" fmla="*/ 6051733 w 6568309"/>
              <a:gd name="connsiteY112" fmla="*/ 4986338 h 6858000"/>
              <a:gd name="connsiteX113" fmla="*/ 6049602 w 6568309"/>
              <a:gd name="connsiteY113" fmla="*/ 4991296 h 6858000"/>
              <a:gd name="connsiteX114" fmla="*/ 6075165 w 6568309"/>
              <a:gd name="connsiteY114" fmla="*/ 5076895 h 6858000"/>
              <a:gd name="connsiteX115" fmla="*/ 6073751 w 6568309"/>
              <a:gd name="connsiteY115" fmla="*/ 5081568 h 6858000"/>
              <a:gd name="connsiteX116" fmla="*/ 6073150 w 6568309"/>
              <a:gd name="connsiteY116" fmla="*/ 5088173 h 6858000"/>
              <a:gd name="connsiteX117" fmla="*/ 6073355 w 6568309"/>
              <a:gd name="connsiteY117" fmla="*/ 5088300 h 6858000"/>
              <a:gd name="connsiteX118" fmla="*/ 6072362 w 6568309"/>
              <a:gd name="connsiteY118" fmla="*/ 5094558 h 6858000"/>
              <a:gd name="connsiteX119" fmla="*/ 6064726 w 6568309"/>
              <a:gd name="connsiteY119" fmla="*/ 5125620 h 6858000"/>
              <a:gd name="connsiteX120" fmla="*/ 6065415 w 6568309"/>
              <a:gd name="connsiteY120" fmla="*/ 5268004 h 6858000"/>
              <a:gd name="connsiteX121" fmla="*/ 6066081 w 6568309"/>
              <a:gd name="connsiteY121" fmla="*/ 5269530 h 6858000"/>
              <a:gd name="connsiteX122" fmla="*/ 6043407 w 6568309"/>
              <a:gd name="connsiteY122" fmla="*/ 5390941 h 6858000"/>
              <a:gd name="connsiteX123" fmla="*/ 6025377 w 6568309"/>
              <a:gd name="connsiteY123" fmla="*/ 5539927 h 6858000"/>
              <a:gd name="connsiteX124" fmla="*/ 6010052 w 6568309"/>
              <a:gd name="connsiteY124" fmla="*/ 5791594 h 6858000"/>
              <a:gd name="connsiteX125" fmla="*/ 5994220 w 6568309"/>
              <a:gd name="connsiteY125" fmla="*/ 5855206 h 6858000"/>
              <a:gd name="connsiteX126" fmla="*/ 5982580 w 6568309"/>
              <a:gd name="connsiteY126" fmla="*/ 5873582 h 6858000"/>
              <a:gd name="connsiteX127" fmla="*/ 5983608 w 6568309"/>
              <a:gd name="connsiteY127" fmla="*/ 5876037 h 6858000"/>
              <a:gd name="connsiteX128" fmla="*/ 5983535 w 6568309"/>
              <a:gd name="connsiteY128" fmla="*/ 5886534 h 6858000"/>
              <a:gd name="connsiteX129" fmla="*/ 5988737 w 6568309"/>
              <a:gd name="connsiteY129" fmla="*/ 5888644 h 6858000"/>
              <a:gd name="connsiteX130" fmla="*/ 5992371 w 6568309"/>
              <a:gd name="connsiteY130" fmla="*/ 5903832 h 6858000"/>
              <a:gd name="connsiteX131" fmla="*/ 5990780 w 6568309"/>
              <a:gd name="connsiteY131" fmla="*/ 5923391 h 6858000"/>
              <a:gd name="connsiteX132" fmla="*/ 5993870 w 6568309"/>
              <a:gd name="connsiteY132" fmla="*/ 6013205 h 6858000"/>
              <a:gd name="connsiteX133" fmla="*/ 5997673 w 6568309"/>
              <a:gd name="connsiteY133" fmla="*/ 6074018 h 6858000"/>
              <a:gd name="connsiteX134" fmla="*/ 6014840 w 6568309"/>
              <a:gd name="connsiteY134" fmla="*/ 6130837 h 6858000"/>
              <a:gd name="connsiteX135" fmla="*/ 6010704 w 6568309"/>
              <a:gd name="connsiteY135" fmla="*/ 6152982 h 6858000"/>
              <a:gd name="connsiteX136" fmla="*/ 6038294 w 6568309"/>
              <a:gd name="connsiteY136" fmla="*/ 6221100 h 6858000"/>
              <a:gd name="connsiteX137" fmla="*/ 6052331 w 6568309"/>
              <a:gd name="connsiteY137" fmla="*/ 6287550 h 6858000"/>
              <a:gd name="connsiteX138" fmla="*/ 6074143 w 6568309"/>
              <a:gd name="connsiteY138" fmla="*/ 6401595 h 6858000"/>
              <a:gd name="connsiteX139" fmla="*/ 6060199 w 6568309"/>
              <a:gd name="connsiteY139" fmla="*/ 6487110 h 6858000"/>
              <a:gd name="connsiteX140" fmla="*/ 6081156 w 6568309"/>
              <a:gd name="connsiteY140" fmla="*/ 6588589 h 6858000"/>
              <a:gd name="connsiteX141" fmla="*/ 6114944 w 6568309"/>
              <a:gd name="connsiteY141" fmla="*/ 6769963 h 6858000"/>
              <a:gd name="connsiteX142" fmla="*/ 6128950 w 6568309"/>
              <a:gd name="connsiteY142" fmla="*/ 6835814 h 6858000"/>
              <a:gd name="connsiteX143" fmla="*/ 6132536 w 6568309"/>
              <a:gd name="connsiteY143" fmla="*/ 6858000 h 6858000"/>
              <a:gd name="connsiteX144" fmla="*/ 4789511 w 6568309"/>
              <a:gd name="connsiteY144" fmla="*/ 6858000 h 6858000"/>
              <a:gd name="connsiteX145" fmla="*/ 1866294 w 6568309"/>
              <a:gd name="connsiteY145" fmla="*/ 6858000 h 6858000"/>
              <a:gd name="connsiteX146" fmla="*/ 1705866 w 6568309"/>
              <a:gd name="connsiteY146" fmla="*/ 6858000 h 6858000"/>
              <a:gd name="connsiteX147" fmla="*/ 1343025 w 6568309"/>
              <a:gd name="connsiteY147" fmla="*/ 6858000 h 6858000"/>
              <a:gd name="connsiteX148" fmla="*/ 523269 w 6568309"/>
              <a:gd name="connsiteY148" fmla="*/ 6858000 h 6858000"/>
              <a:gd name="connsiteX149" fmla="*/ 362841 w 6568309"/>
              <a:gd name="connsiteY149" fmla="*/ 6858000 h 6858000"/>
              <a:gd name="connsiteX150" fmla="*/ 0 w 6568309"/>
              <a:gd name="connsiteY15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6568309" h="6858000">
                <a:moveTo>
                  <a:pt x="0" y="0"/>
                </a:moveTo>
                <a:lnTo>
                  <a:pt x="362841" y="0"/>
                </a:lnTo>
                <a:lnTo>
                  <a:pt x="523269" y="0"/>
                </a:lnTo>
                <a:lnTo>
                  <a:pt x="1343025" y="0"/>
                </a:lnTo>
                <a:lnTo>
                  <a:pt x="1705866" y="0"/>
                </a:lnTo>
                <a:lnTo>
                  <a:pt x="1866294" y="0"/>
                </a:lnTo>
                <a:lnTo>
                  <a:pt x="5225154" y="0"/>
                </a:lnTo>
                <a:lnTo>
                  <a:pt x="6568179" y="0"/>
                </a:lnTo>
                <a:lnTo>
                  <a:pt x="6568309" y="1"/>
                </a:lnTo>
                <a:lnTo>
                  <a:pt x="6562951" y="30700"/>
                </a:lnTo>
                <a:cubicBezTo>
                  <a:pt x="6559126" y="84364"/>
                  <a:pt x="6548218" y="241149"/>
                  <a:pt x="6547446" y="310025"/>
                </a:cubicBezTo>
                <a:cubicBezTo>
                  <a:pt x="6550151" y="367544"/>
                  <a:pt x="6557712" y="408251"/>
                  <a:pt x="6558316" y="443960"/>
                </a:cubicBezTo>
                <a:cubicBezTo>
                  <a:pt x="6555224" y="499397"/>
                  <a:pt x="6534767" y="604434"/>
                  <a:pt x="6528896" y="642659"/>
                </a:cubicBezTo>
                <a:cubicBezTo>
                  <a:pt x="6535204" y="657287"/>
                  <a:pt x="6515365" y="658191"/>
                  <a:pt x="6523095" y="673307"/>
                </a:cubicBezTo>
                <a:cubicBezTo>
                  <a:pt x="6523388" y="693769"/>
                  <a:pt x="6506868" y="797295"/>
                  <a:pt x="6496169" y="839641"/>
                </a:cubicBezTo>
                <a:cubicBezTo>
                  <a:pt x="6484119" y="887148"/>
                  <a:pt x="6457817" y="937731"/>
                  <a:pt x="6450789" y="958357"/>
                </a:cubicBezTo>
                <a:cubicBezTo>
                  <a:pt x="6443760" y="978983"/>
                  <a:pt x="6459217" y="936930"/>
                  <a:pt x="6453996" y="963398"/>
                </a:cubicBezTo>
                <a:cubicBezTo>
                  <a:pt x="6448777" y="989867"/>
                  <a:pt x="6425575" y="1087010"/>
                  <a:pt x="6419467" y="1117169"/>
                </a:cubicBezTo>
                <a:cubicBezTo>
                  <a:pt x="6431540" y="1118586"/>
                  <a:pt x="6409651" y="1135372"/>
                  <a:pt x="6417348" y="1144352"/>
                </a:cubicBezTo>
                <a:cubicBezTo>
                  <a:pt x="6424109" y="1150681"/>
                  <a:pt x="6419047" y="1157251"/>
                  <a:pt x="6418473" y="1164484"/>
                </a:cubicBezTo>
                <a:cubicBezTo>
                  <a:pt x="6423767" y="1173524"/>
                  <a:pt x="6413947" y="1205209"/>
                  <a:pt x="6406979" y="1213829"/>
                </a:cubicBezTo>
                <a:cubicBezTo>
                  <a:pt x="6382818" y="1235037"/>
                  <a:pt x="6400452" y="1277327"/>
                  <a:pt x="6381928" y="1294823"/>
                </a:cubicBezTo>
                <a:cubicBezTo>
                  <a:pt x="6379195" y="1300845"/>
                  <a:pt x="6378069" y="1306615"/>
                  <a:pt x="6377948" y="1312193"/>
                </a:cubicBezTo>
                <a:lnTo>
                  <a:pt x="6379894" y="1327626"/>
                </a:lnTo>
                <a:lnTo>
                  <a:pt x="6385024" y="1331644"/>
                </a:lnTo>
                <a:lnTo>
                  <a:pt x="6383696" y="1341276"/>
                </a:lnTo>
                <a:cubicBezTo>
                  <a:pt x="6383952" y="1342166"/>
                  <a:pt x="6384208" y="1343055"/>
                  <a:pt x="6384464" y="1343945"/>
                </a:cubicBezTo>
                <a:cubicBezTo>
                  <a:pt x="6385957" y="1349040"/>
                  <a:pt x="6387253" y="1354080"/>
                  <a:pt x="6387748" y="1359134"/>
                </a:cubicBezTo>
                <a:cubicBezTo>
                  <a:pt x="6384363" y="1373109"/>
                  <a:pt x="6372802" y="1397612"/>
                  <a:pt x="6364157" y="1427803"/>
                </a:cubicBezTo>
                <a:cubicBezTo>
                  <a:pt x="6348141" y="1460349"/>
                  <a:pt x="6348362" y="1505076"/>
                  <a:pt x="6335874" y="1540278"/>
                </a:cubicBezTo>
                <a:lnTo>
                  <a:pt x="6331892" y="1547262"/>
                </a:lnTo>
                <a:lnTo>
                  <a:pt x="6332744" y="1577056"/>
                </a:lnTo>
                <a:cubicBezTo>
                  <a:pt x="6335859" y="1582205"/>
                  <a:pt x="6336674" y="1589568"/>
                  <a:pt x="6333604" y="1595898"/>
                </a:cubicBezTo>
                <a:lnTo>
                  <a:pt x="6324749" y="1703726"/>
                </a:lnTo>
                <a:cubicBezTo>
                  <a:pt x="6324080" y="1739332"/>
                  <a:pt x="6318019" y="1754453"/>
                  <a:pt x="6329594" y="1809535"/>
                </a:cubicBezTo>
                <a:cubicBezTo>
                  <a:pt x="6344930" y="1868036"/>
                  <a:pt x="6323725" y="1952670"/>
                  <a:pt x="6329062" y="2018310"/>
                </a:cubicBezTo>
                <a:cubicBezTo>
                  <a:pt x="6308075" y="2053162"/>
                  <a:pt x="6326925" y="2034561"/>
                  <a:pt x="6321735" y="2071355"/>
                </a:cubicBezTo>
                <a:lnTo>
                  <a:pt x="6322678" y="2141166"/>
                </a:lnTo>
                <a:lnTo>
                  <a:pt x="6321340" y="2154548"/>
                </a:lnTo>
                <a:lnTo>
                  <a:pt x="6316582" y="2158153"/>
                </a:lnTo>
                <a:lnTo>
                  <a:pt x="6311428" y="2178174"/>
                </a:lnTo>
                <a:cubicBezTo>
                  <a:pt x="6310177" y="2185696"/>
                  <a:pt x="6309622" y="2193828"/>
                  <a:pt x="6310192" y="2202858"/>
                </a:cubicBezTo>
                <a:cubicBezTo>
                  <a:pt x="6319667" y="2232772"/>
                  <a:pt x="6296459" y="2283357"/>
                  <a:pt x="6309211" y="2320214"/>
                </a:cubicBezTo>
                <a:cubicBezTo>
                  <a:pt x="6307537" y="2355906"/>
                  <a:pt x="6302490" y="2394678"/>
                  <a:pt x="6300151" y="2417011"/>
                </a:cubicBezTo>
                <a:cubicBezTo>
                  <a:pt x="6292303" y="2426377"/>
                  <a:pt x="6304439" y="2456509"/>
                  <a:pt x="6295176" y="2454207"/>
                </a:cubicBezTo>
                <a:cubicBezTo>
                  <a:pt x="6299335" y="2464947"/>
                  <a:pt x="6297305" y="2476105"/>
                  <a:pt x="6293727" y="2487203"/>
                </a:cubicBezTo>
                <a:lnTo>
                  <a:pt x="6285477" y="2512282"/>
                </a:lnTo>
                <a:cubicBezTo>
                  <a:pt x="6285720" y="2512961"/>
                  <a:pt x="6285962" y="2513640"/>
                  <a:pt x="6286205" y="2514318"/>
                </a:cubicBezTo>
                <a:cubicBezTo>
                  <a:pt x="6292347" y="2534324"/>
                  <a:pt x="6298487" y="2554328"/>
                  <a:pt x="6304629" y="2574334"/>
                </a:cubicBezTo>
                <a:lnTo>
                  <a:pt x="6303842" y="2579877"/>
                </a:lnTo>
                <a:cubicBezTo>
                  <a:pt x="6303729" y="2585644"/>
                  <a:pt x="6304006" y="2603388"/>
                  <a:pt x="6303953" y="2608928"/>
                </a:cubicBezTo>
                <a:lnTo>
                  <a:pt x="6303530" y="2613111"/>
                </a:lnTo>
                <a:lnTo>
                  <a:pt x="6297474" y="2621996"/>
                </a:lnTo>
                <a:lnTo>
                  <a:pt x="6299263" y="2634265"/>
                </a:lnTo>
                <a:lnTo>
                  <a:pt x="6293065" y="2647237"/>
                </a:lnTo>
                <a:cubicBezTo>
                  <a:pt x="6294685" y="2648158"/>
                  <a:pt x="6296180" y="2649356"/>
                  <a:pt x="6297496" y="2650786"/>
                </a:cubicBezTo>
                <a:lnTo>
                  <a:pt x="6301708" y="2661993"/>
                </a:lnTo>
                <a:lnTo>
                  <a:pt x="6295884" y="2670949"/>
                </a:lnTo>
                <a:cubicBezTo>
                  <a:pt x="6304913" y="2672007"/>
                  <a:pt x="6294429" y="2681695"/>
                  <a:pt x="6291714" y="2690255"/>
                </a:cubicBezTo>
                <a:lnTo>
                  <a:pt x="6292327" y="2695683"/>
                </a:lnTo>
                <a:lnTo>
                  <a:pt x="6284410" y="2713964"/>
                </a:lnTo>
                <a:lnTo>
                  <a:pt x="6280410" y="2730175"/>
                </a:lnTo>
                <a:lnTo>
                  <a:pt x="6288082" y="2763497"/>
                </a:lnTo>
                <a:lnTo>
                  <a:pt x="6260924" y="3051539"/>
                </a:lnTo>
                <a:cubicBezTo>
                  <a:pt x="6251455" y="3165645"/>
                  <a:pt x="6222174" y="3216611"/>
                  <a:pt x="6210151" y="3335396"/>
                </a:cubicBezTo>
                <a:lnTo>
                  <a:pt x="6212034" y="3456509"/>
                </a:lnTo>
                <a:lnTo>
                  <a:pt x="6197490" y="3531827"/>
                </a:lnTo>
                <a:lnTo>
                  <a:pt x="6208018" y="3570877"/>
                </a:lnTo>
                <a:lnTo>
                  <a:pt x="6205920" y="3583849"/>
                </a:lnTo>
                <a:lnTo>
                  <a:pt x="6199616" y="3592763"/>
                </a:lnTo>
                <a:cubicBezTo>
                  <a:pt x="6191839" y="3613948"/>
                  <a:pt x="6196204" y="3641245"/>
                  <a:pt x="6181288" y="3653485"/>
                </a:cubicBezTo>
                <a:cubicBezTo>
                  <a:pt x="6178087" y="3659316"/>
                  <a:pt x="6176516" y="3664985"/>
                  <a:pt x="6175963" y="3670528"/>
                </a:cubicBezTo>
                <a:lnTo>
                  <a:pt x="6176722" y="3685990"/>
                </a:lnTo>
                <a:lnTo>
                  <a:pt x="6181549" y="3690283"/>
                </a:lnTo>
                <a:lnTo>
                  <a:pt x="6179476" y="3699787"/>
                </a:lnTo>
                <a:cubicBezTo>
                  <a:pt x="6179664" y="3700686"/>
                  <a:pt x="6179852" y="3701586"/>
                  <a:pt x="6180040" y="3702486"/>
                </a:cubicBezTo>
                <a:cubicBezTo>
                  <a:pt x="6181140" y="3707637"/>
                  <a:pt x="6182047" y="3712728"/>
                  <a:pt x="6182155" y="3717784"/>
                </a:cubicBezTo>
                <a:cubicBezTo>
                  <a:pt x="6156678" y="3711701"/>
                  <a:pt x="6178864" y="3759789"/>
                  <a:pt x="6158980" y="3746229"/>
                </a:cubicBezTo>
                <a:cubicBezTo>
                  <a:pt x="6144630" y="3780750"/>
                  <a:pt x="6117520" y="3867558"/>
                  <a:pt x="6096049" y="3924910"/>
                </a:cubicBezTo>
                <a:lnTo>
                  <a:pt x="6069712" y="3989353"/>
                </a:lnTo>
                <a:lnTo>
                  <a:pt x="6067330" y="4033899"/>
                </a:lnTo>
                <a:cubicBezTo>
                  <a:pt x="6065506" y="4070470"/>
                  <a:pt x="6063599" y="4110146"/>
                  <a:pt x="6061081" y="4142250"/>
                </a:cubicBezTo>
                <a:cubicBezTo>
                  <a:pt x="6055260" y="4200007"/>
                  <a:pt x="6045907" y="4278998"/>
                  <a:pt x="6042858" y="4329442"/>
                </a:cubicBezTo>
                <a:cubicBezTo>
                  <a:pt x="6038376" y="4381764"/>
                  <a:pt x="6036461" y="4433012"/>
                  <a:pt x="6034182" y="4456184"/>
                </a:cubicBezTo>
                <a:lnTo>
                  <a:pt x="6029178" y="4468478"/>
                </a:lnTo>
                <a:lnTo>
                  <a:pt x="6029974" y="4469862"/>
                </a:lnTo>
                <a:cubicBezTo>
                  <a:pt x="6031287" y="4476321"/>
                  <a:pt x="6030316" y="4480555"/>
                  <a:pt x="6028340" y="4483797"/>
                </a:cubicBezTo>
                <a:lnTo>
                  <a:pt x="6025168" y="4487091"/>
                </a:lnTo>
                <a:lnTo>
                  <a:pt x="6023164" y="4496728"/>
                </a:lnTo>
                <a:lnTo>
                  <a:pt x="6016839" y="4515918"/>
                </a:lnTo>
                <a:cubicBezTo>
                  <a:pt x="6017189" y="4517049"/>
                  <a:pt x="6017537" y="4518182"/>
                  <a:pt x="6017886" y="4519316"/>
                </a:cubicBezTo>
                <a:lnTo>
                  <a:pt x="6011819" y="4547957"/>
                </a:lnTo>
                <a:lnTo>
                  <a:pt x="6012791" y="4548262"/>
                </a:lnTo>
                <a:cubicBezTo>
                  <a:pt x="6014837" y="4549595"/>
                  <a:pt x="6016087" y="4551811"/>
                  <a:pt x="6015703" y="4555939"/>
                </a:cubicBezTo>
                <a:cubicBezTo>
                  <a:pt x="6031790" y="4548276"/>
                  <a:pt x="6021405" y="4557977"/>
                  <a:pt x="6018854" y="4570815"/>
                </a:cubicBezTo>
                <a:cubicBezTo>
                  <a:pt x="6021736" y="4583801"/>
                  <a:pt x="6030754" y="4622347"/>
                  <a:pt x="6033000" y="4633846"/>
                </a:cubicBezTo>
                <a:lnTo>
                  <a:pt x="6032325" y="4639816"/>
                </a:lnTo>
                <a:lnTo>
                  <a:pt x="6032549" y="4639923"/>
                </a:lnTo>
                <a:cubicBezTo>
                  <a:pt x="6032911" y="4641190"/>
                  <a:pt x="6032878" y="4643141"/>
                  <a:pt x="6032309" y="4646192"/>
                </a:cubicBezTo>
                <a:lnTo>
                  <a:pt x="6031095" y="4650706"/>
                </a:lnTo>
                <a:lnTo>
                  <a:pt x="6029786" y="4662290"/>
                </a:lnTo>
                <a:cubicBezTo>
                  <a:pt x="6030161" y="4663587"/>
                  <a:pt x="6030536" y="4664883"/>
                  <a:pt x="6030911" y="4666180"/>
                </a:cubicBezTo>
                <a:lnTo>
                  <a:pt x="6033630" y="4667585"/>
                </a:lnTo>
                <a:lnTo>
                  <a:pt x="6033189" y="4668660"/>
                </a:lnTo>
                <a:cubicBezTo>
                  <a:pt x="6027286" y="4676831"/>
                  <a:pt x="6019767" y="4679345"/>
                  <a:pt x="6038764" y="4689807"/>
                </a:cubicBezTo>
                <a:cubicBezTo>
                  <a:pt x="6028616" y="4708535"/>
                  <a:pt x="6040474" y="4712235"/>
                  <a:pt x="6042217" y="4737890"/>
                </a:cubicBezTo>
                <a:cubicBezTo>
                  <a:pt x="6033362" y="4748600"/>
                  <a:pt x="6035273" y="4757223"/>
                  <a:pt x="6040543" y="4765657"/>
                </a:cubicBezTo>
                <a:cubicBezTo>
                  <a:pt x="6034416" y="4790618"/>
                  <a:pt x="6040696" y="4813399"/>
                  <a:pt x="6039956" y="4841463"/>
                </a:cubicBezTo>
                <a:lnTo>
                  <a:pt x="6057123" y="4969863"/>
                </a:lnTo>
                <a:lnTo>
                  <a:pt x="6055039" y="4974028"/>
                </a:lnTo>
                <a:cubicBezTo>
                  <a:pt x="6053860" y="4976933"/>
                  <a:pt x="6053409" y="4978909"/>
                  <a:pt x="6053462" y="4980318"/>
                </a:cubicBezTo>
                <a:lnTo>
                  <a:pt x="6053643" y="4980501"/>
                </a:lnTo>
                <a:lnTo>
                  <a:pt x="6051733" y="4986338"/>
                </a:lnTo>
                <a:lnTo>
                  <a:pt x="6049602" y="4991296"/>
                </a:lnTo>
                <a:cubicBezTo>
                  <a:pt x="6058123" y="5019829"/>
                  <a:pt x="6066643" y="5048361"/>
                  <a:pt x="6075165" y="5076895"/>
                </a:cubicBezTo>
                <a:lnTo>
                  <a:pt x="6073751" y="5081568"/>
                </a:lnTo>
                <a:cubicBezTo>
                  <a:pt x="6073034" y="5084748"/>
                  <a:pt x="6072888" y="5086810"/>
                  <a:pt x="6073150" y="5088173"/>
                </a:cubicBezTo>
                <a:lnTo>
                  <a:pt x="6073355" y="5088300"/>
                </a:lnTo>
                <a:lnTo>
                  <a:pt x="6072362" y="5094558"/>
                </a:lnTo>
                <a:cubicBezTo>
                  <a:pt x="6070184" y="5105196"/>
                  <a:pt x="6067588" y="5115626"/>
                  <a:pt x="6064726" y="5125620"/>
                </a:cubicBezTo>
                <a:cubicBezTo>
                  <a:pt x="6063568" y="5154527"/>
                  <a:pt x="6065189" y="5244020"/>
                  <a:pt x="6065415" y="5268004"/>
                </a:cubicBezTo>
                <a:cubicBezTo>
                  <a:pt x="6065637" y="5268513"/>
                  <a:pt x="6065860" y="5269021"/>
                  <a:pt x="6066081" y="5269530"/>
                </a:cubicBezTo>
                <a:lnTo>
                  <a:pt x="6043407" y="5390941"/>
                </a:lnTo>
                <a:cubicBezTo>
                  <a:pt x="6032545" y="5438194"/>
                  <a:pt x="6020942" y="5465286"/>
                  <a:pt x="6025377" y="5539927"/>
                </a:cubicBezTo>
                <a:cubicBezTo>
                  <a:pt x="6019787" y="5610775"/>
                  <a:pt x="6013913" y="5740573"/>
                  <a:pt x="6010052" y="5791594"/>
                </a:cubicBezTo>
                <a:cubicBezTo>
                  <a:pt x="5989401" y="5787060"/>
                  <a:pt x="6018524" y="5849672"/>
                  <a:pt x="5994220" y="5855206"/>
                </a:cubicBezTo>
                <a:cubicBezTo>
                  <a:pt x="5995282" y="5860240"/>
                  <a:pt x="5980598" y="5868910"/>
                  <a:pt x="5982580" y="5873582"/>
                </a:cubicBezTo>
                <a:cubicBezTo>
                  <a:pt x="5982922" y="5874401"/>
                  <a:pt x="5983265" y="5875218"/>
                  <a:pt x="5983608" y="5876037"/>
                </a:cubicBezTo>
                <a:lnTo>
                  <a:pt x="5983535" y="5886534"/>
                </a:lnTo>
                <a:lnTo>
                  <a:pt x="5988737" y="5888644"/>
                </a:lnTo>
                <a:cubicBezTo>
                  <a:pt x="5989948" y="5893707"/>
                  <a:pt x="5991159" y="5898769"/>
                  <a:pt x="5992371" y="5903832"/>
                </a:cubicBezTo>
                <a:cubicBezTo>
                  <a:pt x="5992924" y="5909651"/>
                  <a:pt x="5992578" y="5916068"/>
                  <a:pt x="5990780" y="5923391"/>
                </a:cubicBezTo>
                <a:cubicBezTo>
                  <a:pt x="5975822" y="5948880"/>
                  <a:pt x="6013580" y="5981626"/>
                  <a:pt x="5993870" y="6013205"/>
                </a:cubicBezTo>
                <a:cubicBezTo>
                  <a:pt x="5988486" y="6024901"/>
                  <a:pt x="5991718" y="6066777"/>
                  <a:pt x="5997673" y="6074018"/>
                </a:cubicBezTo>
                <a:cubicBezTo>
                  <a:pt x="5998007" y="6081731"/>
                  <a:pt x="6007861" y="6126985"/>
                  <a:pt x="6014840" y="6130837"/>
                </a:cubicBezTo>
                <a:cubicBezTo>
                  <a:pt x="6022998" y="6137057"/>
                  <a:pt x="5999420" y="6156330"/>
                  <a:pt x="6010704" y="6152982"/>
                </a:cubicBezTo>
                <a:cubicBezTo>
                  <a:pt x="6008682" y="6186619"/>
                  <a:pt x="6039938" y="6191636"/>
                  <a:pt x="6038294" y="6221100"/>
                </a:cubicBezTo>
                <a:cubicBezTo>
                  <a:pt x="6039643" y="6222126"/>
                  <a:pt x="6046356" y="6257468"/>
                  <a:pt x="6052331" y="6287550"/>
                </a:cubicBezTo>
                <a:cubicBezTo>
                  <a:pt x="6058307" y="6317632"/>
                  <a:pt x="6082079" y="6391312"/>
                  <a:pt x="6074143" y="6401595"/>
                </a:cubicBezTo>
                <a:cubicBezTo>
                  <a:pt x="6074931" y="6423902"/>
                  <a:pt x="6059614" y="6432919"/>
                  <a:pt x="6060199" y="6487110"/>
                </a:cubicBezTo>
                <a:cubicBezTo>
                  <a:pt x="6075583" y="6574474"/>
                  <a:pt x="6076150" y="6553611"/>
                  <a:pt x="6081156" y="6588589"/>
                </a:cubicBezTo>
                <a:cubicBezTo>
                  <a:pt x="6102088" y="6637976"/>
                  <a:pt x="6067660" y="6687723"/>
                  <a:pt x="6114944" y="6769963"/>
                </a:cubicBezTo>
                <a:cubicBezTo>
                  <a:pt x="6130462" y="6819284"/>
                  <a:pt x="6119243" y="6817955"/>
                  <a:pt x="6128950" y="6835814"/>
                </a:cubicBezTo>
                <a:lnTo>
                  <a:pt x="6132536" y="6858000"/>
                </a:lnTo>
                <a:lnTo>
                  <a:pt x="4789511" y="6858000"/>
                </a:lnTo>
                <a:lnTo>
                  <a:pt x="1866294" y="6858000"/>
                </a:lnTo>
                <a:lnTo>
                  <a:pt x="1705866" y="6858000"/>
                </a:lnTo>
                <a:lnTo>
                  <a:pt x="1343025" y="6858000"/>
                </a:lnTo>
                <a:lnTo>
                  <a:pt x="523269" y="6858000"/>
                </a:lnTo>
                <a:lnTo>
                  <a:pt x="362841"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Tytuł 4">
            <a:extLst>
              <a:ext uri="{FF2B5EF4-FFF2-40B4-BE49-F238E27FC236}">
                <a16:creationId xmlns:a16="http://schemas.microsoft.com/office/drawing/2014/main" id="{E9FCCA34-71B4-813D-E845-AA91DDCA7F5F}"/>
              </a:ext>
            </a:extLst>
          </p:cNvPr>
          <p:cNvSpPr>
            <a:spLocks noGrp="1"/>
          </p:cNvSpPr>
          <p:nvPr>
            <p:ph type="title"/>
          </p:nvPr>
        </p:nvSpPr>
        <p:spPr/>
        <p:txBody>
          <a:bodyPr/>
          <a:lstStyle/>
          <a:p>
            <a:r>
              <a:rPr lang="pl-PL" dirty="0"/>
              <a:t>Cel projektu ? </a:t>
            </a:r>
          </a:p>
        </p:txBody>
      </p:sp>
      <p:sp>
        <p:nvSpPr>
          <p:cNvPr id="13" name="Owal 12">
            <a:extLst>
              <a:ext uri="{FF2B5EF4-FFF2-40B4-BE49-F238E27FC236}">
                <a16:creationId xmlns:a16="http://schemas.microsoft.com/office/drawing/2014/main" id="{64C46282-16FA-A136-60FD-91FBAA436832}"/>
              </a:ext>
            </a:extLst>
          </p:cNvPr>
          <p:cNvSpPr/>
          <p:nvPr/>
        </p:nvSpPr>
        <p:spPr>
          <a:xfrm>
            <a:off x="1050536" y="2127636"/>
            <a:ext cx="1335915" cy="1335915"/>
          </a:xfrm>
          <a:prstGeom prst="ellipse">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pl-PL" dirty="0"/>
          </a:p>
        </p:txBody>
      </p:sp>
      <p:sp>
        <p:nvSpPr>
          <p:cNvPr id="15" name="Dowolny kształt: kształt 14">
            <a:extLst>
              <a:ext uri="{FF2B5EF4-FFF2-40B4-BE49-F238E27FC236}">
                <a16:creationId xmlns:a16="http://schemas.microsoft.com/office/drawing/2014/main" id="{6B3D84AF-64AB-C188-D5D3-8BEB6FD653E0}"/>
              </a:ext>
            </a:extLst>
          </p:cNvPr>
          <p:cNvSpPr/>
          <p:nvPr/>
        </p:nvSpPr>
        <p:spPr>
          <a:xfrm>
            <a:off x="2632401" y="3463551"/>
            <a:ext cx="3148942" cy="1335915"/>
          </a:xfrm>
          <a:custGeom>
            <a:avLst/>
            <a:gdLst>
              <a:gd name="connsiteX0" fmla="*/ 0 w 3148942"/>
              <a:gd name="connsiteY0" fmla="*/ 0 h 1335915"/>
              <a:gd name="connsiteX1" fmla="*/ 3148942 w 3148942"/>
              <a:gd name="connsiteY1" fmla="*/ 0 h 1335915"/>
              <a:gd name="connsiteX2" fmla="*/ 3148942 w 3148942"/>
              <a:gd name="connsiteY2" fmla="*/ 1335915 h 1335915"/>
              <a:gd name="connsiteX3" fmla="*/ 0 w 3148942"/>
              <a:gd name="connsiteY3" fmla="*/ 1335915 h 1335915"/>
              <a:gd name="connsiteX4" fmla="*/ 0 w 3148942"/>
              <a:gd name="connsiteY4" fmla="*/ 0 h 13359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8942" h="1335915">
                <a:moveTo>
                  <a:pt x="0" y="0"/>
                </a:moveTo>
                <a:lnTo>
                  <a:pt x="3148942" y="0"/>
                </a:lnTo>
                <a:lnTo>
                  <a:pt x="3148942" y="1335915"/>
                </a:lnTo>
                <a:lnTo>
                  <a:pt x="0" y="133591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l" defTabSz="711200">
              <a:lnSpc>
                <a:spcPct val="100000"/>
              </a:lnSpc>
              <a:spcBef>
                <a:spcPct val="0"/>
              </a:spcBef>
              <a:spcAft>
                <a:spcPct val="35000"/>
              </a:spcAft>
              <a:buNone/>
            </a:pPr>
            <a:r>
              <a:rPr lang="pl-PL" sz="2000" kern="1200" dirty="0"/>
              <a:t>Łatwy w obsłudze intuicyjny program, gdzie wprowadza się dyfraktogram (dane) albo wartości UVW i w oparciu</a:t>
            </a:r>
            <a:br>
              <a:rPr lang="pl-PL" sz="2000" kern="1200" dirty="0"/>
            </a:br>
            <a:r>
              <a:rPr lang="pl-PL" sz="2000" kern="1200" dirty="0"/>
              <a:t>o wcześniej wyuczone schematy i widmo referencyjne dla danego dyfraktometru (może się zmienić z konfiguracją) analizuje i daje rozmiar krystalitu i naprężenie. Nie ma potrzeby wprowadzania modelu strukturalnego.</a:t>
            </a:r>
            <a:endParaRPr lang="en-US" sz="2000" kern="1200" dirty="0"/>
          </a:p>
        </p:txBody>
      </p:sp>
      <p:sp>
        <p:nvSpPr>
          <p:cNvPr id="16" name="Owal 15">
            <a:extLst>
              <a:ext uri="{FF2B5EF4-FFF2-40B4-BE49-F238E27FC236}">
                <a16:creationId xmlns:a16="http://schemas.microsoft.com/office/drawing/2014/main" id="{EAAC4A91-F258-9219-E33A-832C3B3187F4}"/>
              </a:ext>
            </a:extLst>
          </p:cNvPr>
          <p:cNvSpPr/>
          <p:nvPr/>
        </p:nvSpPr>
        <p:spPr>
          <a:xfrm>
            <a:off x="6370340" y="2127636"/>
            <a:ext cx="1335915" cy="1335915"/>
          </a:xfrm>
          <a:prstGeom prst="ellipse">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pl-PL" dirty="0"/>
          </a:p>
        </p:txBody>
      </p:sp>
      <p:sp>
        <p:nvSpPr>
          <p:cNvPr id="18" name="Dowolny kształt: kształt 17">
            <a:extLst>
              <a:ext uri="{FF2B5EF4-FFF2-40B4-BE49-F238E27FC236}">
                <a16:creationId xmlns:a16="http://schemas.microsoft.com/office/drawing/2014/main" id="{A7726F46-B325-730E-5723-F5BAD24D936A}"/>
              </a:ext>
            </a:extLst>
          </p:cNvPr>
          <p:cNvSpPr/>
          <p:nvPr/>
        </p:nvSpPr>
        <p:spPr>
          <a:xfrm>
            <a:off x="7992522" y="3333336"/>
            <a:ext cx="3148942" cy="1335915"/>
          </a:xfrm>
          <a:custGeom>
            <a:avLst/>
            <a:gdLst>
              <a:gd name="connsiteX0" fmla="*/ 0 w 3148942"/>
              <a:gd name="connsiteY0" fmla="*/ 0 h 1335915"/>
              <a:gd name="connsiteX1" fmla="*/ 3148942 w 3148942"/>
              <a:gd name="connsiteY1" fmla="*/ 0 h 1335915"/>
              <a:gd name="connsiteX2" fmla="*/ 3148942 w 3148942"/>
              <a:gd name="connsiteY2" fmla="*/ 1335915 h 1335915"/>
              <a:gd name="connsiteX3" fmla="*/ 0 w 3148942"/>
              <a:gd name="connsiteY3" fmla="*/ 1335915 h 1335915"/>
              <a:gd name="connsiteX4" fmla="*/ 0 w 3148942"/>
              <a:gd name="connsiteY4" fmla="*/ 0 h 13359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8942" h="1335915">
                <a:moveTo>
                  <a:pt x="0" y="0"/>
                </a:moveTo>
                <a:lnTo>
                  <a:pt x="3148942" y="0"/>
                </a:lnTo>
                <a:lnTo>
                  <a:pt x="3148942" y="1335915"/>
                </a:lnTo>
                <a:lnTo>
                  <a:pt x="0" y="133591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l" defTabSz="711200">
              <a:lnSpc>
                <a:spcPct val="100000"/>
              </a:lnSpc>
              <a:spcBef>
                <a:spcPct val="0"/>
              </a:spcBef>
              <a:spcAft>
                <a:spcPct val="35000"/>
              </a:spcAft>
              <a:buNone/>
            </a:pPr>
            <a:r>
              <a:rPr lang="pl-PL" sz="2400" kern="1200" dirty="0"/>
              <a:t>Różnica od innych programów? Np. </a:t>
            </a:r>
            <a:br>
              <a:rPr lang="pl-PL" sz="2400" kern="1200" dirty="0"/>
            </a:br>
            <a:r>
              <a:rPr lang="pl-PL" sz="2400" kern="1200" dirty="0"/>
              <a:t>w programie </a:t>
            </a:r>
            <a:r>
              <a:rPr lang="pl-PL" sz="2400" kern="1200" dirty="0" err="1"/>
              <a:t>FullProff</a:t>
            </a:r>
            <a:r>
              <a:rPr lang="pl-PL" sz="2400" kern="1200" dirty="0"/>
              <a:t> konieczny jest model strukturalny do tej analizy, co zawiera dużo danych i wyrzuca dużo danych, a my chcemy jedynie te dwie wartości. </a:t>
            </a:r>
            <a:endParaRPr lang="en-US" sz="2400" kern="1200" dirty="0"/>
          </a:p>
        </p:txBody>
      </p:sp>
      <p:pic>
        <p:nvPicPr>
          <p:cNvPr id="21" name="Grafika 20" descr="Bąbelki z wypełnieniem pełnym">
            <a:extLst>
              <a:ext uri="{FF2B5EF4-FFF2-40B4-BE49-F238E27FC236}">
                <a16:creationId xmlns:a16="http://schemas.microsoft.com/office/drawing/2014/main" id="{5A6F84BF-80C4-0837-EB43-F60C7A84EA2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558228" y="2277626"/>
            <a:ext cx="914400" cy="914400"/>
          </a:xfrm>
          <a:prstGeom prst="rect">
            <a:avLst/>
          </a:prstGeom>
        </p:spPr>
      </p:pic>
      <p:pic>
        <p:nvPicPr>
          <p:cNvPr id="23" name="Grafika 22" descr="Bąbelki kontur">
            <a:extLst>
              <a:ext uri="{FF2B5EF4-FFF2-40B4-BE49-F238E27FC236}">
                <a16:creationId xmlns:a16="http://schemas.microsoft.com/office/drawing/2014/main" id="{D9AC69E6-F112-4E87-274B-F8418AA601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61293" y="2338393"/>
            <a:ext cx="914400" cy="914400"/>
          </a:xfrm>
          <a:prstGeom prst="rect">
            <a:avLst/>
          </a:prstGeom>
        </p:spPr>
      </p:pic>
    </p:spTree>
    <p:extLst>
      <p:ext uri="{BB962C8B-B14F-4D97-AF65-F5344CB8AC3E}">
        <p14:creationId xmlns:p14="http://schemas.microsoft.com/office/powerpoint/2010/main" val="916997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D1A22E-8A6C-CD09-4F73-FDF6A37F2CE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5CD17E8-3AF2-6928-7F1C-BBFAAB72F3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3D1D2590-0D62-6D8D-701F-68785C7A41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2" name="Tytuł 1">
            <a:extLst>
              <a:ext uri="{FF2B5EF4-FFF2-40B4-BE49-F238E27FC236}">
                <a16:creationId xmlns:a16="http://schemas.microsoft.com/office/drawing/2014/main" id="{B8D493F2-D535-8B20-D2A3-D7940958F0BD}"/>
              </a:ext>
            </a:extLst>
          </p:cNvPr>
          <p:cNvSpPr>
            <a:spLocks noGrp="1"/>
          </p:cNvSpPr>
          <p:nvPr>
            <p:ph type="title"/>
          </p:nvPr>
        </p:nvSpPr>
        <p:spPr>
          <a:xfrm>
            <a:off x="838200" y="713312"/>
            <a:ext cx="4038600" cy="5431376"/>
          </a:xfrm>
        </p:spPr>
        <p:txBody>
          <a:bodyPr>
            <a:normAutofit/>
          </a:bodyPr>
          <a:lstStyle/>
          <a:p>
            <a:r>
              <a:rPr lang="pl-PL" dirty="0"/>
              <a:t>Sfery wymagające dopracowania</a:t>
            </a:r>
            <a:br>
              <a:rPr lang="pl-PL" dirty="0"/>
            </a:br>
            <a:r>
              <a:rPr lang="pl-PL" dirty="0"/>
              <a:t>lub doprecyzowania</a:t>
            </a:r>
          </a:p>
        </p:txBody>
      </p:sp>
      <p:sp>
        <p:nvSpPr>
          <p:cNvPr id="3" name="Symbol zastępczy zawartości 2">
            <a:extLst>
              <a:ext uri="{FF2B5EF4-FFF2-40B4-BE49-F238E27FC236}">
                <a16:creationId xmlns:a16="http://schemas.microsoft.com/office/drawing/2014/main" id="{E4669691-2659-9930-7C6B-9D69097D6F2D}"/>
              </a:ext>
            </a:extLst>
          </p:cNvPr>
          <p:cNvSpPr>
            <a:spLocks noGrp="1"/>
          </p:cNvSpPr>
          <p:nvPr>
            <p:ph idx="1"/>
          </p:nvPr>
        </p:nvSpPr>
        <p:spPr>
          <a:xfrm>
            <a:off x="6095999" y="713313"/>
            <a:ext cx="5257801" cy="5431376"/>
          </a:xfrm>
        </p:spPr>
        <p:txBody>
          <a:bodyPr anchor="ctr">
            <a:normAutofit/>
          </a:bodyPr>
          <a:lstStyle/>
          <a:p>
            <a:r>
              <a:rPr lang="pl-PL" sz="2400" dirty="0"/>
              <a:t> Zależność </a:t>
            </a:r>
            <a:r>
              <a:rPr lang="pl-PL" sz="2400" dirty="0" err="1"/>
              <a:t>Gaussianu</a:t>
            </a:r>
            <a:r>
              <a:rPr lang="pl-PL" sz="2400" dirty="0"/>
              <a:t> i </a:t>
            </a:r>
            <a:r>
              <a:rPr lang="pl-PL" sz="2400" dirty="0" err="1"/>
              <a:t>Lorenzianu</a:t>
            </a:r>
            <a:endParaRPr lang="pl-PL" sz="2400" dirty="0"/>
          </a:p>
          <a:p>
            <a:r>
              <a:rPr lang="pl-PL" sz="2400" dirty="0"/>
              <a:t>Wykorzystywana metoda (UDM, USDM czy UDEDM)</a:t>
            </a:r>
          </a:p>
          <a:p>
            <a:r>
              <a:rPr lang="pl-PL" sz="2400" dirty="0"/>
              <a:t>Sytuacja, gdy piki referencyjne (aparaturowe) nie pokrywają się </a:t>
            </a:r>
            <a:br>
              <a:rPr lang="pl-PL" sz="2400" dirty="0"/>
            </a:br>
            <a:r>
              <a:rPr lang="pl-PL" sz="2400" dirty="0"/>
              <a:t>z pikami próbek.</a:t>
            </a:r>
          </a:p>
          <a:p>
            <a:r>
              <a:rPr lang="pl-PL" sz="2400" dirty="0"/>
              <a:t>Jak odciąć tło? *</a:t>
            </a:r>
          </a:p>
          <a:p>
            <a:endParaRPr lang="pl-PL" sz="2400" dirty="0"/>
          </a:p>
        </p:txBody>
      </p:sp>
      <p:sp>
        <p:nvSpPr>
          <p:cNvPr id="5" name="pole tekstowe 4">
            <a:extLst>
              <a:ext uri="{FF2B5EF4-FFF2-40B4-BE49-F238E27FC236}">
                <a16:creationId xmlns:a16="http://schemas.microsoft.com/office/drawing/2014/main" id="{D8115FF3-0854-49F5-291D-1F83BC195E60}"/>
              </a:ext>
            </a:extLst>
          </p:cNvPr>
          <p:cNvSpPr txBox="1"/>
          <p:nvPr/>
        </p:nvSpPr>
        <p:spPr>
          <a:xfrm>
            <a:off x="838199" y="5959979"/>
            <a:ext cx="11060575" cy="646331"/>
          </a:xfrm>
          <a:prstGeom prst="rect">
            <a:avLst/>
          </a:prstGeom>
          <a:noFill/>
        </p:spPr>
        <p:txBody>
          <a:bodyPr wrap="square">
            <a:spAutoFit/>
          </a:bodyPr>
          <a:lstStyle/>
          <a:p>
            <a:r>
              <a:rPr lang="pl-PL" dirty="0"/>
              <a:t>*W posiadanych danych do nauki algorytmu mamy dane dotyczące tła, ale podejrzewam, że podczas korzystania z końcowego programu nie będą one dane.</a:t>
            </a:r>
          </a:p>
        </p:txBody>
      </p:sp>
    </p:spTree>
    <p:extLst>
      <p:ext uri="{BB962C8B-B14F-4D97-AF65-F5344CB8AC3E}">
        <p14:creationId xmlns:p14="http://schemas.microsoft.com/office/powerpoint/2010/main" val="24664801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AB1767-E88D-2493-7589-C98220290E55}"/>
            </a:ext>
          </a:extLst>
        </p:cNvPr>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F1C0744E-3C57-BD4B-11F6-345513B73B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Shape 42">
            <a:extLst>
              <a:ext uri="{FF2B5EF4-FFF2-40B4-BE49-F238E27FC236}">
                <a16:creationId xmlns:a16="http://schemas.microsoft.com/office/drawing/2014/main" id="{4EAAA938-03A9-AD5B-4FFC-79DCE198A8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68100" y="-1"/>
            <a:ext cx="10423900" cy="5920155"/>
          </a:xfrm>
          <a:custGeom>
            <a:avLst/>
            <a:gdLst>
              <a:gd name="connsiteX0" fmla="*/ 10423900 w 10423900"/>
              <a:gd name="connsiteY0" fmla="*/ 0 h 5491534"/>
              <a:gd name="connsiteX1" fmla="*/ 3493157 w 10423900"/>
              <a:gd name="connsiteY1" fmla="*/ 0 h 5491534"/>
              <a:gd name="connsiteX2" fmla="*/ 3493018 w 10423900"/>
              <a:gd name="connsiteY2" fmla="*/ 31 h 5491534"/>
              <a:gd name="connsiteX3" fmla="*/ 3245493 w 10423900"/>
              <a:gd name="connsiteY3" fmla="*/ 104839 h 5491534"/>
              <a:gd name="connsiteX4" fmla="*/ 4434802 w 10423900"/>
              <a:gd name="connsiteY4" fmla="*/ 284558 h 5491534"/>
              <a:gd name="connsiteX5" fmla="*/ 4011937 w 10423900"/>
              <a:gd name="connsiteY5" fmla="*/ 395559 h 5491534"/>
              <a:gd name="connsiteX6" fmla="*/ 3573213 w 10423900"/>
              <a:gd name="connsiteY6" fmla="*/ 474847 h 5491534"/>
              <a:gd name="connsiteX7" fmla="*/ 3097489 w 10423900"/>
              <a:gd name="connsiteY7" fmla="*/ 532990 h 5491534"/>
              <a:gd name="connsiteX8" fmla="*/ 2664052 w 10423900"/>
              <a:gd name="connsiteY8" fmla="*/ 649279 h 5491534"/>
              <a:gd name="connsiteX9" fmla="*/ 3795218 w 10423900"/>
              <a:gd name="connsiteY9" fmla="*/ 696852 h 5491534"/>
              <a:gd name="connsiteX10" fmla="*/ 3208492 w 10423900"/>
              <a:gd name="connsiteY10" fmla="*/ 802568 h 5491534"/>
              <a:gd name="connsiteX11" fmla="*/ 2727483 w 10423900"/>
              <a:gd name="connsiteY11" fmla="*/ 939999 h 5491534"/>
              <a:gd name="connsiteX12" fmla="*/ 2389190 w 10423900"/>
              <a:gd name="connsiteY12" fmla="*/ 1003429 h 5491534"/>
              <a:gd name="connsiteX13" fmla="*/ 2029754 w 10423900"/>
              <a:gd name="connsiteY13" fmla="*/ 1019287 h 5491534"/>
              <a:gd name="connsiteX14" fmla="*/ 1945181 w 10423900"/>
              <a:gd name="connsiteY14" fmla="*/ 1119716 h 5491534"/>
              <a:gd name="connsiteX15" fmla="*/ 2056184 w 10423900"/>
              <a:gd name="connsiteY15" fmla="*/ 1225434 h 5491534"/>
              <a:gd name="connsiteX16" fmla="*/ 2225329 w 10423900"/>
              <a:gd name="connsiteY16" fmla="*/ 1236004 h 5491534"/>
              <a:gd name="connsiteX17" fmla="*/ 3234920 w 10423900"/>
              <a:gd name="connsiteY17" fmla="*/ 1262435 h 5491534"/>
              <a:gd name="connsiteX18" fmla="*/ 0 w 10423900"/>
              <a:gd name="connsiteY18" fmla="*/ 1495009 h 5491534"/>
              <a:gd name="connsiteX19" fmla="*/ 438724 w 10423900"/>
              <a:gd name="connsiteY19" fmla="*/ 1637728 h 5491534"/>
              <a:gd name="connsiteX20" fmla="*/ 586726 w 10423900"/>
              <a:gd name="connsiteY20" fmla="*/ 2028877 h 5491534"/>
              <a:gd name="connsiteX21" fmla="*/ 1125878 w 10423900"/>
              <a:gd name="connsiteY21" fmla="*/ 2250882 h 5491534"/>
              <a:gd name="connsiteX22" fmla="*/ 1474744 w 10423900"/>
              <a:gd name="connsiteY22" fmla="*/ 2330169 h 5491534"/>
              <a:gd name="connsiteX23" fmla="*/ 2272901 w 10423900"/>
              <a:gd name="connsiteY23" fmla="*/ 2446458 h 5491534"/>
              <a:gd name="connsiteX24" fmla="*/ 2389190 w 10423900"/>
              <a:gd name="connsiteY24" fmla="*/ 2636747 h 5491534"/>
              <a:gd name="connsiteX25" fmla="*/ 2489621 w 10423900"/>
              <a:gd name="connsiteY25" fmla="*/ 2848179 h 5491534"/>
              <a:gd name="connsiteX26" fmla="*/ 2701053 w 10423900"/>
              <a:gd name="connsiteY26" fmla="*/ 2985611 h 5491534"/>
              <a:gd name="connsiteX27" fmla="*/ 1057165 w 10423900"/>
              <a:gd name="connsiteY27" fmla="*/ 2964468 h 5491534"/>
              <a:gd name="connsiteX28" fmla="*/ 2912485 w 10423900"/>
              <a:gd name="connsiteY28" fmla="*/ 3408477 h 5491534"/>
              <a:gd name="connsiteX29" fmla="*/ 2748626 w 10423900"/>
              <a:gd name="connsiteY29" fmla="*/ 3582909 h 5491534"/>
              <a:gd name="connsiteX30" fmla="*/ 3763503 w 10423900"/>
              <a:gd name="connsiteY30" fmla="*/ 3820771 h 5491534"/>
              <a:gd name="connsiteX31" fmla="*/ 3219063 w 10423900"/>
              <a:gd name="connsiteY31" fmla="*/ 3847199 h 5491534"/>
              <a:gd name="connsiteX32" fmla="*/ 6385269 w 10423900"/>
              <a:gd name="connsiteY32" fmla="*/ 4840933 h 5491534"/>
              <a:gd name="connsiteX33" fmla="*/ 10285854 w 10423900"/>
              <a:gd name="connsiteY33" fmla="*/ 5471118 h 5491534"/>
              <a:gd name="connsiteX34" fmla="*/ 10423900 w 10423900"/>
              <a:gd name="connsiteY34" fmla="*/ 5491534 h 5491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423900" h="5491534">
                <a:moveTo>
                  <a:pt x="10423900" y="0"/>
                </a:moveTo>
                <a:lnTo>
                  <a:pt x="3493157" y="0"/>
                </a:lnTo>
                <a:lnTo>
                  <a:pt x="3493018" y="31"/>
                </a:lnTo>
                <a:cubicBezTo>
                  <a:pt x="3414969" y="12668"/>
                  <a:pt x="3328744" y="21588"/>
                  <a:pt x="3245493" y="104839"/>
                </a:cubicBezTo>
                <a:cubicBezTo>
                  <a:pt x="3668357" y="162984"/>
                  <a:pt x="4075366" y="51981"/>
                  <a:pt x="4434802" y="284558"/>
                </a:cubicBezTo>
                <a:cubicBezTo>
                  <a:pt x="4302656" y="400846"/>
                  <a:pt x="4154654" y="374416"/>
                  <a:pt x="4011937" y="395559"/>
                </a:cubicBezTo>
                <a:cubicBezTo>
                  <a:pt x="3863934" y="416704"/>
                  <a:pt x="3721217" y="453704"/>
                  <a:pt x="3573213" y="474847"/>
                </a:cubicBezTo>
                <a:cubicBezTo>
                  <a:pt x="3414639" y="501275"/>
                  <a:pt x="3256063" y="506562"/>
                  <a:pt x="3097489" y="532990"/>
                </a:cubicBezTo>
                <a:cubicBezTo>
                  <a:pt x="2965345" y="554135"/>
                  <a:pt x="2822627" y="517133"/>
                  <a:pt x="2664052" y="649279"/>
                </a:cubicBezTo>
                <a:cubicBezTo>
                  <a:pt x="3055203" y="744424"/>
                  <a:pt x="3409352" y="601706"/>
                  <a:pt x="3795218" y="696852"/>
                </a:cubicBezTo>
                <a:cubicBezTo>
                  <a:pt x="3567928" y="781425"/>
                  <a:pt x="3382924" y="754995"/>
                  <a:pt x="3208492" y="802568"/>
                </a:cubicBezTo>
                <a:cubicBezTo>
                  <a:pt x="3049916" y="850140"/>
                  <a:pt x="2859627" y="797282"/>
                  <a:pt x="2727483" y="939999"/>
                </a:cubicBezTo>
                <a:cubicBezTo>
                  <a:pt x="2627052" y="1051000"/>
                  <a:pt x="2521336" y="1066858"/>
                  <a:pt x="2389190" y="1003429"/>
                </a:cubicBezTo>
                <a:cubicBezTo>
                  <a:pt x="2272901" y="945284"/>
                  <a:pt x="2146043" y="961142"/>
                  <a:pt x="2029754" y="1019287"/>
                </a:cubicBezTo>
                <a:cubicBezTo>
                  <a:pt x="1987468" y="1040430"/>
                  <a:pt x="1945181" y="1066858"/>
                  <a:pt x="1945181" y="1119716"/>
                </a:cubicBezTo>
                <a:cubicBezTo>
                  <a:pt x="1945181" y="1193719"/>
                  <a:pt x="1998039" y="1214862"/>
                  <a:pt x="2056184" y="1225434"/>
                </a:cubicBezTo>
                <a:cubicBezTo>
                  <a:pt x="2109042" y="1236004"/>
                  <a:pt x="2172471" y="1246577"/>
                  <a:pt x="2225329" y="1236004"/>
                </a:cubicBezTo>
                <a:cubicBezTo>
                  <a:pt x="2563622" y="1177861"/>
                  <a:pt x="2896629" y="1273005"/>
                  <a:pt x="3234920" y="1262435"/>
                </a:cubicBezTo>
                <a:cubicBezTo>
                  <a:pt x="2172471" y="1489724"/>
                  <a:pt x="1099450" y="1415723"/>
                  <a:pt x="0" y="1495009"/>
                </a:cubicBezTo>
                <a:cubicBezTo>
                  <a:pt x="142717" y="1653583"/>
                  <a:pt x="327721" y="1521439"/>
                  <a:pt x="438724" y="1637728"/>
                </a:cubicBezTo>
                <a:cubicBezTo>
                  <a:pt x="333006" y="1880875"/>
                  <a:pt x="375293" y="2013020"/>
                  <a:pt x="586726" y="2028877"/>
                </a:cubicBezTo>
                <a:cubicBezTo>
                  <a:pt x="792873" y="2044734"/>
                  <a:pt x="1014877" y="1960161"/>
                  <a:pt x="1125878" y="2250882"/>
                </a:cubicBezTo>
                <a:cubicBezTo>
                  <a:pt x="1157593" y="2340740"/>
                  <a:pt x="1353170" y="2314312"/>
                  <a:pt x="1474744" y="2330169"/>
                </a:cubicBezTo>
                <a:cubicBezTo>
                  <a:pt x="1739034" y="2367170"/>
                  <a:pt x="2019183" y="2330169"/>
                  <a:pt x="2272901" y="2446458"/>
                </a:cubicBezTo>
                <a:cubicBezTo>
                  <a:pt x="2373332" y="2488744"/>
                  <a:pt x="2442048" y="2520459"/>
                  <a:pt x="2389190" y="2636747"/>
                </a:cubicBezTo>
                <a:cubicBezTo>
                  <a:pt x="2336332" y="2758321"/>
                  <a:pt x="2405048" y="2800607"/>
                  <a:pt x="2489621" y="2848179"/>
                </a:cubicBezTo>
                <a:cubicBezTo>
                  <a:pt x="2553051" y="2885180"/>
                  <a:pt x="2648195" y="2874609"/>
                  <a:pt x="2701053" y="2985611"/>
                </a:cubicBezTo>
                <a:cubicBezTo>
                  <a:pt x="2146043" y="2969753"/>
                  <a:pt x="1606888" y="2879895"/>
                  <a:pt x="1057165" y="2964468"/>
                </a:cubicBezTo>
                <a:cubicBezTo>
                  <a:pt x="1659748" y="3175900"/>
                  <a:pt x="2320474" y="3165328"/>
                  <a:pt x="2912485" y="3408477"/>
                </a:cubicBezTo>
                <a:cubicBezTo>
                  <a:pt x="2891342" y="3493050"/>
                  <a:pt x="2753911" y="3456048"/>
                  <a:pt x="2748626" y="3582909"/>
                </a:cubicBezTo>
                <a:cubicBezTo>
                  <a:pt x="3060489" y="3715055"/>
                  <a:pt x="3435782" y="3625195"/>
                  <a:pt x="3763503" y="3820771"/>
                </a:cubicBezTo>
                <a:cubicBezTo>
                  <a:pt x="3573213" y="3910629"/>
                  <a:pt x="3398782" y="3762626"/>
                  <a:pt x="3219063" y="3847199"/>
                </a:cubicBezTo>
                <a:cubicBezTo>
                  <a:pt x="3277208" y="3974060"/>
                  <a:pt x="5909545" y="4756360"/>
                  <a:pt x="6385269" y="4840933"/>
                </a:cubicBezTo>
                <a:cubicBezTo>
                  <a:pt x="7171204" y="4982659"/>
                  <a:pt x="9157515" y="5302348"/>
                  <a:pt x="10285854" y="5471118"/>
                </a:cubicBezTo>
                <a:lnTo>
                  <a:pt x="10423900" y="5491534"/>
                </a:lnTo>
                <a:close/>
              </a:path>
            </a:pathLst>
          </a:custGeom>
          <a:solidFill>
            <a:schemeClr val="bg2">
              <a:alpha val="50000"/>
            </a:schemeClr>
          </a:solidFill>
          <a:ln w="32707"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5017681B-CA4D-8788-CC40-375CDBC443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050098" flipH="1" flipV="1">
            <a:off x="-160709" y="3977842"/>
            <a:ext cx="7507400" cy="3166385"/>
          </a:xfrm>
          <a:custGeom>
            <a:avLst/>
            <a:gdLst>
              <a:gd name="connsiteX0" fmla="*/ 5497485 w 7507400"/>
              <a:gd name="connsiteY0" fmla="*/ 2912009 h 3166385"/>
              <a:gd name="connsiteX1" fmla="*/ 7034681 w 7507400"/>
              <a:gd name="connsiteY1" fmla="*/ 3151263 h 3166385"/>
              <a:gd name="connsiteX2" fmla="*/ 7137723 w 7507400"/>
              <a:gd name="connsiteY2" fmla="*/ 3166385 h 3166385"/>
              <a:gd name="connsiteX3" fmla="*/ 7507400 w 7507400"/>
              <a:gd name="connsiteY3" fmla="*/ 875071 h 3166385"/>
              <a:gd name="connsiteX4" fmla="*/ 2083578 w 7507400"/>
              <a:gd name="connsiteY4" fmla="*/ 0 h 3166385"/>
              <a:gd name="connsiteX5" fmla="*/ 2023081 w 7507400"/>
              <a:gd name="connsiteY5" fmla="*/ 5468 h 3166385"/>
              <a:gd name="connsiteX6" fmla="*/ 1865374 w 7507400"/>
              <a:gd name="connsiteY6" fmla="*/ 76313 h 3166385"/>
              <a:gd name="connsiteX7" fmla="*/ 1634010 w 7507400"/>
              <a:gd name="connsiteY7" fmla="*/ 119359 h 3166385"/>
              <a:gd name="connsiteX8" fmla="*/ 1388186 w 7507400"/>
              <a:gd name="connsiteY8" fmla="*/ 130121 h 3166385"/>
              <a:gd name="connsiteX9" fmla="*/ 1330344 w 7507400"/>
              <a:gd name="connsiteY9" fmla="*/ 198275 h 3166385"/>
              <a:gd name="connsiteX10" fmla="*/ 1406262 w 7507400"/>
              <a:gd name="connsiteY10" fmla="*/ 270018 h 3166385"/>
              <a:gd name="connsiteX11" fmla="*/ 1521942 w 7507400"/>
              <a:gd name="connsiteY11" fmla="*/ 277191 h 3166385"/>
              <a:gd name="connsiteX12" fmla="*/ 2212420 w 7507400"/>
              <a:gd name="connsiteY12" fmla="*/ 295128 h 3166385"/>
              <a:gd name="connsiteX13" fmla="*/ 0 w 7507400"/>
              <a:gd name="connsiteY13" fmla="*/ 452960 h 3166385"/>
              <a:gd name="connsiteX14" fmla="*/ 300051 w 7507400"/>
              <a:gd name="connsiteY14" fmla="*/ 549813 h 3166385"/>
              <a:gd name="connsiteX15" fmla="*/ 401272 w 7507400"/>
              <a:gd name="connsiteY15" fmla="*/ 815258 h 3166385"/>
              <a:gd name="connsiteX16" fmla="*/ 770008 w 7507400"/>
              <a:gd name="connsiteY16" fmla="*/ 965917 h 3166385"/>
              <a:gd name="connsiteX17" fmla="*/ 1008605 w 7507400"/>
              <a:gd name="connsiteY17" fmla="*/ 1019724 h 3166385"/>
              <a:gd name="connsiteX18" fmla="*/ 1554478 w 7507400"/>
              <a:gd name="connsiteY18" fmla="*/ 1098641 h 3166385"/>
              <a:gd name="connsiteX19" fmla="*/ 1634010 w 7507400"/>
              <a:gd name="connsiteY19" fmla="*/ 1227777 h 3166385"/>
              <a:gd name="connsiteX20" fmla="*/ 1702696 w 7507400"/>
              <a:gd name="connsiteY20" fmla="*/ 1371261 h 3166385"/>
              <a:gd name="connsiteX21" fmla="*/ 1847299 w 7507400"/>
              <a:gd name="connsiteY21" fmla="*/ 1464526 h 3166385"/>
              <a:gd name="connsiteX22" fmla="*/ 723015 w 7507400"/>
              <a:gd name="connsiteY22" fmla="*/ 1450177 h 3166385"/>
              <a:gd name="connsiteX23" fmla="*/ 1991901 w 7507400"/>
              <a:gd name="connsiteY23" fmla="*/ 1751495 h 3166385"/>
              <a:gd name="connsiteX24" fmla="*/ 1879835 w 7507400"/>
              <a:gd name="connsiteY24" fmla="*/ 1869870 h 3166385"/>
              <a:gd name="connsiteX25" fmla="*/ 2573927 w 7507400"/>
              <a:gd name="connsiteY25" fmla="*/ 2031290 h 3166385"/>
              <a:gd name="connsiteX26" fmla="*/ 2201575 w 7507400"/>
              <a:gd name="connsiteY26" fmla="*/ 2049225 h 3166385"/>
              <a:gd name="connsiteX27" fmla="*/ 4367000 w 7507400"/>
              <a:gd name="connsiteY27" fmla="*/ 2723602 h 3166385"/>
              <a:gd name="connsiteX28" fmla="*/ 5497485 w 7507400"/>
              <a:gd name="connsiteY28" fmla="*/ 2912009 h 3166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507400" h="3166385">
                <a:moveTo>
                  <a:pt x="5497485" y="2912009"/>
                </a:moveTo>
                <a:cubicBezTo>
                  <a:pt x="6033497" y="2998226"/>
                  <a:pt x="6619155" y="3089592"/>
                  <a:pt x="7034681" y="3151263"/>
                </a:cubicBezTo>
                <a:lnTo>
                  <a:pt x="7137723" y="3166385"/>
                </a:lnTo>
                <a:lnTo>
                  <a:pt x="7507400" y="875071"/>
                </a:lnTo>
                <a:lnTo>
                  <a:pt x="2083578" y="0"/>
                </a:lnTo>
                <a:lnTo>
                  <a:pt x="2023081" y="5468"/>
                </a:lnTo>
                <a:cubicBezTo>
                  <a:pt x="1965692" y="12642"/>
                  <a:pt x="1910562" y="27887"/>
                  <a:pt x="1865374" y="76313"/>
                </a:cubicBezTo>
                <a:cubicBezTo>
                  <a:pt x="1796688" y="151642"/>
                  <a:pt x="1724387" y="162404"/>
                  <a:pt x="1634010" y="119359"/>
                </a:cubicBezTo>
                <a:cubicBezTo>
                  <a:pt x="1554478" y="79900"/>
                  <a:pt x="1467718" y="90662"/>
                  <a:pt x="1388186" y="130121"/>
                </a:cubicBezTo>
                <a:cubicBezTo>
                  <a:pt x="1359266" y="144469"/>
                  <a:pt x="1330344" y="162404"/>
                  <a:pt x="1330344" y="198275"/>
                </a:cubicBezTo>
                <a:cubicBezTo>
                  <a:pt x="1330344" y="248495"/>
                  <a:pt x="1366496" y="262843"/>
                  <a:pt x="1406262" y="270018"/>
                </a:cubicBezTo>
                <a:cubicBezTo>
                  <a:pt x="1442412" y="277191"/>
                  <a:pt x="1485792" y="284366"/>
                  <a:pt x="1521942" y="277191"/>
                </a:cubicBezTo>
                <a:cubicBezTo>
                  <a:pt x="1753307" y="237734"/>
                  <a:pt x="1981057" y="302301"/>
                  <a:pt x="2212420" y="295128"/>
                </a:cubicBezTo>
                <a:cubicBezTo>
                  <a:pt x="1485792" y="449373"/>
                  <a:pt x="751934" y="399154"/>
                  <a:pt x="0" y="452960"/>
                </a:cubicBezTo>
                <a:cubicBezTo>
                  <a:pt x="97608" y="560573"/>
                  <a:pt x="224135" y="470896"/>
                  <a:pt x="300051" y="549813"/>
                </a:cubicBezTo>
                <a:cubicBezTo>
                  <a:pt x="227750" y="714820"/>
                  <a:pt x="256671" y="804497"/>
                  <a:pt x="401272" y="815258"/>
                </a:cubicBezTo>
                <a:cubicBezTo>
                  <a:pt x="542261" y="826019"/>
                  <a:pt x="694093" y="768625"/>
                  <a:pt x="770008" y="965917"/>
                </a:cubicBezTo>
                <a:cubicBezTo>
                  <a:pt x="791699" y="1026898"/>
                  <a:pt x="925458" y="1008963"/>
                  <a:pt x="1008605" y="1019724"/>
                </a:cubicBezTo>
                <a:cubicBezTo>
                  <a:pt x="1189357" y="1044833"/>
                  <a:pt x="1380957" y="1019724"/>
                  <a:pt x="1554478" y="1098641"/>
                </a:cubicBezTo>
                <a:cubicBezTo>
                  <a:pt x="1623165" y="1127337"/>
                  <a:pt x="1670160" y="1148860"/>
                  <a:pt x="1634010" y="1227777"/>
                </a:cubicBezTo>
                <a:cubicBezTo>
                  <a:pt x="1597859" y="1310280"/>
                  <a:pt x="1644855" y="1338976"/>
                  <a:pt x="1702696" y="1371261"/>
                </a:cubicBezTo>
                <a:cubicBezTo>
                  <a:pt x="1746077" y="1396370"/>
                  <a:pt x="1811148" y="1389197"/>
                  <a:pt x="1847299" y="1464526"/>
                </a:cubicBezTo>
                <a:cubicBezTo>
                  <a:pt x="1467717" y="1453764"/>
                  <a:pt x="1098981" y="1392783"/>
                  <a:pt x="723015" y="1450177"/>
                </a:cubicBezTo>
                <a:cubicBezTo>
                  <a:pt x="1135131" y="1593662"/>
                  <a:pt x="1587014" y="1586487"/>
                  <a:pt x="1991901" y="1751495"/>
                </a:cubicBezTo>
                <a:cubicBezTo>
                  <a:pt x="1977441" y="1808889"/>
                  <a:pt x="1883449" y="1783778"/>
                  <a:pt x="1879835" y="1869870"/>
                </a:cubicBezTo>
                <a:cubicBezTo>
                  <a:pt x="2093123" y="1959548"/>
                  <a:pt x="2349794" y="1898566"/>
                  <a:pt x="2573927" y="2031290"/>
                </a:cubicBezTo>
                <a:cubicBezTo>
                  <a:pt x="2443785" y="2092271"/>
                  <a:pt x="2324488" y="1991831"/>
                  <a:pt x="2201575" y="2049225"/>
                </a:cubicBezTo>
                <a:cubicBezTo>
                  <a:pt x="2241342" y="2135316"/>
                  <a:pt x="4041644" y="2666208"/>
                  <a:pt x="4367000" y="2723602"/>
                </a:cubicBezTo>
                <a:cubicBezTo>
                  <a:pt x="4615085" y="2767993"/>
                  <a:pt x="5038048" y="2838109"/>
                  <a:pt x="5497485" y="2912009"/>
                </a:cubicBezTo>
                <a:close/>
              </a:path>
            </a:pathLst>
          </a:custGeom>
          <a:solidFill>
            <a:schemeClr val="bg2">
              <a:alpha val="50000"/>
            </a:schemeClr>
          </a:solidFill>
          <a:ln w="32707" cap="flat">
            <a:noFill/>
            <a:prstDash val="solid"/>
            <a:miter/>
          </a:ln>
        </p:spPr>
        <p:txBody>
          <a:bodyPr rtlCol="0" anchor="ctr"/>
          <a:lstStyle/>
          <a:p>
            <a:endParaRPr lang="en-US"/>
          </a:p>
        </p:txBody>
      </p:sp>
      <p:sp>
        <p:nvSpPr>
          <p:cNvPr id="2" name="Tytuł 1">
            <a:extLst>
              <a:ext uri="{FF2B5EF4-FFF2-40B4-BE49-F238E27FC236}">
                <a16:creationId xmlns:a16="http://schemas.microsoft.com/office/drawing/2014/main" id="{B9A047D5-DB50-9016-DFCD-0A9850BD40CD}"/>
              </a:ext>
            </a:extLst>
          </p:cNvPr>
          <p:cNvSpPr>
            <a:spLocks noGrp="1"/>
          </p:cNvSpPr>
          <p:nvPr>
            <p:ph type="ctrTitle"/>
          </p:nvPr>
        </p:nvSpPr>
        <p:spPr>
          <a:xfrm>
            <a:off x="5791200" y="1058780"/>
            <a:ext cx="5562599" cy="3092116"/>
          </a:xfrm>
        </p:spPr>
        <p:txBody>
          <a:bodyPr anchor="ctr">
            <a:normAutofit/>
          </a:bodyPr>
          <a:lstStyle/>
          <a:p>
            <a:pPr algn="r"/>
            <a:r>
              <a:rPr lang="pl-PL" sz="5200" dirty="0"/>
              <a:t>Dziękuję za uwagę</a:t>
            </a:r>
          </a:p>
        </p:txBody>
      </p:sp>
      <p:sp>
        <p:nvSpPr>
          <p:cNvPr id="3" name="Podtytuł 2">
            <a:extLst>
              <a:ext uri="{FF2B5EF4-FFF2-40B4-BE49-F238E27FC236}">
                <a16:creationId xmlns:a16="http://schemas.microsoft.com/office/drawing/2014/main" id="{90A49EEA-D07A-BB93-709F-1F0EF840A0D6}"/>
              </a:ext>
            </a:extLst>
          </p:cNvPr>
          <p:cNvSpPr>
            <a:spLocks noGrp="1"/>
          </p:cNvSpPr>
          <p:nvPr>
            <p:ph type="subTitle" idx="1"/>
          </p:nvPr>
        </p:nvSpPr>
        <p:spPr>
          <a:xfrm>
            <a:off x="838200" y="5041616"/>
            <a:ext cx="3781926" cy="1246472"/>
          </a:xfrm>
        </p:spPr>
        <p:txBody>
          <a:bodyPr anchor="ctr">
            <a:normAutofit/>
          </a:bodyPr>
          <a:lstStyle/>
          <a:p>
            <a:pPr algn="l"/>
            <a:r>
              <a:rPr lang="pl-PL" dirty="0"/>
              <a:t>Kurdziel Natalia</a:t>
            </a:r>
          </a:p>
        </p:txBody>
      </p:sp>
    </p:spTree>
    <p:extLst>
      <p:ext uri="{BB962C8B-B14F-4D97-AF65-F5344CB8AC3E}">
        <p14:creationId xmlns:p14="http://schemas.microsoft.com/office/powerpoint/2010/main" val="11996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theme/theme1.xml><?xml version="1.0" encoding="utf-8"?>
<a:theme xmlns:a="http://schemas.openxmlformats.org/drawingml/2006/main" name="Motyw pakietu Office">
  <a:themeElements>
    <a:clrScheme name="Ciepły niebieski">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A23D8374791C8F43B12F75E46849ABD2" ma:contentTypeVersion="10" ma:contentTypeDescription="Utwórz nowy dokument." ma:contentTypeScope="" ma:versionID="1b6257b1adf67f9077e764d91ef252ea">
  <xsd:schema xmlns:xsd="http://www.w3.org/2001/XMLSchema" xmlns:xs="http://www.w3.org/2001/XMLSchema" xmlns:p="http://schemas.microsoft.com/office/2006/metadata/properties" xmlns:ns3="c4c062c1-1785-4622-926e-e54f55d54382" xmlns:ns4="3d74851c-d6b5-40f3-8848-806f5d49d7c9" targetNamespace="http://schemas.microsoft.com/office/2006/metadata/properties" ma:root="true" ma:fieldsID="357a4fe7fed9c98a28e1e4e31bd258d7" ns3:_="" ns4:_="">
    <xsd:import namespace="c4c062c1-1785-4622-926e-e54f55d54382"/>
    <xsd:import namespace="3d74851c-d6b5-40f3-8848-806f5d49d7c9"/>
    <xsd:element name="properties">
      <xsd:complexType>
        <xsd:sequence>
          <xsd:element name="documentManagement">
            <xsd:complexType>
              <xsd:all>
                <xsd:element ref="ns3:MediaServiceMetadata" minOccurs="0"/>
                <xsd:element ref="ns3:MediaServiceFastMetadata" minOccurs="0"/>
                <xsd:element ref="ns3:MediaServiceObjectDetectorVersions" minOccurs="0"/>
                <xsd:element ref="ns3:_activity" minOccurs="0"/>
                <xsd:element ref="ns4:SharedWithUsers" minOccurs="0"/>
                <xsd:element ref="ns4:SharedWithDetails" minOccurs="0"/>
                <xsd:element ref="ns4:SharingHintHash" minOccurs="0"/>
                <xsd:element ref="ns3:MediaLengthInSeconds" minOccurs="0"/>
                <xsd:element ref="ns3:MediaServiceSearchPropertie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4c062c1-1785-4622-926e-e54f55d54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_activity" ma:index="11" nillable="true" ma:displayName="_activity" ma:hidden="true" ma:internalName="_activity">
      <xsd:simpleType>
        <xsd:restriction base="dms:Note"/>
      </xsd:simpleType>
    </xsd:element>
    <xsd:element name="MediaLengthInSeconds" ma:index="15" nillable="true" ma:displayName="MediaLengthInSeconds" ma:hidden="true" ma:internalName="MediaLengthInSeconds" ma:readOnly="true">
      <xsd:simpleType>
        <xsd:restriction base="dms:Unknown"/>
      </xsd:simpleType>
    </xsd:element>
    <xsd:element name="MediaServiceSearchProperties" ma:index="16" nillable="true" ma:displayName="MediaServiceSearchProperties" ma:hidden="true" ma:internalName="MediaServiceSearchProperties" ma:readOnly="true">
      <xsd:simpleType>
        <xsd:restriction base="dms:Note"/>
      </xsd:simpleType>
    </xsd:element>
    <xsd:element name="MediaServiceDateTaken" ma:index="17" nillable="true" ma:displayName="MediaServiceDateTaken" ma:hidden="true" ma:indexed="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d74851c-d6b5-40f3-8848-806f5d49d7c9" elementFormDefault="qualified">
    <xsd:import namespace="http://schemas.microsoft.com/office/2006/documentManagement/types"/>
    <xsd:import namespace="http://schemas.microsoft.com/office/infopath/2007/PartnerControls"/>
    <xsd:element name="SharedWithUsers" ma:index="12" nillable="true" ma:displayName="Udostępniani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Udostępnione dla — szczegóły" ma:internalName="SharedWithDetails" ma:readOnly="true">
      <xsd:simpleType>
        <xsd:restriction base="dms:Note">
          <xsd:maxLength value="255"/>
        </xsd:restriction>
      </xsd:simpleType>
    </xsd:element>
    <xsd:element name="SharingHintHash" ma:index="14" nillable="true" ma:displayName="Skrót wskazówki dotyczącej udostępniania"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 zawartości"/>
        <xsd:element ref="dc:title" minOccurs="0" maxOccurs="1" ma:index="4" ma:displayName="Tytuł"/>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c4c062c1-1785-4622-926e-e54f55d54382" xsi:nil="true"/>
  </documentManagement>
</p:properties>
</file>

<file path=customXml/itemProps1.xml><?xml version="1.0" encoding="utf-8"?>
<ds:datastoreItem xmlns:ds="http://schemas.openxmlformats.org/officeDocument/2006/customXml" ds:itemID="{75386C64-BDBE-40F5-9E24-9B96BF1D24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4c062c1-1785-4622-926e-e54f55d54382"/>
    <ds:schemaRef ds:uri="3d74851c-d6b5-40f3-8848-806f5d49d7c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B27FA31-E297-43A3-AAB6-B6138774ECF0}">
  <ds:schemaRefs>
    <ds:schemaRef ds:uri="http://schemas.microsoft.com/sharepoint/v3/contenttype/forms"/>
  </ds:schemaRefs>
</ds:datastoreItem>
</file>

<file path=customXml/itemProps3.xml><?xml version="1.0" encoding="utf-8"?>
<ds:datastoreItem xmlns:ds="http://schemas.openxmlformats.org/officeDocument/2006/customXml" ds:itemID="{7E950858-356E-4FC6-8550-BE7CB4485409}">
  <ds:schemaRefs>
    <ds:schemaRef ds:uri="http://purl.org/dc/dcmitype/"/>
    <ds:schemaRef ds:uri="3d74851c-d6b5-40f3-8848-806f5d49d7c9"/>
    <ds:schemaRef ds:uri="http://purl.org/dc/terms/"/>
    <ds:schemaRef ds:uri="http://purl.org/dc/elements/1.1/"/>
    <ds:schemaRef ds:uri="http://schemas.openxmlformats.org/package/2006/metadata/core-properties"/>
    <ds:schemaRef ds:uri="http://www.w3.org/XML/1998/namespace"/>
    <ds:schemaRef ds:uri="c4c062c1-1785-4622-926e-e54f55d54382"/>
    <ds:schemaRef ds:uri="http://schemas.microsoft.com/office/2006/documentManagement/type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otalTime>854</TotalTime>
  <Words>1287</Words>
  <Application>Microsoft Office PowerPoint</Application>
  <PresentationFormat>Panoramiczny</PresentationFormat>
  <Paragraphs>111</Paragraphs>
  <Slides>18</Slides>
  <Notes>14</Notes>
  <HiddenSlides>0</HiddenSlides>
  <MMClips>0</MMClips>
  <ScaleCrop>false</ScaleCrop>
  <HeadingPairs>
    <vt:vector size="6" baseType="variant">
      <vt:variant>
        <vt:lpstr>Używane czcionki</vt:lpstr>
      </vt:variant>
      <vt:variant>
        <vt:i4>5</vt:i4>
      </vt:variant>
      <vt:variant>
        <vt:lpstr>Motyw</vt:lpstr>
      </vt:variant>
      <vt:variant>
        <vt:i4>1</vt:i4>
      </vt:variant>
      <vt:variant>
        <vt:lpstr>Tytuły slajdów</vt:lpstr>
      </vt:variant>
      <vt:variant>
        <vt:i4>18</vt:i4>
      </vt:variant>
    </vt:vector>
  </HeadingPairs>
  <TitlesOfParts>
    <vt:vector size="24" baseType="lpstr">
      <vt:lpstr>Aptos</vt:lpstr>
      <vt:lpstr>Aptos Display</vt:lpstr>
      <vt:lpstr>Arial</vt:lpstr>
      <vt:lpstr>Courier New</vt:lpstr>
      <vt:lpstr>Wingdings</vt:lpstr>
      <vt:lpstr>Motyw pakietu Office</vt:lpstr>
      <vt:lpstr>Rozmiar krystalitu, metody XRD  i   Williamsona - Halla</vt:lpstr>
      <vt:lpstr>Spis treści</vt:lpstr>
      <vt:lpstr>Krystalit</vt:lpstr>
      <vt:lpstr>Jakie znaczenie ma rozmiar krystalitu? </vt:lpstr>
      <vt:lpstr>Wpływ rozmiaru na właściwości materiałów</vt:lpstr>
      <vt:lpstr>Metody do pomiaru rozmiaru krystalitów</vt:lpstr>
      <vt:lpstr> </vt:lpstr>
      <vt:lpstr>Metoda XRF – analiza pików</vt:lpstr>
      <vt:lpstr>Metoda XRF</vt:lpstr>
      <vt:lpstr>Określenie szerokości połówkowej FWHM</vt:lpstr>
      <vt:lpstr>Metoda Williamsona-Halla (W-H)</vt:lpstr>
      <vt:lpstr>Metoda Williamsona-Halla (W-H)</vt:lpstr>
      <vt:lpstr> </vt:lpstr>
      <vt:lpstr> </vt:lpstr>
      <vt:lpstr>Prezentacja programu PowerPoint</vt:lpstr>
      <vt:lpstr>Cel projektu ? </vt:lpstr>
      <vt:lpstr>Sfery wymagające dopracowania lub doprecyzowania</vt:lpstr>
      <vt:lpstr>Dziękuję za uwagę</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Natalia Kurdziel</dc:creator>
  <cp:lastModifiedBy>Natalia Kurdziel</cp:lastModifiedBy>
  <cp:revision>5</cp:revision>
  <dcterms:created xsi:type="dcterms:W3CDTF">2025-06-23T14:35:25Z</dcterms:created>
  <dcterms:modified xsi:type="dcterms:W3CDTF">2025-06-24T14:51:58Z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0x010100A23D8374791C8F43B12F75E46849ABD2</vt:lpwstr>
  </property>
</Properties>
</file>