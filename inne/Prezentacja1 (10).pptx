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6.xml" ContentType="application/inkml+xml"/>
  <Override PartName="/ppt/ink/ink5.xml" ContentType="application/inkml+xml"/>
  <Override PartName="/ppt/ink/ink7.xml" ContentType="application/inkml+xml"/>
  <Override PartName="/ppt/ink/ink4.xml" ContentType="application/inkml+xml"/>
  <Override PartName="/ppt/ink/ink8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08:35.35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</inkml:brush>
    <inkml:brush xml:id="br4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1581 1615 99 0,'-2'4'308'0,"-3"-2"142"0,4 0 120 0,-1-1-150 16,4-1-96-16,1 2 1 0,3-1 44 0,3-1 51 15,1 0 33-15,0 1 0 0,-1-1-35 0,-1 0-77 16,2 2-70-16,-2-2-60 0,4 2-36 0,1 1-5 16,4 0 8-16,-1 3 2 0,3 0-14 0,-3 0-4 0,3 1-17 15,-2 1-29-15,-1 3-33 0,1-4-14 0,-4 3-6 16,3-1-12-16,-2 0-9 0,-3 1-5 0,2 0-1 15,-4-1-4-15,2 0-2 0,-5 0 1 0,1 0 1 16,-2 0 6-16,-2-2 1 0,-3 4 0 0,0-3 2 16,-2 3-2-16,-1 0-1 0,-3 1-5 0,-4 1-3 15,-4 2-2-15,1 0-5 0,-4 2-2 0,-3 1-3 16,-1 1-2-16,-1 2-2 0,-2 1-1 0,-1 3-3 0,-1-1 1 16,1 0-1-16,1-1-1 0,2 1-2 15,3-1 1-15,2-2-3 0,2-3-1 0,2 0-1 0,1-4 0 16,4-1-2-16,1-1-1 0,2-3-3 0,3-1 0 15,2 0 0-15,2 0-2 0,1 0 2 0,5-1 1 16,1-2 0-16,1-1 1 0,5 0 2 0,2-2 1 16,3-2-1-16,-1-2 1 0,5-2 0 0,-1-3-1 15,1 2 1-15,1-3-1 0,-1 0 0 0,0 0 1 16,1-2-2-16,-3 2-2 0,-1-1-5 0,1 1-9 16,-3 1-15-16,0 1-20 0,-3 0-36 0,-2 3-66 0,-2 0-59 15,-2 0-100-15,-3 1-146 0,-1 1-185 0,0 0-287 16,-3 1-219-16,0-2-197 0,-1 0 124 15,0 0 452-15</inkml:trace>
  <inkml:trace contextRef="#ctx0" brushRef="#br0" timeOffset="371.88">2256 1564 73 0,'9'-7'434'0,"-4"-1"333"0,-2 3 278 16,0 1 19-16,-1 0-280 0,-1 1-153 0,1 2-66 16,0-1-83-16,-1 2-94 0,-1 2-89 0,0-1-56 15,0 4-55-15,-3 1-67 0,-2 2-37 0,2 4-20 16,-3 1-11-16,-2 4-10 0,2 0-10 0,-1 2-7 16,-1 2-6-16,1 2-4 0,0 1-4 0,1 1-2 15,1 1-2-15,2 1-2 0,1-1-2 0,-1 0-2 16,3-1 1-16,3 3-1 0,0-4 0 0,4-1-2 15,-1 1 1-15,5-1 0 0,2 0-1 0,1-2-1 16,2-2 0-16,3 0 1 0,0-5-1 0,3 0 0 16,0-4 0-16,2-3-1 0,3-2 1 0,0-2 0 15,1-3 1-15,-1-3-1 0,3-2 0 0,-2-1-4 16,-1-1-9-16,0-4-12 0,-3 2-28 16,-2-1-45-16,0 1-57 0,-4 0-63 0,-3 0-93 15,-2 2-137-15,-2-1-151 0,-3 2-195 0,-2 0-235 16,-2 0-178-16,-3-1 41 0,-1-3 347 0,0-1 390 15</inkml:trace>
  <inkml:trace contextRef="#ctx0" brushRef="#br0" timeOffset="635.9">2286 1544 172 0,'0'-2'455'0,"0"2"205"15,2-2 128-15,1 2-110 0,1-1-134 0,1 0-70 16,1-1-45-16,1-1 1 0,-1 2-16 0,5-3-25 16,0 1-45-16,5-1-53 0,-2 4-38 0,5-2-47 0,-3-3-38 15,3 2-46-15,0-1-45 0,3-1-31 0,-2 3-17 16,1-2-11-16,1 2-6 0,-1-1-3 16,-2 1-3-16,3 1 0 0,-3 1-3 0,0 1-1 0,-2 2-11 15,2 0-55-15,-5 2-52 0,-2 2-78 0,0 0-135 16,-4 3-192-16,-3 0-308 0,-3 0-246 0,-2 1-220 15,-4-2-3-15,-4 2 416 0,-1-4 481 0</inkml:trace>
  <inkml:trace contextRef="#ctx0" brushRef="#br0" timeOffset="837.91">2203 1842 61 0,'0'10'339'0,"2"-2"181"0,1-2 133 15,2-1-22-15,3 0-257 0,0 0-123 0,6-4-29 16,-1 0 1-16,4-1-1 0,1-1-6 0,2 0-28 16,2-3-40-16,3 0-44 0,-1 0-36 0,3-1-24 15,0 1-11-15,0-1-11 0,1 1-52 0,-1 1-95 16,0 0-114-16,-3 2-203 0,3 1-251 16,-5 1-172-16,0 0 9 0,-3 1 215 0,0-2 272 0</inkml:trace>
  <inkml:trace contextRef="#ctx0" brushRef="#br0" timeOffset="1435.93">2973 1586 252 0,'0'1'474'0,"0"1"193"0,0 3 133 0,0 1-134 16,2 3-94-16,0 2-53 0,-1 2-39 0,1 2-48 15,-1 1-62-15,1 4-91 0,-2 1-66 0,3 3-39 16,-1 2-12-16,1-1-7 0,0 2-10 0,0-1-17 16,1 1-23-16,0-4-27 0,-2 1-29 0,1-3-19 15,-2-3-15-15,1-1-5 0,1-3-2 0,-1-2-3 16,-2-3-3-16,1-4 4 0,1 2 15 16,-2-4 7-16,0-3 2 0,0-2-7 0,0-4-2 15,-2-4-7-15,1-3-16 0,1-5-6 0,-2-2-5 16,-1-3 12-16,1-4 9 0,-1-3 5 0,0-2 0 0,0-5-2 15,0 0-2-15,1-2-7 0,1 0-4 16,2 1 0-16,1 3 4 0,0-1 4 0,2 7-8 16,-1 1-5-16,-1 5-4 0,1 2-4 0,2 1-4 0,-2 3-4 15,2 1 7-15,0 2 6 0,1 3 4 0,0 1 1 16,-1-1 1-16,3 3 3 0,-2-1-1 0,5 1 2 16,-3 3 0-16,0 0 2 0,3 1 1 0,-1 0-1 15,1 3 3-15,1 1 0 0,-2 0 2 0,1 3-2 16,1 2 2-16,-4 1 3 0,2 3-2 0,-1 2 5 15,-4-1 5-15,0 8 5 0,-2 0 0 0,-3 1 2 16,0 4 5-16,-3 1 0 0,0-1-2 0,-4 5 2 16,1-1 0-16,-2-1-2 0,-1 4-1 0,-1-2-2 15,1-3-3-15,-1 3-2 0,2-3-2 0,2-1-5 0,-2-2-2 16,2-3-4-16,1 3-3 0,0-6-2 16,2 1-1-16,3-2-1 0,0-2 0 0,0-1-1 15,1 0 1-15,4-1-3 0,0 0 1 0,0-4 1 16,3 2 0-16,3-4 1 0,-2 3 0 0,3-3 1 15,2-1-2-15,0 1 1 0,3-4-4 0,-1 0-14 16,1-1-46-16,2-2-69 0,-1-2-65 0,2 0-103 16,1-2-154-16,-2-2-183 0,1 1-219 0,2-3-203 15,-4 2-168-15,2-1 77 0,-2-2 374 0,1-1 387 16</inkml:trace>
  <inkml:trace contextRef="#ctx0" brushRef="#br0" timeOffset="1759.88">3625 1570 146 0,'3'-10'429'0,"-3"2"244"16,0 2 193-16,0 5-84 0,-2 2-126 0,1 2-97 16,-1 1-88-16,2 4-66 0,0 2-60 0,0 5-55 15,2-1-35-15,-1 6-28 0,1 1-20 0,3 1-21 16,-2 4-25-16,4-2-35 0,0 0-43 16,1 0-32-16,3-3-23 0,2-3-13 0,1-2-1 15,3-2 0-15,1-4 0 0,2-2 1 0,-2-5 1 16,4-3 2-16,-2-3-5 0,0-3-1 0,-2-3 0 15,-3-3-1-15,1-2-2 0,-4-2-1 0,-1-1-1 16,-3 0-1-16,-1-2 1 0,-4 2 3 16,-2-2 2-16,-1 1 0 0,-3-2 1 0,-3 1-1 15,-1-3-3-15,-2-1-4 0,-2-1 1 0,1 1 0 0,-2 2-2 16,1 2 2-16,-2 1 1 0,-3 5-2 0,2 4-3 16,-2 5-4-16,0 2-1 0,-1 6-12 0,-1 3-28 15,1 7-50-15,0 1-53 0,-1 3-84 0,1 3-141 16,1 2-187-16,1 2-288 0,3-2-244 0,1 1-219 15,0-1 23-15,3 2 428 0,2-4 469 0</inkml:trace>
  <inkml:trace contextRef="#ctx0" brushRef="#br0" timeOffset="5716.16">5900 6585 28 0,'-3'6'287'0,"2"0"178"15,-1 0 169-15,-1 0 52 0,3 0-115 16,0 0-24-16,0 1-20 0,0 1-31 0,0-1-61 16,0-1-87-16,1 0-90 0,1-1-104 15,0-2-69-15,-1-2-40 0,4 1-5 0,-2-1 1 16,0-2 9-16,0-2 22 0,2 0 51 16,0-3 51-16,0-1 31 0,-1-1 1 0,-1 0-5 15,0 2-16-15,-1 0-35 0,0 2-33 0,-1 0-29 16,-1 2-7-16,0 0-10 0,-1 2-9 15,-1 0-10-15,2 0-13 0,-2 2-10 0,-1-1-10 16,0 2-10-16,-1 1-5 0,-1 1-2 16,2 1-2-16,-1 0-2 0,1-1-2 0,0-1 0 15,1 0-9-15,2 2-26 0,0-4-76 0,-3 3-88 16,3-2-168-16,0 0-290 0,0 0-329 0,0 0-373 16,-1 0-197-16,-1-2 155 0,-1 1 689 15</inkml:trace>
  <inkml:trace contextRef="#ctx0" brushRef="#br0" timeOffset="7728.35">1590 6629 38 0,'-2'-1'239'0,"2"1"119"0,-1 0 112 16,-2 0-81-16,3 0-111 0,0 0-58 0,0 1-14 16,0 4-3-16,3-3 1 0,-2 3 7 0,1 1 13 15,3 2 23-15,-2 1 32 0,2 2 31 0,1 0 38 16,-3 1 3-16,1 3-26 0,-2 1-47 0,-4 0-46 16,0 2-37-16,2 3-15 0,4-1 8 0,0 2 13 15,0 0-7-15,1 2-14 0,-2 1-21 0,1-1-33 16,-3-1-39-16,1 3-35 0,-1-2-16 0,-1 1-9 15,0 0-3-15,0-2-10 0,0 2-5 0,0-3-1 16,-1 0-1-16,1 1-3 0,0-4-2 0,0-2-1 16,1-1-1-16,-1 0 0 0,2-2-1 0,-2-2-1 15,2-2-1-15,-1-3 1 0,-1 1 1 0,3-1-3 16,0-2 3-16,-1 1-2 0,-1-3 2 0,1 1-2 16,1-1 2-16,-1 0 0 0,1-1-3 0,-1 0 4 15,1 2 1-15,-2-3-1 0,1 0-3 0,0 2 1 16,2-3 2-16,-1 0 0 0,-1 2 0 15,-1 0 0-15,1 0 0 0,1-2 2 0,-1 0-2 16,-1 1-2-16,1-1-1 0,0 1 1 0,-1-1 3 16,1 0-1-16,0 2 0 0,-1-2 1 0,1 0 1 15,2 0 0-15,-2 0-2 0,1 0 0 0,-2 0 1 16,3 0-2-16,-3 0 2 0,1 0 0 0,1 0-1 0,0 0 2 16,-1 0-2-16,1 0 1 0,-1 0-1 0,1 0 0 15,0 0 1-15,-2 0-1 0,1 0 1 16,1-2 2-16,-3 2-1 0,3 0-1 0,-1-1 1 15,0 1-1-15,-1-1 2 0,1 1-3 0,1 0 4 16,-3-2-1-16,2 2-1 0,-1 0 0 0,1 0 2 16,-2-2 0-16,0 2-2 0,1 0 0 0,-1 0 1 15,0 0-1-15,0 0-2 0,0 0 2 0,0 0-1 16,2 0 3-16,-2 0-3 0,0 0 3 0,0 2-4 16,0-2 1-16,0 0-1 0,0 0-1 0,0-2 3 15,0 2-4-15,0 0 3 0,3 0 0 0,-2 0-1 16,-1 0-1-16,2 0 1 0,-1-2 0 15,3 2 0-15,-1 0-1 0,0 0 3 0,2 0-1 16,1 0-1-16,4 0 0 0,-2 0 1 0,3 0 2 16,1 0 6-16,1 0 9 0,4 0 4 0,-1 0 0 15,5 0 1-15,1 0 1 0,0 0-7 0,3 2-6 0,1-2 4 16,0 2 3-16,3 0-5 0,-1-1-5 16,1 0 0-16,-2 1 0 0,3 1-8 0,-2-2-5 15,1 1 4-15,-1-1 3 0,1 1-2 0,-4-1 0 16,0 1 0-16,0-1 0 0,-2-1 0 0,-1 0 0 15,0 0 0-15,-1 0 0 0,-3-1 1 0,0-1 0 16,-4-1-1-16,-3 2 0 0,2-2 1 16,-4-2 0-16,-2 3 0 0,2-4 0 0,-4 3 1 15,-2-3-1-15,0 2-4 0,-1-2-15 0,-2 2-25 16,-2-4-59-16,-1 2-59 0,-2 0-102 16,-6 1-169-16,0-2-235 0,-2 0-300 0,-4 1-243 15,1-1-191-15,-4-2 181 0,-2 0 549 0</inkml:trace>
  <inkml:trace contextRef="#ctx0" brushRef="#br0" timeOffset="8753.94">1536 6585 210 0,'0'3'327'0,"0"-2"117"16,0 1-36-16,0-1-121 0,2 1-93 0,-2-2-58 15,1 1-30-15,3-1 4 0,-1 0 15 0,2 0 22 16,4 0 34-16,-1 0 33 0,3 0 36 0,3 0 40 16,-1 0 32-16,4 0 2 0,-1 2-29 15,0-2-5-15,0 1-24 0,1 1-51 0,1-2-57 16,-1 3-31-16,2-2-12 0,-2 1-31 0,5-1-21 16,-2 1 0-16,3-1 31 0,1-1 18 0,4 0 10 15,-1 0-5-15,1 0-3 0,1 0-12 0,-1 0-39 16,-2 0-25-16,2 0-20 0,-1 0-1 0,0 0-3 15,2 0-1-15,-1 0 5 0,0 0 1 0,1 0-2 16,-2 0-2-16,1 0-2 0,-2-1-3 16,2-1 21-16,1 1 9 0,-1-1 9 0,-1-1 1 15,1 0 3-15,-3 0 2 0,2 0-20 0,-3 0-12 16,2-1-6-16,-3-1-7 0,2 3-2 0,-1-4-3 16,-3 1-2-16,1-1-2 0,0 4-1 0,-3-3 2 15,0 3-1-15,0-3-2 0,-2 2 1 16,-1 0-2-16,0 0 3 0,0 1-1 0,-5 0 10 15,2 0 3-15,-4 1 3 0,0-1 0 0,0 1 0 16,-2 1 2-16,-2-2-11 0,-2 1-2 0,2 1-1 16,-2 0-1-16,0-2-1 0,-1 2 1 15,-2 0-1-15,2 0 1 0,-1 0 0 0,-1 0 0 16,0 0 1-16,2 0-3 0,-2 0 1 0,0 0 1 16,0 0-3-16,0 0 0 0,0 0-3 0,0 0 1 15,0 0-1-15,0 0 2 0,0 0-1 0,0 0 1 16,0 0 2-16,0 0-2 0,0 0 3 15,0 2-2-15,0-2 0 0,0 0-2 0,0 0 2 16,0 0 3-16,0 0-2 0,0 0 1 0,0 0-2 16,0 0 1-16,0 1 1 0,0-1-1 0,0 2 3 15,0-1 2-15,0 2 7 0,0 0 5 0,0 3 2 16,0 0 1-16,0 1-1 0,0 3-1 16,0 0-6-16,-2 1-5 0,2 1-1 0,-1 1-3 15,-1 4-1-15,0-1-3 0,1 2 0 0,-3 2-1 16,3 2-2-16,-2 1 2 0,1 1-1 0,-3 3 1 15,2 0 4-15,0 1 0 0,0 1 2 0,0 2 1 16,1-1 1-16,-1 1-2 0,0-3-8 16,1 2-5-16,1-2-3 0,-1-1-3 0,0 0-1 15,1 0 0-15,1-1 5 0,0-3 10 0,0 3 8 16,0-2 3-16,0-1 0 0,0-1 0 16,1-4-10-16,-1 0-32 0,2-5-58 0,-2 2-56 15,0-5-63-15,0-3-113 0,0-1-161 0,0-3-220 16,0-3-240-16,3-1-231 0,-3-3-147 0,2-3 214 15,-2-3 484-15</inkml:trace>
  <inkml:trace contextRef="#ctx0" brushRef="#br0" timeOffset="10992.37">10125 5693 205 0,'1'-5'345'0,"1"-1"131"16,-2 2 21-16,0-2-132 0,2 1-41 16,-2-1-10-16,0 4 16 0,0-1 39 0,1 1 5 15,-1 1-15-15,0 1-42 0,2 0-49 0,-2 0-51 16,1 1-63-16,-1 1-42 0,2 1-21 15,0-1-6-15,-1 2 7 0,-1 3 6 0,3 1 2 16,-1 1-7-16,-2 5-10 0,3-1-12 16,0 5-11-16,-1-3-2 0,1 3 8 0,-2 3 2 15,3 0 12-15,-3 2 7 0,2 1-2 0,-3-1-5 16,2 3-5-16,1 1 10 0,-1 0-4 0,-2 0-10 16,2 0-6-16,-1-1-7 0,1-1-11 15,-1 2-16-15,-1-3-11 0,3 0-6 0,-3-2-4 16,2 1-2-16,-1-2-2 0,1-1 2 0,-1 1-4 15,1-3 0-15,1-2-1 0,-3 1 1 16,3-3-1-16,-1 2-2 0,0-1 1 0,-1-2 1 16,1 1 0-16,0-1 1 0,-2-1 0 15,1 0 2-15,-1 0-1 0,0 0-1 0,0 0 0 16,0-1 3-16,0-1-1 0,-1 0-3 16,1 1-1-16,-2-3 0 0,2-3 0 0,0 3-4 15,0-3 1-15,2-1-2 0,-2 1 1 0,1-1 1 16,-1-2-1-16,2 1-2 0,-1 0 3 0,2-2-1 15,0 1 2-15,0-1-2 0,-1-1 0 16,1 1 2-16,2-1-1 0,-2 2 2 16,2-2 0-16,3 0 3 0,-2-2 0 0,1 1 0 15,2 1 1-15,0-1 0 0,-1-1-1 0,2 1-2 16,2-2 2-16,1 0 0 0,-2 1 13 0,5-2 8 16,-2-1 5-16,0 2 0 0,1-1-2 15,2 1-1-15,1-2-11 0,-1 3-8 0,-1-3-7 16,3 2 0-16,-1 0-1 0,0 1 0 15,1-3-1-15,0 3 1 0,2-2 1 0,-1 3 2 16,1 0 1-16,3-1 2 0,-1-1 0 0,2 2 1 16,1-3 1-16,-2 2 1 0,1-3 1 0,3 1-4 15,-1-1 1-15,0-1-2 0,1 1-1 16,1-1 2-16,-2 0-3 0,-2-2 0 0,2 3-1 16,-2-2 0-16,1 1-2 0,-3 1 0 15,-2-1-1-15,1 3 1 0,-2-1 0 0,-2 1 0 16,-1 1 0-16,-1-1-1 0,-2 3 1 0,-1-1-1 15,-1-1 1-15,-2 2-2 0,-2 0 4 16,3 0-2-16,-5 2 1 0,1-2-1 0,-2 1-2 16,-1-1 1-16,1 0 1 0,-2 2 1 15,0-2 0-15,-3 0-1 0,2 0-2 0,-1 0-6 16,-1 0-21-16,0 0-43 0,-1-2-56 0,1 2-49 16,-2-3-74-16,-1 0-129 0,-3-1-147 15,1-1-171-15,-1-1-227 0,-1 1-229 0,-1 0-79 16,-2-3 273-16,-2-1 414 0</inkml:trace>
  <inkml:trace contextRef="#ctx0" brushRef="#br0" timeOffset="12303.93">10098 5475 170 0,'3'1'392'0,"0"-1"153"16,-1 2 95-16,1-2-208 0,0 0-193 0,3 1-119 15,-1 1-17-15,0-1 33 0,3 2 97 16,3 0 93-16,2 0 81 0,1-2 20 0,3 3-2 16,4-2-43-16,-2 0-86 0,5 0-65 15,1-1-45-15,2-1-16 0,1 0-27 0,2 0 25 16,0 0 21-16,2-3-8 0,1 1-24 0,0-2-25 16,0 1-16-16,1-2-40 0,0 0-31 0,1 0-8 15,2-1-1-15,0-1-2 0,1-1 0 16,2 1-2-16,1-2-3 0,2-1-9 0,-2 2-5 15,0-3-6-15,0 1-5 0,-1 1-4 16,-1 0 2-16,1 0-2 0,-4 0 0 0,2 1 0 16,-3 0 0-16,-2 2 3 0,2 0-3 0,-2 2 0 15,3 0-1-15,-3 1 0 0,-1 1 4 16,1-1-3-16,1 3 1 0,0 0 0 0,0 0 1 16,-1 0 0-16,3 0-2 0,0 0 1 15,-1 2 0-15,0-2 0 0,-2-2 0 0,-1 2 0 16,-2-2 0-16,-2 1 1 0,-1-2-1 0,-4 2 3 15,-1-2-1-15,-4 2 0 0,-1-1-2 0,-2-1 0 16,-5 2 2-16,-1 1-3 0,-3-2 4 16,-1 2 2-16,0-2 6 0,-2 2 9 0,-1 0 12 15,-1 0 5-15,-1 0 2 0,0 0 0 16,0 0-6-16,0 0-5 0,0 0-10 0,0 0-8 16,0 0-2-16,-1 0-3 0,-1 0-1 0,1 0-3 15,-1 2-1-15,0-2 0 0,1 2-1 16,-1-2 0-16,0 0 0 0,-1 1 0 0,-1-1 0 15,2 1-1-15,-1 1 0 0,0 0-1 16,0-1-1-16,0 2 0 0,-1-2 1 0,1 2 0 16,1 0 1-16,-1 0-1 0,-1-1 2 0,2 1 0 15,-1 0 1-15,0 1-1 0,1-1 0 0,-1 1 0 16,0 1 0-16,0 1 0 0,-1 0-1 16,1-1 3-16,-3 1-2 0,3 2 1 15,0-1-2-15,-2 1 1 0,0 2 0 0,2-2-1 16,0 4 1-16,-2-1 0 0,1 2 1 0,0-1 0 15,0 1-1-15,0 0 0 0,1 2 0 0,0 0 0 16,1 2 1-16,-1 1-1 0,0-1 1 16,1 5 0-16,2-1-1 0,-2 1 1 0,0 2-1 15,2 0 0-15,0 3-1 0,0 0 0 16,0 3 0-16,4 2-1 0,-2 0-1 0,1-1 1 16,-1 2 1-16,1 0-1 0,0 1 1 0,0-1 1 15,2 2 0-15,0-2 0 0,-2-1 1 16,3 0 1-16,-3 0-1 0,2-2 0 0,0 1-1 15,-2-2 0-15,2-1 0 0,-2-1 0 16,2-1 0-16,-2-4-1 0,0-1 0 0,0-3 1 16,-1-3 0-16,-1-1 0 0,1-3 0 0,-2-3 0 15,2 0 1-15,-2-4-1 0,0 1 2 0,0-2 0 16,0-2 0-16,0 1 1 0,-2-2 0 16,0 0 0-16,1-2-1 0,-1-1-1 0,-1 2-1 15,1-2 0-15,-1 0 0 0,0 1 0 16,-1-1 1-16,1 0 0 0,-1 2 0 0,-1-1 1 15,2 1-2-15,-2 0 2 0,2-1-2 0,-3 2 0 16,1 0 2-16,1 0 0 0,-1 0-1 16,0 0 1-16,-3 0-2 0,0 0 1 0,0 0 0 15,0 0-1-15,-4 0 0 0,-1-2 3 16,2 2 0-16,-5 0-3 0,0 0 2 0,-3 0 0 16,-1 0-2-16,1 0 0 0,-3 0-1 0,-2 0 2 15,3 0 0-15,-1 0-1 0,-1 0 0 16,1 0-2-16,1 2 0 0,-1 0-2 0,0-1-1 15,3 2 1-15,0 0-7 0,0-2-10 0,1 2-35 16,1-1-76-16,-1-2-99 0,-2 0-182 16,3-2-290-16,-2-2-337 0,-2-2-359 0,2-1-174 15,-5-4 238-15,2-3 689 0</inkml:trace>
  <inkml:trace contextRef="#ctx0" brushRef="#br0" timeOffset="13397.43">3230 6691 65 0,'14'3'234'15,"3"0"128"-15,5 0 120 0,4 1-150 16,7 1-58-16,0-3-3 0,5-2 21 0,3 2 26 16,5-4 2-16,0 2 36 0,6-2 11 0,2-3-23 15,1 3-44-15,4-4-64 0,3 0-38 16,1-3-51-16,4 0-54 0,-3-2-34 0,-1-1-17 16,0-1-9-16,-3 0-9 0,-1 0-6 15,-5 1-6-15,-2 0-4 0,-2 2-15 0,-7 0-60 16,-5 0-96-16,-6 1-117 0,-4 2-136 0,-7 2-215 15,-5 2-247-15,-4 2-95 0,-7-1 116 0,-5 2 277 16,-2 2 267-16</inkml:trace>
  <inkml:trace contextRef="#ctx0" brushRef="#br0" timeOffset="13707.83">3345 7022 101 0,'10'6'315'0,"1"-4"138"16,4 2 103-16,3-4-126 0,6-2-157 0,4 0-66 16,5-4 36-16,5-1 33 0,6-4 11 0,4-1 29 15,4-1 21-15,5-4-20 0,3 2-64 16,5-3-45-16,1-2-28 0,4 1-47 0,-2-1-51 15,-2 1-33-15,-1 2-17 0,-5 3-16 0,-2 1-9 16,-5 1-7-16,-1 3-3 0,-6 5-7 0,-5-2-31 16,-6 1-61-16,-4 4-62 0,-4 1-71 15,-8 0-79-15,-3 1-83 0,-5 1-67 0,-2 0-55 16,-5 2-140-16,-6-1-44 0,-3 1 72 0,-7 2 158 16,-3-1 178-16</inkml:trace>
  <inkml:trace contextRef="#ctx0" brushRef="#br0" timeOffset="13947.53">3598 7185 162 0,'19'7'306'0,"3"1"144"15,5-4 69-15,5 1-143 0,1-4-59 0,5-1-36 16,3-1-7-16,2-4-46 0,4 0-2 15,-1-3-10-15,4-1-37 0,0-1-19 0,-1-1 1 16,-1-1 0-16,-2 1-34 0,-1-2-32 16,-1 2-19-16,-6 1-46 0,0 0-99 0,-5 0-118 15,-3 1-154-15,-6 1-281 0,-2 1-209 0,-6 1-62 16,-2 1 140-16,-8-5 274 0</inkml:trace>
  <inkml:trace contextRef="#ctx0" brushRef="#br0" timeOffset="14269.92">3685 6525 144 0,'-2'9'393'0,"2"-2"170"16,2 0 109-16,1 1-164 0,2 0-237 16,3-3-139-16,4 4-42 0,3-5-20 0,2 2-5 15,2-2 23-15,3-1 12 0,3 0-17 0,4-3-32 16,1 0-15-16,3-1-14 0,0-1-23 16,1-1-20-16,0 0 14 0,1 0 7 0,-1 1 3 15,-3 0 8-15,1 0-1 0,-4 0 3 0,-3 2 1 16,-3 0-34-16,-4 0-61 0,-4 1-79 15,-6 2-259-15,-3 3-191 0,-3-2-87 0,-7 4 59 16,-5-1 181-16</inkml:trace>
  <inkml:trace contextRef="#ctx0" brushRef="#br0" timeOffset="14689.53">3901 6836 13 0,'15'-2'275'0,"1"-1"168"0,-4 0 156 0,4 0 50 16,0-2-233-16,1 2-121 0,1 0-61 15,2 0-35-15,-2 1-37 0,2 0-7 0,2 2-21 16,2 0-29-16,-3 0-16 0,1 2-7 0,0-1-9 16,-1 0-25-16,-1 1-22 0,-3 1-6 15,-1 1-7-15,-2-1 1 0,-2 2 3 0,-3 1 3 16,-1 1 3-16,-4 2 4 0,0 2 0 15,-4 0 2-15,-4 5-7 0,0-1-2 0,-5 3-2 16,-1 2-4-16,-4 0-2 0,1 3 2 0,-4-1 15 16,1 2 23-16,-3-1 27 0,0-1 28 15,0 0 24-15,1-2 23 0,-2-1 2 0,3-2-11 16,2-1-21-16,0-1-26 0,5-4-26 16,-1-2-23-16,3-2-21 0,2-1-17 0,1 1-12 15,3-4-2-15,2-1-4 0,2 2 0 0,3-3 1 16,1-1 4-16,5-1 2 0,-1-1-4 15,5-1-11-15,0 0-21 0,2 0-35 0,2-2-40 16,2 1-63-16,2 0-67 0,-2 1-60 16,4 0-61-16,1 1-29 0,0 4-51 0,-1-1-80 15,2 4-151-15,-1 2-36 0,-1 1 81 0,2-1 142 16,0 3 191-16</inkml:trace>
  <inkml:trace contextRef="#ctx0" brushRef="#br0" timeOffset="19149.93">15468 3396 78 0,'0'5'285'0,"0"-3"133"0,0 4 109 0,-2-1-131 16,0 2-129-16,2 4-71 0,-1 0-18 0,-1 5 26 15,2 3 48-15,2 5 77 0,-1 6 63 16,1 6 38-16,0 6-4 0,-1 8-28 0,1 5-43 15,-1 6-47-15,1 4-23 0,-2 4-17 0,3 6-22 16,-2 5-23-16,-1 1-26 0,-1 7-32 16,-2 4-35-16,1 0-38 0,-1 3-24 0,0 1-18 15,0-2-13-15,0-2-15 0,1-3-12 16,0-4-7-16,2-3-2 0,2-10-2 0,1-3 2 16,0-8 1-16,2-9 1 0,0-6-4 15,2-9-13-15,2-8-30 0,-5-4-62 0,1-7-47 16,0-6-45-16,-1-6-72 0,-4-9-135 0,0-5-149 15,-1-6-208-15,-4-8-229 0,2-5-226 0,-2-5-20 16,1-5 386-16,-5-3 441 0</inkml:trace>
  <inkml:trace contextRef="#ctx0" brushRef="#br0" timeOffset="19689.86">15289 3439 129 0,'4'3'353'0,"-2"-2"156"16,-1-1 124-16,1-1-141 0,3-5-87 0,0-1-50 16,1-4 3-16,3-3 32 0,-1-2 39 15,2-3-21-15,4-4-50 0,-1-2-54 0,0 0-58 16,2 2-58-16,-3-2-58 0,1 4-34 16,-3 4-22-16,0 2-13 0,-3 2-16 0,0 4-9 15,-2 2-9-15,-1 4-8 0,1 3 3 0,-2 6 1 16,3 1 9-16,-1 7 3 0,0 3 0 15,-2 5 0-15,2 3-14 0,-2 5-5 0,2-1-13 16,1 4 2-16,0 2-2 0,-1-1-22 16,3 2-27-16,1 2-64 0,-1-2-133 0,2 0-184 15,-2-1-298-15,1 3-269 0,-1-2-243 0,-1 1-15 16,-1-2 412-16</inkml:trace>
  <inkml:trace contextRef="#ctx0" brushRef="#br0" timeOffset="21179.04">15205 5453 247 0,'0'4'478'0,"-2"2"171"15,2-3 83-15,2-1-275 0,-2 2-237 0,1-3-140 16,3 1-74-16,0-2-36 0,5 0 0 0,1 0 11 16,1 0 60-16,4 0 91 0,5-2 46 15,2 1 69-15,5-1 23 0,2 0-3 0,2 1 14 16,7-2-23-16,2 2-17 0,2-1-52 0,4 1-29 15,3-2-13-15,2 3-42 0,3-3-17 16,1 2-9-16,5 1-8 0,0-2-7 0,0 0-7 16,3 2-6-16,-1-1-29 0,-2 1-16 15,2-1-9-15,-1 1-4 0,-2 1 0 0,-2 0 2 16,0 1 7-16,0 0 6 0,-2-1 2 0,2 0 4 16,-2 1-1-16,1 1-4 0,3-2-5 15,-3-1-3-15,0-1-1 0,0 0-2 0,-3-3-6 16,1 0-3-16,-2 0 1 0,0-1-4 0,-5-1 2 15,0-1 1-15,-2 1 4 0,1 0 5 16,-4-1 3-16,1 1 5 0,-2 0 0 0,-1 0-1 16,0 0-3-16,-1 0-1 0,-3 0-2 15,1 2 2-15,-4-1-1 0,0 1 2 0,-3-1 2 16,2 1 0-16,-2 0-3 0,-2 2-1 16,1-3 1-16,-3 2-2 0,1 0-1 0,2 0-3 15,-5 0 2-15,3 0 1 0,-4 2-4 0,2-2 0 16,1 1-2-16,-4-1 4 0,3 2 2 15,0-1 0-15,1 2 6 0,-1-1-1 0,-1-1 4 16,0 1 0-16,1-2 0 0,-2 1 0 16,1 1-4-16,-1 1 1 0,0-1 0 0,1-3 0 15,-1 3 3-15,0 0-4 0,0-1-1 0,-1-1 2 16,2 1 2-16,-5 1-5 0,3-2-1 16,-1 1 4-16,-4-1 0 0,0 0-4 0,0 2-1 15,-3 0 0-15,-2-2 0 0,-2 2 1 0,-1 0 0 16,-1 1 0-16,-3 0-2 0,0-2 3 15,-2 2 1-15,0 0-3 0,2 0-5 0,-4 0 3 16,-1 0 1-16,2 0 0 0,-1 0 2 16,-1 0 6-16,0-2 17 0,0 2 19 0,0 0 37 15,0 0 13-15,0 0 30 0,0 0 34 0,0-1 18 16,-1 1 0-16,-1 0-24 0,1-1-11 0,-4-1-29 16,2 2-31-16,-2-3-30 0,0 2-21 15,-3-2-12-15,-1 0-8 0,1 0-5 16,-1-2-3-16,-1 2 1 0,-1-1 1 0,2 0 0 15,-1-1-1-15,-1 2 2 0,3 0 1 0,-2 0-2 16,3 0 2-16,1-3-2 0,-1 6 1 0,2-2-2 16,0-1 2-16,2 0-2 0,-1 2-1 15,1 1-1-15,1-1-2 0,1-2-1 0,1 3-4 16,-2 0 0-16,2 0-3 0,2 0-2 16,-2 0-1-16,1 0 2 0,2 3 1 0,3-2 4 15,1 0 2-15,1 0 3 0,1 1 1 16,2 1 0-16,2-1 1 0,2 4-2 0,-2-3 3 15,5 1-4-15,-4 2 2 0,3 0 0 0,-2 0-1 16,0 0 2-16,0 2-2 0,-1-3 2 16,-3 1 6-16,-1 3 5 0,0-4 2 0,-2 3 8 15,-3 0 3-15,2-1 8 0,-6 2 2 0,1-2 1 16,-2 4 0-16,-3-2-2 0,-1 2-3 0,-4-1-6 16,2 2-5-16,-5 0-3 0,0 1-6 15,0-1-3-15,-5 0-1 0,3 0-2 0,-4-1-2 16,3-1-2-16,0 1-2 0,-1-2-7 15,1 0-13-15,1-2-30 0,1 0-61 0,2-1-62 16,2-1-78-16,2-3-144 0,0 2-189 0,1-2-296 16,4 1-227-16,1-1-202 0,0 0-1 15,0-2 445-15,0 0 472 0</inkml:trace>
  <inkml:trace contextRef="#ctx0" brushRef="#br0" timeOffset="22332.07">18367 5942 167 0,'0'0'382'0,"0"0"183"0,0 0 107 16,0 0-158-16,0 0-129 0,0-1-87 0,2 0-63 16,1-1-46-16,0-1-34 0,0 0-5 15,2-1-12-15,1 1-17 0,1-2 16 0,2 1 18 16,1 1 1-16,1-1-22 0,3 0-18 0,0 2 38 15,0 2-11-15,2 0-20 0,1 0-15 16,1 2-8-16,-1 3-9 0,-1-1-38 0,2 2-25 16,-6 0 1-16,4 2 7 0,-5 0 6 0,0 2 6 15,-1-1 3-15,-4 4 11 0,-1-1 1 16,-2 2 13-16,-3-1 21 0,0 1 19 16,-3 1 7-16,-2 2 1 0,-3-1 3 0,-2 0-7 15,-4 2-21-15,3-1-10 0,-3-1-8 0,1 2-6 16,-1-3-19-16,3 2-13 0,0-2-9 0,-1 0-13 15,0-2-10-15,4 0-7 0,-1 0-2 16,4-2-3-16,0-1-5 0,2-3-2 0,2 1 1 16,-1-2 1-16,2 0-3 0,2-2 3 15,-1 0 2-15,4 1 4 0,0 0-1 0,1-4 0 16,2 0 1-16,0 1 0 0,2-2 0 0,0 0-2 16,3-2 2-16,0 0 0 0,3-2 1 15,-4 0 0-15,4 0 0 0,0-2 0 0,0 1-1 16,-2-1 1-16,3 2 2 0,-4-1-1 15,3 1-2-15,-3 1-1 0,0-1 3 0,0 0 0 16,0 2-4-16,-4-1 2 0,3 1 0 0,-3-1-32 16,-1 0-51-16,-2 3-51 0,1-2-41 15,-3 2-79-15,2-5-135 0,-2 3-130 0,-3-3-177 16,2 0-235-16,-1 1-224 0,0-3-41 16,-2 1 299-16,-2-2 409 0</inkml:trace>
  <inkml:trace contextRef="#ctx0" brushRef="#br0" timeOffset="22741.92">18916 5988 141 0,'-2'7'526'16,"1"1"294"-16,-3 0 138 0,1 3-104 15,2 1-260-15,-1 1-171 0,0 3-104 0,2 0-51 16,0 1-30-16,2 2-41 0,1 1-48 15,2 1-45-15,2 0-38 0,-3-1-26 0,7-1-17 16,-1-3-10-16,1 0-5 0,1-3-9 0,1-2 1 16,4-1-3-16,-2-6 0 0,2-1 0 15,-1-4-2-15,1-3 3 0,-1-4 2 0,1-4 1 16,1-2 1-16,-4-4 0 0,2 0-2 16,-2-3 0-16,-1-1-1 0,-1-1 4 0,-2 3 6 15,-2-5 7-15,0 4 18 0,-5-1 15 0,-2 1 8 16,-1-2 6-16,-3 2-1 0,-4 0-4 0,-1 1-16 15,0 1-7-15,-5 1 6 0,-1 2 5 16,1 1 2-16,-4 2-2 0,1 3 0 0,-2 4-4 16,0 3-18-16,-2 3-15 0,2 3-10 15,-2 3-2-15,2 3 1 0,-1 3-5 0,3-1 0 16,0 4-25-16,2-2-28 0,1 2-28 0,2 0-44 16,3-1-88-16,2-3-131 0,-2-1-130 0,3 2-226 15,4-3-260-15,-1-1-186 0,2 0 66 16,2-2 342-16,-1-1 362 0</inkml:trace>
  <inkml:trace contextRef="#ctx0" brushRef="#br0" timeOffset="22948.17">18889 6025 261 0,'3'3'659'0,"0"0"270"15,-1 0 68-15,2-3-244 0,0 2-293 16,2 1-216-16,1 0-107 0,3-2-44 0,2 0-17 15,0 2-15-15,2-3-1 0,2-3-7 16,3 3-17-16,0-2-10 0,0-1-6 0,3-2 0 16,0-1 1-16,-2 0-3 0,2-1-66 15,-4-1-123-15,-2-1-153 0,1 0-280 0,-2 2-241 16,-3-1-185-16,-4 1 62 0,-3-4 326 0</inkml:trace>
  <inkml:trace contextRef="#ctx0" brushRef="#br0" timeOffset="23654.8">14928 2320 289 0,'0'13'523'0,"-2"3"192"16,2 0 130-16,0 4-249 0,0 1-167 0,2 1-106 15,-2 2-58-15,3-1-42 0,-3 1-56 0,2-3-55 16,-2-2-46-16,2-1-26 0,-2-4-29 15,0-1-68-15,-2-2-106 0,0-4-143 0,-1-1-291 16,-2-3-226-16,-1-3-131 0,-2-3 84 0,-3-4 286 16</inkml:trace>
  <inkml:trace contextRef="#ctx0" brushRef="#br0" timeOffset="23824.83">14796 2256 49 0,'9'-10'450'0,"-3"3"305"0,2 3 174 0,-1-3 0 15,3 5-372-15,0-1-262 0,3 0-142 16,3 0-65-16,1 0-33 0,2 2-21 0,1-3-5 16,2 2-5-16,-2 2-6 0,0 0 1 0,-2 0-65 15,-1 0-101-15,-4 0-167 0,-3 4-278 0,-5 2-211 16,-5 3-131-16,-6 1 112 0,-8 4 290 16</inkml:trace>
  <inkml:trace contextRef="#ctx0" brushRef="#br0" timeOffset="24627.2">11366 5147 340 0,'2'-2'667'16,"-2"-3"310"-16,-2 1 162 0,0-4-296 0,-1 2-193 15,2-3-82-15,-3 0-71 0,1-3-85 0,-3-1-91 16,2-2-63-16,-3-5-53 0,-1-1-70 15,0-4-54-15,0-6-32 0,-1 0-18 0,-2-4-12 16,-2-5-8-16,0-2-4 0,-2-1 0 0,0-2 0 16,-3 0 0-16,1 0-6 0,-3 1-4 15,1 2-1-15,0 3-4 0,0 5-3 0,0 3-1 16,0 3 0-16,-3 8-7 0,1-1-40 16,-1 8-59-16,0 1-58 0,0 6-102 0,3 3-132 15,0 3-158-15,3 2-129 0,1 1-124 0,5 1-192 16,2-1-55-16,0 0 166 0,5-3 289 15,2-2 264-15</inkml:trace>
  <inkml:trace contextRef="#ctx0" brushRef="#br0" timeOffset="24841.83">10890 4335 8 0,'8'-9'175'0,"-3"-2"113"0,0-1 127 16,-1 1 18-16,-2 0-48 0,0-2 5 0,-2 2 42 15,-2-1 51-15,2-1 60 0,-3-2-2 16,-2 4-57-16,2-3-77 0,-2 2-63 16,3 2-30-16,-1 2-32 0,2 0-34 0,-1 5-29 15,2-2-27-15,0 3-32 0,0 0-47 16,0 1-52-16,0 0-33 0,0-1-20 0,2 2-13 0,-1-1-5 15,2 1-6-15,2 1-1 0,2 2 5 16,2 0 3-16,2 4 7 0,2-1 4 0,2 5 2 16,2 3-2-16,0 0 2 0,0 6 9 15,1 3-31-15,0 1-54 0,-2 4-46 0,2 1-87 16,-4 1-145-16,2-1-233 0,-4 3-282 16,1-1-237-16,0 1-210 0,-4-2 87 0,-1 0 461 15</inkml:trace>
  <inkml:trace contextRef="#ctx0" brushRef="#br0" timeOffset="25568.25">11461 6964 329 0,'0'-10'605'0,"-2"0"206"0,1 2 81 15,-1 1-249-15,2 1-149 0,-1 4-84 16,-1-3-51-16,0 2-31 0,1 0-28 0,-1 0-41 16,0 2-50-16,-1 1-29 0,3 0-21 0,-4 0-10 15,2 1-9-15,-1 2-15 0,0 0-26 16,1 1-33-16,-2 2-16 0,0 2-14 0,-1 3-16 16,1 0-6-16,-2 2-6 0,1 3-1 0,-2 2 0 15,-1 4 0-15,1 1-2 0,-3 4-4 16,1 4 2-16,-1 1 2 0,-4 5-4 0,1 1-4 15,-2 5 3-15,-1 1-3 0,-2 1 5 16,2-1-2-16,-2 1-5 0,-1-4-43 0,-1 0-40 16,0-1-46-16,-2-7-108 0,-2-1-150 0,0-1-224 15,-1-6-248-15,0-2-239 0,1 0-171 16,0-5 184-16,-1-1 443 0</inkml:trace>
  <inkml:trace contextRef="#ctx0" brushRef="#br0" timeOffset="25826.2">10941 7832 351 0,'6'15'626'15,"2"-1"191"-15,-2 3 49 0,-1 2-303 0,0 1-214 16,1 1-132-16,3 1-26 0,-4 2-1 0,3 2 4 16,-1-1 0-16,2-1-26 0,-3 0-30 0,2-1-30 15,2-3-30-15,-1-3-20 0,-1-2-16 16,0-3-18-16,1-1-11 0,-1-6-1 15,2-1 23-15,2-6 22 0,-2-4 15 0,3-4 7 16,-1-5 2-16,1-8-5 0,3-3-22 0,-2-2-24 16,3-6-16-16,1-2-10 0,1-2-15 0,0-2-66 15,1-2-133-15,1-1-171 0,-2 3-289 16,3 0-265-16,0-1-233 0,-1 1 22 0,-1 1 385 16</inkml:trace>
  <inkml:trace contextRef="#ctx0" brushRef="#br0" timeOffset="27266.96">10881 5368 130 0,'9'2'212'0,"-1"1"30"0,0-2-117 15,-2 3-184-15,2-3-113 0,-2 2-28 0,-1-3 18 16</inkml:trace>
  <inkml:trace contextRef="#ctx0" brushRef="#br0" timeOffset="27472.75">11238 5243 42 0,'25'-8'167'15,"-2"1"43"-15,0-1-16 0,-1 2-50 16,0 1-62-16,1-1-32 0,-3 4-21 0,2-1-10 15,-1 2-5-15,1 1-2 0,0 0 0 0,-3 1-3 16,3 2 5-16,0-2 7 0,-1-1 10 16,1 1 2-16,0 0 11 0,0 1 9 0,3-2 0 15,-1 3-4-15,0-3-6 0,1-3-4 16,2 1-10-16,-2 1-10 0,1-1-6 0,-1-3-18 16,2 1-96-16,-2 2-161 0,0-3-62 0,1 2 8 15,-4 0 53-15</inkml:trace>
  <inkml:trace contextRef="#ctx0" brushRef="#br0" timeOffset="30344.81">15785 5140 247 0,'-6'3'412'0,"1"1"160"15,2-2 34-15,0 2-184 0,0-3-118 16,1 0-84-16,0 1-57 0,2-2-40 0,0 2-47 16,0-2-37-16,2 1-27 0,0 0-10 15,2 2-7-15,1 0-1 0,0 0 5 0,4 0 2 16,-1 2 3-16,4-1 1 0,0-1-24 0,1 0-12 16,2 1-5-16,-2 0-9 0,4-2 0 15,-1 2-3-15,2-3 76 0,-2 2 46 0,2 0 23 16,-2-1 12-16,3-2 4 0,0 3 0 15,-3 0-45-15,4-2-31 0,-3-1-15 0,0 0-9 16,0-1-1-16,1-1 29 0,-4-2 110 0,2 2 54 16,-2-1 22-16,0-1 10 0,1-2 32 15,-2-2-8-15,0 1-75 0,0-2-39 0,-2-2-22 16,0 1-16-16,0-1-38 0,-1-1-26 16,-2 0-16-16,-2 0-7 0,3 0-7 0,-2-1 1 15,-3 1-1-15,1-1 1 0,0 1 5 0,1 1 4 16,-3-3 4-16,2 2-2 0,-2 0 0 0,0 0 2 15,2-3-10-15,0 2-7 0,-2-2-7 16,3-1-3-16,-1-2-5 0,1 0-1 0,1 0-3 16,-1-2 3-16,3-1 2 0,-2-2 2 15,-1 1 0-15,2-1-1 0,0-4 13 16,-2 2 54-16,2-3 33 0,-3 3 31 0,3-1 22 0,-4-1 5 16,1-1-12-16,-1 0-42 0,-3 0-28 15,2 0-25-15,1-2-20 0,-4 0-10 0,1-1-4 16,-1-1-7-16,0 0-3 0,0-1-2 15,0-4 0-15,0 2-1 0,0-2-5 0,-1 2 0 16,1-4 0-16,0 0-3 0,0 1-1 0,1-1-1 16,-1 0 3-16,3-3 3 0,-1 1 0 0,2-1 0 15,-1 0 3-15,-1 0 1 0,3 2-1 16,-2-3 2-16,2 4 0 0,-2-2-2 16,2 1-2-16,-1-1-1 0,3-1-4 0,-2 1-2 15,1 2-2-15,0-1 1 0,2-1 2 0,-3 3 2 16,1 0 2-16,-1 1 2 0,0 0 4 0,-2 1 2 15,0 2 0-15,0-1 0 0,-1 4 1 0,-1-2 2 16,2 2-2-16,-1 3-11 0,0 3-4 16,-1-1-1-16,2 4-3 0,-1 1-3 0,1 0 0 15,1 1 6-15,-1 2 4 0,3 0 0 0,-2 2 2 16,1 0 0-16,2 0 0 0,-2 1 0 0,1 0 3 16,1 2 0-16,0-1-1 0,-1-1 2 0,2 2-1 15,0-2 0-15,-2 1-2 0,1 2 1 16,-1-1 0-16,1 0-2 0,-1 3 1 0,-2 0 2 15,3 1 0-15,-4 0 0 0,2 2 0 0,-2 1 0 16,1-1-2-16,1 3-3 0,-3-1 1 0,1 2 0 16,-1 0-1-16,-1 0-1 0,1 2 1 15,-1-1 1-15,1 0-1 0,0 2 3 0,-1-1-3 16,2 1 0-16,-1 0 3 0,0 1 0 0,2-1 1 16,-1 4-2-16,0-3 2 0,1 2 2 0,0 1 2 15,-2 3 1-15,3-3 1 0,0 3 0 0,-1 3 1 16,-1-1 2-16,2 1-2 0,-2 2-1 15,2 0 7-15,-2 3 9 0,1 0 5 0,-3 2 0 16,1 1 0-16,-1 1-1 0,4-2-6 0,-5 2-9 16,0 2-5-16,0-1-2 0,0 3 0 0,0-1 0 15,0 0 1-15,-3 1-1 0,1-1 0 16,1 2 0-16,-1 1 1 0,-1 0-3 0,1-1 7 16,-1 2-2-16,1 2 0 0,1-1-3 0,-1 1-2 15,2 2 2-15,0 1-10 0,0-3 7 0,0 3 0 16,2 1 0-16,-1 1 2 0,1-1 0 15,0-1 2-15,-1 2-3 0,3-2 0 0,-3 1 0 16,2-1 0-16,2 0-1 0,-4 1 0 16,2 1 0-16,-1-3 0 0,1 2 0 0,-1-1 7 15,0 1 2-15,-1-4 3 0,-1 4-1 0,2-4 2 16,-1 2 2-16,1-2-14 0,0 0-5 0,-1-1-4 16,2 0-1-16,-3-2 0 0,2 1-2 15,2-2 7-15,-1 1 3 0,1-2 1 0,-1-1 2 16,0-1-3-16,2 0 0 0,-2-1 1 15,2-1-2-15,-1 1 2 0,-1-2 0 0,1 0 0 16,1 0 3-16,-4-2-1 0,1 2 0 0,-1-1-1 16,1 0-1-16,-2-1 0 0,2-1 0 0,-1 3-1 15,-1-3 0-15,0 0 1 0,0 3-1 16,0-2 2-16,0 2 1 0,0-3 6 0,0 2 3 16,2 1 0-16,-2-3 2 0,1 1-3 15,-1-1 0-15,0 0-6 0,2 0-5 0,0-1-1 16,0-1-1-16,0 0 1 0,0 0 0 15,-1-1 1-15,2 1 1 0,-3-2 1 0,2 1 1 16,0-1 0-16,-1-1 2 0,-1 1-1 0,0-1 1 16,2 0 0-16,-2 2-1 0,0 0 0 0,1-1-1 15,-1 1-1-15,0-2-1 0,2 1 1 16,-2-1 3-16,0 2-8 0,2-2 2 16,-2 1 1-16,1 0-5 0,-1-1-5 0,0 1-4 15,2-1 8-15,-2 1-5 0,1-1 0 0,1 0 4 16,-2-2 4-16,2 3 2 0,-1-2 1 0,2 0 0 15,-1-2 1-15,-1 2 0 0,-1-2 2 16,2 1-2-16,-1-1 0 0,-1-2 1 0,2 0 1 16,0 2-1-16,-2-2-1 0,1 0 2 15,-1 1 1-15,2-2-2 0,-2 0-1 0,1 2 0 16,-1-1 1-16,0 1-1 0,2 0-1 0,-2 0 0 16,0 1-1-16,2-1 0 0,-1 2 0 0,-1-2 1 15,4 1 0-15,-4 1 0 0,1-1 0 16,-1-1 2-16,2 0-2 0,-1 0 0 15,-1 0 3-15,3 1-2 0,-1-2-1 0,-2 0 0 16,0-2 9-16,1 1-4 0,-1 0-4 0,2-2 8 16,-1 3 2-16,1-2-4 0,-2 0-10 0,2 0 0 15,-1-2 8-15,1 2-2 0,-1-2-1 16,1 1 5-16,0 1 4 0,-1-1 2 0,3-2-6 16,-3 1-3-16,1 1-9 0,-1-1 3 15,4 1 1-15,-4-2 0 0,2 1 1 0,1 1 1 16,1-1 7-16,-1-1-3 0,1 1-3 0,0-1 1 15,2 2-2-15,2-2 0 0,-1 0 0 16,-2 0-1-16,3 0-1 0,1 0 0 0,-1 0 2 16,2-2-1-16,0 2 0 0,2-1 0 15,1 0 1-15,1-1 0 0,0 1-1 0,1-1-1 16,1 1 0-16,2-2 1 0,-1 1-2 0,1 1 1 16,-2-1 1-16,2 0 0 0,2 1-2 0,-4 1 3 15,2-1 0-15,-1 1-1 0,0 0 2 16,1 1 2-16,-3-1 1 0,3 0-4 0,-3 1 3 15,0 1 0-15,-2-2-3 0,2 0 2 16,-2 2-1-16,0-2 1 0,-3-2-1 0,2 2 0 16,-2-3 1-16,0 2-1 0,-3-1 2 0,1 1-3 15,-2-1-15-15,-2 1-56 0,-2 0-63 16,-1-1-130-16,-2 2-227 0,0 3-304 0,-4 0-340 16,0 1-272-16,-3 1-116 0,1 1 475 15,-3 1 640-15</inkml:trace>
  <inkml:trace contextRef="#ctx0" brushRef="#br0" timeOffset="35694.31">16630 5340 29 0,'0'-4'234'16,"0"3"122"-16,0 0 123 0,-2-1-90 0,2 2-110 16,0-1-66-16,0-1-47 0,0 1-19 15,0 1-11-15,0-2 1 0,0 1 5 0,0-1 20 16,0 2 20-16,0 0 33 0,0-1 27 0,2 1 24 16,-2 0 19-16,0 0 8 0,1 0-15 15,-1 0-29-15,0 0-35 0,2 1-38 0,-2-1-42 16,0 2-40-16,0 1-31 0,-2 0-22 15,2 1-17-15,0 3-10 0,-1-1-4 0,1 2-6 16,0 3 0-16,-2-2-2 0,2 3 0 0,0 0 2 16,0 1-1-16,0 1 5 0,0-1 0 0,0 1-1 15,2-1-1-15,-2 1-1 0,0-3-1 16,1 0-3-16,-1-3 2 0,0 1-1 0,2-3-2 16,-2-2 0-16,1 0-2 0,-1-2-2 15,0 0 4-15,0-1 6 0,0-1 4 0,-1 0 9 16,1-1 12-16,0-1 7 0,0-2-3 0,0 0-4 15,0-2-3-15,0-1-5 0,1-2-12 16,-1 0-5-16,0-2-2 0,0 0 1 0,0 0-6 16,2-2 1-16,0-2-1 0,-2 2 1 15,0 0 0-15,0 0-3 0,1 1 8 0,-1-1 4 16,0 0 35-16,0 2 22 0,0-1 33 0,0 4 25 16,0-2 18-16,0 3 7 0,0 0-18 0,0 1-17 15,0-2-25-15,0 2-24 0,0 1-22 16,-1-1-17-16,1 2-13 0,0 1-2 0,0-2-1 15,0 3 5-15,0 0 0 0,0-1 0 16,0 2 1-16,0-1-3 0,0 2-5 0,0 0-6 16,0 0-1-16,0 0-2 0,0 0-1 0,0 2-3 15,0-2 2-15,0 3 0 0,-2 0 2 16,0 3 0-16,2 0 1 0,0 1 0 0,-1 4 0 16,-1-1 1-16,2 1 3 0,-1 1-1 15,-1 0 0-15,0 1 1 0,2 1-1 0,-1-1 0 16,-1 1-1-16,0 1 0 0,2-1-1 0,-1 3 2 15,-1-3 0-15,1 2-3 0,-2-2 1 0,3 0 2 16,-2 3-5-16,2-6-32 0,-1 1-65 16,-1-1-57-16,1-1-107 0,-1-3-165 0,0-1-243 15,-1-1-294-15,3-1-224 0,-2-1-167 16,1-2 190-16,1-1 505 0</inkml:trace>
  <inkml:trace contextRef="#ctx0" brushRef="#br0" timeOffset="36352.01">16726 6081 131 0,'0'-11'434'0,"-2"2"249"16,1 2 199-16,-2 0-64 0,1-1-143 0,-3 3-129 15,4-1-95-15,-5 1-68 0,1 3-69 16,0 0-71-16,0 2-64 0,0 0-34 0,1 2-7 16,-4 0-7-16,3 2-16 0,-1 0-6 15,-1 1-12-15,2 3-16 0,1 3-26 0,-4 0-12 16,5 2-7-16,-2 0-15 0,2 6-8 0,1 0-8 15,1 2 0-15,1 5-3 0,1 0 0 0,3 0 1 16,0 4-2-16,1-1 2 0,4 0-1 16,3-2-2-16,-3 1-3 0,5-4 1 0,-1-2 4 15,3-4-1-15,-2-1 1 0,3-4-1 16,-1-4 0-16,3-3 2 0,-3-3-2 0,1-3 0 16,-2-6 6-16,0-1 5 0,-2-4 3 0,-1-2 20 15,-2-2 14-15,-2-3 9 0,-1 0 7 16,-1 0 1-16,-5-1 1 0,1-1-12 0,-4 0-11 15,-1 1-8-15,-3 1-5 0,1 0-7 16,-4 0-5-16,0-2-7 0,-3 4-4 0,3-2-4 16,-3 3-2-16,2 1-2 0,0 4 0 0,0-1 0 15,0 4-1-15,1 2 0 0,1 1-13 16,2 0-47-16,-1 4-71 0,-2 0-84 0,1 4-154 16,4 2-247-16,-6 1-320 0,4 2-284 15,1 2-191-15,0-1 82 0,2-1 541 0</inkml:trace>
  <inkml:trace contextRef="#ctx0" brushRef="#br0" timeOffset="104874.44">1554 2882 61 0,'-10'2'263'0,"-1"2"127"0,-1 0 120 0,2-1-93 16,0 1-121-16,4-1-29 0,-1 0 40 0,3 0 39 16,1-1 34-16,3 1 14 0,0-2-12 0,0 1-40 0,0-1-58 15,0 1-61-15,0-1-54 0,0-1-47 0,0 1-44 16,0-1-33-16,3 0-27 0,-1 2-12 16,1-2-5-16,3 2-2 0,0-2 1 0,4 1 14 0,4 0 11 15,2-1 4-15,3 0 0 0,3 0 11 0,7-1 18 16,1 0 0-16,9-3-9 0,2 0 36 0,10 0 61 15,3-4 32-15,4-1-4 0,7-1 18 0,4-3 8 16,4 0-29-16,3-3-38 0,5-1-31 0,1 1-11 16,2-1-17-16,3-2-9 0,0 1-4 0,1 0-8 15,-1 0-1-15,-3 3-1 0,3 0-11 0,0 0 0 16,0 0-2-16,-5 0-6 0,-1 2-7 0,-1 0-4 16,-3 1-2-16,-4 0-2 0,-3 0-6 0,-2 2-1 15,-6-1-2-15,-2 0-2 0,-3 3 1 0,-5-1-6 16,-1 1 0-16,-6 1 2 0,-2 1-2 15,-6-1 1-15,-4 3 1 0,-3 1-2 0,-5-1 0 16,-3 2-1-16,-6 2 2 0,-2-3-2 0,-4 1 0 16,-1 2 2-16,-1 0 1 0,-5-1 1 0,0 1 1 15,-1 0 1-15,-2 1-1 0,-2-1-3 0,-1 5 0 16,-3-3-3-16,1 1-9 0,-4 1-10 0,1 0-14 16,0 3-23-16,-1-2-52 0,1 0-69 15,-2 3-109-15,0-2-170 0,1 1-290 0,0 0-325 16,-1 1-285-16,-1 1-166 0,2-1 308 0,-3-3 624 15</inkml:trace>
  <inkml:trace contextRef="#ctx0" brushRef="#br0" timeOffset="114028.35">2994 7022 145 0,'11'0'330'0,"-5"-3"134"0,2 3 68 0,-1-1-229 15,2 0-169-15,-3-3-91 0,1 2-43 0,1 2-29 0,1-2 13 16,1-1 6-16,-1 0 2 16,1 0 4-16,4-1 4 0,-3 0 0 0,5 0 2 15,-2 0 0-15,0-2 0 0,2-2-2 0,3 1 2 16,-3-1 2-16,3 0-4 0,1-1 4 0,-2 2-6 15,2-3 0-15,-2 2-39 0,1-1-141 16,-1 2-168-16,-1 1-65 0,1 0 18 0,-5 0 73 16</inkml:trace>
  <inkml:trace contextRef="#ctx0" brushRef="#br0" timeOffset="114233.65">3835 6788 168 0,'11'0'279'0,"-3"-2"91"16,-1 2-40-16,2 0-141 0,-3 0-90 0,1 0-44 15,-1 0-28-15,2 0-11 0,-2 0-5 16,1 0-1-16,-1 0-2 0,2 0-8 0,0 0-16 16,1-2-30-16,-1 2-59 0,1-5-118 0,1 4-98 15,0-2-14-15,-1 0 52 0,4 0 82 16</inkml:trace>
  <inkml:trace contextRef="#ctx0" brushRef="#br0" timeOffset="114410.09">4232 6709 13 0,'14'0'178'16,"-2"-3"71"-16,-2 3 78 0,0-2-110 0,-2 1-100 16,0 1-29-16,1-1-16 0,-1-3-6 15,-1 3-15-15,-1 0-11 0,3-3-12 0,-2 3-9 16,-1-2-9-16,2 0-2 0,0 0 23 0,-2 0 15 15,-1 0-7-15,3 0-28 0,-2 0-69 16,2 2-180-16,0-2-118 0,-2 1-24 0,1-1 56 16,0 1 97-16</inkml:trace>
  <inkml:trace contextRef="#ctx0" brushRef="#br0" timeOffset="114599.71">4624 6676 37 0,'16'5'212'0,"-2"-1"93"15,2 2 83-15,-2-1-136 0,0-3-99 0,-1 3-56 16,-2-4-33-16,3 1-16 0,-1 1-9 0,1-3-4 16,-1 0-12-16,1 0-3 0,-1-3-7 15,0 0-1-15,2 2-2 0,-2-3 1 0,3 2 1 16,-2-3-4-16,0 0-4 0,-1 3-20 16,3-4-44-16,-2 3-95 0,0 0-168 0,-1 0-59 15,0 1 22-15,-1-1 74 0</inkml:trace>
  <inkml:trace contextRef="#ctx0" brushRef="#br0" timeOffset="114768.84">5209 6670 53 0,'14'3'202'0,"-2"-1"79"0,-1 2 30 16,-1 1-123-16,0-3-83 0,0 2-49 0,-1-3-26 16,1 0-15-16,-1 1-8 0,-1 0-1 15,1-2-1-15,-1-2-3 0,-1 0-6 16,2 0-20-16,-3-3-26 0,1 1-32 0,1 1-21 15,-2-2-49-15,0 2-78 0,1 0-10 0,-3 2 39 16,0-1 51-16</inkml:trace>
  <inkml:trace contextRef="#ctx0" brushRef="#br0" timeOffset="114933.79">5513 6718 49 0,'8'6'186'0,"1"-2"69"0,-3 0 4 0,-1-1-102 16,3-2-67-16,-3 1-38 0,3-2-24 0,-2-2-13 16,-1 0-35-16,1-2-69 0,-1 0-104 15,0 0-55-15,1-2 3 0,0-1 44 0</inkml:trace>
  <inkml:trace contextRef="#ctx0" brushRef="#br0" timeOffset="115131.78">5859 6684 21 0,'19'4'208'16,"-3"0"97"-16,1 2 91 0,-2-1-102 0,0 1-117 15,-2-2-78-15,1 1-39 0,-3-1-21 0,3 2-12 16,-4-4-10-16,1 0-5 0,0 0-4 16,0-2-6-16,-1 0 2 0,-1 0-2 0,-1-2-6 15,0 2-10-15,0-2-9 0,0 0-26 16,-2 0-72-16,0 0-135 0,1 0-86 0,-2 2-2 15,-1-3 54-15,1 3 83 0</inkml:trace>
  <inkml:trace contextRef="#ctx0" brushRef="#br0" timeOffset="115303.78">6336 6702 153 0,'10'0'227'0,"-3"1"55"0,-1-1-97 16,3 0-74-16,-2 0-50 0,-1-1-27 0,0-1-21 16,0-1-47-16,-1-2-56 0,2 3-79 0,-3-3-67 15,1 1-1-15,0-1 39 0</inkml:trace>
  <inkml:trace contextRef="#ctx0" brushRef="#br0" timeOffset="115510.27">6711 6642 8 0,'16'0'166'0,"-2"0"67"16,-1 0 30-16,1-1-82 0,-1 1-76 0,1-2-45 16,-1-1-25-16,-2 3-15 0,3-2-8 0,-3-1-3 15,2 0-5-15,-1 0-4 0,-2-1-7 16,2 0-32-16,1 2-74 0,-2-2-107 0,0 2-33 15,-1 0 20-15,2 1 49 0</inkml:trace>
  <inkml:trace contextRef="#ctx0" brushRef="#br0" timeOffset="115820.73">7778 6588 30 0,'10'0'190'0,"-2"1"80"0,-3-1 56 16,2 2-126-16,-2-1-87 0,-2 1-55 15,1-2-62-15,-1 1-110 0,-2-1-131 0,3 2-38 16,-3-1 20-16,-1-1 54 0</inkml:trace>
  <inkml:trace contextRef="#ctx0" brushRef="#br0" timeOffset="116002.79">8206 6486 124 0,'20'0'263'16,"-3"0"99"-16,-1 3 10 0,1-1-149 0,-4 0-96 15,0-1-63-15,-2 2-62 0,0-1-74 16,-2 2-81-16,1-2-102 0,-2 0-76 0,0 1 12 15,-1 0 66-15</inkml:trace>
  <inkml:trace contextRef="#ctx0" brushRef="#br0" timeOffset="116343.08">8969 6342 31 0,'27'-3'204'0,"-3"3"91"0,-1 0 81 0,-2 1-128 16,1 1-98-16,-2 0-57 0,-2 1-30 15,3-1-21-15,-3 0-7 0,0 0-10 16,1 0-2-16,-1 0 2 0,0 0 8 0,-2-1 12 16,3-1 4-16,0 0 2 0,-3 1-2 0,1-1-4 15,-1 2-7-15,3-2-15 0,-3 0-7 0,0 1-2 16,0-1-8-16,1 2-5 0,0-2 1 15,-1 1-2-15,1-1-2 0,-2 0 1 16,2 2 1-16,-1-2-4 0,1 1-2 0,1-1 2 16,-1 0 0-16,-1 0-2 0,1 0 0 0,2 0-2 15,-3 0 0-15,0-1 2 0,-2-1-1 0,-1 1-3 16,1-1-26-16,-3 1-75 0,0-1-190 16,-5 1-99-16,-1 1-12 0,-3-1 57 0,-4-1 104 15</inkml:trace>
  <inkml:trace contextRef="#ctx0" brushRef="#br0" timeOffset="116687.77">9211 6267 49 0,'3'1'451'0,"-1"0"297"0,-2-1 167 16,2 3-2-16,1-3-375 0,1 0-264 16,2 0-145-16,1 0-67 0,1-3-31 0,3 2-16 15,0 0-4-15,3-2-8 0,2 0 0 0,-2 1-2 16,4-1-1-16,0 0 3 0,-2 2-3 16,2 1 0-16,-2-2-3 0,-1 2 2 0,1 2-1 15,-2-1 2-15,-3 2 3 0,-1 2 5 16,1 1 5-16,-5 3 1 0,-2 1 1 0,-3 4 3 15,-2 2-2-15,-3 2-2 0,-2 3-4 0,-5 5 0 16,1-1-2-16,-1 3-7 0,-3 1-18 16,0 1-51-16,-2 0-92 0,2 0-122 0,-2 2-284 15,3 0-206-15,-1 0-96 0,0 0 86 16,0 0 254-16</inkml:trace>
  <inkml:trace contextRef="#ctx0" brushRef="#br0" timeOffset="119266.47">1981 10687 18 0,'9'-7'254'0,"-4"-2"196"0,-4 1 242 16,1 2 102-16,-4-1-2 0,-3 0-60 16,-2-2-30-16,1 3-19 0,-4 2-86 0,0-3-123 15,-4 2-106-15,0 2-68 0,-5 0-70 0,-1 0-79 16,-1 1-46-16,-3 2-20 0,-3 2-14 0,-1 1-12 16,-4 0-11-16,-1 3-4 0,-2 3-5 0,-3-1-7 15,1 4-9-15,0 1-5 0,-1 2-4 0,0 3-3 16,0 4-1-16,0 0-3 0,4 3-6 15,-1 0-3-15,3 3-2 0,4-3-1 0,1 0-2 16,4-2-3-16,5-2 2 0,2-3 0 0,6 1 0 16,4-5-1-16,8 3 0 0,4-1 6 15,8 1 4-15,2 0-1 0,8-2-1 0,1-1 1 16,5-2 1-16,3-1-5 0,5-3-3 0,0-1 4 16,3-3 2-16,0 1 1 0,-1-2 0 0,2-2 1 15,-5 2 0-15,-4-1 0 0,-3 1-1 0,-3 0 2 16,-6 0-1-16,-1 0 2 0,-4 2 2 0,-5 1 0 15,-3 4 2-15,-5-1 0 0,-3 8 0 0,-5 0-1 16,-3 4-1-16,-4 4-1 0,-4 1 3 0,-4 4 2 16,-3 1-4-16,-2-1 0 0,-2 4-2 15,-3-2-1-15,3-1-4 0,-1-1-3 0,-1-4 3 16,3-1-1-16,-1 2 2 0,1-5 4 0,1-2 2 16,3-3 1-16,6-3 0 0,0-3-5 0,6-2-11 0,3-2-19 15,4-1-21-15,6-3-33 0,1-4-70 0,1-4-72 16,-2-3-132-16,2-3-174 0,5-4-301 15,5-6-319-15,0 0-223 0,5-3-86 0,-1-6 431 16,2 2 546-16</inkml:trace>
  <inkml:trace contextRef="#ctx0" brushRef="#br0" timeOffset="119809.94">2175 11476 209 0,'3'-3'486'0,"2"-1"210"0,-3-1 164 0,1-1-104 16,0-3-134-16,0 0-99 0,-1-1-71 0,1-1-42 16,1-2-39-16,-2 0-37 0,3-4-32 15,0 3-41-15,-2-2-22 0,2-1-24 0,-1-4-45 16,1 0-52-16,3-4-45 0,-2-3-25 0,2-1-19 16,0-3-11-16,3-1-1 0,-1-3-7 0,2-1-3 15,1-4-3-15,-2 1-2 0,3-3 5 16,-1 0 2-16,1 1 0 0,-3 2 3 0,2-2-5 15,1 6-2-15,-1 2-7 0,-1 0-3 0,-2 5-4 16,-1 1-10-16,1 4-47 0,-4 3-60 0,-3 2-82 16,-1 2-157-16,-1 4-225 0,-2 1-323 0,-2 4-270 15,-2 1-205-15,-3 2 63 0,-3 3 532 16</inkml:trace>
  <inkml:trace contextRef="#ctx0" brushRef="#br0" timeOffset="120099.83">2041 10544 15 0,'6'5'317'0,"2"-1"205"15,-2 2 170-15,2 3 114 0,3-1-214 0,0 4-112 16,1 1-41-16,1 3-10 0,0-1-22 0,3 2-58 15,-3 0-73-15,2 3-73 0,0 0-55 16,2 0-40-16,-1 1-33 0,3 1-26 0,-3 2-17 16,4-1-10-16,1 0-10 0,-2 0-5 0,3 0-5 15,0-2 0-15,0-1 0 0,2 3-2 0,1-4-12 16,-1 0-23-16,-3 0-93 0,2-5-141 0,-1 3-171 16,0-3-295-16,-4 2-272 0,1-2-219 15,-3-2 104-15,-2-4 415 0</inkml:trace>
  <inkml:trace contextRef="#ctx0" brushRef="#br0" timeOffset="120885.7">3676 10392 203 0,'-13'-6'436'0,"-4"0"199"0,-1 1 180 16,-4 1-149-16,0-1-110 0,0 2-25 0,-4 2-29 15,-2 1-57-15,-2 1-69 0,0 2-53 0,-2 2-38 16,1 0-34-16,-1 3-28 0,2 2-11 16,0 4-20-16,0 2-37 0,1 1-39 0,4 5-43 15,0 4-28-15,4 3-23 0,1 2-13 0,5 7-2 16,3 1-5-16,2 7 0 0,4 4-6 0,6 2 0 15,0 4-2-15,6 1-4 0,4 0-2 0,4 0 5 16,2 1 11-16,4-3 3 0,1-3 3 0,4-4 3 16,2-5 0-16,3-4-7 0,2-4-3 15,1-4 0-15,-1-6-3 0,1 0-1 0,0-6 1 16,2-4-2-16,-2-3-1 0,0-2-8 0,0-5-23 16,-1-3-39-16,0-4-48 0,-1-3-44 0,-1-4-48 15,0-1-70-15,-3-5-95 0,-3-1-88 16,0-5-97-16,-2-4-202 0,0-1-232 0,-3-2-95 15,0-4 145-15,0-1 313 0,-5-3 302 0</inkml:trace>
  <inkml:trace contextRef="#ctx0" brushRef="#br0" timeOffset="121303.75">4098 10755 180 0,'6'1'380'0,"2"5"160"0,-2 3 144 15,-1 4-149-15,1 4-122 0,1 3-33 16,2 1 1-16,2 3 21 0,-1 1-8 0,2-1-37 15,-1 4-49-15,2-3-52 0,1 0-48 0,1 1-60 16,-1-4-50-16,0-1-42 0,0-5-29 16,2 0-14-16,1-7-6 0,1-2-5 0,-1-5 1 15,2-5 1-15,0-5 1 0,0-4-2 0,-1-4-4 16,-1-4 1-16,-1-4-1 0,-2-2 1 16,-1-1-2-16,-1 0 6 0,-1-3 3 0,-3 4 8 15,0-3 16-15,-3 2 41 0,-4 0 58 16,-1 1 41-16,-3 1 17 0,-2-2-3 0,-7 1-14 15,-3-2-33-15,-2 0-40 0,-6 2-32 0,0-1-18 16,-5 4-3-16,-1 0-10 0,-2 8-3 16,-3 3-7-16,1 4-5 0,-3 4-6 0,2 7-8 15,0 3-7-15,1 5-5 0,1 6-3 0,2 4-2 16,4 2 0-16,3 2 1 0,1 4 3 16,3-1 6-16,3 4-2 0,4-1-1 0,4 0 3 15,3 1-2-15,5-2-1 0,5-2 2 16,3 0 2-16,4-3 1 0,4-3 2 0,5-2-2 15,2-2-17-15,1-4-40 0,5-1-55 0,1-5-54 16,3-3-79-16,0-1-137 0,2-6-154 16,-1-3-173-16,1-1-236 0,2-3-227 0,-2 1-62 15,-2-4 287-15,0-3 410 0</inkml:trace>
  <inkml:trace contextRef="#ctx0" brushRef="#br0" timeOffset="121776.27">4942 10226 36 0,'-5'-25'377'0,"-1"0"311"0,-4 6 313 15,-4 3 83-15,0 1-270 0,-3 3-150 16,-1 2-78-16,-1 5-78 0,-1 0-104 0,1 5-87 16,-3 2-60-16,-2 3-64 0,3 3-62 0,-4 3-42 15,3 3-24-15,-2 1-16 0,3 1-8 16,1 2-8-16,1 2-9 0,3 1-5 0,2-2-6 15,3 0-4-15,3 3-7 0,3-5-5 0,2 3-1 16,3-2-2-16,3 0 0 0,2-1-2 16,3-1 2-16,3 1 1 0,3-2 0 0,2 0 2 15,1-2 0-15,4 0 2 0,0 0 1 0,4-2 0 16,0 2 0-16,2-3 2 0,1 4-1 0,1-4-1 16,1 5 1-16,1-5 1 0,1 5-1 15,0-1-2-15,-2 1 1 0,0 1 1 0,-3 2 2 16,-3-1-1-16,1 3 2 0,-5 0 1 15,-2 2 0-15,-1-1 2 0,-4 1-1 0,-4 2 1 16,-1 2 2-16,-3-3 0 0,-5 4 1 0,0-1 6 16,-5 0 5-16,-3 0 7 0,-3 1 3 15,-1-2 3-15,-7 0 2 0,1 0-5 0,-4-2-5 16,-3-2-7-16,-3-1-5 0,-1-4-5 0,-1-1-5 16,0-2-3-16,4-3-1 0,-2-5-2 15,4 2 0-15,1-3-5 0,5-1-8 0,1-1-16 16,4 1-40-16,2-2-76 0,5-1-103 15,3 0-160-15,3 0-276 0,3 0-328 0,8-1-330 16,3-1-175-16,2-1 203 0,3-1 600 0</inkml:trace>
  <inkml:trace contextRef="#ctx0" brushRef="#br0" timeOffset="125747.86">14685 14511 252 0,'0'-2'455'0,"-2"2"229"0,0 0 118 16,2 0-102-16,0 2-88 0,-1-2-67 0,1 0-76 16,-2 0-81-16,2 0-87 0,0-2-83 15,-1 2-57-15,1 0-46 0,0 2-32 0,0-1-22 16,1 1-13-16,-1-1-14 0,0 2-12 15,2 1-10-15,-1 0-4 0,3 0-6 0,-3-1 0 16,4 3-2-16,-2-4-2 0,2 0 0 0,-2 2 2 16,3-2 2-16,-1 1-4 0,2-3 2 15,-3 0 4-15,1 0 2 0,0 0 35 0,-1 0 36 16,1-3 29-16,0 1 32 0,0-2 14 0,-2 0 11 16,0-1-27-16,0-1-27 0,-1 0-21 15,-2-1-23-15,2 0-13 0,-2-2-10 0,-2 1-4 16,2 2 1-16,-2-2 2 0,-1 4 0 0,0-1 0 15,1 1 2-15,-1 1 0 0,2 1-5 16,-1 1-6-16,0 1-5 0,1 0-9 0,-1 0-6 16,0 1-7-16,-1 4-3 0,3-1-2 0,-4 1-1 15,4 3 0-15,-2 0-1 0,2 0 0 16,0 1 0-16,2-1-1 0,-2-1 1 0,4-1-1 16,-4-1 0-16,3-1-1 0,-1-1 1 15,1-1-1-15,1-2 1 0,-1 0 1 0,0 0 2 16,0-2 0-16,0-3 1 0,3 1 0 15,-2-4 1-15,-3 2 1 0,2-1 0 0,-1 0 2 16,0-1 2-16,-2 3 1 0,-2-1 2 0,0 0-1 16,1 0 5-16,-2-1 4 0,-5 2 2 0,5 3 2 15,-2-2 0-15,0 3 2 0,0 0-5 16,-1 2-6-16,-2 2-3 0,4 0-5 0,-1 3-2 16,0 2-2-16,0-1-1 0,0 3 0 0,1-2 0 15,2 1 0-15,-1 0 0 0,2 0 0 16,1-1-1-16,-2-1-1 0,2-3 0 0,0 0-1 15,0 1-1-15,2-5 0 0,-2 2-1 16,1 0 2-16,1-2-1 0,-1 0 2 0,4-4 1 16,-1 4 1-16,-2-6 1 0,3 1 0 15,-2 0 0-15,0-1-1 0,-1 0 0 0,1 0 0 16,0 2 0-16,-1-1-1 0,1 1-3 0,-2 1-10 16,-1 0-17-16,0 1-43 0,0 1-80 0,0-1-128 15,-1 4-223-15,-2 1-300 0,1 1-358 0,-1 5-344 16,-2 0-98-16,-3 3 483 0,0 1 687 15</inkml:trace>
  <inkml:trace contextRef="#ctx0" brushRef="#br0" timeOffset="127565.95">10596 11197 108 0,'2'-3'315'16,"-2"2"153"-16,-2-1 145 0,2 2-131 15,-2 0-92-15,-1 0-32 0,2 2-12 0,-3-1 19 16,1 2-13-16,-3 0-30 0,2 2-25 0,-3 1-36 16,1 0-31-16,-2 3-38 0,-2 2-26 15,2 2-25-15,-3 1-36 0,0 2-20 0,0 1-19 16,0 4-24-16,-3 2-15 0,1 3-11 16,-1 1 1-16,-2 2-3 0,1 1-5 0,-2 2 0 15,0 0-2-15,3 1-1 0,-3-3 0 16,2-1-6-16,1 1-1 0,1-2 1 0,-1-4-1 15,3 0-1-15,3-5-1 0,-1 0 2 0,4-3 2 16,0-1-8-16,2-5-18 0,2-1-46 16,1-1-77-16,0-3-118 0,0 1-134 0,1-2-146 15,2-2-281-15,-1 2-190 0,-2-3-11 0,0-1 228 16,0-2 312-16</inkml:trace>
  <inkml:trace contextRef="#ctx0" brushRef="#br0" timeOffset="127915.78">10191 11762 45 0,'7'0'263'16,"-4"0"130"-16,2 0 104 0,-1 0-96 16,-1 0-171-16,2 0-112 0,0 0-47 0,0 4-22 15,1-3 18-15,5 4 36 0,-1 1 51 0,2 0 66 16,2 1 23-16,4 3 123 0,2 3 32 15,4 1-17-15,1 3-9 0,5 3-32 0,0 1-33 16,5 1-102-16,0 3-55 0,3 0-32 16,0 1-47-16,4 2-32 0,0-1-19 0,-1 0-5 15,3 1-6-15,-3 0 4 0,3-2-3 0,-1 1 3 16,-2-1 0-16,0 0-2 0,-3-3 0 0,0 1-4 16,-3-1-4-16,-2-2-4 0,1-2-2 15,-3 0-3-15,-1-2-2 0,0-1 0 0,-3-2 0 16,0-1 2-16,-3-1-8 0,-1-1-23 15,-3-3-62-15,-5-2-89 0,0-1-107 0,-3-4-128 16,-3-2-157-16,0-1-266 0,-3-2-140 0,0-3 44 16,-5 1 231-16,-1-6 281 0</inkml:trace>
  <inkml:trace contextRef="#ctx0" brushRef="#br0" timeOffset="128785.69">10333 11126 89 0,'2'10'304'0,"0"0"139"16,-1 1 106-16,4 2-128 0,-2-1-172 15,4 2-96-15,-1 2-24 0,5-2 33 16,0 3 16-16,5-1 40 0,1-2 33 0,2 3 43 0,6 0 68 16,1-1-10-16,4 1 13 0,3-1-30 15,6 0-43-15,1-1 8 0,7 2-51 0,1-2-39 16,4 0-38-16,3 0 25 0,-1-2 8 15,3 0-47-15,-2-3-28 0,-1 2-17 0,-3-1-12 16,-1 1-45-16,-1-1-28 0,-3 2-11 16,-2-1-9-16,-4 1 0 0,-2 1-3 0,0-2 0 15,-5 1 0-15,-1 1 1 0,-2-1-1 0,-1-1-1 16,-4 0 1-16,0 0-3 0,-3-1 0 0,-3 0-1 16,0-3 3-16,-3 1-2 0,1 0 0 15,-4-2 0-15,1 0 3 0,-3-1-2 0,0 0-2 16,-3-2 2-16,0 0 1 0,-3 0 0 15,0-3-3-15,-1 0 1 0,-2 2 1 0,-1-3-1 16,2 0-1-16,-3 2 1 0,2-2-1 0,-2 2 1 16,0-2-1-16,0 0-2 0,0 0 1 15,0 0-2-15,0 0 0 0,0 0-3 0,0 0 2 16,2 0 1-16,-1 0 0 0,-1 1 1 16,2-1 2-16,-1 0 1 0,-1 2-1 0,2-2 0 15,0 0 0-15,-2 1 0 0,1-1 1 0,-1 0 0 16,0 0 1-16,0 0 0 0,0 0 1 15,0 0 0-15,0 0-3 0,0 0 2 0,0 0 0 16,0 0-2-16,0 0 2 0,0 0 0 16,0 0-2-16,0 0 2 0,0 0-1 0,0 0-1 15,0 0 1-15,0 0-1 0,0 0-1 0,0 0 3 16,0 0 1-16,0 0 0 0,0 0-1 0,0 0 1 16,0 0 2-16,0 0-2 0,0 0-1 15,-1 0 0-15,1 0 0 0,0 0 1 0,0 0-1 16,0 0 1-16,-2 0 1 0,2 0 6 15,0 0 1-15,0 0 0 0,-2 0-1 0,2 2-1 16,-1-1-3-16,-1 1-7 0,1 1-1 0,-1 3-3 16,0 0 2-16,-1 2-2 0,0 6 2 15,-3 0 1-15,3 4 1 0,-2 4-1 0,-1 2-1 16,-1 6 0-16,-2 5-2 0,-1 1 1 16,-1 4-1-16,-3 2 3 0,1 1 1 0,-1 0 0 15,0-3 1-15,0 1 3 0,0-4-3 0,1-2-1 16,-3-4-8-16,3-4-32 0,-1-1-67 15,1-6-69-15,-4-2-143 0,4-4-213 0,-4-3-311 16,3-4-312-16,-2-2-215 0,2-5-51 0,-3-5 487 16,0-3 542-16</inkml:trace>
  <inkml:trace contextRef="#ctx0" brushRef="#br0" timeOffset="129646.39">10828 10469 61 0,'0'-1'320'16,"-1"1"197"-16,1 0 184 0,-3 1-23 15,3-1-140-15,0 2-75 0,3-2-37 0,-3 0-26 16,1 3-30-16,-1-3-43 0,0 0-49 0,0 0-52 15,0 0-50-15,0 2-30 0,0-2-3 16,0 5 16-16,0-3 29 0,2 2 11 0,-2 2 1 16,-2 0-20-16,2 2-31 0,-1 3-40 15,-4 1-41-15,2 2-29 0,0 4-19 0,-2 2-8 16,0 4-5-16,2 1-3 0,-2 3 1 0,-1 1-1 16,2 5 3-16,-1-1 1 0,1 3 0 15,0 1 0-15,0 3-3 0,1-2-1 0,2 0-2 16,-1-2-4-16,2-4 2 0,0-3-2 15,0-2 0-15,3-4-2 0,0-4 1 0,1-3 3 16,0 0-3-16,1-7 1 0,3 2 1 0,1-3 1 16,-1-3 0-16,4-2 0 0,0 0 1 0,-1-3 1 15,3-2 2-15,1-1 1 0,0 0-3 16,0-2 2-16,-1-4-1 0,3 3 1 0,-4-1-3 16,1 0 0-16,-1-1-1 0,-1 2-20 15,-4 0-44-15,1 1-50 0,0 0-45 0,-3-1-52 16,1 1-96-16,-3 1-113 0,1-1-101 0,0-1-149 15,2 1-251-15,-2 1-209 0,3-2-2 16,-1 0 268-16,0 0 370 0</inkml:trace>
  <inkml:trace contextRef="#ctx0" brushRef="#br0" timeOffset="130717.72">11270 10812 131 0,'-4'-3'438'0,"-1"0"271"0,-2 3 211 0,-1 1-75 16,0 1-192-16,-2 3-132 0,-2 0-102 0,2 2-77 16,-2 1-72-16,-1 4-74 0,3 0-57 15,-2 2-34-15,2 3-17 0,1 0-13 0,0 3-12 16,2 3-6-16,1-1-10 0,3-1-14 0,-1-1-13 16,4 0-11-16,0-4-6 0,2 0-4 15,1-4-2-15,2-1 1 0,1-1-3 0,2-4 4 16,0-2-2-16,0-2 2 0,3-2 3 15,0-5 0-15,0-2 6 0,3-3-5 0,-1-4 4 16,0-3-3-16,1 0 2 0,-1-2-6 0,1 0-1 16,-3 0 1-16,-1 3-2 0,0 0 0 15,-2 3 0-15,-1 2 2 0,-2 2 0 0,-1 3-4 16,-1 0-2-16,0 2 0 0,-1 4 0 16,0 0-1-16,-2 5 0 0,0 3 2 0,0 2 4 15,0 0-1-15,0 5 1 0,0-2 0 0,1 1 0 16,-1 2-2-16,3-2 1 0,-1-1 0 15,0-1 2-15,3-2-5 0,-4-1 0 0,5-2 5 16,0 0-6-16,1-2 5 0,-1-3 1 16,4-2 0-16,1-2 5 0,0-2-5 0,1-2 1 15,1-2 0-15,0 1 2 0,3-3 1 0,-2 0 1 16,2 0 4-16,-2-1 1 0,0 2-5 16,1 1-1-16,-2 0-2 0,-3 1-1 0,0 2-4 15,-1 1-1-15,-3 1 0 0,2 0 1 16,-3 1-3-16,0 1-1 0,-1 1 0 0,1 1 5 15,0 1 2-15,-2 1 3 0,2 2 2 0,0-1 2 16,-2 0-2-16,4 2 0 0,-2 0-5 0,2 0-1 16,-1-2-2-16,-1 1 2 0,4-3 0 15,-1 3 1-15,0-5 1 0,0-3 2 16,3 1-4-16,0-5-5 0,2 2 4 0,-2-3-5 16,0-1-2-16,1 1-6 0,0-3 1 0,-3 2-1 15,2-1 0-15,-1 2 6 0,-4 3 2 0,3-1 3 16,-4 3 4-16,-2 0 2 0,2 1-4 15,-2 2-2-15,-1 4 1 0,1 0-2 0,-1 5 0 16,-1-2 5-16,1 3 2 0,0 2 1 16,0 3 3-16,1 1-1 0,-1 3 1 0,1 3-8 15,1 0 6-15,0 0 7 0,0 4-3 0,-1 1 1 16,0 0 1-16,3 2 4 0,-3-1-5 16,2 0-10-16,0 0 0 0,-2-3 1 0,0-3 0 15,2-2-1-15,-3-3-1 0,-1-4 2 16,2-3 5-16,-3-1 2 0,2-3-1 0,-1-3 3 15,-1-1 0-15,0-4-1 0,0-3 1 0,-1-3-4 16,-1-4 0-16,2-4-1 0,0-2 0 16,-3-3 0-16,0-4-5 0,3-1-6 0,-3-4-2 15,0-3-3-15,1-3-2 0,0 0 0 16,2-1 0-16,2 3 4 0,0 2-1 0,-1 1 1 16,4 3 1-16,1 3 2 0,-1 3 5 0,1 3-2 15,4 2 1-15,-1 0-1 0,1 7-1 16,-1-3 1-16,4 3-1 0,-2 5 5 0,0-1 0 15,1 3-1-15,-2 1 0 0,1 1 1 16,-2 2-1-16,1 1-3 0,-2 0 2 0,1 2 4 16,-1-1-2-16,-1 2 4 0,-1 0-3 0,-1 3 6 15,-2-1-4-15,3-2 6 0,-4 3 6 16,-1 1 11-16,1-2 11 0,-2 0 13 0,2 0 18 16,-2 0 6-16,-2-2 8 0,2 0 1 15,0 0 3-15,-2-2 1 0,2 0-4 0,-3-1-8 16,3 0-10-16,-3 1-13 0,-1-6-12 0,0 1-17 15,0 1-11-15,0-2-7 0,-2 0-3 16,3 0-4-16,0-1-1 0,-1-1-1 0,0 1-2 16,2 1-5-16,4 0-5 0,0 0-15 15,4 0-36-15,3 1-42 0,4 1-38 0,4 2-64 16,5 2-109-16,2 2-135 0,6 1-155 0,6 3-251 16,2 0-232-16,9 1-102 0,6 0 206 0,7 1 401 15</inkml:trace>
  <inkml:trace contextRef="#ctx0" brushRef="#br0" timeOffset="132615.7">18294 10419 111 0,'19'-13'194'0,"-1"-5"15"0,2 4-39 0,-2-3-70 15,1-1-57-15,1 0-26 0,-1 0-15 16,0 0-2-16,2-1 5 0,-4 2 16 0,2-1 10 16,-1 2 5-16,0 0 0 0,0-1-6 15,-1 2-12-15,0-1-7 0,0 2-4 0,-2 1-7 16,0 1-2-16,-1-1 2 0,-5 1 0 15,3 1 7-15,-3 3 16 0,-5-1 28 0,1 3 20 16,-2 2 23-16,-1-2 20 0,0 2 16 0,-2-1 4 16,0 4-9-16,0-2 1 0,0 2-6 15,0-2 3-15,0 3 0 0,1 0 13 0,-1 0 13 16,0 0 14-16,0 0 11 0,0 0 11 0,0 0 9 16,0 0 6-16,0 0 10 0,2 3 14 15,-2-2 18-15,0-1 11 0,0 2 3 0,-2-1-7 16,2 0-21-16,-3 2-35 0,1-1-38 15,-1 2-28-15,-2-2-18 0,1 4-9 0,-5 0-10 16,2 0-7-16,-3 3-6 0,-2 0-9 0,-1 2-19 16,-2-2-20-16,-1 6-11 0,-2-2-2 15,-3 2-11-15,-1 3-7 0,1 0 6 0,-5 3-3 16,2 0-4-16,-3 3 0 0,2 2-2 16,-2-1 2-16,1 2-7 0,-3 2 8 0,5 0 2 15,-3 3-1-15,2 0 4 0,-2 3-6 16,4-3 3-16,-1 4-6 0,1-4 2 0,3 2-2 15,1 0 0-15,3-3 3 0,1-3 1 0,3 1 1 16,3-4-5-16,0-4 2 0,2 0 6 0,4-4-4 16,0-1-3-16,1-2 2 0,1-3 5 15,1-1-1-15,1-1-1 0,-1-1 0 0,3-1 1 16,-1-2-5-16,0 0 1 0,1-2 1 16,-2 2-5-16,1-2 3 0,1 1 0 0,0-1 1 15,-1-1 0-15,-1 3 4 0,1-3 3 0,-1-1 2 16,1 2-1-16,0-1 4 0,-1 2-6 15,2-2-4-15,-3 2 1 0,4-2-6 0,-1 3 5 16,0-1-6-16,0 4 7 0,3-2 2 0,1 1 1 16,-3 1 2-16,3 2-1 0,-1-1 39 15,3 2 14-15,-1 1 12 0,1-2 2 0,0 4 0 16,0-4 2-16,-1 1-33 0,2 2-16 0,-1-2-12 16,-1-1-2-16,2 2-1 0,-1 0-1 15,-3 0 30-15,2 0 22 0,-1 3 10 0,0 1 5 16,-2-2-1-16,-2 2-1 0,2 2-20 0,-2 1-15 15,1 0-8-15,-1 0-5 0,0 1-2 16,0 0 0-16,2-4-7 0,-1 1-6 0,0-2-5 16,0-2-1-16,3 0-1 0,-2-3-2 15,1-3 0-15,-2 1 1 0,3-4 2 0,-1 1 0 16,1-4 7-16,0-1 6 0,1-1 3 0,0-4-1 16,0 1 1-16,3-3 0 0,-1 0-8 15,-1 0-4-15,2-2-4 0,-3 1 0 0,0 0-3 16,1 3-2-16,-1-3 0 0,-3 2-2 0,2 2 0 15,-1-1 1-15,0 1-1 0,-3 0 1 16,4 1 1-16,-4 1 0 0,2 0-1 0,0 1 1 16,2-1 0-16,-1 1 0 0,1 0 2 15,-1-1 1-15,4 0 0 0,-1 1 1 0,2-4-1 16,2 1 1-16,0-2-1 0,-1-1 1 0,6-2-1 16,0-1 0-16,2-2 0 0,2-3 2 15,1-1-1-15,1-2-2 0,3-2 0 0,0-2-1 16,1-2-1-16,2-3-1 0,0-2 1 15,2-3 0-15,1 0 0 0,1-2 1 0,-1-3 0 16,0-1 0-16,3 0 0 0,-3-2 0 0,0 2 1 16,-1-1-1-16,0 1 2 0,-1 1-1 0,-4 1-1 15,2 2-2-15,-7 3-5 0,-2 3-7 16,-5 3-19-16,-3 4-45 0,-5 4-65 0,-4 2-61 16,-1 2-100-16,-6 2-150 0,0 3-177 15,-3 3-234-15,1 4-216 0,-5 1-186 0,1 1 86 16,1 1 397-16,0 0 402 0</inkml:trace>
  <inkml:trace contextRef="#ctx0" brushRef="#br0" timeOffset="133039.87">18693 10030 140 0,'6'2'348'15,"2"-2"166"-15,3-2 151 0,0 1-143 0,3-2-120 16,2-2-52-16,3 1 20 0,0-1-13 15,7 2-48-15,-1-1-4 0,2 0-30 0,1 2-38 16,0-1-59-16,-1 0-33 0,1 1-19 0,0-1-42 16,0 2-36-16,-1-1-12 0,0 1-11 15,-2-2-7-15,-3 1-7 0,-1 1-3 0,0 1-4 16,-7 0-4-16,2 1 9 0,-5 1 10 16,0 2 10-16,-3 2 0 0,-4 3 5 0,-2 3 2 15,-2 2-6-15,-2 5-10 0,-2 4-11 0,-3 1 0 16,-2 4-4-16,-1 2 1 0,2 0-6 0,-2 3-4 15,2 3-21-15,0-6-89 0,-2 2-139 16,-1-2-185-16,5-2-289 0,-1-3-267 0,4 0-192 16,0-3 118-16,1-4 411 0</inkml:trace>
  <inkml:trace contextRef="#ctx0" brushRef="#br0" timeOffset="134996.07">19400 9028 285 0,'-2'-3'572'0,"-3"-1"275"0,0-1 164 0,-4 2-238 16,1 0-188-16,-2 3-119 0,-2 2-98 0,-1 1-83 16,-2 3-71-16,-1 1-50 0,0 6-16 15,-2 3 10-15,1 2 18 0,1 4 21 16,-1 5 5-16,1 2-13 0,-1 4-30 0,2 0-37 16,1-1-33-16,5-3-32 0,2-1-24 0,1-5-13 15,5-3-8-15,2-3-5 0,5-6-1 0,2-3-1 16,4-7 1-16,3-6 0 0,3-4-1 15,4-8 1-15,3-6-1 0,2-7-1 0,3-3 1 16,1-5 2-16,1-2-1 0,-2 0 0 16,0-2-2-16,-1 1 3 0,-7-1-3 0,0 2-2 15,-2 1 3-15,-3 0 1 0,-4 0-2 0,-3 3 0 16,-3 0-2-16,-3 5 2 0,-2 1-1 16,-2 7-1-16,-3 3-1 0,0 5 1 0,-4 4-2 15,-1 5-4-15,-3 9 1 0,0 5-1 16,-2 6 0-16,-4 6-2 0,4 9 3 0,-4 4 0 15,4 4-2-15,1 6-1 0,1 1 2 0,1 3 0 16,1 3 3-16,4-4 1 0,0 0 3 16,5-3-1-16,3-3 1 0,5-7-1 0,3-4 0 15,5-7-1-15,5-5 2 0,2-8 1 0,1-5 0 16,5-8 0-16,1-3 1 0,1-7-1 16,-1-6 1-16,1-3 1 0,-1-5 1 0,-4 0-1 15,0-4-1-15,-3 4 1 0,-4-2-2 0,0 1-1 16,-6 0-1-16,-1 3 3 0,-4-1-1 15,-1 3 1-15,-4 0-2 0,-1 3 2 0,-2 1 0 16,-3 5-2-16,-2 5-1 0,-2 2-3 16,-2 5-1-16,-4 8 0 0,2 4-1 0,-5 5-1 15,4 6-2-15,-4 7 2 0,3 3 2 0,0 4-2 16,1 4 2-16,2-1 2 0,2 2 2 0,2-1 2 16,2-2 0-16,4-2-1 0,1-5-1 15,7-5-2-15,1-3-2 0,4-6 1 0,4-6 1 16,4-5-1-16,0-6 1 0,1-4 0 15,3-5 0-15,0-6-3 0,-1 0 0 0,1-5 3 16,1-4 1-16,-3-3 0 0,2-1-1 0,-1-4 4 16,0-2-3-16,0-2-1 0,-1-2 0 15,-2-1 0-15,0-4 2 0,-3-1-1 0,-2-1-1 16,-2-2 0-16,-2-1 1 0,-3 0 0 0,-2 5 0 16,-1 2 1-16,-2 7 7 0,-2 6 4 15,0 8 1-15,-6 7-2 0,1 6 0 0,-3 9-2 16,-2 7-3-16,0 8-5 0,-1 9-1 0,-4 8 0 15,4 9 1-15,-3 7 1 0,-2 7 0 16,1 4 1-16,-2 6 2 0,0 1 1 0,0 0 2 16,4-1-2-16,1-3 0 0,3-7-2 0,3-3-3 15,8-7-9-15,0-8-12 0,7-5-17 16,0-7-31-16,2-8-46 0,-1-5-57 0,1-7-44 16,1-7-53-16,-2-6-83 0,-2-5-87 15,2-3-76-15,-4-7-62 0,-2 0-74 0,0-2-37 16,-3-2 35-16,-3 0 73 0,-3-2 86 0,-5-4 79 15,0-2 19-15,-3-4 43 0,-3 0 84 0,0-3 114 16,-2-1 121-16,2 1 88 0,-2 4 129 16,2 5 198-16,-2 4 251 0,3 4 175 0,-1 8-68 15,3 2-106-15,1 4-100 0,-2 4-96 16,6 3-99-16,-2 2-94 0,3 1-77 0,1 2-59 16,1 3-47-16,3-2-30 0,2 3-13 0,1 1-7 15,4 1-3-15,2 0-1 0,4-1 0 16,1 0 1-16,3-1-2 0,4 1 2 0,1-4-3 15,5 2 1-15,1 1 0 0,1 1-4 16,1-2 0-16,0 4-8 0,-2 1-31 0,1 1-50 16,-7 5-48-16,0-1-52 0,-2 4-51 0,-2 0-32 15,-4 1 6-15,-3 1 42 0,-1 4 45 16,-2-2 63-16,-4 2 73 0,0 0 68 0,-3 0 72 16,-1-1 72-16,0-1 58 0,0-1 30 15,0 0-5-15,0-3-26 0,3-1-47 0,-3-4-50 16,4-1-42-16,-1-2-26 0,0-2-19 0,5-4-12 15,0-1-6-15,0-6-1 0,1 2-5 0,5-4-10 16,-2 1-2-16,3-3-6 0,0 1-1 16,-2-2-3-16,4 2-6 0,-2 0 4 0,1 2-4 15,0 0-1-15,-3 0 2 0,1 4 2 16,-2 0 3-16,-2 4 0 0,-1 0 8 0,1 0 7 16,-2 2 5-16,-2 1-1 0,2 1 1 0,-2 0 1 15,-1-1-8-15,2-1-6 0,-3 0-1 0,4 0 8 16,-2-6 12-16,1 0 8 0,1-3 9 15,2-5 8-15,0 0 0 0,1-6-7 0,2-2-16 16,0-4-7-16,2-4-13 0,0-3-4 16,-1-3-1-16,0-3-2 0,2-4 23 0,-2-4 19 15,2-1 16-15,-2-4 20 0,2-1 12 0,-5-1 23 16,-1-1 6-16,-2 2-6 0,-1 1-3 16,-4 2-6-16,1 7-4 0,-4 2-11 0,-4 7-13 15,1 6-9-15,0 3-12 0,-5 6-12 16,2 5-13-16,-2 4-11 0,-2 5-7 0,0 5-7 15,-2 5-2-15,3 5 0 0,-4 4 1 0,0 4 2 16,0 6 1-16,0 3 4 0,0 4 1 0,0 4 0 16,2 0-1-16,-1 2-3 0,4 0-4 0,1-2-4 15,6-5-5-15,2 1 0 0,3-6-4 16,2-1-10-16,4-7-19 0,2-2-51 0,3-4-70 16,-2-2-77-16,2-5-121 0,2-2-157 15,-1-4-184-15,1-1-187 0,-1-2-186 0,3-1-150 16,-2-2 128-16,-2-1 355 0,0-2 348 0</inkml:trace>
  <inkml:trace contextRef="#ctx0" brushRef="#br0" timeOffset="135527.75">21020 8999 8 0,'10'1'241'0,"-6"5"188"0,1 3 246 16,-3 1 96-16,-2 6-56 0,-2 1-46 0,-1 3-73 15,1 3-91-15,-2 2-102 0,0 0-96 16,1 0-84-16,2 0-88 0,1 0-53 0,0-5-30 16,4-3-24-16,1-1-9 0,3-6-8 15,2-4-2-15,2-4 0 0,1-5-7 0,4-6-4 16,-1-2-2-16,3-7-3 0,-2-3 0 0,-1 2-1 15,0-5 10-15,-2 1 8 0,-4 1 8 16,2 1 19-16,-4 1 23 0,-3 4 32 0,0 0 32 16,-2 4 25-16,-1 1 15 0,-4 2-9 15,2 1-16-15,-4 5-20 0,-1 2-29 0,-2 2-26 16,-1 2-19-16,1 4-12 0,-1 1-11 0,1 0-8 16,-1 1-5-16,2-1-3 0,1 0-5 0,1 1 1 15,0-1-4-15,4-1 2 0,0-1-1 16,0-1-2-16,4-1 2 0,0-1 2 15,4-3 1-15,0 0 2 0,2-5-1 0,-1-1 2 16,5-1-3-16,-2 0-1 0,1-1-1 0,-3 2-2 16,1 0-1-16,2 2-1 0,-5 3 3 0,0 2-2 15,-1 2 2-15,1 4-4 0,-3 5-1 16,-2 3 0-16,1 2-1 0,-3 1 0 0,2 0-1 16,-1 1 3-16,0-2 1 0,0 1 0 15,2-4 1-15,-1-1 3 0,0-3 0 0,0-4 3 16,2-3-1-16,0-5 1 0,1-2 0 0,0-5-2 15,2-3-1-15,0-2 0 0,0-5 3 0,1-2 1 16,1-1 2-16,-2-2-2 0,4-2 2 16,-2-1-1-16,1-1-3 0,2-3 0 0,1 4 0 15,0-3 1-15,-1 5 2 0,1 3 0 16,-3 1 2-16,2 7-3 0,1 1 2 0,0 2-2 16,7 5 1-16,2 2-2 0,4 1-2 0,8 2 2 15,5 1-1-15,9 1 1 0,5-1-1 16,7 3-9-16,9-3-46 0,1 1-83 0,3 1-125 15,5-1-192-15,3 2-304 0,1 2-345 0,2-1-301 16,-1 2-79-16,-2 0 403 0,2 1 599 16</inkml:trace>
  <inkml:trace contextRef="#ctx0" brushRef="#br0" timeOffset="137354.24">11559 12034 49 0,'-5'5'253'0,"2"-1"118"0,0 2 101 16,1 1-113-16,2-1-149 0,2 1-87 15,1 2-37-15,0 0-17 0,2 1 6 0,4 2 5 16,-1 0 14-16,4 1 23 0,1 3 3 16,2 0 45-16,2-1-12 0,2 5-6 0,3-2 38 15,4 3 12-15,2 0-5 0,2 1-41 0,2-1-3 16,1 3 101-16,5 0-4 0,0 2-18 15,3 1-10-15,0-1-13 0,5 1-14 0,-2 1-89 16,2 2-45-16,1 0-19 0,2 0-11 0,-3 2-7 16,2-1-3-16,-1 0-1 0,0 2-2 15,-2 0 11-15,1 2 16 0,-2-3 7 0,-1 4 5 16,-1-4 3-16,-4 3 2 0,1-2-16 0,-5 0-14 16,2 0-11-16,-4-4 18 0,-2 3 7 15,-3-2 4-15,2 1 11 0,-2-3 20 0,-1 0 9 16,0-1-19-16,-3-1-9 0,2-1-9 15,-2 1-9-15,0-2-18 0,1-1-6 0,-2 1 0 16,2-2-3-16,-2-1-3 0,0 0-2 0,3-2-1 16,-4 1-2-16,4-1 0 0,-3 1 2 15,2-1 0-15,-1-1-1 0,0 0-1 0,1 0-7 16,-1 0 1-16,1 0 0 0,0 0 3 0,1-1-2 16,-1-2-3-16,-2-1 3 0,4 2-3 15,-3-2 1-15,2-1 0 0,-1 0 3 0,-2 1 3 16,4-2 0-16,-3-2 3 0,2 2-3 15,1 0 2-15,-1-3-2 0,2 2 4 0,-2-1-3 16,1 1-3-16,0-1 1 0,1-1 1 0,-3 1 1 16,3 1-4-16,-2-2 2 0,2 2 3 0,-2 1 6 15,1-2-2-15,-4 2-1 0,3 3 0 16,-1-5-3-16,-1 3 3 0,-2 0-6 0,3 2 0 16,-4-2 3-16,1 3-1 0,0-1 2 15,-1 0-2-15,-1 1 3 0,2-1-4 0,-1 2-3 16,-4 0 0-16,5-1 0 0,-5 1-1 0,1 0-2 15,0 0 1-15,-1-1 1 0,0 1-1 16,-2-1 1-16,2 0 1 0,-4-2-2 0,1 0 2 16,1-2 2-16,-4-2 3 0,2-1-4 15,-4 0 3-15,0-5-1 0,0 2 2 0,0-3-5 16,-3 3 1-16,1-5 1 0,-1 2-3 0,0-3 4 16,0 2-4-16,2-1 2 0,-2 0-2 15,1 1 0-15,2 1 4 0,2 0-4 0,-1 1 1 16,-1 1 3-16,3 1 4 0,-1-2-1 15,-1 2-1-15,1 0-2 0,1-2-3 0,-2 3-3 16,-2-2-3-16,0-3-1 0,-2 2 2 0,2-2 3 16,-4 0 11-16,-2 0 3 0,1-2 1 0,0 0-1 15,-1-2-14-15,-2 2-28 0,1-2-47 16,-2 0-36-16,0 2-66 0,1-3-136 0,-2 2-166 16,1-1-274-16,-1-1-239 0,1 1-223 15,0-3-18-15,-1-1 402 0,2-2 448 0</inkml:trace>
  <inkml:trace contextRef="#ctx0" brushRef="#br0" timeOffset="138907.6">14941 14483 182 0,'0'-2'300'0,"2"-2"104"15,-1 4-47-15,1-5-111 0,-1 1-72 16,3 0-47-16,-2-3-23 0,3-1-10 0,-2 0-3 15,1-2-1-15,0 0 0 0,1-2 0 16,0 0 1-16,3-2 13 0,-2-1 1 0,2-1-3 16,2-1-10-16,0-2-42 0,0 0-24 0,1 0-34 15,3-1-16-15,-2-2-13 0,3 0-8 0,0-1 25 16,0 1 6-16,1-2 11 0,1 0 5 16,1 0 1-16,1-1 1 0,1 0-2 15,-2 0 26-15,2-1 11 0,-2-1 6 0,1 2-1 16,1-3 4-16,-1 2 29 0,2 0-7 0,-1-2 0 15,-1 1 4-15,3 1 0 0,-1-1 2 0,-2 2-28 16,2-1-15-16,-3 1-15 0,0 1-6 16,2 1-3-16,-4-1-4 0,2 2-2 15,-2 1 1-15,-1 0-4 0,0 1 0 0,0 1-2 16,-2-3 2-16,1 4 3 0,-3 0 1 0,2-1 1 16,0-1 3-16,-2 1 1 0,3 0-1 0,-1-4 0 15,2 2-3-15,-2-1 0 0,3-2-3 16,-2 0 0-16,3-2-2 0,1 1-2 0,-1-4-3 15,-1 2 0-15,5 0-3 0,-3-1 3 16,0-1 0-16,2 2 3 0,0 0 4 0,0 0 3 16,0 1 5-16,0 1 1 0,0 0-1 0,-1 0-3 15,-1 2 0-15,0-1-4 0,0 1 2 16,2-4-23-16,-2 4-12 0,-1-2 13 0,0-3 12 16,1 1 1-16,-1 0 1 0,1 0 22 15,-1-1 11-15,3 0-15 0,-3 1-12 0,1 0-5 16,0 2 21-16,1-1 14 0,0 2 5 0,2-1 4 15,-1 1-1-15,2-2-3 0,-1 1-26 0,2-1-11 16,1-2 3-16,1 1 5 0,-1 0 10 16,3-3 5-16,0 0 9 0,0 0-1 0,0-2-1 15,-1 2-8-15,0 1-6 0,0-1-1 16,-2 2-4-16,0 0-3 0,1-1-1 0,2 0-4 16,-2 1 1-16,1 0 0 0,-1-2 1 0,2 1-2 15,1-1-4-15,-1 2 0 0,0-2-1 16,1-1-7-16,-1 1-3 0,-1 1-2 0,2-3-9 15,1 1 4-15,-1-1 4 0,1-1 1 16,-1 1 5-16,1-1 2 0,-3 1 12 0,3-1 5 16,-1 0 2-16,1 1 2 0,-4 0 1 0,5-1 7 15,0-1-3-15,0 1-5 0,0 0-4 16,2-1-2-16,0-1-2 0,1 1-5 0,1-2-2 16,0 0-2-16,-3-2-7 0,4 1-2 0,-3-1 5 15,1-1 2-15,-1 2 2 0,-2-2 4 16,0-1 5-16,-4 2-2 0,1 0-43 0,-3 2-63 15,0 0-72-15,-4 3-86 0,-2 2-114 0,-1 1-242 16,-2 2-127-16,-1 0 18 0,-5 4 139 16,-4 1 203-16</inkml:trace>
  <inkml:trace contextRef="#ctx0" brushRef="#br0" timeOffset="140161.95">12797 13371 230 0,'3'0'357'16,"-2"0"132"-16,-1 0-9 0,0 0-95 15,0 0-28-15,0-2-3 0,-1 2 41 0,-1 0 32 16,1-1 18-16,-2 1-15 0,1-2-55 0,1 2-55 15,-1-1-41-15,-1 1-37 0,1 0-23 0,1 0 2 16,-2 0 5-16,-1 0-10 0,1 1-18 16,-2 1-31-16,-1-1-28 0,0 1-44 0,-2 2-36 15,-2 1-20-15,-2-1-13 0,1 3-6 16,-3 3-8-16,-1 0-4 0,-2 2-4 0,-1 4-1 16,-2 1-3-16,-2 1-4 0,-1 6-4 0,-2 1 1 15,-2 4-1-15,-1 6 1 0,-2 0 1 16,0 8 2-16,0 1 1 0,-2 6 3 0,-1 3 5 15,1 4-1-15,1 4 3 0,-1 4 4 16,4 2-2-16,1 2-1 0,3 2-1 0,2-2 3 16,3 0 1-16,3-1-2 0,2-3 2 0,3-2-1 15,2-2-2-15,2-4-8 0,4-7-2 0,1-2 1 16,2-6-2-16,2-4-1 0,1-5 1 16,2-5 5-16,1-5-6 0,2-2-1 0,-2-6 1 15,3-2 0-15,-2-4-1 0,3-3-1 16,-2-2-9-16,0-4-32 0,1 0-56 0,-1-4-51 15,-2-2-72-15,2-3-123 0,-2-4-159 0,1-2-222 16,-1-1-231-16,-1-4-228 0,1 0-90 16,0-1 281-16,-1 0 451 0</inkml:trace>
  <inkml:trace contextRef="#ctx0" brushRef="#br0" timeOffset="140665.76">12906 13746 170 0,'0'-6'436'0,"-2"5"225"0,-1 2 161 0,-2 5-140 15,-1 4-187-15,-1 4-105 0,-2 7-50 0,3 3-17 16,1 4-18-16,-1 6-28 0,1 4-35 16,2 3-22-16,0 5-10 0,1 4 0 0,1 0-5 15,1 0-12-15,1-2-14 0,1-2-25 16,3-6-31-16,0-5-38 0,4-4-41 0,0-6-21 16,1-3-11-16,2-3-3 0,1-4-7 0,0-3 0 15,-1-4 3-15,1-2 0 0,1-1-2 16,-1-5-2-16,-1-5 4 0,1 1 1 0,-1-4-2 15,0-2 3-15,-1-5 1 0,2-5 3 16,-1 0-3-16,-2-6-1 0,2-3-2 0,-2-1 3 16,-2-3-6-16,3-5-1 0,-3-1 3 15,-2-5-2-15,-1-1 0 0,-2 2-2 0,-3-4 2 0,-1 3 0 16,-4 0-2-16,0 3 3 0,-1 2-6 16,-4 5-9-16,-1 5-13 0,0 4-23 0,-3 4-32 15,0 6-31-15,-2 6-23 0,0 4-19 0,0 5-7 16,0 5 5-16,1 4 9 0,0 4-13 15,-2 2-34-15,3 3-59 0,-2 2-80 0,3 0-101 16,2 3-130-16,-1-1-238 0,2 4-132 0,-1 0 25 16,2-3 191-16,-1 0 270 0</inkml:trace>
  <inkml:trace contextRef="#ctx0" brushRef="#br0" timeOffset="140922.84">12726 14084 365 0,'17'7'637'16,"1"-3"218"-16,1 3 91 0,1-1-231 0,2 0-227 15,4-2-100-15,2-1-62 0,0 0-53 16,4-2-55-16,0-1-61 0,-1-1-75 0,4-2-39 15,0-2-17-15,1 1-11 0,2 0-7 0,-1-2-70 16,-1-2-141-16,0 3-231 0,-1-1-276 16,1 1-264-16,-3 1-214 0,-3-2 84 0,1 0 440 15</inkml:trace>
  <inkml:trace contextRef="#ctx0" brushRef="#br0" timeOffset="143009.81">16498 12508 130 0,'5'0'423'0,"0"-1"198"0,0 1 121 0,1 0-134 16,2 2-262-16,1 3-153 0,6 1-74 0,3 3 7 16,4 3 45-16,5 3 56 0,3 1 23 15,4 6 36-15,0 0 29 0,3 7-29 0,1 1-55 16,0 4-39-16,3 4-21 0,-3 2-51 0,0 4-41 16,-2 3-19-16,0 3-7 0,-3 3 47 15,-1 0 25-15,-3 8 15 0,-1-1 37 0,-4 1 11 16,-2 1-4-16,0 1-49 0,-4 1-34 15,-1 1-17-15,-4-1-34 0,1-1-20 0,-3 2-11 16,-1 0-5-16,-1-1-1 0,-3-3-4 0,1 1-4 16,-3-4-1-16,1-3-3 0,0-2-1 15,-1-5-3-15,-2-3 2 0,1-4 1 0,0-6 1 16,1-3 1-16,-3-5-1 0,1-6-7 16,-2-1-19-16,0-5-41 0,0-3-53 0,-2-2-50 15,-1-3-61-15,-2-2-98 0,-1-4-121 0,-3-1-111 16,1-1-142-16,0-1-243 0,-2-3-181 15,-2-2 55-15,0 0 292 0,-2-4 338 0</inkml:trace>
  <inkml:trace contextRef="#ctx0" brushRef="#br0" timeOffset="143656.1">16552 13402 8 0,'-4'3'276'15,"-3"3"178"-15,2 2 154 0,0 0 25 0,1-1-238 16,-1 3-134-16,2 4-67 0,0 0-22 16,1 5 9-16,1 5 18 0,1 1 18 0,1 5 19 15,2 5 23-15,-1 1 3 0,4 4 0 0,-3 6-13 16,4-1-20-16,-3 5-33 0,1 1-45 15,3 0-36-15,0 0-34 0,1-3-30 0,1-5-22 16,4-3-14-16,1-6-2 0,0-3-4 0,1-5-2 16,5-7 0-16,-3-1 0 0,0-3-1 15,4-4 0-15,-3-3-2 0,2-4-1 0,-1-2 0 16,-2-2 1-16,1-5-1 0,-1-2 0 16,-2-3 0-16,1-3 0 0,-2-5-2 0,-1-3-1 15,-3-2 3-15,0-5-1 0,0-3 2 0,-1-3-3 16,0-1-1-16,-3-3 5 0,-2-1 11 15,-2 0 6-15,-1-1 9 0,-4-1 2 0,-1 1 9 16,-5-2-5-16,-1 3-11 0,-3-2-8 16,-5 3-5-16,0 4-3 0,-2 1-4 0,-2 3 5 15,2 5 8-15,0 3 3 0,2 3-1 16,-1 4-3-16,1 6-6 0,1 2-9 0,2 4-11 0,0 1 0 16,3 5-6-16,-3 3 1 0,2 3 1 15,2 3-10-15,2 2-15 0,0 3-18 16,-1 0-21-16,2 3-50 0,2 1-77 0,0 0-96 15,1 1-102-15,2-1-118 0,0 3-210 0,4-1-203 16,0-1-53-16,-1 0 144 0,2 0 268 0,1-5 254 16</inkml:trace>
  <inkml:trace contextRef="#ctx0" brushRef="#br0" timeOffset="143925.9">16476 13791 347 0,'3'8'613'16,"2"1"188"-16,0-1 47 0,6 0-289 0,0-2-234 15,8 1-96-15,3-3 2 0,4 0 18 16,4-4 7-16,4-4-10 0,2 0-39 0,2-3-43 15,2-4-63-15,1-2-48 0,2-2-23 0,-2 1-13 16,0-2-68-16,-2-1-136 0,0 0-193 16,-5 4-279-16,-2 0-251 0,-4 1-204 0,-2 0 61 15,-9 3 384-15</inkml:trace>
  <inkml:trace contextRef="#ctx0" brushRef="#br0" timeOffset="146217.76">15412 15208 245 0,'9'13'470'16,"-4"-1"189"-16,3 1 124 0,-3-1-244 0,0 0-179 15,2 1-110-15,2 0-67 0,-5-3-43 0,4 0-47 16,1 1-41-16,0-2-24 0,0 0-12 16,3-2-6-16,0 1-6 0,-1-2 0 0,5 1-4 15,-2-1 0-15,2 0-5 0,0-1-24 16,1-1-69-16,-1 2-96 0,3 0-195 0,-1 0-234 16,-1 0-138-16,1-1-1 0,-2-1 178 0,2 2 238 15</inkml:trace>
  <inkml:trace contextRef="#ctx0" brushRef="#br0" timeOffset="146396.89">16304 15668 90 0,'20'20'290'0,"-2"0"128"16,-4-2 98-16,0-1-154 0,-3-1-166 0,1 0-91 15,1-3-56-15,-3 0-28 0,1-3-7 16,0 0-16-16,0-4-23 0,-1-2-30 0,2-1-50 15,-2 0-94-15,2-2-174 0,-2 1-55 0,0 0 33 16,-1-2 93-16</inkml:trace>
  <inkml:trace contextRef="#ctx0" brushRef="#br0" timeOffset="146589.23">16868 16056 132 0,'21'19'309'0,"3"1"133"0,-2 1 70 16,0-2-160-16,-1 2-117 0,-1-1-79 0,0 0-47 16,1-3-35-16,0 1-21 0,1-1-30 15,-2-3-11-15,2 3-10 0,0-6-10 0,-1 1-23 16,0-3-37-16,-1 0-77 0,1-2-189 0,-1-1-138 16,-1 0-27-16,0-2 65 0,0 1 123 0</inkml:trace>
  <inkml:trace contextRef="#ctx0" brushRef="#br0" timeOffset="146777.19">17749 16618 71 0,'17'24'306'0,"-2"-1"168"0,0 0 146 0,-3 1-75 16,0-1-172-16,-1 1-119 0,0-3-68 0,0 3-45 15,0-4-46-15,1 1-35 0,0-4-28 0,-1 2-14 16,3-2-13-16,-1-2-17 0,3-1-37 15,-2-2-58-15,2-2-76 0,-2 3-185 0,3-4-193 16,-1 0-76-16,0-1 55 0,-2 0 150 0</inkml:trace>
  <inkml:trace contextRef="#ctx0" brushRef="#br0" timeOffset="146950.44">18626 17404 39 0,'21'23'231'16,"1"-1"111"-16,-1-1 99 0,-4 1-118 0,2-3-133 16,1-1-85-16,-2-2-47 0,1-1-28 0,-3-1-30 15,4-2-38-15,-1-3-61 0,-1 1-130 16,1-3-123-16,-3-1-31 0,2 0 46 0,1 1 94 16</inkml:trace>
  <inkml:trace contextRef="#ctx0" brushRef="#br0" timeOffset="148523.76">17670 11709 106 0,'16'14'278'0,"3"2"114"16,1 2 97-16,-1 0-196 0,6 3-102 0,-1-1-52 15,4 1 5-15,1 4 1 0,1 0 75 16,3 0 51-16,0 4 22 0,4 1 38 0,1 2-24 16,0 2-21-16,3 2-69 0,0 2 6 0,2 3 6 15,3 0-27-15,-2 3-15 0,3 2-9 16,-1 2-16-16,2 4-33 0,-2-1-34 15,-1 2-21-15,-2 1-14 0,-1 3-11 0,-3-2-5 0,-1 1-27 16,-3 1-15-16,-2-1-6 0,-2 0 24 16,-1 0 15-16,-1 1 6 0,-2 0 6 0,-1 0 2 15,-2 2 0-15,0-2-23 0,-2 1-16 16,0 2-3-16,-2-4-6 0,-2 1-2 0,1 0-2 16,-3-2 0-16,0 1 9 0,-2-1-2 15,2 1 6-15,-3 2 3 0,-1-1 40 0,-1 2 29 16,0 0 11-16,0 0 5 0,-3 1 0 0,0-2-1 15,1 3-38-15,-2-1-22 0,-1-1-12 16,2-2-8-16,-3 2-7 0,3-3 1 0,-4 0-2 16,1 0-3-16,-2 1-1 0,-1 0 0 15,0 1-2-15,-2-1-3 0,0 4 0 0,-2-1 29 16,0 0 15-16,1-2 7 0,-1 1 5 0,-3-1 4 16,2 1-2-16,-2 0-25 0,-1-1-13 0,2 3-9 15,-3 0-6-15,1 0-4 0,-1 0-1 16,0 0 0-16,0-2 0 0,-1 1 2 0,2-2 1 15,-2-2 1-15,0-2 0 0,0-1 0 0,-1-1-2 16,-2-3-1-16,1-2 1 0,1-2 1 0,-4-4-2 16,4-2-1-16,1-6 3 0,-5-2 0 0,5-2-1 15,-1-4-2-15,-4-1 4 0,4-1-2 16,-5-2 1-16,2 0-2 0,1 0 1 0,0-3 0 16,0 1-2-16,0-1 0 0,0-1-1 0,1 1-1 15,1-3-1-15,-2 1 0 0,3-1 0 0,0 0 1 16,0 1 0-16,-1-2 1 0,2 1-1 15,-1 0 0-15,2-1 1 0,-2 1 1 0,2-2 3 16,0-1-2-16,1-2 2 0,2 1 0 0,-3-3-1 16,2-1 0-16,1-1-2 0,2-2-1 0,1-2 1 15,-2 0 0-15,2 0 0 0,0-4-1 16,0 0 0-16,2 0 1 0,-1-2 1 0,1 0 1 16,-1-1-2-16,1 1-1 0,2-1-3 0,-4 0-14 15,4 0-23-15,-3-1-46 0,1 1-46 0,-1 1-44 16,-1-1-54-16,2 1-93 0,-4-1-118 15,2 1-120-15,-3-2-216 0,2 2-240 0,-3-1-171 16,-2-1 103-16,0 0 368 0,0-2 364 0</inkml:trace>
  <inkml:trace contextRef="#ctx0" brushRef="#br0" timeOffset="148806.01">18653 16598 87 0,'5'-5'592'0,"-2"2"409"0,0 0 158 16,-1 3-81-16,0-2-404 0,-1 4-268 16,1-1-163-16,0 4-75 0,-1 1-32 0,5 3-11 15,-1 1 18-15,1 2 26 0,1 4 28 0,-1-2 6 16,5 3-9-16,-3 1-15 0,2-1-34 0,0 2-38 16,2-1-38-16,-3 0-24 0,2-2-15 0,-1-1-10 15,-1-1-10-15,4-3-2 0,-2-3-6 16,0-2-2-16,5-3-2 0,-2-3 0 0,2-6 2 15,0-3-2-15,2-4 4 0,3-3 0 0,-2-9-15 16,3-2-46-16,3-5-63 0,-1-5-83 16,0-3-159-16,5-5-266 0,-3-5-311 0,3-4-272 15,-1-3-196-15,-3-5 109 0,1-3 568 0</inkml:trace>
  <inkml:trace contextRef="#ctx0" brushRef="#br0" timeOffset="149849.67">19907 13831 281 0,'0'0'586'15,"0"-1"227"-15,0-2 77 0,2 1-223 0,2-1-203 16,1-1-114-16,3-2-57 0,0 2-36 0,6-2 4 16,2-1-36-16,3 1-34 0,0 1-45 0,7 1-32 15,-3 1-15-15,2 2-32 0,0 2-6 16,1 2 20-16,-5 3 10 0,1 3 64 0,-5 2 33 16,0 4 11-16,-4 0-1 0,0 4-29 15,-9 3-18-15,0 3-52 0,-4 3-33 0,-4 6-13 16,-4-1-16-16,-4 7-8 0,-1 1-8 0,-4 3-4 15,3 3-2-15,-7-2-2 0,5 1 0 16,-1-1 0-16,1-1 0 0,0-4 0 0,5-2-2 16,0-6-4-16,3 0-4 0,0-7-3 15,5 0-4-15,1-6 2 0,2-2 0 0,4-4-2 16,0-2 1-16,6-4 1 0,2-1 0 0,3-6-2 16,5-5-6-16,2 0-18 0,4-8-40 15,2-3-63-15,4-3-53 0,4-4-63 0,-3-2-92 16,2-4-112-16,2-3-93 0,-3 1-50 0,0-1-81 15,1 1-80-15,-5 1-4 0,0 0 112 16,-4 3 188-16,1 0 196 0,-5 4 156 0,-2 4 153 16,-2 1 150-16,-5 5 138 0,-1 4 76 0,-4 3 19 15,-3 1 5-15,0 5-3 0,-2 5-18 16,-3 2-34-16,5 6-46 0,-4 1-39 0,1 3-39 16,-1 5-44-16,3 2-42 0,-1 2-36 15,2 3 8-15,1 3 16 0,3-1 2 0,-1 1-3 16,2 0-15-16,0-5-18 0,0 0-35 0,3-6-37 15,1-2-21-15,2-4-10 0,3-8-1 0,0-4 23 16,2-5 9-16,1-6 5 0,1-5 5 16,-2-7-1-16,1-3-4 0,2-7-15 0,-3-1-6 15,1-5-1-15,0-1 1 0,-5-3 2 16,2 0 1-16,-3-1-2 0,-3 0-2 0,-4 0-2 16,0-1-4-16,-6 2-1 0,-3-1-1 0,-3 2-6 15,-3 2-3-15,-2-1-2 0,-5 2-4 0,-2 3-3 16,-1 3-3-16,-5 4 0 0,1 4 0 15,-1 4 1-15,1 3-2 0,-2 6-2 0,1 5-1 16,-1 4-1-16,2 4-3 0,0 5-2 0,3 3 0 16,-2 5 1-16,3 2 2 0,2 2-3 15,0 3-7-15,-2 3-23 0,5 1-55 0,-2 1-64 16,2-1-79-16,2 2-134 0,1-3-184 16,1 1-303-16,1-3-249 0,2 1-207 0,0-5-40 15,0 2 395-15,-1-6 507 0</inkml:trace>
  <inkml:trace contextRef="#ctx0" brushRef="#br0" timeOffset="150073.35">20625 14252 434 0,'5'7'1319'0,"-4"-2"340"0,2-1-237 16,-1-3-330-16,0 2-511 0,3-3-249 0,-1 0-174 15,5-3-77-15,3 0-35 0,5-3-12 0,1-2-5 16,4 2-3-16,1-6-5 0,6 4-2 15,-1-4-5-15,2 0-3 0,2 0-4 0,1-1-4 16,2 2 1-16,1 0 0 0,1 1-3 0,1-1-13 16,-1 2-59-16,0 0-65 0,-2 2-127 15,-1 0-204-15,0 0-306 0,-3 1-341 0,1 0-266 16,-4-1-126-16,-2-1 430 0,-4-1 613 16</inkml:trace>
  <inkml:trace contextRef="#ctx0" brushRef="#br0" timeOffset="151439.96">18288 6713 226 0,'-5'6'438'0,"4"-1"159"16,-1-1 87-16,2-2-273 0,2 2-179 0,2-3-79 15,4-1-12-15,2 0-2 0,4 0 90 16,4-1 50-16,4-3 15 0,5 0-30 0,3-3 22 15,1-1 9-15,4 0-72 0,5-1-44 16,0-1-24-16,0-2-15 0,1 0-55 0,0-1-39 16,0 0-19-16,1-2-9 0,-1 2-9 0,-5-1-6 15,0 4-5-15,-2-3-2 0,-3 5-1 0,-1-1-3 16,0 3 2-16,-3 1 6 0,2 4 2 16,-3 1 15-16,1 1 7 0,2 4 6 0,-4 1-1 15,2 1-3-15,2 2-4 0,-1-1-6 16,2 1-7-16,3-2-6 0,-1-1 3 0,1 0-3 15,0-1 4-15,2-1-4 0,1-2-2 0,-1-1 2 16,2-2-2-16,-3-1 0 0,1-1-3 16,-1 2-49-16,-3-4-145 0,-1 4-223 15,-1-2-280-15,-6 1-265 0,-4-1-245 0,-6 3 11 16,-7 0 459-16</inkml:trace>
  <inkml:trace contextRef="#ctx0" brushRef="#br1" timeOffset="164109.69">11091 14846 24 0,'3'6'205'15,"0"-2"96"-15,-1 0 86 0,0-1-119 0,0 0-107 16,0 0-70-16,1-1-41 0,-3-1-10 15,3 2 1-15,1-1-1 0,-3 0 1 0,2-1 18 16,-1 0 13-16,1-1-11 0,0 2-6 0,-1-1-4 16,1-1 16-16,0 2-4 0,0-2-4 15,-1 1-2-15,-1-1-3 0,1 0-1 0,1 1-18 16,-1-1 23-16,-1 0 12 0,3 0 5 16,-1 0 5-16,0 0 2 0,0 0-1 0,0 0-18 15,2 0 36-15,-2 0 16 0,2 0 4 0,0 0 5 16,0-1 1-16,1 1-21 0,1 0-45 15,0 0-25-15,-1 0-13 0,2-1-7 0,1 1-4 16,-2-2-5-16,3 2-2 0,0 0 0 0,-2-1-1 16,2 1 3-16,0-2 1 0,0 1 22 15,2 1 13-15,-3-1 1 0,2-1 5 0,-1-1-2 16,-1 1-1-16,2 1-20 0,-3-1-15 0,2-1-6 16,0 2 2-16,0-1 0 0,-2 1-5 15,1-1 0-15,1 1 3 0,-2 1 1 0,3-1 1 16,-2-1 1-16,-1 0 1 0,2 2 28 15,1-2 62-15,-2 2 28 0,3 0 14 0,-2 0 3 16,0 0-1-16,1-3-22 0,0 2-53 0,-1 0-29 16,2 0-14-16,-2-2-9 0,-1 1-3 15,1 2-4-15,2-3-1 0,-2 1 0 0,1 0-3 16,-2 0 0-16,1 0-3 0,-2 1 3 16,3-1-3-16,-3 1 0 0,1-3 1 0,1 4-1 15,-2-1 4-15,1 0-1 0,-1-1-3 0,1 0 0 16,-1 1 0-16,1 1 0 0,0-1 0 0,-1-1-2 15,0 1 4-15,1-1-1 0,0 2-1 16,0-1 2-16,-3-1 1 0,2 1-1 16,1 1 0-16,-1 0-2 0,0-1 2 0,-1 1-1 15,0-2-17-15,0 2-10 0,-1 0 12 0,0-2-13 16,2 2 13-16,-2-1 6 0,1 1 22 0,-1 0 12 16,-1-2-12-16,4 2 11 0,-4 0-10 15,1-1-7-15,3 1-6 0,-5-2 0 0,4 2 1 16,-2 0-2-16,2-1-1 0,-1 1 1 15,0-2 2-15,1 1-2 0,-1 0 0 0,-1 1 1 16,3-2-1-16,-2 0-1 0,-1 1 0 0,2 1 2 16,0-1 1-16,-2-1 1 0,1 0-3 15,-1 0 0-15,0 2 0 0,0 0 1 0,1-3-4 16,-1 3 1-16,-1-1 0 0,0 1 1 16,0 0-1-16,-1-1-1 0,2 1 1 0,-2-1-1 15,0 1 0-15,1 0 1 0,-1-3 0 0,0 3 1 16,2 0 0-16,-3 0 0 0,2-2 2 15,-2 2 0-15,2 0-2 0,0 0 0 0,-2 0 1 16,3-2-1-16,-1 2-3 0,-2 0 1 16,2 0 2-16,0 0 1 0,0-3 2 0,-2 3-2 15,4-2-1-15,-3 2 1 0,1 0 0 0,-1-1-3 16,1 1-3-16,0 0 0 0,2-1 4 16,-2 1-3-16,0-2 0 0,2 2 3 0,-1-1-1 15,0 1 2-15,0-2-5 0,-1 2 3 16,0 0 0-16,3-1-2 0,-2-1 4 0,0 2 0 15,2-2 1-15,-3 2 2 0,2-1-1 0,0 0 2 16,0 1-1-16,-1 0 0 0,1-2-2 0,0 2 1 16,-1-2 0-16,-1 2 2 0,3 0-3 15,-3 0 2-15,3 0-1 0,-2 0 2 16,1 0-3-16,-1 0-1 0,0 0 1 0,0 0 1 16,2 0-1-16,-3 0 0 0,3-1 2 0,-1 1 0 15,0 0 1-15,1-1-3 0,0-1 0 0,1 2-4 16,-1-1 3-16,0-1-1 0,0 1 1 15,3-1 2-15,-3 1 0 0,4 1 5 0,-3-1-4 16,2-1-1-16,-1 0-2 0,2 1 1 16,-2-1 1-16,1 2-2 0,1-1 2 0,-1-1-1 15,2-1 0-15,-2 2-1 0,0 0 0 0,2-1 1 16,-2 2-1-16,0-3 1 0,1 3 1 16,-2-1-2-16,1-1 0 0,-2 0 2 0,1 0-1 15,-2 2-2-15,1 0-1 0,-1 0 2 16,0 0 0-16,-3 0 0 0,3 0 0 0,-4 0 0 15,1 0 1-15,-1 0-1 0,-1 0 1 0,0 0-2 16,-1 0 1-16,-1 0 0 0,2 0 2 16,-3 0 0-16,2 0-2 0,1 0 0 0,-2 0 1 15,-1 0-1-15,2 0 0 0,-1 0 0 16,1 0 0-16,-2 0 0 0,3 0 0 0,-1 0 0 16,0 0-1-16,-1 0-1 0,2 0 4 0,-1 0-2 15,1 0-2-15,0 0 1 0,-1 0 1 16,2 0-1-16,0 0-2 0,0 0 3 0,1 0 2 15,0 0-1-15,1 0-1 0,-1 0 0 16,1 0 4-16,1-3-4 0,-1 3-2 0,1-1 1 16,-3 1 0-16,4 0 1 0,-3 0-4 0,1 0 4 15,1 0-1-15,-3 0 1 0,2 0-1 16,1 0 1-16,-3 0 1 0,1 0 0 0,0 0 0 16,0 0 1-16,-1 0-2 0,1 0-2 15,0 0 1-15,-2 0 0 0,0 0-1 0,1 0 0 16,0 0 2-16,-2 0 0 0,2 1 2 0,-1-1-1 15,1 0-1-15,-1 3 0 0,0-3-3 16,0 0 2-16,2 0 1 0,-2 0-2 0,3 0 0 16,-1 0-1-16,0 0-1 0,1 0 1 0,-1 0-3 15,2 0 5-15,0 0 0 0,0 0 0 16,-1 0-1-16,2 0-3 0,1 0 2 0,-1 0-1 16,-1 0-4-16,1 0 3 0,1 0 1 15,-1 0 4-15,0 0-2 0,0 0 2 0,1 0 3 16,-2 0-1-16,-1 0 1 0,0 0-1 15,0 0 2-15,1 0-4 0,-2 0 0 0,-1 0 4 16,1-3-1-16,-2 3 0 0,3 0-1 0,-2 0 3 16,-1 0-1-16,0 0-4 0,0 0-1 15,-1 0 1-15,-1 0 0 0,1 0 0 0,1 0-3 16,-1 0 5-16,-1 0-1 0,1 0-1 0,2 0 1 16,-2 0-1-16,0 0 1 0,1 0-1 15,0 0 2-15,2 0 1 0,-2 0-2 0,3-1 3 16,-1 1 0-16,4 0-2 0,-2 0 0 15,1-1-2-15,1 0 0 0,-1 1 0 0,2-3-3 16,-1 1 3-16,2 2 0 0,0 0 3 0,-1-2 2 16,2 2-2-16,0 0 1 0,1 0 1 15,-3-3-2-15,1 3-1 0,3-2 0 0,-4 2-1 16,4 0 1-16,-3 0-4 0,1 0 2 0,0-1-1 16,-1 1-1-16,-1 0 2 0,2 0-3 15,-2 0 4-15,-1-1-1 0,0 1 0 0,0 0 0 16,0 0 0-16,-1-2 0 0,0 2 0 15,-2 0 0-15,1-1 0 0,-1 1 2 0,2-2-2 16,-4 2 1-16,3 0-1 0,-2-1-1 0,-1 1 1 16,1 0-2-16,1-2 2 0,-1 2 0 15,0-2-1-15,0 2 1 0,0 0 1 0,-1-1 2 16,2 1-3-16,-1-1 0 0,1-1 0 0,-1 2 0 16,2-2-3-16,0 2 5 0,0-1-2 15,-1 0 0-15,1-1 0 0,-1 2 1 0,3-1 0 16,-1-1-2-16,-1 1 1 0,2-1 0 15,-1 2-3-15,-2-1 1 0,2 1 1 0,1-1-2 16,-1-1 1-16,0 0-2 0,-1 1 2 0,2 1-2 16,-3-2 2-16,2 2-2 0,0-1-1 15,0-1 0-15,0 2 1 0,-2-1-1 0,3-1 2 16,-2 1-2-16,-1 1 1 0,-1-1 4 16,2 1-4-16,-1-2 2 0,-1 2 0 0,1 0 1 15,-1-2 0-15,1 2-3 0,-3-1 4 0,2 1-1 16,-2 0-1-16,3-1 2 0,-3 1-2 15,-1-2 4-15,1 2-4 0,1 0 1 0,-3-2 1 16,1 0 0-16,-1 2-1 0,1 0 0 16,-2 0-1-16,2 0 1 0,-1 0 0 0,1 0 1 15,-1 0 0-15,1 0-1 0,0 0 1 0,0-3 0 16,2 3-3-16,-1-1 3 0,0 1 1 16,2 0 2-16,0-1 1 0,1 1 1 0,2-1-1 15,-2-2 0-15,2 1-1 0,0 2-1 16,1-2 3-16,-1-1 0 0,2 0-2 0,-1 2-2 15,2-2 1-15,-3 0 0 0,2-1-2 0,2 2 0 16,-2 0 3-16,1-1-1 0,-2 0 0 16,1 0 0-16,2 0 1 0,0 1-1 0,-3-2 1 15,2 1 2-15,-1 0-4 0,-1 0 0 16,2 2 2-16,-3-2-1 0,2 0 1 0,-2 2-6 16,1-3 6-16,-1 2-2 0,0-1-1 0,-2 1 0 15,2 1 0-15,-2-2 1 0,-1 1-3 16,0 2 2-16,0-2-2 0,-2 2 1 0,3 0 1 15,-3-3-1-15,0 1 1 0,-1 2-1 16,1 0 1-16,-1-1 0 0,-1 1 0 0,1 0 1 16,-2-1-1-16,3 1 1 0,-3-2-1 0,2 2 3 15,-1 0-2-15,-1 0 1 0,2 0 0 0,-2 0-1 16,0 0 1-16,3 0-2 0,-2 0-1 16,-1 0 1-16,2 0-1 0,-1 0 0 15,1 0-1-15,0 0 4 0,-1 0-1 0,3-2-1 16,-3 2 0-16,4-1 0 0,0 1 0 0,2-1 0 15,-2 1 0-15,3-4 1 0,0 3-1 0,3 0-1 16,-1-3-3-16,-1 2-1 0,4-1 0 16,-2 0 2-16,0 0 1 0,1 0 1 15,1-2 0-15,0 2 0 0,-2 0-3 0,0-1 1 16,1 1 0-16,0 0 0 0,-3-1 1 0,2 1-3 16,0 2 4-16,-3-1-3 0,2-1-1 0,-4 1 1 15,0 2 2-15,-1-2 0 0,0 2 1 16,3 0 1-16,-7 0 0 0,4 0 1 0,-3 0 1 15,1 0-2-15,-2 0 2 0,1 0 1 16,0 0-3-16,-1 0-2 0,-1 0 0 0,4 0 2 16,-4 0-1-16,1 0 1 0,-1 2 2 0,0-2-2 15,2 0 1-15,-1 0 1 0,-1 2 0 16,0-2 1-16,3 0-5 0,-3 0 2 0,0 0 0 16,0 0-1-16,2 3 0 0,-1-3-2 15,-1 0 3-15,0 0 2 0,0 0-1 0,2 0 0 16,-2 0 2-16,0 0-2 0,1 0 1 0,-1 0-3 15,0 0-1-15,0 0 0 0,2 0 0 16,-2 1-2-16,0-1 0 0,2 1 3 0,-1-1 1 16,1 0 0-16,1 1 0 0,0 2 0 15,1-3-2-15,-1 0 0 0,0 2 0 0,3-2 0 16,-3 2-1-16,4-2 3 0,-3 0-4 0,1 0 2 16,0 2-1-16,2-2 2 0,-2 1 2 0,0-1-1 15,0 0 3-15,0 0-3 0,-2 1 0 16,4-1-1-16,-3 2-3 0,1-2 0 0,-2 0 0 15,0 0 2-15,0 0-1 0,2 0 3 16,-1 0-1-16,-2 2 1 0,1-2-3 0,-1 0 2 16,-1 1 1-16,1-1 0 0,-2 0 0 0,2 1 0 15,-1-1 1-15,-1 0-2 0,2 0 2 0,-1 0-1 16,-1 0 0-16,0 0 0 0,0 0 0 16,2 0 2-16,-2 2-4 0,0-2 2 0,3 1 0 15,-3-1 0-15,2 0 0 0,-1 2 3 16,1-2-2-16,0 1-1 0,2 1 0 0,-1-2 0 15,0 1-1-15,1 1 0 0,0-1-4 0,0 1 1 16,1-1 4-16,2 1 1 0,-1-1 0 16,-1 1 2-16,2-1 2 0,-1 1 0 0,-1-1-3 15,4-1 0-15,-2 1 0 0,-1-1 2 16,0 2 0-16,3-2-2 0,-2 0 1 0,-1 0-1 16,2 0 0-16,0-2 0 0,-2 2-1 0,1 0 4 15,-1-1-2-15,-1 1 2 0,3 0-3 16,-2-1 3-16,-1 1-2 0,1 0-3 0,-1 0 3 15,1 0-3-15,-1 0 0 0,0 0-2 16,-1 0 1-16,3 0-1 0,-2 0 0 0,1 0 1 16,-2 0 1-16,1-2 3 0,0 2-1 0,2 0 0 15,-3 0-1-15,4-1 3 0,-2 1-3 16,1-2-1-16,-1 2 0 0,-1 0 2 0,4-1 0 16,-2 1-1-16,-1-2 2 0,2 1-1 15,-1-1 3-15,2 1-4 0,-3 1 1 0,2-2-2 16,1 1 0-16,-1-1-2 0,0 1 0 0,-1-1 1 15,2 1-1-15,-1-1 1 0,-2 1 0 0,2 0 0 16,1-1 1-16,-1 0 1 0,-3 1-1 16,3-2 1-16,0 3 2 0,-2-2 0 0,2 0-3 15,-1 2-1-15,0 0 1 0,-2 0 0 16,3-3-1-16,-3 3-3 0,1-1 3 0,0 1 0 16,1 0-2-16,-2 0 3 0,1 0 3 0,0 0-2 15,0 0 4-15,-1 0-4 0,2-1-1 16,-1 1-1-16,-1 0-2 0,2-1 3 0,-2 1-1 15,2 0 0-15,-1 0 1 0,0 0 0 16,2 0 0-16,-2 0-3 0,1 0 1 0,-1 0 0 16,-1 0-1-16,4-3 3 0,-2 3 0 0,-1 0-2 15,2 0 0-15,0 0 1 0,-2 0 0 16,2 0 0-16,-1 0-1 0,-1 0 4 0,3 0-2 16,-2 3-2-16,-1-3 0 0,0 0-3 15,3 1 1-15,-2-1-2 0,-1 1 3 0,2-1-1 16,-2 0 4-16,2 0-2 0,-1 0 2 0,-1 0 0 15,2 0-5-15,0 1 2 0,-2-1-5 16,2 0 4-16,-1 0-2 0,2 0 2 0,-1 0 2 16,-2 0-3-16,2 0-3 0,1 0-1 15,-1 0 2-15,1 3-2 0,0-3 1 0,-1 0 8 16,1 0 9-16,-1 0 1 0,1 0 2 0,1 0-1 16,-2 0-1-16,1 0-6 0,1 0-1 0,-2 0 0 15,2 0-1-15,-1 2 4 0,0-2-1 16,0 2 0-16,1 0-2 0,-2-1 2 0,2-1-1 15,1 1 0-15,-2 1 1 0,-1-2 0 16,2 0-2-16,1 2 4 0,-2-2-4 0,1 0 1 16,1 0-2-16,-2 0 2 0,1 0 0 0,1-2-3 15,-2 2-1-15,1 0 3 0,2-2-2 0,-2 2 1 16,-2-1-2-16,4 1 0 0,-4-1 1 16,2 1-1-16,1-2 0 0,-2 2 0 0,1 0-1 15,1 0 1-15,-1 0 1 0,-1 0 1 16,2 0-1-16,-3 0-1 0,0 0 0 0,2 0 0 15,-1 2 0-15,0-2 0 0,-1 1 0 0,2-1 1 16,-2 0 2-16,-2 0-2 0,2 0-1 0,0 0 0 16,-2 1 0-16,2-1 2 0,-1 0-2 15,0 2 1-15,-2-2 2 0,1 0-2 0,-1 0 4 16,2 0-2-16,-3 0-1 0,2 0-2 16,-3 0-1-16,2 0 1 0,0 0-4 0,0 0 2 15,-2 0 2-15,2 0 24 0,1 0 10 0,-3 0 8 16,4 0 3-16,-4-2 1 0,2 2-1 15,-1-1-18-15,2 1-9 0,1 0-5 0,-1-1-7 16,-1 1-1-16,1-2-1 0,2 2-4 16,-2 0-4-16,2 0-1 0,-1-2 3 0,2 2 1 15,-3-2-1-15,4 2 0 0,-2 0 2 0,1 0 0 16,-1 0-2-16,2 0-3 0,1-3-2 16,-3 2 2-16,1 1-2 0,-1-1 2 0,1 0-1 15,1 1 5-15,-2-3 0 0,1 3 2 16,1 0-1-16,-4-2 0 0,2 2 1 0,2-2-2 15,-2 2 4-15,-2 0-2 0,2 0-1 0,0 0 2 16,-2-3 0-16,0 3 1 0,3-2-6 16,-5 2 4-16,4 0 1 0,-2-1-2 0,1 1-2 15,-1 0 2-15,2-1 3 0,-4 1-2 16,1-2 3-16,2 2 3 0,-2 0 0 0,1 0-5 16,1 0 5-16,-2 0-2 0,0 0-4 0,3 0-1 15,-3 0 1-15,2 0 0 0,-2 0-1 16,2 0 0-16,-1 0 2 0,-1 0-1 0,3 0 2 15,-4 0 1-15,3 0 1 0,-2 0-3 16,1 0 5-16,2 2-4 0,-4-2-1 0,1 1-3 16,2-1 1-16,-1 0 3 0,0 0-3 0,0 0 0 15,-1 0 0-15,0 0 4 0,2 0 3 0,-3 0-5 16,2 0 0-16,-1 0 16 0,1-1 12 16,1 1 4-16,-2 0-1 0,1-2 3 15,0 2-1-15,1 0-15 0,-3-2-12 0,4 2-2 16,0-1-1-16,-2 1-1 0,1 0 2 0,1-1-3 15,1 1 0-15,1 0-2 0,-4-2-1 0,6 0-2 16,-4 2 0-16,2 0 1 0,0-1 2 16,2 0-1-16,-2 1 1 0,-1-2 1 15,2 0 0-15,0 1-2 0,-1 0 0 0,1-1 4 16,0 1-4-16,0-1-2 0,-2 1 1 0,1-1 5 16,-2 1-3-16,4 1-5 0,-4-2 3 0,2 1 5 15,1 1-7-15,-2-2 2 0,1 1 1 16,-1 1 1-16,1 0-4 0,0 0-1 15,0 0 1-15,0 0-3 0,0 0 4 0,0 0-1 16,-2 0 3-16,4 0 0 0,-3 0-3 0,0 0 2 16,1-2-1-16,1 2 7 0,-2-1 2 0,1-1-1 15,-2-1 3-15,4 2 3 0,-4 0-4 16,2-1-5-16,1-1 0 0,-2 2 3 0,1-1-4 16,-1-2 0-16,-1 4-2 0,2-3-1 15,-4 2 0-15,3 0 0 0,-1 0-2 0,1-2 0 16,0 1 2-16,-3 2 2 0,1 0 1 0,1-2-2 15,-2 2 5-15,3-3-5 0,-1 3 5 16,0-2-4-16,-1 2-3 0,2-1 0 0,-1 1 0 16,0 0 5-16,3-1 1 0,-3-1-2 15,0 2 3-15,1-3-2 0,0 2 3 0,-1-1-1 16,2 0-5-16,1 1 0 0,-2 0 9 0,1-3 6 16,1 3 1-16,-1 0 1 0,-1-1 5 15,2 1 1-15,-1-1-6 0,-1-1-4 0,0 2-5 16,3-1-6-16,-4 1 1 0,2 1-1 0,0-2 0 15,0 1-3-15,-1-1 2 0,2 2 0 16,-3-1 0-16,2-1 0 0,0 1-2 0,-2-1 3 16,1 1-4-16,0 0 3 0,-3 1-1 15,2-2-1-15,0 2 2 0,0-2 1 0,-2 2 2 16,2-1-1-16,-1 1 0 0,-1 0 0 0,3-1-2 16,-1-1 0-16,-1 2-1 0,-1-2-2 15,3 0 2-15,-1 2 0 0,0 0 0 0,0-3-3 16,1 2 2-16,-1 1 2 0,2-1 0 15,-1 0 0-15,1-2-5 0,0 3 3 0,-1-2-2 16,0 2 1-16,3-2 0 0,-2 2-1 0,2-5 1 16,-3 5 2-16,3-1-2 0,1 0-1 15,-1-1-1-15,2 0-2 0,-2 1 1 0,4 0 1 16,-2-1 2-16,0 0-2 0,3 1 4 16,-2 0-2-16,1 1 4 0,1-2 1 0,-1 0-1 15,2 1 3-15,-2 1-4 0,2-1 5 0,0-1-3 16,-2 1 1-16,1-1 0 0,1 1 0 0,-3-1 1 15,1 1 0-15,0-1 1 0,-2 1 1 16,3 1-4-16,-4-2-4 0,3 1 1 16,-2-1-1-16,-1 2 0 0,-1 0 1 0,-2-1 1 15,2-1-1-15,-2 2 0 0,-2 0 1 0,0-1-5 16,-2 1-8-16,-3 0-17 0,0 0-46 0,-1-2-119 16,-4 2-164-16,1-1-291 0,-1 1-265 15,-1 0-243-15,-2 1-57 0,-1-1 345 16,-2 2 447-16</inkml:trace>
  <inkml:trace contextRef="#ctx0" brushRef="#br2" timeOffset="174571.95">11113 13416 104 0,'3'0'290'0,"0"0"130"16,-1 0 106-16,1 0-174 0,0 0-136 0,-1 0-67 16,-2 0-47-16,2 0-27 0,-1 0-25 0,2 0-15 15,-3 0-19-15,2 0-10 0,-1 0-4 16,2 0-2-16,1 0 31 0,-1 0 21 0,0 0 12 15,2-2 51-15,1 2 31 0,3 0 11 0,-1 0-22 16,-1 0-16-16,4 0-7 0,0 2-45 16,0-2 59-16,3 0 30 0,-3 0 15 15,3 0 1-15,-1 3-2 0,0-3-3 0,1 0-76 16,0 1-41-16,2-1-23 0,-1 0-13 0,0 0-5 16,-2-1-8-16,4 1 2 0,-2 0 1 0,0-3 0 15,1 3 3-15,1-2 3 0,-1-1 0 16,0 0 0-16,2 0 0 0,-1 1-1 0,0 0 0 15,-1 0-4-15,3-1 1 0,-3 2 2 16,1-3-1-16,-1 3-3 0,1 0 1 0,-2-1 0 16,2 2-3-16,-3-1 1 0,2 1-19 0,-2-2 7 15,2 2-10-15,-3 0-9 0,2 0-3 16,-2 2-2-16,3-2 17 0,-5 1-12 0,2-1 16 16,-1 0 4-16,1 2 6 0,-1-2 2 15,-2 1 0-15,1-1 2 0,0 0-2 0,-3 1 1 16,0-1 1-16,0 0-2 0,1 2 18 0,-1-2 11 15,-1 0 9-15,-1 2 1 0,0-2-2 0,1 0 2 16,-1 0-20-16,-1 0-8 0,0 0-4 16,1 0-5-16,0 0 4 0,-1 0-2 15,0 0-2-15,0 0 1 0,-1 0-1 0,2-2-2 16,-1 2 0-16,0 0 0 0,1 0 0 0,-1 0 0 16,3 0 0-16,-2 0 1 0,-1 0-1 0,3 0 0 15,-2 0 1-15,2 0-1 0,0 0 2 16,0 0-2-16,0 0 0 0,3 0 0 15,-2-2-2-15,1 2 1 0,2 0-3 0,-2-1 1 16,1 1 2-16,0 0 1 0,2-1 2 0,-1 1 3 16,0-2 0-16,-1 2 0 0,1 0-2 0,-1 0 0 15,1 0-2-15,0 0 2 0,-1 0-2 16,2 0 6-16,-1 0 2 0,-2 0 1 0,2 0 0 16,0 0 0-16,0 0 0 0,-2 0-2 15,1 0-3-15,1 0 1 0,0 0 2 0,-1 2 2 16,1-2 46-16,-1 1 41 0,3-1 16 0,-1 0 11 15,0 1-2-15,1-1-5 0,0 2-40 16,0 0-36-16,-1-2-16 0,3 0-13 0,-2 1-5 16,2-1-1-16,-2 0-4 0,2 0 0 15,-2 0-3-15,3 0 1 0,-2 0 0 0,2 0 2 16,-2 0-1-16,0 0 1 0,0 1 1 0,0-1 0 16,-2 0-3-16,0 2 1 0,3-2 0 15,-4 0-3-15,2 2-1 0,-2-2 2 0,1 1 1 16,-3-1 1-16,1 1-2 0,2-1-1 0,-4 2 2 15,1-2 0-15,2 0 0 0,-4 0-3 16,2 0 3-16,-1 0 3 0,-1 0-3 0,0 0 2 16,0 0 2-16,1 0-3 0,-1 0-1 15,-1 2 0-15,-1-2 0 0,3 0-5 0,-4 0 4 16,2 0 1-16,-1 0-2 0,-1 0 1 0,2 0 0 16,0 0 3-16,-2 0-2 0,1 0-1 15,-1 0 2-15,1 0-2 0,0 0 0 0,-1 0-2 16,0 0 2-16,1 0 1 0,2 0-2 15,-2 1-3-15,1-1 5 0,-1 0-1 0,1 0-3 16,2 0 1-16,-1 0 0 0,2 0-1 0,0 0-2 16,0 0 4-16,1 0 0 0,1-1 2 15,0-1 2-15,2 2 3 0,-1-2 3 0,-1 1-4 16,4 0 3-16,-2-1-1 0,2 0 0 16,0 1-2-16,0 0 4 0,0-1-3 0,1 0-3 15,-1 2 2-15,3-1-3 0,-1 0-1 0,0-1 0 16,1 2 1-16,-3-1 2 0,4-1-1 15,-1 2 0-15,1-1-1 0,-2-1 1 0,3 2-1 16,-4-1-1-16,2 1 1 0,0-2-1 16,-1 1 0-16,0 1-2 0,-2-2-1 0,2 0 3 15,-2 2 0-15,1 0-1 0,-1-1 1 0,1 1 0 16,-2-1 3-16,0 1-3 0,1 0 0 16,1-2 2-16,-2 2-5 0,0 0-1 0,0-1-1 15,0 1-3-15,0-2 1 0,0 2-1 0,-2-1 3 16,3 0-1-16,-2-1 0 0,0 2 1 15,-1-2-1-15,0 1 3 0,3 0 0 0,-4 1 1 16,2-2 1-16,-1 2 7 0,1 0 0 0,-1-2-3 16,1 2 2-16,-3 0 1 0,2 0-2 15,1 0 0-15,1 0 1 0,-3 0 0 0,2 0-4 16,0 0 2-16,-1 0 2 0,0 0-2 16,3 0-2-16,-4 0 3 0,4 2 1 0,-2-2-4 15,0 0-1-15,1 0-1 0,0 0 1 0,0 0 1 16,2 0-2-16,-2 0 1 0,0 2 0 15,1-2 1-15,0 0 0 0,0 0 0 0,-1 0 1 16,0 1 1-16,0-1-3 0,-2 0-1 16,3 0 1-16,-3 0-4 0,1 0 2 0,-2 0 2 15,1 0 0-15,0 0 1 0,-2 0-1 0,3 0 1 16,-3 0-1-16,2-1-2 0,-1 1 2 16,1-2-3-16,0 2 3 0,-1 0 1 0,0-2 0 15,2 0 7-15,-1 2 7 0,0 0 7 16,0-2-5-16,3 0 3 0,-2-1 4 0,0 2-11 15,2-2-6-15,-2 3-4 0,2-2 0 0,0-3-3 16,-2 4 0-16,4-2 3 0,-2 1 0 16,-1 1 2-16,1-2 0 0,3 1-1 0,-3 1-1 15,1 0 1-15,-1-3-1 0,3 3-1 16,-2 0 0-16,-1-1 3 0,2 1-1 0,-1-1 1 16,0-1 2-16,0 2 0 0,-2-1-2 0,1 1-2 15,1-1-3-15,-1 0 0 0,2 0 0 16,-4 0-2-16,3 1 1 0,-2-1 1 0,0 2 3 15,-2-1-3-15,3 0 1 0,-3-1-1 16,0 2-1-16,0 0 0 0,0-2-2 0,-2 2 0 16,0 0 2-16,1 0 1 0,-2-1 4 0,1 1-1 15,0-1-3-15,0 1 1 0,-1-2-1 16,1 2-1-16,-2-2-5 0,1 1 4 0,1 0 2 16,-2-3 0-16,1 3-2 0,2-2 2 15,-2 0 0-15,0 1-1 0,0-1-1 0,0 0-5 16,1 0 3-16,0 0-1 0,0 2 3 0,-1-3-3 15,4 3 2-15,-3 0 3 0,2-3 0 16,-1 3-1-16,1-2-4 0,1 2 3 0,1-1 0 16,0-1-3-16,0 2-2 0,0-1 1 0,1-1 0 15,2 1 0-15,-1 0 1 0,0-1 5 16,1 0 0-16,-1 0 4 0,2 0 2 0,0-2 3 16,0 3-2-16,1-3-1 0,0 2-1 0,0 0 0 15,0-2-4-15,1 2-1 0,1 0 1 16,0 0-2-16,-1 0 0 0,1 0 0 0,0 0 1 15,-1 0 2-15,0 0 0 0,-1 0 1 16,0 0-4-16,-2 2 0 0,2-2 1 0,-2-1-2 16,1 3-1-16,-2-2-1 0,-1 2 4 0,1-2-1 15,-1 2-1-15,-2-3-3 0,2 3 2 16,-2-2 2-16,1 0-2 0,0 2-4 0,-2-3 4 16,2 1 1-16,0 2 1 0,-2-2-1 15,1 1 3-15,1-3-1 0,0 3-3 0,0-2 1 16,-2 2-1-16,2-2-3 0,0 2-1 0,-2-2 5 15,3 2 0-15,-2-1 2 0,-1 0 1 0,4 0 5 16,-4 0 1-16,4-1-3 0,1 2 2 16,-4-1-1-16,2 0 0 0,-2 0-1 0,3 0-1 15,-1 0 2-15,2 0-4 0,-4-2 0 16,3 2-2-16,-1-1 1 0,1 2 0 0,0-1 1 16,-2 0 2-16,1 0-4 0,3 0 1 0,-5 0-2 15,5 1 0-15,-2 0-1 0,-1 0 3 16,2-1 1-16,-2 2 1 0,-1-2-3 0,1 1 1 15,0-1 0-15,-2 2-1 0,2-1 1 16,-2 1-4-16,3-3 3 0,-4 2-2 0,4 0 0 16,-4-1-1-16,5 1-1 0,-6 0 2 0,4-1 3 15,-2 2-3-15,2-3 2 0,-2 3-3 16,-1 0 6-16,3-3-4 0,-2 3-3 0,0-2 3 16,1 0-1-16,-1 3 2 0,-1-2-5 15,2 2 2-15,-2-5 1 0,1 4 3 0,0 0 0 16,-1 0-1-16,1-3 1 0,-2 3 2 0,1-1-2 15,0 0-3-15,1 1-3 0,-1 0 3 0,3-1-1 16,-3 0 0-16,-1 1 7 0,2 1 4 16,1-3 4-16,-1 3-2 0,-1-1-3 0,2-1 3 15,-2 1-4-15,1-1-5 0,-3 2-1 16,2-1-1-16,1-1 4 0,-1 1-2 0,1 1 2 16,-3 0 0-16,0-2 4 0,2 0-2 0,-4 2-1 15,1 0 0-15,2-1-3 0,-4 1 4 16,2-1-4-16,-1 1 0 0,1 0 1 0,0-2-3 15,-1 2 2-15,-1 0-2 0,1 0 1 16,1 0 1-16,-1-1-1 0,2-1 1 0,-3 2-2 16,3 0 2-16,-1-1 0 0,-1 0-1 0,4 1 2 15,-4-2 2-15,1 0-4 0,2 1-1 16,0 1 2-16,0-1 2 0,-1-1 0 0,-1 0 0 16,2 1-2-16,-1 0 3 0,2-1 9 0,-2 0 25 15,2-1 9-15,-1 3 7 0,1-1 5 16,-2 1 2-16,2-3-7 0,-2 3-23 0,1 0-7 15,-2 0-7-15,0 0-2 0,-1 0-4 0,0 0-5 16,1 0-1-16,-2 0-7 0,1 0-1 16,-1 0-1-16,-1 3 2 0,-1-3 3 15,2 0 30-15,-4 0 58 0,1 0 24 0,0 1 9 16,0-1 0-16,-2 0 1 0,0 0-29 0,3 0-42 16,-3 0-23-16,2 2-7 0,-1-2-7 0,0 0-2 15,0 0-5-15,0 0-4 0,1 0 0 16,-1 0-3-16,1 0 3 0,-1 0-4 0,0 0 0 15,1 0 5-15,0 0-1 0,3 0 2 16,-5-2-3-16,2 2 0 0,-2 0-2 0,2 0-4 16,-4 0-30-16,2 2-70 0,-3-1-105 0,0 1-181 15,0 2-291-15,0 2-325 0,-3 3-314 0,0 0-155 16,-2 2 302-16,-3-1 624 0</inkml:trace>
  <inkml:trace contextRef="#ctx0" brushRef="#br2" timeOffset="178585.71">11619 12052 110 0,'-1'-3'253'16,"1"1"102"-16,-2 2 2 0,2-1-86 0,0 1-67 15,0 0-36-15,2 0-23 0,-2 0-14 16,1 0-11-16,-1 0-14 0,0 0-14 0,2 1-11 16,-2-1-7-16,0 0-3 0,1 2 9 0,-1-2 17 15,2 0 29-15,-2 2 23 0,4-1 29 16,-1 3 2-16,-1-3-10 0,1 1 13 0,1 1-10 15,0 1-22-15,1 0-28 0,0 3-14 16,3-3-11-16,-4 0-34 0,3 2-27 0,-1 0-13 16,2 0-10-16,1 0-6 0,-1 1 1 0,2-1-4 15,2 0 1-15,-2 0-3 0,1-1 1 16,0 1-1-16,2-1-2 0,1-1 0 0,-1 1 2 16,1 0-1-16,-3-3 0 0,2 1 1 15,-1 1 1-15,1 0-1 0,-1-1-3 0,1 1 2 16,-2-1-2-16,2 1 0 0,-4 0 0 0,3-2 0 15,0 3 2-15,-1-1 1 0,-1-2 0 0,2 4 2 16,0-4 0-16,0 2-1 0,-1 3 1 16,2-3 61-16,-1 0 32 0,1 2 15 0,1-1 8 15,-1 1 0-15,-2 0-2 0,3 0-54 16,-2 0-33-16,0 0-15 0,-1 0-7 0,0 1-7 16,2-5-3-16,-2 5 0 0,0-2 1 0,0 1-1 15,-1-1 0-15,0-1 0 0,0-1 0 16,0 1 1-16,0 1-4 0,0-1 1 0,1-1-2 15,0 1 4-15,-3 0 0 0,3 0 1 16,0-1 2-16,-3 1 1 0,3-2 1 0,0 2-1 16,-3-2 2-16,0 0-5 0,2 1 1 0,-1 0 3 15,-1-2 1-15,0 3-2 0,-2-3 2 16,3 0-1-16,-2 3 1 0,-1-3-1 0,1 0-3 16,0 3 0-16,0-2 0 0,-2 0 2 15,1 1 1-15,0-2-3 0,0 2 3 0,-1-1-2 16,2 1-3-16,-3-2 3 0,3 2-3 0,-1 0-3 15,2-1 2-15,-2 0-3 0,1 0 5 0,1 1-1 16,-1-2 0-16,3 3 2 0,-2-3-1 16,0 3 1-16,3-2 0 0,-2-1 0 15,4 4 1-15,-4-3-3 0,4-2-1 0,-1 3 1 16,0 0 1-16,-1-2 2 0,1 3 2 0,0-3 0 16,0 2 0-16,-1 0 0 0,1-2-3 0,-2 3-2 15,-2-3-2-15,2 2-2 0,1 0 2 16,-2-1 1-16,1 2-2 0,-2-1 3 0,3-2 3 15,-3 2-2-15,1 0 0 0,0-1 2 16,1 0-1-16,-2 0-2 0,3 1-3 0,-3-2 3 16,2 3 0-16,-1-3 0 0,2 3-2 0,-3-2 0 15,3-1-1-15,0 4 0 0,-1-3 1 16,-1-2-4-16,2 4 4 0,0-1 1 16,-1 1 1-16,2-3 0 0,-2 2-2 0,1 0-2 15,-2 0 2-15,1 0 0 0,0 0-1 0,0 0-2 16,0-1 1-16,0 2-3 0,0-1 2 0,-2 1 0 15,2-1 1-15,-1 0 2 0,-1 0-1 16,2 1 2-16,-1 0 1 0,1-2 0 0,-1 3-2 16,-1-2 4-16,1 0 1 0,1 2-2 15,-2-2-1-15,1 2 5 0,-1-3-1 0,0 2 1 16,0-2-2-16,2 2 2 0,-2-2-2 0,0 1 0 16,2-1-1-16,-3 0 0 0,1 2 1 15,0-1-1-15,1 1-1 0,-3-1-1 0,2 0 0 16,1-2 1-16,-2 4 2 0,1-2 1 15,0 0-1-15,0 2 1 0,1-3-2 0,-1 3 1 16,0-3-2-16,0 2-1 0,1 1 0 0,0-2 0 16,-1 0 0-16,1 1-1 0,0 0 1 15,-1-2 4-15,0 1-2 0,2 0 1 0,-2 2-3 16,0-2 1-16,1 0-1 0,0 0 0 16,1 0 0-16,-2-1 0 0,3 2 0 0,-2-2 0 15,1 2 0-15,1 1 0 0,-2-3 0 0,0 1 1 16,1 0 1-16,-2-1-1 0,2 2 1 15,-2-1-1-15,1 2-1 0,-1-2-2 0,2 1 0 16,-1 0-1-16,-1-2 1 0,0 3 2 0,0-3 0 16,1 2 0-16,-1 0-1 0,0-1 1 15,3 2-2-15,-3-3 0 0,2 3-1 0,-1-2 2 16,0 0-1-16,1 2 1 0,-2-3-2 16,1 3 0-16,-1-3 1 0,0 1-2 0,0-2 0 15,1 2 3-15,-2-1 1 0,1 1-2 0,-2-2 0 16,2 3-1-16,-2-3 3 0,1 2 0 15,-1 0-4-15,-1-2 1 0,3 2 3 0,-4-1 0 16,3 0-1-16,-2 2 1 0,1-3-2 16,0 2 0-16,0 0-3 0,-1 0-3 0,0-1 0 15,2 0 0-15,-3 0 4 0,1 1 3 0,-1-2 0 16,1 3 1-16,0-2-1 0,0 1 1 0,0-1-1 16,-2 1 1-16,3 0 0 0,-1-1-2 15,0 2-2-15,-1-1-1 0,1 1-1 16,0-2-2-16,2 2 0 0,0 0 4 0,-1 0 2 15,1 1-3-15,0-1 4 0,3 1 0 0,-2-1 1 16,0 1 11-16,3-1 14 0,-2 0 10 0,1 1 5 16,1 1 4-16,0 0 0 0,-1-1-10 15,2 1-11-15,-1-2-8 0,-1 2-4 0,2-1-4 16,-2 1 0-16,2 0 2 0,0-2-5 16,-1 1 3-16,1 0 0 0,-1 0-3 0,-1 0-1 15,2-1 0-15,-2 0 0 0,1 3-1 0,2-3-2 16,-4 1 3-16,2-1-1 0,0 1-1 0,-1 0-1 15,1 0-1-15,0-1 2 0,-1 1-1 16,2 0 3-16,-2-1-1 0,-1 0 2 0,3 1 1 16,-3-2-3-16,0 1-1 0,2 1 0 15,-3 1-1-15,2-4-1 0,-2 1 3 0,1 1 1 16,-1 0-4-16,-2 0-1 0,2-1 2 0,-2 0-1 16,1-1 1-16,-1 0 0 0,1 1 2 15,-3-1 0-15,2 0-1 0,-3 0 3 0,2 1-5 16,0-1-1-16,-2-1 2 0,1 1 1 15,-1-1 0-15,0 1-1 0,1 1 1 0,-1-2-1 16,-1-1-1-16,1 1 0 0,-1 1 2 0,1 0-3 16,0-2 3-16,-1 1 2 0,1 0-2 15,0 1-1-15,-1-2 0 0,2 2 2 0,-1-1-2 16,1 0 0-16,-1 1 0 0,0-2 2 16,0 2-2-16,-1-1-1 0,1 0 1 0,2 1-2 15,-1 1 4-15,0-3-4 0,-1 2 2 0,2 1 0 16,-4-2 0-16,4 1-1 0,-2-1 0 15,2 1 0-15,-2 0 1 0,2 0 0 0,-1 0-2 16,-2 0 4-16,3-1-5 0,-2-1 3 16,0 1-3-16,-1 1-1 0,1 0 4 0,-1-2 0 15,2 1 1-15,-1 0 1 0,-1-1 1 0,-1 0-1 16,3 2-4-16,-3-2 1 0,1 1-1 16,-1-1-2-16,1 2 2 0,1-1 2 0,1-1 1 15,-3 1 0-15,2 1-1 0,0-2 1 16,-1 2-1-16,1-2-1 0,-2 1-2 0,3 1 3 15,-3-2 0-15,2 1 0 0,-1-1-2 0,1 2 1 16,1-1 2-16,-3 1-4 0,2-1 2 16,-1 2-3-16,2-2 4 0,-1 3 2 0,2-3-2 15,-1 2 1-15,0 0-2 0,0 0 1 16,-1 0-2-16,0 0 0 0,1 0 2 0,-1-1-2 16,-1 2 2-16,1-1 0 0,1-1-1 0,-3 0 1 15,1-1-2-15,-1 0 2 0,1 1-2 16,-2-2 3-16,2 2 2 0,-1-1-5 0,1 0 2 15,-2 1 3-15,1-2-1 0,-1 0-3 16,0 2 0-16,0-2 2 0,0 0 0 0,0 0-3 16,0 0 3-16,0 0 0 0,0 0-3 0,0 0-4 15,0 0-27-15,-1 0-65 0,-1 0-126 16,-1 0-160-16,1 0-290 0,1 1-265 0,-1 0-196 16,1 2 40-16,-3-1 359 0</inkml:trace>
  <inkml:trace contextRef="#ctx0" brushRef="#br2" timeOffset="180875.66">14776 13414 172 0,'2'0'248'0,"1"-3"58"0,0 0-76 16,1 0-79-16,0 0-49 0,0 0-24 0,2-1-19 15,-2 0-12-15,1 0-7 0,2-2 4 0,-2 2-2 16,2-1 1-16,-1 2 1 0,-1-2 3 16,0 1 6-16,2 0 0 0,-3 0-2 0,2 0-6 15,-1 1-2-15,-2-1 4 0,2 2 4 16,2-1 0-16,-3 0 2 0,2 0-2 0,-1 0 20 16,2 0 7-16,-3-1-6 0,1 0-8 0,3 2-1 15,-2-3 29-15,2 1 7 0,0-1-3 0,1 1 0 16,-1-1-2-16,2-1 1 0,-2 0-32 15,4 0-22-15,-2-1 30 0,1 2 14 16,0-1 5-16,2-2 6 0,-1 1-2 0,-1 0-1 16,2-1-41-16,0 1-21 0,-2-1-11 0,4 0-9 15,-2 0-1-15,1-2-6 0,-1 2 4 0,0-2-4 16,1 2-1-16,0-2 0 0,0 1-1 16,-1-2-1-16,1 2 3 0,-1-2 39 15,0 2 39-15,1 0 15 0,-3 0 12 0,1 0 3 16,0 1 1-16,-1-2-38 0,0 1-33 0,0 0-19 15,-1 0-12-15,0 2-4 0,0-2-9 0,1 0-1 16,2-2-4-16,-4 3 2 0,4-2 1 16,-4 1 0-16,3-2 4 0,-2 3 1 0,2-1 3 15,-3 0-2-15,3 1-2 0,-2-1 1 16,0 2-1-16,0-1 0 0,0 2 0 0,-2-1 0 16,3-1 0-16,-3 0 0 0,0 3 0 0,0-1 0 15,0-1 0-15,-2 3 0 0,2-1-1 16,-1-1-1-16,2 0-1 0,-3 1 1 0,0-1 0 15,3-1 2-15,-3 1 0 0,3 0 0 16,-1-1 3-16,0 1 0 0,1-1 0 0,-1 1-1 16,0-1 4-16,0-1 1 0,1-1-3 0,0 1 3 15,-3 2-2-15,2-1 2 0,1 1 3 0,-2-2-3 16,-1 2 0-16,0 2-3 0,2-2 0 16,-2 1 1-16,-1-1-2 0,2 2 1 15,-2-2 0-15,-1 0 3 0,2 1-3 0,-1 0 2 16,1-1-4-16,-1 2 1 0,0-2 0 0,1 2-1 15,-1-2 0-15,-2 0 2 0,3 1-1 0,-2-1-2 16,1 2 0-16,-1 0 3 0,-2-1-1 16,4 2 10-16,-3-2 32 0,0 1 11 15,1 2 8-15,-1-1 3 0,0 1 1 0,0 0-10 16,0-2-24-16,2 2 6 0,-2-2 8 0,0 2 9 16,4-3-1-16,-4 2 0 0,0-1 1 0,3-1-20 15,0-1-15-15,-1 2-11 0,0-2-4 16,1 2-2-16,-1-1-2 0,0 0-3 0,3-2 3 15,-4 5 0-15,1-3-2 0,-2 2-1 16,2-1-1-16,-2 1 1 0,2 1-1 0,0 0 0 16,-2-2 1-16,0 3-3 0,0-2 5 0,0 2 2 15,1-2-4-15,-1 1 1 0,0 1 0 16,3-2 1-16,-3-1-2 0,2 2-3 0,1-1 3 16,-1 0-1-16,0 0-1 0,0 0 1 15,4 0 1-15,-2-1 0 0,-1 0 0 0,0 0 0 16,3-1 1-16,-4 0-1 0,3 3-1 0,-3-3 1 15,4 0-1-15,-4 1 1 0,2 1 0 16,-1 0 1-16,-1 0 0 0,-2 0-2 0,3 0 1 16,-3 0-1-16,2 1 1 0,-2 0-2 15,0 0 2-15,-1 1 0 0,1-1-1 0,-1 1 1 16,-1 0-1-16,1-1 2 0,1 0-1 0,2 1 0 16,-4 0 4-16,2-1-4 0,-1-1 1 15,1 2 0-15,2-3-1 0,2 0 0 0,-3 1-2 16,4-1-1-16,-2-1 0 0,2 0-2 0,2-1-3 15,1 0 4-15,0 0-3 0,1-1-1 16,1-1 1-16,0 1 2 0,3-2 0 0,-2 1 1 16,2 2 0-16,0-5-2 0,-1 4 0 15,1-2 0-15,0 2-1 0,-2-1-3 0,0 1 1 16,-1 1 0-16,1 0 1 0,-1-2 1 16,-1 2 1-16,0 1 6 0,-3 2 0 0,0-2 0 15,3 0 1-15,-4 2 2 0,0 0 0 0,1 0-2 16,-3 0 3-16,1 0-2 0,-1 2 0 0,0-2-2 15,-3 1 0-15,2 0 2 0,-2 0-2 16,0 0 4-16,-1 1-2 0,1-2 18 0,-1 2 12 16,0-3 3-16,-1 2 4 0,2 0-2 15,0-1 1-15,-1 0-15 0,-1 0-9 0,2 0-8 16,-1 0-1-16,3-1 4 0,-2 0-4 0,4-1-1 16,-1-1 1-16,5 0 0 0,-2 1 0 15,4-1 1-15,0-3-1 0,1 2 3 0,3-3 0 16,0 1 2-16,3-3-1 0,0 1 0 15,4 0 1-15,-2-2-3 0,3 0-6 0,1 1-1 16,0-2 2-16,0 0-4 0,-1 0-1 0,1 2 1 16,0-1 3-16,0-2-1 0,0 5-4 15,-1-6 0-15,2 4 1 0,-3-1 0 0,2-1 0 16,-1 0-2-16,0 1 1 0,-1-2 0 0,0 2 0 16,-1 1-3-16,3-3-1 0,-3 2 2 15,1-1 3-15,2-2 1 0,-3 4 4 0,2-4 1 16,0 1 2-16,0 0-2 0,0 0-1 15,2 2 0-15,-1-2-1 0,1-1-1 0,0 3 0 16,1-2-1-16,2 0-1 0,-1 0 0 0,3 1-1 16,-2-1-2-16,0 1 2 0,0 0 1 15,-3-1 0-15,3 2 2 0,-2-2 0 0,3 3 4 16,-3-2 2-16,0-1-1 0,2 2-5 0,-3-2-2 16,2 0-3-16,-3-1-2 0,1 2 0 15,-3-3 4-15,2 3 6 0,-3-2 3 0,2 1 0 16,-3 0 2-16,-1 0-2 0,1 2 0 0,-1-1-3 15,-2 1 1-15,-2-1 3 0,1 2 0 16,1 1-3-16,-2 0 0 0,-4 0-2 0,1 1-3 16,2 0 1-16,-4 0 2 0,2 0-2 15,-2 1 0-15,0-1 1 0,-2 4 0 0,-1-4-3 16,-1 3 1-16,-2 0 1 0,1 3 2 0,-4-1-2 16,0 3-9-16,-3-3-38 0,0 3-74 15,0-2-106-15,-3 3-127 0,0-1-157 0,-1 1-269 16,1 2-217-16,-3-1-50 0,2 2 186 15,-3-1 319-15</inkml:trace>
  <inkml:trace contextRef="#ctx0" brushRef="#br2" timeOffset="182075.61">12364 12362 218 0,'3'-6'342'15,"-2"-3"135"-15,-1 3-18 0,2 2-96 16,-2-2-45-16,-2 3 3 0,2 0 22 0,-1 0 16 15,-2 2 17-15,1-1-2 0,1 2-21 0,-1 0-43 16,-1 0-48-16,0 2-46 0,-1-1-52 16,0 2-48-16,0 0-40 0,-2 2-29 0,0 2-22 15,1 2-10-15,-1 4-6 0,-1 2-4 16,-2 4 2-16,1 5 2 0,0 6 2 0,-1 3-5 16,-1 6-2-16,-1 3-2 0,2 4-2 0,-4 3-7 15,2 6-3-15,-3 0 5 0,4 3 4 0,-3-2 5 16,3 1 2-16,0-1 7 0,0 0 6 15,1-7-5-15,3-2-5 0,1-4-7 0,3-4-2 16,1-5 0-16,1-4-13 0,0-4-25 16,1-5-46-16,3 0-73 0,-1-2-89 0,2-3-105 15,1 1-115-15,0-4-154 0,0 1-214 0,-1 1-80 16,0-1 75-16,0-2 221 0,1-3 248 16</inkml:trace>
  <inkml:trace contextRef="#ctx0" brushRef="#br2" timeOffset="182408">12634 12645 178 0,'3'-9'475'15,"-3"1"238"-15,0 3 160 0,-1 3-144 0,-2 2-216 16,-1 2-137-16,1 5-76 0,0 3-46 15,1 2-30-15,-3 6-27 0,4 3-24 16,-2 3-16-16,-2 5-18 0,4 4-18 0,-2 4-24 16,1-3-22-16,-1 7-21 0,1 0-18 0,1-2-10 15,-1 1-6-15,4-4-4 0,-1-1-9 0,4-4 1 16,0-3-2-16,2-6-2 0,1-3-2 16,2-4-3-16,2-2 3 0,0-6-1 0,0-4-3 15,2-3-1-15,-1-4-5 0,3-4-11 16,-2-3-21-16,0-4-39 0,-1-3-65 0,0-3-88 15,1-1-104-15,-3-1-119 0,0 0-153 0,-3 2-223 16,0-3-114-16,-2 5 54 0,-4-1 223 0,0-3 268 16</inkml:trace>
  <inkml:trace contextRef="#ctx0" brushRef="#br2" timeOffset="182628.21">12547 12781 42 0,'-16'12'323'16,"-4"2"201"-16,2 1 180 0,1 0 5 15,3 0-182-15,0-1-106 0,4 3-53 16,2-3-39-16,0-1-47 0,5 0-48 0,0-2-65 16,3 1-57-16,3-2-48 0,2 0-29 0,4-3-14 15,1 1-7-15,5-2-1 0,1-3-3 0,5-2 3 16,1-1-1-16,5-4 1 0,5-2 0 16,1-3-1-16,5-2 2 0,-2-3-6 0,4 3-36 15,-1-3-77-15,0 1-106 0,1 1-128 16,-2 4-265-16,-1-3-247 0,0 5-134 0,-2 0 82 15,-3 4 274-15</inkml:trace>
  <inkml:trace contextRef="#ctx0" brushRef="#br2" timeOffset="183480.25">16776 12015 182 0,'2'1'390'0,"1"2"165"16,0 3 130-16,2 2-187 0,-1 0-108 16,2 4-30-16,1 1 11 0,2 2 22 0,0 0 3 15,3 1-25-15,-2 3-46 0,1 2-56 16,2-1-51-16,-2 4-46 0,1 3-41 0,0 2-35 15,-3 3-27-15,4 3-12 0,-5 4-17 0,-2 1-16 16,1 6-9-16,-6 0-1 0,2 1-1 16,-3-1-9-16,0-2 1 0,-3-1-1 0,-2-2-4 15,0-4-4-15,-1-4-5 0,0 0-10 16,-4-7-18-16,2-4-20 0,-3-2-67 0,-3-7-118 16,1-2-149-16,-1-3-207 0,2-6-271 0,-6-3-240 15,4-5-40-15,-3-5 286 0,-1-4 395 0</inkml:trace>
  <inkml:trace contextRef="#ctx0" brushRef="#br2" timeOffset="183817.67">16633 12349 304 0,'1'15'523'0,"-1"2"175"0,0 0 91 16,2 5-262-16,0 2-154 0,1 3-47 0,0-1 0 15,3 4 19-15,-1 1-3 0,0 0-33 0,1-1-52 16,0-2-57-16,0 2-57 0,2-9-50 16,-1 1-39-16,1-8-27 0,3-3-11 0,-2-3-4 15,2-8 1-15,2-3 4 0,-2-8 5 16,0-4-1-16,2-4-6 0,-2-7 2 0,0-2-10 16,-2-2 0-16,-2-2-4 0,-1-1 0 0,-1 0-2 15,-2 1-8-15,-3 3 3 0,-3 0-3 16,-2 2 0-16,-1 0-3 0,-2 4 4 0,0 0 2 15,-5 4-2-15,2 3 2 0,-3 2-2 16,1 6-4-16,-1 4-13 0,0 4-34 0,-1 6-71 16,-3 5-100-16,-3 3-113 0,3 4-130 0,-2 6-205 15,0 3-230-15,0 3-89 0,0 2 113 16,1 5 264-16,0-2 271 0</inkml:trace>
  <inkml:trace contextRef="#ctx0" brushRef="#br2" timeOffset="184001.56">16579 12685 187 0,'14'-16'432'0,"-1"0"203"0,-1 3 154 0,0-2-164 15,-1 4-165-15,1-1-114 0,1 1-69 16,1 2-50-16,0-1-59 0,0 4-58 0,2 1-46 16,2 0-26-16,-1 1-13 0,0 0-31 0,0 4-84 15,0 0-115-15,-1 2-216 0,-1 3-253 16,-2-2-185-16,1 3-52 0,-1-4 194 15,-3 3 297-15</inkml:trace>
  <inkml:trace contextRef="#ctx0" brushRef="#br2" timeOffset="186964.06">20190 14758 77 0,'0'8'574'0,"3"-1"389"15,0-1 146-15,2-1-79 0,5 1-386 0,5 0-314 16,6 0-173-16,6 0-79 0,6 0-37 0,8-4-21 15,5 2-10-15,5-4-4 0,5-2-9 16,5-1 5-16,0-3 3 0,6 1 5 0,2-5 2 16,4 0 4-16,5-3 4 0,-1 0-8 15,5-4-6-15,-3 5-10 0,1-3-29 0,-5 0-91 16,-2 5-135-16,-5 3-241 0,-3 2-261 0,-5 5-216 16,-6 0-87-16,-6 3 221 0,-9 0 374 0</inkml:trace>
  <inkml:trace contextRef="#ctx0" brushRef="#br3" timeOffset="197864.93">24808 10551 256 0,'0'-2'456'0,"-2"-3"185"0,0 4 71 0,0 0-254 16,2 1-159-16,-1 0-58 0,2 2 0 16,-1 5 38-16,4 8 34 0,0 4 35 0,2 5 28 15,1 8-25-15,1 5-47 0,3 7-34 16,-3 8 4-16,1 4-10 0,2 8-24 0,-5 7-19 16,1 5-26-16,-2 4-36 0,-4 6-54 0,1 4-26 15,-4 6-19-15,1 4-13 0,-6 4-10 0,-1 5-2 16,-2 3-4-16,-2 1-11 0,1 2-5 15,-3 3-4-15,0-4-2 0,0 1-6 0,1-6 0 16,2-3-1-16,1-9 0 0,4-6 1 16,1-6 0-16,0-8 1 0,4-8-3 0,1-5 0 15,0-8-3-15,0-8-1 0,0-7-10 16,0-7-19-16,0-7-41 0,1-6-58 0,-1-5-56 0,-1-6-91 16,1-6-126-16,-5-8-145 0,2-6-185 15,2-6-229-15,-1-5-213 0,0-6-32 0,-1-6 274 16,-2-6 406-16</inkml:trace>
  <inkml:trace contextRef="#ctx0" brushRef="#br3" timeOffset="198441.65">24742 10746 140 0,'2'-2'293'0,"1"-1"116"0,-3 2 27 15,1-2-117-15,1 0-79 0,-1-2-41 16,-1 1-5-16,2-2 18 0,0-1 23 0,-2 2 34 15,1-3 36-15,1-1 35 0,0-1 32 16,1-4 1-16,2 1-20 0,1-3-36 0,3-3-48 16,-1-2-28-16,3-1-16 0,2-4 1 0,-2 1 2 15,3-2-10-15,-1-1-19 0,0 3-26 16,-3 1-36-16,2 3-43 0,-4 2-35 0,-1 2-19 16,0 4-13-16,-3 2-11 0,0 4-11 15,-1 1-2-15,0 4-2 0,-1 4-3 0,-1 5 0 16,-1 4 1-16,2 4 1 0,1 2-1 0,-3 6-2 15,0 2-1-15,0 2 1 0,1 3-2 0,-1-1 1 16,3 1-5-16,-3 2-40 0,4-3-59 16,-1 2-63-16,0-1-112 0,0-2-169 0,1 2-291 15,0-3-274-15,1 0-221 0,-1 0-120 16,1-2 292-16,0-2 516 0</inkml:trace>
  <inkml:trace contextRef="#ctx0" brushRef="#br3" timeOffset="200032.28">24548 12958 259 0,'-2'1'420'0,"1"-1"136"16,1 2 24-16,1-2-248 0,1 3-158 16,1-3-92-16,2 2-41 0,2-2-22 0,1 3-9 15,4-2 15-15,0 2 23 0,1 1 7 0,2-2 4 16,5 2 45-16,-2 0 49 0,3-1 4 16,5 1-6-16,-1-1-5 0,3 2 42 0,2-2 16 15,5 0-26-15,0 0-11 0,3-2-6 16,3 1-3-16,2-2-42 0,2 1-2 0,5-1 18 15,3 0 2-15,2 0-3 0,2 1-4 16,2-1-6-16,1 2-42 0,0 0-39 0,2-1-25 16,2 0-15-16,1 3-2 0,2-3 2 0,1 2 19 15,1 0 24-15,7-2 10 0,0 1 12 16,5 1-4-16,2-1-8 0,2-2-21 0,0 0-21 16,2 0-3-16,1 3 2 0,4-3-3 0,1 1 5 15,4-1-1-15,2 0-2 0,3 0-9 16,2 0-14-16,-1-1 4 0,2-2 3 0,0 1 6 15,3-1 2-15,2 0 2 0,1-2 4 0,-2 1-10 16,0 1-1-16,-1-2 0 0,-1 1 3 16,-1 0 0-16,1-1 5 0,-2 2 8 0,-2-1-9 15,-2 2-4-15,-3-1-6 0,-7 2 2 0,-4 0 2 16,-4-1 0-16,-3 2 5 0,-2 0 0 16,-4 0 4-16,-4 2 1 0,-4 0-4 0,-4 1 1 15,-5-1 0-15,-5 2 1 0,-6 1-3 0,-5-2-3 16,-3 0 4-16,-8 1-3 0,-4-1 0 0,0 0-1 15,-10-2 3-15,-1 3-1 0,-3-3 2 16,-1 0-1-16,-4 1 0 0,-2-2 2 16,0 2 0-16,-2-2 1 0,0 1 1 0,-3-1 1 15,4 0 5-15,-4 0 1 0,1 0-3 0,1 0 1 16,-2 0-2-16,1 0-1 0,-1 0-8 0,0 0 0 16,2 0-2-16,0 0-3 0,2 0 3 15,-1 0 1-15,0-1-3 0,2-1 3 0,0 0 1 16,2 1 0-16,-3-2-1 0,4 1-4 15,-2 1 4-15,2 0-2 0,0 1 0 0,1-2-2 16,-1 2-3-16,2 0 0 0,1 0 1 16,-3 0 2-16,0 2 2 0,0-2 0 0,3 1 3 15,-3 0 3-15,0 1-1 0,-1-2-1 0,1 2-2 16,0-1 3-16,0 0-1 0,0 1 0 16,-2-2-3-16,1 2 2 0,-1-1 3 0,-1 0-3 15,3-1-3-15,-4 2 2 0,1 1 4 0,0-3-3 16,-2 2-2-16,2-2 3 0,-2 0 6 0,2 0-4 15,-5 0-3-15,3 3 28 0,-3-3 54 16,1 0 61-16,1 1 40 0,0-1 25 0,-2 0 11 16,0 0-20-16,0-1-42 0,-4 1-48 0,3-3-36 15,-2 1-23-15,-3-3-20 0,1 1-12 0,-2 0-8 16,3-1-3-16,-4-1-3 0,0 0-1 16,2 2 1-16,-2-4 1 0,1 4 2 0,1 0 3 15,1-1-1-15,1 2-1 0,0 1-2 0,3 1-6 16,1 0-4-16,-2 1-5 0,2 0-1 15,0 0-2-15,2 1 2 0,3 4 1 0,-4-1 4 16,6 0 2-16,-1 1 3 0,0 1-1 16,0 1 0-16,3-1 1 0,0 1 1 0,-1 1 0 0,0 1 2 15,-2-3-2-15,2 3 2 0,-2-1 0 16,-1 1-1-16,0 0 2 0,-2 1-2 0,0 1 1 16,-1 2-1-16,-2-2-1 0,-2 1 0 0,-1 1-4 15,0 2-6-15,-4 0-18 0,1 0-32 0,-3 4-57 16,-3-3-57-16,3 1-55 0,-5 0-78 0,3-2-110 15,-3 2-120-15,2-4-131 0,3 2-228 16,0 0-218-16,1-4-62 0,1-1 229 16,1-1 383-16</inkml:trace>
  <inkml:trace contextRef="#ctx0" brushRef="#br3" timeOffset="200982.81">30094 13641 29 0,'2'0'276'0,"-2"0"169"0,2 0 152 16,-2 0-48-16,1 0-172 0,1 0-126 0,-1 0-62 16,4 0 11-16,1 0 46 0,2 0 74 15,3 0 48-15,3 3 24 0,2-3 0 0,5 1-54 0,-1 1-65 16,3-1-65-16,3 3-51 0,1 0-38 16,2-1-40-16,1 2-25 0,0 0-8 0,-3-1-21 15,-2 4-8-15,-4-2-11 0,-1 3 34 0,-1 0 55 16,-6 2 49-16,-4 0 26 0,-1 6 12 15,-8-2 2-15,-3 4-35 0,-5 2-41 0,-3 4-41 16,-5 0-26-16,-1 3-16 0,-5 0-10 0,0-1 1 16,-1 1-2-16,0 1 0 0,1-2-1 0,1 1-1 15,0 0 1-15,3-2-7 0,1-2-6 0,3 0-3 16,5-4-3-16,2-1 0 0,3-4-2 0,4 0 1 16,3-3 3-16,2 0 3 0,4-5 0 15,7-4 2-15,2 0 3 0,5-6 2 0,4-2-1 16,3-3-6-16,2-2-19 0,2-5-38 0,0 1-30 15,1 0-33-15,-1-3-40 0,2 3-32 0,1-2-10 16,-4 2 23-16,2 0 11 0,-4 0-4 16,3 2 2-16,-4 1 4 0,-2 2 11 0,-1 2 10 15,-3 1 11-15,-5 1 39 0,-2 4 43 0,-2 2 24 16,-5 2 15-16,-2 2 8 0,-1 2 16 16,-2 4 16-16,-1 1 15 0,1 3 29 0,-4 2 24 15,1 0 21-15,-1 4-2 0,3-1-7 0,-3 2-11 16,3-1-22-16,0 3-18 0,3-3-13 15,0 0-8-15,5 0-5 0,0-2-1 0,6-5 10 16,2 0 53-16,-1-4 43 0,5-4 38 0,1-5 12 16,0-2 3-16,-1-5-7 0,3-3-44 0,0-4-36 15,0-6-33-15,1-2-13 0,-1-1-9 0,0-5-9 16,-3 0-6-16,1-1-3 0,-1-1-1 0,-5 1-5 16,-2 1-5-16,0-2-2 0,-4 2-4 15,-2 1-2-15,-5 0 4 0,-1 2 3 0,-5-1 0 16,-1 1 0-16,-4 4-1 0,-4 1-2 0,-3 2-7 15,-5 3-5-15,1 2-3 0,-6 5-1 0,-1 2-1 16,-3 4 0-16,-1 4 0 0,0 1 1 0,0 3 0 16,1 4-1-16,4 1 1 0,1 2-1 15,0-1-5-15,4 2-10 0,3 0-25 0,-1 2-50 16,3-2-54-16,2 0-57 0,2-2-84 0,1 1-130 16,2-1-153-16,2-3-246 0,3 0-227 0,0 0-209 15,0-2 24-15,1-2 371 0,3-2 445 16</inkml:trace>
  <inkml:trace contextRef="#ctx0" brushRef="#br3" timeOffset="201205.68">31152 14037 124 0,'1'4'339'15,"2"1"147"-15,1-1 123 0,1 1-129 16,-1-2-100-16,6 1-12 0,2 0 33 0,1 0 41 15,6-3 25-15,0-1-38 0,3-1-66 0,0-3-85 16,3 2-79-16,2-3-61 0,-1-1-67 0,2 0-33 16,-1 0-19-16,2 2-8 0,1-2-7 15,0 2-33-15,-3-1-95 0,-1-1-144 0,0 4-214 16,-7-4-281-16,-2 3-267 0,-4 1-156 0,-2 0 179 16,-5-2 424-16</inkml:trace>
  <inkml:trace contextRef="#ctx0" brushRef="#br3" timeOffset="202118.05">25493 9355 280 0,'2'3'544'0,"-2"1"223"0,0-2 111 0,0 2-280 16,0-2-196-16,0 3-103 0,0 1-36 15,1 1 0-15,-1 5-11 0,2 5-22 0,0 1-18 16,1 4-33-16,-2 2-49 0,-1 3-52 16,2 3-33-16,0 1-15 0,-4 3-13 0,0 0-1 15,1 1-3-15,-2-1-5 0,-1-1-5 0,-1-1-3 16,1-2 0-16,-2 0-1 0,3-5-7 16,-1-1-27-16,-1-3-61 0,2-6-101 0,-2-3-135 15,4-3-202-15,-2-6-279 0,1-3-205 16,-1-4-34-16,2-7 228 0,-2-4 351 0</inkml:trace>
  <inkml:trace contextRef="#ctx0" brushRef="#br3" timeOffset="202362.18">25363 9297 334 0,'-6'6'749'0,"0"-1"251"0,0 2 16 15,1-1-212-15,3 1-413 0,0 2-201 16,6 0-98-16,1 2-42 0,3 0-18 0,4-1-28 16,2 0 4-16,7 1 2 0,-2-1-2 0,5 0 1 15,-1-3 1-15,4 4 14 0,-2-4-11 0,1 0 0 16,1 0-1-16,-2 1-1 0,0 0-37 16,-3 0-89-16,-2 0-120 0,-3 3-200 15,-6 0-268-15,0 2-216 0,-7 0-62 0,-4 0 199 16,0 1 316-16</inkml:trace>
  <inkml:trace contextRef="#ctx0" brushRef="#br3" timeOffset="202580.86">25250 9924 35 0,'-18'16'485'0,"7"1"367"0,5-4 181 15,-2-1-28-15,7-1-354 0,2-1-306 16,5-1-179-16,5 0-84 0,5 2-36 0,5-2-20 15,6-1-10-15,4-3-7 0,7 0-3 16,3-1-2-16,0-1-4 0,7-1-2 0,-2-2-5 16,-1 0-2-16,1 0-4 0,-3 0 1 0,-2 0-10 15,-4 1-68-15,-3 4-109 0,-5-1-141 0,-4 4-280 16,-6 2-224-16,-2 3-127 0,-7 3 115 16,-5 0 302-16</inkml:trace>
  <inkml:trace contextRef="#ctx0" brushRef="#br1" timeOffset="-209427.13">26867 12949 146 0,'0'0'423'16,"-3"0"264"-16,3 0 224 0,-1 0-119 0,1 0-142 16,-2 0-129-16,0 2-101 0,2-1-86 15,-1 3-80-15,-1-2-72 0,1 4-51 0,-3-1-21 16,3 3 1-16,-1 0 26 0,0 3 32 15,-1 2 35-15,2 2 7 0,-4 0-7 0,4 0-21 16,-2 0-40-16,-1 0-37 0,3 0-40 0,-1 0-22 16,0-1-16-16,1-3-11 0,-1-2-7 15,1-1-6-15,1 1 0 0,-2-3-1 0,2 0-2 16,-2-3-1-16,2 0 3 0,0 0 1 0,-1 0 1 16,1-3 1-16,0 0 0 0,0 0 2 15,0 0 4-15,0-3 2 0,1-1-4 0,1-2-1 16,0-4 0-16,1 0-4 0,2-2-2 15,0-3-3-15,-1 0 0 0,4-4 0 0,-2 1 2 16,1 0-1-16,-2 0 1 0,-1 1-1 0,2 2 1 16,-3 3 1-16,1 2 1 0,-3 1 3 0,3 3 3 15,-3 0 2-15,-1 4 0 0,0 2 0 16,0 0-3-16,-1 2-4 0,-3 4-1 0,3 3-3 16,-3 1 0-16,0 2 1 0,-1 1-2 15,1 4 2-15,-1-2 1 0,-2 2 1 0,2 1 1 16,1-2-1-16,-2 1 0 0,1 1-1 0,0-4-1 15,0 3-2-15,2-5-2 0,-2 2-1 16,4-3-1-16,-1-3-6 0,-1-2-21 0,2 0-62 16,1-1-64-16,-3-4-115 0,1-1-183 0,2 0-308 15,-2-3-320-15,1-1-247 0,-1-2-139 16,0-3 330-16,-1-3 600 0</inkml:trace>
  <inkml:trace contextRef="#ctx0" brushRef="#br1" timeOffset="-207098.06">25733 12834 91 0,'3'1'281'0,"2"3"118"16,-1-3 89-16,-1 0-164 0,-2 1-141 0,3-1-86 15,-1-1-50-15,0 2-24 0,1-2-11 16,0 1 14-16,0-1 9 0,0 1 6 0,0 1 28 16,1-2 15-16,-2 2 33 0,2-2 4 15,1 1-2-15,-1 1 43 0,0-1 8 0,1-1 2 16,1 2-26-16,-1-1 44 0,0 1 47 0,0-1-16 15,3 2-20-15,1-2-12 0,-2 1-8 0,2 0-54 16,1-1 4-16,-2 0 7 0,3-1-3 16,1 2-2-16,-1 0-6 0,-1-1-5 0,1 0-53 15,1 2-31-15,1-3-13 0,1 1-11 16,-1 0-3-16,-2 0-3 0,1 1-1 0,1 1-2 16,1-1-2-16,-3-2-1 0,-1 3 2 0,3-3-1 15,-2 1-3-15,-1 1 1 0,-1-1 1 16,2-1 0-16,-3 2-1 0,4 0 0 0,-4-1 2 15,1-1 0-15,1 0-2 0,-2 0-1 16,3 0 1-16,0 0-1 0,-1 0 0 0,2 0-1 16,-4 0 1-16,3 0 0 0,-2 0-1 0,2 0-2 15,-3 0 1-15,2 1 3 0,-1-1-1 16,-1 2-1-16,0-2 1 0,1 0 1 0,-2 2-1 16,2-2 0-16,-1 1 1 0,-3-1 1 15,2 0-2-15,0 0 0 0,0 0 2 0,-2 0-2 16,2 0 0-16,-1 0-1 0,0 0 0 0,1-1-2 15,-1 1 1-15,1-2 1 0,-1 2 1 16,0-2 2-16,-1 1-2 0,-1 1 0 0,1-1 1 16,0-1 2-16,1 0-2 0,-2 2-1 15,-2-1 2-15,2-1 1 0,-1 1 0 0,0-2-3 16,0 1 0-16,1 2 4 0,-4-5 8 0,3 4 10 16,0-1 0-16,0-2 8 0,-3 1-3 15,2 0 2-15,-1-2-5 0,1 3-6 0,2-1-3 16,-2-2-6-16,-2 1 0 0,4-1-2 0,-2 1-2 15,1-2-2-15,-1-2 0 0,2 1 2 16,-1-1 2-16,1 0 9 0,0-3 3 0,-1 0 15 16,1 0 10-16,0 0 6 0,1-3 0 15,-1 0 11-15,0 2 24 0,-1-4-2 0,1 1 12 16,2 1 5-16,-1-4 4 0,0 0-14 0,1 0-27 16,-3 1-14-16,4-3-19 0,1 0-10 15,0 0-7-15,-1-1-5 0,2-2-1 0,0 1 0 16,1-2-3-16,2 1-2 0,-2-2-4 0,2 0 1 15,1-2 1-15,-3-1-1 0,3 2 4 0,-1-2 2 16,1 1 3-16,-5 0-2 0,3-2 2 16,0 2 18-16,-2-3 11 0,-1 2 6 0,3-1 2 15,-2-3-1-15,-2 2 0 0,3-1-19 16,-3 2-10-16,0-1-8 0,0-2-5 0,1 1-1 16,-1-3 0-16,2 2-1 0,1-2-4 0,-2 0 0 15,3-1-2-15,0 0-2 0,1-1 0 0,1 0 0 16,-3 0 3-16,3 0 3 0,0 0 2 15,-1 3 2-15,1 2 3 0,-3-1 1 0,2 3 0 16,0 1-2-16,-2 2-1 0,1 0-1 16,-1 3-8-16,1-1-8 0,2 4 6 0,-5-1-4 15,4 4 5-15,-4-2 5 0,-1 4 9 0,0 0 5 16,1 2-4-16,-4 0 5 0,2 2-6 16,-2 2-4-16,-2 0 0 0,0 2-3 0,1 1 3 15,0 2-3-15,-3 0 0 0,1 1 0 16,-2 0-1-16,1 1 1 0,-1 1-3 0,0-1 1 15,2 1 1-15,-2 1 1 0,0 0-3 0,0 0 1 16,0 0-2-16,0 0-2 0,0 0-1 16,-2 1-1-16,2 1 0 0,-1 1-1 0,-1 1 4 15,1 3-1-15,-3 1 3 0,0 1 1 16,1 2 0-16,0 0 1 0,-1 3-1 0,0 1 1 16,0 3 0-16,1-1-1 0,-2 2-1 0,1 2 0 15,-1 2-2-15,2 0-1 0,0 0 1 0,0 1-2 16,-1 1 2-16,3 3 1 0,-3-1 1 15,1 2 3-15,2 0 1 0,-5 0 2 0,3 4 4 16,-1 0 2-16,1 1 0 0,-2 1-2 16,4 1 1-16,-4 0-1 0,2-1-2 0,-3 0-5 15,3-1 0-15,-2 1 0 0,1-1-3 0,0-1-1 16,0-4-2-16,3 1 1 0,-2-2 4 0,1-3-2 16,-1 3-1-16,0-2 3 0,2-4-2 15,-3 3 0-15,3-4-3 0,-3 3 3 0,1-2 3 16,0-1-2-16,1-2 4 0,-1 3 3 15,2-5-1-15,-4 3 3 0,4-4-1 0,-3 2-2 16,1-1-3-16,2-1-1 0,-3-1 1 0,1 0-1 16,2 1 0-16,-3-2 1 0,3 0 1 15,-2-1 0-15,-1 1 0 0,2-1 2 0,-2 2-1 16,1-4-1-16,2 1-1 0,-3-1 1 0,3 2-1 16,-1-3-2-16,1 1 0 0,-1-2-1 15,0 2 2-15,2-4 0 0,-1 0-1 0,1 0 1 16,0 1 0-16,-2 0 0 0,2-2 0 0,-2-2 2 15,2 3 1-15,0-2 0 0,-1 3-2 16,1-2 1-16,-2 0 0 0,1 2-3 0,1-3-1 16,-3 3 1-16,1-1 1 0,1 0 0 15,-1 1 1-15,2 1 0 0,0-1-1 0,-1-1-1 16,1 1 1-16,0 0-3 0,0-1-1 0,0-1 1 16,0 1 1-16,0-1 0 0,0 0 2 15,1 0-1-15,-1-1-1 0,2-3 1 0,-1 3-1 16,1-3 0-16,1 2-3 0,-2-2 3 15,1 1 1-15,-1-1 0 0,3-1 1 0,-4 2 0 16,1-3-1-16,3 2 0 0,-1-1-1 0,0 0 3 16,0 1-3-16,0-2 1 0,3 0 3 15,1 2 2-15,-2-2 0 0,-1-2 1 0,4 2-1 16,0-2 0-16,0 1 1 0,2 1-3 0,-2-3 0 16,2 1-2-16,2 0 2 0,2 0 0 15,-2-1-2-15,3 0 0 0,2 0 1 0,0-2 3 16,3 2 0-16,-2-2 0 0,2 1 0 0,2 0-2 15,0 0-1-15,1 0 0 0,0 1-2 16,0 0-1-16,1 2 5 0,1-1 3 0,-2 1-1 16,2 1-1-16,-2 0 2 0,3-2-1 15,-3 2-4-15,0-2-1 0,-1 2 3 0,0 0-1 16,-3 2-1-16,1-2 0 0,-1 0 3 0,-3 0-1 16,1 0 0-16,0 0-1 0,-2-2 3 15,0 2-6-15,-2-1-23 0,0 0-39 0,3 1-43 16,-3 0-47-16,0-2-71 0,-1 1-151 15,-2-2-193-15,-1 0-258 0,0-1-252 0,-2-1-218 16,-1 0 1-16,-2-2 476 0</inkml:trace>
  <inkml:trace contextRef="#ctx0" brushRef="#br1" timeOffset="-206038.96">24511 3046 7 0,'-9'8'412'0,"3"-1"321"15,1-2 200-15,3-1-17 0,4-1-309 16,3 1-335-16,7 0-164 0,4 0-85 0,6 2-38 16,5 1 4-16,5 2 29 0,6-1 66 0,0 1 35 15,6 2 17-15,-1 0 5 0,1 3 4 0,-3-3 37 16,-1 4-21-16,-1-2-15 0,-8 2-9 15,-1 0 5-15,-6 2 11 0,-2 1-28 16,-4 2 14-16,-9 2 23 0,-2 4 16 0,-6 2 16 16,-6 3-7-16,-3 2-22 0,-7 0-34 0,-4 3-26 15,-5 0-21-15,-4 2-28 0,-4 1-17 0,-1 0-10 16,-1-2 1-16,0 1-5 0,0-4-1 16,4 1-8-16,2-4-5 0,3 0-3 0,1-3-8 15,4-4-9-15,4-4-4 0,2-1 3 16,6-4 2-16,0-2 1 0,4-2 2 0,4-4 1 15,4 1 0-15,4-2 3 0,1-4 7 0,5 1 6 16,7-3 0-16,1-4 0 0,7-3 0 0,4 1-5 16,4-5-21-16,1-1-35 0,4 0-61 15,-3-3-52-15,5 1-94 0,-2-3-137 0,-3-1-183 16,0 0-282-16,0-2-228 0,-3 2-208 16,-3-3 53-16,0-1 407 0</inkml:trace>
  <inkml:trace contextRef="#ctx0" brushRef="#br1" timeOffset="-205497.1">25528 3495 280 0,'-3'-2'569'0,"-1"1"253"16,1-1 137-16,-3 2-241 0,0 2-193 0,0 2-114 15,-3 2-53-15,-3 8-51 0,-2 4-51 16,-3 5-36-16,-4 8-7 0,-1 0 7 0,-4 7-6 15,1 1-7-15,3 0-15 0,0-1-20 0,1-2-39 16,5-5-42-16,4-4-39 0,4-5-23 0,5-4-13 16,1-4-7-16,5-3 1 0,5-9 3 15,6-4-1-15,6-9 1 0,5-4-1 0,3-7-1 16,5-9 0-16,2-4-3 0,3-5 2 0,3-3-2 16,-1-3 0-16,-4 0-4 0,1-1-3 15,-1 2-2-15,-3-2-1 0,-3 0-3 0,-2-1 6 16,-4 2 6-16,-2-1 5 0,-4 1 6 0,-2 1 9 15,-7 2 8-15,2 3 2 0,-6 5 5 16,-4 1 5-16,-1 7-2 0,-1 4-2 0,-2 6-3 16,-1 0-8-16,0 7-6 0,-2 0-10 0,1 4-6 15,0 0-6-15,-1 6-5 0,-1 2-1 0,-2 4-5 16,1 6 1-16,-2 5 1 0,0 3 2 0,-2 6-4 16,3 4-2-16,-4 7 0 0,5 0 1 15,-1 5 1-15,1 3-3 0,-1 1 5 0,4 3 2 16,-2 0 1-16,4 0 8 0,0-2 3 15,1-1 0-15,2 0 1 0,3-5-1 0,1-3-1 16,0-4-8-16,1-3-4 0,0-4 2 0,3-5-1 16,-2-2 0-16,1-3 1 0,-3-1 1 15,3-5 1-15,-1 0 0 0,-2-2-1 0,0-3 0 16,-3-1 1-16,1-2-3 0,0 2-8 0,-2-3-14 16,0 1-39-16,-2-3-73 0,-1 0-81 15,-1-1-145-15,0-1-199 0,-1-2-316 0,1-1-300 16,0-1-197-16,3 1 2 0,-2-2 478 0,3 1 506 15</inkml:trace>
  <inkml:trace contextRef="#ctx0" brushRef="#br1" timeOffset="-204921.13">26559 3466 246 0,'12'-15'693'0,"-4"2"384"16,-3-1 123-16,-2 3-207 0,-3 0-267 16,0 3-145-16,-3-1-127 0,-2 3-94 0,-3 2-70 15,-2-1-54-15,-5 2-66 0,2 3-66 0,-5 0-39 16,-3 3-21-16,0 0-13 0,-1 1-9 16,0 3-6-16,-1 0-1 0,2 0 0 0,-1 2-3 15,3-1-4-15,3 0-2 0,0-1-3 16,7-1-3-16,-1 0-2 0,4-2-2 0,-2 2 1 15,5 1 0-15,3 0 1 0,2-2-1 0,-1 3 0 16,7 1 1-16,0-2 0 0,3 2-1 16,3 1 1-16,0-1 0 0,2 3 2 0,2-1 6 15,-1 2 1-15,-1 1 3 0,1 1 1 0,-2-2 0 16,-2 3-1-16,0 1-7 0,-5 1-3 16,1 0-1-16,-4 0 1 0,-3 3 0 0,-4-3 1 15,1 1 0-15,-4 1 1 0,-3-2 0 0,-1 1 2 16,-3-4 0-16,0 4 0 0,-1-3 1 15,-2-1 0-15,-1 1-1 0,-2-4 0 0,2 1 0 16,1-1-4-16,0-5-11 0,1-1-27 16,5-2-66-16,-1-3-64 0,4-6-88 0,1-2-135 15,4-7-173-15,7-3-216 0,0-3-225 0,5-5-205 16,3-6-47-16,2-1 295 0,3-4 429 16</inkml:trace>
  <inkml:trace contextRef="#ctx0" brushRef="#br1" timeOffset="-204721.13">26730 3375 29 0,'11'2'395'0,"-2"8"326"0,-4 1 311 16,-4 4 115-16,-1 2-337 0,0 4-209 0,-1 1-60 15,-2 4-60-15,-1 1-96 0,-2 0-84 0,2 2-61 16,-3-2-55-16,1 2-68 0,1-4-55 16,1 0-31-16,0 1-16 0,3-5-9 0,2 0-5 15,1-4-3-15,2-1-27 0,0-4-50 0,0-4-53 16,3-4-47-16,-1-4-79 0,3-3-136 0,-1-4-132 15,0-4-148-15,2-4-230 0,1 0-223 16,-2-5-55-16,-2 1 260 0,-1-6 393 0</inkml:trace>
  <inkml:trace contextRef="#ctx0" brushRef="#br1" timeOffset="-204564.87">26906 3129 365 0,'0'-25'731'0,"-1"3"295"0,-2 4 89 16,0 5-281-16,0 1-285 0,1 5-180 0,1-2-116 15,-1 5-88-15,0 1-72 0,1 1-50 0,1 4-29 16,0 3-44-16,0 1-91 0,0 3-124 16,0 1-152-16,0 2-294 0,0 3-264 0,0 1-171 0,0 4 104 15,-2 3 351-15</inkml:trace>
  <inkml:trace contextRef="#ctx0" brushRef="#br1" timeOffset="-204144.52">26842 3764 193 0,'3'2'510'0,"0"-5"226"15,2-4 166-15,3-7-98 0,4-1-229 16,1-3-132-16,3-6-63 0,1 0-35 0,2-3-55 16,-1 0-62-16,1-1-45 0,-2 2-10 15,2 2 18-15,-3 4 23 0,-4 0 11 0,0 4-1 16,-3 5-18-16,-4 1-43 0,0 4-41 0,-2 2-48 15,-3 1-35-15,0 6-22 0,-5 1-8 0,0 7 2 16,-1 3-6-16,-3 1 2 0,0 1 2 16,1 2 2-16,1 0-7 0,2 1-4 0,2-5 0 15,1 3-4-15,4-5 3 0,3-2-1 16,1-3 3-16,3-3 0 0,6-2 2 0,2-4 3 16,5-5 1-16,4-1-3 0,4-6 1 0,1-1-3 15,4-3-2-15,-4 0-2 0,2 2-2 16,-6 0 1-16,-3 2 1 0,-2 3-2 0,-4 3-2 15,-7 0 0-15,-1 4 1 0,-1 4 2 16,-5 4-1-16,-2 1 4 0,-2 6 3 0,-3 1 3 16,-2 5-2-16,-2 1-2 0,-2 2-1 0,3-3-1 15,0 4-4-15,0-3-2 0,-1 1-23 16,4-3-71-16,1-3-64 0,1-2-122 0,2-2-171 16,1-2-298-16,3-4-317 0,4-1-217 15,1-4-122-15,3-4 328 0,0-2 537 0</inkml:trace>
  <inkml:trace contextRef="#ctx0" brushRef="#br1" timeOffset="-203616.67">28091 2824 122 0,'-2'-1'677'16,"-2"2"426"-16,-1-1 129 0,0 2-113 0,-1-1-394 16,1 2-278-16,0 0-136 0,-1 2-50 0,-1 2-26 15,-2 5-22-15,0 2-33 0,-3 7-30 0,0 3-27 16,-1 4-22-16,2 2-25 0,-1 4-14 0,-1 4-6 16,-1 1-19-16,3 3-10 0,-2 2-13 15,4-2-1-15,2 2-8 0,1-1-1 0,3-1 8 16,-1-2 1-16,4-1 1 0,4-3-8 15,-1-4 1-15,2-3-4 0,3-5-3 0,0-2 1 16,2-6 3-16,2-4 1 0,3-4 3 16,1-6 1-16,1-3 1 0,4-5-2 0,1-5-2 15,4-5-1-15,-1-4-3 0,2-2 0 0,1-3-3 16,-1-3 0-16,2-3-1 0,-2-4-2 16,-1-2 1-16,3-1-1 0,-6-5 2 0,1 0 3 15,-3-1 0-15,-2-2 3 0,-6-1 1 0,-1-2 1 16,-6 1 1-16,-4 0-3 0,-4 1 2 0,-4 1 0 15,-3 4 1-15,-3 2-5 0,0 6-4 16,-4 6-1-16,0 3-2 0,-1 6-3 0,0 6-5 16,-1 4 4-16,-1 5 2 0,1 6 0 0,-2 4 1 15,1 5 1-15,2 5 1 0,-2 4 1 0,4 2 0 16,1 2 0-16,3 3 5 0,5 2 3 0,3-2-1 16,-2 3-15-16,5-2-47 0,5 0-65 15,-2 2-61-15,-2-2-103 0,3-3-162 0,-1 1-221 16,0-2-263-16,0-2-207 0,0-1-187 0,1-3 125 15,-3-4 477-15</inkml:trace>
  <inkml:trace contextRef="#ctx0" brushRef="#br1" timeOffset="-203385.93">28013 2992 49 0,'-6'4'636'0,"5"1"506"0,-1-2 152 15,1 0-143-15,1-2-354 0,0 1-393 16,1 1-202-16,1-3-101 0,1 3-50 0,4-3-27 16,0 3-12-16,4-3-5 0,3 0-3 0,2 0-2 15,1 2-4-15,3-2 1 0,2 0-6 0,0 0 2 16,0 2-3-16,0 1-6 0,0-1-37 16,2-1-110-16,-2 2-160 0,-1-1-294 0,1 2-269 15,-2 0-255-15,-1-1-109 0,2 1 317 16,-5-1 477-16</inkml:trace>
  <inkml:trace contextRef="#ctx0" brushRef="#br1" timeOffset="-202963.03">28850 3001 305 0,'-5'7'605'16,"-3"1"228"-16,5-3 69 0,-2 0-283 0,4-3-252 15,1 2-159-15,0-2-20 0,1 2 35 16,6-3 21-16,0 2 19 0,5 0 1 0,0 0-8 16,6-2-67-16,-1 2-67 0,4-1-44 0,2 1-40 15,1-3-18-15,-2 1-12 0,4 1-6 0,-1-2-7 16,-2 0 1-16,-2 0-5 0,1 0 3 0,-3 0-21 15,-4 0-81-15,-3 0-133 0,-4 0-174 16,-3 0-284-16,-4 1-275 0,-2 1-203 0,-6-1 87 16,-1 1 399-16</inkml:trace>
  <inkml:trace contextRef="#ctx0" brushRef="#br1" timeOffset="-202783.7">28847 3217 42 0,'-6'14'441'0,"2"-4"298"15,1 0 175-15,3-2 2 0,3 0-350 16,5-2-288-16,2-2-138 0,2-1-63 0,7 1-33 16,5-4 8-16,1 0 0 0,2-4 0 15,8 1-1-15,-4-1-16 0,4-2-82 0,-2-2-136 16,1 2-192-16,-3-1-273 0,-2 0-204 0,-3 0-83 16,-5 0 168-16,1-1 303 0</inkml:trace>
  <inkml:trace contextRef="#ctx0" brushRef="#br1" timeOffset="-201945.14">29983 2479 31 0,'3'-2'246'0,"-1"2"124"0,0 0 104 16,-1 2-68-16,3 1-143 0,-1 3-53 0,-2 0-27 15,4 3 64-15,-2 5 53 0,5 1 75 16,-2 1 84-16,1 5-18 0,2 4 8 0,1 0-68 16,1 2-52-16,0 4-64 0,1-1-47 0,0 5-32 15,2-2-42-15,-3 3 17 0,0-1 21 0,1 1-9 16,-2 2-27-16,0-1-14 0,-3 1-9 0,0-1-40 16,-2 1-32-16,-2-1-15 0,-2 1-13 0,-1-1-4 15,0-2-6-15,-1 0-3 0,-1-2-2 16,1-2-3-16,-4-1-1 0,1-5-1 0,1 0-2 15,2-4 1-15,-4-3-1 0,2-3 2 0,2-1-1 16,-3-2 1-16,3-6 2 0,1 1 8 0,-2-1 6 16,1-3 9-16,1 0 7 0,0-3 0 15,0-2 0-15,0-1-5 0,1-3-8 0,1-2-8 16,-1-1-6-16,3-2-2 0,-3-3-4 0,2 1 0 16,2-4-2-16,-2 0 0 0,0 0 0 0,0-3-1 15,1 1 0-15,-3 0-1 0,1-1 1 16,-1 2 0-16,1-1 1 0,0 2 0 0,-2 3 1 15,-2 1 0-15,0 2 1 0,2 2 2 0,-3 2-2 16,0 3 0-16,0-1-2 0,-4 4-1 0,0 2-1 16,-1 2-2-16,-4 1-1 0,-1 4 4 15,0 2 1-15,-4 2 1 0,0 1 2 0,0 5 6 16,0-1-2-16,-4 4-1 0,-1 3 3 0,0-1 4 16,-4 2-1-16,0 2-2 0,0-3 3 15,1 3 0-15,0-1-4 0,4-4-4 0,1 1-3 16,-1-4-1-16,7-1-1 0,-2-1-4 15,5-3 0-15,1-3 4 0,1 0-2 0,5-4-18 16,-3-3-61-16,2 0-68 0,0 1-137 0,4-3-259 16,-2-2-314-16,-2-2-361 0,2-3-274 0,-3-2-63 15,-2-1 574-15</inkml:trace>
  <inkml:trace contextRef="#ctx0" brushRef="#br1" timeOffset="-200570.1">25393 4317 17 0,'5'7'279'0,"0"-2"161"0,0 0 138 16,1-4 4-16,7-1-258 0,-2-1-160 0,3-4-79 15,3 0-41-15,1-1-19 0,-1-1-12 16,4 0-20-16,-2-1-41 0,0 2-72 0,0-2-130 16,-3 1-198-16,-2 0-85 0,-3 2 26 15,-1 1 116-15,-1-1 148 0</inkml:trace>
  <inkml:trace contextRef="#ctx0" brushRef="#br1" timeOffset="-200371.12">25466 4425 87 0,'7'6'288'0,"-2"-2"126"0,4-1 99 16,-1 0-150-16,1-3-165 0,4-1-96 0,-2-1-47 16,0-1-28-16,5 0-13 0,-3 0-2 15,-1-1-24-15,-1-1-43 0,-3 1-85 0,0 1-201 16,0-1-95-16,-7 0-6 0,-1 2 75 15,-1-2 119-15</inkml:trace>
  <inkml:trace contextRef="#ctx0" brushRef="#br1" timeOffset="-200202.2">25417 4598 57 0,'4'9'232'0,"3"-5"100"15,1 2 84-15,2-1-156 0,2-4-114 16,3 0-68-16,2-2-58 0,1 0-149 16,0-1-163-16,0 0-58 0,-1-1 8 0,0-1 63 15</inkml:trace>
  <inkml:trace contextRef="#ctx0" brushRef="#br1" timeOffset="-198195.05">29965 3846 45 0,'-5'0'263'0,"1"2"154"16,0 1 157-16,-1-2-50 0,2 0-74 0,0 0-23 16,1 2 5-16,-1-3 12 0,1 0 0 15,1 2-30-15,-1-2-50 0,2 0-69 0,0 0-65 16,0 0-64-16,0 0-53 0,2-2-46 16,-2 2-25-16,1 0-19 0,3 0-10 0,-3 0-8 15,4-3-2-15,3 2-2 0,0-1-4 0,3-3-1 16,1 5-1-16,3-4 1 0,0 3 0 15,-2 0-3-15,2-1-7 0,-1 2-29 0,-3 0-52 16,0 0-76-16,-2 2-99 0,-1-2-109 0,-1 1-127 16,2-1-216-16,-3 1-183 0,-1 3-43 15,-2-2 134-15,1 1 257 0</inkml:trace>
  <inkml:trace contextRef="#ctx0" brushRef="#br1" timeOffset="-197965.6">29958 3992 191 0,'-2'9'482'0,"1"-3"213"0,-2-2 112 0,0-1-209 16,1 0-239-16,2 0-167 0,5-2-93 0,-1 1-48 15,1-2-22-15,5 0-14 0,1-2-4 16,-2 1-8-16,4-2-3 0,0 1-5 0,-2 0-34 15,0 0-54-15,0-2-68 0,-3 4-101 0,-2-3-199 16,1 3-182-16,-1 0-38 0,-3 3 95 0,-3-3 176 16</inkml:trace>
  <inkml:trace contextRef="#ctx0" brushRef="#br1" timeOffset="-197788.11">29896 4236 4 0,'-4'13'334'0,"-2"-2"234"0,3-4 175 0,-1 1 34 16,4-2-303-16,0-2-229 0,0-1-117 0,4-1-58 16,3-2-32-16,1-2 10 0,2-1-37 15,2-1-66-15,-1-4-79 0,4-1-86 0,-1 2-113 16,-1-2-202-16,-1 0-120 0,-1-1 30 16,-1 2 140-16,-3 2 173 0</inkml:trace>
  <inkml:trace contextRef="#ctx0" brushRef="#br1" timeOffset="-196621.17">27818 4018 199 0,'4'8'416'16,"-2"-2"154"-16,2 0 94 0,-2-3-238 15,1 1-205-15,2-1-110 0,0 0-56 0,3 0-25 16,2-1-11-16,2-1-6 0,3 1-3 0,1-2-3 16,2-2 1-16,-1 1-2 0,4-1-3 15,-1-1-27-15,-2 0-59 0,0 0-103 0,-5 0-243 16,1 2-126-16,-6-1-28 0,-3 1 94 15,-5 1 164-15</inkml:trace>
  <inkml:trace contextRef="#ctx0" brushRef="#br1" timeOffset="-196430.68">27881 4228 241 0,'1'12'432'0,"3"-3"147"0,0-1 83 15,1-1-282-15,3-1-186 0,-2-1-91 0,7-2-43 16,-2 0-23-16,2-2-8 0,1 1-8 16,2-4-8-16,-1 1-13 0,3-2-40 0,-1-2-76 15,0 0-171-15,-2 1-200 0,-2 0-88 0,-3-2 18 16,-2 0 128-16</inkml:trace>
  <inkml:trace contextRef="#ctx0" brushRef="#br1" timeOffset="-196270.12">28029 4404 84 0,'-6'19'344'16,"-1"-1"169"-16,0-2 121 0,1-1-85 0,2-2-253 15,1-1-146-15,1-2-75 0,4-1-39 16,1 1-17-16,4-4-10 0,3-2-16 0,2 2-48 16,5-5-127-16,1 1-240 0,0-2-127 0,0-2-28 15,1-1 76-15,-5 2 163 0</inkml:trace>
  <inkml:trace contextRef="#ctx0" brushRef="#br2" timeOffset="-182803.05">14979 13435 151 0,'8'5'369'0,"-7"-1"155"16,1 0 97-16,-1 1-192 0,3-2-198 0,-1 0-111 15,0 2-56-15,2-3-33 0,0 3-8 16,1 0-14-16,0-1-3 0,2-1-4 0,-1 0 2 15,2 2-2-15,0-5 2 0,1 3-1 0,1-2 3 16,0 1 0-16,0-2-4 0,0 0-4 16,0 0-23-16,0 0-31 0,0 0-44 0,0 0-59 15,1 1-118-15,0 1-180 0,-2 0-53 0,-1 2 49 16,2-1 113-16</inkml:trace>
  <inkml:trace contextRef="#ctx0" brushRef="#br2" timeOffset="-182613.96">15363 13546 29 0,'10'1'210'0,"-4"1"92"16,3 1 94-16,-4-2-113 0,1 1-89 0,-1 0-54 16,0 0-19-16,3 0-8 0,-4 1-9 0,1-1-10 15,0 1-11-15,2 1-12 0,-3 0-17 16,2-2-12-16,-1 2-11 0,3-2-16 0,-1 2-3 16,-1-3-8-16,5 2-4 0,-2-2-2 15,1 1-2-15,2-1-11 0,-2 0-28 0,2-1-38 16,0 2-60-16,-1 0-116 0,1 1-162 0,1 0-43 15,-2 1 51-15,2-1 105 0</inkml:trace>
  <inkml:trace contextRef="#ctx0" brushRef="#br2" timeOffset="-182431.54">15761 13644 5 0,'8'3'205'0,"1"0"101"0,-5-1 100 16,2 2-71-16,-1-1-113 0,-2 0-83 0,2 0-43 15,-2 0-24-15,2 0-11 0,1-1-12 16,-1 2-8-16,1-1-9 0,-1-2-9 0,2 2-9 15,-1 0-6-15,5 1-4 0,-3 0-8 0,1 0 0 16,0 0 0-16,1 1-2 0,0 1-8 16,1-1-19-16,-2-1-36 0,-1 2-82 0,0 2-181 15,-2-2-87-15,2 0 12 0,-1 0 74 16,-3-2 108-16</inkml:trace>
  <inkml:trace contextRef="#ctx0" brushRef="#br2" timeOffset="-177349.13">17860 11478 61 0,'0'0'201'16,"0"0"78"-16,1 0-11 0,-1 0-77 0,0 0-70 15,2 0-35-15,-1 0-24 0,-1 0-2 0,0 0 10 16,2 0 16-16,-2 0 16 0,2 0 21 16,-1 0 20-16,-1 0 22 0,0 0 17 0,2 0 15 15,-2 0 13-15,0 0 11 0,0 0 11 16,1 0 5-16,-1 0 5 0,0 1 3 0,0-1-1 15,0 2-2-15,2-2-8 0,-2 0-14 0,0 0-15 16,0 0-20-16,0 0-26 0,0-2-24 0,-2 1-19 16,2 1-3-16,0 0 22 0,0 0 28 15,0 0 36-15,0 0 12 0,0 0-6 0,0-2-24 16,0 2-40-16,-1-3-41 0,-1 2-42 16,2-2-20-16,-3 0-12 0,1-1-4 0,2 1-1 15,-3 1-1-15,2-4-2 0,-1 2-2 0,0 0-2 16,-1 0-3-16,2-1-2 0,-1 1 0 0,0-1 2 15,-2-1-4-15,4 1-2 0,-2-1-2 16,-1-2 1-16,2 1-2 0,-1-2 2 16,-1 1 3-16,1 0 3 0,-1 1 2 0,1-1 1 15,-1 1-1-15,1 0-2 0,-1-1-2 0,-1-1-1 16,2 1-1-16,1 2 3 0,-2-1 2 16,1-1 0-16,-1 1 2 0,0 1 1 0,-1-2-1 15,-1 1 0-15,2 1-2 0,-3-2 2 0,2 0-2 16,-1-1 1-16,-2 1 0 0,2 0-3 15,1-1-2-15,-4-2-1 0,0 3-2 0,3-1-1 16,-3 0 0-16,1-1-1 0,0-1 1 0,1 3 0 16,-1-1 1-16,-2 0-2 0,3 0 1 15,-1 0 0-15,-1 2-1 0,4 0 2 0,-4 1 0 16,2 0 2-16,-1 1 0 0,2 0 0 16,0 2-1-16,1-1 0 0,-1 2-1 0,2 1-1 15,0-1-2-15,0 0 0 0,1 1-1 0,1 1-2 16,1 0-1-16,-2 0 0 0,2 0-2 15,0 0-1-15,0 0-2 0,0 0 2 0,0 0 0 16,0 0 0-16,0 0 1 0,0 0 1 0,0 0 0 16,2 1 0-16,-2 1 1 0,1 0 0 15,-1-1 1-15,2 2 1 0,-1-1 0 0,-1 0 0 16,2 2 0-16,0-3-5 0,-1 1-7 0,-1 3-16 16,2-2-31-16,-1 0-54 0,-1 1-58 15,0-2-49-15,0 0-64 0,0 1-82 0,-3 0-84 16,3-1-52-16,-1 1-48 0,-3 0-78 15,1 0-89-15,2 0-87 0,-4 1-28 0,1 2 99 16,-3-1 179-16,4-1 205 0</inkml:trace>
  <inkml:trace contextRef="#ctx0" brushRef="#br2" timeOffset="-177007.3">17561 11166 52 0,'2'0'252'0,"-2"0"134"0,0-2 89 0,0 2-53 16,-2-2-74-16,2 2-51 0,-2 0-18 15,2-3 0-15,0 2 5 0,0-1 6 0,0-3 0 16,2 3-2-16,0-3-3 0,-1 0-6 16,2-2-12-16,2 0-21 0,-4-3-29 0,4 1-37 15,-2-3-26-15,2 0-17 0,2-1 3 0,-1 0 7 16,1 1 8-16,0-1 8 0,-1 2-7 16,1 0-21-16,0 1-27 0,-2 3-31 0,-2-1-24 15,2 4-24-15,-2-1-13 0,1 2-10 16,-3 2-9-16,1-1-5 0,-1 2 1 0,1 0 15 15,2 0 6-15,1 3 5 0,-2 0 5 0,2 2 4 16,0 1 4-16,1 1-13 0,-1 1-5 0,1 0-4 16,2 1 0-16,-3-1-2 0,2 1-5 15,2 0-1-15,-5 0-2 0,3 0 0 0,-1 0-2 16,1 1-1-16,0 0-9 0,-2-1-52 16,1 0-55-16,-4 0-94 0,1 1-163 0,1-1-270 15,-4 1-315-15,-4 1-251 0,1 0-192 0,-5-2 177 16,-1 0 561-16</inkml:trace>
  <inkml:trace contextRef="#ctx0" brushRef="#br2" timeOffset="-175803.06">12241 12171 130 0,'-2'2'285'0,"2"2"124"0,-2-1 39 16,2 0-104-16,-3 0-66 0,3 0-36 0,-3-2-18 15,1 2-15-15,1 0-18 0,-2 0-8 16,1 0-16-16,-1 1-8 0,1-2-2 0,-3 4 5 16,4-4 11-16,-4 2-3 0,4 1 7 15,-2-1-3-15,1 0-12 0,0 0-8 0,-1-2-20 16,3 0-19-16,-1 1-28 0,1-1-23 0,-2-1-12 16,2 0-20-16,0-1-15 0,0 0-7 15,0 2-2-15,0-2-7 0,0 0-1 0,0 0 1 16,2 0 6-16,-2-2 4 0,1 2 24 0,1-2 22 15,-1-1 14-15,3-1 10 0,0-2-2 16,1 0-4-16,1-5-15 0,-1 2-16 0,3-3-8 16,0-2-3-16,3 1-4 0,-2-2 0 15,1-1-4-15,2 0 1 0,-2 0-8 0,1-2 6 16,0 1 21-16,0-1 11 0,2 2 0 16,-4-1 3-16,-1 4-2 0,0-2-12 0,1 6-17 15,-4-2-14-15,0 4-3 0,-2-1-6 0,-1 3 5 16,1 1 4-16,-3 1-1 0,2 2 3 0,-2-1-7 15,0 0-3-15,0 2-7 0,0-2-2 16,0 2-5-16,-2 0-24 0,2 0-22 0,0 0-24 16,-1 0-60-16,-1-2-114 0,-1 2-141 15,0-1-149-15,-2 1-240 0,1-1-253 0,0 1-109 16,-2-2 179-16,-1-1 362 0</inkml:trace>
  <inkml:trace contextRef="#ctx0" brushRef="#br2" timeOffset="-175560.07">12341 11866 114 0,'7'-7'323'0,"-1"-1"153"0,1-2 144 16,0 2-135-16,1-3-127 0,2 1-78 15,-2-2-51-15,4 2-5 0,0-2-23 0,2 1-35 16,-3 2-33-16,0 0-18 0,1 2-15 16,-2 1-24-16,1 1 29 0,-2 0 13 0,1 4 41 15,-3 1 26-15,0 0 16 0,-1 1 15 0,-1 3-35 16,0 0-22-16,-2 2-38 0,-1 1-27 15,0 3-22-15,-1 0-28 0,-2 2-22 0,-1 2-10 16,2-1-7-16,-2 3-12 0,-1-1-52 0,-2 1-105 16,0 0-136-16,-1-1-238 0,0-2-279 15,0 2-247-15,-1-1-79 0,-1-5 244 0,1 0 399 16</inkml:trace>
  <inkml:trace contextRef="#ctx0" brushRef="#br2" timeOffset="-171419.09">26420 12731 62 0,'-4'0'263'0,"1"0"138"0,0 1 136 0,0 0-106 16,0-1-93-16,2 1-47 0,-3-1-15 15,3 0-6-15,1 2-5 0,-2-2-9 0,0 0-12 16,2 0-12-16,0 0-13 0,0 0-12 0,0 0-5 16,0 0-11-16,0 0-15 0,0 0-20 15,2 0-19-15,0 0-26 0,-2 0-28 0,0 0-27 16,0 0-18-16,1 0-15 0,-1 0-13 15,2 0-7-15,0 0-5 0,1 3 1 0,3-3 1 16,-2 0 21-16,1 0 14 0,2 2 5 0,1-2 5 16,-1 0 1-16,1 3-1 0,0-2-18 15,0 1-10-15,1-1-5 0,1 1-5 0,-2 0-5 16,3-1-2-16,-1 2-2 0,-1-3 1 16,2 2-3-16,-1-1 0 0,1 0 4 0,0 1-4 15,0-2-3-15,0 2 2 0,1-2 0 0,-2 0-1 16,1 0-2-16,2 0 3 0,-4 0 3 0,4 0-1 15,-4 0 3-15,1-2 4 0,1 2 4 16,-2-2 2-16,-1 1-1 0,2 1-1 0,-1-1-4 16,1-1-3-16,-4 2 0 0,3 0-1 15,-2-2 0-15,-1 1-2 0,2 2 4 0,0 1 0 16,1-2-3-16,-1 0 1 0,-1 0 0 0,2 0 5 16,-1-2-4-16,-2 1 1 0,3 0 4 15,0 1 0-15,-1-2 1 0,1 0-5 0,-2 1 3 16,2-1-3-16,-3 2-2 0,1-1 0 15,-1-2 0-15,-1 3-1 0,2 0-2 0,-2 0 0 16,-1 0 3-16,0 0 0 0,0 0 0 0,0 0 1 16,0 0-1-16,0 0 3 0,1-2-5 15,-2 2 2-15,0 0-3 0,0 0 4 0,1 0 4 16,0 0-5-16,1 0 1 0,0 0-2 16,-1 0 1-16,1 0-1 0,-2-3-3 0,4 3 4 15,-2-2 0-15,1 2 2 0,0-1 2 0,0 0-1 16,-1 0-3-16,2 1-3 0,-1-3 4 15,-2 3-2-15,1-1-3 0,0 1 2 0,0 0 6 16,0 0 1-16,-4 0-4 0,5 0 2 0,-3 0-1 16,-1-3-2-16,1 1-2 0,1 1 2 15,-1 0 0-15,-2-1 4 0,4-1 6 0,-2 2 5 16,3-2 5-16,-3 1-3 0,1-1 0 16,1 2-5-16,-1-2-5 0,1 1-4 0,-2-1-2 15,3 0 1-15,-1 0 2 0,-2 1-3 0,2-2-2 16,0 2-1-16,0-2-1 0,0 2 1 15,1-2-2-15,-3 1 2 0,0-1 2 0,0 2 6 16,0-1 24-16,1 0 17 0,1-2 30 16,-2 1 14-16,1-2 6 0,1 0-1 0,-2 0-18 15,0 0 3-15,0 0-20 0,2-1-3 0,-1-1-7 16,-1 2-5-16,3-3-5 0,-3 2-17 16,2-3-8-16,-4 3-9 0,6-2 1 0,-4-1-2 15,2 1 11-15,-2-1 11 0,1-1 7 16,1-2 4-16,-2 3-1 0,1-2 1 0,-1 0-9 15,0 1-14-15,0-2-7 0,0 1-5 0,2-1 1 16,-2 2-1-16,0-1-3 0,0 0 1 0,1 0-2 16,-1 3-1-16,0-3-1 0,0 0-2 15,0 2 1-15,1-2-2 0,2 2 4 0,-3-3-1 16,2 2 0-16,-1 1 2 0,0-2-1 16,0 2 3-16,1-2-1 0,0 1 2 0,-1-2 1 15,0 4-2-15,0-3 2 0,0 0-4 0,-1 0 1 16,2 0-2-16,-1 0-2 0,1-2 3 15,-2 2 1-15,0 0-1 0,2 0 2 0,-2 0-2 16,2 0 1-16,1-2-1 0,-1 1-1 16,0 1-1-16,-1-1 2 0,1 0 0 0,0 0 2 15,0 0-2-15,1-1 1 0,-1 1-1 0,1-1 0 16,1-1 0-16,-3 1 0 0,2-1 0 16,1 1 0-16,-2-1 3 0,-1-2-3 0,0 0 1 15,0-1 1-15,2 2-3 0,-3 0-1 16,2-2-2-16,-1 1 0 0,0 1 3 0,0 1-2 15,0 0 0-15,0-1 0 0,2 1 1 0,-3 2 2 16,2-2-1-16,-1 2 1 0,1 0 0 0,0-2 2 16,3 1-3-16,-4 0 0 0,3 1-1 15,-1-1 0-15,1 0 1 0,-1 1 0 0,-2 0 1 16,1-1 0-16,0 1 2 0,2 1-2 16,-4 0 0-16,3 0-2 0,-2 1 2 0,1 0-1 15,0 2 2-15,-2-2-2 0,2 2 2 0,-2-1 1 16,2 2 2-16,-4 3 0 0,2-2-2 0,1-1 1 15,-4 2-2-15,1 0 2 0,3 1-3 16,-4-3 0-16,1 0 0 0,1 3 2 0,-1-4-2 16,-1 1 1-16,2 1 0 0,0 0 1 15,-1 0-1-15,1-2-1 0,-1 0 0 0,1 0 1 16,1-1 1-16,-2 1-1 0,2 1-1 16,-1 0 1-16,1-1 0 0,-1 1-1 0,1 0-2 15,-1-1 1-15,1 0 4 0,-1 2-1 0,1-3 0 16,-2 3-2-16,3-1 1 0,-2 1 1 15,0 1-3-15,0-1 1 0,1 2 0 0,-2-1 0 16,1 1 2-16,0 1-4 0,-1 1-1 0,1 0 2 16,-2 0 1-16,1 0 0 0,1-1 0 15,0 1 2-15,-2 1 2 0,1-2 0 0,2 2-4 16,-1-1 1-16,0-2-1 0,-1 1-1 16,2-1 0-16,-1 1-2 0,1-3 2 0,-2 3-1 15,3-3 1-15,-3 1 2 0,2 0 1 0,1 0 0 16,-3 1 0-16,1 0-1 0,0 2 2 0,-1-2-3 15,1 3-1-15,-1-3-2 0,-1 4 4 16,3 0 1-16,-3-1-2 0,2 1-2 0,-2 1 3 16,0-2 1-16,0 2-1 0,0 0-2 15,0 0 0-15,0 0 1 0,0 0 0 0,0 0-1 16,0 0-2-16,0 0-1 0,0 0 0 16,0 0-1-16,0 2-4 0,0-2-3 0,0 1 1 15,0 1 3-15,-2 2 0 0,2 1 3 0,-3 2 0 16,3 3 4-16,-1 0 1 0,1 1-1 15,-2 0 1-15,1 3 0 0,-1-2-1 0,0 5 0 16,1-3 1-16,-3 2-1 0,4 3 0 0,-3-2-1 16,3 3 0-16,-1-1-1 0,-1 2 2 15,0 1-2-15,1-1-1 0,1-1 1 0,-2 4-1 16,1-4 0-16,-1 0-2 0,-1 1 3 0,3-1 3 16,-1-1 4-16,-1 1-2 0,0-1 5 15,1 0-1-15,-1 1-1 0,1-3 0 0,-3 2-2 16,3-2 4-16,-2 2-4 0,-1 0 1 15,3-1 0-15,-2-2-4 0,-1 3 2 0,-2-1-2 16,5 0 2-16,-2-1-2 0,1 0 0 0,0 0 4 16,1 1-4-16,-1 0 2 0,1-2-3 15,-3 2 3-15,4-2 1 0,-1-1-3 0,-1 2 0 16,0-2-1-16,2 1 2 0,-3-2-1 0,3 1-1 16,-1 0-1-16,-4 0 2 0,4-1 0 15,-1 0-2-15,-1 1 1 0,1 1 0 0,1-3 0 16,-2 1 0-16,-1 0-2 0,3-1 1 15,-3 0 1-15,3 0-3 0,-1-2 1 0,1 1 1 16,-2-1 2-16,1 2 0 0,1-2-1 0,1 1 3 16,-2-3-1-16,1 4-2 0,-1-1-2 15,0-1 2-15,2 2-1 0,0-2 0 0,0 2 1 16,-1-2 3-16,1 1 1 0,-3-2 1 0,3 1-1 16,-2 1 1-16,0-1-1 0,1-1 1 15,1-1-2-15,-4 1-3 0,3-1 1 0,-1 0 0 16,2 0-1-16,-1 0-1 0,-2 1 3 15,1-2 1-15,1 1-1 0,1-1 0 0,-3 1 2 16,3-2 0-16,-2 2-3 0,0-1-2 0,1 0 3 16,1 1 0-16,0-1-2 0,-2-2-1 0,2 2 2 15,-2-1 2-15,2 1-4 0,0-1 0 16,-1-1 2-16,1 2 2 0,0-2-2 16,-2 1-2-16,2-1 5 0,0 2-1 0,0-1-3 15,-1 1-1-15,1-2 4 0,0 1 0 0,0 1-2 16,-2-1 2-16,2-1-1 0,-2 1 2 0,2 2-3 15,0-4-1-15,-1 3 0 0,1-2-1 16,0 0 2-16,-2 2-1 0,2-3 2 0,-1 3-2 16,1-2 1-16,0 0-1 0,-2 0-1 15,-1-2 1-15,3 3-1 0,0-4 3 0,0 2 0 16,0 0 0-16,0-1 1 0,0 0 0 0,0 0-2 16,0-1-3-16,0 0 2 0,0 0 0 15,0-2-2-15,0 2 1 0,0-1 3 0,0 0 1 16,0 2-1-16,0-3-1 0,0 1 1 15,0-1-1-15,0 2-2 0,0 0 1 0,3-1 1 16,-3 0 2-16,2 0-1 0,-2 0-1 0,0-1 0 16,1 0 2-16,-1 1-3 0,2-2-3 0,-2 2 2 15,0-1 1-15,1 0 1 0,-1 2-2 16,2-3 0-16,0 1 4 0,-2 0-2 16,1 0-1-16,1-1-1 0,-1 2 0 0,3 1 3 0,-1-3-1 15,2 2 2-15,-4-2 12 0,7 0 5 16,-3 3 5-16,3-2-1 0,-2-1 3 0,3 0-2 15,-1 2-2-15,4-2 1 0,-2 0 1 16,3-2-1-16,-2 2 1 0,3 0 0 0,1-1-6 16,0 1-5-16,2-3-3 0,0 3-2 0,-1 0-1 15,1-2 0-15,2 2-2 0,-2-3 1 16,4 1-2-16,-4 0 1 0,2 1 0 0,-3-3-2 16,3 3 1-16,-2-1-2 0,-2 0-2 15,-1 1 0-15,0 0-1 0,-1 1 0 0,1-2 0 16,-1 2 1-16,-3-2 1 0,2 1 0 0,-1 1 0 15,0-1-1-15,0-1 0 0,-1 2 0 0,-1-1-1 16,-1-1-1-16,0 1 0 0,-2 1-1 16,2-2-14-16,-3 1-52 0,-2 1-67 0,-2-2-90 15,1 1-163-15,-2 1-294 0,0 0-321 16,-2 1-282-16,1 1-176 0,-2-1 161 16,1-1 614-16</inkml:trace>
  <inkml:trace contextRef="#ctx0" brushRef="#br4" timeOffset="-165229.14">10852 16446 193 0,'-6'2'429'0,"1"-2"195"0,2 0 120 15,-2 1-208-15,3-1-195 0,-1 0-118 0,3 0-69 16,-1 0-57-16,1-1-40 0,0 1-31 15,1 0-22-15,2 0 18 0,2 0 19 0,3 1 30 16,2-1 71-16,4 3 39 0,4 0 18 0,0 0 31 16,4 0 11-16,2 1-16 0,0 1-53 0,3-2-32 15,1 1-14-15,2-1-13 0,2 2-18 0,3-3-8 16,0 2-4-16,2-2-8 0,1 1-6 16,0-2-34-16,2-1 8 0,2 0 45 0,0-1 18 15,3-2 14-15,-2 2 2 0,3 0-3 0,3-1-18 16,1 0-48-16,-2 1-22 0,3 0-14 15,-4-1-5-15,4 2-4 0,-1 0-4 0,-2 0-2 16,2 0 44-16,-2 2 21 0,1-1 8 0,0-1 5 16,-2 1 1-16,2 1 3 0,-1 0-39 0,-1-1-17 15,2 0-7-15,0 3-12 0,2-3-9 0,-2 2-4 16,1 0 4-16,-2-1 0 0,2 4 0 16,1-3 7-16,-2 1 2 0,2 1 4 0,-1 0-6 15,1-1-3-15,-1 0 2 0,-2 1 1 0,2 1 4 16,1-2 2-16,-3-1 3 0,2 2 0 0,-1-3 0 15,3 0-2-15,-1 0-3 0,0-1-3 16,-1 0-2-16,2-1-3 0,-3-1-1 0,3 0-2 16,0-1-2-16,-2 0 0 0,2 1 0 0,-2-2 1 15,1 1 3-15,1 0 2 0,2-1 4 0,-2 0 0 16,4 0-6-16,-1 0-4 0,0-1-4 0,2 2-2 16,-3-1 5-16,3 0 3 0,-2 2 7 0,2-3 3 15,-2 3 0-15,2 0 2 0,-3-3-7 16,1 3-3-16,1-2 0 0,-3 1 2 0,1-1 2 15,2-1-6-15,-1-1-2 0,0 2-3 0,0-2-4 16,-1-1 0-16,0 2 6 0,0-2 7 0,-1 0 6 16,1 0 1-16,0 0 2 0,0 1 3 15,-1-1-4-15,0 0-3 0,0-1 0 0,1 1 1 16,-1 1-6-16,2-1-7 0,0 2-2 0,2 0-1 16,-2-1 4-16,4 1 1 0,-5-1 7 0,1 1 4 15,0-1 1-15,0 1-1 0,-2 0-5 0,-1-1-3 16,2 0 0-16,-2 1 1 0,-3-1 2 15,5 1 2-15,-2-1 2 0,-1 0-1 0,2 0 2 16,-1-1-1-16,-1 1-1 0,1-1 0 0,0 0-3 16,-2 0-2-16,0 0-1 0,0-1-2 0,-2 1-1 15,1-2-1-15,-1 2 4 0,-1-1 7 0,0 1 4 16,-1-2 2-16,0 2 4 0,1-1 1 0,1 0-4 16,-1 2-4-16,4-1-3 0,-4-2-2 15,2 2-3-15,-1-1 0 0,-1 0-1 0,-2 1-1 16,-1 0-1-16,-5 2-1 0,-1-3-1 0,0 1 0 15,-3 1 0-15,-4-1 0 0,-5 1 1 0,-1 0-1 16,-3-1 2-16,-3 1-1 0,-5 1 2 0,-2 1 2 16,-2 1 2-16,-5 0 2 0,0-1 0 15,-2 2 1-15,-3 0-2 0,0 0-1 0,-4 1-1 16,0-3-3-16,-1 3 0 0,-4 0-2 0,5 0-2 16,-5 0 0-16,1 3-2 0,-1-2-8 0,1 1-13 15,0 3-20-15,0-3-51 0,-1 2-71 16,-1 1-82-16,2-1-135 0,-1 2-193 0,1 0-311 15,0 0-269-15,2 2-197 0,-1-1-23 0,-3-1 437 16,2-2 517-16</inkml:trace>
  <inkml:trace contextRef="#ctx0" brushRef="#br4" timeOffset="-162567.12">11633 12220 204 0,'2'3'317'0,"-1"1"104"16,1-2-57-16,1 2-126 0,-1-2-78 15,-1 2-51-15,1 0-26 0,0 0-12 0,-1 1-4 16,2 1-1-16,-1 1-7 0,2 0 2 15,1 2-1-15,0-1 9 0,1 3-2 0,1 1-26 16,2-2-16-16,-1 4 4 0,0-1 6 0,3 2-12 16,0-1-2-16,2-1 21 0,-1 2 37 15,1 0 13-15,0 3 25 0,3-3 41 0,-2 2 35 16,2 2 17-16,-2-1-22 0,3 2-18 16,0-2-35-16,-2 2-38 0,-1 0 32 0,3 0 22 15,-1 1 9-15,0-1-5 0,0-1-4 0,-2 4-7 16,3-3-60-16,-2 2-37 0,2-3-24 15,-3 2-8-15,4-1 23 0,-4 3 13 0,3-2 3 16,-4 0 1-16,4 0 4 0,-4 0 1 0,4 0-25 16,-4 0-12-16,3 0-8 0,-3 1-2 15,-1-2 5-15,4 1 8 0,-5 0 3 0,3 0-4 16,-1 0 4-16,1 0 0 0,-3 2-8 0,1-2-11 16,1-1-3-16,-3 2 0 0,1 0-1 15,0-1-1-15,0 0-2 0,2 0 2 0,-4 0-3 16,3-1-1-16,0-1 1 0,-1 1-2 15,-1-2 1-15,2 0 0 0,-2 1 7 0,-1-2-3 16,2-1-1-16,0 1-1 0,-1-1-1 0,1-1-2 16,0 2-6-16,-1-2-1 0,0 1 1 15,0 0 2-15,1 2-3 0,0-4 2 0,-1 1 1 16,-1 1 1-16,2 1 3 0,-1 0 1 0,-1-2 5 16,2 1-3-16,-1-1 2 0,-1 2 1 15,2-1-1-15,0 1 2 0,-1-3-1 0,2 3 1 16,-2-2 2-16,0 2-3 0,0-2-2 0,2 0-4 15,-3-1 0-15,4 0-1 0,-2 2-1 16,1-2 2-16,0-1-1 0,-1 1 1 0,1 1 0 16,1-1 1-16,-1-2 2 0,1 1-3 15,0-1 2-15,1 0-1 0,-3 0-4 0,3 1 1 16,-3-2-3-16,2 1 1 0,1 0 0 0,-1 0-1 16,1-1 4-16,-1 2-2 0,-1-1 1 15,1 0-1-15,0 1-1 0,1-1 1 0,-1 1-5 16,1-2-2-16,-1 3 3 0,-1-3 2 15,1 1-1-15,-2 0 5 0,1 1 5 0,1-3 2 16,-3 1-1-16,2 1-2 0,-2-1 8 0,1 1 3 16,0-2 8-16,-1 1 2 0,0 0 2 15,0 1 3-15,0-1-4 0,0 0-6 0,0 0-10 16,-2 1-3-16,2 1-1 0,0-1-4 16,-2-2 5-16,2 2-3 0,-1 0 1 0,-1 0 4 15,0-1-2-15,0 2 2 0,3-1-1 0,-3-1 6 16,0 2 14-16,1-2 3 0,-1 2 4 15,0 0 4-15,2-1 4 0,-1-1-8 0,2 1-15 16,-1 3 2-16,4-1 36 0,-3-1 21 16,3 2 13-16,-3 0 6 0,2 0 1 0,0 0-7 15,0-2-33-15,0 3-24 0,0-3-14 0,1 2-10 16,-1-2-3-16,3 2 1 0,-3 0-1 0,-1 0 0 16,2-3-2-16,1 4 2 0,-1-1-2 15,-1 0-3-15,1 0 1 0,-2-1-3 0,1 2-1 16,0 0-1-16,-2-1 2 0,3 1-1 15,-3 0 4-15,0 1-2 0,3 0 2 0,-2 1 0 16,2 1-2-16,-3 1 0 0,2 0-1 0,-1-1 0 16,2 2 0-16,0 1 0 0,-2 0 14 15,0 0 7-15,1 0 6 0,0 2 2 0,-1-2 1 16,1-1 0-16,-1 1-10 0,1-2 1 16,0 0-2-16,1 0-2 0,-3-1-1 0,3-2 1 15,-3 2-1-15,2-2-7 0,1 1-3 0,-1-1-1 16,1-1-1-16,-1 1 0 0,-1-3-1 15,1 3 1-15,-2-2-2 0,3 0 2 0,-4 0 0 16,4 0-2-16,-3 0 2 0,0-1-1 0,0-1-2 16,0-1-1-16,-1 0 0 0,1-1-2 15,-2-3-1-15,0 2 0 0,1 0 4 0,-2-2 0 16,2-1-1-16,-2 0 0 0,1 0 1 0,-1 0 2 16,0-1-3-16,3 1 0 0,-1-1 0 15,-1 1 2-15,0 0-2 0,3 3 0 0,-4-3 0 16,2 0 1-16,0 2 1 0,0 0-2 15,-1 2 1-15,0 0 0 0,1-1 0 0,-2 1 0 16,3-1-2-16,-2 2 0 0,0-1 2 0,1 4-1 16,0-5-1-16,0 3 1 0,-4 1-1 15,3-4 2-15,-1 1-1 0,0-3 0 0,0 2 0 16,-2-1 0-16,1-2 2 0,-3 1-1 0,1 0 0 16,0-3 1-16,1 1-1 0,-3 0-1 0,4 0 1 15,-4 0-2-15,0 0 1 0,3 1-1 16,-1-1 1-16,3 1 1 0,-2 1-1 0,1 2 2 15,-1-1-1-15,3 3 0 0,-1-2 0 0,0 0 0 16,0 3 0-16,3 0 0 0,-1 2 0 0,-1 0 1 16,2 2-2-16,0-2 2 0,-3 2-1 15,3-2 0-15,-1-1-1 0,-2 1 0 0,-1-3 1 16,0-1-2-16,-1-2-1 0,-3 0 0 0,2-2 1 16,-2-1 1-16,-1 0-1 0,2-2 1 0,0 1 1 15,-3 0-2-15,1 1-1 0,-1 1-2 16,3-1-3-16,0 3-6 0,0 3-14 0,0 2-21 15,1-1-34-15,1 2-48 0,-1 2-43 0,1-2-40 16,-1 1-49-16,0 0-80 0,-2 1-93 0,0-3-96 16,-1-1-215-16,-1-1-243 0,-1 0-154 15,-3-5 104-15,-1-2 325 0,-3-5 349 0</inkml:trace>
  <inkml:trace contextRef="#ctx0" brushRef="#br4" timeOffset="-159687.09">18166 11125 8 0,'0'-2'208'16,"2"2"120"-16,-2 0 116 0,2 0-49 16,-2 2-84-16,0-2-64 0,0 1-41 0,0 1-28 15,-2 0-21-15,0-1-19 0,2 0-7 0,-3 1 3 16,1 1 12-16,1 0 14 0,-2 0 20 16,-2 1 16-16,1 0 16 0,0 2 3 0,1-1-10 15,-2 2-10-15,2-1-16 0,-2 0-18 16,-1 2-24-16,2-1-21 0,0 2-21 0,-1 1-22 15,1 1-17-15,-3 0-5 0,0 2-7 16,0-1-5-16,2 2-2 0,-3 2-1 0,-1-1-1 16,1 0-10-16,0 3-6 0,0-2-1 0,-1 4 2 15,-1-1 6-15,1 2 2 0,-2-1 1 16,0 2-1-16,-1-1 1 0,2 1-7 0,-2 1-7 16,1 1-1-16,-3-1-1 0,3 2 3 15,-3 1-3-15,1-2 1 0,-1 2-1 0,1 0-4 16,1 1-1-16,-2-1-4 0,-1 1-2 0,1-2-1 15,1 0-4-15,-2 0-1 0,2 0-3 16,-1 0 4-16,-1 0-1 0,3 0-3 0,-2-2 3 16,-1 2 0-16,1 0 0 0,1-2-2 15,1 1 0-15,-1 0 3 0,0-1 1 0,-1-2 2 16,1 3 2-16,0-2 3 0,1 0-4 0,-2 2 3 16,1-2-1-16,-1 0-3 0,0 1 3 15,1-1-3-15,-1 1 3 0,1-2-3 0,1 3-1 16,-1-2 2-16,2 0-3 0,-1 0 0 0,0 0 0 15,0-1 4-15,1 2 1 0,1-2-2 16,-2 1 6-16,0-3 0 0,1 5-3 0,-1-2-4 16,1-1 1-16,-2 1-1 0,0-1-1 15,2 1-3-15,-3 1 4 0,1-3 0 0,-1 1-3 16,3 1 2-16,-2-1-2 0,-1 0 2 0,1 0-3 16,-2 3 5-16,0-4 1 0,2 2 0 15,-2-1 4-15,0 2 1 0,-2-1 0 0,2 1-1 16,0-2 0-16,0 3-2 0,0-2-3 0,0 0 1 15,0 3 0-15,-2-3 1 0,3 2-2 16,-2-1 0-16,0 1 2 0,1-2-1 0,-2 2-2 16,0-1 6-16,1-1 2 0,-1 1 1 15,2 1 2-15,0-2 5 0,0 2 0 0,-2-1 0 16,3-1-1-16,-2 2 0 0,2-2-7 0,-2 1-8 16,3-2 0-16,-1-1-4 0,2 3-1 15,-2-3-2-15,1 1 5 0,2 1 3 0,-3-2 0 16,1-1-3-16,0 1 3 0,1 0-1 15,0-1-1-15,0 1-2 0,-1-1 1 0,2 1 5 16,0 1-3-16,0-2 6 0,-1 1-2 0,0 0 0 16,3 0-2-16,-2 1 0 0,0 1 4 0,-1-2-3 15,0 3 0-15,-1-2 3 0,1 3 0 16,1-2-4-16,-5 0-3 0,3 2 2 0,2-2-4 16,-3-1-2-16,1 1 7 0,-1-1 2 15,1 1 1-15,-1 1-5 0,1-3 2 0,2 2-2 16,-3-1-6-16,3 0 0 0,-3 0 0 0,4-1 5 15,-1-2-4-15,0 2 4 0,2-4 1 16,-1 0 0-16,1 1-3 0,1-2 1 0,0 3 3 16,-2-2 3-16,1 2 3 0,-1 0-1 15,1 2 2-15,-2 1-1 0,0 1 1 0,0 1-2 16,-5 1 0-16,5 0-3 0,-3-1-1 0,1 3-3 16,-1-2 0-16,1-1-1 0,0 2 0 15,1-1 2-15,1-1 2 0,-2 1 1 0,4-2-2 16,-1 1 0-16,-1 1-1 0,0-1 0 0,1-1-3 15,0 0 2-15,0-1-2 0,4 0-3 16,-2-2 1-16,-2 1-2 0,2 0 2 0,0-3-1 16,2 1 2-16,-2 0 0 0,0-1 4 0,2-2 0 15,-1 2 1-15,0-2-1 0,1-2-2 16,-1 2 6-16,-1 0-2 0,2-1 0 0,-3 0 2 16,2 1-3-16,-1 1 2 0,0-1-3 15,-1 0 0-15,-1 1 1 0,2 1 1 0,-1-2 4 16,1 1-6-16,0 2 2 0,-2 0-3 0,1 0 22 15,1 2 14-15,-2-2 8 0,1-1 9 0,1 0 1 16,-1 3 6-16,-2-2-17 0,1-3-16 16,2 4-9-16,-4-2-8 0,4-3 1 0,-2 3-6 15,1-2-8-15,-2 0 4 0,1-1 17 16,2 0 8-16,-3 0 6 0,3-1 3 0,-1 0 5 16,-2-1-1-16,3 1-14 0,0-1-8 0,-2 0-6 15,1-1-3-15,1 2-5 0,-2-2 4 16,1 1 0-16,1-1-1 0,0 2 8 0,0-3 7 15,-1 1 0-15,1-2 0 0,2 3 3 16,-2-3-3-16,-1 1-5 0,2 1-10 0,-1-3 0 16,2 2 0-16,-4 1-4 0,2-3 0 0,0 1 2 15,2 2 1-15,-2-3 0 0,0 2-2 0,0 0-2 16,0 0 4-16,-1 1-4 0,1 0-1 0,0-1-2 16,-1 2 0-16,-1 2 2 0,2-3-3 15,-1 4 4-15,-2-4 2 0,1 3 1 0,-1-1 0 16,0-1 3-16,2 2 1 0,-1-1-5 0,-2-2-2 15,2 1 2-15,-1 1 1 0,0-1-3 0,1 0 2 16,0 0 0-16,0 0 0 0,0-1-3 0,2 1-3 16,-1-2-1-16,1 0 4 0,2 0-1 15,-1-2 4-15,1 2-2 0,0-4 1 0,1 2 0 16,0-4-1-16,0 3 0 0,1-3 0 0,-1 3 3 16,1-3 0-16,-1 2-2 0,1-1-4 15,-2 1 1-15,1 1-2 0,-2 1-1 0,0-1-2 16,1 3 2-16,-2 0-1 0,-3 2 1 0,3 1 0 15,-2 2-2-15,-2 2 0 0,-1-1 4 0,2 2-2 16,-3-1-33-16,1-2-47 0,-1-2-54 0,1-3-131 16,1-5-204-16,-1-2-304 0,2-3-263 0,-1-4-231 15,-3-6-62-15,-1-4 422 0,0-4 516 16</inkml:trace>
  <inkml:trace contextRef="#ctx0" brushRef="#br4" timeOffset="-158834.83">13932 15259 72 0,'-1'2'358'0,"-2"-1"263"0,-1 0 261 15,0 1 16-15,-1-1-173 0,-2 1-126 0,1 0-104 16,-2 1-100-16,0-2-84 0,0 2-51 0,-1 2-25 16,-1-1-4-16,-1 1-6 0,0 3-11 0,-3 1-20 15,0 1-32-15,-2 2-40 0,0-1-35 16,0 3-25-16,-4 3-13 0,2 1-12 0,-4 3-15 16,0 1-9-16,0 3-8 0,1 1-5 15,-4 4-4-15,0 5 4 0,-2 1 7 0,2 4 3 16,1 6-1-16,-3-1-2 0,3 7 1 0,-1 1-6 15,4 0-2-15,-1 3 0 0,0 1 2 16,5-2 1-16,0 1-1 0,1-2 1 0,5 0-1 16,1-5 0-16,2 1-2 0,1-4-1 0,0-1-2 15,5-3-2-15,-1 0 0 0,3-3-1 0,0-2 2 16,0 1-2-16,3-3 2 0,-1-1 4 0,1-1 0 16,1 0 1-16,-3-4-1 0,5-2 3 15,-3-2-1-15,2-1-3 0,-2-4-6 0,0-4-26 16,-1-2-49-16,1-4-52 0,1-2-50 0,0-5-59 15,1-3-96-15,-1-6-111 0,1-5-101 0,3-4-206 16,-1-3-236-16,2-3-183 0,1-4 58 16,-4-3 330-16,5 1 385 0</inkml:trace>
  <inkml:trace contextRef="#ctx0" brushRef="#br4" timeOffset="-158402.04">13834 15746 380 0,'2'-5'707'16,"-4"3"245"-16,-1 0 67 0,-2 4-278 0,2 0-261 16,-2 5-142-16,-1 1-77 0,3 5-50 15,-2 4-37-15,2 5-34 0,-2 4-32 0,2 7-17 16,0 2-13-16,0 6-8 0,-1 4 1 15,0 2 18-15,2 4 15 0,1 1 6 0,-1-3 2 16,2-2-10-16,2-2-13 0,-1-9-29 0,3-3-23 16,2-6-21-16,-2-4-16 0,1-4-5 0,2-5-3 15,-1-2-1-15,3-3 4 0,-1-6 5 16,-1-2 1-16,1-5 6 0,2-2 1 0,-2-6 2 16,1-4-4-16,1-1-3 0,-2-4 0 0,2-3-1 15,-2-2 4-15,1-2 0 0,-1-1-1 0,-1-1 1 16,-1-1 0-16,1 0 0 0,-5-1-6 15,1 0 2-15,-1-1 5 0,-4 3 0 0,-1-3-1 16,-2 4 0-16,-1 1 2 0,-2 4-10 0,-1 3-18 16,-2 4-20-16,0 2-24 0,-1 7-23 0,-1 2-20 15,1 3-12-15,-2 3-15 0,1 3-38 16,1 3-78-16,-4 2-108 0,2 4-178 0,-2 2-277 16,1 3-237-16,0-1-95 0,0 0 188 15,-3 3 381-15</inkml:trace>
  <inkml:trace contextRef="#ctx0" brushRef="#br4" timeOffset="-158228.11">13636 16111 21 0,'17'0'314'0,"-4"-1"183"0,4 1 169 0,-2 1 75 16,1-1-309-16,3 1-183 0,-3-1-60 0,4 2-36 15,1-4-39-15,-2 2-23 0,1-2-40 0,2-2-22 16,-4 0-41-16,2-3-85 0,1-2-141 15,-5 0-268-15,-1-3-170 0,0 1-77 0,-5-6 83 16,-3 1 226-16</inkml:trace>
  <inkml:trace contextRef="#ctx0" brushRef="#br4" timeOffset="-155184.29">10484 12070 24 0,'3'3'250'0,"-2"-1"141"15,-1 0 131-15,2-2-46 0,-1 1-143 16,1-1-95-16,-2 1-46 0,2-1-13 0,-2 2 4 16,0-2 14-16,0 0 18 0,0 0 23 15,0 0 16-15,0 0 12 0,0 0 5 0,0 0-8 16,-2 0-20-16,2 0-33 0,0 0-40 0,-2 2-38 15,1-2-29-15,-1 1-24 0,2-1-20 16,-4 0-9-16,2 1 1 0,1 1-3 0,-1-2-10 16,-1 2-10-16,1-1-10 0,-1 0-6 15,2 2-5-15,-3-1-4 0,1 0-3 0,0 3 0 16,-3 0 3-16,4-1-2 0,-2 0-2 0,-1 4-1 16,0-1-2-16,0 1 1 0,0 1-2 15,-1 2-2-15,0-1 5 0,1 2 3 0,-3 2 1 16,2 0 2-16,-2 2 0 0,0 0 3 15,0-1-1-15,0 1-1 0,0 1 1 0,0-2-1 16,2 0 0-16,0 0-1 0,-2-2-2 0,3-1 0 16,2 1-2-16,-2-4 2 0,0 1 1 0,2-3-1 15,2 1 0-15,-3-2 0 0,2-2-2 16,0 2 0-16,2-2-1 0,-2 1-2 16,2-3-2-16,0-1-1 0,-1 4-1 0,1-5 2 15,0 2 0-15,-2-2 3 0,2 0 1 0,0 0 2 16,0 0 3-16,0 0-4 0,0 3-4 0,0-3-12 15,-1 1-21-15,-1-1-39 0,2 0-59 16,0 0-86-16,0-1-95 0,-2-2-93 0,2 3-83 16,0 0-61-16,-1-2-23 0,-1 2-48 15,2 0-52-15,0 0 52 0,0 0 130 0,-3-3 160 16</inkml:trace>
  <inkml:trace contextRef="#ctx0" brushRef="#br4" timeOffset="-154874.8">10263 12369 199 0,'-2'-3'314'0,"2"1"112"0,0-3-65 15,-2 4-107-15,2-1-61 0,-1-1-38 0,-1 2-29 16,-1 0-7-16,1 1 18 0,-1 0-5 16,-2 0-14-16,1 1-19 0,-1 3-15 0,2-2-35 0,0 4-25 15,-1 2-11-15,1 1-3 0,0 3 16 16,1 1 20-16,-1 3 39 0,2 3 37 15,-1 0 30-15,2 2 11 0,2 0 9 0,-1 0-3 16,1 0-27-16,1 0-33 0,0-3-27 16,2 2-17-16,0-4-30 0,1-1-17 0,0-2-8 15,2-1-2-15,-1-2-1 0,2-1-1 0,2-3 3 16,0-1 0-16,-1-3 4 0,4-2 21 16,0 0 12-16,2-4 4 0,0 0-12 0,3-4-77 15,0-3-110-15,-2-1-192 0,4-1-285 16,-2-3-214-16,1-1-107 0,-1 0 138 0,-1-6 300 15</inkml:trace>
  <inkml:trace contextRef="#ctx0" brushRef="#br4" timeOffset="-153780.42">19189 10937 138 0,'2'0'389'0,"0"0"214"16,-2-3 175-16,1 3-135 0,-1 0-143 0,2 0-101 15,-1 0-83-15,1 3-69 0,-2-3-64 16,4 0-37-16,-2 2-4 0,1 2 9 15,2-2 18-15,0 4 8 0,0-1 8 0,-1 1-17 16,1 1-40-16,1 0-34 0,1 1-33 0,-1 2-18 16,2 3-12-16,1-2-6 0,-1 2-5 0,0 2 0 15,0-2 0-15,3 2 1 0,-1 4-7 16,-1-3-7-16,2 1 0 0,-3 1-7 0,2 0-1 16,-1 4-1-16,-1-5-2 0,-2 4 1 15,2-2-4-15,-2 0 3 0,-1-1-3 0,0 0 0 16,-2-2 0-16,0 3 2 0,-1-4 3 0,0-2 1 15,-2 0 1-15,0-1 1 0,0-2-2 16,0-1-3-16,-2-3 1 0,0 1 1 0,-1-2-5 16,2-1-8-16,-3-1-5 0,1-1-20 15,-2-1-44-15,-1-1-81 0,2-1-94 0,-3-3-115 16,1 0-131-16,-1 0-186 0,1-2-213 0,-2 0-59 16,0-2 136-16,0 1 260 0,-1-2 253 15</inkml:trace>
  <inkml:trace contextRef="#ctx0" brushRef="#br4" timeOffset="-153538.39">19237 11323 193 0,'-5'9'392'0,"4"-1"161"0,-1-1 93 0,0 2-167 16,2 0-118-16,0 0-50 0,2-1-3 0,0 1 1 16,2-2-9-16,-1 1-10 0,2 0-23 15,0-3-31-15,1 1-42 0,-1-1-35 0,3-1-7 16,0-1-27-16,-2-1-21 0,2-1-22 15,1-1-6-15,1-1-5 0,0-1-28 0,2-2-9 16,-1-1-8-16,5-1-8 0,-3 0-7 0,-1-2-3 16,2-2 3-16,1 1-5 0,0 1-9 15,-3-1-37-15,0 1-111 0,-2 0-147 0,-2 2-232 16,-2 2-283-16,3-1-263 0,-2 3-135 16,-4-2 241-16,0 4 428 0</inkml:trace>
  <inkml:trace contextRef="#ctx0" brushRef="#br4" timeOffset="-150415.14">25846 12634 15 0,'-2'0'245'15,"1"0"149"-15,-3 2 148 0,3-2-15 16,-1 1-122-16,1-1-76 0,1 0-43 0,-2 0-35 16,2 0-33-16,-2 0-26 0,2 0-32 0,0 0-28 15,0 0-10-15,0 0 10 0,0 0 11 16,0 0 9-16,0 0-1 0,2 0-8 0,-2 0-21 15,2 0-31-15,-2 2-28 0,0-2-30 0,1 0-21 16,-1 1-11-16,3-1-5 0,-1 1-1 16,1-1 0-16,1 4 6 0,0-3 4 0,2 0 29 15,1 1 16-15,-1 1 9 0,2 1 3 0,1-2 3 16,-1 1 3-16,2 0 3 0,2-1 4 16,0 2 0-16,0-1 1 0,2 1-4 0,-1-3-3 15,3 0-28-15,-2 1-20 0,3 0-8 16,-2-1-7-16,2-1-2 0,-2 0-1 0,0 0-1 15,0 0 0-15,-2-1 2 0,0 1 0 0,0 0-1 16,-4 0-1-16,-1 0-2 0,0 0 5 16,2 0-3-16,-6 0-1 0,3 0 4 0,-2 0-5 15,-1-2 1-15,0 2-1 0,2 0 0 16,-3-2 1-16,0 1-3 0,0 0 16 0,2-3 8 16,-2 1 14-16,2-1 16 0,1 4 6 0,-1-5 8 15,0 2-6-15,-1-3 21 0,0 1 6 16,1 1-11-16,-2-2 1 0,3 0-6 0,-5 0-6 15,4 0-27-15,-2 1-20 0,1-1-6 16,0 0-6-16,0-1-5 0,0 1-1 0,1-2-2 16,-1-1 3-16,0 2 3 0,1-2 1 0,-1-1 0 15,1-1 0-15,-2-1 0 0,3 3 0 16,-1-6 0-16,-2 3-2 0,2-2 1 0,-2 0 3 16,2 0 6-16,-2 1 12 0,1-3 4 0,0 3 3 15,-1-1 1-15,0 0-1 0,1-2-8 16,0 2-11-16,0 0-10 0,-1-1-4 0,2 1 1 15,1-1-1-15,-2-1 2 0,1 0 1 0,2 0 0 16,-2-3 3-16,4 1-1 0,-3-1 0 16,0 0 0-16,4-1-4 0,-1-2 3 0,-1 2-2 15,0-1-2-15,0-1 3 0,1 2 0 16,-2-1 2-16,-1 1 1 0,2-2 0 0,-2 5 0 16,-1-2-3-16,0 1 0 0,0 2-1 0,-4-3-2 15,4 1-1-15,-2 0 2 0,1 0-1 16,-2 1-1-16,2 1 1 0,-1 0-2 0,-2-1-3 15,3 1-2-15,0 2 4 0,0 0-1 16,0 1-3-16,1 0 1 0,0-1 3 0,-1 2-2 16,1 0 2-16,2 1-2 0,-3 0 4 0,1-1 0 15,1-1 2-15,-3 2 3 0,2 0-4 0,-2 1 3 16,1-2 0-16,-1 2 3 0,-1 0-1 16,-1-1-2-16,1 2 1 0,-2 1-1 15,0 0-2-15,0 1-2 0,0-2 2 0,-2 2-4 16,2 1 3-16,0-2-4 0,0 1 0 0,0-3 5 15,2 1-3-15,-2 0 3 0,1-1 0 0,4-1-2 16,-4 1 2-16,2-2 0 0,1-1-5 16,0 1 1-16,1-1-1 0,0 0 2 0,0 1 0 15,2-2-1-15,-2 3 0 0,0 1 3 16,0 3 0-16,-2-3 3 0,0 4 5 0,-1 2-4 16,1 1 7-16,-2 0 13 0,-1 1 9 0,2 0 2 15,-1 0-3-15,-1 1 3 0,0 1-6 0,0-2-11 16,0 2-8-16,-1 2-6 0,-1-2-3 15,1 1 0-15,1 3 0 0,-3-4 0 0,1 1 1 16,2 0 1-16,-1 1 1 0,1-1-2 16,-2-1-2-16,2 2-1 0,0-1-2 0,-1 2-3 15,1 0 0-15,0 1 1 0,-2 3 1 0,2-2 2 16,0 2 0-16,0 1 1 0,0 1 3 16,0 1 1-16,2 1-3 0,-2 0 1 0,0 3 1 15,1-2-1-15,-1 3-1 0,0 0-3 0,0 0 7 16,0 1-1-16,0 3 2 0,0-3 1 15,0 2 1-15,0 1-2 0,0 3 1 0,0-2 1 16,-1 0-1-16,-1 2 0 0,0 1 1 0,1 0 1 16,-1 0-1-16,1-1 0 0,-3 2-2 15,3-2 2-15,-3-1-2 0,1 1 2 0,2-1-2 16,-4 0 1-16,2-2 0 0,-2 1 1 16,4-1-1-16,-4-1 0 0,2 0-1 0,-1-1-2 15,1 1 0-15,2-3-2 0,-4 0 2 0,4 2-1 16,-2-2-1-16,-1-2 1 0,3 2-1 15,-3 0 1-15,1 0 0 0,2-1-2 0,-1 1-1 16,0-2 0-16,1 2 1 0,-2-2-2 16,1 3 0-16,-1-2-1 0,2-1 2 0,-3 0 0 15,1 0 2-15,2 0 4 0,-3 2-4 0,3-2 6 16,-2 1-2-16,-1-2-1 0,3 1-1 0,-2-2-1 16,1 1 2-16,-2-2-3 0,2 1 2 15,-1-1 0-15,1 0 0 0,-1 1-2 0,1-3 1 16,-1 4 0-16,2-3 0 0,-3 0-1 15,3 0 3-15,1 0-1 0,-2-1 0 0,1 1 0 16,-1-1 1-16,0-2 2 0,2 2-4 0,-2-2 0 16,0 0 1-16,0 0 1 0,-1 1-2 15,3-1-1-15,-3 1 2 0,0-1 1 0,0 3-2 16,-1-1-1-16,3 1 2 0,-3 1 1 0,1-2 0 16,-3 3-2-16,3-4 1 0,2 2-1 15,-3 0-1-15,3 0-1 0,-1 0 1 0,1-1 1 16,-1-2-2-16,0 1 1 0,2-2 0 0,-1 1-3 15,1-2-1-15,0 1 3 0,0-1 1 16,0-1-1-16,0 1 3 0,0 0-2 0,0-2-1 16,0 3 2-16,0-2 0 0,0 2-2 15,0-2-1-15,0 1 1 0,0 1 0 0,0 0 1 16,0-1-1-16,0-1 2 0,0 1-2 0,0-1 1 16,0 0 0-16,0 0-1 0,0-1 1 15,1-1-2-15,-1 2 2 0,0-1 0 0,0-1 0 16,0-1 0-16,0 2-2 0,0-1 3 15,0-1 0-15,0 0-1 0,0 1 0 0,0-1-3 16,2 0-1-16,-2 2 2 0,2-2-2 0,-2 2 3 16,1-2-1-16,1 1 3 0,-2 0-2 15,1 1 0-15,1 0 2 0,0-1-2 0,1 0-1 16,0 3 2-16,1-3 0 0,1 2-3 0,-2 0 0 16,4-1 3-16,-2 2 0 0,3-1-2 15,-1 1 0-15,1-2 1 0,2 3-2 0,1-2 2 16,0 0 0-16,2 1 3 0,1-2 0 0,-1 0 1 15,4-2 1-15,-1 2-1 0,3-2 0 16,-2-2 0-16,0 2-1 0,2-2 2 0,-1 0-3 16,1 1-1-16,-3-1-5 0,-1 1-47 0,0 0-63 15,-1 1-120-15,-5 0-177 0,5 1-297 16,-4 0-338-16,0 2-289 0,0 1-148 0,-2 0 338 16,0-1 605-16</inkml:trace>
  <inkml:trace contextRef="#ctx0" brushRef="#br4" timeOffset="-141717.08">869 11956 88 0,'-3'-5'176'0,"0"0"55"16,1-2-87-16,2 1-57 0,0-1-29 0,0 1-6 16,0 6 10-16,2-4 15 0,-2 4 21 15,0 0 22-15,0 0 23 0,0 0 21 0,0 0 11 16,0 0 5-16,0 0 10 0,0 0 4 15,-5 0 12-15,-1 4 22 0,0 1 38 0,1 1 48 16,3 0 34-16,-1 0 23 0,3-6-7 16,0 0-28-16,2 5-55 0,-2-5-66 0,0 0-59 15,0 0-55-15,0 0-43 0,3 3-30 16,-3-3-15-16,5 4-6 0,2-3-4 0,1-1 7 16,3-1 4-16,5-1 3 0,0 0 34 15,6-2 25-15,3 0 18 0,4-4 50 0,4 1 27 16,2-5 6-16,3 4-19 0,4-3-16 15,1 0-11-15,4 0-40 0,1 0-23 0,1-2-15 16,0 1-11-16,0-1-3 0,3 2-4 0,-1 1-5 16,1-2-3-16,2 0 0 0,-2 1-2 0,5 0-7 15,-2 1-6-15,2 1 2 0,0 0 2 0,1 0-5 16,0 3-3-16,2 0 2 0,0 0 0 0,3 2-4 16,3-1-6-16,-1 1 5 0,-2 0 3 0,2 1 1 15,-2 0 1-15,1-2 7 0,-1 1 5 0,0-1 6 16,2 0 5-16,-2-1-3 0,1 0-1 15,0 0-6-15,4-1 3 0,-2-1-4 0,4 1-4 16,-2-3 9-16,2-1 1 0,2 2 1 0,-4-3-8 16,2 0-2-16,3 0-1 0,-2 0-4 15,0-1-1-15,5-1 0 0,0 2 0 0,4-2 0 16,0 2-2-16,0 1-4 0,-1-1-3 0,0-1-1 16,0 3 0-16,-1-2 4 0,-1 1 4 15,-1-1 3-15,0 1 2 0,2-2 2 0,-1 0 0 16,-1-2-2-16,-2 1-4 0,-1 0-2 0,0-3-2 15,-2 2-2-15,-5 0-1 0,-1-2 1 0,-2 0-2 16,-3 2 2-16,-1 0-1 0,-2-1 1 16,-2 3-2-16,-1-3 0 0,-4 5-1 0,-2-1 0 15,-1 1-2-15,-7 1 0 0,-2 1 0 16,-5 3-1-16,0 0-1 0,-7 2-1 0,-3-2 1 16,-4 3-1-16,-3 1-1 0,-3 1 0 0,-4-2 1 15,-2 1 0-15,-3 2 0 0,0 0-1 16,-2 0-10-16,-2 5-22 0,-6-2-42 0,0 4-81 15,-4 2-147-15,-5 1-271 0,0 6-314 0,-3 0-381 16,-3 1-386-16,-6 2-30 0,-2 0 687 16</inkml:trace>
  <inkml:trace contextRef="#ctx0" brushRef="#br4" timeOffset="-121149.11">4488 14136 116 0,'5'-2'395'0,"0"1"230"16,-4-1 235-16,-2-2-40 0,-1 1-172 0,-1-2-109 15,1 0-76-15,-3 0-65 0,2-2-89 16,-3 0-77-16,2 1-52 0,0 1-28 0,0 1 1 16,0 0 7-16,1 0 13 0,0 2 8 0,1 0-6 15,2 0-22-15,-1 2-34 0,1 0-31 16,0 0-32-16,0 0-25 0,0 2-15 0,0-2-13 15,0 2-3-15,1-2-1 0,1 2 2 16,-1 0-1-16,1 1 0 0,1 0 2 0,2 1 3 16,-2 1-4-16,1-3-2 0,0 2 1 0,2-1 0 15,-1 1-4-15,0 0-2 0,1-1-31 16,1 0-60-16,2 0-81 0,-3-2-143 0,2 2-239 16,2 0-317-16,1 0-298 0,0 0-211 15,3 0 50-15,-1-1 525 0</inkml:trace>
  <inkml:trace contextRef="#ctx0" brushRef="#br4" timeOffset="-120444.89">6985 13857 43 0,'0'7'365'0,"0"-2"261"0,-2 3 262 15,2-1 73-15,-2 0-235 0,2 1-189 16,0-1-125-16,0 1-90 0,2-2-95 0,-2-2-87 16,2 2-64-16,-1-3-37 0,-1 0-20 15,2 0-5-15,0-1-4 0,-1-2 7 0,-1 0 13 16,0 0 14-16,0 0 17 0,0 0 12 0,0 0 35 16,0-2 48-16,0 2 48 0,0 0 14 15,-1 0-5-15,-1-5-11 0,2 4-33 0,-2-2-45 16,-1 0-50-16,1 2-28 0,1-1-19 0,-1 0-12 15,-2 2-8-15,2 0-9 0,-1 0-34 16,-2 4-65-16,1 2-74 0,-3 1-153 0,-2 6-259 16,1 1-315-16,-2 6-313 0,-4 2-216 15,1 4 47-15,-1 4 580 0</inkml:trace>
  <inkml:trace contextRef="#ctx0" brushRef="#br4" timeOffset="-119145.53">3875 18198 44 0,'6'-2'211'0,"2"1"90"0,1-1 96 16,1 1-130-16,3-1-88 0,1-1-30 0,0-1-19 16,5 1 19-16,0-3 6 0,5 1-3 0,1 0-9 15,4 2 31-15,1-4 20 0,1 2-23 0,1-1-20 16,1 2 57-16,0-2 33 0,2 0-38 0,0 2-22 16,4-1-10-16,-4-1-6 0,3 2-6 15,0 0-3-15,1-1 13 0,-1-2 5 0,0 3 34 16,2 0 5-16,1-1-68 0,-1-1-40 0,1 1-29 15,1 1-22-15,-2 0-29 0,3-1-18 0,2-1 8 16,-2 2 4-16,4-2 3 0,0 0-4 0,0 0-7 16,-1 2-5-16,3-5 11 0,-2 4 9 15,4 0-3-15,-2-2 4 0,0 2 1 0,0 0 3 16,0 1-27-16,3 0 26 0,0 1 12 0,3 0 2 16,-2-2 0-16,4 2-1 0,-2 0 13 0,2 0-22 15,0 2-9-15,-2-1 1 0,2 1 0 0,0 1-8 16,0 0 1-16,-2-1-9 0,2 1-2 0,-3-2 1 15,3 2-4-15,0-2-6 0,0 1-6 16,1 0-5-16,-1-1-4 0,1 0 9 0,-2 0 4 16,-1 2 12-16,2-3 4 0,-2 3 7 0,1-1 4 15,-2 0-11-15,-1 1-5 0,-1 0-1 0,-1 0-2 16,1 1 1-16,-3 0-1 0,1 2-5 16,-2-3 6-16,-2 4-3 0,0-2 5 0,-3 0-8 15,-1 0 3-15,-4 0 1 0,0-1 0 0,-1 0-1 16,-4-1-1-16,0 2-2 0,-1-2-4 0,-2 0-1 15,0 1 3-15,-2-1 2 0,1 0-3 16,1 0 2-16,-2 0 2 0,1 0 36 0,-1 0 35 16,1-1 20-16,-1-2 7 0,2 0 9 0,0 0-3 15,0-2-29-15,0 0-40 0,0 0-18 0,2-3-10 16,-1 2-10-16,1-2-3 0,0 1-1 0,-1 0 7 16,1-1 2-16,-2-1-2 0,0 2 4 15,-2 0 1-15,-1 2-4 0,-3-1 1 0,0 4-3 16,-2-3 0-16,-2 3-3 0,-2 0 1 0,-4 0 2 15,0 2 0-15,-4 0 2 0,1 2 2 0,-5-2 2 16,-1 2-1-16,0-1 0 0,-3 0 1 16,-1 4-3-16,-1-5-2 0,0 2 7 0,-1 2 5 15,-1-1 0-15,-3 1-5 0,3 0-25 0,-4-1-56 16,1 2-59-16,-1-1-77 0,-2 0-143 0,-1-1-190 16,-1 2-290-16,-1-2-234 0,0 0-217 15,1 0-23-15,-4-2 419 0,-2-2 477 0</inkml:trace>
  <inkml:trace contextRef="#ctx0" brushRef="#br4" timeOffset="-117699.08">4718 14164 121 0,'3'9'263'0,"2"2"111"0,-1 1 0 0,2 1-79 16,-1 0-57-16,0 4-31 0,1 0-12 0,2 2 5 15,0 2 6-15,0 1 19 0,3 3 16 16,0 0 6-16,0 3 12 0,3-2-15 16,-1 3-25-16,0 1-10 0,4 1 0 0,0-2-16 15,-1 5-7-15,2-1-2 0,-1 0-4 0,2 2-31 16,-3 1-33-16,1-3-21 0,1 3-28 0,-1-1-14 15,0 1-6-15,-1 2-4 0,3 1-4 16,-3-2-4-16,1 5-10 0,-2-4-15 0,2 3 1 16,-1-1-4-16,0-1-3 0,-2 2 4 15,2 0 2-15,-2 0 1 0,0 0-9 0,1 0-1 16,0 0-1-16,-2-1-2 0,1 1 1 0,-1 0-2 16,1-1 3-16,0-1 0 0,-1 0 1 15,-1 0-1-15,1 0-5 0,0-1 3 0,-1-1-5 16,1 1 3-16,0-2-3 0,-2 0 2 0,1 0 2 15,-2-2 2-15,1 1 3 0,0-3 0 16,-1 0 0-16,-1 0 1 0,2-2 1 0,0 0-2 16,-1-2 1-16,-1 1-2 0,1-4 0 0,-2 2 1 15,0-1-1-15,1-1-3 0,-1-1 0 0,0 0 0 16,-2 0 0-16,3-1-1 0,-2 1 1 16,1 0 4-16,-2-2-1 0,2 1-1 0,-2-1 2 15,-1-1 2-15,2 0-4 0,-1-1 0 0,0 1-1 16,0-1-1-16,-1 0 3 0,0-1 2 0,1 1 1 15,2-2-2-15,-3 0 1 0,0 0 2 16,-1-1-4-16,1 1 0 0,0 0 2 0,1 0-1 16,-3 0 1-16,2-1 0 0,0 2-2 0,0-1-1 15,-2 1 0-15,3 0 5 0,-1 3-3 0,-1-1 1 16,1-1 4-16,-2 0-3 0,2 3-4 0,2-2-1 16,-1 0 2-16,-2 1-1 0,1-1-5 15,2 0 1-15,-1 0 4 0,-1 2 2 0,2-2-1 16,0 1-4-16,1-1 2 0,-3 0 2 0,2 0-6 15,1 0 0-15,-3 1-2 0,3-2 1 0,-3 1 3 16,3 0-4-16,-2 0 5 0,0 0 1 0,1 0 2 16,-1 0 2-16,0 0-1 0,-1 0 5 15,1-1-1-15,1-1-15 0,-2 1-5 0,1-3-9 16,-2 2-4-16,1-4-4 0,0-2 1 0,-2 1 11 16,2-2 8-16,-2-2 7 0,0 1 1 15,2 0-1-15,-4-4 1 0,3 3 3 0,-3-1-3 16,1-1-4-16,-1 1-6 0,1-1-20 0,-2 3-31 15,0-3-51-15,-2-1-59 0,1 1-64 0,-2-1-82 16,1-2-84-16,-1-2-79 0,1-2-79 16,-1-1-174-16,-3-1-67 0,3-4 76 0,-2-2 190 15,0-2 208-15</inkml:trace>
  <inkml:trace contextRef="#ctx0" brushRef="#br4" timeOffset="-116959.15">5981 17697 221 0,'5'-10'364'16,"-2"-1"158"-16,0-3-1 0,-2 1-82 0,1-5-51 16,1 1-32-16,-1-2-14 0,1-1-9 15,0-1-14-15,0 0-20 0,1-3 0 0,-1 0-45 16,0-1-35-16,3-2-36 0,0 0-36 0,-1-3-32 16,3-4-42-16,1 0-13 0,-1-1-1 0,2-5-7 15,0-1-5-15,2 0-6 0,1-4-9 16,-1-2 0-16,3 0-20 0,-1 0-7 0,0-3-4 15,2 1-1-15,-2 0 4 0,2-1-3 0,-2 1 4 16,2 2-3-16,-2-3-1 0,3 2-2 0,-4 2-4 16,0-1-2-16,3 2 3 0,-2 0-1 0,-2 1-2 15,1-3 0-15,1 3 2 0,-2-2-1 0,0 0 2 16,-1 1 4-16,0-2 6 0,3-1 3 16,-4-2 3-16,3 0 4 0,-1-3-4 15,-1-1-2-15,1 1 0 0,0-1-7 0,-1 1-4 16,0 1-2-16,0 0 0 0,-1-1-7 0,2 1-1 15,-1-1 6-15,1 0 3 0,0 3 2 0,-1 0 1 16,2-1 7-16,-2 0 0 0,0 0-1 16,3 0-4-16,-3 0-3 0,2 2 1 0,1-2-3 15,-1 1-2-15,1 1-1 0,-1 1-3 16,2 0 6-16,0 0 1 0,-1 0 2 0,0 0 3 16,2-2 3-16,-2 0 5 0,2 0-5 0,2-4-3 15,0-2-4-15,0-1-5 0,1-2-2 16,1 0-12-16,-2-4-18 0,2 3-28 0,1-2-61 15,-4 4-88-15,-1-1-110 0,-2 4-110 0,0 5-131 16,-6 5-234-16,0 6-142 0,-4 7 34 16,-3 4 198-16,-2 7 260 0</inkml:trace>
  <inkml:trace contextRef="#ctx0" brushRef="#br4" timeOffset="-115773.21">5873 18292 113 0,'2'0'364'16,"-1"0"198"-16,1 0 144 0,1 0-143 0,-1-1-173 16,-1 1-103-16,3 0 6 0,-1 0 23 0,3-2 53 15,0 0 13-15,2 0-1 0,0-2-32 0,0 2-79 16,5-1-67-16,-2-2-75 0,3 2-45 0,0 0-36 15,2-1-15-15,0 1-13 0,1-1-6 0,1-1-6 16,2 0-2-16,-1-1 0 0,2-1-5 0,-1 2-2 16,2-3 1-16,-1 1 0 0,1 0 0 15,2-2-1-15,-2 0 0 0,0 0-6 0,0-1-21 16,0-1-71-16,-4-2-117 0,2 1-145 0,-4 1-203 16,2-1-289-16,0 0-244 0,-3-3-47 0,-1 2 269 15,-3-1 384-15</inkml:trace>
  <inkml:trace contextRef="#ctx0" brushRef="#br4" timeOffset="-115275.08">6393 17535 98 0,'0'4'416'0,"-4"0"244"0,2 1 152 15,2-2-83-15,0 0-307 0,0-1-178 0,0-2-113 16,2 3-67-16,2-3-31 0,1 0-14 0,2 0-6 16,-1-3-1-16,2 3-4 0,3-2 0 0,0-4-4 15,1 3-1-15,1-1 2 0,-2-1-2 16,3 0-29-16,-1 1-61 0,1 1-82 0,1-1-137 16,0 2-256-16,-2 2-159 0,3 2-14 0,-2 2 139 15,-1-1 216-15</inkml:trace>
  <inkml:trace contextRef="#ctx0" brushRef="#br4" timeOffset="-110000.15">29671 12627 130 0,'6'3'336'0,"-3"-2"140"0,0 2 96 0,-1-1-198 16,1-1-168-16,2 1-100 0,0-1-53 0,-1 0-26 15,2 1-13-15,1 0-8 0,1-1-2 16,0 0-2-16,1-1-2 0,-3 0 2 0,4 0-2 16,-4 0-6-16,3 0-16 0,-2 0-24 15,-2-1-44-15,0 0-83 0,-2 1-184 0,-2 0-101 16,-1 0-2-16,0 0 79 0,0 0 121 0</inkml:trace>
  <inkml:trace contextRef="#ctx0" brushRef="#br4" timeOffset="-109799.14">29996 12618 48 0,'7'3'239'0,"-1"-2"112"0,0 2 93 0,-1-1-129 16,0 1-135-16,-2-2-84 0,2 2-46 0,-1-1-24 16,1-1-20-16,3 1-22 0,-3-1-27 15,1-1-39-15,1 0-68 0,0 1-110 0,-1-1-88 16,-1 0 2-16,2-1 60 0,1 1 88 0</inkml:trace>
  <inkml:trace contextRef="#ctx0" brushRef="#br4" timeOffset="-109590.09">30415 12603 27 0,'5'1'203'16,"0"1"93"-16,-2-2 79 0,2 0-109 0,-1 0-106 15,1-2-66-15,3 1-32 0,-2 0-26 0,1-1-16 16,1-1-13-16,-1 1-7 0,1-2-13 15,0 2-18-15,0 2-36 0,1-5-64 0,0 4-98 16,-1 1-86-16,1-2 3 0,-1-1 53 0,-2 2 78 16</inkml:trace>
  <inkml:trace contextRef="#ctx0" brushRef="#br4" timeOffset="-102241.1">3253 11991 246 0,'0'4'490'0,"0"1"182"0,0-2 87 0,-1 0-253 15,1 0-251-15,0-2-134 0,1 1-72 16,1 0-37-16,4-1-17 0,2 0-10 0,5 1 3 16,3-1 6-16,6 1 33 0,3-2 19 0,7-2 59 15,4 1 71-15,7-2 36 0,7 0 38 0,6-1 49 16,5-3 19-16,9 1-38 0,6 0-52 16,6-1-13-16,7-1-28 0,4 0-66 0,3 1-39 15,3 1-17-15,1-1-10 0,0 2-24 16,3-2 19-16,6 1 17 0,-1 0 2 0,4 0 68 15,0-2 30-15,0-1 14 0,-1-1-23 0,1-4-6 16,2 1 2-16,0-8-55 0,0 2-28 0,0-3-21 16,-4-3-7-16,-2-1-13 0,-2-1-12 15,-5 2-4-15,-5-2-5 0,-4 1-1 0,-3 4-3 16,-7-1-1-16,-6 2-4 0,-7 2 0 16,-4 3-1-16,-8-1 0 0,-5 3 1 0,-6 0-19 15,-7 5-75-15,-5 1-91 0,-9 0-158 0,-6 3-271 16,-5-1-327-16,-6 3-365 0,-5 2-190 15,-9 1 142-15,-4 1 624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14:13.899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2306 1621 44 0,'-3'-4'347'0,"-2"0"264"0,-2 0 305 16,0 2 112-16,-1-2-237 0,-3 1-157 0,0-1-79 16,-2 2-32-16,1 2-94 0,-1-3-96 0,0 3-70 15,-1 3-44-15,0-3-53 0,-3 2-63 0,2 4-39 16,-2 0-28-16,-2 1-17 0,3 4-10 0,-2 1-6 15,0 2-4-15,2 5-5 0,0 4 4 0,1 0 2 0,3 4 0 16,0 3 1-16,4 3 0 0,3 4 4 0,0 0 2 16,2 5 1-16,3-1-2 0,2 5 1 0,1-3 5 15,0-1 0-15,4 1 1 0,-1-5 0 0,3-1 2 16,1-4-1-16,1-2-5 0,1-3-2 0,3-1-3 16,-1-5 0-16,2 0 0 0,1-4-1 0,1-2 2 15,1-5 0-15,1 0 2 0,1-1-7 0,1-4-4 16,0-2 0-16,0-2-5 0,2-4-4 0,-1 1 0 15,1-4-1-15,-3-1-36 0,1-2-56 0,0 1-58 16,-2-2-117-16,-2 0-173 0,-1-3-274 0,-1 2-278 16,0-1-233-16,-2 0-146 0,0-2 298 0,-1 1 517 15</inkml:trace>
  <inkml:trace contextRef="#ctx0" brushRef="#br0" timeOffset="577.03">2741 1774 121 0,'-3'-5'328'0,"1"-1"178"0,-3 1 186 0,2 0-111 15,-3 2-71-15,3-1-16 0,0 2 1 0,-2-1-31 16,2 1-57-16,1 0-43 0,1 0-41 0,-1-1-30 16,0 3-18-16,1 0-15 0,-2 0-19 0,0 1-37 15,0 1-32-15,-2-2-37 0,3 2-40 0,-1-1-33 16,0 2-21-16,0 0-9 0,-1-1-12 0,1 5-7 15,0 1-5-15,-3 0-4 0,3 3 1 0,1 5-4 16,1 2 2-16,-1 6 1 0,4 2 3 0,-1 6 2 16,3 2-2-16,3 5 2 0,1 2 0 0,3 1 7 15,3 1 0-15,1 0 4 0,2-5 0 0,2-1-1 16,2-5-2-16,2-6-8 0,0-5-1 0,2-8-4 16,3-5-1-16,-1-7-1 0,2-5 2 0,-1-10 3 15,0-4 1-15,-1-6 5 0,-3-6-8 0,-2-3-2 16,0-3-3-16,-4 0-3 0,-2-1-2 0,-5 1-5 15,1 0 8-15,-5 3 3 0,-4 2 6 16,0 4 1-16,-6 2 1 0,-2-2 0 0,-3 4 1 16,-4 0 3-16,-3 2 0 0,-4-1-1 0,-3 3 0 0,0-1-1 15,-3 6-6-15,-2-1-10 0,0 3-5 0,2 4-4 16,-2 4-2-16,3 4-5 0,0 4-1 0,1 5-8 16,1 3-29-16,2 4-55 0,3 3-67 15,1 4-107-15,4-1-164 0,2 1-272 0,2 3-293 16,3-2-238-16,4 0-136 0,-2-1 255 0,6 1 539 15</inkml:trace>
  <inkml:trace contextRef="#ctx0" brushRef="#br0" timeOffset="1127.89">3178 1660 63 0,'3'9'258'0,"0"-3"119"0,3 3 125 16,2 3-76-16,0 2-87 0,2 2 4 0,2 4 51 16,1 1 59-16,2 3 15 0,2 1-23 0,-2 3-49 15,1-2-71-15,0 4-78 0,-2-2-71 16,0 2-57-16,-1 0-32 0,-1-4-19 0,-2 1-13 15,1-1-12-15,-3-2-9 0,3-2-8 0,-6 1-46 16,1-4-80-16,-4-1-133 0,0-3-134 0,-2-1-254 16,-2-3-273-16,0-4-203 0,-1-3 15 0,-2-4 318 15,-1-4 349-15</inkml:trace>
  <inkml:trace contextRef="#ctx0" brushRef="#br0" timeOffset="1460.41">3283 1496 129 0,'8'-5'316'0,"-1"-1"140"0,-1 3 133 0,5-1-161 16,-1 2-93-16,1 0-23 0,4 4 27 0,0-1 44 16,2 4 8-16,2-1 15 0,5 4-13 0,-1-1-39 0,3 4-50 15,0-2-69-15,3 4-40 0,-1 2-34 16,0 0-29-16,0 3-18 0,1 0-18 0,-1 2-9 15,0 1 13-15,-1 0 4 0,-2 1-3 0,1 1-3 16,-4 1 0-16,0 0-3 0,0 1-25 0,-6 1-11 16,1 0-8-16,-4-1-4 0,-2 1-5 15,-3 2-3-15,0 0-3 0,-5 2-14 0,-3-3-8 16,-1 2-8-16,-4-1-6 0,-2 1 2 0,-1-4 0 16,-6 2-3-16,0-3-1 0,-5 0 3 0,-1-1-16 15,-3-4-51-15,-4 2-57 0,-1-4-74 0,-4-1-144 16,-1 0-222-16,-5-3-303 0,1 0-258 0,-3-1-215 15,-3-3 16-15,-1 0 479 0</inkml:trace>
  <inkml:trace contextRef="#ctx0" brushRef="#br0" timeOffset="1987.97">1581 2964 137 0,'-3'7'320'0,"-1"2"128"0,3-1 90 16,2-1-217-16,4 0-132 0,3-1-42 0,3 2 28 15,7-3 71-15,5 2 83 0,6-3 78 0,4 0 63 16,3-1 9-16,5-3-46 0,5 0-66 0,5-3-67 16,4-1-29-16,8-2-32 0,5-4-28 0,7 0-7 15,7-4-16-15,6 1-17 0,2-3-30 0,5-1-37 16,5-2-25-16,1 2-17 0,5-1-13 0,2-1-4 15,1 3-12-15,0-3-2 0,0 2 0 0,-3-1-8 16,-4 0 0-16,-2 2-6 0,-3-1-5 0,-4-1-2 16,-1 3-7-16,-5-3 0 0,-4 2-5 0,-5 1 9 15,-2-2 4-15,-7 2 2 0,-4-2-1 16,-5 4-1-16,-5-1-1 0,-5 2-8 0,-6 1 0 16,-6 0-4-16,-7 3 0 0,-4 1 0 0,-6 3 2 15,-7-1 2-15,-3 2 1 0,-2 0 0 0,-4 2 0 16,-5 1-10-16,-3 1-30 0,-6 2-65 0,1 2-62 15,-5-1-96-15,-2 2-155 0,-3 2-224 16,-1-1-296-16,3 4-222 0,-3-3-191 0,-1 4 115 16,2-4 481-16</inkml:trace>
  <inkml:trace contextRef="#ctx0" brushRef="#br0" timeOffset="3795.58">4333 1266 203 0,'-1'1'382'0,"-1"-1"194"16,-2 2 129-16,2-1-58 0,-1 0-35 0,1 1-45 15,1 1-53-15,-1 2-75 0,0-3-97 0,1 4-95 16,-1 1-51-16,2 5-24 0,-1 1 5 0,1 4 21 16,0 2 14-16,0 4-5 0,1 0-28 0,1 5-26 15,1-1-40-15,0 1-38 0,2 5-28 0,1-3-18 16,0 3-6-16,1 0-9 0,1 2-1 0,-2-1 0 16,5 1-4-16,-3-2-2 0,3 0-3 0,0 1 1 15,0-4-1-15,0 2-3 0,2-4 7 0,-2 2 5 16,1 0 1-16,1-5-1 0,1 0-3 15,-1-3 2-15,0 0-9 0,3-3-5 0,-2-3-2 16,2-2 0-16,1-2-1 0,-1-4 1 0,4-1 4 16,-2-2 0-16,1-5-6 0,0-2-15 0,-2-2-39 15,4-2-49-15,-4-5-51 0,2 0-73 16,-3-4-142-16,1 0-151 0,-1-2-267 0,0-2-234 16,-2 0-220-16,0 1-18 0,-2-3 399 0,0 1 438 15</inkml:trace>
  <inkml:trace contextRef="#ctx0" brushRef="#br0" timeOffset="4097.96">4283 1236 90 0,'3'-3'351'16,"-1"2"176"-16,1-3 156 0,4 3 11 0,3-1-144 16,1 2-66-16,6-1-23 0,1 1-1 0,4 0-51 15,5-3-87-15,1 3-67 0,1-2-60 0,2 2-49 16,1 2-42-16,-2-2-24 0,0 3-8 0,0-2-27 16,0 1-20-16,-2-1-6 0,1 3-8 0,-1-2-2 15,-4 2-7-15,2-2-2 0,-3 2-4 0,-1 0-14 16,-1 0-30-16,-4 1-100 0,-2-1-145 0,-3 1-194 15,-4 0-292-15,-1 1-268 0,-4 3-186 0,-2-4 162 16,-2 0 434-16</inkml:trace>
  <inkml:trace contextRef="#ctx0" brushRef="#br0" timeOffset="4335.93">4376 1635 163 0,'2'10'390'0,"-1"1"177"0,4-3 185 0,1 2-98 16,2-2-115-16,0-2-59 0,6-2 5 0,0 0-21 15,4-1-75-15,1-3-87 0,3 0-81 0,3-3-56 16,-1 1-68-16,1-3-39 0,2 0-29 16,2 1-12-16,-2-1-9 0,1 1-2 0,0-1-2 0,2 2-7 15,-1 0-28-15,-2 0-103 0,-2 2-171 16,1 1-294-16,-3 1-267 0,1 2-262 0,-3 3-131 15,-1 3 297-15,0 0 497 0</inkml:trace>
  <inkml:trace contextRef="#ctx0" brushRef="#br0" timeOffset="5770.05">5897 4614 174 0,'-8'-5'540'0,"-5"-2"343"0,1 2 233 15,-2 0-105-15,-2 3-288 0,3-2-105 0,-1 3-81 16,-2 0-93-16,3 1-95 0,-4 0-66 0,3 0-58 16,-2 1-73-16,0 2-51 0,-1 0-29 15,2 0-17-15,1 1-12 0,0 1-8 0,0 1-6 16,3 0-4-16,0 1-4 0,1-1-6 16,2 1-5-16,2 0-4 0,0 4-3 0,3-1-1 15,1 4 0-15,2 2-1 0,3 1 1 16,5 4 1-16,0-1 0 0,3 3 1 0,3 0-1 15,2 1 2-15,5 0-8 0,1 3-4 0,2-2-1 16,3 2-3-16,1 0 6 0,2 0 2 0,0 0 9 16,0 2 2-16,0-2 3 0,0 1 1 15,-3 0-6-15,-2 0-5 0,0-3-1 16,-5 1-1-16,-2-2 0 0,-3-2 1 0,0 1 1 16,-5-2 2-16,-4-2 1 0,0 1 3 0,-4-1 0 15,-4-2 1-15,-4 4 1 0,0-3-1 0,-4-1 0 16,-4 2 0-16,0-2 0 0,-2-2-2 15,-1-1-3-15,-4 0-1 0,-1-1-2 0,-2-4-7 16,-1 1-10-16,-2-6-30 0,2 0-69 16,-3-4-71-16,-1-4-139 0,2-5-202 0,0-5-314 15,0-4-326-15,2-6-230 0,1-3-75 0,1-6 463 16,0-2 573-16</inkml:trace>
  <inkml:trace contextRef="#ctx0" brushRef="#br0" timeOffset="6058.21">5608 4594 304 0,'6'2'668'0,"2"-2"242"0,-2 1 104 15,1 0-160-15,2 2-263 0,2-2-190 0,0 0-72 16,2 3-19-16,4-2-30 0,2 0-34 0,2 1-39 15,4-2-20-15,0-1-5 0,4 0-23 16,-1 0-26-16,2-1-39 0,0-2-20 16,0-1-16-16,0-1-25 0,0-1-14 0,0 1-7 15,-2-2-4-15,0 1-3 0,-1 0 1 0,-2-2-4 16,0 3-51-16,-1 0-64 0,-2 0-105 0,-1 1-173 16,-1 1-299-16,-2 3-333 0,-1 1-278 15,-1 3-155-15,1 2 273 0,-4 1 605 0</inkml:trace>
  <inkml:trace contextRef="#ctx0" brushRef="#br0" timeOffset="6771.96">6571 5192 304 0,'1'5'538'0,"1"-1"205"16,2-4 158-16,1-3-198 0,3-3-147 0,-1-2-83 0,3-4-42 15,0-3-52-15,3-6-64 16,2 0-49-16,0-6-25 0,5-2-17 0,2-5-7 16,-1-2-14-16,1-3-23 0,2-5-39 0,-1 1-34 15,0-4-32-15,0 3-25 0,-1-3-10 0,-1 1-1 16,-2 3 1-16,0 1-3 0,-3 2-2 16,-1 3-2-16,-2 5-3 0,1 0-5 0,-4 5-4 15,-2 4-4-15,0 2 0 0,-1 4-4 16,0 2-1-16,-2 3-2 0,-2 3-7 0,-1 3 2 15,1 0-6-15,-2 3-3 0,1 0-3 0,-2 1 3 16,4 2 2-16,-4 0-5 0,2 2 4 16,-2 4 10-16,3 3 8 0,-3 1 3 0,2 5 8 15,-1 3 7-15,1 5 7 0,-2 2 0 16,2 5-1-16,-1 2 1 0,1 4 0 0,-2 2-1 16,1 3-1-16,-1 4-5 0,-1 2-6 0,1 2-6 15,-2 1-5-15,1-1-7 0,-1-2-3 0,0 0-4 16,2-2-1-16,-3-4-2 0,2-2-1 15,-1-4-2-15,0-4 0 0,0-1-1 0,0-4 0 16,-1-4-4-16,3-1-11 0,-2-3-21 16,1-3-54-16,-3-1-78 0,1-3-149 0,0-3-258 15,1 0-316-15,-3-3-373 0,2 1-315 0,-3-5-35 16,2 2 650-16</inkml:trace>
  <inkml:trace contextRef="#ctx0" brushRef="#br0" timeOffset="7421.9">7491 5046 375 0,'0'6'1119'16,"-2"-2"423"-16,1 1-80 0,-1-2-264 0,0 0-508 15,1-2-249-15,1 1-151 0,-2 0-95 16,2-1-67-16,0-1-44 0,0 0-31 0,0 0-19 15,0 0-14-15,0-1-9 0,0 1-5 0,0-2-5 16,2-1-3-16,-2 1-2 0,0-2-2 16,1 2 1-16,1-1-2 0,0-1-6 0,-1 0-19 15,1 2-47-15,1-2-71 0,0 2-84 16,0-2-141-16,0 3-193 0,0 0-316 0,1-1-280 16,-1 2-198-16,-2 2-9 0,1-1 431 0,1-1 510 15</inkml:trace>
  <inkml:trace contextRef="#ctx0" brushRef="#br0" timeOffset="7997.91">8128 4309 223 0,'-3'-8'505'0,"-4"-1"292"16,1 2 241-16,0 3-184 0,1 1-189 0,-1 1-147 16,-1 2-107-16,-2 3-105 0,1 2-104 0,0 2-74 15,0 3-43-15,1 3-25 0,-2 2-13 0,3 6-8 16,-2 2 6-16,2 8 22 0,1 3 37 15,2 7 27-15,1 3 16 0,1 6 15 16,2 6-3-16,-1 4-25 0,4 4-34 0,0 0-26 16,1 3-19-16,6-3-23 0,-1-5-12 0,2-5-6 15,2-5-6-15,4-5-4 0,-1-8 1 0,2-6-1 16,2-8 0-16,4-7 3 0,-1-6 2 16,1-8 2-16,3-7-1 0,1-7 1 0,-1-7 0 15,-2-7-3-15,2-7 1 0,-2-2-2 16,-3-2 1-16,-1-2-2 0,-6 0 1 0,0 0-1 15,-7 1 0-15,-2 1 0 0,-2-1 0 0,-4 3 0 16,-4-3 0-16,-2 1-1 0,-1 1 2 0,-4-3 0 16,-2 2 0-16,-3-1-1 0,-2 0 0 15,-2 1 0-15,-1 3-3 0,-2 3 0 0,1 2-1 16,-1 3 1-16,1 5-3 0,-1 5 0 16,3 3-2-16,0 6-2 0,2 3-2 0,-1 6-5 15,0 5 1-15,2 6-1 0,-2 6 1 0,4 6-1 16,-2 5-13-16,2 2-23 0,3 4-44 0,-2 3-55 15,7 4-47-15,1 1-74 0,2 2-119 16,3 0-145-16,3-1-216 0,3 0-224 0,4-2-222 16,4-4-45-16,1-4 329 0,5-4 445 0</inkml:trace>
  <inkml:trace contextRef="#ctx0" brushRef="#br0" timeOffset="8513.91">9157 4209 307 0,'-11'7'601'0,"-2"0"254"15,1 4 165-15,-3 1-205 0,3 2-220 16,-1 1-147-16,-1 1-84 0,3 2-71 0,3 2-78 16,0 1-51-16,-1 2-14 0,4 5 10 15,2 2 19-15,1 0 7 0,1 4 0 0,2 3-20 16,2-1-29-16,1 5-35 0,2 0-30 0,2 1-22 16,0 0-18-16,1-3-13 0,5-2-7 15,-1-2-3-15,4-5-5 0,1-2 0 0,1-3-1 16,-2-5 0-16,4-3-4 0,-2-4-7 0,-2-5-6 15,2-2-8-15,-4-6-6 0,0-6-2 16,-2-4 2-16,1-7 7 0,-3-4 9 0,-1-3 8 16,-3-5 11-16,0-2 11 0,-4-2 9 0,0-3 8 15,-4-2 4-15,-1-2 5 0,-3-1-4 16,-1-3-3-16,-5-2-6 0,1-1-5 0,-4 2-7 16,0-4-3-16,-2 3-2 0,0 2-1 15,-2 2 1-15,-2 6-2 0,-2 5-1 0,-1 4-3 16,-3 6-2-16,-2 7-4 0,1 5-5 15,-5 6-2-15,-1 8-2 0,2 6-6 0,-3 3-13 0,1 7-31 16,3 5-60-16,0 2-61 0,3 6-103 16,3 0-161-16,-1 4-274 0,3 3-287 0,4 2-227 15,-2 1-165-15,1 2 224 0,3-1 547 16</inkml:trace>
  <inkml:trace contextRef="#ctx0" brushRef="#br1" timeOffset="14326.98">6241 5766 226 0,'2'0'416'0,"-2"1"199"0,2-1 97 0,-1 0-116 16,-1 0-85-16,0 1-45 0,0-1-41 15,2 2-47-15,-2-2-55 0,0 0-60 0,0 2-57 16,0-1-51-16,0 1-39 0,0 1-33 16,0 0-28-16,0 1-20 0,0 2-7 0,-2 1-2 15,2 1 0-15,0 0-1 0,0 2 6 0,0 2 3 16,0 0-1-16,0 1 8 0,0 3 5 15,0 0 24-15,0 4 12 0,0-1 18 0,0 5 7 16,0 0 8-16,0 2 4 0,2 2-16 0,-2-1-14 16,0 3-20-16,0 1-6 0,2 1-17 15,-1 0-15-15,-1 2-6 0,2 0-3 0,-1 1-5 16,1 3-1-16,-2-2-3 0,2-1 3 0,-1 2 5 16,1-1 6-16,-2 0 0 0,1-1-3 15,-1 1 1-15,0-4-5 0,0 1-8 0,0-1-6 16,0-4-3-16,0-1 1 0,-1-1 0 0,1-3 1 15,-2-1-1-15,2-1 2 0,-1-3 0 16,-1-2-1-16,0 0-2 0,2-4 1 0,-1-1 0 16,-1 0-2-16,1-2 3 0,-1-3 2 15,0 1 3-15,2-1 1 0,0-2 0 0,0 0 1 16,-1 1-4-16,-1-3-4 0,2 0 0 16,0 0-1-16,0-1 0 0,0 0-1 0,0-1 2 0,0 2 1 15,-2-2 3-15,2 0 3 0,0 0 4 16,0 0 5-16,0 0 1 0,0 0 4 15,-1 0 1-15,1 0 1 0,0 0 1 0,0 0 0 16,-2 0-2-16,2 0-5 0,-1 0-4 0,-2 0-4 16,0 0-4-16,0 0-4 0,-1 0-2 0,1 0 3 15,-2 0 1-15,0 0 2 0,1-2 0 16,-4 2 3-16,3 0 1 0,-1-1 0 0,-1 1 0 16,0-1-2-16,-1 1 1 0,0 0-1 15,-2-2 0-15,0 2-2 0,-2-2 0 0,1 2-2 16,-3 2-1-16,1 0-1 0,-4-1-1 15,-1 0-1-15,-2 3-2 0,-4 0 0 0,-1-1 1 16,-2 3-2-16,-3-2 2 0,-1 2-2 0,-4 0 1 16,0 2-1-16,-3-2-1 0,1 1 1 15,-3 0-2-15,0-1 2 0,0 0 1 0,-2-2 1 16,2 2 3-16,-1-3 2 0,1 1 2 0,1 0 0 16,-1-3 2-16,2 0 2 0,2-1 0 15,-2 0-1-15,2 0-2 0,1-1 1 0,-3 0-3 16,3-3-2-16,0 3-2 0,-2-1-1 0,2 1 0 15,0-1-2-15,0 1 2 0,0-2 3 16,2 3 0-16,0 0 1 0,0 1 1 0,1 1 3 16,2-1 0-16,3 2 0 0,2 0 3 15,1-1 0-15,1 1-1 0,3-2-1 0,0 1-1 16,1 1-1-16,3-2-1 0,1 1-1 0,2-1 0 16,0 0-1-16,1 1-1 0,2 1-2 15,2-2-1-15,0-1-2 0,2 2 0 0,1 0 0 16,2-2-1-16,-2 0 0 0,3 0 0 0,1 0 1 15,-1 0-1-15,1 0 1 0,-2 0 1 16,3 0 1-16,0 0 1 0,-2 0 2 0,2 0 0 16,-1 0 1-16,1 0 2 0,0 0-1 15,-2 0-2-15,2 0 0 0,-1 0 0 0,-1 0-2 16,2 0 0-16,-2 0-1 0,1 0-1 0,-1 0 0 16,2 0 0-16,-3 0 0 0,3 0-1 0,-2 0-1 15,2 0 1-15,0 1-1 0,-1-1 0 16,1 0-1-16,0 2 1 0,0-2-1 0,0 0-1 15,0 0 1-15,0 0-1 0,0 0 2 16,0 0-1-16,0 0 0 0,0 0 0 0,0 0 1 16,0 0-1-16,1 0 1 0,-1 0 0 0,0 0-1 15,0 0 1-15,0 0 0 0,0 1 0 16,0-1 0-16,0 0-1 0,0 0 1 0,0 0 0 16,0 0 0-16,0 0 0 0,0 0 0 15,0 0 0-15,0 0 0 0,0 0-1 0,0 0 1 16,0 0 0-16,0 0 0 0,0 0 0 0,0 0 0 15,0 0 0-15,0 0 0 0,0 0 0 16,0 0-2-16,0 0 1 0,0 0-1 0,0 0 0 16,0 0-1-16,0-1 0 0,0 1-1 15,0 0 0-15,0 0-1 0,0 0-5 0,0 0-12 16,0 0-12-16,0 0-18 0,2 0-19 0,0-2-42 16,-1 2-73-16,2 0-75 0,-1-1-120 15,0-1-171-15,1 0-303 0,0 1-300 0,1-2-199 16,-1 1-66-16,-1 1 365 0,-2-2 537 0</inkml:trace>
  <inkml:trace contextRef="#ctx0" brushRef="#br1" timeOffset="14964.25">4608 7227 110 0,'5'6'341'0,"-2"-1"176"0,-1 1 178 16,-1-1-64-16,1-1-79 0,0 0-38 0,-2 0-5 15,0-1-24-15,0-1-55 0,0-1-55 0,-2 2-7 16,2-1-8-16,0 0-30 0,-2-1-37 16,1 0-31-16,-2 1-42 0,-1-1-60 0,1 1-49 15,-3-2-33-15,2 0-21 0,-3 0-9 0,2 0-8 16,-3-2-7-16,1 1-8 0,-1-2-2 15,-2-2 1-15,2 2-4 0,-4-3-3 0,2 0 2 16,-4-2 1-16,3-1-2 0,-2-1-8 0,-1 1-4 16,3-1 2-16,-3-2-3 0,4 1 1 15,-1 1 3-15,2-3 11 0,-1 4 5 0,2-1-6 16,0 0 2-16,-1 0-10 0,1-1 0 16,1 2-6-16,1-1-2 0,0 0 4 0,0 1-4 15,1 1 3-15,0 1-2 0,2 0-2 16,0 1-2-16,-1 1 1 0,0 1-1 0,2 0 0 0,1 0 0 15,-1 2 0-15,1 0 0 0,1 0-1 16,-2 0 0-16,2 2 0 0,0 0 0 0,0-3-1 16,0 3 0-16,0 0 0 0,0 0-6 15,0 0 3-15,0 0-5 0,0 0-2 0,2 0-2 16,-2 0-1-16,1 0 5 0,-1 0-2 16,2 0 4-16,-1 0 2 0,3 0 2 0,2-1 2 15,-2 0 5-15,4-3 4 0,4 0 1 0,0-1 2 16,4 1 0-16,1 0-1 0,2-2-4 15,0-2-4-15,5 1-1 0,-1-2-2 0,4 0 0 16,-1-1 0-16,1-1 0 0,1 2 1 0,-1-2 0 16,0 1 2-16,0-1 0 0,-4 1 1 15,0 1 0-15,-1 0-2 0,-2 1 0 0,-2 2-1 16,-1-1-1-16,-1 1 0 0,-2 1-2 16,-3 1 1-16,-1 1-1 0,1 1-9 0,-5 2-17 15,1 0-47-15,-4 3-79 0,0 2-144 0,-3-1-231 16,0 5-309-16,-3 0-370 0,-2 2-345 0,-1 0-71 15,-3-1 579-15,-1-1 656 0</inkml:trace>
  <inkml:trace contextRef="#ctx0" brushRef="#br1" timeOffset="15780.06">1136 7521 41 0,'5'1'297'16,"-5"-1"216"-16,0 0 242 0,3 5 34 16,2-3-108-16,-3 5-88 0,1 1-69 0,0 5-70 15,-2 2-80-15,1 4-68 0,-2 6-17 16,1 4-9-16,1 7-18 0,0 5-16 0,-1 5-14 16,1 5-26-16,1 5-44 0,-3 2-42 15,0 6-32-15,0 0-30 0,0 3-18 0,0 2-11 16,0-1-10-16,0-2-6 0,0-2-3 15,-1-4 0-15,-1-3-5 0,2-4-5 0,0-8-3 16,2-6-3-16,-1-6-5 0,-1-7-27 16,2-4-61-16,-1-8-58 0,3-4-78 0,-4-10-128 15,6-5-177-15,1-12-234 0,2-3-232 16,-1-7-217-16,1-7-61 0,-1-4 292 0,-2-4 456 16</inkml:trace>
  <inkml:trace contextRef="#ctx0" brushRef="#br1" timeOffset="16029.85">1402 7701 222 0,'3'-8'492'0,"2"3"248"15,0 3 201-15,1 4-166 0,-1 3-184 0,2 5-120 0,-2 1-61 16,-5 4-64-16,0 6-72 0,0 3-50 16,0 5 13-16,2 4 12 0,3 7-6 0,3 2-12 15,-2 3-20-15,0 5-29 0,0 0-50 0,-1 6-40 16,-2 0-24-16,2 1-22 0,-1-1-13 0,-1 0-6 15,1-1-9-15,-1-5-3 0,2-2-9 0,-2-2-1 16,2-7-2-16,-2-1-2 0,1-5-1 0,-1-1-9 16,-2-7-25-16,-2-1-52 0,-1-7-59 0,-1 1-73 15,-5-6-150-15,0-3-174 0,-3-3-270 0,1-3-251 16,4-3-209-16,-6-3-46 0,-3-5 407 0,-5-2 457 16</inkml:trace>
  <inkml:trace contextRef="#ctx0" brushRef="#br1" timeOffset="16301.89">836 8393 185 0,'10'2'372'0,"-1"-2"137"0,2 2 141 15,-1-4-56-15,4 0-75 0,2-4-40 16,4-2 55-16,5-2-2 0,2-3-65 0,0 0-117 15,5-4-65-15,-1-2-47 0,2-1-86 16,4-1-39-16,1-1-18 0,0-3-37 0,1 2-23 16,-1 1-10-16,-3-3-4 0,0 2 0 0,-2 0-7 15,-1 2-3-15,-2 0 1 0,-3 3-2 0,-2 1-26 16,-3 4-47-16,-6-1-132 0,-1 6-177 0,-3-1-296 16,-4 5-291-16,-1 4-268 0,-5 3-119 0,-8 4 382 15,-4 2 521-15</inkml:trace>
  <inkml:trace contextRef="#ctx0" brushRef="#br1" timeOffset="16499.87">1166 8574 265 0,'18'4'453'0,"-1"-2"247"0,5-6 244 0,3 0-226 15,1-5-164-15,4-3-92 0,0-2-61 0,0-4-108 16,0 0-126-16,2-2-75 0,-2-3-38 0,2 2-24 15,1-3-5-15,0 2-9 0,1-2 0 0,0 1-22 16,-3 3-85-16,-1 0-129 0,-1 3-220 0,-4 1-276 16,2 3-241-16,-3 4-146 0,-1-2 160 0,-3 3 385 15</inkml:trace>
  <inkml:trace contextRef="#ctx0" brushRef="#br1" timeOffset="17187.88">2178 8329 108 0,'2'0'366'0,"-1"2"185"15,-1-2 157-15,0 1-92 0,2 2-152 16,0 0-90-16,1 5-19 0,2 2 11 0,1 3 4 16,3 3-18-16,-2 5-30 0,2-1-42 0,2 8-25 15,-1 1-23-15,1 5-27 0,1 3-19 16,-2 3-10-16,1 6-17 0,-2 1-28 0,-1 2-30 15,-1 3-30-15,-2 3-25 0,-2 1-23 0,-2-4-8 16,1 4-6-16,-2-3-4 0,-2-4 20 0,1-4 14 16,-1-5 6-16,-1-5 6 0,1-5 7 15,-1-7 7-15,0-5-8 0,1-6-11 0,-1-5-4 16,-2-5-11-16,-2-5-10 0,0-9-9 0,1-6-10 16,-1-5-4-16,1-7-2 0,-3-4 3 0,1-7 1 15,0-3 0-15,-3-8 1 0,0-4 1 0,1-3-2 16,-2-6-2-16,2-1-2 0,2-3-3 0,2 2 1 15,0 1 0-15,4 3 2 0,1 3 2 0,2 3 2 16,2 3 2-16,3 4-1 0,-1 5-1 16,3 7-2-16,0 0 1 0,1 6 0 0,-2 4-1 15,2 5-2-15,1 2-1 0,-1 5 1 0,1 1 0 16,-2 6 0-16,4-1 2 0,-2 4 3 0,3 4 0 16,-1 0 0-16,1 4-1 0,1 2 1 15,-3 4-1-15,0 3 2 0,0 5 2 0,-1 2 1 16,-4 6-1-16,-1 3-2 0,-1 4-2 0,-2 5 0 15,-4 3 1-15,-2 2 1 0,1 1 0 0,-5 3 3 16,1 0 3-16,-1-2-2 0,-4 0-1 0,4-5-1 16,-2-4-1-16,0-2-1 0,0-5-1 0,2-4-1 15,-1-4-2-15,2-6-16 0,-1-2-35 16,2-2-67-16,1-6-54 0,1-3-75 0,1-5-102 0,1-3-126 16,5-4-111-16,0-1-98 0,3-6-241 15,2 1-162-15,2-5 9 0,4 2 236 0,0-4 337 16</inkml:trace>
  <inkml:trace contextRef="#ctx0" brushRef="#br1" timeOffset="17578.7">2721 8053 39 0,'9'-9'517'0,"-4"1"475"0,-4 4 256 16,-1 1-5-16,0 2-282 0,-5 4-272 0,1 1-206 15,-4 4-131-15,-3 2-77 0,1 4-75 0,-4 2-79 16,0 4-48-16,-2 3-24 0,0 2-14 0,-1 6-12 15,1 0-7-15,-1 6-2 0,4-1-1 0,-1 2 0 16,4-1-1-16,2-1 0 0,1-5-3 16,5-2-5-16,2-4-4 0,3-4-2 0,3-5-2 15,2-3 0-15,2-4 1 0,2-5 0 0,0-4-3 16,2-6-7-16,2-4-22 0,-2-6-49 16,3-3-59-16,-2-3-55 0,0-1-64 0,0-5-78 15,2 0-63-15,-4 1-12 0,2-2 35 0,-2 2 33 16,-2 3 59-16,0 1 84 0,-4 4 103 0,-1 1 118 15,0 5 115-15,-1 3 84 0,-2 3 40 16,0 2 10-16,-3 2-15 0,2 3-51 0,-4 5-67 16,2 3-51-16,-1 2-31 0,-1 5-16 0,2 2-12 15,-2 0-3-15,2 4-3 0,2 2-5 0,-2 1-6 16,3-1-2-16,0 2-1 0,4 3-3 16,-1-4 1-16,2-1-2 0,0-4-9 0,3-1-21 0,0-3-85 15,2-5-140-15,-2-1-227 0,3-5-283 16,-3-4-263-16,5 0-205 0,-3-4 129 0,2-5 452 15</inkml:trace>
  <inkml:trace contextRef="#ctx0" brushRef="#br1" timeOffset="17917.97">3187 8172 246 0,'3'11'537'0,"-3"5"275"0,3-2 198 0,-3 6-173 16,2 0-209-16,1 3-152 0,0 0-88 0,0 3-85 15,2 0-85-15,0-1-74 0,1 3-53 0,-1-2-26 16,1-2-22-16,-1-4-14 0,0-3-13 0,1-2-6 16,0-3-7-16,-1-4 1 0,-2-2 7 15,2-5 12-15,-2-2 14 0,-1-7 21 0,-2-3 34 16,2-2 37-16,-2-4 33 0,1-3 14 0,-1-2-4 16,-1-3-13-16,1-3-17 0,-2-1-29 0,2-1-25 15,-2-2-19-15,2 1-12 0,0 2-9 16,-1-3-11-16,1 1-6 0,1 0-10 0,-1 3-6 15,2 1-6-15,0 0-5 0,-1 7-3 0,2 1-3 16,3 2-2-16,-1 3-1 0,2-1-1 0,1 5 0 16,2 1 1-16,0 2-1 0,1 2 2 15,5 3-10-15,-3 2-45 0,2 2-70 0,-2 2-100 16,1 1-170-16,0 2-300 0,-1 3-337 0,1 1-311 16,1 4-176-16,-1-2 239 0,0 2 639 0</inkml:trace>
  <inkml:trace contextRef="#ctx0" brushRef="#br1" timeOffset="20284.5">3130 10701 16 0,'0'-9'395'0,"0"1"361"0,-2 0 332 0,-2 1 95 15,-1 0-292-15,2 1-165 0,-2 1-132 0,-1 1-119 16,-1 0-107-16,-2-2-78 0,1 3-69 0,-3 1-78 15,-1-2-43-15,0 2-27 0,-3 2-15 16,0 0-13-16,0 5-7 0,0-4-8 0,-2 4-5 16,1 1-4-16,-1 1-5 0,1 2-2 0,0 0-5 15,2 3-1-15,-2 0-2 0,3 3-2 0,2 0-7 16,0 0-6-16,3 1-3 0,2 0-2 16,3 2-5-16,1-1 1 0,5 1 5 0,0 0 5 15,5 0 1-15,4 0 8 0,3 0 6 0,0-1 0 0,3-2 1 16,4 3 3-16,1-3 1 0,1 1-4 15,2-1-9-15,1 1-3 0,0-3-2 0,0 0-2 16,1 1-2-16,-2-3-1 0,-1 1 5 0,0 1 5 16,-1 0 1-16,-2-1 1 0,-1 0 0 0,-1 1 2 15,-2 1-1-15,-1-1 1 0,-4 4 0 16,-1-2 2-16,-2 1 5 0,-4 1 4 0,0 0 2 16,-3 1 0-16,-1-2 1 0,-2 2-2 0,-2-2-7 15,-1 1-3-15,-1-2-4 0,-2 0 1 0,-1 1-1 16,-1-1 0-16,-1-4 1 0,1 1 0 0,-2-1-1 15,1-2 0-15,-4-3-3 0,2 0-1 16,-1-3-1-16,-3-3-4 0,1-2-7 0,0-2-14 16,-2-4-24-16,2-2-56 0,-1-2-62 0,0-2-68 15,2-3-114-15,-1 0-154 0,1-3-209 0,1 1-238 16,2-2-218-16,-1-2-138 0,2-1 207 16,-1 1 452-16</inkml:trace>
  <inkml:trace contextRef="#ctx0" brushRef="#br1" timeOffset="20624.22">2891 10524 187 0,'5'-3'460'0,"0"1"190"0,0-1 100 0,2 2-202 16,-2-1-184-16,3-1-134 0,3 2 16 0,5-1 61 15,0-1 59-15,3 0 30 0,3 1-44 0,3-3-13 16,1 2-69-16,2-1-72 0,2-1-60 0,2-1-41 16,1 4-23-16,3-5-29 0,-3-1-17 15,2 2-9-15,-2-1-7 0,-1-1-3 0,1 1-1 16,-1 0-2-16,-2-1-3 0,-2 0-2 0,1 1-1 15,-3 0-1-15,1 1-3 0,-4 2-26 0,-3 1-56 16,-1 2-146-16,-3 1-209 0,-2 2-286 16,-6 3-288-16,0 2-235 0,-3 0 9 0,-3 4 461 15</inkml:trace>
  <inkml:trace contextRef="#ctx0" brushRef="#br1" timeOffset="21629.94">202 12156 154 0,'11'-4'249'15,"-1"0"84"-15,0 1-69 0,-2-1-90 16,2 4-51-16,-2-2-6 0,3 0-6 0,-5 2 13 15,2 0 25-15,-8 0 22 0,0 0 39 16,0 0 39-16,0 0 40 0,5 4 41 16,1-1 28-16,2 0 18 0,3-2 0 0,-3 1-21 15,3 0-27-15,-11-2-37 0,0 0-32 16,0 0 5-16,0 0 0 0,0 0-14 16,5 1-18-16,0 0-17 0,-5-1-20 15,0 0-47-15,0 0-40 0,0 0-29 16,0 0-21-16,3 4-18 0,2 0-16 15,-1 3-9-15,1 2-5 0,1 4-2 0,-1 4-3 16,3 3 1-16,3 4-1 0,2 2 1 16,2 5 2-16,5 1-7 0,0 6-3 0,4 3 0 15,-2 1-2-15,3 3-1 0,-1 3-2 16,1 0 11-16,-4 0 4 0,1-2 3 0,0-2 1 16,-2-4 1-16,-4-5-1 0,0-7-5 0,-5-4-3 15,-1-3 0-15,-5-7-1 0,2-2 1 16,-2-2 0-16,-2-4-1 0,-3-6 2 15,0 0 2-15,-1-4-1 0,-4-9-6 0,0-6-2 16,-4-5-3-16,1-7-2 0,-2-7-2 0,-4-4 0 16,-2-7 11-16,-1-6 4 0,-5-6-1 15,-1-6-2-15,-2-5 1 0,-2-5 0 16,1 0-6-16,2-3 0 0,2-1 1 0,1 6 3 16,6 0-4-16,3 9-1 0,6 3-2 15,4 2-2-15,4 7-2 0,3 5 0 0,1 6 1 16,5 4 1-16,-1 4 1 0,1 5 1 15,1 5 0-15,1 5 3 0,1 4 0 0,0 4 1 16,2 2-1-16,-2 4 3 0,1 6 3 16,-1 0 1-16,-1 8 4 0,-1 3-6 0,-2 4-1 15,-1 4 0-15,-1 7 0 0,-5 2 2 16,-3 6-1-16,-2 4 5 0,-1 2 3 16,-4 2 1-16,-1 2 3 0,0 1-1 0,-3-1-3 15,0-3 0-15,1 1-2 0,-1-7-3 0,2 0-6 16,1-5-4-16,0-3-4 0,-1-3-8 15,-1-5-25-15,2-1-63 0,-1-4-66 0,-1-3-103 16,7-4-145-16,1-2-185 0,2-4-281 0,5-2-229 16,0-3-187-16,0-2 72 0,1-4 387 15,0-3 422-15</inkml:trace>
  <inkml:trace contextRef="#ctx0" brushRef="#br1" timeOffset="22017.91">936 11662 153 0,'7'-7'681'16,"-2"-1"452"-16,-5 8 190 0,0 0-74 16,0 0-367-16,-6 3-276 0,-5 3-186 0,1 2-107 15,-1 4-88-15,-5 1-94 0,2 6-44 16,-3-1-24-16,2 7-19 0,-2 5-8 0,4 1-10 16,-1 5-5-16,3 3-5 0,0 0 0 15,5 0 0-15,3-1-3 0,3-7-3 0,1-3-2 16,6-3-2-16,2-7-7 0,2-5-2 15,2-5 0-15,4-7-3 0,2-7 1 0,-1-9 1 16,2-7-1-16,-1-9 1 0,3-4-2 16,0-7 3-16,-4 0 2 0,2-2 1 15,-1 1 0-15,-3 2 0 0,0 4 0 0,-5 2 7 16,0 7 6-16,-3 3 2 0,0 5 3 0,-3 5 1 16,-2 3 1-16,0 3-7 0,-1 4-6 15,-2 5-9-15,0 0-6 0,-2 6-3 0,2 7-4 16,0 4 0-16,0 3 0 0,0 8 6 15,2 1 3-15,2 4 0 0,1-1 7 16,1 3 1-16,1-2-15 0,-1-3-57 0,5-4-73 16,-2-5-124-16,3-5-201 0,3-3-313 0,0-3-348 15,-1-8-283-15,-1-5-117 0,-3-7 417 16,-3-5 620-16</inkml:trace>
  <inkml:trace contextRef="#ctx0" brushRef="#br1" timeOffset="22351.83">1348 11445 102 0,'5'-6'415'0,"3"4"251"0,0 4 216 0,1 2-27 16,1 2-209-16,1 4-157 0,1 4-84 0,-2 0-51 15,-4 4-61-15,2 1-56 0,-3 2-33 16,3 5-12-16,3 0-22 0,3 3-26 0,1 0-22 16,0-1-21-16,-2-2-27 0,1-5-36 0,-3-2-20 15,0-2-9-15,3-4-9 0,-4-2-3 0,2-4 7 16,-4-3 10-16,2-2 12 0,-4-4 19 0,2-2 15 15,-2-3 13-15,1-4 9 0,-4-4 2 0,0-3 2 16,-3-3-14-16,2-1-8 0,-4-3-13 0,-1-2-11 16,0-1-9-16,-2-2-10 0,0-1-3 0,-2-5 2 15,0 4-1-15,-1-4 0 0,0 0-3 0,2 1 2 16,-2-1-3-16,0 4-4 0,3 2-4 0,-1 1-5 16,4 6-2-16,-4 3-2 0,5 1-2 0,-1 6-7 15,1 3-1-15,1 3 1 0,1 1 0 0,1 6-4 16,1 6-36-16,3 2-62 0,-3 6-87 0,0 5-161 15,2 4-273-15,0 2-326 0,3 5-307 0,4 1-194 16,-2 1 144-16,4 2 604 0</inkml:trace>
  <inkml:trace contextRef="#ctx0" brushRef="#br1" timeOffset="22522.89">2022 11850 249 0,'4'4'1346'0,"-2"2"533"0,-2-1-266 0,-2 1-382 15,-1-1-431-15,0 0-394 0,-1-2-190 0,0 2-86 16,1-3-50-16,0 0-39 0,1 0-31 0,1-1-28 16,1-1-31-16,0-1-55 0,0-3-81 0,1 0-146 15,1 0-250-15,1-3-311 0,2 0-367 0,4-3-329 16,-1-2-51-16,0-2 616 0</inkml:trace>
  <inkml:trace contextRef="#ctx0" brushRef="#br2" timeOffset="36153.87">6580 5628 150 0,'1'3'282'0,"1"1"107"0,0 1 5 15,-1 1-163-15,-1 1-107 0,2 4-58 16,-2-1-37-16,3 2-12 0,-3 2-9 0,2-1 33 16,-1 2 18-16,1-1 25 0,0 1 21 0,-1 0 16 15,2-1 7-15,-3 2 47 0,2-1 31 16,2 0 28-16,-2 0 10 0,1 1 12 0,0-1-6 16,1 2-51-16,-1 1 5 0,0-3-22 15,0 3-18-15,0-3 0 0,1 4 7 0,0-2 18 16,-1 1-29-16,-1 1-14 0,-1-4-9 0,1 3-24 15,0 1-17-15,-1-1-26 0,-1 2-12 0,2 0-11 16,-1-1-7-16,-1 2-12 0,2-1-13 16,-2-1-2-16,2 0-5 0,-1 0-6 15,1 0 0-15,1 1-2 0,-1-3 1 0,2 2-2 16,-1 0 0-16,0-1 2 0,2 0-3 0,0 0 2 16,0 1-2-16,1-2 2 0,0 1 0 0,1-2-2 15,-1-1 3-15,-1 1 0 0,1-3 0 16,0-1-1-16,1 0 0 0,-3 0 1 15,1-3-3-15,2-1 2 0,-4 0 1 0,3-3-1 16,-1 1 1-16,-2-1-1 0,0-1 2 0,2-1-3 16,-2 0 0-16,0 0 0 0,2 0 1 0,-2 0 0 15,0 1 1-15,0 0-1 0,-1 0-1 16,1-1 3-16,0 2-3 0,-1 0 0 0,1 2 0 16,-1-3 3-16,-1 2-1 0,1-1 0 15,2-1 0-15,-2-1 1 0,0 0-3 0,-1 0-3 16,2 0 3-16,-1 0 1 0,0-2 0 0,1 3-1 15,0-3 1-15,0 2-1 0,2-1 0 16,1 0-1-16,-3 0 0 0,2 1 1 0,1-2 1 16,-1 4 0-16,0-5-1 0,1 2 2 0,-1 0 3 15,1 2-4-15,-1-3-1 0,0 0 1 16,1 2 0-16,0-3 0 0,-1 2-3 0,3 0 3 16,-1-2 2-16,-1 0-3 0,3 0 1 15,-1 0-2-15,2 0-1 0,0-2 0 0,0 2-2 16,1-2 3-16,0-1-2 0,2 2 1 0,-1 0 0 15,0 0-1-15,0-4-1 0,2 5-2 16,1-2 4-16,-1-1-2 0,0 0 4 0,2 0-1 16,-2 0-1-16,2 2 2 0,0-3 0 0,-1 3 0 15,0-2 0-15,2 0 1 0,-2 2 4 16,0-2 1-16,0 1-4 0,0 1 4 0,-2-2 3 16,3 3-1-16,-2-2-3 0,-1 2-3 15,3-1 3-15,-2 1-4 0,0 0 0 0,-1 0 1 16,2 0-1-16,-2 1 4 0,1-1-4 0,1 0 2 15,-1 2-2-15,-2-2 1 0,4 0 4 16,-3 1-2-16,1-1 0 0,0 0 1 0,2 0-1 16,0 0-3-16,-2 0 0 0,4 0-2 0,-2-1-1 15,2 1-2-15,0 0 5 0,-1-2-3 16,2 2 2-16,-3 0 3 0,5-1-2 0,-1-1 3 16,-1 1-5-16,0-1 1 0,3 1-1 15,-3-1-2-15,3 1 1 0,0-2-4 0,-1 2 3 16,1-3-1-16,0 2-2 0,2-2 1 15,-2-1 7-15,2 2 2 0,-1-2 2 0,1 3-2 16,0-4 0-16,1 1 4 0,-1 3-2 0,1-3 2 16,0 0-1-16,-2 3 0 0,2-3-1 15,2 1 0-15,-2-1-3 0,2 1-2 0,-3 1 0 16,3-1 1-16,0-1 0 0,-1 0-4 0,-2 3 3 16,1-3 1-16,-1 2-2 0,2-2 1 15,-3-1 2-15,2 1 0 0,-1 1 0 0,-2 0-2 16,2-1 2-16,-2 1-4 0,2-2-3 15,-2 3 2-15,0-2-4 0,0 1 0 0,-1 1-2 16,1 0 2-16,-2-1 3 0,1 0-2 0,1 2 2 16,-3-1 3-16,2 1 1 0,-1-1 1 15,1 0 3-15,-2 1 3 0,3 2 0 0,-2-5 0 16,1 3 14-16,1 0 16 0,2 0 8 16,-1 0-1-16,0 0 5 0,1 0-1 0,1 1-13 15,0 1-12-15,0-3-10 0,-1 1-2 0,3 1-5 16,-2 0 1-16,2-1 0 0,0 1-4 15,-2-2-3-15,2 0-2 0,-3 1 1 0,1-1-2 16,2 2 0-16,-2-2 0 0,0 1-3 16,2-1 6-16,-3 1-3 0,2 0-4 0,-3 0 4 15,1 0 1-15,-3-2 7 0,-1 2-5 0,-1-1-1 16,-5 1 1-16,0 0 2 0,-4 1-1 0,-2-2-4 16,0 3 9-16,-2 0 60 0,0 0 54 15,-2 0 28-15,-1 0 11 0,0 0 1 0,-1 0-9 16,-1 0-48-16,1 0-43 0,-2 0-29 15,1 0-14-15,-1 0-8 0,2 0-6 0,-2 0-3 16,0 0 0-16,2 0 1 0,-1 0-1 0,2 0 0 16,0 0 0-16,0 0 1 0,-1 0 0 15,3 3-2-15,0-3 1 0,1 0 0 0,0 1 1 16,0-1 0-16,2 2 0 0,-1-2 0 16,1 0 2-16,-1 1-2 0,2-1 1 0,-1 0 0 15,-2 1 0-15,3-1-1 0,-1 0 1 0,-1 0 1 16,-1 0-2-16,3 0 0 0,-2 0 1 0,-3 0 2 15,3 0-2-15,-2 0 10 0,1 0 9 16,-3 0 4-16,0-1 1 0,0 1-1 0,0-1 2 16,-1 1-12-16,-2 0-4 0,3 0-6 15,-3 0-1-15,2 0 0 0,-1-2-1 0,-1 2 2 16,0 0-1-16,2 0 1 0,-2 0-1 0,0 0 0 16,2 0-1-16,-2-1-1 0,1 1-2 15,2 0-1-15,-3-3 1 0,2 3-1 0,-1 0-1 16,-1 0-1-16,2 0 1 0,-1 0 1 15,-1 0-3-15,0 0 1 0,0 0 0 0,2 0-1 16,-2 0 1-16,0 0-2 0,2 0 2 0,-1 0-10 16,-1 0-50-16,0 0-66 0,0-2-82 15,-3 2-155-15,3 0-255 0,-2 0-323 0,2 0-274 16,-1 2-199-16,-1-4 82 0,1 2 557 16</inkml:trace>
  <inkml:trace contextRef="#ctx0" brushRef="#br2" timeOffset="36589.76">9899 6178 37 0,'-3'-3'535'16,"-2"1"470"-16,2 1 231 0,0 0-49 0,1 1-298 15,0 0-254-15,2 0-182 0,-1 0-115 16,1 1-71-16,0-1-59 0,0 1-75 0,1-1-60 15,-1 0-38-15,2 2-16 0,1 0-10 0,0-2-4 16,2 1-1-16,3 2 4 0,-2 0-2 0,2-1-2 16,2 1 2-16,1 0 0 0,-2 2-3 15,2-3-1-15,2 4-2 0,-2-1 1 16,3 1-2-16,-3 0 3 0,2 1 0 0,-1 0-1 16,1 3 3-16,0-3 0 0,-4 4-1 0,1-3-2 15,2 5 4-15,-4-1 0 0,0 0-1 0,-3 0 1 16,2 1 3-16,-3 0-2 0,1 0 7 15,-4 0 7-15,-1-1 7 0,0 1 6 0,-1 0 6 16,-2-2 5-16,-1 2-5 0,-3-1 1 16,0-2-6-16,-1 0-5 0,0 2-6 0,-4 1-5 15,-1-2-4-15,-1 0-5 0,1 1-4 0,-2-2-2 16,0 1-1-16,-2 1-2 0,1-3-2 16,0 1-2-16,2 0-1 0,0-3-7 0,1 2-16 15,0-3-47-15,4 0-70 0,0-1-87 16,0-1-160-16,5-1-251 0,-2 0-320 0,4 0-287 15,2-1-190-15,2-2 95 0,1 3 574 0</inkml:trace>
  <inkml:trace contextRef="#ctx0" brushRef="#br2" timeOffset="37982.01">11123 6117 300 0,'-4'-3'642'0,"-2"0"322"15,1 1 151-15,-4-1-241 0,1 3-271 0,-2 0-153 16,0 3-97-16,0-3-82 0,-1 2-72 16,-2 4-49-16,2-1-35 0,1 1-25 0,1-2-27 15,0 3-23-15,1-1-20 0,1 2-14 0,1-1-8 16,3 0-1-16,0 1-6 0,3 1 0 16,2-1 3-16,1 3 0 0,3-3 1 0,0 4-2 15,4 0 8-15,-1 0 1 0,5 2-8 16,2 3 9-16,0-3 3 0,0 3 2 0,1-1-5 15,0 2 0-15,-1 0 0 0,2 2 2 0,-4-1-5 16,0 0-2-16,-1 1 2 0,-2 0 3 16,-2-1 7-16,-1 0-4 0,-3 0 4 0,-2 0 4 15,-1-1 35-15,-2 1 22 0,0-2 8 16,-3 0 6-16,0-1 0 0,-4-2-3 0,2 1-30 16,-1-3-20-16,0-2-9 0,-1 1-7 0,-1-4-4 15,2-2-7-15,-3-1-30 0,2-1-50 0,-1-3-47 16,-1-3-58-16,3-3-95 0,-1-3-126 15,1-3-120-15,3-1-120 0,1-3-240 16,-1 0-196-16,1-2-10 0,2-3 229 0,0 0 333 16</inkml:trace>
  <inkml:trace contextRef="#ctx0" brushRef="#br2" timeOffset="38328.18">11339 6145 157 0,'14'-7'299'15,"-3"-1"119"-15,-1 2 29 0,2 1-119 0,-2 1-59 16,1 0-38-16,-2 2 9 0,1-1 3 16,-2 1 21-16,1 1 20 0,1 1 5 0,-2 1 41 15,0 1-15-15,0 1 15 0,-2-1-30 0,0 4-31 16,1-1-32-16,-1 1-40 0,0 1-5 16,-1 2-5-16,1 1 13 0,-2 2 2 0,1 1 1 15,-4 2-13-15,2 2-25 0,-3 0-37 16,0 1-32-16,0 1-23 0,-3 1-23 0,2-1-14 15,-3 0-10-15,-1 1-4 0,2 1-7 16,-2-1-7-16,1-1-2 0,-2 0-1 0,1 1-2 16,0-2-1-16,0 0-4 0,2 1 1 0,-2-3-1 15,2 2-1-15,1-3-1 0,-2-2 0 0,4 0-2 16,0-1 1-16,2-4-6 0,0 0-34 16,2-2-65-16,-1-3-56 0,2-3-96 0,1-5-145 15,0-2-186-15,4-2-253 0,-1-5-218 16,3 1-196-16,0-4 62 0,-1-1 379 0,3-1 410 15</inkml:trace>
  <inkml:trace contextRef="#ctx0" brushRef="#br2" timeOffset="38823.86">11709 6235 152 0,'0'-6'544'16,"-3"3"349"-16,1 2 195 0,1 1-122 0,-2 1-284 15,-1 2-210-15,1 3-140 0,-3 1-91 16,1 4-69-16,1 5-49 0,0 3-27 0,0 2-8 15,0 4-3-15,1 0-4 0,0 0-8 16,1 2-12-16,2-2-12 0,0-1-19 0,4 0-10 16,-1-7-12-16,2-2-2 0,3-3 4 0,1-5-2 15,4-4 3-15,-1-5-2 0,2-5 2 16,1-5-15-16,2-2-26 0,-1-5-20 0,3-5-16 16,-3-1-13-16,1-1-9 0,-2-2 7 15,0 1 19-15,-2 1 22 0,-1 1 13 0,-4 2 11 16,0 2 6-16,-3 2 3 0,1 2 4 0,-3 3 3 15,-1 2 8-15,-2 1 11 0,0 3 9 16,0 3 9-16,0 1 6 0,-2 2-2 0,1 2-8 16,-1 2-9-16,-1 1-4 0,-1 3-5 0,2 2-2 15,-1 0 8-15,0 3 3 0,1 1 11 16,0 2 11-16,1 1 18 0,-1 0 17 0,2 2 14 16,2-3 6-16,-1 4 9 0,-1 0 2 15,2 1-10-15,1 1-15 0,0-1-18 0,1 4-10 16,0-2-13-16,1 3-14 0,-2 0-6 15,0 2-6-15,0 1-2 0,-1 1-2 0,1 1-4 16,-3 0-4-16,0 3-3 0,-1 0 0 0,-3 3 1 16,0-1 0-16,-1 0 6 0,-3-1 3 0,-1-2 1 15,-3 1 0-15,-2-2 0 0,0-4-2 16,-2-1-5-16,0-2-4 0,-1-5-9 0,-2-1-22 16,-2-1-56-16,3-4-63 0,-2-3-85 15,3-2-158-15,1-4-224 0,1-3-306 0,3-5-254 16,4-2-198-16,-1-6 66 0,6-4 511 0</inkml:trace>
  <inkml:trace contextRef="#ctx0" brushRef="#br2" timeOffset="39463.03">12108 5703 44 0,'6'-10'256'0,"2"2"133"16,-2 1 129-16,0-1-68 0,-1-1-128 0,2 4-75 15,-1 1-31-15,-2-1 0 0,1 2 11 16,-2 0 27-16,1 2 35 0,-1 1 46 16,0 0 45-16,0 1 0 0,-1 0-18 0,2 5-28 15,1 2-2-15,-2 3-12 0,2 2-27 0,-2 5-35 16,-1 3-28-16,0 5-34 0,-2 4-44 15,0 4-45-15,0 7-28 0,0 1-18 0,0 4-11 16,0 2-9-16,1 2-11 0,1 0-6 0,-1 2-11 16,5-1-4-16,-1-4-7 0,2-3-3 15,-1-7-1-15,4-3-1 0,2-6 2 0,-1-5 2 16,3-7-1-16,-1-5 2 0,1-5 2 0,0-6 0 16,2-6 0-16,-3-5-1 0,0-5 1 15,-1-5 0-15,-1-3 0 0,-1-2 0 0,-1-2-2 16,-4 1 1-16,-2-1 1 0,-3 2 1 0,-3 1 1 15,0 1-1-15,-4 4 1 0,-2-1 1 16,0 0-4-16,-1 4 0 0,-2 2-2 0,0 0 1 16,1 6-1-16,0 1-1 0,0 3-1 0,3 2-3 15,-3 3-1-15,3 4-3 0,0 4-1 16,-1 2 1-16,4 4 2 0,0 2 1 0,1 4 1 16,2-1 0-16,0 4-1 0,4-3-20 0,0 4-55 15,1-5-70-15,0-3-97 0,3 0-149 0,2-3-213 16,2-5-319-16,1-3-262 0,1-3-177 15,1-6 85-15,1-7 466 0</inkml:trace>
  <inkml:trace contextRef="#ctx0" brushRef="#br2" timeOffset="40099.85">12479 5749 229 0,'-5'-26'588'0,"2"3"371"0,0 2 197 0,1 3-241 16,-1 5-215-16,2 3-128 0,-1 3-113 0,2 2-110 15,-2 4-92-15,2 2-57 0,0 5-27 0,0 4-37 16,0 4-28-16,2 6-15 0,0 2 0 16,-1 5 2-16,1 5-15 0,-1 2-12 0,1 4-8 15,-2 2-9-15,2 5-7 0,-2 0-11 16,1 2-8-16,2-2-9 0,-1-2-7 0,1-3-5 16,2-5-4-16,3-5-2 0,0-4-2 0,1-5-1 15,2-6-5-15,0-4-12 0,1-5-39 16,1-8-61-16,0-5-57 0,3-3-54 0,-2-8-42 15,2-3-26-15,-2-2 24 0,0-3 86 16,-2 0 72-16,-3 3 52 0,2-1 36 0,-5 5 24 16,1 3 14-16,-2 0 5 0,0 5 5 0,-4 3 3 15,1 2-2-15,-1 3-1 0,-1 5-6 16,0 0-9-16,0 4-3 0,0 5-3 0,0 0 1 16,-1 2 1-16,1 2 1 0,0 2 3 15,0 1 4-15,0 2 2 0,0 0 3 0,1 1-4 16,2 1 0-16,0 1-2 0,0 1 0 0,2-1-7 15,0-2-2-15,0 0-4 0,3-2-23 16,1 0-43-16,-1-5-62 0,3 0-53 0,0-1-38 16,0-3-24-16,2 3 2 0,-2-5 43 0,2 3 72 15,-1-3 57-15,1-1 33 0,-2-1 17 16,0-1 21-16,0-2 28 0,0-2 31 0,-1-2 33 16,-1-4 28-16,2-1 23 0,-3-6 15 15,0-2 0-15,2-2-6 0,0-4-9 0,-1-2-10 16,-3 0-7-16,0-4-9 0,0 1-3 15,-1-1 12-15,-2 1 33 0,-3-1 48 0,0-2 31 16,-3 3 8-16,-2 0-12 0,-2 0-26 0,-3 2-37 16,-1 2-44-16,-3 3-35 0,-1 3-24 0,-2 3-17 15,0 5-13-15,-2 3-8 0,0 6-12 16,0 6-6-16,0 2-5 0,1 6-3 0,1 1-2 16,3 3-1-16,1 2 1 0,5 4 0 15,0 1 0-15,4 0-5 0,2 3-26 0,4 0-69 16,4-2-70-16,0-2-131 0,2-3-205 0,2-3-315 15,6-3-327-15,-2-4-221 0,3-4-80 16,2-3 437-16,0-4 580 0</inkml:trace>
  <inkml:trace contextRef="#ctx0" brushRef="#br2" timeOffset="40319.67">13143 6039 169 0,'-2'-12'812'0,"1"2"606"16,-2 4 130-16,-2 2-234 0,2 3-477 0,-2 1-323 15,2 1-174-15,0 2-135 0,-2 3-90 16,3 3-53-16,-1 2-28 0,0 4-17 0,3 0-7 16,-3 3-3-16,3 1-3 0,0 2-2 0,0 5 0 15,0 1-2-15,0 3-1 0,0 3-7 16,0-1-25-16,0 3-55 0,-3 1-65 0,2-1-68 16,-4-2-118-16,0 1-164 0,-2-4-182 15,-2-2-195-15,4-5-210 0,-1-7-154 0,1-4 145 16,0-7 396-16,1-8 362 0</inkml:trace>
  <inkml:trace contextRef="#ctx0" brushRef="#br2" timeOffset="40514.68">13131 5768 35 0,'9'-37'540'0,"-3"6"474"16,-1 5 230-16,-2 6-60 0,1 7-298 15,-1 4-227-15,-2 6-184 0,1 6-109 0,1 7-72 16,-2 7-55-16,-1 6-74 0,-1 6-69 15,1 7-43-15,-3 2-23 0,3 7-16 0,0 3-5 16,3 3-7-16,-2 4-6 0,1 0-67 0,-1 0-81 16,4-1-173-16,2-3-279 0,1-2-314 0,4-5-393 15,-1-5-253-15,3-6 104 0,1-7 718 16</inkml:trace>
  <inkml:trace contextRef="#ctx0" brushRef="#br2" timeOffset="40696.03">13407 6130 345 0,'0'-15'883'0,"-3"4"319"16,0 4-23-16,0 2-269 0,-2 4-363 0,3 2-262 16,-1 7-132-16,1 1-68 0,-1 6-34 0,2 3-19 15,1 5-11-15,1 4-8 0,-1 4-4 16,3 7-3-16,-1 4 1 0,1 2-9 0,-1 6-19 16,3 0-76-16,-2-3-135 0,0-5-163 15,2-4-258-15,-1-6-273 0,1-7-223 0,0-9 37 16,-2-6 362-16,0-8 382 0</inkml:trace>
  <inkml:trace contextRef="#ctx0" brushRef="#br2" timeOffset="40847.18">13417 6119 188 0,'-4'-65'463'0,"4"0"294"16,0 4 222-16,4 8-141 0,-3 8-157 0,-1 9-143 16,0 10-121-16,0 11-116 0,0 5-103 15,-1 9-78-15,-3 8-52 0,4 4-30 0,-4 2-50 16,2 4-128-16,1-1-181 0,-1 0-291 0,1 3-266 15,1-1-253-15,0-2-83 0,1-1 352 16,2-1 459-16</inkml:trace>
  <inkml:trace contextRef="#ctx0" brushRef="#br2" timeOffset="41566.39">14046 5815 389 0,'-5'2'798'16,"0"-2"311"-16,1 0 45 0,-2 0-307 15,2 0-303-15,3-2-195 0,-1 2-121 0,4 0-87 16,1-1-55-16,6-2-31 0,6 3-8 0,3-2 0 16,5-1 18-16,7 0 41 0,3 0 12 15,2 0 3-15,1 0-9 0,0 1-11 0,-1 2-22 16,-1 0-34-16,-4 2-19 0,-4 1 11 16,-4 2 36-16,-4 2 26 0,-2-1 11 0,-7 5 7 15,-2 2 7-15,-6 4-17 0,-4 4-29 0,-7-1-21 16,-1 6-15-16,-8 1-12 0,-1 2-7 15,-2 1-10-15,-2 1-3 0,-1-1-6 0,0 3-1 16,-1-1 0-16,5-1-3 0,-1 0-2 0,5-5-2 16,3-1-1-16,4-4 0 0,1-2-1 15,4-3 0-15,4-3 0 0,2-2-1 0,6-3 2 16,3-2-2-16,0-4-22 0,7-4-64 0,-1-4-66 16,5-2-110-16,1-5-174 0,0-2-300 15,5-3-322-15,-2-3-242 0,2 2-157 0,-2-1 290 16,-1-1 580-16</inkml:trace>
  <inkml:trace contextRef="#ctx0" brushRef="#br2" timeOffset="42194.06">14576 6205 206 0,'-2'11'714'16,"1"-4"372"-16,-1-2 92 0,0-2-184 15,1-3-370-15,-1-3-258 0,4-3-144 0,-1-3-69 16,4-5-28-16,2-4 10 0,2-3 20 15,0-1 25-15,3-7 18 0,2 1-1 0,-1-4-14 16,0 2-27-16,0 0-34 0,0 2-29 0,-4 2-27 16,3 4-21-16,-6 2-13 0,1 5-14 15,-2 3-4-15,0 3-3 0,-2 2-4 0,-1 4 2 16,0 3 0-16,-1 4 0 0,-1 6-3 0,-1 6-2 16,-1 4 2-16,0 5-3 0,-1 1-2 15,3 4 1-15,-1 1 0 0,1-1 1 0,1-1-3 16,2 0 2-16,-1-4-1 0,3-2-3 15,2-2 0-15,0-6-1 0,1-3 0 0,1-4 2 16,4-5 1-16,-2-4 1 0,5-5 2 0,-2-7 0 16,3-4 2-16,-1-3-2 0,3-5 2 15,-3-1 0-15,5-4-2 0,-3 0 1 0,-2 0-2 0,2 0-1 16,-4 2 0-16,0 5-1 0,-3 2 1 16,-3 3 0-16,0 5 0 0,-2 1-1 0,-1 5-1 15,-2 3 0-15,0 2 1 0,-3 5-2 16,0 3 2-16,0 6 1 0,-1 3-2 15,-1 0 0-15,-1 4 1 0,3 1 1 0,-2 3-2 16,2-2 1-16,0 0 0 0,0-1 1 0,0 0-2 16,2-3-2-16,1-1 0 0,2-4-1 0,-2-2 1 15,4-2 1-15,0-5 1 0,1-1-3 0,2-4-13 16,1-5-44-16,0-3-64 0,0-1-54 16,3-4-56-16,-1-2-57 0,3-3-65 15,-2 1-20-15,3-2 38 0,-2 2 19 0,0-3 20 16,0 5 37-16,0-1 64 0,-2 2 63 0,-2 3 47 15,0 1 44-15,-1 3 36 0,-4 5 23 0,-1 2 17 16,2 5 23-16,-3 0 32 0,-1 5 27 16,-1 2 16-16,-1 1 4 0,1 2-3 15,-1 4-12-15,-1-1-23 0,0 5-32 0,0-2-29 16,0 1-18-16,0 1-8 0,0 0-7 0,0 0-5 16,2-1-27-16,0-5-71 0,-1 0-118 0,4-4-158 15,-1-3-276-15,3 0-238 0,-1-4-126 16,2-1 112-16,1-1 329 0</inkml:trace>
  <inkml:trace contextRef="#ctx0" brushRef="#br2" timeOffset="42451.84">15444 5376 425 0,'-2'-23'955'0,"-2"4"283"0,-1 5-36 16,0 7-239-16,0 1-320 0,0 6-203 16,2 2-113-16,-3 3-65 0,3 3-49 0,0 1-51 15,-1 2-63-15,3 3-43 0,-1 2-24 0,1 1-14 16,-1 0-6-16,2 2-7 0,2-1-2 16,1 2-2-16,0-2-32 0,4-1-63 0,2 2-77 15,-3-1-144-15,5 3-232 0,-1 0-320 0,4 0-301 16,0 1-209-16,2 2 25 0,0 0 517 15</inkml:trace>
  <inkml:trace contextRef="#ctx0" brushRef="#br2" timeOffset="42799.93">15891 5838 209 0,'-1'-6'962'15,"-8"2"620"-15,-3-2-6 0,-1 4-291 16,-2-1-473-16,-1 1-301 0,-1 1-184 0,-3 1-122 15,1 0-69-15,-3 3-43 0,3 2-30 0,-3 3-19 16,0 1-16-16,1 2-9 0,1 2-7 0,1 3-6 16,6 2-3-16,-1-1-4 0,6 1-1 15,2 2-1-15,4-2-2 0,2 0-1 0,7-3 0 16,1-2-1-16,4-4-3 0,4 0-6 16,1-9-4-16,1 0-6 0,2-6-5 0,2-1-4 15,-2-4 0-15,0 1 4 0,0-4 5 0,-2 2 6 16,-1-1 7-16,-2 2 4 0,-1 1 2 15,-3 2 3-15,-3 2 0 0,3 3 2 0,-5 2-1 16,-1 2 2-16,-2 4 0 0,0 2 1 0,-1 4-1 16,-2 2 0-16,-2 4-1 0,2 0-1 15,-1 3-11-15,-1 1-26 0,2 2-65 0,0 1-70 16,0-2-115-16,3 3-180 0,2 0-308 0,-1-1-319 16,5-2-239-16,-1-2-125 0,4-3 314 15,-1-1 592-15</inkml:trace>
  <inkml:trace contextRef="#ctx0" brushRef="#br2" timeOffset="43239.8">16151 6211 41 0,'-2'-1'604'0,"2"0"525"16,-2-3 259-16,2 2-53 0,0-4-346 0,2-5-372 15,1 2-206-15,3-5-116 0,-1-1-90 0,1 1-77 16,3-5-52-16,1 1-29 0,-2-1-15 0,4 0-10 15,-2-1-3-15,2 2-5 0,-3 0-6 16,3 1-1-16,-3 3-4 0,0 3-3 16,0 2-1-16,-1-1 0 0,-1 8 1 0,-2 0-2 15,1 5 2-15,-2 2-1 0,0 5 1 0,-3 1 0 16,1 4 0-16,-1 1 1 0,-1 1-1 0,0 2 1 16,4-2-1-16,-4 0 1 0,1 0-2 15,1 0-1-15,-1-5 2 0,4-2-1 0,-2-2 1 16,2-5 0-16,1-4 1 0,2-4 1 15,0-6-1-15,0-3-1 0,3-2 2 0,-1-4-1 16,1 1 1-16,1-3-2 0,0-1 2 0,1 1 0 16,0 1-2-16,3 1-1 0,-2 2 1 0,0 2 0 15,-1 2-2-15,-2 2 0 0,2 4 2 16,-2 2-1-16,-1 4 1 0,0 2 4 0,-2 4 1 16,-1 2 2-16,-1 3 1 0,0 2 2 15,-1 3-2-15,-2 0-3 0,-1 4-2 0,-2 0-2 16,0 2-3-16,-2-1-5 0,-1 2-24 0,1 0-75 15,-2 0-86-15,-4-1-169 0,3-3-287 16,2 2-330-16,-2-4-363 0,4 1-193 0,-1-1 151 16,2-1 680-16</inkml:trace>
  <inkml:trace contextRef="#ctx0" brushRef="#br0" timeOffset="71530.25">8155 9768 49 0,'1'-5'335'0,"-2"2"249"16,1 1 281-16,-2 0 70 0,-1-1-161 0,1 0-147 15,-2 2-84-15,-1-3-45 0,2 4-54 16,-2 0-71-16,-1 0-65 0,-1 0-46 0,-2 2-44 16,1 0-53-16,-2 0-50 0,1 1-35 0,-2 0-16 15,1 0-12-15,1 2-7 0,0-1-5 0,1-1-6 16,1 1-4-16,0 0-6 0,0 0-2 15,2-1-5-15,2-2-4 0,-2 3-3 0,2-2-1 16,0 3-6-16,1-3-3 0,-2 1-1 16,2 0-1-16,2 2-1 0,-1-1-1 0,1 0 1 15,0 2-3-15,1 0 0 0,3 2-1 0,2 1 3 16,0 1-1-16,2 5 1 0,2-5 2 0,2 5 2 16,1-1 1-16,2 1 1 0,2 1 2 15,1 2-2-15,0 1 0 0,1 0 0 0,1 0-1 16,-1 1 2-16,0 0-2 0,0 1 2 15,0-2 0-15,-2 1-1 0,-2-1 1 0,2-1 0 16,-6 2 0-16,3-1 2 0,-6 1 0 0,0-1 1 16,-1 2-2-16,-4 2 1 0,1-2 0 15,-4-1-2-15,0 0 0 0,-4-2 0 0,2-1 4 16,-2-1 2-16,-3 0 2 0,1-2 3 16,-1 0 0-16,0-2-1 0,-3-1-2 0,2-1-2 15,-3-1-4-15,2-2-1 0,-1-1-2 16,-2-1-1-16,2 0-1 0,-3-4-1 0,1 0-1 0,1 1 0 15,-1-4 0-15,0 1-1 0,2 0-4 16,-2-4-7-16,2 0-11 0,2-1-18 0,-1-1-42 16,0-2-66-16,0-1-61 0,1 0-84 0,2-2-129 15,-3-1-174-15,4-1-252 0,0 0-212 16,2 0-199-16,-2-1 8 0,2-1 363 0,-1-2 453 16</inkml:trace>
  <inkml:trace contextRef="#ctx0" brushRef="#br0" timeOffset="71927.89">8114 9700 204 0,'4'-4'485'16,"-1"2"221"-16,1-1 156 0,-1 2-184 0,0-1-203 15,0 1-148-15,1-1-33 0,0 2-12 16,2-2-5-16,1 2-23 0,-1 0-16 0,2 0-4 16,3 2-38-16,2-2-31 0,2 2 22 15,1-1-1-15,3 2-5 0,-1-1-16 0,4-1-16 16,1-1-16-16,3 0-33 0,-1 0-19 0,4-3-11 15,-1 2-7-15,-1-4-6 0,0 2-6 16,1-1-23-16,-3 0-11 0,2-2-10 0,-4 0-4 16,0 2-4-16,-1-3-3 0,-2 5 2 0,-3-3-1 15,0 3 0-15,-3 0-2 0,-2 0-51 16,-2 2-65-16,-3 0-118 0,-1 2-175 0,-1 2-300 16,0 1-343-16,-1 3-270 0,-2 1-149 15,-2-1 347-15,0 1 591 0</inkml:trace>
  <inkml:trace contextRef="#ctx0" brushRef="#br0" timeOffset="72747.92">9167 9678 139 0,'-4'-4'424'16,"0"0"270"-16,-1 2 255 0,0-2-68 15,2 2-166-15,-2 0-136 0,-1 2-99 0,-2 0-73 16,4 0-63-16,-1 2-55 0,0-2-47 0,-2 4-28 16,3-1-27-16,-2 2-36 0,1 2-42 15,0 0-36-15,0 2-27 0,0 5-17 0,1-1-12 16,-2 7-6-16,1 1-9 0,3 4-3 0,-1 3 1 16,3 4 0-16,0 2 0 0,3 6 13 15,-1 2 10-15,4 1 5 0,0 2 0 0,2 0 1 16,2 2-1-16,1-2-13 0,0-4-8 0,3 1-3 15,2-7-2-15,0-3-2 0,4-4-2 16,2-3 2-16,-2-5-1 0,2-3 1 0,1-4-2 16,1-6 7-16,-2-2-1 0,2-5 4 15,1-3 1-15,-1-4 0 0,-2-2 1 0,0-4-3 16,0-4 1-16,0-2-3 0,-4-3-3 0,2-1 2 16,-2-3-3-16,1 0 0 0,-5-1-1 0,2 0 3 15,-5 0 1-15,1-1-1 0,-2 1 2 16,-3 0 4-16,-3-2 6 0,1 1 5 15,-5 0 8-15,-5-3 7 0,-1 1 3 0,-1-1 0 16,-4-1 2-16,-6 0-5 0,-2-2-7 0,-2 3-2 16,-1-1 0-16,-4 2-3 0,-1 3-1 15,-2 3-1-15,2 2 0 0,-3 4-2 0,0 3-5 16,0 4-3-16,3 5-4 0,0 3-5 0,0 3-4 16,4 3-2-16,2 4-2 0,1 4 0 15,2 2-1-15,4 1 0 0,0 4-1 0,4 0 0 16,2 1 0-16,3 2-10 0,2 2-17 15,3 1-44-15,3 0-73 0,-1 0-82 0,3 3-146 16,1-1-204-16,1 0-315 0,2 4-290 0,2-2-191 16,0-1-6-16,3 0 463 0,-1-2 527 15</inkml:trace>
  <inkml:trace contextRef="#ctx0" brushRef="#br0" timeOffset="73511.88">9885 10291 31 0,'-4'5'633'0,"-1"0"658"16,1-1 283-16,-2 2-184 0,1-2-388 0,0 2-407 16,0-1-209-16,2 0-143 0,0-2-99 15,0 0-59-15,0 1-38 0,1-2-23 0,2-1-15 16,0 0-8-16,0-1-5 0,0 2-1 15,0-2-1-15,2 0 2 0,2-2 1 0,-1 1-3 16,1-2-24-16,2-1-73 0,-3 0-81 0,2 0-149 16,0-1-240-16,-1 0-324 0,1 3-342 15,0-2-215-15,1 0 22 0,-1 1 556 0</inkml:trace>
  <inkml:trace contextRef="#ctx0" brushRef="#br0" timeOffset="74603.78">10234 10176 155 0,'3'4'407'0,"-3"-1"191"0,2-2 146 16,2 2-162-16,-4-3-153 0,2 2-109 0,-1 0-57 16,-1-2-19-16,2 0-6 0,0 2 2 15,-1-2 14-15,-1-2 7 0,2 0-8 0,0 0-22 16,-1-3-28-16,2-1-32 0,-1 4-33 0,3-5-12 15,1-1 1-15,-2 0 19 0,1-2 2 16,0 0-5-16,3-3 8 0,1-4-14 0,-1 0-19 16,2-4-31-16,0-1-19 0,2-4-12 15,-1-1-26-15,3-4-12 0,-1-1-5 0,3-2-3 16,-2-2-3-16,3-1 1 0,-2-1-4 0,0 1 1 16,-2-1-2-16,3 2 0 0,-5 1 0 15,0 2 0-15,0 3 12 0,-1 2 4 0,-2 3 4 16,-2 1 3-16,2 5-1 0,-4 2 4 0,0 4-5 15,-1 1-3-15,0 3-2 0,-1 3-1 16,-1 0-2-16,1 1-4 0,-2 1-7 0,2 2-3 16,-2 0-3-16,1 0 0 0,-1 1-2 0,0 1 1 15,2-2 1-15,-1 2-1 0,-1 0 0 16,0 0-1-16,3 2 1 0,-3-2-1 0,0 1 0 16,0 1 2-16,3 2 0 0,-1 2 2 15,-1 3 2-15,1 3 0 0,1 2 3 0,0 4 0 16,-1 2 1-16,1 5 0 0,2 1-2 0,-2 3 1 15,2 4 0-15,-2 3 1 0,-2 3-2 0,1 2 1 16,0 1 1-16,-1 1 1 0,-1 2-1 16,-1 1 0-16,-1-2 0 0,0 3 0 0,1-1-2 15,-2-4 0-15,-2-1 0 0,2-2-2 0,0-3-1 16,0-2-1-16,-1-1-2 0,3-7-1 16,-1-4-1-16,2-1-2 0,-1-5 1 0,1-1-2 15,1-4-1-15,-1-3-1 0,3-2-9 0,-1-4-36 16,3-2-70-16,-2-2-81 0,0-4-151 15,2-2-234-15,-1-3-323 0,1-4-317 0,0 0-204 16,0 1 39-16,0-3 541 0</inkml:trace>
  <inkml:trace contextRef="#ctx0" brushRef="#br0" timeOffset="75601.83">11197 9520 8 0,'1'-4'242'0,"1"0"156"16,-1 0 167-16,-1 1 28 0,2-1-70 0,-2 2-26 16,0-1 6-16,0 0 8 0,0 2-23 0,0-3-56 15,-2 4-65-15,2-1-38 0,0 1-23 16,0 0-13-16,0 0-22 0,0 1-23 0,0-1-33 15,-1 0-46-15,-1 2-48 0,1 0-47 16,-2-1-30-16,0 5-19 0,1-4-12 0,-1 2-5 16,-2 3-4-16,2 0-1 0,-2 2-1 0,2 1 0 15,-2 2-1-15,1 3 0 0,-1 2-3 0,3 2-1 16,-3 4 0-16,4 2-1 0,-1 1 0 16,1 4-1-16,2 2 2 0,1 5 1 15,1-1-2-15,2 3 0 0,1 1 5 0,5-1 0 16,-1 2 1-16,1-3-3 0,5 0 2 0,1-2-2 15,0-1-2-15,2-5 3 0,0-2-1 0,2-3-2 16,-1-5-1-16,1-2 2 0,3-4 0 16,-2-3 2-16,1-5 0 0,1-2 3 0,-2-4 1 15,2-4 3-15,0-2-1 0,-3-5 1 16,0-2 0-16,0-3-1 0,-2-2 2 0,-2-4-4 16,1-1 3-16,-1-2-2 0,-2-2-2 0,0-2 1 15,-2 0 0-15,1-3-1 0,-3 0 0 0,0-2-1 16,-3 2 3-16,-2-3 0 0,-1 1 0 15,-3-4 7-15,0 1 4 0,-4-3 5 0,-3-2 4 16,-1-2 4-16,-4 1 4 0,-4-2-4 16,-2 0-2-16,-3 1-2 0,-3 2-7 0,-3 2-4 15,-1 1-4-15,-2 7-2 0,-1 4-3 0,-1 4 0 16,-1 6-2-16,-1 4-1 0,0 7-2 0,1 5-3 16,1 7-2-16,-2 5-1 0,5 8 0 15,-1 5 0-15,1 5-6 0,5 8-17 0,1 6-61 16,2 5-69-16,2 5-122 0,4 7-194 15,1 3-308-15,1 8-339 0,1 5-264 0,2 5-129 16,-3 6 376-16,3 6 623 0</inkml:trace>
  <inkml:trace contextRef="#ctx0" brushRef="#br0" timeOffset="80703.41">8705 12178 265 0,'-6'-3'599'0,"0"-1"313"15,-3 2 182-15,1-1-185 0,-2 2-300 0,-2 0-150 16,1-1-85-16,-1 2-71 0,-1 0-56 16,-1 2-33-16,1 0-29 0,-4 1 0 0,3 1-11 15,-4 3-31-15,2-1-33 0,1 1-29 0,0 2-19 16,1 3-29-16,0-3-22 0,4 2-6 0,0 1-5 15,3 0-5-15,2 1-4 0,2-1 0 16,3 2 1-16,3 1-2 0,2-2 3 0,5 2 3 16,2 1 1-16,3 0 2 0,3-1 0 15,0 1 1-15,4 1 0 0,0-1-1 0,0 0 1 16,2 0 0-16,0 0 1 0,-1 1 0 0,-1-2-1 16,-1 4 1-16,1-2-1 0,-3 1 0 15,-3 1 0-15,1 0 4 0,-2 0 4 0,-3 1 0 16,-1 2 6-16,-3 0 14 0,-1 2 6 15,-3 0 6-15,-1 2 5 0,-3-1 1 0,-3 1-1 16,0 2-11-16,-3-2-6 0,1-1-7 0,-3-1-6 16,0-2-2-16,-1 1-5 0,2-6-1 0,-1-2-1 15,-2-2 1-15,0-2-2 0,2-4-1 16,-2-4-3-16,-2-1-3 0,-1-6-9 0,-1-3-31 16,1-5-61-16,-2-4-60 0,2-5-89 15,0-5-142-15,2-2-182 0,0-4-287 0,0 1-232 16,3-4-204-16,2 2 41 0,-1 2 404 0,1-3 444 15</inkml:trace>
  <inkml:trace contextRef="#ctx0" brushRef="#br0" timeOffset="80988.53">8539 12162 256 0,'5'-12'644'0,"-1"3"264"0,-2 1 67 0,1 1-226 15,2 1-317-15,0 1-212 0,1-1-93 16,3 2-25-16,3-3-11 0,2 3 63 0,3 0 35 16,4-1 7-16,1 1-21 0,5 0-25 0,0-1-18 15,1-1-66-15,2 4-35 0,0-3-3 0,0 2-3 16,0-1 0-16,0 1 2 0,0 0 2 16,0 0-2-16,2 1-9 0,-2 0-6 15,0 0-3-15,0 1-5 0,-2-1-1 0,1 2 0 16,-1 0-4-16,0 0-3 0,-1 2-8 0,-2-1-30 15,-2 2-99-15,-1 0-146 0,-2 1-220 0,-2 1-281 16,-3 1-265-16,0 0-158 0,-3 0 192 16,-3 1 440-16</inkml:trace>
  <inkml:trace contextRef="#ctx0" brushRef="#br0" timeOffset="81417.71">9396 12190 27 0,'0'24'314'0,"-2"5"221"0,-1 4 244 0,3 5 131 15,0 5-155-15,0 5-133 0,3 5-80 16,2 3-50-16,-1 0-60 0,3 1-92 0,1-1-90 16,0-5-58-16,3-4-40 0,0-3-48 15,2-8-43-15,2-6-23 0,0-6-15 0,2-6-11 16,1-6-2-16,-1-6 1 0,2-6 4 0,0-6 0 15,0-6 2-15,-3-6 1 0,3-6-3 16,-3-3 1-16,1-4-6 0,-3-5-3 0,2-1-3 16,-5-2 1-16,3-1 0 0,-6-2 2 0,0 1 29 15,-3-1 19-15,-1 2 13 0,-4-3 9 16,-2 4 7-16,-5 1 3 0,-1-1-15 0,-3 1-11 16,-5 3-7-16,-4 1-2 0,1 3-5 0,-5 3-2 15,-3 3-6-15,0 3-2 0,-1 4-6 16,2 4-6-16,-4 7-6 0,3 2-6 0,-1 7-6 15,1 4-5-15,0 4-3 0,4 5-3 0,0 5 1 16,5 4-2-16,0 1 0 0,7 4 2 16,3 2-1-16,3 4 1 0,5-1-6 0,3 1-16 15,2 1-48-15,5-2-75 0,2-1-111 16,4-3-183-16,2 2-298 0,-1-4-342 0,5-3-306 16,2 1-152-16,-2-5 304 0,2 0 648 0</inkml:trace>
  <inkml:trace contextRef="#ctx0" brushRef="#br0" timeOffset="81622.53">10046 12865 851 0,'3'1'1708'0,"-3"3"30"0,-3-2-350 0,-2 3-379 16,0-1-449-16,0-2-265 0,-2 1-118 15,1 0-65-15,1-3-42 0,1 0-32 0,1 0-20 16,0 0-13-16,1 0-8 0,2-5-17 0,0 2-21 15,0-4-38-15,2 1-79 0,1 0-123 0,0-1-195 16,2-1-297-16,0 1-349 0,4 0-371 16,-2-3-144-16,1 3 387 0,0-1 690 0</inkml:trace>
  <inkml:trace contextRef="#ctx0" brushRef="#br0" timeOffset="82320.72">10473 12150 13 0,'-5'3'363'0,"-2"2"275"0,0 1 220 15,1 2 92-15,1 3-298 0,0 3-203 0,5 5-91 16,0 6-44-16,2 4-30 0,4 4-42 15,2 5-32-15,3 8-31 0,0 1-31 0,4 5-30 16,2 1-28-16,1-3-19 0,0 0-19 0,2-6-17 16,1-6-16-16,1-5-10 0,2-7-2 0,1-7-1 15,2-9 4-15,1-5 0 0,1-10 8 16,-1-7 0-16,-4-7-3 0,2-7 5 0,-3-6-6 16,-3-5-2-16,-2-5-1 0,-1-1 4 15,-5 1 36-15,-3 0 42 0,-3 1 40 0,-3 2 20 16,-4 3 3-16,-4 2-5 0,-6 0-30 0,-2 2-39 15,-4 0-30-15,-1 5-22 0,-2 2-12 16,-3 1-2-16,0 3-3 0,-1 6-1 0,1 5-3 16,-1 3-1-16,3 7-2 0,-1 2-6 0,2 6-3 15,2 4-2-15,1 2 1 0,0 6 0 16,4 3-1-16,3 2-1 0,1 2-21 0,3 2-51 16,1 1-62-16,3 1-85 0,2 0-151 15,4 0-224-15,-1 1-304 0,6-3-254 0,1 1-204 16,-1-4 65-16,7-2 492 0</inkml:trace>
  <inkml:trace contextRef="#ctx0" brushRef="#br0" timeOffset="82709.8">11184 12664 84 0,'10'-3'601'0,"-1"-1"435"15,-2-2 182-15,-3-4-78 0,3-1-370 16,0-5-254-16,1-7-145 0,2 0-86 0,2-5-60 16,0-4-44-16,0-4-30 0,2-3-38 0,2-3-31 15,2-3-12-15,-1 1-8 0,2-3-6 0,0 1-17 16,-1 1-14-16,0 2-10 0,0 3-6 16,-1 4-6-16,-4 3 1 0,1 5-2 15,-3 5-3-15,-3 5 1 0,1 3 6 0,-2 3 7 16,-1 4 8-16,-1 6 6 0,1 2 11 0,-1 2 5 15,-2 2-2-15,3 6 2 0,-2 2-5 0,-1 2-5 16,0 4-5-16,3 3-5 0,-3 6-5 16,-1 0 0-16,1 5 1 0,-1 4 6 0,-1 8 7 15,-1 2 3-15,0 10 3 0,-1 5-3 16,-1 7-8-16,-1 4-6 0,-2 1-9 0,-1 4-8 16,1-4-4-16,-1 0-3 0,-1-6-12 0,-2-5-29 15,5-6-78-15,-5-4-93 0,3-8-177 16,-2-4-294-16,0-5-339 0,2-6-379 0,1-4-187 15,-1-4 205-15,-1-4 701 0</inkml:trace>
  <inkml:trace contextRef="#ctx0" brushRef="#br0" timeOffset="85889">9709 14944 92 0,'-5'0'566'0,"-3"0"425"16,-4 3 214-16,1 0-60 0,-1 1-392 0,-1 1-211 15,0 1-94-15,-1 0-87 0,1 0-68 16,-3 3-44-16,3 1-53 0,-4 0-54 0,4 3-56 16,-3 1-31-16,2 2-17 0,0 1-15 0,0 1-7 15,3 0-4-15,0 0-7 0,3-1-4 16,3 2-3-16,2 2-2 0,3 0 1 0,3 3 2 15,4 3 1-15,5 0 1 0,-1 3 0 16,6 0 1-16,1 0 0 0,1 2-2 0,0-3 0 16,3 3 0-16,-2-3 1 0,1-1 0 0,1 2-2 15,-3-3-1-15,0-2 1 0,-1 1 0 16,-4-4 1-16,2 0 0 0,-4 0 0 0,-2-3 3 16,-2 2 0-16,-2-2 0 0,-3 1-2 15,-1-1 3-15,-4 1-1 0,-1-1-1 0,-2 2 1 16,-3-2 1-16,-1-1 0 0,-1-1 1 0,-3 0-1 15,0-2-1-15,-2-1-6 0,0-2-18 0,-2-5-48 16,0-2-63-16,-2-4-74 0,0-6-134 16,-1-3-184-16,2-7-300 0,-1-3-258 0,-1-7-213 15,2-3-43-15,1-4 397 0,-1-4 495 16</inkml:trace>
  <inkml:trace contextRef="#ctx0" brushRef="#br0" timeOffset="86161.77">9505 15041 398 0,'11'-10'811'0,"-3"1"253"15,-3 3 2-15,3 0-312 0,-4 2-317 16,1 0-206-16,2 1-117 0,-1 2-21 0,3 0 3 16,2 2-1-16,5 0 24 0,-2 2 6 15,5 1 3-15,1 0-31 0,0-1-30 0,3 2-13 16,0-2-23-16,2-2-7 0,2-1-11 0,-2 0 2 15,4-1-3-15,-1-4-4 0,0 1 1 16,2-2-2-16,2-1 1 0,-2-1-6 0,3 1 0 16,1 2 1-16,-1-2-1 0,0 1-4 0,-1 2-11 15,-1 1-57-15,-2 0-129 0,-1 2-183 16,-3 2-290-16,-2 1-276 0,-1 1-246 0,-2 1-20 16,-2-1 391-16</inkml:trace>
  <inkml:trace contextRef="#ctx0" brushRef="#br0" timeOffset="86561.84">10389 15146 295 0,'-5'31'527'0,"2"1"217"0,-2 8 137 0,4 2-229 16,-1 4-145-16,2 5-68 0,3 2-34 0,2 4-47 15,3 0-59-15,4 1-64 0,0-3-66 16,3-2-56-16,1-5-44 0,3-7-30 0,0-7-21 16,2-8-13-16,2-10-2 0,-2-6 2 0,5-10 4 15,-3-9 7-15,2-7 0 0,-1-9 4 16,-2-9-5-16,-1-9-2 0,-1-3-4 0,-1-6-4 16,0-6-5-16,-3 1-2 0,0-1-5 15,-5-1 4-15,0 4 1 0,-5 1 2 0,-3 0 11 16,-1 2 15-16,-5 2 13 0,-2 2 8 0,-6 1 11 15,-2 2-2-15,-4 2 11 0,1 7 27 16,-3 2 28-16,0 4 8 0,-3 10-1 0,0 3-2 16,1 9-21-16,-2 5-33 0,-1 7-34 15,2 7-21-15,1 5-15 0,2 5-4 0,-1 6-4 16,4 1-38-16,2 5-58 0,1 0-56 0,3 2-115 16,1 1-167-16,6-3-264 0,0-1-273 0,5-1-223 15,2-3-136-15,4-2 270 0,0-4 499 16</inkml:trace>
  <inkml:trace contextRef="#ctx0" brushRef="#br0" timeOffset="86950.81">11309 15796 16 0,'7'-3'597'0,"-3"1"560"16,-4 1 285-16,-3 1-70 0,2-2-338 15,-1 2-446-15,0 0-205 0,-1-1-118 0,2 0-98 16,-1-1-81-16,0 1-44 0,2-2-24 16,0-2-16-16,2 1-51 0,1-2-65 0,0 0-91 15,2-1-154-15,1-2-252 0,2 1-328 0,0-1-287 16,3-1-191-16,-3 2 126 0,0-1 550 15</inkml:trace>
  <inkml:trace contextRef="#ctx0" brushRef="#br0" timeOffset="87613.83">11908 14893 137 0,'-7'4'413'0,"-3"1"235"15,0 2 193-15,-2 5-73 0,2 2-185 0,-1 3-110 16,0 5-72-16,0 6-56 0,3 0-65 15,-1 8-65-15,4 3-50 0,0 5-29 0,5 5-26 16,0 7-17-16,5 2-12 0,4 7-10 0,-1-1-13 16,5 3-17-16,3-4-9 0,1-4-14 0,4-8-6 15,2-8-4-15,4-11-8 0,2-5-2 16,4-14 2-16,0-7 0 0,2-10-2 16,1-8-4-16,-1-8 5 0,0-9 5 0,-2-3 1 15,1-7-3-15,-3-4 2 0,-1-3-1 0,-3 0-5 16,-2-2-4-16,-3 1-2 0,-1 2 6 0,-5 3-2 15,-3 2 8-15,-3 2 4 0,-5 2 0 16,-5 3 1-16,-3 0-2 0,-3 5-3 0,-7-1-2 16,-3 4 0-16,-6 0-1 0,0 3 3 0,-2 4 1 15,-4 2-1-15,-1 3 2 0,-1 7 0 16,0 3 1-16,0 6-6 0,2 7-4 0,1 2 2 16,2 6-1-16,1 6-4 0,5 2-3 15,0 5 9-15,6 2 3 0,2 3-5 0,3 1-4 16,5 3-6-16,5-1-7 0,1 2-22 0,5 2-49 15,4-4-90-15,3 1-125 0,4-5-169 16,1-2-287-16,4-2-254 0,3-7-140 0,3-5 139 16,0-5 374-16</inkml:trace>
  <inkml:trace contextRef="#ctx0" brushRef="#br0" timeOffset="87940.88">12949 15289 60 0,'12'13'546'0,"-4"1"402"16,0 7 196-16,1 3-45 0,0 3-363 0,0 5-288 15,4 2-174-15,1 2-88 0,2 1-56 16,-2 1-42-16,3-1-35 0,3-3-24 0,-3-4-8 16,2-5-7-16,1-7-2 0,-1-4 1 15,0-8-3-15,0-8-3 0,0-9-3 0,-3-5-2 16,-2-10 0-16,-1-7-2 0,-3-4-1 0,-3-6 1 15,-1-2-2-15,-4-5-2 0,-4 2 9 0,-1-2 19 16,-4 1 33-16,-3 1 23 0,-1 0 12 16,-5 0 5-16,-1 0-4 0,-5 2-17 0,-2-1-24 15,0 4-20-15,-1 7-13 0,-1 4-2 16,-2 6-13-16,1 9-14 0,-3 5-43 0,0 10-41 16,0 5-100-16,-5 9-170 0,0 6-296 0,-1 5-283 15,-2 4-236-15,-3 4-152 0,0 2 276 16,-5 3 532-16</inkml:trace>
  <inkml:trace contextRef="#ctx0" brushRef="#br0" timeOffset="88755.82">9396 16438 266 0,'3'-3'601'15,"-1"2"238"-15,1-2 73 0,0 3-224 0,3-2-298 16,2 4-101-16,2-2-68 0,5 3-30 0,2-2 24 16,3 1 12-16,3-2-18 0,2 0-56 15,3-2-35-15,0-2-20 0,3 2-40 0,0-4-25 16,2-1-13-16,-1 1-5 0,2-3-1 0,0 1-2 15,-1-1-5-15,-2 2 0 0,-1-1-1 0,2 2-1 16,-3 2-28-16,-5 1-77 0,-1 1-126 0,-4 2-162 16,-3 0-294-16,-2 2-272 0,-6 5-190 15,-3-1 78-15,-2 4 364 0</inkml:trace>
  <inkml:trace contextRef="#ctx0" brushRef="#br0" timeOffset="88975.86">9545 16823 118 0,'6'7'301'0,"2"-1"134"0,4-2 117 0,1 1-172 16,3-2-127-16,0 0-35 0,3-3-22 0,0-2-23 16,1-1-26-16,2-1-27 0,2-4-19 0,-2 1-41 15,0-3-20-15,2-1-9 0,-2-2-8 0,2 0-3 16,-2 0-1-16,0 1-24 0,-3 1-61 15,0 1-106-15,-2 2-226 0,-4 4-189 0,-2 0-87 16,0 4 51-16,-6 4 176 0</inkml:trace>
  <inkml:trace contextRef="#ctx0" brushRef="#br0" timeOffset="89184.82">9614 17143 79 0,'11'8'274'0,"-3"1"127"0,3-3 104 16,-1-2-169-16,4 0-129 0,-1 1-72 0,2-5-44 15,-2-3-28-15,4-3-10 0,-1 0-3 16,2-3-3-16,-2-1 0 0,2-2-16 0,0 0-7 16,-2 0-32-16,-1 0-88 0,1 2-251 0,-2 3-133 15,-2 4-34-15,-3 2 53 0,0 1 126 0</inkml:trace>
  <inkml:trace contextRef="#ctx0" brushRef="#br0" timeOffset="89380.82">9678 17562 234 0,'10'12'448'15,"-3"-2"159"-15,1-2 83 0,1-2-260 0,4-3-204 16,-2-2-108-16,6-4-55 0,-1-1-23 15,3-4-11-15,0-4-10 0,3-1-3 0,2-4-3 16,4 1 4-16,-1-4-17 0,2 0-63 0,-1 1-170 16,2 0-236-16,-1 1-135 0,-1 2-31 0,-1 3 96 15,0-2 193-15</inkml:trace>
  <inkml:trace contextRef="#ctx0" brushRef="#br0" timeOffset="91109.78">10491 15946 154 0,'4'0'395'0,"-1"0"181"0,-3 2 126 15,2-1-167-15,-4 2-201 0,2 0-110 16,-2 2-57-16,2 1-42 0,-3-1-29 0,3 3-19 16,-2 0-24-16,1 1-17 0,1 1-10 0,0 2-6 15,0 0-5-15,0 1-3 0,1 0-3 0,1 0-3 16,1 1-4-16,-1-2 1 0,3 1 2 16,-2 0-1-16,3 0-4 0,2 1 0 0,-2-3 0 15,2 1 0-15,0 0 0 0,2 1-5 0,-1-3 3 16,-1 1 2-16,3-1 0 0,-3-1 2 0,0 0-1 15,2-2 5-15,-1 2 2 0,-1-3-5 16,2 0 2-16,0 0 0 0,0-4-1 0,0 2 1 16,0-1-2-16,2-1 2 0,0 0-22 0,-1-2-10 15,2 0-8-15,-2-2-7 0,3 0-1 0,-1-2-2 16,3 1 23-16,-2-2 9 0,2 0 10 16,-2 0 3-16,3-1-2 0,1 0 33 0,1 1 19 15,0 1 14-15,-2 1 2 0,4-2 5 0,-4 2 5 16,4 2-30-16,-1-1-20 0,-2 1-7 0,1 0-6 15,-1-1 19-15,0 0 8 0,1 1 1 16,-2 1 5-16,1-1-1 0,-1-1 3 0,0 0-21 16,1 1 23-16,-1 0 33 0,0 1 15 0,-2-2 7 15,2 0 4-15,-2 1-2 0,0 1-31 0,-2-2-32 16,-1 1-20-16,1-2-11 0,-2 3 21 0,3-2 25 16,-1 0 22-16,3-1 8 0,-2 2 4 15,3-1 4-15,1-1-7 0,1 1-17 0,1-2-15 16,-2 2-7-16,4-2-4 0,0 2-3 0,1-1-16 15,0-2-11-15,2 1 0 0,0-1 6 0,2 1 1 16,3-2 7-16,-1 2 12 0,1-2 0 0,3 1 0 16,0-1-6-16,0 4 30 0,-1-3 7 15,3 2 1-15,-2-1-4 0,2 1-1 0,-2-1 0 16,2-1-36-16,-2 1-17 0,2-2-8 0,1 1 0 16,-3-1-6-16,2 1 2 0,-1-1 3 0,0-2 0 15,0 2-2-15,1-1 1 0,1 1 1 0,1-3-5 16,-2 3 1-16,3 1 0 0,1-1-2 15,-3-1-1-15,5 2-1 0,-3-1 4 0,1 2-4 16,-1-2 4-16,0 1 0 0,2 2-3 16,-2-2 1-16,1 0-2 0,-1 2-3 0,0-1-3 15,-1 1 4-15,-1-1-1 0,2 0 2 0,-2 2 1 16,-1-1 2-16,1 0 4 0,1 0-2 0,0 0 2 16,1-2 0-16,0 2 0 0,-1-1 0 15,4 1-1-15,-2-1 0 0,-1-2-4 0,1 1 0 16,-3-1-2-16,1 2 0 0,0 0 1 15,-1-1 5-15,-1 1-3 0,0 0 3 0,-2-1-2 16,3 2-3-16,-4-1 0 0,-2-1-6 0,0 2 6 16,-3-1-1-16,0-1 5 0,0 1 0 0,-3 0 0 15,-2-1 5-15,-5 0-3 0,0 1-4 16,-4-1 0-16,0 3 6 0,-4-2 1 0,-2 2 40 16,-2-1 29-16,-1 1 23 0,2 2 8 15,-4 0 5-15,-1-2 1 0,1 2-34 0,-2-2-24 16,0 2-19-16,0 0-12 0,2 0-11 0,-2 0-6 15,1 0-4-15,-1 0-3 0,0 0-1 16,0-1-1-16,0 0 0 0,-1 1 1 0,1-2-1 16,-2-1 0-16,2-1 1 0,-2-2 1 15,1-2-2-15,-1-2 0 0,-2-1 0 0,2-3-2 16,-1-1 2-16,2-2-1 0,-3 1 1 0,1-4 0 16,0 2 0-16,1-2 1 0,-1 4-1 15,1-2 1-15,-2 2-1 0,-1 2 0 0,2 0 0 16,2 2-4-16,-4 2-20 0,0 1-66 15,0 3-73-15,-1-2-144 0,-2 6-247 0,0 2-316 16,3 0-350-16,-3 2-238 0,-1 2-27 0,1 2 566 16</inkml:trace>
  <inkml:trace contextRef="#ctx0" brushRef="#br0" timeOffset="100147.72">20666 9107 198 0,'-2'2'486'0,"-1"-2"295"16,0 2 217-16,1-2-171 0,-1 0-164 15,2 0-129-15,1-2-114 0,-3 2-105 0,3-2-95 16,3 1-75-16,-3-2-48 0,4-1-24 15,1-2-2-15,2-4 17 0,2 2 24 0,4-4 6 16,0 0-1-16,4-2-11 0,0 1 10 0,4-1-4 16,2 1-15-16,1 1-8 0,-1 1-7 0,2-2-7 15,0 3-13-15,0 5-17 0,0 0-7 16,-4 2-5-16,3 2 1 0,-4 2-4 0,0 4-9 16,-2 1 2-16,-2 2-1 0,-2 4 0 15,-4 4 7-15,-2 0 7 0,-4 4 4 0,-1 2 0 16,-6 4 3-16,-3 1 1 0,-3 1-7 15,-3 1 0-15,-1 2-1 0,-4 3-5 0,0-3-6 16,1 2-5-16,-3 1-2 0,3-1-7 0,-2 1-5 16,2 1-2-16,2-3-3 0,2-1 0 15,0-2-1-15,2-6-1 0,5 0-1 0,1-5 0 16,-1 1 0-16,4-5-1 0,2 0 0 0,4-3 0 16,-2 0 0-16,3-3 1 0,1 3-1 0,2-5 1 15,2 0 1-15,0-1-1 0,5-1 2 16,0-2 0-16,1 0 0 0,2-4-1 0,3 0 1 15,4 0-1-15,-3-3 0 0,3 1 0 16,-1-2-8-16,0 0-12 0,1-3-27 0,-4 2-69 16,-5 1-75-16,2 0-132 0,-4 0-186 0,0 1-307 15,-4-3-337-15,3 3-229 0,-2-2-102 16,-3 0 405-16,0-2 577 0</inkml:trace>
  <inkml:trace contextRef="#ctx0" brushRef="#br0" timeOffset="100617.79">21572 8925 44 0,'9'-5'347'15,"-1"3"217"-15,2-2 173 0,-1 2 63 0,2-2-193 0,2 1-132 16,1-1-77-16,2 2-15 0,0-3-20 16,2 3-63-16,-1-2-73 0,2 0-54 0,-2 1-35 15,2 0-50-15,-3 0-31 0,3 0 4 16,0 0-4-16,-3 2-3 0,1-1-1 16,-3 2 2-16,2 0-2 0,-3 0-26 0,0 2-9 15,-1-1-11-15,-2 1 55 0,-1 1 27 0,0 1 40 16,-1 5 23-16,-1-2 9 0,-2 6 1 15,1 0-44-15,-5 4-24 0,-1 2-29 0,-1 1-18 16,-5 4-12-16,1 1-7 0,0 1-4 0,-1 5-6 16,-2 0-6-16,-2 5-3 0,2-1-2 15,-1 3-1-15,-2 2-1 0,0 1-2 0,1 0 1 16,-1 2-4-16,3-4 0 0,2 1-2 0,-1-2-1 16,0-4 0-16,2-4 0 0,2-1 2 0,0-5 0 15,1-3 0-15,1-1-1 0,-1-6 1 16,0-2-6-16,1-1-25 0,1-4-48 0,-2-1-58 15,0-5-60-15,1-1-105 0,-1-1-153 16,2-5-179-16,-1-1-254 0,1-2-225 0,-3 0-170 16,1-3 135-16,-1 0 431 0</inkml:trace>
  <inkml:trace contextRef="#ctx0" brushRef="#br0" timeOffset="100919.74">21628 9293 320 0,'-2'2'789'0,"0"0"326"0,2 0 33 16,-1-2-266-16,1 1-336 0,1-1-226 0,-1 1-135 16,4-1-64-16,-1 2-34 0,3-1-17 15,2 1 28-15,1-2 21 0,4 1 6 0,1 0-10 16,3-1-6-16,-1-1 22 0,5 0-10 15,-2-2-13-15,5 0-8 0,-1-2-7 0,1 1-7 16,-2-2-28-16,4 0-29 0,-1 1-10 0,-2-1-8 16,3 0-3-16,-4 1-3 0,0 3-3 0,-2-2-43 15,-2 2-58-15,-1 2-71 0,-2-2-132 16,0 4-184-16,-2-2-320 0,0 2-263 16,-2 0-220-16,0 0-18 0,1-1 393 0,-4 0 495 15</inkml:trace>
  <inkml:trace contextRef="#ctx0" brushRef="#br0" timeOffset="102098.08">22596 8850 252 0,'2'-5'516'15,"-4"1"260"-15,1 0 197 0,-1-1-191 0,-2 3-172 16,-1-2-115-16,0 4-90 0,0 0-89 0,-1 3-94 16,-2 0-81-16,-1 3-63 0,1 3-35 15,-2 2-21-15,1 6-14 0,1 4-1 0,0 3 0 16,2 7 2-16,0 5-2 0,2 2 30 15,1 5 19-15,3 2 8 0,0 4-1 0,3 2-3 16,1-1 2-16,2 0-26 0,0-1-17 0,4-5-14 16,-1-1-1-16,5-8 0 0,1-1-1 15,2-8 0-15,3-3 0 0,0-5 5 0,2-6-1 16,-1-6 5-16,2-5-3 0,2-5 2 16,-1-7-4-16,1-4 3 0,0-8 0 0,-2-2-6 15,0-2 0-15,-2-6-1 0,-4 0 4 0,2-1-7 16,-4-1 12-16,-3 1 39 0,-2-1 32 0,-5 1 28 15,-1-2 8-15,-4-1 13 0,-3 2-8 16,-3 0-25-16,-4 0-22 0,-2 3-21 0,-4 0-13 16,-3 4-10-16,-1 4-7 0,-1 3-6 15,-1 3-4-15,-2 3-8 0,3 3-4 0,1 7-4 16,-2 2-3-16,2 4-2 0,0 4-4 0,2 6 0 16,0 4 0-16,0 3 2 0,2 5 0 15,4 2 2-15,1 3-28 0,1 2-61 0,4 2-66 16,-2 0-122-16,5 2-181 0,1-3-318 15,6 1-301-15,-1-1-219 0,4-3-95 0,3 0 374 16,3-4 540-16</inkml:trace>
  <inkml:trace contextRef="#ctx0" brushRef="#br0" timeOffset="105633.89">23601 9037 187 0,'-2'1'378'16,"1"3"160"-16,1-3 63 0,-2 0-156 0,2 1-127 15,0 1-97-15,2-3-66 0,-2 0-20 16,1 2 8-16,4-2 47 0,2 0 63 0,0 3 68 16,3-2 53-16,4-1-3 0,2 2-32 0,-1-2-45 15,4 0-46-15,3 0-56 0,4-2-19 0,-3 1 9 16,3-2-5-16,-1 1-17 0,0-3-24 16,1 3-18-16,-3-2-31 0,0 3-37 0,-3-2-23 15,0 0-12-15,-3 2-9 0,-2-1-1 16,-2 0-3-16,-1 1-3 0,-4 0-3 0,0 1 3 15,-3 0 3-15,-2 0-2 0,-1 0-15 0,0 0-51 16,-4 2-56-16,-3-2-123 0,0 2-179 16,-4 1-303-16,-4-3-302 0,1 1-243 0,-1 1-113 15,-4-4 360-15,-1 0 542 0</inkml:trace>
  <inkml:trace contextRef="#ctx0" brushRef="#br0" timeOffset="105864.5">23821 8843 199 0,'7'-2'526'0,"-4"2"230"0,2 0 104 15,-2 0-169-15,2 2-198 0,-2 2-109 16,3 0-42-16,-2 3-22 0,-1 4-12 0,0 0-35 16,0 3-58-16,0 5-67 0,-3 0-54 15,2 2-31-15,-2 2-27 0,-2 2-13 0,1 2-11 16,-1 0-8-16,1 1-2 0,1 0-3 0,0 0-25 15,0-2-111-15,1-3-165 0,-1 1-294 16,3-5-271-16,2-1-261 0,2-4-127 0,0-1 311 16,3-1 485-16</inkml:trace>
  <inkml:trace contextRef="#ctx0" brushRef="#br0" timeOffset="106592.91">25044 8587 151 0,'-6'1'408'15,"-1"3"215"-15,-2-2 168 0,1 3-127 0,0 0-151 16,2 3-89-16,-3 0-60 0,1 4-36 0,0 3-30 16,1 4-37-16,1 3-43 0,-3 2-36 0,4 6-27 15,-2 2-24-15,2 1-26 0,2 5-14 16,2 1-11-16,-4 2-8 0,5 0-10 15,2-4-9-15,2 1-13 0,3-4-17 0,-1-3-7 16,4-4-4-16,4-4-6 0,-1-3-3 0,4-4 5 16,0-7 0-16,4-3-2 0,2-5 1 0,1-4 3 15,0-6 7-15,3-5 3 0,0-3 2 16,1-5 0-16,-1-3 17 0,-2-2 28 0,-1 0 28 16,-2-1 19-16,-1-1 20 0,-7 1 3 15,2-1-15-15,-8 1-23 0,-3-1-29 0,-4-1-20 16,-4 0-21-16,-3 2-9 0,-6-2-6 0,-3 1-3 15,-1 2 0-15,-5 3 1 0,1 3-2 16,-4 3 1-16,3 3-3 0,-4 5-3 0,2 3-4 16,2 2-3-16,-1 4-2 0,0 3 0 0,1 3 0 15,4 3-1-15,0 3 1 0,4 1 0 16,-1 1-1-16,4 3-2 0,2 0 3 0,3 1 0 16,2 1-1-16,3 1-15 0,2 1-41 15,1-1-58-15,3 3-52 0,1-1-81 0,1-2-135 16,2 0-165-16,2 0-264 0,2 0-217 0,-2 0-206 15,4-2 2-15,-2-3 366 0,4 2 449 16</inkml:trace>
  <inkml:trace contextRef="#ctx0" brushRef="#br0" timeOffset="106874.11">25675 9141 199 0,'-2'-3'939'0,"-4"-2"583"16,2 2 8-16,0-1-270 0,-1 2-471 0,1-3-308 16,0 3-189-16,1 1-118 0,0-2-70 15,0 2-45-15,2-2-29 0,1 1-18 0,0 1-8 16,1-2-5-16,2 1-4 0,0 0 0 15,0 0-12-15,2-1-53 0,-2 2-70 0,2-1-110 16,2 1-171-16,-1-1-306 0,2 2-335 0,-2 2-282 16,1-1-143-16,2-1 292 0,-1 2 610 15</inkml:trace>
  <inkml:trace contextRef="#ctx0" brushRef="#br0" timeOffset="107860.86">26326 8513 75 0,'4'-4'391'0,"-1"0"270"15,-3 0 246-15,0 2 26 0,-3-1-219 16,1 1-154-16,-3-1-113 0,0 2-88 0,-4-1-92 15,0 2-83-15,-3 2-63 0,0 1-41 16,-1 0-23-16,-2 2-19 0,-2 1-7 0,4 3-10 16,-4-1-6-16,3 3-8 0,2-1-2 0,0 3-4 15,2 1 0-15,3 1 4 0,2 2-4 16,0-1 2-16,5 1-1 0,0 1-2 0,4-2 1 16,1 4-1-16,3-4 1 0,2 2 0 15,2-1 1-15,0 1 1 0,6-2-3 0,-2 1 0 16,-1-1-3-16,6-1-2 0,-5 2 0 0,1-2 3 15,-1 0-4-15,-1 1 3 0,0-2-1 16,-3 1 2-16,0 0-3 0,-3 0 3 0,-2-2 2 16,0 2 2-16,-4-1-1 0,1 1 0 15,-4-2 4-15,0 2-4 0,-4-2 0 0,1 3-4 16,-4-2 0-16,0 0 1 0,1-1 1 0,-2 2 2 16,-3-2 1-16,1 1 4 0,1-3-1 0,-4 1 2 15,4-2-1-15,-1 0-1 0,-1-3-3 16,2-1-17-16,1-4-24 0,0-2-78 15,-1-2-131-15,0-5-161 0,1-4-268 0,4-2-266 16,-1-4-214-16,2-2 32 0,0-6 360 0,1 0 387 16</inkml:trace>
  <inkml:trace contextRef="#ctx0" brushRef="#br0" timeOffset="108128.01">26309 8468 7 0,'8'0'336'0,"-4"0"234"15,1 0 176-15,-1 0 50 0,2 0-281 0,2 1-209 16,3 0-115-16,0 3 28 0,3 0 10 0,2-1 2 16,3-1-33-16,0 0-20 0,5 0-17 15,-1-1-77-15,2-1-41 0,0 0-22 16,3 0-12-16,-1-1-5 0,1-1-3 0,1 0 1 15,-2 1 2-15,-2-2 2 0,2 2 4 0,-5-1-13 16,-2 0-82-16,2 0-129 0,-4 0-215 0,-1 2-267 16,-2 0-223-16,-5 0-117 0,0 0 178 15,-2 2 357-15</inkml:trace>
  <inkml:trace contextRef="#ctx0" brushRef="#br0" timeOffset="108485.69">27073 8501 211 0,'-7'18'484'0,"1"4"233"16,-2 3 179-16,4 3-126 0,-1 4-172 0,1 4-104 16,3 3-66-16,-1 3-65 0,4 3-77 0,-1 4-84 15,4 0-78-15,2-3-52 0,2-2-31 0,4-4-15 16,2-5-11-16,5-5-9 0,3-8 1 15,2-6-3-15,2-3-4 0,2-8-6 0,-2-7-2 16,1-4 3-16,2-7 0 0,-1-4 7 0,-1-6-2 16,-3-2 4-16,-1-2 6 0,-5-3 19 15,0-1 50-15,-6 1 58 0,-1-2 51 0,-5 0 18 16,-4 0-6-16,-3-4-18 0,-3 1-45 16,-4-1-49-16,-2-1-40 0,-5 1-23 0,-2 4-13 15,-3 1-8-15,-1 8-4 0,-1 2-2 0,-3 8-2 16,-1 2-29-16,0 9-60 0,-1 4-63 15,1 5-125-15,-1 4-187 0,1 5-309 0,3 2-301 16,5 5-219-16,-2 4-93 0,4 1 393 16,1 5 537-16</inkml:trace>
  <inkml:trace contextRef="#ctx0" brushRef="#br0" timeOffset="110258.14">22641 11623 72 0,'-5'-3'384'0,"0"1"292"0,-3-2 286 16,2 2 40-16,0-2-253 0,1-1-168 0,-1 1-93 15,2 1-52-15,0 0-52 0,-1 0-57 16,4 0-48-16,-2-1-36 0,1 1-39 0,0-2-54 15,2 1-52-15,-1-1-34 0,1 1-20 16,-2 1-12-16,2-2-9 0,2 2-10 0,-2 0-4 16,1 0-6-16,4-1-4 0,4 0-2 0,1 0-1 15,3-1 1-15,6 1-1 0,2-2 2 0,4 2 4 16,5-1-1-16,0 1-2 0,3 0 2 16,0 3 1-16,-2 1 1 0,-3 1-2 0,-2 4 1 15,-4 1 9-15,-1 3 5 0,-5 3 11 16,-4 3 8-16,-4 3 11 0,-3 6 6 0,-7 4-4 15,-2 1-3-15,-4 6-10 0,-6 2-6 0,-2 2-10 16,-2 1-6-16,-4 3-4 0,2 0-2 16,-4 1-4-16,2-1-2 0,0 0 1 0,3-1-1 15,2-2 0-15,2-3-1 0,3-2 1 0,4-4 1 16,1-2-2-16,6-5 0 0,2-2-2 16,2-5 1-16,6 1 0 0,3-6 0 0,2-2-1 15,7-4 1-15,1-3-1 0,2-3 1 16,3-3-2-16,3-1 0 0,-2-4 0 0,2-1 1 15,2-1-1-15,-4-1-2 0,2 3-12 16,0-2-36-16,-1 1-79 0,-6 0-101 0,0 2-166 16,-1 1-258-16,-4 0-333 0,-1 0-343 0,0-1-170 15,-4-4 171-15,-1 3 602 0</inkml:trace>
  <inkml:trace contextRef="#ctx0" brushRef="#br0" timeOffset="110651.74">23303 11475 8 0,'7'-6'458'0,"-3"1"416"0,1 0 233 0,0 3-25 16,3-2-347-16,-4 2-267 0,6-2-193 15,1 2-102-15,3-3-37 0,7 1-18 0,-2-1-9 16,6-1-15-16,2 2 6 0,1-2 3 0,2 0-12 15,0 1-6-15,0 1-4 0,0-1-12 0,-3 1-30 16,-1 0-13-16,-2 4-12 0,-2 0-7 16,-5 0 51-16,2 4 41 0,-3 2 31 0,-5 1 13 15,-1 5 15-15,-1 3 3 0,-5 3-43 16,0 5-33-16,-4 1-26 0,-4 2-14 0,1 5-16 16,-3 2-9-16,2 1-7 0,-3 4-1 15,1 1-2-15,-2 1-5 0,-1 4 0 0,0-1-3 16,1 1-4-16,-2 0 0 0,2-1-1 0,1-1 1 15,-1-3 0-15,2-2 1 0,1-4 0 16,2-2-1-16,0-3-5 0,0-3-24 0,0-1-54 16,-2-4-61-16,-3-4-71 0,2-2-125 0,-2-2-175 15,-2-4-240-15,-2-1-248 0,1-3-216 16,-2-1-103-16,-3-4 287 0,3-5 476 0</inkml:trace>
  <inkml:trace contextRef="#ctx0" brushRef="#br0" timeOffset="110863.84">23381 11966 31 0,'5'-11'406'0,"1"0"284"16,-2 2 185-16,5 2 64 0,0-1-287 15,3 4-175-15,5-3-103 0,0 4-57 0,2-4-35 16,3 3-48-16,3-1-69 0,4 1-65 0,1-1-46 16,0 0-25-16,1 0-10 0,3 0-12 15,-3-1-5-15,2-1-2 0,1 1-1 0,-1-2-1 16,-1 1-3-16,1-1 0 0,-1-1-29 15,-1 0-69-15,-2 0-123 0,1-1-140 0,-4-2-168 16,0 1-281-16,-3-2-221 0,0 2-30 0,-1-3 248 16,-4 2 341-16</inkml:trace>
  <inkml:trace contextRef="#ctx0" brushRef="#br0" timeOffset="111178">24187 11640 256 0,'-4'3'458'0,"-3"2"227"16,-1 5 85-16,-1 3-93 0,1 5-85 15,0 5-74-15,1 2-63 0,0 4-77 0,4 2-80 16,0 4-78-16,3 1-60 0,1 2-48 0,2 0-38 15,3 0-21-15,2-2-12 0,0-3-12 16,5-3-9-16,1-6-5 0,3-7-5 0,3-6 1 16,2-7-4-16,3-7 7 0,0-5-2 0,-1-9 2 15,5-7 2-15,-3-8 0 0,3-3 12 16,-1-7 34-16,-1-3 48 0,-2-3 45 0,-2-1 28 16,-5 2 10-16,-5-1-7 0,0 2-31 0,-8-3-37 15,-2 2-38-15,-6 3-28 0,-6 0-12 16,-3 5-9-16,-1 3-6 0,-4 8-5 0,-2 4-4 15,-2 6-1-15,-1 7-7 0,0 6-5 16,0 5-4-16,0 7-1 0,0 3-3 0,4 6 1 16,0 0 0-16,5 5 1 0,-1 3 1 0,2 2-1 15,4 3 0-15,4 2-20 0,-2 3-61 16,4 3-67-16,0 1-116 0,2 1-188 0,2 1-310 16,1 0-327-16,3-2-251 0,2 1-133 15,2-3 349-15,2-4 606 0</inkml:trace>
  <inkml:trace contextRef="#ctx0" brushRef="#br0" timeOffset="111361.08">24760 12081 575 0,'9'-3'1651'0,"-1"2"201"16,-7 1-361-16,-2 0-375 0,-4 0-470 0,1 0-308 16,-3 1-145-16,4-1-71 0,-2 0-45 0,2 1-32 15,1-1-24-15,1 2-13 0,1-2-7 16,1 2-13-16,2-1-24 0,1 0-41 0,1 1-85 15,-1-2-161-15,1-2-272 0,3 1-335 16,-4 0-414-16,5-3-418 0,-3 2 32 0,0-2 801 16</inkml:trace>
  <inkml:trace contextRef="#ctx0" brushRef="#br0" timeOffset="112008.83">25443 11286 245 0,'-7'-2'651'0,"-1"0"341"0,-3 2 147 0,2 2-197 16,-2-2-321-16,-3 3-199 0,2 2-125 0,-2 0-91 16,2 1-74-16,-1 3-52 0,0-1-32 0,0 3-19 15,0-1-10-15,1 4-4 0,3-1-10 16,1 3 3-16,2 3 1 0,2-1-3 0,3 3-5 15,2 1 3-15,4 1 4 0,2 1-3 16,5 2 1-16,3-1 3 0,2 0-2 0,2 0-6 16,5 2-1-16,-1-1 0 0,1 0 0 0,1 1 0 15,-2 0 0-15,-2-2 4 0,1 1-3 16,-5-1 5-16,0-2-6 0,-4 1 2 0,-3-2-3 16,-3 0 1-16,-2 1 5 0,-4 0-4 15,-1-5 3-15,-1 4-1 0,-4-4 0 0,-2 0 0 16,-2 0-4-16,-4-4 0 0,-1 3-1 0,0-4-8 15,-5-1-9-15,0-4-19 0,-2 0-40 16,-4-1-100-16,2-6-131 0,-2-2-145 0,4-6-230 16,-1-2-266-16,2-4-166 0,1-5 96 15,7-7 333-15,-2-1 330 0</inkml:trace>
  <inkml:trace contextRef="#ctx0" brushRef="#br0" timeOffset="112249.74">25461 11316 94 0,'8'0'588'0,"-1"0"379"15,-2 2 131-15,2-2-50 0,0 0-376 0,2 1-270 16,4-1-147-16,3 1-70 0,1-1-30 16,4-1-39-16,4 0-38 0,3-3-32 0,2-1-21 15,0 2-13-15,4-4-6 0,-3 1-5 0,1-1 0 16,0 1 1-16,-1-1 2 0,3 2 0 15,-3 1 1-15,1-1-5 0,-1 3-22 0,-1 1-81 16,-1 1-150-16,-1 3-262 0,1-2-274 16,-2 3-266-16,-1 0-180 0,0-1 168 0,-2-1 473 15</inkml:trace>
  <inkml:trace contextRef="#ctx0" brushRef="#br0" timeOffset="112627.98">26390 11341 20 0,'-8'15'469'15,"-3"3"395"-15,0-1 240 0,-1 4 20 16,2 4-327-16,2 4-291 0,-1 5-180 0,5 7-87 16,-2 2-58-16,4 7-55 0,2 0-38 0,5 6-27 15,2 0-21-15,5-1-17 0,3-3-15 16,5-4-4-16,2-5-5 0,4-7 0 0,4-8 1 15,4-7-4-15,-3-6-11 0,3-7-16 0,-1-8-10 16,-2-6-12-16,3-5-5 0,-4-8 6 16,0-6 11-16,0-2 16 0,-3-5 12 0,-2-4 9 15,-4-2 4-15,-3-1 2 0,0-2 0 0,-5 0 3 16,-4-3 3-16,0-1 8 0,-2-3 10 0,-6 1 8 16,-1 0 16-16,-3 0 14 0,-6 0 16 15,-2 4 21-15,-4 6 2 0,-4 3-8 16,-2 8-12-16,-5 5-14 0,1 9-22 0,-4 4-26 15,-1 9-11-15,-2 9-22 0,-1 5-41 0,0 4-47 16,-1 6-71-16,0 5-148 0,3 4-218 0,-1 2-284 16,2 7-244-16,2 4-184 0,-2 1 79 15,2 3 460-15</inkml:trace>
  <inkml:trace contextRef="#ctx0" brushRef="#br0" timeOffset="114679.96">22163 14497 320 0,'-14'0'629'16,"3"0"300"-16,-1-1 158 0,0-1-258 0,4 1-232 15,4-1-143-15,0 0-107 0,2-3-97 16,4-2-89-16,6-2-59 0,4-1-34 0,3-1-19 16,3 0-12-16,4-1-4 0,5 0-3 15,-1-1-6-15,4 5-13 0,2-1-6 0,1 3 0 16,-3 2-4-16,2 6 1 0,-2 2 90 0,-2 7 54 15,-1 4 35-15,-3 8 11 0,-3 2 0 0,-4 6 2 16,-6 2-66-16,-4 7-34 0,-4 1-30 16,-5 3-10-16,-3 4-6 0,-1-1-13 0,-6 1-7 15,0 0 3-15,-4 0 1 0,-1-1-6 16,0-2-3-16,-2 1-2 0,-2-5 2 0,4 2-3 16,-4-6-1-16,3-1-1 0,1-3-1 0,0-3-1 15,4-3-4-15,3-5-8 0,2-1-4 16,3-5-2-16,3-3-3 0,4-1 0 0,3-3 1 15,4-1 1-15,4-2 1 0,4-4 0 0,4-3 0 16,2-1 1-16,6-5 0 0,1-3 0 16,3-3 1-16,3 1-1 0,3-4 0 0,0 0 0 15,0-2-1-15,3 1-3 0,0 1-16 0,-2-3-43 16,-2 4-78-16,-2-1-102 0,-3 1-172 16,-1 0-295-16,-3 1-340 0,-4-1-321 0,-2 0-162 15,-2-1 233-15,-4-2 640 0</inkml:trace>
  <inkml:trace contextRef="#ctx0" brushRef="#br0" timeOffset="115043.26">23115 14447 381 0,'6'-11'782'0,"2"-1"253"0,-3 0 45 0,3-1-268 15,1 3-268-15,3-3-200 0,2-1-105 16,2 1-41-16,2-1-42 0,2 1-45 0,0 0-4 15,2 0-9-15,-3 3-4 0,3 1-14 0,-1 0-7 16,-2 3-8-16,-2 0-30 0,1 2 32 0,-2 4 22 16,1 0 8-16,-4 0 29 0,-2 4 12 15,1 2 3-15,-1 3-43 0,-1 1-15 0,-1 4-7 16,-1 5-23-16,-1 0-13 0,-2 4-9 16,-4 3-2-16,2 2-1 0,-3 3-3 0,-1 5-3 15,-1 2-2-15,-3 5-2 0,0 1-1 0,1 4-7 16,-6 4-5-16,1 5-2 0,-2 4-1 15,-1 0-2-15,2 2 0 0,-3 1 0 0,0-4 0 16,5-2 0-16,0-4-2 0,0-7 1 16,2-4-2-16,3-7-4 0,0-5-19 0,1-7-50 15,1-4-67-15,1-8-76 0,-2-6-136 0,1-6-185 16,1-6-269-16,0-4-263 0,0-7-207 0,-2-1-60 16,-1-5 353-16,-1-4 485 0</inkml:trace>
  <inkml:trace contextRef="#ctx0" brushRef="#br0" timeOffset="115292.26">23039 14838 544 0,'-3'3'1051'16,"3"-1"215"-16,-1 2-105 0,1-3-312 0,1 3-413 15,4-4-212-15,1 0-98 0,5 0-48 0,5 0 9 16,3 0 35-16,5-3 18 0,-2 2-3 15,7-4-9-15,-3 1-5 0,4-1-33 0,0-2-36 16,2 2-24-16,0-1-14 0,-1 1-4 16,3-1-6-16,0 1 2 0,0 2-3 0,2 0-2 15,0 3-16-15,-1 0-55 0,1 0-107 0,-1 3-186 16,-2 0-289-16,1 2-302 0,2 2-320 0,-3-1-172 16,2 2 287-16,-4-2 619 0</inkml:trace>
  <inkml:trace contextRef="#ctx0" brushRef="#br0" timeOffset="115776.37">23830 15064 24 0,'6'9'512'0,"2"1"454"0,1-6 220 16,-4-3-45-16,5-2-344 0,1-7-247 0,5-5-138 15,1-8-79-15,7-6-36 0,3-9-36 16,4-6-31-16,4-7-51 0,3-3-58 0,3-4-30 15,2-5-25-15,2-2-14 0,2 0-11 0,-2-1-8 16,0 0-9-16,-1 2 0 0,-6 5 0 16,-3 3-1-16,-5 6-2 0,-7 6 0 0,-2 8-1 15,-4 4 1-15,-4 8-1 0,-2 5-1 16,-5 4 0-16,1 4 0 0,-4 5-2 0,-1 5-7 16,-4 11-4-16,-1 5-4 0,0 7-2 0,-6 10-2 15,2 2-1-15,-1 8 0 0,0 3 1 16,0 8 1-16,-3 1 1 0,3 6 2 0,-2 2 0 15,0 5 2-15,-2 4-4 0,1 0-2 16,0 4-2-16,2-2-2 0,-1-4-4 0,3 0-15 16,0-6-50-16,2-5-70 0,1-6-107 0,0-8-177 15,4-4-303-15,0-8-339 0,2-6-293 0,0-6-159 16,-2-4 280-16,1-8 639 0</inkml:trace>
  <inkml:trace contextRef="#ctx0" brushRef="#br0" timeOffset="116015.74">24945 15319 730 0,'6'6'1840'0,"-4"-1"36"0,-7 1-463 0,-3-2-395 15,-5 1-451-15,5-2-290 0,-1 0-127 16,2-2-61-16,0 1-28 0,4-1-21 0,-1-2-17 15,6-1-16-15,1-1-7 0,6-1-8 16,-1-1-13-16,4 1-22 0,0-2-24 0,-1 0-66 16,0-2-83-16,0 4-152 0,-1-2-247 0,1 2-308 15,0-1-375-15,0-1-266 0,-1 2-10 0,0 0 619 16</inkml:trace>
  <inkml:trace contextRef="#ctx0" brushRef="#br0" timeOffset="116514.37">25659 14301 51 0,'-14'-15'469'0,"-2"6"325"16,3 6 172-16,-1 4 13 0,3 7-330 16,2 6-231-16,-1 10-127 0,6 4-47 0,0 7-21 15,3 8-20-15,2 4-36 0,3 6-38 0,2 3-11 16,5 5-17-16,0-1-22 0,6 2-17 0,1-4-14 16,5-3-12-16,3-7-23 0,2-9-6 15,4-6-1-15,3-8 2 0,-1-8-1 0,3-9 6 16,1-10 1-16,3-5 2 0,-5-11-5 15,1-5-1-15,-4-5-1 0,-1-5-3 0,-6-4 4 16,-4-1-2-16,-1-3-2 0,-7 2-3 0,-3-3-1 16,-1 0 2-16,-7 2 1 0,-3-1 1 15,-7 3 4-15,-2-1 0 0,0 3 2 0,-9-1-6 16,2 5-6-16,-2 4-4 0,-3 3 0 0,0 7 0 16,-1 6-9-16,0 8 1 0,1 7-1 15,-1 7-3-15,-1 10 2 0,3 4 5 0,2 7 3 16,-1 5 2-16,6 3 4 0,3 3 3 0,4 6-1 15,2 2-6-15,4 0 3 0,6 5 3 0,2-1-17 16,3 0-31-16,4-1-53 0,5-3-124 16,3-5-171-16,4-6-301 0,6-7-263 0,6-7-231 15,1-8-46-15,5-9 374 0,0-6 457 16</inkml:trace>
  <inkml:trace contextRef="#ctx0" brushRef="#br0" timeOffset="116825">26803 14616 108 0,'4'-14'685'0,"-4"3"440"0,-1 7 100 16,-6 7-120-16,1 4-385 0,-2 10-315 0,-1 3-153 15,1 5-76-15,1 7-43 0,2 4-31 16,2 3-28-16,2 3-30 0,1 2-20 0,3-3-10 16,2 0-4-16,-1-5 0 0,6-7 3 0,2-4-4 15,3-8-8-15,0-6-7 0,2-8-6 16,1-7-7-16,3-9 2 0,-4-6 2 0,4-7-2 15,-4-2 5-15,2-6 7 0,-3-1 5 16,-2-2-1-16,-2-2 2 0,-2 0 9 0,-2-1 14 16,-1 1 6-16,-6-1-1 0,1 1 0 0,-2 2 1 15,-2 0-4-15,-3 3-11 0,1 3-8 0,-3 2-3 16,-3 7-3-16,-2 4-8 0,-3 5-27 16,-1 8-32-16,-5 5-31 0,0 5-95 0,-6 5-170 15,-3 5-261-15,-4 3-262 0,-2 3-234 16,-4 3-160-16,-3 2 239 0,-4 4 504 0</inkml:trace>
  <inkml:trace contextRef="#ctx0" brushRef="#br0" timeOffset="117321.83">22658 16095 73 0,'-35'16'355'0,"4"-3"201"16,2 3 158-16,4-1-34 0,3-3-266 0,6 1-150 16,2-4-95-16,4 0-56 0,6-3-42 0,0 0-35 15,8 1-19-15,0-1-10 0,8-2 3 16,6 0 9-16,6-1 49 0,9 0 5 0,10 0 128 16,9 0 58-16,8-1 51 0,11-2 9 0,12-2-41 15,2 1-7-15,11-3-94 0,7 0-39 0,11 0-33 16,9-3-24-16,9-4-16 0,5 1-5 0,6-5 72 15,7 2 24-15,5-2-8 0,4 0-3 0,6 0 7 16,6-2 9-16,1 3-55 0,4 0-29 16,2 3-7-16,4 0-4 0,3 1-12 0,1 4-22 15,3-1-8-15,-4 4-5 0,-2 3-8 0,-6 1-5 16,-8 4-2-16,-8 0-1 0,-12 2-3 0,-11 1 0 16,-13-1-8-16,-13 1-56 0,-14-1-72 15,-14-3-140-15,-12 0-229 0,-10-3-308 0,-14-2-357 16,-11-4-283-16,-13-1-57 0,-6-1 538 0</inkml:trace>
  <inkml:trace contextRef="#ctx0" brushRef="#br2" timeOffset="126399.57">20623 2305 150 0,'5'-3'526'0,"-3"-1"339"0,-6 0 235 15,1-1-102-15,-4 0-285 0,0 0-159 0,-2 3-98 16,-4-1-60-16,0 0-76 0,-3 3-57 0,-2 0-47 16,-4 0-52-16,1 4-48 0,-5 3-39 0,0 3-24 15,-3 2-17-15,2 3-9 0,2 4-4 16,-2 2 0-16,6 3-9 0,0 5-4 0,0-1-3 16,7 3-3-16,1 1 0 0,5-2-4 0,3-3-3 15,4 1 0-15,2-5 0 0,4-2-1 0,6-3 1 16,0-4 1-16,4-2 2 0,4-6 2 15,2-5-2-15,4-5 3 0,1-5-1 0,4-7 0 0,1-5-1 16,0-2-2-16,-1-5-2 0,0-2 0 16,-5 1-2-16,1 0 3 0,-6 2 4 0,-4 2 2 15,-2 4 4-15,-3 1 9 0,-4 4 8 0,-2 0 5 16,-2 4 4-16,-2-1 3 0,-1 4 0 0,-1 3-8 16,-1 2-9-16,-1 0-7 0,0 4-5 0,-4 4-7 15,2 2-1-15,1 4 0 0,-2 6 0 16,1 1 2-16,2 4 2 0,-1 5-1 0,1 2-1 15,3 0-1-15,3 4-2 0,2 0-1 0,2-2-2 16,3 1-3-16,3-2 0 0,4-3-20 0,0-3-63 16,5-3-67-16,1-4-124 0,6-4-195 0,1-1-315 15,3-5-326-15,3-5-246 0,2-2-111 16,2-5 410-16,1-1 594 0</inkml:trace>
  <inkml:trace contextRef="#ctx0" brushRef="#br2" timeOffset="127198.09">23754 1335 44 0,'3'-7'316'0,"2"2"215"0,-4 1 214 0,-1 2 3 16,0-1-158-16,0 3-145 0,0 1-103 0,-1 3-44 15,-2 4-6-15,1 4-26 0,-2 5-22 16,-1 5-14-16,-2 5-8 0,-2 6-24 0,0 3-34 0,-3 6-19 16,3 5 6-16,-5 3-7 0,2 3-10 15,-2 2-12-15,3 2-29 0,2 3-24 0,-2-4-39 16,4 0-16-16,4-4-11 0,3-4-8 0,3-3-2 16,5-6-3-16,6-6 5 0,4-4 3 15,2-6 3-15,6-9 3 0,2-3 3 0,2-9 3 16,2-4 3-16,1-7-1 0,-1-5 0 0,-1-4 0 15,-2-2 2-15,-6-2-1 0,-3 0-1 0,-3-1 3 16,-4 2 12-16,-4-3 18 0,-5 3 10 0,-4-2 7 16,-1 1 1-16,-5 1-1 0,0 0-13 0,-6 0-18 15,-2 3-12-15,2 1-10 0,-6 4-3 16,1 1-4-16,-4 3-5 0,-2 6-5 0,0 3-27 16,0 5-59-16,-3 3-60 0,0 3-134 0,2 2-176 15,1 1-307-15,3 1-297 0,4 1-233 0,0 1-105 16,5 0 405-16,4-2 528 0</inkml:trace>
  <inkml:trace contextRef="#ctx0" brushRef="#br2" timeOffset="127878.55">27027 1731 77 0,'6'-4'486'0,"-3"2"411"16,-3-2 284-16,-1 2-85 0,-4-1-269 0,-1 0-161 15,0 0-150-15,-4 3-118 0,-1-2-91 16,-3 2-56-16,-2 2-56 0,-3-2-58 0,-2 3-44 16,4 0-26-16,-4 1-17 0,1 1-12 0,1 2-8 15,-2 2-9-15,4 2-4 0,-1 2-7 0,1 2-1 16,1 3-4-16,3 3-3 0,-1 2-1 0,5-1-1 16,2 3-1-16,1 0 0 0,3 0 0 15,5-1-2-15,3-1 1 0,4-1 0 0,0-1 1 16,5-1 0-16,-1-2 0 0,6-3 2 0,-1-2 1 15,4-2 1-15,0-4 0 0,0-1-28 0,2-1-72 16,-4-4-89-16,-4-1-152 0,1 2-249 0,-5-4-331 16,-4 1-349-16,-2-2-214 0,-5-4 85 15,-2 3 574-15</inkml:trace>
  <inkml:trace contextRef="#ctx0" brushRef="#br2" timeOffset="128737.71">22345 1975 28 0,'3'5'354'16,"-1"-3"260"-16,-1 0 190 0,3 0-20 0,-3 0-307 15,1-1-190-15,-1 0-95 0,4 1-5 16,0 0 5-16,3 2 38 0,0 0 65 0,1 1 22 16,5-1-50-16,-1 2-68 0,4-2-39 0,-1 2-51 15,3-1-49-15,-1-2-27 0,1 1-14 0,-2 1-6 16,2-5-6-16,-2 2-3 0,-2-2 3 0,-1 0-6 15,-6 0-41-15,-2 0-123 0,-3 3-183 16,-6-2-288-16,-2 2-266 0,-3 1-248 0,-6 2-52 16,-5-2 364-16</inkml:trace>
  <inkml:trace contextRef="#ctx0" brushRef="#br2" timeOffset="128909.81">22200 2277 206 0,'4'11'429'0,"1"-3"160"15,3-2 95-15,5-1-193 0,1-2-160 0,7 0-83 16,1-3-49-16,2 0-26 0,2-3-10 0,5 1-42 16,0-1-51-16,-1 0-26 0,3 0-8 15,-1 0-2-15,0 2-50 0,2 0-105 0,-2 1-208 16,-1 0-250-16,-1 1-172 0,0 0-71 0,-1 2 132 16,-2-1 270-16</inkml:trace>
  <inkml:trace contextRef="#ctx0" brushRef="#br2" timeOffset="129497.7">24691 2044 27 0,'4'2'392'16,"0"1"264"-16,0 0 179 0,2-2 90 0,5 3-252 16,2-4-182-16,4 4-100 0,2-2-57 0,3-1-27 15,3 0-55-15,1 1-82 0,-1-2-68 0,1 0-37 16,0 0-17-16,-2 0-19 0,-1 0-8 15,-5 0-7-15,3 0-6 0,-7 2-12 0,-2-2-71 16,-2 1-140-16,-5 2-231 0,-3 1-281 0,-6 1-266 16,-1 2-226-16,-3-1 76 0,-7 1 446 15</inkml:trace>
  <inkml:trace contextRef="#ctx0" brushRef="#br2" timeOffset="129677.1">24723 2350 301 0,'3'9'490'0,"1"1"154"16,2-5 86-16,2 0-311 0,3 1-190 0,2-3-94 16,4-2-43-16,0 1-29 0,4-2-27 0,1 0-20 15,0-2-16-15,4-1-5 0,-1 2-2 0,-2-2 3 16,-1 3 1-16,1-2-52 0,-1 2-98 16,-2 2-277-16,-4 1-170 0,1 1-68 0,-4 2 47 15,0 0 183-15</inkml:trace>
  <inkml:trace contextRef="#ctx0" brushRef="#br2" timeOffset="130846.79">19546 3682 96 0,'-3'3'383'0,"-1"-3"230"0,2 0 126 15,2-3-46-15,0-2-225 0,6-1-103 0,-1-1-23 16,5-2-31-16,1-1 17 0,6-3-9 0,2 0-53 16,2 0-58-16,2-1-41 0,3 1-38 15,0-1-35-15,0 2-31 0,-4 1-20 0,0 4-14 16,-5-1-13-16,-2 6-5 0,-4-2 4 15,0 4 13-15,-5 6 18 0,-3 2 22 0,-3 5 13 16,-3 6 1-16,-2 2-6 0,-7 1-8 0,1 4-23 16,-2 1-22-16,-3-1-13 0,3 2-2 0,0-4 0 15,0-2-7-15,2-1 3 0,3-2-4 16,2-4 1-16,1-1-1 0,3 0-9 16,0-3 5-16,4-4-7 0,1 2 5 0,4-3 0 15,-1 0 2-15,6-3 2 0,0 1 0 0,2-3 0 16,2 2 5-16,-1-1-4 0,3 0-2 15,-1 1 0-15,-1 1 0 0,0-1 5 0,-3 3-5 16,1-1 8-16,-6 2-4 0,-2 3 5 0,-1 0 1 16,-3 2 2-16,-2 1 5 0,-4 2 2 0,-2 0 1 15,-4 3-1-15,0 0 4 0,-5 0 1 16,-2 1-9-16,-1 0-7 0,-2-1 5 0,-1 0-1 16,2-3-6-16,0 0 0 0,3-5 7 0,-1 1-1 15,6-4-10-15,0-3-25 0,3 1-37 16,3-5-80-16,2-3-135 0,3-3-176 0,3-3-301 15,2 0-263-15,3-3-225 0,3-1 25 16,0 1 404-16</inkml:trace>
  <inkml:trace contextRef="#ctx0" brushRef="#br2" timeOffset="131040.92">20103 4054 443 0,'-2'12'1163'0,"-1"0"289"15,-3-1-127-15,2-2-234 0,0-3-518 16,1 0-250-16,3-2-138 0,-2-1-66 0,2 0-46 16,0-2-38-16,2-2-21 0,1-1-16 0,2-2-48 15,4-1-51-15,1-5-83 0,0 0-138 16,2-1-193-16,-1-2-313 0,4-1-252 0,0 1-212 16,0-2 44-16,2 1 434 0</inkml:trace>
  <inkml:trace contextRef="#ctx0" brushRef="#br2" timeOffset="132000.14">20536 3426 312 0,'0'-11'629'16,"-3"0"306"-16,-2 3 167 0,-4-3-249 0,1 2-237 15,0 0-142-15,-3 2-97 0,-1-1-92 0,0 2-79 16,-2 2-61-16,1 0-39 0,0 2-30 16,0 0-26-16,-3 4-20 0,3 0-11 0,2 2-14 15,-1 2-5-15,2 1-2 0,0 4-5 0,4 0 0 16,2 3-5-16,0 2 4 0,4 4 1 16,4-2-1-16,2 5 3 0,3-2 3 0,2 3-3 15,3-2-3-15,2 2 2 0,3 1 1 16,1-2-1-16,0 2 1 0,3-3 0 0,-2 0 0 15,1-2 1-15,0 4 1 0,-4-5 2 0,1-1 2 16,-5 1-2-16,-1-2 8 0,-4 0-1 16,-2-2-1-16,-3 1 3 0,-2-3 4 0,-7 1 4 15,1 0-3-15,-5-4 7 0,-3 2 1 0,-6-1 1 16,2 0-5-16,-6-3-2 0,0 0 14 16,-3-2 30-16,4 0 33 0,-1-3 21 0,0-3 8 15,5-2 6-15,-1-2-16 0,6-2-31 16,2-5-33-16,2-2-22 0,7-5-14 0,2-3-9 15,6-4-4-15,4-6-1 0,1 0 4 0,6-7 1 16,-1 1-1-16,5-2 1 0,2-2-1 0,0 1-1 16,0-1-4-16,-1 2 0 0,-1 3 2 15,-3 3 2-15,-1 3 1 0,-5 5 6 16,-4 5 5-16,-1 3 4 0,-7 3 2 0,-1 3-1 16,-5 4-2-16,-4 3-4 0,-4 7-5 0,-1 3-5 15,-6 7-2-15,-2 2-1 0,1 4 0 0,-1 4-1 16,1 2-1-16,5-1-2 0,2 1-5 15,3-2-41-15,5 1-61 0,1-1-58 0,5-4-110 16,6 0-157-16,2-5-244 0,4-2-268 16,5-1-222-16,5-6-157 0,-1-4 211 0,5-5 470 15</inkml:trace>
  <inkml:trace contextRef="#ctx0" brushRef="#br2" timeOffset="132369.81">21044 3377 39 0,'3'-6'531'15,"-4"4"445"-15,-6 0 240 0,-2 2-59 0,-4 2-361 16,-3 2-295-16,-3 5-172 0,3 3-81 16,-4 3-49-16,0 2-22 0,0 0-25 0,2 3-23 15,-2-1-27-15,3 1-29 0,4 1-24 16,-1-2-23-16,6 0-13 0,2-1-13 0,3-4-6 16,1 0 0-16,5-4-2 0,4-1 3 0,2-6 7 15,5-3 4-15,2-3 3 0,5-7 3 16,2-2-1-16,3-3-3 0,1-4-11 0,1-3-11 15,2-1-5-15,0 0-7 0,-3 0-4 16,2 3-1-16,-6 0 6 0,-4 5 8 0,0 2 2 16,-6 4 1-16,1 3 3 0,-4 4-2 0,-4 4 2 15,2 3 6-15,-4 3 1 0,0 4 6 0,-4 5 4 16,0 2 5-16,-4 3 0 0,0 1 5 16,-2 2-1-16,-1 1-2 0,-1 1-2 0,0 0-6 15,-1 4-2-15,-2-2-2 0,0 2 2 16,-5 3 2-16,1 0-1 0,-2 1 2 0,1-1 0 15,-1 2-41-15,-2 0-52 0,3-3-100 0,-1-3-166 16,3-2-299-16,-2-3-305 0,8-3-261 16,2-5-164-16,1-3 264 0,3-6 564 0</inkml:trace>
  <inkml:trace contextRef="#ctx0" brushRef="#br2" timeOffset="133471.69">22665 3169 196 0,'1'-5'445'15,"2"1"175"-15,2-4 101 0,4 1-205 16,3-3-216-16,0-1-111 0,6 1-46 0,4-2-22 16,-1-1-12-16,2 3-3 0,6 0 24 0,-4-1 6 15,2 2-5-15,-3 2-8 0,-1 1-4 0,-1 2-6 16,-3 1-52-16,-5 2 15 0,-1 2 54 0,0 4 55 15,-5 0 33-15,-3 2 19 0,-4 4 20 16,-1 2-16-16,-1 2-30 0,-6 3-22 0,1 0-20 16,-7 3-18-16,2 1-23 0,-2 0-26 0,-1 1-29 15,0-1-27-15,0-2-17 0,1 0-14 16,1-2-7-16,2-1-3 0,2-2-6 0,2 0-4 16,2-2-1-16,4-1-1 0,2-2 0 0,3 1-3 15,3-2 6-15,1-2 3 0,5-1 2 16,3-1 0-16,1-3 2 0,3-2 2 0,0 0-2 15,1-4-2-15,-1 0-1 0,0 2 0 16,-2-3-1-16,-4 3-2 0,-1-1 4 0,-5 0 4 16,-1 3 1-16,-2 0 3 0,-3 0 0 0,-3 3 3 15,-1 2-4-15,-4 1 2 0,-6 3-3 16,2 1-3-16,-4 3 1 0,0-2 2 0,-3 1-3 16,2 2-4-16,-2 1 2 0,2 0-1 15,1 0-5-15,1 0-10 0,2-4-46 0,4 4-48 16,1-4-93-16,4-2-153 0,1 0-244 15,1-2-306-15,4-2-251 0,3-1-186 0,2-4 146 16,4-1 514-16</inkml:trace>
  <inkml:trace contextRef="#ctx0" brushRef="#br2" timeOffset="133636.96">23379 3489 209 0,'-1'3'574'16,"-2"0"263"-16,-2 0 94 0,-3 0-160 15,0 1-303-15,2 0-207 0,-1-2-104 0,2 1-55 16,2-1-28-16,0-1-51 0,-1-1-83 0,2-1-109 16,1-2-140-16,2-1-286 0,2-3-214 0,3-2-102 15,1-2 106-15,-1-5 273 0</inkml:trace>
  <inkml:trace contextRef="#ctx0" brushRef="#br2" timeOffset="134149.88">23558 2944 191 0,'-7'2'717'0,"-2"0"355"0,0 1 82 0,1 0-125 15,1 4-461-15,-2-1-267 0,4 1-138 0,2 2-66 16,1 0-36-16,-1 3-21 0,3 3-8 0,3-2-5 16,1 0 9-16,1 3 8 0,4-1-2 15,-1 3-2-15,1-1-5 0,4-1 2 16,-1 3-5-16,3-1-5 0,1 2-1 0,-2 0-3 0,3 1-1 15,-2-2-2-15,-1 4-8 0,-2-2-5 16,1 1-3-16,-4 0-1 0,-2 3-1 0,-2-3-3 16,-4 0 4-16,-1-2 12 0,-1 1 17 15,-3-3 24-15,0-1 28 0,-4-2 7 0,0-2 4 16,-3-1-5-16,0-3-14 0,-1 0-21 16,0-2-19-16,-1-1-9 0,-1-2-5 0,1-3-8 15,1-2-4-15,1-3-4 0,-1-3-6 0,3-3-7 16,0-4-13-16,2-4-8 0,4-3-12 15,1-5-8-15,2-3-7 0,5-3 0 0,2-4 4 16,4 0 6-16,3-3 9 0,0 3 12 16,4-3 8-16,-1 5 8 0,-1 1 2 0,1 2 6 15,-3 5 8-15,-2 2 22 0,-2 1 43 0,-2 5 52 16,0 3 31-16,-4 3 16 0,-3 2-3 0,-1 1-20 16,-1 3-38-16,-4 1-40 0,-2 3-30 15,-2 2-20-15,-4 4-12 0,1 0-9 0,-2 4-2 16,-1 1-3-16,1 3 0 0,-2 1 1 0,2 1-1 15,0 4 1-15,1 0 0 0,1 0 0 0,0 1 0 16,4 0 0-16,-1-2-15 0,4-1-46 0,4 0-61 16,1-2-77-16,3-4-131 0,3-1-181 15,3-3-299-15,4-3-261 0,4 0-214 16,3-5-36-16,2-1 374 0,5-3 485 0</inkml:trace>
  <inkml:trace contextRef="#ctx0" brushRef="#br2" timeOffset="134515.67">23993 2989 19 0,'5'-4'512'0,"-5"1"471"0,-5 0 246 0,-2 1-49 16,-1 2-342-16,-1 0-286 0,0 2-198 0,-3 2-103 15,-2 2-64-15,1 1-45 0,1 3-34 0,-1 3-40 16,-1-3-23-16,5 6-18 0,-3 2-11 16,4 0-6-16,-1 2-7 0,4-1-1 0,2-1-4 15,6-4-2-15,2 0 2 0,4-4 2 16,4-4 2-16,3-4-15 0,5-4-23 0,1-3-35 15,0-6-30-15,3-3-28 0,1-2-23 0,-1-3-4 16,2-2 23-16,-4 0 33 0,1 0 31 0,-2 1 28 16,-1 2 21-16,-5-2 25 0,-1 6 13 0,-3-1 18 15,-2 5 24-15,-3-1 43 0,-2 4 46 16,-1 3 21-16,0 1-3 0,-3 3-11 0,-1 3-28 16,-3 1-38-16,-2 3-44 0,0 4-27 15,-3 3-15-15,2 3-3 0,-2-1-3 0,0 3 2 0,0 3 3 16,-1 0 4-16,1 2 2 0,-2 2-4 15,1 1 4-15,1 0-3 0,-1 1-1 0,-1 2 0 16,-1-2-2-16,3 3-35 0,-1-3-49 16,-1 1-72-16,2-3-151 0,0 1-248 0,0-4-303 15,-1 1-271-15,1-3-215 0,2-3 66 0,1-3 525 16</inkml:trace>
  <inkml:trace contextRef="#ctx0" brushRef="#br2" timeOffset="135609.87">26369 2613 111 0,'-1'1'633'0,"-3"2"403"16,3-3 93-16,2 2-108 0,1-4-414 0,3-1-243 16,6 0-157-16,-2-4-73 0,6 1-12 0,0-3-6 15,4-1-7-15,0 2-28 0,3-5-27 16,0 3-15-16,-1 0-12 0,0-1-11 0,-1 1-8 0,-2 0-4 15,-3 3 3-15,-4 1-1 0,1 1 3 16,-5 4 9-16,-2-2 11 0,-3 3 12 0,-2 3 19 16,-4 5 35-16,0 0 17 0,-9 7 1 0,-1 2-4 15,-3 4-9-15,-4 1-20 0,0 3-32 16,-1-2-21-16,5 3-8 0,-2-2-9 0,3 1-5 16,3-1-7-16,4-1 1 0,4-1-6 0,1-2-6 15,5 0 1-15,5-2-4 0,2-1 2 0,5-1 1 16,4-2 7-16,1-2 6 0,4-4 0 15,2 0 0-15,1-2 2 0,0-2 3 0,-2-1-2 16,2 0-3-16,-7-2 0 0,0 1 4 0,-4 0 6 16,-4-2 2-16,-2 1 3 0,-1 0 8 0,-5 3 6 15,-2-3 2-15,-4 2-4 0,-3 1-2 0,-1 3-2 16,-5-1-8-16,-1 1-3 0,-2 3-1 0,1 0-2 16,0 0-1-16,0 1-1 0,2-1-2 0,-1 1-3 15,4 0-4-15,1-3-3 0,3 1-2 16,1 0-29-16,3-1-57 0,1-3-64 0,2 0-130 15,4-2-179-15,3-1-312 0,0-1-283 16,3-1-221-16,3 0-53 0,0-1 400 0,3 1 503 16</inkml:trace>
  <inkml:trace contextRef="#ctx0" brushRef="#br2" timeOffset="135789.85">27028 3102 137 0,'5'5'752'16,"-3"-3"473"-16,-4 3 162 0,-1 0-92 15,0-3-414-15,-5 3-343 0,3-1-175 0,-3-1-95 16,3 2-87-16,1-2-80 0,-1-2-47 0,2 1-27 16,2-2-18-16,-1 1-10 0,0-2-35 15,2-1-67-15,2 1-79 0,1-2-137 0,5-3-200 16,0 1-320-16,1-2-305 0,5 0-218 0,-1-3-24 16,4 1 467-16,-1-3 521 0</inkml:trace>
  <inkml:trace contextRef="#ctx0" brushRef="#br2" timeOffset="136331.81">27509 2464 48 0,'-13'-16'488'15,"-4"2"415"-15,3 1 272 0,-7 0-15 0,4 3-369 16,-2 3-267-16,2 1-150 0,1 3-113 0,-2 3-88 15,4 1-52-15,0 4-41 0,1 1-28 16,2 2-30-16,0 4-10 0,5 6-3 0,-1-1-6 16,4 3-3-16,1 2-4 0,2 1 8 0,4 2-6 15,1 0 2-15,3 3 4 0,0-3 2 0,6 2-3 16,-3-2-3-16,4 0-1 0,0 0-1 0,2-2-5 16,-1-2-4-16,0 1 3 0,0-3 0 0,-2 1 4 15,-1-3-4-15,-3-1 10 0,0-2 6 16,-4 1 5-16,-1-3 1 0,-2-2 3 0,-4-1 1 15,-2 1-5-15,-4 1 2 0,-3-3-4 0,-3 3 3 16,-4-4-5-16,-1 0 4 0,-3 1 2 0,-1-2-6 16,-2-2 0-16,2 1 1 0,-1-4 13 0,3 0 10 15,0-1 14-15,5 0 10 0,0-1 4 16,5-3-5-16,2-1-11 0,7-2-13 0,1-3-19 16,6-2-10-16,4-4-6 0,5-2 3 0,5-1-2 15,5-3-4-15,2-2 1 0,1-1-1 0,4-1 0 16,-1-2 1-16,3 1 3 0,-3-1 6 0,1 0 0 15,-5 3 1-15,-1 0-1 0,-5 0 0 16,0 5 4-16,-4 1 13 0,-4-1 23 0,-5 3 11 16,-2 2 11-16,-6 0 3 0,-5 3-5 0,1 3-14 15,-8-2-20-15,-2 5-13 0,-2 4-10 0,-2 2-6 16,0 4-4-16,-6 2 0 0,2 3 1 16,1 4 2-16,3-1-3 0,0 2-7 0,2 1-51 15,4 1-58-15,2 2-92 0,5-4-151 0,4 3-234 16,2-4-321-16,4 0-263 0,3 1-203 0,5-4 113 15,3-4 511-15</inkml:trace>
  <inkml:trace contextRef="#ctx0" brushRef="#br2" timeOffset="136699.76">27925 2588 24 0,'-9'1'489'0,"-6"2"419"0,-2-1 268 0,-2 0-15 16,-3 3-328-16,1-1-282 0,2 2-160 15,-1 2-85-15,4 0-63 0,-2 3-46 0,1 0-41 16,3 1-41-16,1 1-38 0,1 1-30 0,4-1-23 0,1 0-15 16,5-1-8-16,2-2-1 0,9-2 2 15,0-3 6-15,8-3 2 0,4-5-5 0,5-3-28 16,2-4-34-16,2-3-31 0,2-4-21 0,1 0-13 16,-2-1-1-16,1-3 25 0,-2 1 36 0,-3 2 25 15,-3 0 17-15,-4 3 14 0,-6 2 25 16,2 2 48-16,-6 2 45 0,-2 5 38 0,-2-1 6 15,0 2-3-15,-3 2-18 0,-1 2-34 0,-2 4-32 16,-3-1-27-16,-3 7-10 0,-1 1-4 0,1 3-4 16,-2 3-7-16,-1 1-1 0,-3 2-6 15,3 1-3-15,-2 1-3 0,1 3-3 0,-1 0 0 16,-1 0-3-16,0 3-3 0,0 1-3 0,-2-1-2 16,1 2-30-16,-3 0-71 0,5-1-87 0,-1-3-165 15,-1 2-289-15,2-2-322 0,-2-2-318 16,4 0-165-16,-3 0 189 0,0 0 626 0</inkml:trace>
  <inkml:trace contextRef="#ctx0" brushRef="#br2" timeOffset="139579.81">19744 4953 305 0,'0'0'574'0,"0"1"210"16,0-1 70-16,0 0-304 0,2 0-232 0,0 0-151 15,1 0-86-15,3 0-50 0,0 0-24 0,4 2-9 16,1-2 25-16,5 0 36 0,-2 1 21 15,6-1 8-15,-2 2 9 0,1-2 3 0,0 1-19 16,-2-1-31-16,2 0-18 0,-2 0-8 0,-2 1 61 16,-2 1 43-16,-3-2 59 0,0 3 33 15,-5-2 35-15,0 3 71 0,-4 1 1 0,2 0-18 16,-6 3-45-16,-2 2-34 0,-1 2-42 0,-4 2-60 16,-2 2-53-16,-1-1-30 0,0 2-19 15,-1-1-13-15,1 1-4 0,1-2-6 0,4 0-3 16,0-3-5-16,2-1 1 0,0-2-1 15,3 1-2-15,3-2 0 0,0 0 3 0,0 0 0 16,3-1-1-16,3-2 1 0,0 1 1 0,2-2 1 16,3 1 0-16,3 0 1 0,-1-1 1 15,4-1 1-15,-1 1 0 0,3 1-1 0,2 1 0 16,-2-2 1-16,0 2-2 0,-2 1 1 16,0-1-1-16,-2 1 1 0,-3 4 0 0,0-3 4 15,-3 1 1-15,-5 2 2 0,0-1 3 0,-4 1 3 16,-2-1 12-16,-3 2 2 0,-4-1 7 15,-2 1 4-15,-3 0 0 0,-2 0 0 0,-3 0-10 16,-2-3-7-16,-1 2-5 0,0-3-3 0,1 0-4 16,-1-3-2-16,2 0-1 0,2-3 0 15,1-2-3-15,3-2-3 0,-2-3-3 0,5 1-3 16,2-3-1-16,2-1-4 0,4 1-11 0,3-4-27 16,3 1-57-16,2-4-60 0,4 2-76 0,2 1-119 15,2-3-155-15,4 0-206 0,2 2-233 16,1 0-215-16,2 2-88 0,1-1 228 15,1 1 430-15</inkml:trace>
  <inkml:trace contextRef="#ctx0" brushRef="#br2" timeOffset="147631.98">20295 5257 234 0,'0'3'447'0,"1"-2"171"15,-1 1 79-15,0-2-240 0,3-2-142 16,-1 1-73-16,1-2-8 0,0-3 22 0,5-2 31 15,-2 0 37-15,2-4 4 0,2-2-12 0,1-4-32 16,0 0-44-16,1-1-46 0,1-4-41 16,0 2-30-16,3-3-3 0,-5-1 9 0,3 2 28 15,-3 1 20-15,0-1 6 0,-2 2-4 16,0 0-22-16,-5 4-26 0,1 0-29 0,3 2-27 16,-7 1-16-16,2 4-12 0,-1-1-9 0,0 4-4 15,-1 1-7-15,1 0-4 0,0 3-6 0,-2 0-3 16,0 0-7-16,1 0-6 0,-1 3-4 15,0 0-3-15,0 0-2 0,2 0-1 0,-1 3 1 16,1 1 2-16,1 4 2 0,-1 1 5 16,1 1-1-16,1 4 4 0,-1 0-2 0,1 5 0 15,-1-1-2-15,-1 1-1 0,-1 0 2 0,1 3-1 16,-1 0 2-16,-1-1-1 0,0 2 1 16,0-2-2-16,0 0 0 0,-1-2-1 0,-1 1-1 15,1 1-1-15,-3-2-1 0,-1 1-1 16,2 1 1-16,-3-1-2 0,0 2 2 0,1-3 0 15,-1 0 1-15,1-4-9 0,-1-1-36 0,1-2-58 16,4-3-65-16,-3-1-104 0,1-2-168 0,2-3-256 16,-1-3-287-16,2 0-232 0,2-3-164 15,-2-3 198-15,3-3 530 0</inkml:trace>
  <inkml:trace contextRef="#ctx0" brushRef="#br2" timeOffset="147833.85">20716 5211 185 0,'5'3'773'16,"-5"0"426"-16,0-2 115 0,-1 1-74 0,1-2-419 16,-2 2-277-16,2-1-161 0,-2 0-93 15,1-1-75-15,-1 0-79 0,2 0-64 0,-1 0-34 16,-2 0-17-16,1 0-11 0,2 0-10 0,0 0-7 16,0 0-2-16,0-1-24 0,0 1-64 15,5-1-62-15,-4-1-108 0,2-4-157 0,2 1-247 16,2-2-309-16,-1-3-228 0,3 2-162 0,-2-3 210 15,-1-1 503-15</inkml:trace>
  <inkml:trace contextRef="#ctx0" brushRef="#br2" timeOffset="148213.85">20954 4819 34 0,'-3'4'404'0,"-2"1"276"15,0 3 171-15,2 3 28 0,0 5-313 16,1 2-172-16,2 5-65 0,2 5-12 16,-1 3-7-16,3 3-6 0,-1 1-48 0,2 3-65 15,-1-2-67-15,6-3-45 0,-1-4-35 0,2 0-24 16,5-4-12-16,0-8-3 0,3-2 4 0,3-4 4 16,0-9 16-16,2-3 27 0,1-6 27 15,0-9 24-15,1-3 33 0,-4-7 32 0,0 0 12 16,-2-4-4-16,-5 1-9 0,-3 1-15 15,-5 2-27-15,-2-1-29 0,-7 4-24 0,-1-2-20 16,-5 2-18-16,-5 3-13 0,-1 1-8 0,-3-1-8 16,-4 3-6-16,4 2-3 0,-4 4-3 15,0 0-1-15,3 5-2 0,-3 3-2 0,3 3 0 16,3 3 0-16,-1 4-1 0,0 4 0 16,5 4 1-16,-1 2 0 0,4 5-10 0,0 0-24 15,1 2-51-15,1 2-61 0,1-1-81 0,4 2-148 16,2-1-222-16,3-2-298 0,3-2-256 15,4-4-203-15,2-1 21 0,6-8 489 0</inkml:trace>
  <inkml:trace contextRef="#ctx0" brushRef="#br2" timeOffset="148515.85">21645 4882 140 0,'3'10'442'16,"-3"2"222"-16,-2 6 177 0,-1 1-80 0,-2 5-211 15,4 3-132-15,-5 1-74 0,4 3-50 0,1-2-63 16,-1 2-65-16,2 0-60 0,0-6-44 16,3 0-31-16,0-3-16 0,3-4-3 0,2-5 2 15,2-2 5-15,2-7 6 0,1-3 6 16,4-6 4-16,1-6 1 0,1-5-3 0,0-4-4 16,1-5-4-16,1-2-2 0,-3-3 11 0,-1-2 14 15,-4 2 15-15,-3 0 14 0,-2 2 7 16,-4 0 3-16,-4 3-11 0,-4 3-18 0,-4-1-17 15,-4 0-15-15,-1 4-12 0,-4 0-6 16,-1 2-7-16,-1 3-6 0,-1 4-15 0,2 3-38 16,-2 4-115-16,0 3-154 0,0 4-293 0,0 5-268 15,2 2-259-15,1 2-112 0,6 1 315 0,2-1 466 16</inkml:trace>
  <inkml:trace contextRef="#ctx0" brushRef="#br2" timeOffset="149692">23031 4377 259 0,'-5'7'678'15,"2"-2"283"-15,-1-1 60 0,2-1-220 0,1 0-357 16,2 1-221-16,4-3-125 0,1 0-54 0,2 1-29 16,5-4-5-16,3 1 15 0,1 0 11 15,4-3 5-15,1 1 0 0,1 0 5 16,1 0-1-16,2-1-16 0,-3 0-10 0,-1 1-2 16,-3 1-8-16,-1 1 9 0,-4 1 2 0,-2 0 38 15,-4 1 37-15,1 1 33 0,-8 3 26 0,2 1 16 16,-3 3 6-16,-3 2-29 0,-2 2-31 0,-1-1-26 15,-4 4-22-15,-1 0-22 0,2 1-20 16,-2-1-9-16,-2 1-10 0,2 0 1 0,1 0-10 16,1-1-4-16,1-2 5 0,3-1-2 15,4 2-1-15,-1-4-5 0,4 1 2 0,-1-2-1 16,6 1 0-16,1-4-3 0,4 2 4 0,1-2 9 16,3 1-1-16,0-3 5 0,2-1 0 15,0 0 0-15,-1 0 7 0,1-1-8 0,-2 0 0 16,-4 0-3-16,-1 0 4 0,-3-2 0 0,-1 2-1 15,-3-2 3-15,1 3 4 0,-5-1 3 16,-5 3 2-16,-1-1 1 0,-2 3-2 0,-3 1-4 16,-3-1-3-16,-2 5 0 0,-2-2-3 0,-2 1-1 15,4 0-4-15,-3-2 0 0,2 0 4 16,3 0-1-16,1-2-28 0,4-2-33 0,1-2-42 16,3-1-110-16,2-3-150 0,1-3-207 15,4-1-276-15,2-2-244 0,3-5-156 0,2 3 206 16,1-4 425-16</inkml:trace>
  <inkml:trace contextRef="#ctx0" brushRef="#br2" timeOffset="150126.85">23591 4578 272 0,'3'4'698'0,"-3"-1"311"16,2-3 84-16,1 0-229 0,0-4-267 0,3-2-199 15,1-3-126-15,1-3-60 0,3-3-35 16,3-5-28-16,2-2-3 0,1-3 14 0,4-5 24 16,-2-1 8-16,1-2-3 0,-2-2-12 15,1 1-19-15,-2 0-30 0,-3 4-31 0,-2 1-17 16,-2 5-11-16,-2 5-9 0,-1 3-9 0,0 3-9 15,-3 4-6-15,-3 2-10 0,1 0-10 16,-1 6-8-16,-1 1-5 0,0 3-3 0,-3 6-2 16,2 3-2-16,-3 5 2 0,0 1 1 0,1 4 0 15,0 3 1-15,-1 2-2 0,3 1 2 16,-2 2-1-16,-1 1-2 0,3 0 1 0,-2 3-1 16,-1-1 1-16,0 0 0 0,1 0 2 15,0 0 0-15,-1-2 1 0,1 0-1 0,2 0 0 16,-3-3-1-16,3-2 0 0,1-1-2 0,0-1-3 15,0-5-15-15,1 0-52 0,1-4-71 0,0-3-105 16,-1-3-163-16,2-2-250 0,2-6-331 16,0-1-282-16,1-2-185 0,-1-6 179 0,1-1 555 15</inkml:trace>
  <inkml:trace contextRef="#ctx0" brushRef="#br2" timeOffset="150323.68">23968 4635 352 0,'1'3'793'0,"2"-2"348"0,-3-1 52 0,0 2-288 16,0-1-223-16,0 0-149 0,0 1-114 0,0 1-89 15,0-3-61-15,0 2-56 0,0-1-67 16,0-1-60-16,2 2-44 0,1-2-22 0,-3 0-18 16,0 0-18-16,1 0-69 0,1 0-82 0,1 0-150 15,4-3-213-15,1 0-309 0,2-3-350 16,3 0-220-16,4-5 22 0,-1 1 534 0</inkml:trace>
  <inkml:trace contextRef="#ctx0" brushRef="#br2" timeOffset="150678.1">24361 4386 16 0,'-10'10'594'0,"-2"1"533"0,-1-1 187 0,-1 2-114 16,1 1-286-16,2 4-396 0,-3 2-188 0,5 1-96 15,-4 3-51-15,5 1-35 0,0 1-39 16,3-1-38-16,4 0-30 0,1-3-18 0,5-3-8 16,3-2-7-16,1-3-1 0,5-2-1 0,5-5 3 15,0-5 0-15,3-4 4 0,2-3 1 16,0-5-3-16,3-6 1 0,0 0-1 0,-1-4 1 16,0-1-1-16,-4-1-1 0,-5 0 12 0,0 1 11 15,-4 0 11-15,-3 2 3 0,-3 1 4 16,-3-2-1-16,-4 2-10 0,-2 1-9 0,-3 1-10 15,-4-4-5-15,0 5-5 0,-4 0-5 0,-1 1-2 16,-2 4-6-16,-2 4-4 0,0 4-2 16,-2 6-3-16,2 4 0 0,-2 7-2 0,2 2 2 15,-3 6-7-15,5 1-34 0,1 6-59 16,2 0-61-16,0 2-99 0,5-2-172 0,5 1-299 16,3-5-284-16,5-3-223 0,6-2-138 0,1-5 245 15,7-5 563-15</inkml:trace>
  <inkml:trace contextRef="#ctx0" brushRef="#br2" timeOffset="150965.78">24815 4432 32 0,'6'-3'553'0,"-1"5"480"0,-3 1 216 16,-4 4-63-16,-1 3-337 0,0 0-317 0,-2 5-197 16,-2 1-108-16,1 2-59 0,3 0-49 0,2 1-44 15,-1-2-29-15,2 1-24 0,3-3-5 16,2-1-9-16,3-3-2 0,1-3 4 0,4-3-4 15,3-2-2-15,-2-5-9 0,3-2-6 0,-1-5-5 16,1-3-3-16,1-1 2 0,-4 0 1 16,-1-4 4-16,-1 2 11 0,-4-2 6 0,0 0 3 15,-2 2 5-15,-4 0 13 0,0 0 9 16,-6 0 3-16,0 2-3 0,-1-2-4 0,-3 1-6 16,0 1-12-16,-3 1-12 0,-1-2-15 0,0 3-41 15,-2 1-39-15,1 1-54 0,0 2-129 0,0 1-177 16,-1 3-300-16,2 1-244 0,1 4-223 15,4 1-59-15,-1 0 391 0,4 1 479 0</inkml:trace>
  <inkml:trace contextRef="#ctx0" brushRef="#br2" timeOffset="151987.73">26394 4041 296 0,'-1'-3'590'15,"-1"0"230"-15,4-2 100 0,-1 1-275 0,4-2-204 16,6-3-91-16,0 0-42 0,4-2-22 16,5-2-25-16,0-1-22 0,6-1-40 0,-1 2-50 15,1-2-44-15,0 0-32 0,-2 2-24 0,0 4-11 16,-7-1-8-16,0 3-9 0,-4 1-4 0,-5 2-1 15,1 4 30-15,-2 0 43 0,-4 4 37 16,-3 5 24-16,-1 3 3 0,-8 2-2 0,-1 7-28 16,-3 1-35-16,-3 3-30 0,-1 2-25 15,-2 2-9-15,1 1-10 0,-1-1-5 0,2-1-1 16,4 0-6-16,4-2-2 0,0-3-1 0,5-1-1 16,6-2 0-16,2-1-4 0,6-1 0 15,3-3 2-15,4-2 1 0,2-1 0 0,7-4 3 16,0-1 2-16,4-1 2 0,-1-2 3 0,1-3-2 15,-2 2 2-15,1-3-1 0,-6 2-2 16,0-1-3-16,-6 0-2 0,-3 1 6 0,-1-2 0 16,-5 1 0-16,-3 2 4 0,-4-2 1 0,-2 4-1 15,-6 0-3-15,-3 1 0 0,-2 2-3 16,-2 2-2-16,-5-1 1 0,0 3-1 0,-2 0-1 16,-1-2 1-16,1 1 0 0,1-1-3 0,0 0 2 15,2-4 2-15,2 1 2 0,2-1-4 16,3-2-6-16,1 0-42 0,2-3-60 0,4-1-81 15,-1-1-140-15,5-4-183 0,0-1-320 0,6-2-263 16,1 0-207-16,1-3 5 0,1-1 427 16,4 0 467-16</inkml:trace>
  <inkml:trace contextRef="#ctx0" brushRef="#br2" timeOffset="152320.1">27066 4314 134 0,'13'-7'525'0,"-1"-6"339"0,1-2 231 16,1-3-65-16,2-3-321 0,3-4-208 0,1-4-112 15,-2 0-71-15,4-5-51 0,1 1-24 16,-1-1-15-16,0-2-13 0,-1-2-17 0,-3 4-20 16,0-1-28-16,-4 2-31 0,-4 4-22 0,0-1-15 15,-5 8-10-15,0 5-9 0,-2 1-5 16,-1 2-9-16,0 5-9 0,-4 4-10 0,0 1-11 15,-1 4-9-15,-2 2-8 0,0 4-4 16,-4 6-3-16,1 3 1 0,2 4 1 0,-2 3 2 16,-1 3 0-16,1 4 2 0,0 3 1 0,-2 6 0 15,-1 1 0-15,5 3-1 0,-4 2-2 0,-1 0-3 16,5-5-15-16,0 3-29 0,2-5-72 16,1-3-76-16,1-4-140 0,6-4-217 15,-3-2-313-15,6-6-338 0,1-4-222 0,2-4-55 16,2-3 488-16,1-5 580 0</inkml:trace>
  <inkml:trace contextRef="#ctx0" brushRef="#br2" timeOffset="152479.29">27596 4291 114 0,'3'-1'765'16,"-3"1"644"-16,-1 1 142 0,-4 0-234 0,0 1-437 16,-1 0-358-16,-3 3-186 0,0-3-138 0,3 2-84 15,0-4-50-15,0 2-31 0,2-2-19 16,1 0-27-16,2 0-78 0,1-2-99 0,1-1-172 15,4-3-285-15,3-1-329 0,1-3-381 16,6-4-194-16,3 1 204 0,6-5 684 0</inkml:trace>
  <inkml:trace contextRef="#ctx0" brushRef="#br2" timeOffset="152820.43">28099 3882 30 0,'-14'9'484'15,"-4"1"395"-15,-1 4 239 0,-1 0 0 16,-2 5-340-16,-1 1-294 0,1 4-179 0,4 4-96 16,0-2-70-16,2 4-47 0,7-3-38 0,2-2-27 15,6-2-13-15,5-3-9 0,4-3-1 16,5-5-6-16,4-2 1 0,5-5 1 0,-1-4-4 16,5-4-1-16,0-3-2 0,1-3 0 15,-2-3-4-15,2-1-2 0,-4-3 4 0,-1-1 3 16,-2-2 3-16,-4 2 14 0,0 1 30 0,-7-1 76 15,-1 2 63-15,-2 0 34 0,-3 2 6 16,-4-1-12-16,-2 1-28 0,-3-1-56 0,-2 2-47 16,-2 1-32-16,-2 4-17 0,-1 3-12 0,-3 2-9 15,2 4-4-15,-3 2-5 0,1 5-2 16,0 3-2-16,2 2-1 0,2 3-5 0,3 2-63 16,4-1-63-16,2 2-121 0,5 0-189 0,1-3-300 15,5-2-336-15,3 1-244 0,2-4-115 16,4 1 381-16,0-2 579 0</inkml:trace>
  <inkml:trace contextRef="#ctx0" brushRef="#br2" timeOffset="153083.92">28515 4245 21 0,'-10'18'536'16,"-2"1"473"-16,0 2 215 0,-3-1-73 15,4-2-348-15,-1 0-348 0,3 0-218 0,3-3-102 16,4-2-62-16,4-1-34 0,3-3-19 0,4-3-7 15,4-4-6-15,3-5-7 0,6-3-11 16,0-5-13-16,1 0-5 0,0-6-7 0,0-2 1 16,-1 2 9-16,-1-1 20 0,-5-3 29 15,-3 6 34-15,-3-2 81 0,-2 1 75 0,-1 1 25 16,-6-1-2-16,-1 1-21 0,-1 1-30 0,-6-3-65 16,-1 1-54-16,-2-3-35 0,-5 0-64 15,-2-2-72-15,-1-1-89 0,-4-4-160 0,3-1-253 16,-3-2-325-16,2-2-282 0,-2 0-189 15,2-4 111-15,0-1 562 0</inkml:trace>
  <inkml:trace contextRef="#ctx0" brushRef="#br2" timeOffset="153792.21">29560 2371 373 0,'-8'3'858'0,"0"0"327"0,2 0 10 0,-1-1-312 15,2-1-323-15,4 1-217 0,-2-1-143 0,3 1-84 16,1-1-41-16,2-1 10 0,7 3 23 0,1-1 29 16,7 0 27-16,2 2 10 0,4-4-8 15,3 1-33-15,3-1-32 0,3-1-32 0,0 1-31 16,3-4-18-16,-1 3-7 0,-2-2-7 0,1 0-5 15,-3-1-4-15,-1 1 0 0,-1-2 2 0,-4 2-1 16,-3-1 1-16,-1 1-1 0,-2-1 2 0,-3 0 1 16,-4 2-1-16,-1-1 0 0,-3 2-4 0,-1-2-29 15,-3 2-56-15,-2-2-59 0,-2 1-117 0,0-3-165 16,-6 3-261-16,1-2-287 0,0 2-231 0,-3 0-140 16,-3-1 267-16,3-2 505 0</inkml:trace>
  <inkml:trace contextRef="#ctx0" brushRef="#br2" timeOffset="154259.95">29901 2163 13 0,'5'1'292'0,"-2"1"244"15,1-1 296-15,-4 1 127 0,1-2-114 0,1 1-144 16,-2 0-92-16,-2-1-72 0,1 2-74 0,-3 0-101 16,1-1-81-16,-3 0-48 0,-1-1-53 15,-3 2-47-15,-2 0-46 0,-3-1-26 0,-1 0-10 16,-3 3-12-16,-2-3-6 0,-4 2-8 0,-4 2-6 15,-1-2-4-15,-1 3-3 0,-4 0 4 0,-2 2 4 16,1-1 1-16,2 2-1 0,0 1-1 0,3 1-2 16,1 2-6-16,3 0-6 0,4 1-1 15,1 3-2-15,4-1 0 0,1 1 2 0,5 1-1 16,6 0 0-16,2 0 2 0,4 1-5 0,5 1-3 16,8-1-1-16,-1-1-1 0,7 0-1 15,4-1-2-15,4-1 6 0,3-2 0 0,1-3 4 16,4 0-2-16,-2 0 0 0,5-3 0 0,-3-2 0 15,-2-2 0-15,-1 0-2 0,-1-1 1 0,-2 0 4 16,-6-1-12-16,0-2-63 0,-6 0-76 16,-4 0-158-16,-2-2-275 0,-3 2-324 0,-5 0-390 15,-3 0-270-15,-3 0 32 0,-5 2 699 0</inkml:trace>
  <inkml:trace contextRef="#ctx0" brushRef="#br2" timeOffset="154792.07">29764 2292 184 0,'-3'-4'435'0,"0"0"246"15,-2 2 217-15,-2-1-164 0,2 3-149 0,1 0-102 16,-4 3-79-16,0-1-69 0,0 3-78 0,-3 1-56 16,2 1-40-16,-3 4-27 0,-2-1-15 0,2 2-13 15,-2 2-14-15,2 1-9 0,1 0-8 16,-1-2-13-16,4 1-11 0,0-4-13 0,1-1-14 15,1 0-13-15,3-3-5 0,0-1-4 0,1-1-2 16,1-1-1-16,1-1 5 0,1-2 5 0,3 0 2 16,0-2 2-16,5-4 0 0,3 0 5 0,-1-2-7 15,3-3 2-15,0 0-7 0,0-1-3 16,-1 0 1-16,3-1-4 0,-5-1 2 0,0 1 0 16,2 2 10-16,-5 1 17 0,0-2 30 0,-2 1 30 15,-2 1 27-15,0 0 12 0,-3-1-5 0,3 3-14 16,-4 1-23-16,0 2-25 0,0 0-23 0,-4 3-15 15,3 0-3-15,-4 4-5 0,-3 0-2 16,0 4-5-16,-3 4 0 0,-1 2 0 0,-1 2-4 16,-3 0-1-16,2 3-1 0,-3 1 1 0,1-1-9 15,-2 2-60-15,2-1-65 0,-2-1-136 0,1 0-212 16,-1 0-304-16,0-2-349 0,-1-2-263 0,-3-1-108 16,-1 2 480-16,-5-6 601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22:53.6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2869 1802 96 0,'5'-7'299'0,"-3"-3"162"0,-1 2 202 0,-1 0 16 0,-1 0 1 15,-1 0-14-15,-1-1-5 0,0 2-9 0,-2 1-64 16,0 0-119-16,0 1-108 0,-4 2-71 0,1 0-63 15,0 0-64-15,-3 3-53 0,0 2-34 0,0 2-25 16,-3 0-18-16,1 6-12 0,-1 3-9 16,0 4-8-16,1 4-1 0,-1 5-2 0,1 8-1 0,2 1 0 15,1 9 0-15,4 4 0 0,1 0 0 16,2 6 3-16,3 0 0 0,2 2 2 0,1-4-1 16,3 1 2-16,2-4-1 0,5-2-3 0,1-5 1 15,2-5-3-15,1-4 0 0,5-4-1 0,0-6 2 16,1 0 4-16,4-10 5 0,-1 0 5 0,1-6 5 15,2-4 3-15,-1-4 1 0,2-4-3 0,-1-5-3 16,-4-4-4-16,2-5-3 0,-2-5-5 0,-1-4 0 16,-2-1-2-16,-3-4 0 0,-2-1-1 0,-2 0 1 15,-1-2 0-15,-5 0 1 0,-2-2 0 0,-4 1 0 16,-3-1 0-16,-3 1 0 0,-5-2-3 0,-2 2-1 16,-5-1 0-16,-3 2-1 0,-4 3-2 0,-2-1 1 15,-2 4 0-15,-3 4 1 0,1 5-2 0,-1 5 0 16,0 4-1-16,1 6 1 0,1 6-2 0,0 4-2 15,4 6 0-15,2 1-1 0,2 6 2 0,3 2-1 16,5 3 1-16,2-1 1 0,1 5-1 16,5 2 0-16,3 0-4 0,3 0-13 0,3-1-24 0,0 0-64 15,4 2-65-15,1-5-98 0,2 1-150 0,0-1-199 16,2-4-307-16,1 1-230 0,1-4-182 0,1 2 103 16,1-4 460-16</inkml:trace>
  <inkml:trace contextRef="#ctx0" brushRef="#br0" timeOffset="455.43">4025 1758 154 0,'1'-8'376'0,"1"2"224"0,0 0 278 0,-1-1-25 0,-2 1-110 15,-1-2-88-15,-1 1-25 0,1 0-26 16,-1 2-123-16,-1 1-118 0,-1-2-78 0,-3 1-51 16,0 0-60-16,-3 1-67 0,-2-1-32 0,0 2-21 15,-4 1-4-15,0 4-6 0,-1 3-10 16,-2 1-7-16,-2 5-7 0,1 0-4 0,-1 7-10 15,-3 2-7-15,1 4 0 0,2 3 2 0,-3 6 0 16,1 1-1-16,2 5 1 0,1 3-1 0,2 2-1 16,3 1-1-16,-1 1 0 0,6 2 1 0,0-3-1 15,3 0 2-15,5-2 1 0,1-1 3 0,4-4-1 16,1 0-2-16,3-6 1 0,4 0-2 0,1-5 0 16,2-1-2-16,2-4 1 0,4-2-2 0,0-4 7 15,3-3 4-15,2 0-2 0,0-6 0 0,3-3-5 16,3-2-7-16,3-2-18 0,-1-6-49 0,4-1-66 15,-1-6-66-15,1 0-114 0,-1-2-168 0,3-1-234 16,-2-2-271-16,3 3-217 0,-2-2-139 0,-1 1 226 16,-1 0 488-16</inkml:trace>
  <inkml:trace contextRef="#ctx0" brushRef="#br0" timeOffset="900.1">5121 1495 142 0,'-2'-15'411'0,"-1"2"284"0,0-1 326 16,0 5-76-16,-2-2-167 0,0 3-100 0,-3 2-52 15,2 1-98-15,-2 1-127 0,0 2-95 0,-4 1-59 16,0 1-56-16,-2 1-61 0,0 2-37 0,-2 0-27 0,0 3-14 15,-2 1-10-15,0 3-2 0,-3-1-2 16,1 4-5-16,-1 2-2 0,-1 0-1 0,0 7-2 16,0-1-6-16,-2 4-3 0,-1 4-2 15,1 2-6-15,-1 4-4 0,1 5-1 0,-1 1-2 16,0 4-1-16,-1 2 1 0,4 1 6 0,1 2 1 16,4 1 7-16,1-2 4 0,1 1 2 0,5-2 2 15,2 1 2-15,2-2 1 0,3-4-5 0,3 1 0 16,3-2-4-16,3-2-3 0,2-2-4 15,3-2-3-15,5-5-2 0,0-3-1 0,4-5 1 16,4-3 0-16,4-4 1 0,1-6 0 0,4-4-1 16,3-6-1-16,4-5-3 0,6-2-2 0,0-6-4 15,4-2-3-15,1-1-7 0,3-3-9 0,-1 0-12 16,1 0-19-16,-3-1-39 0,-1 3-78 16,-2 1-125-16,-1 2-219 0,-2 2-297 0,-1 5-361 15,-5 0-367-15,-1 2-110 0,0 1 491 0,-5 1 711 16</inkml:trace>
  <inkml:trace contextRef="#ctx0" brushRef="#br0" timeOffset="3249.68">5209 6745 25 0,'-14'0'403'0,"-2"-1"347"0,0-1 278 15,-6 2 100-15,-1-1-326 0,-4-1-222 0,3 2-64 16,-5 0-66-16,2 3-67 0,-1 3-78 16,0 2-56-16,1 3-53 0,-2 8-72 0,4 4-46 15,0 4-28-15,4 11-14 0,2 7-2 0,5 10-1 16,3 6 6-16,3 9-4 0,5 7-3 16,3 4-4-16,6 1-2 0,2 1-6 0,6-1-4 15,2-4-3-15,8-6-6 0,3-7-1 16,6-8-8-16,3-8 3 0,7-10 3 0,1-9 1 15,5-11 7-15,0-10-3 0,5-15 1 0,-2-9-5 16,3-10-4-16,-4-10-4 0,-2-6 0 0,-3-6 2 16,0-7 3-16,-7-2 1 0,-2-5 1 15,-7 0 1-15,-5 1-1 0,-3 1 1 0,-9 2-1 16,-5 2 0-16,-8 1-2 0,-5 1-2 16,-8 2-1-16,-7-1 0 0,-5 4 0 0,-7 0 1 0,-6 1 2 15,-5 4 2-15,-6 2-4 0,0 7-5 16,-5 6 5-16,-1 8-1 0,-2 6-2 0,2 12-3 15,1 10 3-15,2 7 3 0,3 11-5 0,5 5 0 16,4 8 0-16,7 4 2 0,4 8 2 16,7 1-1-16,7 3-7 0,8 0-32 15,7 1-75-15,7-1-84 0,8-3-165 0,7-2-291 16,8-6-327-16,8-4-337 0,4-4-191 0,5-6 139 16,4-8 658-16</inkml:trace>
  <inkml:trace contextRef="#ctx0" brushRef="#br0" timeOffset="3600.96">6766 6465 327 0,'-12'-15'947'16,"-6"1"359"-16,-5 7 91 0,-1 2-157 0,-4 5-499 15,-4 4-259-15,-3 2-127 0,-1 2-79 16,-4 6-89-16,-4 2-65 0,-2 5-42 0,-4 3-24 16,-4 6-16-16,0 5-12 0,-5 6-12 15,-1 8-4-15,0 5 0 0,0 6 1 0,0 8 2 16,5 7 5-16,5 7 3 0,5 4-1 0,7-1-3 16,6 2-2-16,7-2-2 0,8-4-3 0,7-3-3 15,9-5-2-15,7-5-1 0,8-6-3 16,7-10-1-16,9-7-3 0,5-7-2 15,9-10-5-15,4-8-8 0,5-10-11 0,7-8-23 16,4-11-42-16,2-7-71 0,6-7-84 0,3-10-160 16,4-4-273-16,3-9-312 0,2-2-313 0,-2-1-190 15,-4-2 110-15,-3 1 633 0</inkml:trace>
  <inkml:trace contextRef="#ctx0" brushRef="#br0" timeOffset="3871.37">7601 6297 10 0,'-15'-32'557'0,"-6"8"506"16,-6 8 268-16,-3 7 33 0,-5 7-299 0,-2 8-391 15,-5 5-209-15,-1 8-111 0,-2 9-84 16,0 5-92-16,-5 10-59 0,4 6-36 16,0 7-20-16,2 5-7 0,1 7-2 0,5 4 3 0,5 4 4 15,3 5 0-15,3 5-2 0,5 2-7 16,5 2-12-16,3-2-11 0,6-3-10 0,4-7-8 15,8-5-5-15,4-9-3 0,7-6-1 0,6-10-1 16,4-6-1-16,7-10-4 0,7-9-7 0,2-7-8 16,5-7-19-16,5-9-27 0,1-9-68 15,3-2-86-15,2-8-156 0,6-1-274 0,2-2-329 16,2-4-390-16,-1-1-245 0,2-4 58 16,0 0 692-16</inkml:trace>
  <inkml:trace contextRef="#ctx0" brushRef="#br0" timeOffset="4329.39">8585 6106 193 0,'6'11'731'0,"-1"-2"355"15,3 0 97-15,1 1-97 0,4 2-422 0,4 2-210 16,4-1-75-16,4 0-50 0,2 1-54 0,2-3-48 16,2-2-50-16,4 0-61 0,0-5-50 15,1-1-26-15,3-3-12 0,1-3-9 16,0-3-7-16,1-1-4 0,-2-2-16 0,1-2-60 15,-2 3-64-15,-5-5-131 0,-3 4-208 0,-4 3-301 16,-6 0-334-16,-6 4-249 0,-3 1-97 0,-9 2 443 16,-6 1 590-16</inkml:trace>
  <inkml:trace contextRef="#ctx0" brushRef="#br0" timeOffset="4520.38">8623 6627 330 0,'6'20'944'16,"1"0"320"-16,3-3-52 0,3-5-189 0,6-4-509 16,6-3-265-16,1-5-116 0,4-5-55 15,6-3-28-15,2-4-12 0,3-5-9 0,6-1-12 16,3-4-21-16,2-2-48 0,1-1-131 16,-2 0-205-16,0 3-287 0,-2 1-273 0,-5 2-247 15,-1 0-50-15,-4 4 405 0</inkml:trace>
  <inkml:trace contextRef="#ctx0" brushRef="#br0" timeOffset="6365.77">10501 5427 298 0,'-13'-2'569'0,"-5"5"227"0,-3 3 117 16,-1 7-243-16,-2 4-139 0,0 9-61 0,-1 6-67 15,2 9-47-15,-1 9-32 0,0 9-28 0,2 8-20 16,0 11-29-16,4 4-27 0,0 10-20 0,1 5-34 15,2 4-42-15,7 5-49 0,3-1-31 16,5-2-20-16,6-6-14 0,7-6-4 0,8-7-13 16,7-7-46-16,7-8-61 0,7-9-89 0,8-11-167 15,8-5-257-15,5-13-313 0,7-7-264 16,6-7-190-16,3-11 149 0,5-6 565 0</inkml:trace>
  <inkml:trace contextRef="#ctx0" brushRef="#br0" timeOffset="7139.8">14638 4748 153 0,'10'-2'422'0,"-2"-2"186"16,-1 4 117-16,-1 0-147 0,2 0-164 0,-2 5-68 16,2 1 12-16,0 2 34 0,1 7 21 0,3 2-20 15,-1 7-36-15,1 8-28 0,-1 5-28 0,3 9-26 16,-4 3-30-16,-2 5-27 0,0 6-24 0,0 5-42 15,-4 3-44-15,-4 3-37 0,0 3-23 16,-1 4-14-16,-2 3-15 0,-5 0-8 0,0 1-3 16,0-2-2-16,-4-1-2 0,0-2 0 15,-1-4-15-15,-4-4-37 0,1-4-59 0,-2-6-57 16,-3-4-106-16,0-7-174 0,-4-6-277 16,0-6-276-16,-4-5-223 0,-2-6-159 0,-6-8 249 15,-1-5 546-15</inkml:trace>
  <inkml:trace contextRef="#ctx0" brushRef="#br0" timeOffset="7847.26">11856 3346 163 0,'3'-12'384'0,"-1"4"190"15,-2 1 242-15,0 0-53 0,0 2-63 0,0 2-70 16,0 0-70-16,0 2-75 0,0-1-111 0,-2 5-122 16,2 2-66-16,-1 2-25 0,-1 6-6 15,2 3 4-15,-3 5-4 0,1 1-4 0,1 4-18 16,-3 4-25-16,1 2-27 0,-1 4-26 16,1-3-20-16,-2 4-15 0,3-2-11 0,-2 0-7 15,0 0 0-15,3-4-3 0,-1-1 1 0,0-2 0 16,2-2 0-16,-1-5 1 0,1 0-4 15,0-3 0-15,0-3-24 0,-2-1-53 0,2-4-51 16,-4-1-63-16,-1 0-127 0,0-4-170 16,-3-3-187-16,2-2-225 0,-2 0-231 0,-1-2-138 15,-1-2 242-15,-1-3 423 0</inkml:trace>
  <inkml:trace contextRef="#ctx0" brushRef="#br0" timeOffset="8113.65">11545 3654 177 0,'1'6'411'0,"2"1"170"0,-1 1 144 15,3 2-131-15,1 1-101 0,3 4-20 16,1 1 11-16,0 2-8 0,2 3-32 0,-1 1-41 16,2 1-64-16,1 3-59 0,-1-2-59 0,3 3-37 15,-2-5-37-15,3 2-38 0,2-3-37 0,-1-1-30 16,0-4-12-16,3-3-6 0,0-2-2 15,1-3 0-15,-1-3 1 0,1-4-2 0,0-4-1 16,-2-3-9-16,1-7-13 0,-1-2-44 16,-2-2-47-16,-1-4-50 0,0-4-115 0,-4 0-154 15,-2-1-245-15,0-4-263 0,-3-1-236 0,-3-4-156 16,-2-2 235-16,-3-5 475 0</inkml:trace>
  <inkml:trace contextRef="#ctx0" brushRef="#br0" timeOffset="9255.27">10345 1773 180 0,'-2'0'411'15,"0"1"211"-15,-1 1 201 0,0 0-146 0,-1 2-114 16,0 0-91-16,0 2-80 0,0 3-55 0,3 3-63 16,-1 5-46-16,2 5-35 0,2 3-17 15,-1 7-5-15,3 5 5 0,-1 5-3 0,4 1-24 16,-2 0-21-16,2 2-13 0,1-4-19 0,1-5-26 15,2 0-25-15,2-6-17 0,2-6-7 0,0-3-1 16,2-8 2-16,1-2 2 0,1-7-1 16,-1-4 4-16,0-8 3 0,2-3-7 0,-2-6-4 15,-1-4 0-15,-1-5-3 0,0-2-4 0,-5-2-3 16,1-3 0-16,-5 2 4 0,-1-1 11 0,-2 3 10 16,-4-1 6-16,-2 4 2 0,-4 1-2 0,-3 0-3 15,-3 3-14-15,-2 1-9 0,-3 0-7 0,0 3-2 16,-3 1-2-16,0 4 0 0,-1 4-1 0,0 1 0 15,-1 6-10-15,3 2-4 0,0 6-5 16,2 2 0-16,-1 4-2 0,4 3 6 0,2 6 11 16,2 2 4-16,2 1-9 0,0 4-39 0,5-1-45 15,3 2-51-15,2-1-63 0,1-3-114 16,3-2-148-16,4-3-159 0,-1-5-245 0,7-6-235 16,-2-5-133-16,5-4 203 0,-1-7 428 0</inkml:trace>
  <inkml:trace contextRef="#ctx0" brushRef="#br0" timeOffset="9673.36">10765 1446 60 0,'0'-29'270'0,"0"1"154"16,-3 3 173-16,3 3-7 0,-1 6 9 0,1 4 38 16,0 1-17-16,-2 4-55 0,2 5-91 0,-1-1-118 15,-1 8-114-15,0 2-98 0,1 7-57 0,-1 2-28 16,0 8-4-16,2 3 20 0,2 6 35 0,1 5 39 15,2 3 29-15,1 5 8 0,2 6-7 0,-2-1-23 16,1 3-33-16,2 4-38 0,-1-3-32 16,0-1-21-16,3-1-14 0,3-3-11 0,1-8-7 15,2-4-1-15,3-5 0 0,1-7 4 0,1-2 2 16,2-10 3-16,-2-2 3 0,0-6 0 0,0-4 0 16,-1-7 0-16,-4-4 1 0,1-4 0 0,-4-5-2 15,0-2 0-15,-3-3-3 0,-3 2-8 16,-1-4-5-16,-3 3-3 0,-4-4 0 0,-3 4-1 15,-2-2 0-15,-3 0 6 0,-3 1 4 0,-1 1 0 16,-1 2 3-16,-3 1 1 0,0 3-3 0,-1 3-1 16,-1 3-3-16,1 4-1 0,1 4-3 15,-1 5-1-15,1 6 0 0,0 2 0 0,2 4 1 16,2 3 2-16,2 1 8 0,0 2 4 0,4 0 3 16,2 3-6-16,0-2-21 0,4 1-50 0,0-2-60 15,4-1-55-15,0-4-96 0,7-1-154 16,-1-3-157-16,1-4-250 0,6-4-226 0,2-2-197 15,-1-6 73-15,2-4 429 0</inkml:trace>
  <inkml:trace contextRef="#ctx0" brushRef="#br0" timeOffset="9982.64">11230 1671 140 0,'-3'-11'450'0,"-2"5"275"0,-3 2 227 15,2 0-53-15,-1 4-185 0,-2 0-151 0,1 4-118 16,0 2-98-16,0 0-86 0,1 3-90 15,0 2-70-15,2 1-42 0,-1 2-20 0,3 1-10 16,1 1-14-16,2 4 13 0,0-1 17 0,2 3 13 16,1-1 7-16,3 0 5 0,1 1 4 0,-1 1-20 15,5-1-21-15,-3 1-16 0,3-1-12 16,3 1-3-16,-4-1-6 0,4-1 1 0,-3 3 1 16,0-4 1-16,-2 1 4 0,0 0-1 0,-3 0 4 15,-1-2 6-15,-2 1 5 0,-3-4 1 0,0-2-1 16,-2 1 4-16,-2-6 6 0,0-2 1 15,-2-1-3-15,-1-4-14 0,0-2-22 0,-1-3-39 16,2-2-36-16,-1-2-35 0,2-4-47 0,-1-4-82 16,2-2-101-16,0-2-107 0,4-1-194 15,2-5-263-15,4 0-193 0,0-2 39 0,2-2 287 16,0-1 351-16</inkml:trace>
  <inkml:trace contextRef="#ctx0" brushRef="#br0" timeOffset="10321.26">11531 1582 14 0,'10'-7'482'0,"-5"5"472"16,-3 2 273-16,-4 2-30 0,-1 2-270 16,0 4-241-16,-2 4-189 0,-2 0-124 0,-3 4-78 15,-1 3-53-15,-2 4-71 0,0 3-56 0,-4 2-33 16,4 4-17-16,-4 1-10 0,4 3-10 16,-1 0-9-16,3-2-10 0,1-2-9 0,3-4-6 15,2-2-6-15,4-4-1 0,2-5 2 0,2-5-1 16,6-4 1-16,1-3 2 0,1-10 1 0,5-3-3 15,0-7-3-15,4-5-4 0,1-5-6 16,1-1-4-16,0-2-2 0,2-2 0 0,-2 0 1 0,-3 5 1 16,-2 0 4-16,-2 6 5 0,-5 2 3 15,0 5 1-15,-3 3 0 0,-3 3-1 0,2 0-1 16,-2 5 0-16,-4 3-3 0,0 5 2 0,-2 6 0 16,0 2 1-16,-4 5 1 0,2 2-2 0,0 4 0 15,0 1-1-15,0 0-7 0,1 3-9 16,1 0-37-16,2 0-63 0,0 0-63 0,0-2-107 15,2-1-170-15,1 0-269 0,2-4-293 0,3 0-224 16,5-6-161-16,-2-3 221 0,3-4 552 0</inkml:trace>
  <inkml:trace contextRef="#ctx0" brushRef="#br0" timeOffset="11479.38">12213 1482 123 0,'-4'-4'362'0,"-1"0"188"15,0 0 168-15,-1-1-86 0,-1 1-109 0,-2 1-50 16,3 0-26-16,-1 0-28 0,-1 0-39 0,2 0-62 0,0 1-62 16,0 2-55-16,1-5-43 0,0 4-28 15,2 1-17-15,-2-1-3 0,2 1 5 0,0 1 15 16,2-1 13-16,-3 3 6 0,1 2-5 0,1-1-20 16,-2 5-18-16,0 3-24 0,1 3-17 0,-3 5-15 15,1 2-3-15,1 5-8 0,-1 5-5 16,0 4-2-16,0 4-7 0,2 2-4 0,-3 3-6 15,3 1 1-15,-2 2 0 0,3-4 2 0,2 1 2 16,0-3-1-16,2-4-2 0,1-2-2 0,2-7-4 16,3-5-3-16,0-1-2 0,1-8 2 0,4-3 0 15,-1-7 2-15,1-5 3 0,1-6 0 16,2-6-3-16,0-6-2 0,-2-5-1 0,4-5-2 16,-1-4-3-16,-3-3-1 0,3-2 0 0,-5-1-2 15,0 1 0-15,-1-2 0 0,-3 1 0 16,-1 0 0-16,-2-3-1 0,-4 1 1 0,-1-3 2 15,-1 2 1-15,-3-3 2 0,-1 1 1 0,-1 1 0 16,1 4 0-16,-1-1 1 0,0 8-8 0,1 2-3 16,-1 5-1-16,-1 3-1 0,2 4 0 0,1 4-1 15,-1 3 7-15,0 1 1 0,4 3 0 0,-2 3 0 16,1 1-1-16,0 6-2 0,1 1-1 0,1 6 5 16,0 5 5-16,1 2 1 0,3 5 1 0,-1 2 0 15,2 4 1-15,1-1-6 0,2 4-3 0,-2-2 0 16,2 1-1-16,0 1 2 0,4-4 1 0,-2-3 0 15,1 1-1-15,2-5 2 0,0-3 0 0,2-3 0 16,0-3 1-16,0-1 0 0,1-5 1 16,1-2 0-16,-1-2 0 0,2-2-1 0,-4-2-2 15,2 0 0-15,-2-3-2 0,0-1-1 0,1-2-1 16,-3 1 1-16,-1-3-1 0,0 2-1 16,2-1-1-16,-4-2 0 0,1 2-1 0,-1 2-1 0,-1 1-1 15,0 3 1-15,0 0 1 0,-2 3 1 16,2 6 3-16,-1 1 1 0,-3 5 2 0,2 3 1 15,-1 5 1-15,-2 1-1 0,-1 3 1 0,1 2-1 16,-1 2 0-16,1-1-1 0,0 3 0 16,2-2-1-16,1-1-2 0,0 0 0 0,-1-6-1 15,3-1-2-15,-1-4-2 0,0-3 0 0,1 0-1 16,2-6 1-16,-2-1 0 0,4-2 3 0,-2-3-1 16,4-1 2-16,-3-3-1 0,5 0-1 0,-3-4-3 15,3-1-3-15,1-4-5 0,0-2-3 0,1-2-6 16,0-2-1-16,0-2 1 0,1-3 1 15,-3 1 2-15,3-2 5 0,-4-1 5 0,0 1 4 16,-4-2 4-16,0 3 3 0,-5-1 2 0,-1 3 1 16,-2-1 2-16,-1 1 0 0,-4 1-1 0,-1 1 1 15,-2 1 6-15,0 5 3 0,-3 2 1 16,-1 4 2-16,0 2 2 0,-3 5-1 0,0 6-3 16,-3 3-1-16,2 5-1 0,-2 5-1 0,1 0 1 15,1 4-3-15,2 3 0 0,0 4-1 0,2-1-2 16,-1 7 0-16,2-2-3 0,4 3-2 0,0 1-1 15,3-2-3-15,2-3-3 0,3-2-3 0,2-5-10 16,3-2-41-16,4-5-73 0,1-4-76 16,4-4-143-16,2-3-199 0,4-3-320 0,1-3-295 15,5-4-197-15,2-1-26 0,1-3 462 0,5-2 507 16</inkml:trace>
  <inkml:trace contextRef="#ctx0" brushRef="#br0" timeOffset="12187.36">13257 1920 190 0,'-8'15'407'0,"0"0"179"0,0-1 162 15,-1 0-139-15,1 0-95 0,2-3-45 16,1-1-31-16,2-3-29 0,-1-1-70 0,2-1-82 16,0-5-82-16,2-4-62 0,4-3-42 0,0-3-31 15,2-8-17-15,2-3-8 0,4-5-7 0,0-2-1 16,4-7 10-16,1 1 15 0,0-4 12 16,2 2 10-16,-2 0 7 0,0 3 8 0,-2 5-2 15,-2 2-4-15,2 5-2 0,-6 4 6 0,-1 3 12 16,-2 4 9-16,0 3 28 0,-1 2 27 0,0 7 12 15,-1 2-2-15,1 7-13 0,-2 2-13 0,2 3-27 16,0 3-36-16,-4 3-24 0,2 4-15 0,1 0-10 16,0-1-8-16,0 3-6 0,1-3 1 15,-1-3 0-15,2 1 2 0,2-4-3 0,-1-2 0 16,1-4 0-16,2-1 3 0,0-5 1 0,3-3 11 16,1-4 3-16,0-4 1 0,4-4-1 0,0-8-2 15,0-3-5-15,4-3-12 0,0-4-6 0,1-4-4 16,0 2-3-16,1-3 0 0,-1 2 2 15,-3 0 1-15,-2 5 2 0,0 2 3 0,-4 4 2 16,-1 2-1-16,-2 4 1 0,-3 5 1 0,-2 1 1 16,1 6 0-16,-3 2 1 0,2 5 3 15,-4 3-1-15,-1 6 5 0,1 4 0 0,-2 2 1 16,0 1 0-16,0 7 1 0,0-1-3 0,0 1-2 16,2 2-1-16,-1-1-2 0,1 1-2 0,-1-3-3 15,4 1-8-15,0-7-30 0,3-2-63 0,-2-3-57 16,2-5-87-16,0-3-147 0,0-6-190 0,-2-4-260 15,2-4-224-15,-1-4-205 0,-1-5 21 0,2-4 403 16,-4-2 446-16</inkml:trace>
  <inkml:trace contextRef="#ctx0" brushRef="#br0" timeOffset="12393.32">13973 1341 33 0,'-5'-24'570'0,"1"3"500"0,-1 2 216 0,0 5-27 16,2 3-288-16,0 3-327 0,1 2-203 0,-1 1-117 15,1 0-73-15,2 2-77 0,0 2-73 0,0-2-52 16,0 3-25-16,0-2-16 0,2 2-8 0,1 2-4 16,1-2-1-16,-1 3 0 0,3 1 0 15,1 0-1-15,2 2 3 0,-1 0 0 0,0 1-28 0,1 0-55 16,-1 4-55-16,0-1-70 0,0 0-125 0,0 4-176 16,-4 0-228-16,1 1-237 0,3 3-217 15,-3 1-87-15,4 1 286 0,-4 1 456 0</inkml:trace>
  <inkml:trace contextRef="#ctx0" brushRef="#br0" timeOffset="12657.36">14169 1789 49 0,'14'35'264'16,"2"-6"132"-16,2-1 119 0,1-9-90 15,1-2-149-15,5-7-89 0,-4-7-44 0,3-5 1 16,1-5 56-16,-3-7 90 0,1-5 95 0,-1-3 84 16,-2-5 27-16,-1-4-7 0,0 0 21 0,-2 0-18 15,-2-1-62-15,-6 4-66 0,2 0-51 0,-6 5-41 16,-3 1-71-16,-2 3-55 0,-2 0-34 15,-1 4-25-15,-1 1-17 0,-3 4-16 0,-1 2-15 16,2 4-13-16,-6 4-10 0,2 4-7 0,-5 4-5 0,0 8-3 16,-2 3-1-16,-3 9 0 0,0 1 0 15,0 7 0-15,0 2-2 0,2 4-1 0,1 0-7 16,4 2-13-16,1-3-17 0,2 2-33 0,2-1-69 16,2-4-75-16,2-1-122 0,2-3-192 15,0-3-304-15,2-2-320 0,0-2-226 0,0-3-106 16,0-1 392-16,-3-2 603 0</inkml:trace>
  <inkml:trace contextRef="#ctx0" brushRef="#br0" timeOffset="13351.23">11442 3021 264 0,'-6'7'593'0,"1"3"260"0,0-2 148 0,2 3-180 16,1-1-214-16,2 2-153 0,0 3-104 16,2-2-66-16,3 3-71 0,0 0-77 0,1-1-56 15,3 0-35-15,1-2-17 0,1 0-8 16,1-4-6-16,1-2 2 0,1-4 2 0,2-1-1 15,0-4 2-15,0-5 0 0,-1-4-4 0,0-3-5 16,2-5 7-16,-4-2 8 0,-1-1 30 16,0-2 32-16,-3-1 46 0,-2 2 40 0,-1 1 13 15,-3 0-1-15,-3 3-25 0,-3 1-24 0,-5 3-33 16,0 1-36-16,-2 2-24 0,-5 3-16 0,0 3-12 16,-2 3-11-16,-1 3-6 0,0 3-2 0,0 5-2 15,-1 4-1-15,2 3-1 0,1 3 2 16,0 4 2-16,4 0 0 0,2 4 2 0,2 0-2 15,4-1 1-15,2-1-21 0,2 0-50 16,3-1-63-16,2-3-54 0,4-1-95 0,-1-4-149 16,3-2-150-16,3-4-155 0,2-4-226 0,3-3-207 15,3-3 12-15,-1-5 306 0,4-1 373 16</inkml:trace>
  <inkml:trace contextRef="#ctx0" brushRef="#br0" timeOffset="13745.37">11878 2967 249 0,'10'-19'409'0,"-2"0"168"15,-3 1 92-15,-1-1-45 0,-4 0-11 0,0 3-21 16,-3 0-25-16,0 2-44 0,-3 2-42 0,-1 4-59 16,1 0-70-16,-5 3-64 0,1 2-44 15,-1 6-42-15,-3-1-56 0,1 9-48 0,-1 1-38 16,0 5-18-16,-2 3-14 0,5 3-10 0,-2 5-3 16,3 0-5-16,1 4-1 0,3 1-1 0,3 1-1 15,1 1-2-15,4-3 0 0,1-4-1 16,5-5 0-16,3-4 0 0,3-4 0 0,2-6 2 15,5-6 0-15,-1-7-1 0,3-6-3 0,0-5-1 16,-1-8-1-16,2-2 0 0,-5-5 2 0,1-1 3 16,-1-3 1-16,-4-1 0 0,0 1 0 15,-5 0 0-15,-2 3-2 0,-2 2 0 0,-1 2 0 16,-5 4 1-16,-3-1 1 0,1 4-2 0,-1 3-1 16,-3 4 1-16,1 1-1 0,-2 6-4 0,0 4-1 15,1 2-2-15,-1 5 2 0,-1 7-3 16,2 4-1-16,-2 3 0 0,3 6 0 0,0 0-1 15,2 4 0-15,3 3 0 0,0-1 1 0,3 0 3 16,1 2 2-16,-1-3 0 0,3 3-2 16,3-3-7-16,0 1-43 0,-1-5-68 0,4-2-73 15,-1-4-143-15,6-1-205 0,-1-4-317 0,2-3-284 16,2-2-208-16,1-2-25 0,2-5 465 0,1 0 516 16</inkml:trace>
  <inkml:trace contextRef="#ctx0" brushRef="#br0" timeOffset="14215.3">13279 2489 400 0,'-16'2'740'0,"-3"3"269"0,-3 2 97 0,3 3-279 16,-3 1-262-16,2 6-155 0,0 2-90 0,2 5-51 16,0 5-44-16,2-1-13 0,4 5-5 15,-1 3-14-15,4 3-9 0,2 1-26 0,1 3-30 16,3-2-38-16,1-1-29 0,4-2-22 0,4-6-10 16,2-5-6-16,2-5-1 0,5-6-4 15,0-6-2-15,3-5 3 0,0-7-4 0,4-7-2 16,0-4-3-16,-1-7-1 0,3-5-2 0,-2-5-2 15,0-5-1-15,-3 0 0 0,-2-2 1 0,-2-1 0 16,-2 0 1-16,-4 2 0 0,-3-1-1 16,-3 3-1-16,-3-1 0 0,-3 1 1 0,-3 3-1 15,-6-1-3-15,-2 1 2 0,-2 2 1 0,-1 4 0 16,-5 2 3-16,1 5 1 0,-1 4 2 0,-3 6-1 16,1 3-1-16,0 7-3 0,-1 3-2 15,1 9-2-15,2 1-2 0,2 6 1 0,1 2 0 16,4 2-1-16,1 2 0 0,5 2-1 0,2-1-4 15,3 2-14-15,4-1-47 0,4-1-69 0,1-1-74 16,3 0-142-16,3-6-211 0,3 0-313 16,2-3-278-16,5-1-205 0,-1-4-20 0,1-1 462 15,4-1 525-15</inkml:trace>
  <inkml:trace contextRef="#ctx0" brushRef="#br0" timeOffset="14709.39">13693 2620 205 0,'0'7'553'0,"0"1"278"0,-1 1 118 16,-1-4-176-16,2-1-186 0,2 0-120 0,1 2-109 15,0-4-62-15,2 2-28 0,1-2-30 16,2 1-35-16,3 0-37 0,2-3 16 0,2 2 9 16,3-4-12-16,-1 1-28 0,3-2-29 0,2-1-18 15,1-1-44-15,-1 0-31 0,2-2-10 0,0-1-6 16,1 1-3-16,-1-1-4 0,1 0 0 0,-3 1-5 15,0 0-46-15,0-1-59 0,-5 3-80 16,1-1-152-16,-2 2-258 0,-2 2-313 0,2 2-271 16,-2 4-202-16,-1-1 96 0,1 2 540 0</inkml:trace>
  <inkml:trace contextRef="#ctx0" brushRef="#br0" timeOffset="15103.47">14796 2820 288 0,'-7'7'667'0,"2"-2"282"0,1-2 93 16,0 0-214-16,3-5-242 0,1-1-177 0,1-3-112 15,4-4-62-15,0-4-38 0,5-4-35 0,2-3-5 16,3-1 1-16,0-7-2 0,4-2 12 16,3-2 8-16,-1-3-14 0,2 0-25 0,-2-2-21 15,1 2-12-15,-1 2-14 0,-2 1-21 0,-4 4-4 16,0 4-13-16,-3 4-6 0,-2 4-6 0,-2 4-6 16,-2 2-5-16,-1 4-7 0,-2 4-2 0,-2 6-3 15,-1 4-3-15,-1 8-2 0,-2 7-1 0,-2 4-1 16,-1 5-2-16,-1 4-2 0,-1 3-2 15,2-1-3-15,-1 3-1 0,2 1-3 0,0 0-3 16,0-2-14-16,2 2-38 0,1-3-77 0,-1-1-115 16,0-3-191-16,2 0-300 0,-1-4-340 0,2-2-342 15,0 2-136-15,-1-4 347 0,-3-1 667 0</inkml:trace>
  <inkml:trace contextRef="#ctx0" brushRef="#br0" timeOffset="16141.25">11654 5781 211 0,'-5'-5'493'0,"-1"1"265"16,-4-1 220-16,1 4-137 0,-1-1-166 0,-3 2-126 16,0 3-96-16,-2 2-72 0,1 2-67 15,0 5-53-15,-2 0-29 0,3 7-17 0,-1 1-21 16,1 4-27-16,2 5-33 0,0 5-32 0,3 4-29 16,4 6-14-16,2 5-12 0,2 2-2 15,3 7-3-15,4 1-4 0,1 2-8 0,2-1-7 16,3 0-4-16,4-8-7 0,1-3-4 0,4-9 1 15,3-8 0-15,5-8 2 0,2-9 1 0,3-9 2 16,1-11 1-16,2-7-2 0,-2-9-1 16,-1-7-3-16,-3-5-3 0,-4-6 0 0,-1-5-3 15,-6-1 0-15,-4 0-1 0,-4 0 4 16,-2 2 5-16,-5 2 3 0,-6 4 3 0,-5 1 2 16,-2 1-1-16,-5 2-3 0,-5 2-3 0,-4 0-6 15,-2 3-1-15,-4 5-3 0,0-1-2 16,0 7-1-16,-1 3-2 0,1 7-3 0,0 2 0 15,0 7-1-15,3 5-3 0,1 5 3 16,2 3-1-16,2 5 2 0,2 1 0 0,2 1 1 16,6 2 3-16,0 3-1 0,4 0 1 0,3 2-10 15,2 2-13-15,4-1-39 0,3 2-69 16,1-4-64-16,3-1-118 0,3-2-165 0,2-5-276 16,6-2-285-16,0-4-214 0,4-3-147 0,2-3 271 15,-1-3 535-15</inkml:trace>
  <inkml:trace contextRef="#ctx0" brushRef="#br0" timeOffset="16461.28">12335 6031 331 0,'0'8'827'0,"-3"-3"309"0,2 0 3 15,-1 0-261-15,2-2-348 0,3-1-231 0,0-1-128 16,2-1-60-16,1-1-29 0,4-1-9 16,2-2-15-16,1-2-18 0,0 1-3 0,4-1-9 15,2-3-3-15,-1-1-10 0,2 0-8 16,2 0 3-16,-1-2-3 0,1 1-2 0,0 1-3 15,-1-1-9-15,-1 0-50 0,0 3-128 0,-2-1-176 16,-1 2-290-16,-1 3-271 0,-2 3-251 16,-1-1-47-16,-2 1 379 0,-1 2 453 15</inkml:trace>
  <inkml:trace contextRef="#ctx0" brushRef="#br0" timeOffset="16899.68">13129 6197 87 0,'-1'6'631'0,"1"-4"429"0,0-2 132 16,1-2-103-16,2-8-379 0,2-4-317 0,-1-2-166 15,5-6-74-15,0-4-42 0,5-5-17 0,2-6-5 16,1-1 3-16,3-4-2 0,0-2 18 16,2-2 16-16,2-1 15 0,-2 1 3 0,3-2 0 15,1 3-7-15,-3 0-22 0,4 2-13 16,-3 0-20-16,-4 6-12 0,1 4-16 0,-5 3-10 16,-2 6-7-16,-3 3-6 0,-3 4-3 0,1 4-5 15,-4 1-3-15,-2 6 0 0,1 0-1 16,-4 9-3-16,0 1-1 0,0 7-5 0,-4 5 0 15,1 6-1-15,-2 6-1 0,-1 3 3 16,0 4 3-16,1 8 1 0,-3 2-1 0,2 6 1 16,-2 5-2-16,0 4-4 0,2 4-1 0,-1 3-1 15,1 3-1-15,3-3-2 0,2 1-3 16,1-5-8-16,3-6-31 0,3-5-78 0,-2-7-88 16,4-5-167-16,-1-8-292 0,-1-4-332 0,0-2-363 15,-1-5-191-15,-2-3 153 0,0-5 680 16</inkml:trace>
  <inkml:trace contextRef="#ctx0" brushRef="#br0" timeOffset="21747.51">15656 5417 48 0,'0'10'630'16,"1"-1"478"-16,-1-2 155 0,0 1-130 15,0-2-312-15,0 3-343 0,5-2-144 0,-2 2-65 16,0 1-40-16,4 1-25 0,-1-3-36 16,0 3-54-16,3-3-46 0,0 0-27 0,0-3-15 15,4 0-6-15,-2-3-2 0,0-2 1 0,5-2 2 16,-3-3-1-16,0-3 4 0,0-1 2 15,0-2 2-15,-4-1 3 0,-1-1 5 0,-3 1 7 16,-2-2 6-16,-3 3 5 0,0 0 2 0,-4 3-2 16,-1-1-4-16,-3 1-7 0,0 4-9 15,-5 1-8-15,0 3-9 0,0 0-6 0,-2 3-4 16,1 0-4-16,0 4-3 0,2 1-2 16,0 0 1-16,2 2-2 0,2 2 1 0,-1 0 0 0,4-1 0 15,2-1-1-15,2 0 1 0,-1 0 1 16,4-2-1-16,-1-2 1 0,1 0-1 15,3-2 2-15,-1-3 0 0,2-1 3 0,2 0 0 16,0-4 1-16,0-2 0 0,5-1 0 16,-2-4-2-16,0 2-7 0,2-2-22 0,-2 2-77 15,0 0-106-15,-5 3-198 0,2 2-287 0,-1 1-351 16,-3 6-411-16,1 0-194 0,-4 4 303 0,-1 4 764 16</inkml:trace>
  <inkml:trace contextRef="#ctx0" brushRef="#br0" timeOffset="24217.93">16803 5266 80 0,'-1'1'291'15,"-7"1"139"-15,5 0 120 0,-2-1-101 0,0-1-145 16,0 1-63-16,2-1-25 0,0 0-9 0,-1 0-3 16,1 0-21-16,1 0-14 0,0 0-17 15,2 0-4-15,-1 0-6 0,1 0-18 0,0 0-12 16,0 0-21-16,1 0-24 0,-1 3-27 16,0-3 8-16,4 1 37 0,0-1 19 0,2 1 12 15,-1 0 40-15,3 1 37 0,2 1-5 0,2-3-27 16,-1 2-9-16,5-2-12 0,-2 0-22 0,5 0 10 15,-1 0 14-15,4-2-2 0,-2 2-12 16,4-5 14-16,-2 3 16 0,4-2-25 16,-1 0-27-16,1 0-14 0,-3-1 1 0,5 1-13 15,-1-2-27-15,0 1-14 0,1-1-7 0,-1 2-2 16,3-2-11-16,-3 0 2 0,3 0 2 0,-1-2 1 16,1 1 0-16,0-3 1 0,0 2 2 15,1-3-6-15,3 1-7 0,-1 0-2 0,0-3-1 16,4 1-3-16,-4 0 0 0,3 0 0 15,-3 0-2-15,2 2-2 0,0 0 0 0,-4-1 1 16,2 4-3-16,-2-1 0 0,-1 2 0 0,0-2 0 16,-2 4-1-16,-1-1 1 0,0 2 0 0,-2-1-1 15,2 1 2-15,-2 0-1 0,1 2-1 16,-4-1 2-16,2-1-2 0,-1 2 2 0,-1-1 0 16,1 0 7-16,0 1 3 0,1-2 3 15,0 1 2-15,-2-1-1 0,2 2 0 0,1-2-4 16,0 1-4-16,0-1-1 0,1 0 0 0,2 2-1 15,3 0 5-15,-1-2 2 0,0 2 1 0,0-2 0 16,1 0-1-16,1 0 0 0,1 0-3 16,0 0-5-16,2 0-3 0,-2-1-2 0,0-3 0 15,2 2-1-15,1-1-1 0,-1 0 1 16,0 0 2-16,0 0 0 0,3 1 6 0,-4-2 5 16,4 1 3-16,1 1 0 0,1-1 1 0,0 2 0 15,1-1-4-15,2 2-4 0,0 0 1 16,-1 1 1-16,2 1 0 0,-1 0 1 0,1-1-1 15,-2 2-1-15,0 0-2 0,1 2 0 0,-2-1 0 16,0-1 0-16,0 1 2 0,0 1 0 16,-2 0 1-16,1-1-1 0,-2-1-2 0,2 0-1 15,-2 2-1-15,3-2-1 0,-2 0-1 0,0 0 0 16,-1-2-1-16,1 2 0 0,-3-3-1 16,-1 1 0-16,-2 1-1 0,-1-2 0 0,-4 0-1 15,1 1 0-15,-4-2-1 0,-3 2-1 16,-4-2 0-16,-3 2 0 0,-3 0 0 0,-3-1-1 15,0 1-5-15,-4 1-13 0,-2-2-25 0,-3 1-71 16,-5-3-90-16,1 2-194 0,-5-2-286 0,-3 0-348 16,-2-1-414-16,-3-1-241 0,-5-3 185 15,-4 1 821-15</inkml:trace>
  <inkml:trace contextRef="#ctx0" brushRef="#br0" timeOffset="28223.26">17238 3978 161 0,'3'-3'389'16,"-1"-1"206"-16,-2 3 183 0,2-2-140 0,-2 3-96 15,0 0-51-15,0 0-57 0,0 1-62 0,0 2-67 16,0 1-70-16,0 3-56 0,0 1-40 16,0 3-21-16,0 1-11 0,0 3-11 0,0 0 1 15,0 5 3-15,0 1 0 0,1 4 12 16,1 1 12-16,-1 0 6 0,-1 2-6 0,4 0-13 15,-3 1-19-15,1-2-20 0,-1 1-23 0,1-1-15 16,2-4-8-16,0 2-8 0,-3-5-4 16,2 1-7-16,1-3-2 0,-1-1-3 0,0-2-4 15,0-3 1-15,2-2 2 0,1-1 1 16,-3-3 0-16,4-3 8 0,-3-1 1 0,4-4 3 16,2-2-1-16,-1-6 4 0,4-3 0 0,1-3-3 15,1-6-5-15,0-2 0 0,1-1-4 16,1-2 0-16,-1-1 0 0,2-3-1 0,-6 5 0 15,2-2 4-15,-2 1 2 0,-3 2-2 0,2 3 1 16,-5 2 11-16,1 2 14 0,-4 5 8 16,0 1 8-16,0 3 4 0,-3 3-1 0,-3 1-11 15,0 5-10-15,-2 3-12 0,-3 2-10 16,2 4-6-16,-3 4-4 0,1 2 1 0,0 3-3 16,-2 2-2-16,1 2 1 0,1 3 0 0,0 0 2 15,1 0-1-15,0 2 0 0,2 0 0 16,0-1 0-16,4-3-1 0,-1 1 0 0,4-6-2 15,-1-1-15-15,2-2-43 0,4-4-62 0,0-2-56 16,1-4-84-16,0-4-135 0,2-2-158 16,1-5-193-16,0-2-219 0,3-4-207 0,-3-2-45 15,2-1 295-15,-1-1 417 0</inkml:trace>
  <inkml:trace contextRef="#ctx0" brushRef="#br0" timeOffset="28573.22">17623 4206 6 0,'1'0'258'0,"-1"0"181"16,3 1 162-16,-3 1 5 0,2 2-140 0,2 0-108 16,-1 2-63-16,2 3-13 0,0-1 23 0,2 3 21 15,1 1 14-15,-1 1-9 0,3 3-19 16,-2 1-41-16,3 2-53 0,-3-2-45 0,1 3-39 16,4-1-33-16,-4 0-25 0,3-5-20 15,-3 1-9-15,0 0-14 0,-1-5-16 0,0 0 3 16,1-3 10-16,0-2 38 0,-5-2 47 0,4-3 30 15,-2-3 9-15,-1-4-3 0,2-4-18 0,-3 1-35 16,0-6-39-16,-1 1-26 0,0-2-12 16,-3-2-9-16,4 1-2 0,-4-2-2 0,0 2-1 15,-4-3-2-15,4-1-1 0,-2 1-4 16,-1 0-2-16,3-1-3 0,-1 4 1 0,1 0-2 16,-2 3 0-16,0 2 2 0,2 2-2 0,0 3-18 15,-1 2-47-15,1 0-44 0,1 1-40 16,3 4-45-16,-3-2-75 0,2 0-89 0,-1 2-74 15,4-1-90-15,-1 0-151 0,1 0-227 16,1 0-146-16,1 1 63 0,2 0 259 0,-2-1 297 16</inkml:trace>
  <inkml:trace contextRef="#ctx0" brushRef="#br0" timeOffset="28849.39">17937 4107 25 0,'9'6'249'0,"-2"4"173"16,-1 1 190-16,2 1 31 0,-2 6-73 0,-1-3-46 16,2 4-29-16,-1 0-25 0,0 3-43 15,0-1-67-15,2 0-78 0,-3-1-79 0,2 0-69 16,-1-3-51-16,3-2-39 0,-1-2-21 0,0-3-8 15,0-4-1-15,1-2 8 0,1-4 15 16,-2 0 33-16,3-8 41 0,-2-1 36 0,1-4 37 16,-1-4 21-16,1-2-2 0,-4 0-14 15,-1-3-27-15,0 0-27 0,-1 1-27 0,-4 1-28 16,-1 0-18-16,-4 3-17 0,1-1-13 0,-3-1-9 16,-1 5-10-16,2 0-5 0,-2 3-3 0,0 1-4 15,2 5-2-15,-2-1-2 0,-2 6-1 16,2 4-2-16,-1 2 0 0,1 5-1 15,0 2-6-15,2 2-20 0,1 2-45 0,0 2-60 16,2-1-58-16,1 0-82 0,2-2-127 0,0-1-158 16,4-3-205-16,2-1-218 0,0-4-213 0,4-1-39 15,4-6 310-15,0-4 436 0</inkml:trace>
  <inkml:trace contextRef="#ctx0" brushRef="#br0" timeOffset="29130.68">18405 3804 87 0,'0'-26'457'0,"-2"2"348"0,-2-1 282 0,-1 0-37 16,0 3-266-16,2 4-140 0,0 3-91 15,1 2-84-15,1 4-93 0,-1 3-78 0,0 1-63 16,2 3-74-16,-1 4-64 0,1 3-45 0,-2 6-27 16,2 2-15-16,2 3-6 0,-1 4-4 15,1 2 4-15,1 5 4 0,1 2 4 0,-3 4 8 16,2 0-1-16,1 6 1 0,-3 0-2 15,-1 4-4-15,2 1-3 0,-1 2-5 0,1 0-3 16,-2-2-1-16,4 1-1 0,-2-3-2 0,1-2-6 16,0-5-24-16,1-2-60 0,-3-4-62 0,2-6-70 15,1-3-112-15,-3-3-146 0,1-7-150 16,-1-5-118-16,-1-2-189 0,2-6-172 0,-2-2 34 16,0-4 259-16,-2-4 325 0</inkml:trace>
  <inkml:trace contextRef="#ctx0" brushRef="#br0" timeOffset="29349.38">18228 3967 260 0,'-2'1'696'16,"2"-1"295"-16,0 2 60 0,4-2-167 0,-1 0-269 16,2-2-196-16,1 2-64 0,6-1 11 15,0 0-3-15,3-1-58 0,-2-1-50 0,4 1-49 16,-1-3-56-16,1 0-60 0,0 2-39 15,1-1-20-15,-2 1-15 0,2 0-6 0,-4-1-6 16,3 1-4-16,-1 2-66 0,-2-1-90 0,-1 2-184 16,1-3-282-16,-3 3-307 0,-3 3-389 0,1-2-225 15,-1 4 174-15,1-1 710 0</inkml:trace>
  <inkml:trace contextRef="#ctx0" brushRef="#br0" timeOffset="29713.31">18797 4360 217 0,'-3'6'1089'16,"0"-1"560"-16,0 0-96 0,-2-3-317 0,0 2-463 15,0-4-310-15,-1 0-209 0,2 0-98 0,0 0-60 16,1-4-40-16,2 3-24 0,-3 0-19 15,3-4-11-15,1 1-16 0,1 2-43 0,-1-4-80 16,4 1-153-16,-3 1-263 0,2-1-311 16,1-1-381-16,0 1-366 0,1-1-16 0,-1-4 685 15</inkml:trace>
  <inkml:trace contextRef="#ctx0" brushRef="#br0" timeOffset="30907.3">19431 3667 97 0,'0'-3'305'16,"0"2"132"-16,-1-3 132 0,1 0-116 15,-4 0-82-15,4-1 6 0,-3 1 28 0,3-2 52 16,-1 2 14-16,-1-2-19 0,-1 1-44 0,2 0-72 15,-1 2-48-15,0-1-25 0,1 1-11 0,-1-1-2 16,2 2-11-16,0 0-14 0,0 0-30 16,0 1-35-16,0 1-43 0,0-2-35 15,-1 2-25-15,1 2-18 0,0-2-10 0,-2 1-9 16,2 3-5-16,-2 0-6 0,1 4-6 0,-1 1-1 16,1 4-2-16,1 4-1 0,-4 3-1 0,4 3 0 15,0 4 3-15,0 2 2 0,0 3 3 16,4-1 0-16,-4 2 2 0,1 3 1 0,4-3-2 15,-2-2 1-15,2 1-2 0,1-3-2 16,0-7-1-16,2 0-1 0,0-6-1 0,3-1 0 16,2-5 2-16,1-4 1 0,-1-5 1 0,3-5 0 15,1-5-1-15,0-4-1 0,-1-3-2 0,3-2-2 16,-3-1-1-16,1 0-1 0,-1 0 2 16,-2 4-2-16,-2 2 0 0,-3 1 0 0,2 4-2 15,-3 1 0-15,0 3-1 0,1 2 3 16,-1 4-1-16,0 3 4 0,2 3 0 0,-1 2 1 15,-1 3 2-15,-1-1 0 0,2 2-1 0,-3 3-1 16,2-2 0-16,-1 0-1 0,-1-2 0 16,3 1-2-16,-2-2 1 0,1-1 0 0,-4-3 0 15,4 0 0-15,-3-3 3 0,1-3 2 16,-1 0 2-16,2-5 2 0,-3-2 2 0,2-2 0 16,1-3 2-16,-3-3 2 0,1-2 2 0,-1-1-1 15,0-2 3-15,1-1 2 0,-4-4 0 0,-1 2-4 16,2-4 0-16,-4 0-1 0,2-2-4 15,-1-1-3-15,-5-4-3 0,1 1 0 0,0-2-3 16,-1 0 0-16,-1 1-1 0,0 4-1 16,2 4 0-16,-2 1-1 0,4 7-1 0,-2 1-2 15,2 3-2-15,2 4-1 0,-1 2-1 0,-1 4-2 16,3 4-11-16,-1 4-20 0,1 2-50 16,0 3-70-16,0 1-91 0,1 2-160 0,-1 2-236 15,5 0-313-15,-4 1-274 0,4 0-184 16,-2 1 88-16,4 2 543 0</inkml:trace>
  <inkml:trace contextRef="#ctx0" brushRef="#br0" timeOffset="31393.7">20028 3896 226 0,'1'5'763'16,"-1"-2"393"-16,-1 0 73 0,-3 0-176 0,3 3-315 15,-3-1-223-15,3 6-135 0,-1-1-75 0,1 3-49 16,-3 3-49-16,1 3-61 0,0 0-50 15,-1 2-30-15,2 0-25 0,0-1-13 16,2-2-12-16,2-3-7 0,1-2-4 0,3-2 1 16,-1-4 2-16,3-4 0 0,0-4 2 0,4-5 1 15,1-5 0-15,1-2-1 0,2-5-5 0,0-4 0 16,0 0-2-16,-1-2-2 0,0 1 2 16,-1 0-2-16,-3 1 1 0,0 1 1 0,-1-1-1 15,-6 4 0-15,1 2 1 0,-2-1-1 16,1 2 2-16,-4 2-1 0,0 0-1 0,-4 5 2 15,3-1 0-15,-2 3-1 0,-1 1-1 0,1 1-2 16,0 2-3-16,-1 2 0 0,0 2-3 16,1 4 1-16,-2 1 1 0,2 1 2 0,-2 2 3 15,2 4 0-15,2 1 1 0,-3 0 1 0,2 3-2 16,0 1 0-16,0 2 0 0,-1 0 1 16,3 2 1-16,-1-1-1 0,1 4 1 0,-2 1 0 15,0 1 0-15,2 1 1 0,0-1-1 0,0 2-1 16,0 1 0-16,0-2-2 0,0 1-1 15,0 0-1-15,0-1 2 0,-1-1-1 0,-1-1 1 16,2-2 1-16,-1 0 0 0,-3-3 1 0,-1 0-1 16,2-6 0-16,-3 1-6 0,2-6-17 15,-3-2-44-15,2-3-65 0,0-3-55 0,-2-3-66 16,2-3-106-16,0-4-130 0,2-4-109 16,0-3-113-16,1-3-223 0,4-2-181 0,-1-3 30 15,3-3 276-15,1-5 340 0</inkml:trace>
  <inkml:trace contextRef="#ctx0" brushRef="#br0" timeOffset="31960.53">20394 3367 21 0,'-5'-8'355'0,"2"0"285"15,-2 2 277-15,2 0 111 0,0 1-247 0,-3-1-187 16,4 4-129-16,-1-3-87 0,2 3-75 16,-1 2-52-16,0 0-35 0,2 0-12 0,0 0 0 15,0 0-13-15,0 2-20 0,0 0-25 0,0 3-28 16,4 3-27-16,-4 1-22 0,1 5-8 16,2 0-9-16,-1 4-6 0,4 5-4 0,-3 1-4 15,0 2-2-15,1 3-6 0,0 3-4 16,0 0-5-16,-3 3-5 0,2-1-5 0,-1 0-6 15,0-3 0-15,2-1-2 0,-1-1-1 0,0-3-1 16,2-3-1-16,-2-5 0 0,2 0-1 16,0-5 0-16,3-4 2 0,-2-2 3 0,0-4 2 15,3-3 1-15,0-6 2 0,0-3 0 0,3-3-1 16,-2-3-3-16,3-1-1 0,-2-3-2 16,0 0-2-16,0-2 0 0,-3 1 1 0,3 1-1 15,-3 0 1-15,-1 2 0 0,-1 2-1 0,2 3 1 16,-5 3 0-16,-2-1 0 0,3 4 1 15,-4 2-1-15,1 2-1 0,-2 2-1 0,-1 4-2 16,0 3 0-16,-2 4 1 0,-1 2 0 0,0 3 0 16,-1 3 1-16,0 1 1 0,-1 2-1 15,2 0 1-15,-4 3 0 0,4 2 1 0,-1-2 0 16,-1 1 2-16,3 0-2 0,-1-2-1 16,2-2-1-16,3-3-2 0,0-1-1 0,3-5 0 15,3-2-6-15,-1-2-7 0,3-3-17 0,0-4-38 16,1-2-65-16,3-2-60 0,-4-4-65 15,4 0-89-15,-2-3-116 0,-1-4-110 0,2 0-80 16,-1 0-156-16,-1-1-213 0,4-1-61 16,-2 0 163-16,-1-1 316 0,0-1 291 0</inkml:trace>
  <inkml:trace contextRef="#ctx0" brushRef="#br0" timeOffset="32653.36">20766 3202 180 0,'-3'-6'479'0,"-2"2"303"0,2-2 230 0,-1 2-145 16,1 0-181-16,0 2-135 0,-1-3-67 16,2 5-29-16,0-2-44 0,1 2-52 0,-1 0-47 15,2 0-43-15,-1 0-56 0,1 2-67 0,-2-2-50 16,0 2-35-16,-1 3-23 0,2 1-14 15,-1 0-6-15,0 3-4 0,1 3-4 0,1 2 3 16,0 2 0-16,0 2 2 0,1 3 3 16,-1 3 1-16,4 1 2 0,-4 5 1 0,1 0 1 15,2 2-1-15,-1 3-3 0,0-1-3 0,-1 1-4 16,1-1-3-16,1 0-4 0,-1-1-3 0,2-2-2 16,-1 0 0-16,2-4 1 0,-2-1-1 0,2-1 2 15,-2-2 1-15,2-2-1 0,1 0 1 16,-1-4-1-16,0 0-1 0,-1-3-1 0,1-1 0 15,0-2 0-15,1-4-1 0,-1 0 2 16,0-3 0-16,-1 1 3 0,1-5 0 0,2-3 1 16,-1 1 1-16,2-6-1 0,-4 1-1 0,5-4-1 15,-5 0-1-15,5-2 0 0,-4-1 0 0,2 1 0 16,-2 0 0-16,-1-4 1 0,2 2 0 16,1-2-1-16,-2-2 1 0,-2-1-2 0,2 1 1 15,-1-2-2-15,0 0 2 0,0 2-1 16,-1-2 0-16,2 2 0 0,-2 2 0 0,0 2 0 15,1 0 0-15,-1 3-1 0,0 1 0 0,-1 2-1 16,2 2 1-16,-2 1-2 0,-1 0 0 16,2 2-1-16,-3 0 0 0,4 3 0 0,-3-1 0 15,2 1 2-15,1 1-1 0,-3 0 0 16,2 0 1-16,1 0 1 0,0 1 0 0,-1 2-1 16,0 0 1-16,2 2 2 0,-2-1-2 0,1 2 2 15,1 1-1-15,-4 4 1 0,2-1 0 0,2 1-1 16,-4 3-1-16,2-1 0 0,1 2 0 15,-3 3 0-15,1 0 0 0,-1 1 0 16,-1 2 0-16,0 1 0 0,0-1 0 0,0 0 0 16,0 0 1-16,0 0 0 0,0-2-1 0,0-1 0 15,0-1-1-15,0-1-2 0,2-2-5 16,1-1-14-16,-1-2-19 0,1-4-52 0,0 1-76 16,2-3-89-16,-1-4-159 0,3 0-241 0,1-3-322 15,3-3-280-15,0 1-179 0,0 0 84 16,3-3 561-16</inkml:trace>
  <inkml:trace contextRef="#ctx0" brushRef="#br0" timeOffset="34111.65">20389 4870 272 0,'0'3'577'0,"-1"-1"268"0,-1 1 134 0,2-2-267 16,2 1-224-16,-1-2-126 0,3 1-51 15,-1-2-35-15,3 1-34 0,3-3-7 0,3 0 42 16,2 0 24-16,3-2-18 0,4 1-23 0,2-2-21 15,1-2-30-15,5 1-50 0,2-4-43 0,1 2-32 16,1 0-25-16,2-1-15 0,-1 0-13 16,1 3-7-16,0 0-9 0,0 1-5 0,3 0-3 15,0 0-3-15,-3 4 0 0,1-4-1 16,-1 4 0-16,-2-1-1 0,0 1 0 0,-1 0-2 16,0 0 2-16,-6 0 0 0,1-2-2 0,0 0 1 15,-3 0-1-15,-3-1 3 0,-3-1 0 16,-2 2 0-16,-2 0-1 0,-2-1 1 0,-4 2-1 15,-1 0-1-15,0 0-2 0,-4 1-1 16,-2 1-7-16,3 1-24 0,-4 0-47 0,0 0-67 16,-4 0-68-16,0 0-130 0,0 1-176 0,-2 1-275 15,-2 1-261-15,0 2-207 0,0-3-101 16,-1 3 340-16,-4-1 510 0</inkml:trace>
  <inkml:trace contextRef="#ctx0" brushRef="#br0" timeOffset="35917.36">18193 5782 44 0,'2'-9'297'0,"-1"-1"183"16,1 1 191-16,-2 0 26 0,0 0-100 0,-2 2-40 16,2 1-21-16,0 0-37 0,-1 2-51 15,1 1-34-15,-2 0-34 0,2 2-38 0,0 1-44 16,-2 0-40-16,2 1-42 0,-1 1-52 0,-1 0-55 16,-2 4-46-16,2 0-29 0,-1 5-14 15,2 2-8-15,-3 0-2 0,3 2 1 0,-1 2-1 16,1 2 3-16,1 5 1 0,0 0 0 15,0 3 4-15,1 1 3 0,1 2 1 0,-1 2-1 16,3 1 0-16,-3 1-1 0,2 2-3 0,-1 0-5 16,2-1-2-16,-1 1-3 0,1-3-2 0,1-2 0 15,-1-2-3-15,1-5 0 0,0-2 0 16,3-3 0-16,-2-3 1 0,0-4-1 0,2-3 3 16,2-4 0-16,-4-3 3 0,2-2-1 15,0-6 1-15,4-3-1 0,-2-4 0 0,4-5-2 16,-1-2-3-16,0-2-1 0,2-2-1 0,-2-2 0 15,3 1 1-15,-2-3 0 0,0 2 2 16,1-1 0-16,-1 0-1 0,-2 0 2 0,1 0 0 16,1 0-2-16,-2 1 2 0,-2 1 0 0,-2 1 0 15,0 4-1-15,-3 2 1 0,0 2 0 16,-1 4 2-16,-1 1 4 0,-1 4 2 0,-2 1 2 16,0 1 1-16,-2 2-1 0,1 1-3 0,-2 2-5 15,-3 4-3-15,1 2-4 0,-2 1-2 16,1 5-2-16,-2 3 0 0,-1 3 0 0,1 1 1 15,-2 6 0-15,1 1 1 0,1 3 1 16,2 2 2-16,-2 1 0 0,0 0 1 0,2 1 1 16,1-2-1-16,2 1 0 0,-1-4 0 0,3-2-1 15,1-4-2-15,1-1 0 0,3-3-1 16,0-2 0-16,1-1-1 0,2-4-6 0,0-2-12 16,1-3-34-16,-1 0-65 0,1-3-67 15,1-5-116-15,-1 1-172 0,-2-5-272 0,2-3-297 16,1-1-228-16,-1-2-147 0,1-3 270 0,-3-2 549 15</inkml:trace>
  <inkml:trace contextRef="#ctx0" brushRef="#br0" timeOffset="36331.3">18631 5976 146 0,'2'-2'490'15,"-1"0"290"-15,-1 2 188 0,0 0-122 16,0 0-258-16,2 0-192 0,0 0-127 0,-1 0-44 15,2 0-23-15,1 4-27 0,2 2-11 16,-2 0 10-16,4 4 42 0,1 1 14 0,1 2 5 16,-2 1-2-16,0 5-11 0,3-1-23 0,-3 1-42 15,0 3-45-15,0-1-39 0,1 1-26 16,-2-2-17-16,-1 0-12 0,1-3-5 0,-1 0-6 16,1-2-3-16,0-2-1 0,-2-3-1 15,0-1 2-15,-1-3 2 0,2-4 6 0,-1-2 2 16,0-2 1-16,0-4-1 0,1-5 0 0,-1-3-4 15,3-1-4-15,-4-3-1 0,1-1 1 16,0-4-1-16,1 2-2 0,-2-2 1 0,0-2 0 16,-1 0-2-16,-1 0-1 0,-1 0 1 15,3-2 1-15,-4 2-1 0,1 2 0 0,-1-1-2 16,0 3 2-16,0 4-1 0,2 4-2 0,-2 0-1 16,0 3-3-16,0 3-2 0,0 3 0 0,1-1-2 15,-1 3-1-15,2 1 1 0,1 2-14 16,-1 3-33-16,1-1-60 0,-1 1-54 0,2 1-56 15,-2 1-96-15,-1 0-124 0,2-2-124 0,-1 2-137 16,1-1-236-16,0 2-198 0,2-1 2 16,0 0 287-16,-2-1 374 0</inkml:trace>
  <inkml:trace contextRef="#ctx0" brushRef="#br0" timeOffset="36649.32">18976 5954 226 0,'3'7'389'16,"0"4"157"-16,1 1 38 0,1 1-109 0,0 1-71 15,2 2-21-15,-1 1 8 0,3 2 5 0,-1-1-33 16,0-1-46-16,2 2-60 0,2-2-62 16,1-3-56-16,0-2-50 0,1-1-15 0,-1-4-8 15,3-4 3-15,-4 0 4 0,2-8 3 16,-1 1 3-16,3-5-1 0,-3-1 28 0,1-4 26 16,-2 0 34-16,-2-5 29 0,2 2 17 0,-4 1-1 15,-3-1-27-15,0 0-30 0,-2 2-36 0,-3-2-30 16,0 4-26-16,-4-2-20 0,0 3-13 15,-2-2-11-15,-1 2-7 0,-2 2-4 0,1 1-4 16,0 1-2-16,0 2-3 0,-1 2 0 16,1 2-4-16,-2 4-1 0,2 2-1 0,-1 2-5 15,0 5-17-15,0-1-35 0,0 4-61 0,3-2-56 16,0 2-65-16,-1-3-96 0,4 1-133 16,0-3-136-16,-2 2-173 0,5-4-221 0,0 1-171 15,5-2 65-15,-2-4 348 0,0-2 368 16</inkml:trace>
  <inkml:trace contextRef="#ctx0" brushRef="#br0" timeOffset="36978.42">19395 5439 77 0,'0'-24'427'0,"-2"4"339"16,-1 3 295-16,1 3-32 0,-2 3-244 0,2 2-206 15,1 1-138-15,-1 4-111 0,2 1-108 16,0 3-80-16,-1 2-33 0,1 2-8 0,-2 3 4 0,2 5 15 16,2 2 22-16,-2 3 10 0,1 2-5 15,1 2-16-15,1 3-21 0,-1 3-24 0,2 1-22 16,-1 4-11-16,0 1-11 0,1 3-10 16,-1 1-8-16,0 1-5 0,0-1-7 0,0 3-4 15,1-1-6-15,2-1-1 0,-2-1-1 16,3-3-2-16,-1-1 0 0,1-1-3 0,0-4-14 15,1-3-40-15,-1 1-66 0,-1-5-51 0,2-3-58 16,-5-4-74-16,0-2-93 0,-1-4-80 16,-1-4-55-16,-1-1-115 0,0-3-217 0,0 0-156 15,0-3 17-15,-1-1 225 0,-3-4 313 16</inkml:trace>
  <inkml:trace contextRef="#ctx0" brushRef="#br0" timeOffset="37229.5">19297 5706 386 0,'1'-2'805'0,"1"1"267"16,-1-1 37-16,3 1-285 0,0-1-268 0,3-1-200 16,-1-1-116-16,5-1-46 0,0 3-44 15,3-2-40-15,-1 2-32 0,4-2-24 0,-2 3-10 16,2 0-17-16,-1-1-11 0,1 0-6 0,-2 2-10 15,2 0 2-15,-1 0-3 0,-1 2 0 16,2 0-2-16,-2 0-18 0,0 2-20 0,-1-2-89 16,-5 2-156-16,2 0-253 0,-1 1-284 15,-2 5-253-15,0-2-197 0,-2 3 175 0,2 1 496 16</inkml:trace>
  <inkml:trace contextRef="#ctx0" brushRef="#br0" timeOffset="37685.3">19936 6090 46 0,'1'2'590'0,"1"2"482"0,1-2 205 16,-3 0-35-16,0 0-298 0,1-1-326 0,1-1-192 15,-1-1-107-15,3-3-70 0,-1 0-72 16,0 0-70-16,2-4-46 0,0 2-27 0,2-2-14 16,-2 1-11-16,3 0-3 0,-1 0-5 15,1 0-5-15,-1 1 0 0,1 0-53 0,-1 1-70 16,-2 3-106-16,-1-3-178 0,2 4-295 0,-3-1-344 15,1 0-275-15,-3 2-143 0,-1 0 296 16,0 0 609-16</inkml:trace>
  <inkml:trace contextRef="#ctx0" brushRef="#br0" timeOffset="38909.69">20669 5584 341 0,'4'-6'687'15,"-3"1"336"-15,-1 3 131 0,-1-2-304 0,-1 2-229 16,0 0-141-16,-1 0-77 0,-2 2-68 0,0 2-55 16,-4 1-34-16,1 2-38 0,0 1-38 15,-3 3-46-15,0 3-36 0,-2 3-31 0,1 4-18 16,-1 3-9-16,0 6-8 0,1 3-4 16,-1 3-4-16,2 1-6 0,3 1-1 0,2-1-5 15,1-2-3-15,3-5-3 0,4-4 3 0,1-3 1 16,5-8 0-16,0-1 1 0,3-7 2 15,4-5 5-15,-1-5-3 0,2-7 1 0,1-6-1 16,1-4-1-16,0-3 0 0,3-5-3 16,-4-2 0-16,0-2 2 0,0 1 2 0,-2 2-1 15,-4 0-1-15,1 3 1 0,-5 1 1 0,1 4-1 16,-5 1-1-16,1 1 1 0,-4 3-1 0,0 1 1 16,-2 2-2-16,-1 2 1 0,0 3 1 15,-1 2 0-15,1 3 0 0,-2-1 0 0,3 1-4 16,-2 5-2-16,0 0-1 0,0 4-1 15,1 3 0-15,2-1 0 0,-3 5 0 0,3 2 4 16,-1 4 0-16,2 0 0 0,2 7 0 0,-1-1 0 16,3 3 0-16,-1 4-1 0,0 1 2 15,0 2-1-15,0 2 0 0,3 1 1 0,-2 1 2 16,-3-1-2-16,2 2-1 0,2-1 1 0,-3 1 0 16,1-1 1-16,-1-3 1 0,-1 1 1 15,-1 0-1-15,0-2 0 0,0 0 0 0,-1-2 1 16,-3-1-2-16,1 0 2 0,-2-3-1 15,1-2 0-15,-4 1-2 0,3-7 1 0,-3 0 0 16,3-2 3-16,0-6-1 0,-2-2 0 0,2-4-3 16,-3-4-1-16,3-4-3 0,-1-3-3 15,-2-4-2-15,0-6 0 0,3 0 4 0,-1-6-2 16,0 0 3-16,0-6 0 0,3 1 0 16,1-1-1-16,2-2 0 0,2 0 1 0,-1 0 1 15,7 3 0-15,0 0 0 0,1-2 1 0,5 2-1 16,1 0 2-16,3 1-2 0,3 0 0 0,3-1 1 15,1-1 0-15,2 2 1 0,0-1 0 16,1-1 0-16,1 2 0 0,-2-3 2 0,1 2 0 16,-1-1 0-16,-2 0 1 0,1 0 1 15,-4 3 2-15,-5 1 2 0,0 1 3 0,-5 3 6 16,-3 1 6-16,-1 2 6 0,-5 3 3 0,-3 2 1 16,-2 0-2-16,-1 3-3 0,-6 0-7 0,1 7-6 15,-3-4-5-15,-3 6-6 0,-1 1-2 16,2 4-2-16,-4 3-1 0,0 3 0 15,1 2-1-15,2 3 0 0,1 4 1 0,-1 0-1 16,3 3 1-16,2 1 0 0,-1 4 0 0,6 0-2 16,-3 0 2-16,4 1-1 0,1-1 1 0,2-2-2 15,2 1-1-15,1-4 1 0,4 0 0 16,1-3-1-16,1-2-8 0,2-4-17 0,1 0-51 16,1-5-70-16,0-1-80 0,3-3-155 15,-2-5-219-15,3 0-316 0,-1 0-269 0,3-5-192 16,-3-1 28-16,0-2 504 0</inkml:trace>
  <inkml:trace contextRef="#ctx0" brushRef="#br0" timeOffset="39569.19">21191 5747 159 0,'-2'0'438'0,"-1"0"239"0,2 0 196 16,-3-4-103-16,4 0-158 0,-1-1-108 0,2-2-66 16,-1-4-64-16,0 1-61 0,4-4-56 15,-1 2-16-15,2-3-4 0,-2-2 3 0,2 3-1 16,1-3-12-16,-2-1-27 0,1 0-41 16,-2 2-39-16,2-1-35 0,-1 3-22 0,0 0-12 15,-2 3-5-15,1 2-5 0,-2 1-2 0,1 4-7 16,-2 1-6-16,1 0-8 0,-1 3-7 15,0 3-5-15,0 2-5 0,0 2-1 0,0 5 0 16,0 1 0-16,0 1 1 0,2 4 0 16,0 0 2-16,-1 2-1 0,1 1-2 0,0 0 0 15,2-2-1-15,1 1-2 0,0-2 0 0,2-2-1 16,2-2 2-16,-1-1 0 0,1-5-1 0,0-1 1 16,3-2-1-16,0-4 2 0,-1-3-1 15,2-2-1-15,-1-3-4 0,0-1-1 0,0-1-3 16,-1 0-3-16,-1 0 0 0,1 2 0 15,-2-1 0-15,1 2 4 0,1 0 2 0,-3 2 1 16,1 1 1-16,-1 0 2 0,1 3 3 0,0 0 0 16,-1 0 1-16,-2 2 0 0,2-2 0 15,0 1 0-15,-4 0-1 0,3-1 2 0,-1-1 0 16,2 0 0-16,-2-4 0 0,2-1 0 0,0-1 2 16,0-1-3-16,1-3 0 0,0-1 0 15,0-1 1-15,0-2-1 0,-1-1-1 0,0 0 2 16,1 1 0-16,-2-1 0 0,-1-1 0 0,-1-1 0 15,-2 2 0-15,2-1 0 0,-4 0 0 16,-1-1 1-16,0 2 1 0,-1 1 1 0,-5 3 2 16,-1 0 1-16,1 5 4 0,-4 1 0 15,-2 6 3-15,1 3-1 0,-3 3 0 0,1 4-2 16,0 3-3-16,1 3-1 0,0 3-2 0,0 1-3 16,4 4 0-16,2 0 0 0,-1 4-1 15,2 1-1-15,3-1-2 0,2 2-3 0,0-1-17 16,2-2-58-16,3-5-74 0,2-2-113 15,1-4-181-15,0-2-307 0,4-4-341 0,1-2-272 16,2-4-128-16,0-2 325 0,4-4 616 0</inkml:trace>
  <inkml:trace contextRef="#ctx0" brushRef="#br0" timeOffset="39961.71">21813 5575 75 0,'1'-12'569'0,"-2"0"463"0,-3 2 224 0,3 1-21 16,-3 1-277-16,1 2-275 0,0 2-199 0,-2 1-127 15,-1 1-83-15,2 2-93 0,0 2-79 16,-1 1-44-16,2 3-28 0,2 2-12 0,1 0-8 16,-2 4-6-16,4 1-1 0,-2 3-1 15,3 2-1-15,0 0-2 0,0 4 0 0,2-1 1 16,1 3 0-16,0 2-1 0,-1-4 1 0,0 3 1 16,3-5 1-16,0-1-2 0,-4 0 0 0,5-4 0 15,-5-2 1-15,3-2 0 0,0-4 0 16,0-3 2-16,-2-4 1 0,-1-2 1 15,1-4-1-15,3-5-1 0,-7-1 1 0,4-3 0 16,-3-2-1-16,-1-2-1 0,1 0 1 0,0-5 2 16,-1-2-1-16,-1 0 1 0,0-2 3 0,2 0 4 15,-2-1 2-15,0 2 4 0,0 3-1 16,0 0 0-16,0 3-1 0,0 3-3 0,0 3-4 16,0 0-4-16,0 5-2 0,0 1-3 15,1 1-2-15,-1 2-1 0,4 0-1 0,-4 3 0 16,3 1-2-16,0 1 2 0,1 1-1 0,1 0-12 15,2 1-44-15,-3-1-75 0,1 2-84 16,0-2-162-16,3 0-252 0,-4 0-327 0,4 3-298 16,1-2-179-16,1 3 83 0,5-3 574 15</inkml:trace>
  <inkml:trace contextRef="#ctx0" brushRef="#br0" timeOffset="40130.64">22381 5526 556 0,'-9'19'1371'0,"0"-1"295"0,-4 0-243 0,-3 0-355 16,2-1-478-16,-2-2-267 0,3-5-138 15,3 1-92-15,-2-4-101 0,4-5-105 0,2 2-186 16,0-5-280-16,4-2-313 0,1 1-396 16,2-5-309-16,1 1 60 0,2-4 749 0</inkml:trace>
  <inkml:trace contextRef="#ctx0" brushRef="#br1" timeOffset="46695.59">1639 9812 114 0,'-1'-5'342'0,"1"2"179"0,0 0 192 0,1 1-54 16,2-1-38-16,2 1-20 0,-2 2-38 0,-3-1-51 15,0 0-81-15,-3 1-71 0,3 0-61 0,3 1-30 16,0-1-27-16,0 1-27 0,1-1-23 0,-3 0-29 16,1 2-41-16,-2 1-46 0,0-3-31 15,0 5-14-15,0-1-4 0,0 4-6 0,0 4-4 16,0 1-3-16,0 2-6 0,1 5-2 0,-1 4-7 0,2 2 0 16,0 5 1-16,-1 0 5 0,1 5 7 0,-1-1 2 15,1 0 1-15,4 2-2 0,-3-1-4 0,-1-2-2 16,3 1-2-16,-2-3-1 0,2-1-1 15,-2-4-2-15,2 1-1 0,2-4 0 0,-2-3 0 16,0-2 0-16,1-2-2 0,-1-3-1 0,-2-2 0 16,3-4 2-16,-1 2-4 0,0-5 0 0,-2 2 2 15,2-4 0-15,0 0 1 0,2-1 0 0,-2-4 3 16,2 0 3-16,-1-2 0 0,0-4 4 0,2-1-1 16,0-4 0-16,0-2 0 0,0-2-3 0,3 0 0 15,-3-1-1-15,1-1-2 0,2 3 0 0,-3-2-1 16,0 1 0-16,-1 0 0 0,2 3-1 0,-1-1 0 15,-2 3 0-15,1 0 1 0,0 2-1 0,-2 2 1 16,0-2-2-16,0 5 1 0,-2 0-2 0,0 1 0 16,0 1 1-16,-1 0-1 0,1 1-1 0,-2 1 2 15,1 1 0-15,-1 0 0 0,1 0 0 0,1 3 1 16,-1 0 1-16,3 0 1 0,-2 3 4 0,2 0 6 16,2 4 4-16,-2 0 1 0,0 4 7 0,0 2 3 15,0 1 1-15,-1 4-1 0,2 0 3 0,-1 3 4 16,-2 0-1-16,2 2 0 0,-2 2-1 15,2-1-4-15,0 4-1 0,-2-3-6 0,3 2-3 16,-3 0-2-16,2-2-1 0,-3 0-3 0,1-2-2 16,0-2-3-16,-1-4-2 0,0-2-3 0,-1-3 0 15,1-4-1-15,-1-1-2 0,-1-3 1 0,3-1 0 16,-3-2 1-16,0 0-2 0,-3-3 0 0,3 0 1 16,-1 2 1-16,1-3-2 0,0-3 0 0,-2 2-1 15,2-1-7-15,0-3-9 0,0 3-17 0,0-3-27 16,-1 0-57-16,1 0-67 0,-2-3-75 0,0 3-124 15,2-3-162-15,-1 2-217 0,1 0-241 0,0 0-208 16,1-2-93-16,1 3 276 0,1-1 457 0</inkml:trace>
  <inkml:trace contextRef="#ctx0" brushRef="#br1" timeOffset="47513.21">2591 10301 239 0,'5'-10'484'0,"-2"0"266"0,-1 1 221 0,0-1-100 16,-2-1-152-16,2 4-85 0,-2 0-24 15,0 1-65-15,0 0-123 0,0 2-89 0,-2-1-54 16,2 1-55-16,-2 1-65 0,0 0-41 0,-1 0-20 15,1 0-14-15,-1 2-9 0,-2-1-8 16,2 0-9-16,-2 2-9 0,-2 2-10 0,0 0-10 16,-1 0-9-16,0 3-8 0,-1 1-4 0,-1 3-4 15,1 2-3-15,-2 1 1 0,1 3-2 0,2 4-1 16,0 2 0-16,-1-1 0 0,3 5 0 0,1 0 0 16,0 0 4-16,3 0 3 0,1 0 0 15,1-1 0-15,1 1 1 0,3-5 0 0,0-1-6 16,3 0-1-16,2-4-3 0,2-2 0 0,1-1-1 15,3-4 0-15,-2-2 1 0,4-5 1 16,-1-2 2-16,1-4 0 0,-2-4 1 0,2-1 1 16,-1-3 1-16,0-4-1 0,-3 0 0 0,-1 1 0 15,-1-3 1-15,-3 1-1 0,1 0 1 0,-4 2 1 16,0 0-1-16,-2 3 1 0,0-1 0 0,-1 0 0 16,-2 2 0-16,-2 2-1 0,2 1 1 15,-3 0-2-15,2 2-2 0,-3 1 1 0,3 0-3 16,-3 1 3-16,3 0-5 0,-2 2-1 0,0 0 3 15,0 1-3-15,1 1 4 0,-1 0-3 0,1-1 2 16,-1 0 2-16,1 2 0 0,1-1 0 0,-1 1-1 16,1 0 1-16,-1 0 0 0,2 0 0 15,-2 0 0-15,2 1-1 0,-1-1 0 0,-1 2-1 16,2-2 0-16,0 2 0 0,-1-1 1 0,-1 0 1 16,2-1 0-16,0 2 0 0,-3 0 0 0,3-1 0 15,0 0 0-15,-1-1 0 0,-1 2 0 0,2-2 0 16,0 3 0-16,-1-3 0 0,1 0 0 15,0 0-1-15,0 0 1 0,0 0 1 0,-2 2-1 16,2-2 0-16,0 0-1 0,0 0 0 0,0 3 0 16,0-1-1-16,0-1 1 0,0 0 0 0,0 3 0 15,0-2 0-15,0 2 0 0,2 0 0 0,-1 2-1 16,1 0 1-16,-1 0 0 0,2 1 0 16,2 2 5-16,-2 2 2 0,2 1 1 0,1 0 1 15,-1 3 0-15,4 0 0 0,-2 1-4 0,2 1-2 16,-1-1-3-16,3 1-1 0,-1 1 0 15,1-4-1-15,1 1 0 0,-2-2 0 0,2-1-1 16,0-3 1-16,-1-1-1 0,1-3 1 0,-2 0 1 16,3-4-1-16,-1-1 1 0,-1-3 1 0,2-5 0 15,-2 0-5-15,0-4-12 0,0-1-21 0,-3-4-50 16,0 3-82-16,-2-2-166 0,2 2-272 0,-2 2-320 16,-1 1-396-16,-2 3-347 0,1 1 29 15,-3 3 765-15</inkml:trace>
  <inkml:trace contextRef="#ctx0" brushRef="#br1" timeOffset="50003.75">6245 13581 389 0,'0'-11'782'0,"-4"0"288"0,0 1 79 0,-4 1-282 16,-1 3-264-16,-1-1-116 0,-2 2-65 0,-1 2-56 15,-4 2-66-15,0 1-52 0,0 3-51 16,-2 1-64-16,0 5-48 0,-1 2-34 0,2 2-20 16,-2 4-13-16,1 4-10 0,5 4-5 0,1 4-3 15,0 5 1-15,7 5-9 0,4 4 1 16,2 7 2-16,5 3-3 0,5 0-2 0,4 5 6 16,2-3 10-16,6-1 2 0,1-2 1 0,4-3-1 15,2-6-2-15,1-7-9 0,3-6-4 16,2-7-1-16,1-6 4 0,-1-10 5 0,3-7 3 15,1-9 6-15,-1-10 2 0,0-6 2 16,-3-8-3-16,0-5 0 0,-2-7-2 0,-3-2-4 16,-3-3 0-16,-2 1-3 0,-4-1-1 0,-5 2 1 15,-4 4 2-15,-4 0 2 0,-6 5 0 0,-4 3 3 16,-6 1 1-16,-6 3-1 0,-3 2-3 16,-5 2-1-16,-5 4-2 0,-2 1-1 0,-4 6-2 15,0 2 2-15,-2 6 1 0,3 4 0 16,-1 6-2-16,1 5-2 0,2 8 0 0,4 4-5 15,0 6 0-15,4 5-1 0,6 4 2 0,1 4 2 16,4 1 3-16,4 1 0 0,5 4-2 16,4 0 1-16,5-2-6 0,4-1-21 0,4-3-63 15,3-5-61-15,4-3-90 0,5-3-154 16,3-6-221-16,2-3-306 0,4-3-236 0,2-6-194 16,4-3 92-16,1-5 485 0</inkml:trace>
  <inkml:trace contextRef="#ctx0" brushRef="#br1" timeOffset="50333.44">7546 13372 38 0,'-5'-24'524'0,"0"3"476"0,-4 3 245 15,-2 3-16-15,-2 4-292 0,-1 1-266 16,0 6-185-16,-3 1-124 0,-4 3-74 0,2 4-69 15,-3 4-75-15,-2 3-51 0,2 0-31 0,-2 5-18 16,-1 2-10-16,0 4-10 0,1 3-5 16,2 2-6-16,-2 2-2 0,2 5 0 0,3 4-2 15,0 2 4-15,5 5 3 0,0 2 5 0,4 2 1 16,4 2-1-16,1 3-3 0,5 0-2 16,3 2-6-16,2-2-6 0,3-4-3 0,3-1-3 15,3-5-3-15,2-7 1 0,5-5 0 0,2-7 0 16,2-7 0-16,4-5-7 0,1-7-18 15,3-7-59-15,2-5-70 0,0-8-110 0,1-1-178 16,2-3-300-16,3-3-334 0,-1-1-269 0,-1 0-156 16,1-3 290-16,2 0 619 0</inkml:trace>
  <inkml:trace contextRef="#ctx0" brushRef="#br1" timeOffset="50703.19">8564 13236 4 0,'-8'-21'413'16,"-6"1"398"-16,3-1 312 0,-3 2 49 16,-2 1-321-16,-1 1-192 0,4 2-120 0,-3 1-97 15,0 4-89-15,2 2-65 0,-3 3-51 0,-2 3-74 16,3 2-60-16,-1 5-38 0,-1 4-17 15,-1 2-12-15,-1 6-6 0,1 4-4 0,-2 3-4 16,2 6-2-16,-1 3-1 0,1 6 2 16,1 2 2-16,1 4 1 0,4 4 1 0,1 4 2 15,2 2 0-15,5 2 1 0,2 2-1 16,3 0-1-16,2 2-1 0,4 0-2 0,2-3-6 16,6 0-5-16,-1-5-6 0,7-8-4 0,0-4-2 15,5-7-2-15,2-6-2 0,4-7 1 0,1-7-6 16,1-6-13-16,2-8-28 0,3-4-63 15,-2-7-70-15,2-4-103 0,2-4-173 0,2-3-298 16,-1-1-319-16,1-4-242 0,2 0-160 16,-1-3 231-16,2-2 620 0</inkml:trace>
  <inkml:trace contextRef="#ctx0" brushRef="#br1" timeOffset="51248.02">9478 12916 175 0,'11'3'747'0,"-1"-1"388"0,-1-2 67 0,2 1-129 15,1 0-417-15,3-1-248 0,1 0-119 16,5 0-63-16,-1-1-9 0,4-2-20 0,0-1-31 15,1-2-49-15,2-1-29 0,0-1-16 0,-1-2-28 16,3-2-17-16,-1 2-10 0,-2 0-3 16,-1 1-7-16,0 0-1 0,-1 2-22 0,-2 0-61 15,-3 3-67-15,-3 4-143 0,-3 0-213 0,-4 3-306 16,0 0-313-16,-4 3-218 0,-3 0-23 16,-4 0 479-16</inkml:trace>
  <inkml:trace contextRef="#ctx0" brushRef="#br1" timeOffset="51451.34">9631 13180 39 0,'2'20'548'0,"1"-4"427"16,2-2 182-16,0-3-81 0,1 0-346 0,5-2-353 16,2-4-194-16,2-1-88 0,0-4-41 0,5-4-24 15,2-1-7-15,-1-4-4 0,4-3-4 0,-1 0-4 16,3-2-1-16,-3-2-14 0,0 1-59 15,-1-2-105-15,-1 4-142 0,-3 1-270 0,0 2-268 16,0 4-213-16,-5 0-8 0,-1 3 277 0,0 1 380 16</inkml:trace>
  <inkml:trace contextRef="#ctx0" brushRef="#br1" timeOffset="57519.21">11949 13281 216 0,'2'3'476'15,"0"0"229"-15,-1-3 163 0,1 2-207 0,-2-2-108 16,2-2-63-16,-1-1-65 0,2 0-48 0,-1-3-53 16,1 0-49-16,1 1-27 0,-2-4-9 15,3 1 3-15,-2 1-6 0,2 0-13 0,-2-3-18 16,2 1-33-16,2-2-39 0,-2-3-40 15,2-1-23-15,1-3-16 0,2-1-8 0,0-4-8 16,3-4-2-16,4-2-3 0,-2-5-2 0,3-1-2 16,4-5-3-16,-1-3-4 0,3-2-3 0,3-2 1 15,0-3-3-15,1-2-1 0,0-1 1 16,2 3-2-16,0-3 0 0,-1 4-3 0,-1 1-2 16,-2 3 0-16,1 3-1 0,-4 3 0 0,1 3 0 15,-2 3 2-15,-3 3-2 0,2 2 1 16,-5 2-2-16,-1 5 0 0,-2-1-1 0,-1 7-2 15,-3 2 1-15,-3 2-1 0,0 3 1 0,0 2 1 16,-2 0 1-16,-1 3 3 0,0 0-1 0,-1 0 1 16,-1 0-1-16,-1 3-1 0,2-2-1 15,-1 0 0-15,-1 2-1 0,0 0-2 0,2 0 0 16,-2 0-1-16,0 0 0 0,0 0-1 16,2 0 0-16,-2 4 1 0,1-4 2 0,-1 4 1 15,2 1 2-15,-1 1 0 0,1 0 3 0,-2 1 1 16,2 1 0-16,-1 2 1 0,2 0 0 15,0 2 1-15,-1 2-1 0,-1 2 0 0,3 0 0 16,-1 1 0-16,0 2 1 0,2 6 2 16,0 4-1-16,2 1-1 0,-2 4 0 0,1 5 0 15,1 3-2-15,-1 5-12 0,0 0-1 16,2 5 0-16,-3 1 0 0,2-3 0 0,-1 2 0 16,1 0 0-16,2-4 0 0,-3-2 0 0,0 0 0 15,2-5 0-15,-2 1 0 0,1-3 0 0,-1 0 0 16,-1-3 0-16,1 0 0 0,-3-1 0 15,2-2 0-15,-2-2 0 0,0-1 0 0,-1 0 0 16,-2-3 0-16,2-2 0 0,-2 0 0 0,0-5 0 16,0-1 0-16,0-4 0 0,-2-2 0 15,2-1 0-15,0-3-12 0,0-3-41 0,0-1-31 16,2-3-79-16,-2-3-110 0,1-4-207 16,2-2-292-16,-1-3-353 0,4-4-418 0,-1-2-170 15,1-4 369-15,6-2 789 0</inkml:trace>
  <inkml:trace contextRef="#ctx0" brushRef="#br1" timeOffset="58707.22">14523 12336 15 0,'-6'10'538'0,"-2"1"504"0,2-2 233 0,-2 3-38 16,0 0-271-16,4-2-308 0,0 1-206 0,1-1-116 16,3 0-68-16,2 0-59 0,1-3-71 15,0 3-46-15,2-3-25 0,4-1-11 0,-1 0-9 16,0-3-5-16,6-2-5 0,-3-1-4 15,7-3-6-15,-4-3-5 0,3-2-4 0,1-4-1 16,1-1-2-16,-5-4-1 0,3 3 2 0,-4-1 4 16,-1 1 5-16,-3 1 10 0,-3 4 11 15,-1 1 8-15,-4 0 3 0,-1 4-3 0,-1 0-4 16,-2 1-11-16,-4 3-10 0,-1 0-10 0,-3 3-6 16,2 1-5-16,-3 2-3 0,0 3-1 15,1-2-3-15,1 3-1 0,-2-1-1 0,2 0-2 16,2 1-2-16,1-1-13 0,2 0-21 0,0-2-39 15,3 3-80-15,-1-3-126 0,2-2-216 16,1 1-307-16,0-2-364 0,1 1-389 0,2-2-126 16,-1-1 454-16,4-2 731 0</inkml:trace>
  <inkml:trace contextRef="#ctx0" brushRef="#br1" timeOffset="62255.24">1514 10699 67 0,'0'2'205'0,"0"-2"92"0,0 5-5 0,-1-4-46 0,-1 1-39 15,0 1-21-15,1-1-15 0,1 2-15 16,0-2-4-16,0 2-1 0,0 0-1 0,0-1 4 15,3 1 2-15,-1 2 10 0,1-1 11 0,0 0 15 16,0 3 7-16,3-2 0 0,-1 3 8 0,0-2-1 16,-2-1-2-16,2 4-11 0,0-1-6 0,1 0-8 15,-3 1-13-15,2 1-15 0,-2 2-25 0,0-4-20 16,-1 3-18-16,1 2-13 0,0-1-16 0,-1 2-14 16,4-1-9-16,-3 3-4 0,0-1-11 0,0-1-7 15,2 1-7-15,0 1-3 0,0-2-3 0,0 0 0 16,2-1-3-16,-2 0 2 0,1-1 2 0,1 0 0 15,-1-3 2-15,2-1-2 0,0 2-4 0,0-2-3 16,3-2-1-16,-2-1 4 0,-1 0 4 0,3 1 0 16,-1-4 6-16,-1 0 2 0,1 1 2 0,2-1-2 15,-2-2-4-15,2-1 0 0,0 2 0 0,-3-2-4 16,4-2 0-16,-4 2-1 0,1-2 1 16,2 0 4-16,-2-2-4 0,-2 1 1 0,3 2 4 15,-2-1 16-15,-1-3 12 0,3 1 2 0,-3 1 2 16,0-1 1-16,0 0-2 0,1-1-15 0,-1 0-11 15,2 1 1-15,-2 0-1 0,3 0-1 0,-3-1-4 16,0-1-1-16,2 3 1 0,-1-2-5 0,-1 3-1 16,2-4-1-16,-2 3-3 0,0 1-3 0,0-2 3 15,2 2-1-15,-2 0-1 0,0 1 0 0,-2-1 4 16,3 0 4-16,-1 0-1 0,-1 0 0 0,-1 1 2 16,3 1 0-16,-2-2-5 0,-1 1-4 0,2-1 3 15,1 2-1-15,-1-2 2 0,-1 1 1 16,1 0 4-16,1 1 0 0,-1-4-4 0,0 3 0 15,0-1 1-15,1 1 0 0,-2 0 0 0,-1-1 1 16,-1-1 2-16,1 3-1 0,0-1-3 0,-1 0 0 16,-2-1-1-16,2 0 3 0,-2 1-2 15,-1 1 2-15,1 0-2 0,-1-2 1 0,-1 2 2 16,2 0-2-16,0 0-1 0,-1-1-1 0,-1 1 2 16,1 0 0-16,1 0-1 0,-1 0 0 15,1-2 4-15,0 2-2 0,1-1-6 0,-3 1 4 16,2 0-3-16,0-2 3 0,0 2 1 0,-1 0 2 15,-1-1 6-15,1 1-3 0,-2-1 1 0,2 1-4 16,-1 0 0-16,-1-2 8 0,0 2 7 0,2 0 13 16,-2 0 12-16,0 0 10 0,1 0 10 15,-1 0 10-15,2 0 4 0,-2 0-8 0,0-2-2 16,0 2-7-16,0 0-13 0,0-1-13 0,0 0-15 16,0 1 0-16,0-2-8 0,0 0-5 0,0 0 0 15,0 2 4-15,0-4 0 0,-2 2-2 0,2-3-2 16,-1 3-1-16,1-4 1 0,0 2-5 0,0-3-3 15,0 3 2-15,0-2-1 0,0 0 3 16,0 0 1-16,1 0 1 0,-1 1-1 0,2-1 0 16,-2-3 3-16,0 1-3 0,0 1 2 0,0-1 7 15,0 0 5-15,0-1 3 0,0 0 6 16,-2-1-2-16,2-1 0 0,-1-2-2 0,1 2-2 16,-2-1-4-16,-1-1-1 0,3-1 1 0,-3 0 0 15,1 1-2-15,-1-2 1 0,-1 2-3 0,1-2-1 16,-1 2 1-16,1 1 1 0,0-1 2 0,1 1-1 15,-3 2 1-15,2 2-1 0,0 1 0 0,0 0-3 16,0 2-4-16,0 0 0 0,1 3-4 16,-1-2-3-16,1 3-3 0,1 0-4 0,-1 1-17 15,-1 1-48-15,0 1-58 0,1 3-86 0,-4 0-157 16,3 2-266-16,0 2-304 0,0 0-273 0,-1 3-198 16,3 0 127-16,1 2 566 0</inkml:trace>
  <inkml:trace contextRef="#ctx0" brushRef="#br1" timeOffset="64421.2">2146 11259 139 0,'4'6'338'0,"-3"0"136"15,1-1 98-15,1 3-199 0,-1 0-178 16,1 1-93-16,0-1-52 0,0 3-20 0,3 3-17 16,2-2-5-16,-1 1-4 0,1 4 6 0,1 0 5 15,2 0-17-15,2 4-9 0,1-1-3 0,2 5 2 16,1-1 1-16,2 2-7 0,0 1 20 16,2 0 12-16,-2 0 3 0,3-1-3 0,3-1-8 15,-3-1-2-15,5-2 0 0,-3-1-1 0,1-1-1 16,2-1 2-16,0 0 2 0,0-4-2 0,1 1 4 15,4-4-2-15,-1 1-1 0,3-1 3 0,1-1 0 16,1-4 25-16,2 0 17 0,1 0-5 0,2-3-3 16,1 0 2-16,3-2 0 0,0 0-27 15,5-2-17-15,2-4 7 0,1 3 3 0,2-3-1 16,2-1 3-16,1-3-1 0,1 1 1 0,1-1 20 16,0-3 7-16,2 1 17 0,-1-3 9 0,2 0-17 15,2-1-4-15,3 0-24 0,2-2-7 16,3 0-16-16,0-1 10 0,1 1 31 0,2-2 9 15,-2 0-4-15,3 0 4 0,-4-2 8 16,3 2-22-16,2-1-8 0,-1-1-2 0,2 2 8 16,3-1-7-16,-2 0-12 0,0 0-12 0,-1 1-8 15,0-1-10-15,-2 2 10 0,-2-2 11 16,2 2 16-16,-2-1 9 0,2 1 8 0,-1-2 10 16,3 2-9-16,0 0-13 0,0-1-12 0,-1 1-9 15,-1-1-11-15,1 2 3 0,-1 1 3 16,1-2 7-16,-1 2 5 0,2 0 5 0,2 1 9 15,-1 0-8-15,0-2-6 0,0 3-10 0,-4-2-6 16,3 0 2-16,-4 2 4 0,0-3 4 16,1 0 4-16,0 0 7 0,0 0 5 0,3-1-4 15,-3 1-6-15,1-1-5 0,-1-1-5 16,2 0-10-16,-4 2-11 0,-1-2 3 0,1 0 6 16,-1 2 7-16,1 0 5 0,0-2 8 0,1 1 9 15,2-1-6-15,-2 2-11 0,0-3-9 16,-2 0-10-16,1 0-7 0,-2 1 6 0,-3-1 8 15,-1 0 12-15,2 1 15 0,-1 0 12 16,-1 0 8-16,2 0-2 0,2 2-6 0,-2-1-4 16,-2 1-10-16,2-1-8 0,-1 2-8 0,-2 0-12 15,-1-1 4-15,-1 2 4 0,0-1 7 0,-2 0 4 16,2 2 10-16,1-2 7 0,0 2-1 16,-1 1-7-16,0-2-5 0,-1 2-6 15,-1 0-4-15,-2 0-6 0,1 0-7 0,-2 1-6 16,0 2 10-16,-3-3 6 0,1 1 7 0,1 1 7 15,-2 1 9-15,3-1 10 0,-1 0-9 0,1-1-3 16,0 3-5-16,-2-1-6 0,2-1-3 16,-1 1-4-16,-2-2-4 0,-2 2-10 0,1-2-8 15,-1 1 3-15,-1-1 8 0,-1 1 6 16,-2 0 7-16,3-2 11 0,-1 1 10 0,1 0 0 16,0 1-4-16,1-3-5 0,-1 2-2 0,1-1-5 15,-2 0-1-15,0 2-4 0,-1-2-3 16,-1 0-6-16,1 1-7 0,-3 1 3 0,1-1 2 15,-2 0 6-15,0-1 8 0,-1 1 7 0,2 2 9 16,2-2 0-16,-1 2 2 0,0-1-4 16,2-1 1-16,-2 3-1 0,-1-2-4 0,3 1-7 15,-3 0-5-15,1 0-4 0,-2 0-5 0,0 0-4 16,2 0-1-16,-2 0 10 0,-1 1 5 16,-1-3 9-16,2 3 9 0,0-1 7 0,-1-1 2 15,1 2-1-15,0-1-5 0,1 1-4 16,-3-2-7-16,3 1-3 0,-3 3-4 0,0-5-5 15,-2 4-2-15,0 0-4 0,-3-1-5 0,2 2-2 16,-4 0-7-16,1 1 4 0,-2 0 2 16,1 0 11-16,-2 1 5 0,1-2 9 0,-2 1 9 15,2 0 1-15,1 1 1 0,0 0-3 16,0-1-3-16,0-1 0 0,3 2-4 0,-1-2-1 16,0-1-2-16,-2 3-2 0,1-1 10 0,0 0 13 15,0-2 7-15,-1 2 5 0,0-1 5 0,-1-1-4 16,3 1-9-16,-3 2-15 0,0-2-5 15,1 0-1-15,-2 2-1 0,2-2 5 0,0 0 1 16,1 0 0-16,0 0 0 0,1-1 0 16,2 2-5-16,-1-1-1 0,0-1-2 0,0 1-2 15,1 0-3-15,-3 0-5 0,0 2-1 0,0-2-5 16,-2 2 1-16,0-2-5 0,0 1-2 16,-3 1 1-16,0 0-1 0,-1-1-5 0,-2 0 7 15,1 1 8-15,-1 1 2 0,0 1 6 16,-2-4 4-16,0 3 5 0,0-1 1 0,0 0-4 15,0 2-1-15,0-2-2 0,0 0 0 0,0 1-1 16,0 0-1-16,-2-1-2 0,2 0 0 16,0 2-3-16,-3-1-1 0,1 0 0 0,-3 2-1 15,1-3-2-15,-2 2 0 0,1 0 1 16,-3-1-3-16,1 2 0 0,-3-1-2 0,0-1 2 16,0 1-1-16,-1 1 4 0,-1-2 5 0,-2 3 1 15,0 0 5-15,-2-2 3 0,-1 2 2 0,1 0 2 16,-2 0-4-16,-3 0 0 0,-1 0-4 15,-2 0 2-15,2 2 25 0,-3-2 28 16,-1 4 28-16,1-2 22 0,-2-1 15 0,1 3 6 16,-3-2-21-16,-1 2-19 0,2 2-26 0,-1-2-21 15,-1 0-11-15,0 1-14 0,0 1-6 0,0 0-5 16,0 0-3-16,0 1 1 0,0 2-3 16,0 0 0-16,2 2 0 0,-2-1 0 15,2 5 9-15,-2 0 9 0,0 3 8 0,1 1 21 16,-1 3 9-16,2 1 14 0,-1 3 34 0,1 1 10 15,2 1 2-15,-2 2-14 0,-1-3-9 0,1 4-18 16,1-3-33-16,1 2-22 0,0 0-8 16,0-1-10-16,0 1 0 0,4-2-2 0,-2-1-6 15,1-2 0-15,-1 1-2 0,2-4 1 16,0 1-5-16,-2-3 6 0,-1-2-1 0,2-4 2 16,-3-2-1-16,1-1-3 0,-2-4 4 0,0 1 0 15,-1-3 2-15,-1-1 2 0,-1-1 4 16,2-1 3-16,-1 1 3 0,-1-2-2 0,0 1 2 15,0-1-4-15,0-1-4 0,0 0-1 16,0 2-2-16,0-2-6 0,0 0 1 0,0 0-4 16,0 0 2-16,0 0-1 0,0 0-3 0,0 0 4 15,0 0-2-15,-1 0 2 0,-1 0-6 0,2-2-2 16,0 2-16-16,-3-1-28 0,3-1-36 16,-2 1-37-16,1-1-34 0,-1-1-41 15,1 0-72-15,-4 0-97 0,1 1-108 0,0-3-135 16,1 2-225-16,0-1-215 0,0 1-20 0,-1 1 243 15,0-4 334-15</inkml:trace>
  <inkml:trace contextRef="#ctx0" brushRef="#br1" timeOffset="64773.17">16393 10074 69 0,'1'-3'387'0,"1"1"287"16,-1-1 265-16,1 0 2 0,1-1-178 0,-3 1-176 16,0 0-134-16,1 0-93 0,-1 2-88 0,2 1-42 15,1 1-4-15,0 2 5 0,2 3-3 16,2 3-17-16,-1 1-19 0,1 4-43 0,2 1-48 16,-1 2-40-16,1 0-24 0,0 1-14 15,-1-1-8-15,4 0-6 0,0-4-5 0,-1-1 0 16,2-4-4-16,-1 0 0 0,0-5 1 0,2-2 7 15,-1-3 5-15,0-4 4 0,-3-5 2 0,1-2 1 16,0-2 1-16,-1-2-5 0,-1-1-3 16,0-1-3-16,-2 0-2 0,-1 0-2 0,-1 1-2 15,0 0-2-15,3 4-2 0,-4-3-1 16,1 3-5-16,0 1-35 0,-2 2-73 0,0-1-93 16,3 2-166-16,-2 0-280 0,-3 3-331 0,4 1-327 15,0-1-179-15,0 2 177 0,-1-1 629 16</inkml:trace>
  <inkml:trace contextRef="#ctx0" brushRef="#br1" timeOffset="65880.5">16614 10701 207 0,'0'-2'464'0,"0"-5"277"0,0 3 225 16,0 2-133-16,0-2-148 0,0 2-114 0,0 0-85 16,0 0-55-16,0 2-54 0,3-1-59 15,-2 1-41-15,-1 0-33 0,0 0-35 0,0 0-48 16,2 1-52-16,-2-1-36 0,0 2-23 16,0 0-18-16,0 2-11 0,0 0-9 0,0 7-4 15,0 2-2-15,0 1-1 0,0 4-1 0,1 5 2 16,-1 1 5-16,0 1 5 0,2 3 3 15,0 3-1-15,-1 0 1 0,1 0-2 0,1 1-5 16,-1-2-7-16,3-3-2 0,-4 0 0 0,4-4-1 16,1-4-4-16,-3 0 1 0,4-3-1 15,-3-4 0-15,1-3-1 0,2-1 1 16,0 1 2-16,1-5 2 0,-1-3 1 0,3-1 1 16,0-1 2-16,0-3 0 0,4-6 0 0,-2 1-1 15,1-3 1-15,1-2-1 0,-1 0 0 0,1-1 0 16,1-3-1-16,-3 6-1 0,-1-2-1 15,-1 1 0-15,-1 4-1 0,-3 0-1 0,1 2 0 16,-4 2 1-16,2-1 2 0,-4 4 4 0,1-3 4 16,0 4 3-16,0 0 2 0,-2 1 1 15,2 0-3-15,-2 1-4 0,2 2-3 0,-2 2-3 16,0 3-2-16,1 3-2 0,-1 1 3 16,2 3-1-16,-1 2 0 0,-1 1-2 0,4 1 3 15,-4 2-2-15,1 1 1 0,-1 3 0 0,2-1 0 16,-2 1 1-16,1 0 0 0,-1-3 1 15,0 0-2-15,2-2-1 0,-2-2-1 0,2-2 0 16,-1-1-2-16,1-2-2 0,-1-1 0 0,1-4-1 16,0 0 0-16,2-2-5 0,-1 0-11 15,0-1-37-15,1-3-75 0,-3 1-95 0,-1-1-153 16,3 0-256-16,-3 0-330 0,2-1-327 16,0-1-183-16,-2 0 116 0,0 0 573 0</inkml:trace>
  <inkml:trace contextRef="#ctx0" brushRef="#br1" timeOffset="66977.17">15942 11726 133 0,'-8'4'377'15,"0"-1"186"-15,-2 0 154 0,2 0-108 0,-2 1-149 16,2 0-32-16,-1 0 0 0,0 3 3 16,1-3-31-16,0 1-49 0,-1 1-59 0,0-1-71 15,0 0-52-15,3-1-21 0,1 0 6 16,-1 1 27-16,3-3 13 0,2 0-3 0,1 1-13 16,-2-1-30-16,0-1-35 0,2-1-41 0,0 2-32 15,0-1-16-15,0-1-13 0,0 0-5 16,0 0-6-16,2 0-3 0,-2 0 2 0,2 2-1 15,1-1 1-15,3 1 3 0,-2-1 9 16,3 4 6-16,1-3 3 0,4 2 9 0,1 1 6 16,3-3 5-16,1 2-1 0,5 0 2 0,4-4 3 15,-1 3-1-15,8-3-2 0,0-3 1 0,2 3-3 16,3-4 0-16,3 0-3 0,3-3-3 16,-1 2-4-16,3-2-1 0,-2-1-2 0,5-1-2 15,-3 1-2-15,3 0 0 0,0-3 1 16,0 0 2-16,5 3 1 0,-2-3 0 0,2 1-1 15,1-2 2-15,0 0-2 0,-2 0-5 0,1 0-1 16,-1-2-1-16,-1 1-3 0,1-1-3 16,-1 1-1-16,0 1-2 0,-3-3-1 0,2 3-2 15,-4-1 0-15,2 2-2 0,2-1 0 16,-5 3 2-16,4-1 2 0,-1 0 1 0,0 3 0 16,3 1 0-16,-2 0 0 0,-2-1-5 0,2 2-2 15,0-1-2-15,0 0-1 0,0 1 0 0,0-1-1 16,-1 0 2-16,0 0 0 0,0-3 3 15,0 0 2-15,0 0 1 0,-1-1 1 0,1-2-1 16,0 0 1-16,-3-1-3 0,-1 3 0 16,-2-2-1-16,-5 1-1 0,0 1-1 0,-2 1-1 15,-6 0 1-15,-1 2-1 0,-8 0 0 16,-1 1-1-16,-6 2 2 0,-1 1 3 0,-4 1 5 16,-1 0 9-16,-3 2-2 0,0-2-16 0,-2 1 0 15,-3 1 0-15,-2 0 0 0,1 0 0 16,-4 0 0-16,0 0 0 0,1 0 0 0,-3 1 0 15,2-1 0-15,1 2 0 0,-4-2 0 0,3 0 0 16,2 0 0-16,0 0 0 0,0 1-150 0,-2-2-160 16,1 1-256-16,-3-3-329 0,2-5-412 15,-1-1-469-15,-1-4-54 0,1-5 772 0</inkml:trace>
  <inkml:trace contextRef="#ctx0" brushRef="#br1" timeOffset="151193.07">16445 12733 153 0,'3'12'431'15,"0"-1"226"-15,-1-3 169 0,-1-1-142 0,1-1-191 16,-1-2-129-16,1-1-92 0,1-1-33 15,-2-1-4-15,2 1 0 0,-1-1-6 0,1-2 1 16,1-1 8-16,-3 1 40 0,4-4 16 0,-2-1-14 16,2-1-21-16,3-5-27 0,-4-3-29 15,1-5-55-15,0-3-53 0,1-2-31 0,2-3-19 16,-2-5-7-16,2-2-8 0,-1-1-3 16,-1-2-4-16,2 1-2 0,-2-2-4 0,1 1-4 15,-1 1 1-15,2 1 1 0,-4 4 1 0,3 3 1 16,-4 3-1-16,2 4 2 0,-2 2-2 0,0 5 1 15,-1 3-1-15,2 4 2 0,-4 0 0 16,2 1-1-16,-1 3-4 0,-1 2-4 0,2-2-2 16,-2 3-2-16,0-1-2 0,2 2 3 15,-1 3 6-15,3 1 6 0,-1 2 5 0,2 4 6 16,-1 1 5-16,4 2 3 0,-2 3 0 0,2 3 1 16,-1 3-2-16,4 3-3 0,-3 5-1 0,-2 3-1 15,2 3-6-15,1 3-5 0,-1 3-3 16,0 0-3-16,0 2-5 0,1 1-4 0,-1-1-2 15,-1-1-1-15,-1 0-2 0,3-3 0 16,-2-1 0-16,-1-3-1 0,1-1 1 0,0-3-1 16,-2-4 1-16,2-2 0 0,-3-5 0 0,1-3-2 15,0-3 1-15,-1-5-1 0,-1 1-2 0,1-4 0 16,-1-1 0-16,-1-2 0 0,1 1 0 16,0-4-1-16,0-1 1 0,0-1-6 0,3-2-10 15,-3-1-17-15,2-2-22 0,-1-2-45 16,0-2-74-16,1 1-86 0,-2-1-139 0,3-3-196 15,-2 0-314-15,0 1-293 0,3 0-207 0,-2-3-11 16,-1 1 475-16,1 0 533 0</inkml:trace>
  <inkml:trace contextRef="#ctx0" brushRef="#br1" timeOffset="151797.63">17224 12078 44 0,'-1'-26'563'16,"-3"5"497"-16,0 2 285 0,-3 4 36 0,2 1-380 15,-4 3-323-15,1 5-209 0,0 2-126 0,0 1-99 16,-3 5-102-16,0 1-59 0,0 4-35 16,2 5-19-16,1 0-12 0,-5 7-6 0,5 1-2 15,0 3-1-15,2 4 0 0,-1 0-2 16,3 3 1-16,2-2-2 0,-1 2-2 0,3-2 0 15,0-5-2-15,3-1-1 0,-1-3-1 0,2-2 0 16,1-4-1-16,-2-3-2 0,2-2 0 0,-2-2 0 16,4-4 1-16,-2-2 1 0,2-2 0 15,1-6 2-15,-1-2 0 0,-1-3 1 0,3-4-1 16,-1-3 1-16,-3-1 1 0,2 0 0 16,-3 0 2-16,2-2-1 0,-3 3 0 0,-1 1 0 15,0-1 0-15,-1 0-2 0,-1 1 2 16,-1 1-2-16,-1 0 1 0,2 2-1 0,-2 1-1 15,1 3 1-15,1 2-1 0,-2 1 1 0,2 3-1 16,0 1-1-16,0 3-1 0,0-4-1 16,0 6-2-16,2 0 1 0,-1 0-1 0,3 5 0 15,0 1 1-15,1-2 1 0,2 8 0 0,0-1 1 16,1 1 2-16,2 5 0 0,2 2 2 0,0 2 0 16,-1 1 1-16,3 4 0 0,-1 1 1 15,1 1-2-15,-2 2 0 0,1 4 2 0,1 0 0 16,-2 3-1-16,1 1 0 0,-3 3 1 0,-2 0 1 15,1 5-1-15,-2 1 0 0,-2 0 6 16,-1-1 4-16,0 0 2 0,-3 1-1 0,-1-3 1 16,0-5-2-16,-1-1-4 0,-3-3-5 15,1-5 0-15,2-3-2 0,-4-4 0 0,1-2-3 16,1-7 1-16,-3 0-1 0,3-5-2 0,-2-3-6 16,0-5-14-16,1-4-30 0,0-4-76 0,0-6-72 15,-2-2-141-15,4-7-215 0,1-2-314 16,-1-4-331-16,4-4-204 0,-2-1-58 15,3-3 485-15,3-1 575 0</inkml:trace>
  <inkml:trace contextRef="#ctx0" brushRef="#br1" timeOffset="152479.12">17678 12030 162 0,'-2'1'444'16,"1"1"245"-16,-1-1 165 0,0-1-174 0,2 0-205 16,2 0-145-16,0 0-112 0,1 0-36 15,2-1-7-15,1-1 27 0,6 1 30 0,0-1 14 16,3 0 7-16,1-1-35 0,5-1-27 0,1 1-43 16,0-1-17-16,3 1 7 0,1 0-2 15,0 0-4-15,1 0 18 0,-3 1 9 0,2 2-16 16,-3 2-26-16,-1 1-4 0,-1 2 3 15,-2 1-22-15,-2 2-12 0,-3 4 0 0,-2 1-1 16,-3 6-11-16,-3 2-8 0,-3 3-10 0,-3 2-9 16,0 6-8-16,-3 2-6 0,-3 4-3 15,1 3-1-15,-3 0 0 0,2 2-1 0,1 3-1 16,0-2-1-16,1-1-2 0,2-1-2 16,-1-1-5-16,3-5-2 0,3-3-5 0,0-5-3 15,4-2-2-15,-1-5-3 0,2-6 0 0,4 2-3 16,1-7 0-16,3-5 0 0,2-1 0 0,-1-4 0 15,2-6 2-15,5-3 0 0,-1-5 0 16,4-1-16-16,0-4-29 0,1-2-78 0,2-2-107 16,0 0-181-16,0-1-300 0,2 3-344 15,1-3-400-15,0 4-183 0,-1-1 274 0,3 0 716 16</inkml:trace>
  <inkml:trace contextRef="#ctx0" brushRef="#br1" timeOffset="153025.06">19744 10530 111 0,'8'8'641'15,"1"3"397"-15,-2-4 118 0,-1 1-69 0,2 2-393 16,3 0-300-16,0 2-152 0,2-2-74 0,1-1-33 15,2 0 2-15,1-1-10 0,2-1-9 16,1-2-9-16,0-2-4 0,0-1-9 0,3-2-37 16,0-4-19-16,1 2-10 0,1-4-10 0,-2 0 0 15,0-1-4-15,1-4-1 0,-2 4-3 16,-3 0-1-16,0-1-32 0,-5 2-53 0,0 3-101 16,-6 0-188-16,-1 5-292 0,-4 1-309 0,-3 1-278 15,-2 5-155-15,-6 1 283 0,-3 4 597 16</inkml:trace>
  <inkml:trace contextRef="#ctx0" brushRef="#br1" timeOffset="153220.1">19876 11044 164 0,'0'18'766'0,"1"1"412"0,-1-6 50 0,5-1-164 16,-1-3-423-16,1-2-323 0,3 1-154 15,5-4-70-15,-2-1-36 0,5-3-14 0,4-1-4 0,2-4-14 16,5-4-6-16,3-1-4 0,3-4-2 15,4-1-2-15,1-3-5 0,2 0-7 0,0 0-27 16,0 1-114-16,0-2-187 0,-1 2-288 16,-3 1-274-16,2 3-264 0,-3-1-132 15,0 5 334-15,4-4 517 0</inkml:trace>
  <inkml:trace contextRef="#ctx0" brushRef="#br1" timeOffset="153725.16">21911 9792 203 0,'-18'15'755'16,"-1"2"358"-16,1 3 73 0,5 5-114 0,1 7-419 16,4 7-184-16,4 6-86 0,4 4-41 0,4 7-48 15,3 4-38-15,2 2-55 0,5 1-68 16,2-5-52-16,6-4-32 0,5-4-15 0,2-11-16 16,4-6-8-16,2-10-4 0,3-6-2 15,1-15-1-15,4-7 2 0,-2-10 2 0,0-10-1 16,-2-7-2-16,0-10 1 0,-5-4 0 15,-4-6-2-15,-3 2 1 0,-3-2-1 0,-8 2 3 16,-4 3 4-16,-7 2 2 0,-7 4 4 0,-5 1 2 16,-6 1 0-16,-7 1-1 0,-4 3-3 0,-8 0-4 15,-4 2-5-15,-4 3-2 0,-1 5-2 16,-4 7 0-16,0 6-2 0,-2 5-2 0,2 7 0 16,1 10 0-16,6 3-2 0,3 5-1 15,5 5 2-15,5 7 2 0,4 1 2 0,7 2-3 16,5 3 1-16,2 3 0 0,7 0-2 0,5 1 2 15,3-1-2-15,3 1-4 0,7-3-28 16,3-1-71-16,0-5-72 0,5-4-137 0,2-2-209 16,0-8-319-16,4 0-320 0,-2-3-216 15,2-5-53-15,-1 0 460 0,-1-3 560 0</inkml:trace>
  <inkml:trace contextRef="#ctx0" brushRef="#br1" timeOffset="153976.51">22968 10246 510 0,'-5'0'1622'16,"-2"-2"238"-16,0 7-376 0,-1-5-374 15,-1 2-443-15,0-2-331 0,0 3-148 0,3-2-68 16,0-1-39-16,0 0-30 0,1 0-23 15,2 0-16-15,-1-1-9 0,3-2-13 0,1 1-23 16,0-3-35-16,1-1-84 0,1-1-128 16,1-3-235-16,2 1-313 0,1-2-374 0,2 1-422 0,2-1-97 15,-2 2 538-15,4 0 751 0</inkml:trace>
  <inkml:trace contextRef="#ctx0" brushRef="#br1" timeOffset="155155.73">23835 9444 138 0,'-8'-1'357'0,"2"-3"164"16,-1 3 134-16,1 0-161 0,1-1-148 0,2-1-69 16,-2 1 6-16,2 2 46 0,-2-1 39 15,4 1 21-15,-1-3 7 0,1 3-25 0,-1 0-20 16,0 0-9-16,2 0-6 0,0 3-41 16,0 0-40-16,0 0-37 0,0 5-47 0,0 3-60 15,4 7-43-15,-3 6-23 0,4 8-9 0,2 5 3 16,0 6-1-16,1 7 0 0,0 3-6 0,4 1-5 15,0 1-5-15,2-1-9 0,-2-2-2 16,6-2-4-16,-1-7-5 0,5-3-2 0,0-7-2 16,1-7-2-16,4-7 0 0,-1-6 1 15,1-8 3-15,2-9 4 0,1-9 1 0,-2-6 4 16,0-8-4-16,-1-9 1 0,-3-3-1 0,0-4-2 16,-4-5 1-16,-3 2-1 0,-2-1 3 15,-5 1 1-15,-5 4 1 0,-5 0-1 0,-4 1-2 16,-2 4-1-16,-4-1-1 0,-5 4-1 15,-3 1-2-15,-2 3 1 0,-6 5 1 0,3 3 0 16,-1 5-1-16,-5 6-1 0,1 5-1 0,-1 6-1 16,-1 8-2-16,2 5-1 0,0 6 1 0,1 6 1 15,2 2 1-15,2 7-3 0,4 0-1 16,4 4-14-16,2 1-39 0,6 0-68 0,3 0-67 16,2 0-121-16,5-1-193 0,2-1-307 15,5-4-284-15,4-1-216 0,2-5-93 0,2-3 367 16,8-6 558-16</inkml:trace>
  <inkml:trace contextRef="#ctx0" brushRef="#br1" timeOffset="156061.1">24831 9293 85 0,'3'0'311'0,"-1"0"154"0,2 0 122 0,-2-2-115 16,-1 2-141-16,2-2-88 0,-1 2-49 0,0-1-19 16,-2 0 5-16,1-1 16 0,1 2 24 15,-1-2 46-15,-1 1 48 0,0-1 31 0,2 1-5 16,0-2-36-16,-2 3-39 0,0-2-43 16,0 2-25-16,0-3-13 0,0 1-10 0,1 1-9 15,1-2-19-15,0 0-6 0,2-2-24 0,1-1-29 16,-1-1-8-16,1 0-7 0,3-2-3 15,0-1-15-15,1-3-2 0,3 0-1 0,-1-1-12 16,3-1-7-16,0 1-5 0,0 0-4 16,2-2-9-16,2 4-7 0,-2 2 4 0,-1 1 1 15,1 2 3-15,1 4 3 0,1 0 0 0,-1 4 3 16,0 4 3-16,1 2 0 0,-1 5 1 16,-2 1-1-16,0 7 7 0,-3 1 1 0,-3 5-4 15,0 2-3-15,-4 4-1 0,-2 2 1 16,-3 0-1-16,-3 7-1 0,-2-3-1 0,-4 4-2 15,0 0 4-15,-1 1-2 0,-2 0-4 0,0 1-3 16,1-3-2-16,-1 0-2 0,2 0-5 0,0-7-3 16,1 0-2-16,5-2-1 0,-1-5 0 15,1-2-1-15,3-2-2 0,1-6 0 0,3-2-2 16,2-2-1-16,3-6 0 0,3-1 0 16,2-8 1-16,4-4-4 0,0-9-11 0,5-4-18 15,2-9-44-15,3-3-68 0,1-7-67 0,4-5-91 16,-1-2-132-16,-1-3-159 0,2 0-163 15,-2 1-195-15,0 0-208 0,-1 1-55 0,-4 3 239 16,1 3 395-16</inkml:trace>
  <inkml:trace contextRef="#ctx0" brushRef="#br1" timeOffset="156379.06">25676 9168 35 0,'8'-5'292'16,"-1"4"203"-16,-2 4 210 0,1 4 35 0,-3 5-68 16,2 5-71-16,-2 4-59 0,2 3-74 15,0 4-69-15,1 1-73 0,3 4-57 0,1 1-32 16,1 1-41-16,1 1-30 0,1-3-25 15,4-6-25-15,-2 0-36 0,4-6-36 0,-2-7-19 16,4-3-3-16,-1-9-3 0,-1-7 2 0,3-5-3 16,0-7 2-16,-2-5 19 0,-3-6 9 15,0-1 17-15,-3-6 13 0,-2-1 12 0,0-1 5 16,-4 1-9-16,-3-2 1 0,-3 2-11 16,-6 2-12-16,-1-1-13 0,-3 2-9 0,-5 0-12 15,0 2-13-15,-6 1-7 0,0 0-5 0,-5 4-2 16,0 5-1-16,1 2-1 0,0 5-1 15,0 6-2-15,-1 7-2 0,0 6-1 0,2 5-2 16,2 5-1-16,-1 8 0 0,7 2-2 0,-2 2-1 16,8 5-12-16,3 0-26 0,4 4-49 15,2-2-62-15,3 2-60 0,0 1-109 0,4-1-158 16,5 0-249-16,0-3-245 0,2-4-214 0,1-6-147 16,6-5 226-16,0-5 509 0</inkml:trace>
  <inkml:trace contextRef="#ctx0" brushRef="#br1" timeOffset="156985.1">26628 8594 13 0,'-10'-16'473'0,"0"4"426"16,-6 2 262-16,2 3-13 0,-7 2-326 0,2 4-275 15,-3 2-161-15,-1 4-91 0,-3 2-49 16,2 3-23-16,-1 2-22 0,-2 2-35 0,0 2-30 16,2 1-20-16,3-1-25 0,0 2-26 0,3-1-21 15,4 4-13-15,2-2-15 0,4 1-8 16,5 1-5-16,0 0-3 0,8 0 0 0,2-1-1 16,5 2-1-16,5-1-2 0,3-2 3 15,3 1 1-15,3-3 0 0,2 0 1 0,3-2-1 16,2-2 1-16,1 0-1 0,-1 2 0 0,-1-3 0 15,3 1 0-15,-4 1 2 0,-4-1-1 16,1 4 3-16,-3-2 0 0,-5 3 1 0,-2 0-1 16,-2 1-1-16,-3 1 4 0,-5 1-2 0,-4 0 0 15,-2 0 2-15,-2-1-2 0,-6 2-1 16,-3-1-2-16,-2 2 0 0,-4-4 1 0,1 1-1 16,-6-1 2-16,2 0 1 0,-1-2 0 0,-2-3 0 15,2 0-1-15,2-3-1 0,2-5-1 16,0-1 0-16,3-5 1 0,2-5-3 0,3-1-2 15,4-5-1-15,0-4-1 0,6-3 1 16,1-4-1-16,2-4 0 0,6-4 2 0,-2-1 1 16,3-4 2-16,2-2-2 0,2-2-1 0,-1-3 0 15,1-1 3-15,0 2 1 0,-2-4-2 0,0 1 1 16,-1 1 1-16,-3-1 0 0,-1 2-2 16,-3 3 0-16,-1 3 1 0,-3 6 3 0,-2 4 2 15,-3 4 2-15,-2 4 0 0,-6 3-2 0,1 5-1 16,-3 6-4-16,0 0-1 0,-2 8-2 15,-2 3-1-15,1 6-1 0,-3 2 0 0,1 5-1 16,3 2-18-16,-1 3-51 0,0 0-59 0,5 5-58 16,0-2-121-16,5 0-176 0,1 0-286 15,3-1-251-15,2-3-209 0,5-2-101 0,2-3 315 16,2-2 511-16</inkml:trace>
  <inkml:trace contextRef="#ctx0" brushRef="#br1" timeOffset="157719.76">27013 8565 292 0,'1'-2'567'0,"3"2"200"16,-1-1 106-16,0-3-213 0,4 2-161 16,0-3-93-16,3-1-40 0,0-2-23 0,5-3-37 15,0-2-55-15,1 0-49 0,5-2-42 0,-4 0-29 16,5 0 0-16,-1 1-2 0,0-2-12 16,-1 3-19-16,0 1-23 0,-2 1-13 0,-1 2-6 15,-1 3 14-15,-2 4 17 0,-1-1 16 16,-2 8 7-16,-1 1 8 0,-4 7-15 0,-3 1-24 15,-1 5-22-15,-4 6-17 0,-3 3-6 0,-3 2-8 16,-1 4-2-16,0-1-5 0,-3 1 1 0,2 0-3 16,2-2-5-16,0 0-5 0,3-3-3 15,-2 0-3-15,7-5-1 0,0-2-1 0,2-2-2 16,3-2 3-16,3-2-1 0,3-2 0 16,5-2 1-16,0-5 2 0,4-1-1 0,4-3 1 15,1-1-1-15,2-4 2 0,0-1 0 16,1-1-1-16,2 2 1 0,0-3-2 0,1 3 1 15,-1-2-1-15,-4 4-1 0,1 4 0 0,-2 3-1 16,-3-1 2-16,-2 7 1 0,-3 2 0 0,-4 3 0 16,-4 5 2-16,0 2-1 0,-5 0 0 15,-3 0 0-15,-4 2 2 0,-2 2-2 0,-4-1 7 16,-2 2 4-16,-5 3 5 0,0 2 5 0,-6 1 1 16,0 0 1-16,-5 1-3 0,-2-1-6 15,1 0-2-15,0-3-6 0,-2-2-3 0,3-3-1 16,0-6-2-16,3-4-3 0,3-3-2 0,3-7-5 15,2-4-13-15,2-4-25 0,2-4-67 16,3-2-66-16,3-4-112 0,3-1-171 0,3-1-299 16,1 2-324-16,4-3-232 0,3 1-159 15,0 1 274-15,1 1 594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27:15.821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5671 3654 31 0,'0'-5'414'0,"0"4"324"16,-2-1 209-16,-1 2 33 0,3 0-308 0,-1 3-191 16,1 2-97-16,1 2-52 0,2 5 37 0,2 4 21 15,2 6-34-15,2 5-47 0,0 4-39 0,3 7-32 16,0 6-55-16,1 5-47 0,2 10-18 16,-2 3-16-16,1 9-17 0,1 2-14 0,0 4-14 15,-2 2-8-15,3-1-15 0,-2 1-9 0,1-2-8 16,0 2-4-16,0-4-5 0,0-5-4 15,0-6-3-15,0-5-2 0,-2-7-1 16,-1-5-1-16,1-6 1 0,-3-4-1 0,-1-6 0 16,-1-5 0-16,-1-5-1 0,-1-5-5 0,-2-1-11 15,-1-6-18-15,-1-4-48 0,-2-9-75 0,-3-4-119 16,-3-9-180-16,0-7-298 0,-4-8-343 16,0-5-317-16,-5-9-144 0,-3-7 335 0,-2-8 641 15</inkml:trace>
  <inkml:trace contextRef="#ctx0" brushRef="#br0" timeOffset="531.51">5546 3727 74 0,'3'-4'457'0,"-1"-1"281"0,3 1 180 0,2 1 95 15,1-4-317-15,4 4-206 0,0-4-91 16,2 1-42-16,5-1-23 0,-1 1-36 0,5-2-34 15,4 1-19-15,2 1-23 0,2 0-28 16,4 1-32-16,3 2-40 0,3 2-32 0,0 4-29 16,1 1-5-16,0 7-5 0,-1 2-7 0,-1 4-6 15,-1 5-6-15,-4 4-6 0,0 2-10 0,-7 5-3 16,-1 5-2-16,-6 4 1 0,-4 3-1 16,-4 4-1-16,-4 4 0 0,-6 3-2 0,-3 3-2 15,-3-1 1-15,-6 3-2 0,-1-3 3 0,-3-2-1 16,1-1 3-16,-1-3-1 0,-1-7 0 15,3-2 1-15,1-6-4 0,1-4-3 0,1-4-2 16,3-8-2-16,2 0-1 0,3-5-4 0,2-3 0 16,3-2 1-16,3-4-1 0,4 0 1 15,2-4-1-15,2-2 2 0,3-1 1 0,5-1 1 16,-1-2 2-16,4 3 0 0,3 0 2 0,0 0-1 16,2 3 1-16,-2 3 2 0,2 3-1 15,-2 1 1-15,-2 2 1 0,-2 4 1 0,-3 3 0 16,-2 2-1-16,-5 3 1 0,-2 4-1 15,-6 1-2-15,-5 2 1 0,-3 4-3 0,-6 3 9 16,-2 2 3-16,-6 1 9 0,-3 3 4 0,-1 0 4 16,-6-2 2-16,0 2-5 0,-3-1-6 15,-1-3-7-15,-2-1-5 0,-2-3-5 0,2-3-1 16,-2-3-3-16,4-5 0 0,1-3-3 16,2-8-11-16,7-1-18 0,0-8-37 0,6-4-75 15,3-6-90-15,6-4-166 0,3-4-284 0,6-4-325 16,5-2-343-16,2-2-192 0,6-2 143 0,0-1 664 15</inkml:trace>
  <inkml:trace contextRef="#ctx0" brushRef="#br0" timeOffset="1085.94">7124 5218 167 0,'-1'-4'492'0,"-1"1"301"16,-1 1 202-16,1-1-129 0,0 1-194 15,2 2-138-15,2 2-99 0,0 3-4 0,3 6-26 16,-1 2-50-16,5 3-48 0,-1 5-41 0,2 4-35 16,-1 3-71-16,1 1-51 0,-2 5-31 15,0-1-24-15,1 1-14 0,-1-1-17 0,0 1-8 16,1-3-6-16,-4 0-3 0,2-4-4 15,-3 0-1-15,1-4-8 0,-2 1-21 0,1-5-67 16,0-2-71-16,-4-7-137 0,0-2-217 0,-4-5-311 16,0-9-342-16,0-2-239 0,-4-5-76 15,-2-7 489-15,-4-3 589 0</inkml:trace>
  <inkml:trace contextRef="#ctx0" brushRef="#br0" timeOffset="1284.08">7028 4947 115 0,'1'-6'660'16,"1"3"400"-16,-2 1 101 0,1 2-107 0,1 0-389 16,2 2-318-16,1-1-157 0,-2 2-71 15,2 0-33-15,2 2-24 0,-1-1-23 0,3 1-17 16,-1 1-8-16,0 1-6 0,3-1-6 0,0 2 1 16,4-2-3-16,0 1-17 0,-2 1-58 15,4-2-112-15,-2 1-145 0,0 1-277 0,1-1-273 16,3 2-220-16,-3 0-27 0,1-1 308 15,2 3 402-15</inkml:trace>
  <inkml:trace contextRef="#ctx0" brushRef="#br0" timeOffset="1728.02">7808 5127 153 0,'8'-1'567'0,"-4"-2"382"16,-3 1 225-16,-1 0-140 0,-3 0-234 15,0 2-154-15,-4 0-131 0,0 4-104 0,-3-2-93 16,-3 3-58-16,-2 1-70 0,-1 2-64 0,-3-1-39 16,-3 4-22-16,1 1-13 0,-3 1-12 15,1 0-8-15,-1 3-6 0,1-1-7 0,2-2-4 16,0 2-4-16,5-1-3 0,-1-1-3 0,6-2-4 16,0-2-1-16,3 1-2 0,3-2-2 15,4-1 1-15,1 0-3 0,3 1 2 0,3 0 0 16,5-4 2-16,0 1 1 0,7 1 1 15,2-3 1-15,4 1 1 0,1 0-1 0,4-2-1 16,-1 2 0-16,2-2-1 0,2 1 0 0,-1 0 0 16,-1 2 1-16,-2 1 1 0,-2 0 0 15,-2 1 1-15,-2 4 0 0,-4-2 1 0,-3 3 1 16,-3 3 1-16,-6-2 2 0,0 3-1 16,-6 3 0-16,-2-1 0 0,-7 1 0 0,-1 2-2 15,-2 0 0-15,-6 0 0 0,0 0 0 0,-2-1 0 16,0 0-1-16,-4-4 0 0,3 0-1 15,-2-3-1-15,1-2-2 0,3-3-2 0,0-2-2 16,0-3-8-16,6-5-19 0,2-2-57 0,2-6-65 16,2-2-77-16,4-5-129 0,6-1-168 15,-1-5-249-15,6-1-245 0,4-2-213 0,1-2-92 16,1 1 281-16,2-1 469 0</inkml:trace>
  <inkml:trace contextRef="#ctx0" brushRef="#br0" timeOffset="2058.17">8044 5235 213 0,'22'4'501'0,"-1"5"249"16,-2 3 224-16,1 5-113 0,-2 1-175 0,1 3-146 16,0 1-67-16,-2 4-31 0,2-1-58 15,-1 2-84-15,0-1-57 0,1-1-38 0,-1-1-48 16,2-4-49-16,-2-2-47 0,4-2-24 0,-2-5-18 16,2-2-7-16,-1-5-2 0,-2-2-2 15,0-6 2-15,2-2-4 0,-3-2 1 0,0-6-1 16,-1-1-1-16,-2-3 8 0,-1-3 5 15,-3 0 6-15,-3-3 9 0,-2 0 5 0,-4-3 4 16,-4-1-3-16,-4 1-1 0,-2-3 2 0,-5-1-2 16,-4 3 3-16,-1 1 2 0,-5 1 0 0,-4 6 1 15,-2 2-6-15,-2 6-4 0,-2 1-8 16,-1 8-8-16,-1 3-6 0,-1 6-6 0,2 3-6 16,-1 5-2-16,3 4-2 0,2 3-2 15,3 1 0-15,5 1-3 0,1 2-10 0,7-2-30 16,3-1-72-16,6-1-75 0,5-1-136 0,4-2-186 15,5-2-312-15,5-2-330 0,7-3-213 0,1 1-76 16,7-4 415-16,2 0 544 0</inkml:trace>
  <inkml:trace contextRef="#ctx0" brushRef="#br0" timeOffset="2893.94">10824 4273 45 0,'-2'0'444'0,"1"2"304"15,-1-2 172-15,5 0 12 0,3-2-314 16,4 2-168-16,4-3-94 0,7 0-42 0,4 0-8 15,5-2 26-15,3-1-26 0,5-2-39 0,2-3-34 16,1 3-27-16,0-2-30 0,0 1-37 16,0-2-35-16,-3 3-34 0,0 0-25 0,-5 1-13 15,-1 1-8-15,-2 0-13 0,-5 2-5 16,-1-1-3-16,-8 1-9 0,-2 2-48 0,-3-2-63 16,-8 3-90-16,-1-2-159 0,-7 3-231 0,-1-1-317 15,-6-1-271-15,-5 2-193 0,-5-3 111 16,-2 2 527-16</inkml:trace>
  <inkml:trace contextRef="#ctx0" brushRef="#br0" timeOffset="3143.71">11086 4015 139 0,'10'-6'346'16,"2"-1"165"-16,4 1 144 0,6-3-153 0,3 1-104 16,7-1-19-16,1 0 1 0,2-1 24 15,5 1 13-15,2 1-21 0,-1 2-41 0,-1 1-35 16,4 3-3-16,-4 4-2 0,-2 4-29 0,-2 5-20 15,-4 3-24-15,-2 2-30 0,-6 5-48 16,-4 3-50-16,-6 3-31 0,-3 2-27 0,-6 4-14 16,-5 1-14-16,-5 2-9 0,-4 0-8 15,-4 2-5-15,-2-2-5 0,-1-2-2 0,-3-2-2 16,1-3-1-16,-1-1-11 0,3-7-33 0,-1-3-71 16,1-5-78-16,2-4-149 0,4-3-223 0,1-6-315 15,5-1-312-15,4-5-198 0,1-2 13 16,5-3 514-16</inkml:trace>
  <inkml:trace contextRef="#ctx0" brushRef="#br0" timeOffset="4409.13">13202 3782 45 0,'0'-4'256'16,"0"2"135"-16,0-3 132 0,0 1-69 0,0 1-97 16,-4-1-32-16,4 1 18 0,0 0 39 0,-2 0 28 15,0 2 23-15,2-3-16 0,0 3-41 0,-2-1-64 16,1 1-61-16,-2 1-53 0,1 0-55 15,-1 3-40-15,0 0-18 0,-1 3 7 16,1 3 12-16,1 1 8 0,-1 5 17 0,2 2 16 16,1 6 3-16,1 2-15 0,1 6-19 0,-1 1-16 15,4 5-19-15,-1 1-20 0,0 3-20 0,1 0-10 16,4 0-7-16,-4-1-9 0,3-2-3 16,0-4-6-16,5-5-1 0,-4-3-3 0,4-6 2 15,-1-4 2-15,3-4-2 0,0-5 2 16,2-5 3-16,0-5 0 0,0-6 0 0,2-6-1 15,1-5 1-15,-2-5-1 0,1-5 0 0,-1 0 0 16,0-3-3-16,0-2-2 0,-2 2-1 0,-1-1-1 16,-2 4-2-16,0-2-2 0,-1 4 0 15,0 1 1-15,-2 2 0 0,0 3 3 0,-2 4 1 16,-2 3 0-16,0 2 0 0,-1 4 1 16,-2 3 1-16,-1 2 2 0,1 4 1 0,-1 4 3 15,-1 4 4-15,-1 5 6 0,0 4 4 0,-1 2 1 16,-1 5 1-16,-1 3-1 0,1 1 1 0,1 3-7 15,-1-1-1-15,2 0-4 0,0 2-4 16,0-2-1-16,3-3-5 0,-1-3-2 0,3-3-3 16,1-5 0-16,1 0-1 0,3-6 2 15,-2-2 0-15,4-5 0 0,0-6-6 0,3-3-25 16,0-5-65-16,1-3-67 0,1-3-80 0,-1-4-121 16,2-3-144-16,-2 0-136 0,1-2-38 15,0 1-8-15,-3-1 44 0,-1 2 137 0,1 2 172 16,-2 1 153-16,-2 1 119 0,0 4 95 15,-4 1 112-15,2 4 128 0,-3 3 107 0,-2 3 78 16,-2 1 37-16,1 4-17 0,-2 4-61 0,0 1-67 16,0 3-28-16,0 3-18 0,2 3-23 15,-1 2-27-15,3 0-30 0,-3 2-35 0,2 1-50 16,2-4-50-16,0 2-41 0,2-4-19 16,2 0-12-16,0-4-7 0,4-1-1 0,-1-7-1 15,6-1 3-15,-4-6-2 0,5-3 3 0,-1-4 3 16,0-3-5-16,0-3 1 0,2-1-2 0,-3 0 0 15,0-2-1-15,-2 3 1 0,0-1-1 16,-3 3 0-16,-2 1 0 0,-4 4-1 16,2 2-1-16,-2 1 0 0,-3 3 2 0,0 3-2 15,-3 3-1-15,2 4 0 0,-4 5 4 0,1 4-4 16,-1 6 9-16,-1 3 3 0,-3 5 4 0,4 3-1 16,-1 7 6-16,0 2 7 0,1 7-2 15,-1 3-2-15,2 5 0 0,-3 6 1 0,1 3 0 16,2 5-2-16,-3 3 4 0,-2-1 7 15,0 2 9-15,-4 0 5 0,-2 0 4 0,-1-2 3 16,-1-6-5-16,-5-2-5 0,-1-4-9 0,-1-6-7 16,-3-7-9-16,-3-7-6 0,0-9-5 15,-3-5-3-15,0-6-1 0,0-6-3 0,-1-7 0 16,1-7-2-16,1-5-3 0,-1-7-10 0,5-7-14 16,2-6-26-16,3-7-66 0,6-4-74 15,1-4-142-15,5 0-221 0,5-3-310 0,3 2-351 16,6-2-254-16,-1 0-77 0,9 2 526 15,1 1 624-15</inkml:trace>
  <inkml:trace contextRef="#ctx0" brushRef="#br0" timeOffset="5009.21">14375 4242 21 0,'-2'9'513'0,"4"0"465"16,-4-1 227-16,2 0-61 0,0-2-358 16,0 0-314-16,0-3-211 0,0-2-107 0,3-2-51 15,-1-2-17-15,4-4-6 0,2-7 4 0,3-4 1 16,0-5-7-16,2-8-11 0,4-2-21 16,1-4-16-16,-1-4 2 0,2 0 4 0,-1 1 6 15,-1 3 15-15,-3 3 23 0,-1 3 25 0,-4 6 5 16,-1 3 3-16,0 6 4 0,-5 4-12 15,0 3-19-15,-3 6-23 0,-1 5-20 0,-2 5-15 16,-3 8-12-16,1 4-5 0,0 6-4 0,0 3 1 16,4 4 1-16,-3 1-4 0,4-1 2 15,0 0-3-15,4 0 0 0,-3-2 0 0,4-3-3 16,1-3-1-16,4-3-4 0,-1-5-1 16,2-4 0-16,3-6 1 0,3-4 0 0,0-8 2 15,2-8 2-15,3-4 2 0,2-7 0 0,-1-3-2 16,0-4 0-16,0-1 4 0,1 1-3 0,-4 2-1 15,0 3 2-15,-5 3-1 0,-2 5 0 16,-2 5-2-16,-3 2-1 0,-2 5 0 0,-1 1 1 16,0 6 1-16,-4 6 1 0,1 2 1 15,-2 6 2-15,0 4-3 0,0 2-1 0,0 3-26 16,0 2-75-16,-2-1-80 0,2-2-154 16,0 2-254-16,2-4-324 0,2-1-337 0,-1-3-204 15,2-2 63-15,0-3 588 0</inkml:trace>
  <inkml:trace contextRef="#ctx0" brushRef="#br0" timeOffset="5399.86">15200 4048 96 0,'6'5'885'0,"1"-2"687"16,-4 1 21-16,0-1-310 0,1 0-431 16,-1-2-365-16,1-1-225 0,-1 0-118 0,0-2-61 15,2-4-31-15,0-3-18 0,2-3-9 0,2-5-5 16,0-1-5-16,1-3-6 0,2-1-6 15,1-2-1-15,0 1-1 0,3-1-2 0,-4 3-1 16,2 1 1-16,-2 4 1 0,2 2-1 16,-5 3-1-16,3 3 0 0,-2 4 1 0,0 2 1 15,0 5 1-15,-1 6 1 0,-3 3 2 0,2 3-1 16,-1 4 1-16,-3 1 0 0,5 2-1 0,-4 1-1 16,3 1-1-16,0-1-2 0,1-1-1 15,1-3-2-15,1 0 0 0,2-3-2 0,-2-2-2 16,5-5-5-16,-4-4-10 0,6-5-15 15,-4-1-12-15,2-6-3 0,-2-4-19 0,3 1-19 16,-2-2-4-16,-1 0 3 0,-1 2 2 0,-4 2-1 16,4 4 25-16,-5 2 23 0,-2 3 11 15,2 4 11-15,-2 1 4 0,-1 3-5 0,-2 3 0 16,-1 3 0-16,-1 0 2 0,-1 1-21 0,-1 3-30 16,1-3-27-16,-2 0-101 0,0-4-166 15,-1-2-290-15,3-4-265 0,0-1-235 0,0-5-153 16,2-7 270-16,-1-2 522 0</inkml:trace>
  <inkml:trace contextRef="#ctx0" brushRef="#br0" timeOffset="5575.28">15848 3411 612 0,'-10'-36'1486'0,"-2"6"192"16,-3 8-289-16,0 6-345 0,0 3-476 15,3 4-275-15,1 3-138 0,0 3-70 0,5 3-39 16,1 1-27-16,2 4-14 0,1 2-25 15,2 0-70-15,2 6-73 0,1-3-129 0,0 3-197 16,2-3-318-16,3 2-338 0,1 0-231 0,4-1-93 16,1 1 432-16,4 1 579 0</inkml:trace>
  <inkml:trace contextRef="#ctx0" brushRef="#br0" timeOffset="6176.45">16436 3265 53 0,'5'-21'312'0,"0"2"206"0,0 1 235 0,-2 1 60 15,-1 0-73-15,-1 4-87 0,1-1-81 0,1 3-22 16,-2 3-26-16,-1 1-78 0,3 2-85 15,-3 1-59-15,0 2-44 0,2 0-63 0,-2 2-65 16,-2 2-41-16,2 4-25 0,-3 5-12 16,-1 5-7-16,-1 6-1 0,-3 8 1 0,2 3 4 15,-2 9-2-15,-1 2 0 0,-1 7-3 0,0 2-7 16,1 3-6-16,3 0-9 0,-1 0-4 16,4-3-7-16,1-4-4 0,2-4-3 0,4-6-4 15,2-5 0-15,1-4-2 0,5-6-2 16,-1-4-1-16,5-7 0 0,-2-5 1 0,3-5 0 15,3-6 2-15,0-6 0 0,4-6 2 0,-3-4 1 16,2-3 2-16,-1-2 0 0,-1 1 0 0,-2-1 1 16,-2 3-1-16,-3 4 0 0,-4 4 0 15,-1 1-2-15,-2 3 0 0,-3 6-1 0,0 3-1 16,-3 5-1-16,-2 4-1 0,-1 8 0 16,0 1 1-16,-1 4 1 0,-2 2-1 0,5 2 1 15,-1-1-9-15,2 1-21 0,3-2-52 0,0-3-77 16,1-4-113-16,8-2-186 0,-2-4-303 15,3 0-344-15,5-7-311 0,1-1-143 0,3-4 303 16,2-4 652-16</inkml:trace>
  <inkml:trace contextRef="#ctx0" brushRef="#br0" timeOffset="6796.19">18264 2948 42 0,'5'-16'553'16,"3"3"468"-16,-2 2 183 0,-1 4-90 15,0 2-365-15,-2 4-300 0,4 4-168 0,2 6-25 16,-3 5 11-16,5 6 7 0,-3 6-13 0,3 3-15 16,-3 7-35-16,0 2-62 0,0 6-47 15,-5 0-33-15,0 7-20 0,-3-1-16 0,-2 1-14 16,1 2-9-16,-2-5-6 0,-2-2-4 0,2-2-3 16,0-7-2-16,1-4-2 0,1-8-15 15,-1-4-50-15,1-4-61 0,-1-9-74 0,0-5-137 16,1-10-189-16,-1-8-303 0,2-7-263 15,2-6-213-15,-1-7-45 0,-2-4 407 0,-1-4 500 16</inkml:trace>
  <inkml:trace contextRef="#ctx0" brushRef="#br0" timeOffset="7049.48">18346 2824 281 0,'9'-4'487'0,"-1"4"186"0,4 1 153 15,2 5-224-15,3 2-126 0,3 1-50 0,2 3 2 16,1-2-16-16,3 6-50 0,-2-2-45 15,3 3-8-15,-2 2 7 0,0 2-21 0,-1 3-34 16,-5 0-22-16,1 4-31 0,-5 4-47 0,0 1-46 16,-5 3-34-16,-1 3-18 0,-4 3-19 15,-2 0-13-15,-3 1-11 0,-3 0-9 0,0-1-4 16,-6-2-6-16,0-4 0 0,-2-1-1 16,-1-4-3-16,-3-3 2 0,-2-5-9 0,0-4-19 15,-4-3-50-15,1-4-65 0,-1-4-62 0,-3-3-109 16,2-3-140-16,0-2-159 0,5-4-142 0,-1-2-193 15,6-1-205-15,0 0 11 0,5-3 271 16,4 1 352-16</inkml:trace>
  <inkml:trace contextRef="#ctx0" brushRef="#br0" timeOffset="7330.18">18546 3551 6 0,'25'2'226'16,"0"2"137"-16,2 0 153 0,-3 2 12 0,3-2-102 16,0-1-36-16,1 0-34 0,-1-3-1 15,3 0 26-15,0-4-1 0,-1-4-13 0,1-3-37 16,-2-4-25-16,0-3-41 0,-2-1-47 15,-4-1-9-15,0-5 31 0,-1 4 21 0,-5-1 11 16,-2 2-7-16,-6-1-22 0,-2 2-43 0,-3 1-54 16,-1 1-45-16,-4 2-31 0,-3-1-23 0,-1 2-14 15,-2 1-11-15,-4-2-6 0,0 6-8 16,-2-1-1-16,0 4-4 0,-2 5-2 0,0 1-2 16,-1 5-3-16,1 2 1 0,1 7 0 15,3 1-2-15,3 3 3 0,-2 4 0 0,6 3 2 16,0 0-3-16,5 1 0 0,3 4-2 0,2 1 1 15,3-1-12-15,3-3-47 0,2-1-74 16,2-1-104-16,2-4-170 0,5-2-304 0,-1-3-341 16,4-2-309-16,3-4-148 0,4-2 265 15,4-4 634-15</inkml:trace>
  <inkml:trace contextRef="#ctx0" brushRef="#br0" timeOffset="7901.98">19537 2639 260 0,'2'-13'604'0,"-4"3"340"16,1 1 168-16,-1 1-248 0,-1 4-224 0,-2 1-184 16,0 3-127-16,0 3-112 0,1 4-81 15,-4 5-54-15,2 5-25 0,-1 6-6 0,1 6 15 16,-2 7 44-16,4 2 54 0,-3 6 33 0,2 5 14 15,2 3-3-15,-2 3-20 0,-1 4-39 16,3 1-46-16,1 2-33 0,1-2-25 0,2-5-19 16,4-2-12-16,4-8-8 0,1-7-6 0,1-6-3 15,5-5 2-15,-2-7-1 0,4-6 2 16,-1-6 2-16,-1-5 2 0,1-7 0 0,-1-7-1 16,0-4 0-16,-2-5 1 0,0-3-3 15,-3-3 2-15,-3-1 2 0,-3-1 0 0,-2 1 0 16,-3-1 0-16,-1 1 1 0,-4-1-1 0,-2 1 0 15,-2 3 2-15,-2 2 3 0,1 2 2 0,1 4 0 16,-2 3-2-16,1 2-1 0,1 3-3 0,-2 5-6 16,5 3-4-16,-2 6 1 0,-1 5-1 15,-1 4 2-15,3 3-1 0,1 4 2 0,1 3 0 16,0 3-8-16,4 0-26 0,-2 1-56 16,1-1-58-16,2 3-70 0,2-3-127 0,1-1-182 15,0-4-291-15,0 0-242 0,5-4-213 0,-1-2-81 16,2-4 354-16,0-5 521 0</inkml:trace>
  <inkml:trace contextRef="#ctx0" brushRef="#br0" timeOffset="8392.04">19793 3220 373 0,'3'-15'905'0,"-1"4"336"15,-2 1 56-15,0 2-233 0,0 3-319 16,-2 3-255-16,2 2-148 0,-3 2-88 0,3 4-84 0,-1 5-79 15,-3 0-44-15,4 6-23 0,0 2-13 16,0 3-4-16,2 3-3 0,1-1-2 16,2 2-1-16,0-3 1 0,1-1-3 0,5-1-1 15,0-4 1-15,1-3-1 0,3-4 0 0,0-3 0 16,2-5 4-16,-3-4 1 0,5-3 3 16,-3-4 1-16,1-6 1 0,0-1-3 0,-2-4-1 15,-2-1 1-15,1-3-2 0,-1 1 0 0,-3-1-1 16,-2 2 0-16,0 1 0 0,-3 0 1 15,1 1 0-15,-3 3-1 0,-1 0 2 0,-1 3 0 16,3 3 6-16,-4 3 2 0,0-1 4 16,1 4-2-16,-1 1 0 0,0 1-3 0,0 3-4 15,-1 0-7-15,1 4-3 0,0 2-2 0,-2 2-1 16,0 2 2-16,2 3 0 0,0 2 4 0,0 6 1 16,0-1 0-16,0 5 4 0,0 5 2 15,0 3 3-15,0 7 3 0,-1 3 4 0,-1 7 6 16,-1 3-1-16,-1 1 0 0,1 6 0 15,-1 1-1-15,1 0-1 0,0-1-6 0,0 0-2 16,-2-4 0-16,-3-2-4 0,2-5-1 0,-2-2-1 16,-2-8-2-16,-4-5 0 0,1-5-1 15,-2-5 1-15,-3-8-1 0,-1-2-2 0,-1-7-7 16,-1-5-18-16,-4-6-52 0,0-3-70 0,-1-6-81 16,2-5-149-16,4-4-222 0,0-8-316 15,3 1-262-15,2-6-195 0,2-1 24 0,4-1 494 16</inkml:trace>
  <inkml:trace contextRef="#ctx0" brushRef="#br0" timeOffset="8894.09">20399 3261 127 0,'3'6'400'0,"2"0"218"0,-2 0 206 15,2 1-42-15,-2-1-126 0,3 3-96 0,1-3-64 16,3 0-65-16,0 0-55 0,6-4-27 15,1 3-32-15,2-5-32 0,2 0-34 0,3-5-21 16,2-3-38-16,1-3-57 0,2-2-47 16,-3-3-30-16,3-3-16 0,-2 0-13 0,-3-3-9 15,-2 1 1-15,-2-2 3 0,-4 2 4 0,-2 0 7 16,-6 1 5-16,0 2 6 0,-4 2-4 0,-4 1-2 16,-4 1-8-16,-1 2-7 0,-3-1-8 0,-4 2-5 15,-1 3-4-15,-2 2-4 0,-1 1-1 16,-5 5-2-16,2 2-2 0,-3 2-2 0,-2 5-1 15,2 3 1-15,1 4 1 0,3 0 1 0,0 3 0 16,1 3 1-16,6 3 0 0,-2 2-1 16,7 1 0-16,3-1-1 0,1 4-1 0,4-1 1 15,2 1-1-15,3-3-1 0,4 0 0 16,1-3-2-16,1-3-11 0,4-2-34 0,1-4-75 16,-1-5-88-16,0-4-159 0,1-2-239 0,3-7-329 15,-1-5-340-15,-1-5-192 0,2-6 69 0,1-4 579 16</inkml:trace>
  <inkml:trace contextRef="#ctx0" brushRef="#br0" timeOffset="9090.4">21112 2654 81 0,'1'-19'694'0,"-1"5"572"0,-1 6 222 0,-4 0-147 16,2 5-412-16,0 5-369 0,-2 1-196 15,0 4-122-15,0 2-92 0,1 3-65 0,-2 2-38 16,1 2-19-16,0 2-12 0,2 1-9 0,0 3-3 15,-1-1-4-15,3 3-1 0,-1 1-2 0,2 0-19 16,-1-2-59-16,1 4-66 0,-3-4-121 0,6 1-205 16,-2-1-309-16,2 2-329 0,2-3-254 15,0-2-109-15,0 0 398 0,0-6 613 0</inkml:trace>
  <inkml:trace contextRef="#ctx0" brushRef="#br0" timeOffset="9566">21575 3013 49 0,'2'-7'566'16,"-4"1"468"-16,-4 0 230 0,1 1 4 0,-1 1-311 16,-1 2-298-16,-3 1-202 0,2 2-113 15,-4 1-76-15,-2 1-82 0,2 3-77 0,-1 1-42 16,-1 4-24-16,1 0-15 0,-3 5-11 0,5 2-7 16,-3 0-2-16,3 3-2 0,1 4-4 0,1-1 2 15,3 2-2-15,2-1-2 0,3-2-2 16,2-3 1-16,4-2-2 0,2-4 1 0,3-3 0 15,3-5 0-15,3-5 2 0,2-4 1 0,2-6 1 16,2-4 0-16,0-7 1 0,4-3-3 16,-1-2 0-16,-2-2-2 0,3 0 1 0,-5 0 1 15,-3 1 1-15,-2 6 4 0,-2 0 4 0,-6 7 3 16,0 3 2-16,-4 3 1 0,-2 4-2 0,-4 6-2 16,-2 1-1-16,-2 11-4 0,-2 1-1 15,-2 6 0-15,0 5 0 0,0 0 0 0,2 1-2 16,0 3-3-16,5-3 0 0,3 1-11 0,0-4-61 15,5-2-79-15,2-4-151 0,2-3-275 0,3 0-316 16,6-7-388-16,2-2-283 0,2-5 24 16,5-4 677-16</inkml:trace>
  <inkml:trace contextRef="#ctx0" brushRef="#br0" timeOffset="10320.04">22953 2282 19 0,'-2'-4'398'15,"0"1"357"-15,1-1 305 0,-3 2 68 0,4-1-312 16,-3 1-240-16,3 0-125 0,0 0-63 16,0 0-42-16,0 2-51 0,0 0-39 0,0 0-33 15,2 0-45-15,-1 2-50 0,-1 2-50 16,0 3-29-16,0 6-10 0,0 5-5 0,0 6-5 15,0 7-1-15,0 4-2 0,0 5-3 0,-1 5-1 16,-1 1-2-16,2 2-2 0,3-2-4 0,1 1 0 16,1-4-2-16,4-1-7 0,0-4-7 0,4-5-3 15,4-3-1-15,1-4-1 0,4-6 3 16,0-5 0-16,2-5 2 0,0-4 2 0,1-2 0 16,0-4 2-16,0-4 1 0,-3 0-2 0,-1-2 2 15,0 2-1-15,-3-4 0 0,-2 2 0 0,0 1 0 16,-5 0 0-16,1-2-1 0,-3 3 3 0,-1-3 1 15,-4 2 0-15,3-3 1 0,-2-2 1 16,1-2 3-16,-3-3 2 0,2-2 9 0,-4-2 7 16,1-2 8-16,0-3 7 0,-2-3 8 0,1-1 3 15,-1-3 1-15,-1 0-4 0,1 0-7 0,-4-1-7 16,3 1-9-16,-3-2-9 0,1 4-8 0,-3 1-5 16,3 2-3-16,-2 2-3 0,4 4-2 15,-4 1-1-15,3 4-3 0,1 5-2 0,-1-1-10 16,2 4-13-16,2 4-17 0,-1 1-24 0,6 2-58 15,-2 5-74-15,4 1-92 0,-1 1-150 0,1 5-242 16,4 2-318-16,1 1-257 0,3 1-176 16,-2 2 140-16,4 1 540 0</inkml:trace>
  <inkml:trace contextRef="#ctx0" brushRef="#br0" timeOffset="11110.03">23708 2592 78 0,'-5'3'758'0,"-2"0"718"0,-3-2 145 15,0 2-263-15,0-1-426 0,-2-1-368 16,3 2-206-16,-4-1-143 0,5 1-79 0,-1 1-49 16,1 0-33-16,-1 4-22 0,2 0-15 0,1 1-9 15,1 2-4-15,2 3-3 0,-2 0-2 0,4-1 0 16,2 2-3-16,1-1 0 0,4 1 1 0,0-3 0 16,2 1-1-16,2 1 1 0,4-6 1 15,0 4 0-15,4-6 0 0,2 1 1 0,-1-4 0 16,3-1 0-16,0-4 1 0,2-2 0 0,2-5 0 15,-3 1-1-15,2-3 2 0,1 1-1 0,-4-2 1 16,-2 0 0-16,-2 0 1 0,-2 1 0 0,-2 2 1 16,-5 0-1-16,1 3-1 0,-4 2-1 15,2-1 0-15,-3 4-1 0,-2 1 0 0,-1 1 1 16,-1 5 1-16,-1 1 0 0,0 4 2 0,-1 2-1 16,-1 1 0-16,0 1-1 0,2-1-2 0,-1-2 0 15,1-3-1-15,1 2 0 0,1-4-1 0,1-2 2 16,2-4 1-16,1-2 2 0,2-4 0 15,0-5 1-15,2 0 1 0,-2-7-2 0,4 0 0 16,-1-4-1-16,2-5 0 0,-1-2 1 0,0 0-1 16,0-6-1-16,-1 0 1 0,2-3 0 0,-4 0 0 15,4-2 0-15,-1-3 2 0,0 0 4 0,2-1 2 16,-1-2 2-16,-1 1 1 0,1 1 3 0,-2 5 5 16,-1 4 5-16,-3 5 6 0,1 7 4 15,-3 4 2-15,-2 3-3 0,1 4-7 0,-4 5-7 16,-2 6-9-16,0 2-6 0,-3 7-4 0,1 5-2 15,-3 3-1-15,1 4-1 0,0 4 0 0,-1 4 1 16,1 1 0-16,0 5 2 0,-4 1 0 16,2 0 0-16,2 1 1 0,-1 1 1 0,4-1-2 15,-3-2 0-15,6-3 0 0,0 0-1 0,5-2-1 16,-1-5 0-16,3 0 0 0,1-4 0 16,2-4 0-16,0-3 0 0,3-2 1 0,0-4 0 15,-1-5 1-15,1-6 0 0,3-1 1 0,-5-7-1 16,5-3 1-16,-5-1 0 0,1-4 0 0,0-2 0 15,-3-4 0-15,3 2 0 0,-3-4-1 16,-1 0 0-16,0-2 0 0,-1-3 1 0,0 3 1 16,-1-4 0-16,0 0 0 0,-1 0 1 0,3-1 0 15,-3 2 1-15,1 0-2 0,0 4 1 0,-1 2-2 16,0 4 1-16,-1 2-2 0,0 5 1 0,-3 3-1 16,1 4 0-16,-1 1-1 0,-1 6-1 15,0 4 1-15,0 4-1 0,-1 5 0 0,-1 5-1 16,1 5 1-16,-4 7-1 0,2 2 1 0,-3 8 2 15,2 3 0-15,0 5 1 0,-3 5 1 0,1 4 1 16,1 2-1-16,1 4-3 0,2-2-3 0,4-2-2 16,4-2-14-16,3-7-25 0,2-4-72 15,2-9-84-15,3-6-169 0,1-6-288 0,2-7-342 16,2-7-408-16,1-7-238 0,-1-7 95 0,-1-7 754 16</inkml:trace>
  <inkml:trace contextRef="#ctx0" brushRef="#br0" timeOffset="11997.91">24806 2571 154 0,'-4'7'524'16,"1"1"340"-16,0 1 212 0,1 0-147 0,1 0-253 15,1-1-204-15,1 0-139 0,3 0-89 16,0-1-71-16,6-2-27 0,-1-2 16 0,2-2 38 16,5-2 21-16,0-5 2 0,1-1-4 0,4-3-26 15,-4-5-43-15,4-1-41 0,-2-3-31 16,0-2-16-16,0 1-12 0,-5-3 0 0,-3 4 3 15,-2-2 4-15,-1 4 0 0,-4 1 0 0,-3 1-4 16,-1 2-8-16,-1 1-7 0,-3 4-8 0,0 0-7 16,-4 4-9-16,-2 1-5 0,1 4-2 15,-2 4-4-15,-2 2-2 0,4 3-2 0,-3 4 1 16,0 4 1-16,2 2 0 0,1 2-2 0,0 5 2 16,2 2-1-16,1 2 0 0,2 2 0 0,1 0-2 15,2 2 0-15,1-3-1 0,1-1-2 0,6-3-2 16,-1-2-2-16,4-4-10 0,4-2-16 15,-1-7-44-15,0-3-73 0,4-2-69 0,-2-6-91 16,0-6-126-16,0-3-132 0,0-3-66 0,0-5 32 16,1-2 33-16,0-3 94 0,-2-2 164 0,0 0 151 15,-2-4 121-15,-3 1 96 0,3 0 105 0,-3-3 101 16,0 3 79-16,0-3 38 0,1-2-5 0,-4 2-38 16,2 0-55-16,2 2-53 0,-4 5-27 15,0 1 0-15,-1 5 10 0,-2 3-1 0,1 4-11 16,0 2-25-16,-1 3-37 0,-1 3-40 0,-1 4-32 15,3 2-18-15,-3 5-13 0,-1 2-3 0,3 0-4 16,1 3-4-16,-3 2-6 0,3 1-5 16,-1 3-2-16,3-2-4 0,-3 1 1 0,2 0-1 15,-1 0-1-15,1-1-3 0,0-3-2 0,4 0 1 16,-2-2-2-16,-2-3 0 0,1-1 2 0,0-4 1 16,0-2 4-16,1-4 3 0,-2-1 6 15,1-3 4-15,-1-4-1 0,2-2-1 0,-2-2-1 16,0-1-5-16,0-3-4 0,0-2-2 0,-2 0-4 15,4-3-1-15,-2-2-1 0,2-2 0 0,-1 0-1 16,0-1-1-16,4 0-2 0,-4 1 0 16,2 3-11-16,0 0-26 0,0 3-51 0,0 2-50 15,-2 2-47-15,2 2-61 0,1 3-87 0,1 0-101 16,0 3-89-16,0 3-143 0,2 2-248 0,-3 1-187 16,7 3 7-16,-2-2 262 0,3 4 361 15</inkml:trace>
  <inkml:trace contextRef="#ctx0" brushRef="#br0" timeOffset="12324.28">25936 2311 264 0,'12'-1'755'0,"-4"-2"417"16,-3 1 251-16,-2 1-241 0,-3-1-294 0,-3 2-253 15,-2 0-184-15,-3 2-117 0,-4-2-120 16,-1 1-79-16,-2 1-43 0,-2 1-26 0,0 0-17 16,1 1-12-16,-3 2-8 0,1 2-7 0,-2 0-4 15,2 3-2-15,2 2-2 0,-2 1 0 0,5 1-4 16,0 1-1-16,1 4-2 0,4 1-3 15,1 0-2-15,4 5 0 0,-1-2-2 0,6 1-1 16,1-1-1-16,6-1-1 0,3-4 0 0,5-3-1 16,0 1 1-16,9-7 2 0,0 0 1 0,4-4 1 15,5-5 1-15,2-1 1 0,2-4 0 0,5-4-1 16,3-2 0-16,-2-1-1 0,0 0 0 0,-1 1 0 16,-6 0 0-16,-2 2-2 0,-4 1 1 15,-5 4-2-15,-6 0 0 0,-3 3-1 0,-2 4 0 16,-7 2 1-16,-2 6-7 0,-2 1-12 0,-1 4-20 15,-2 2-57-15,-1 3-79 0,-1 3-124 0,2 3-200 16,-1 0-303-16,1 3-352 0,3 4-291 16,0-1-111-16,3 5 397 0,-1 1 657 0</inkml:trace>
  <inkml:trace contextRef="#ctx0" brushRef="#br0" timeOffset="13520.77">22238 2841 106 0,'-2'5'672'15,"1"5"446"-15,1-6 118 0,0 0-135 0,0 1-420 16,1-3-295-16,2 0-173 0,2 1-77 0,4-3-43 16,3 0 20-16,0-3 7 0,6 1-4 0,2 0-14 15,1-1-14-15,2-1-2 0,3-1-36 0,0 2-20 16,3-1-13-16,-1 2-4 0,0 0-33 16,0 2-54-16,1 0-117 0,-4 4-218 0,-2 0-284 15,-1 0-309-15,-1 2-270 0,-4 1-115 0,-4 4 383 16,-2 1 594-16</inkml:trace>
  <inkml:trace contextRef="#ctx0" brushRef="#br0" timeOffset="14569.86">17954 9205 270 0,'2'0'917'0,"-2"2"493"16,0 1 10-16,-2 1-203 0,1 2-493 0,1 2-263 15,-2 2-144-15,2 2-105 0,2 1-65 16,-1 0-50-16,1 4-31 0,1-4-25 0,1-3-14 15,0 0-13-15,2-2-7 0,-1-2-3 0,3-3 1 16,2-4-1-16,0-3 1 0,2-6 1 16,-1-3 2-16,1-5 0 0,0-3 7 0,0-2 7 15,-2-1 15-15,-4 3 17 0,-1 1 22 0,-2 6 13 16,-3-2-3-16,-2 7-4 0,-1-1-12 16,-3 3-18-16,-2 4-18 0,-1 3-13 0,-1 1-9 15,0 6-6-15,2 1-3 0,-2 5-1 0,2 3-1 16,-1 1 0-16,2 0 0 0,2 4-1 15,4 0 0-15,-1 0 0 0,4 1-1 0,-1-3 0 16,2-1 0-16,5 1 0 0,0-6-1 0,2-3-1 16,2-4-1-16,2-3 0 0,5-6 0 15,2-7 0-15,1-7 1 0,0 0 0 0,3-7 1 16,-4-3 1-16,0-1 1 0,-7-1 3 16,2 2 1-16,-7 3 5 0,0 2 4 0,-5 4 4 0,-4 1 2 15,-6 4-1-15,-2 2 0 0,-4 2-4 16,-3 5-4-16,-3 1-4 0,-4 4-2 0,0 3-2 15,0 6-2-15,-4 2 0 0,3 2 0 16,-1 6 1-16,7-1 0 0,-2 4 0 0,4 1 0 16,1-1 0-16,6-1-1 0,2 2 0 15,3-5-1-15,3 0-1 0,1-3 0 0,4 0 0 16,3-3-1-16,0-4 0 0,4-1 0 0,0-7 0 16,3-2 1-16,-2-5 0 0,3-5 1 0,0-2-1 15,-2-5 1-15,3-1-1 0,-4 0 1 16,0-2 0-16,-4 1 2 0,-1 4 0 0,-3 1 2 15,-2 0 1-15,-3 2 1 0,-2 5-1 16,-4-1 0-16,0 3-1 0,-2 3 0 0,-3 1-1 16,-2 5 0-16,0 3 0 0,-1 3 0 0,0 5 0 15,-2 1 0-15,4 3-1 0,-4-2 1 0,6 4-1 16,-1-5 0-16,5 4-1 0,-2-4-1 16,3 1 0-16,2 0-1 0,2-3 0 0,1 0 0 15,-2-2-1-15,2 0 0 0,2-2-1 16,-1-2-1-16,1 0-8 0,1-2-16 0,0-2-26 15,2-5-58-15,-1 0-86 0,1-8-170 0,0-1-278 16,1-4-332-16,1-3-402 0,0-5-305 16,1-4 64-16,0-3 767 0</inkml:trace>
  <inkml:trace contextRef="#ctx0" brushRef="#br0" timeOffset="15235.9">18101 8704 8 0,'-1'-5'386'0,"-2"-1"329"0,-3-4 257 0,1-4 97 15,0 0-286-15,2-8-235 0,0-1-158 16,-1-6-101-16,3-3-62 0,1-6-69 0,0-3-62 15,0-3-34-15,1-2-21 0,3-1-9 16,-3 0-17-16,2 0-5 0,1 2-3 0,-1 2-3 16,0 7-3-16,0 1-4 0,2 6-12 0,-5 4-54 15,0 6-127-15,0 0-180 0,-5 6-290 16,2 3-270-16,0 2-236 0,-4 4-25 16,-1 2 382-16</inkml:trace>
  <inkml:trace contextRef="#ctx0" brushRef="#br0" timeOffset="15453.94">17956 8005 115 0,'3'-11'380'0,"1"-5"182"16,-1-2 165-16,4-6-38 0,1-3-172 0,4-4-74 0,0-5-24 15,2 0 1-15,0-3-41 0,2-2-63 16,2 1-65-16,-1 4-49 0,-1 3-50 0,-2 1-41 16,0 7-34-16,-3 6-22 0,-2 2-18 15,1 6-17-15,-3 5-11 0,-1 6-6 0,2 9-3 16,0 6-4-16,-4 8 2 0,1 5 5 0,-1 7 3 15,-1 6 2-15,2 8-2 0,-2 3-14 16,0 5-60-16,1 5-140 0,1 1-172 0,-2 3-295 16,2 1-276-16,2 1-244 0,-1 1-17 0,3-4 392 15</inkml:trace>
  <inkml:trace contextRef="#ctx0" brushRef="#br0" timeOffset="16103.97">18163 10219 266 0,'-2'-3'496'0,"1"2"236"0,-1 1 90 0,-2 0-135 15,2 1-111-15,-1 4-94 0,2 0-73 0,-4 5-68 16,3 3-62-16,-1 0-67 0,1 6-45 16,-1 3-27-16,1 4 8 0,-1 4 24 0,2 4 21 15,1 2 6-15,-5 4 2 0,4 1-15 16,-2 2-38-16,1 1-41 0,-1 0-35 0,-1-1-21 16,1-3-23-16,3-3-14 0,-1-4-8 0,1-5-6 15,1-4-2-15,-1-4-2 0,3-2 2 0,1-6-10 16,-3-3-37-16,3-2-55 0,-3-5-50 15,1-4-69-15,-1-4-98 0,-1-6-101 16,0-4-59-16,0-3-18 0,0-3-8 0,-1 0 29 16,-1-2 97-16,-1 1 116 0,-2 1 100 0,0 2 94 15,2 2 89-15,-2 3 93 0,2 2 93 0,-1 2 78 16,2 2 43-16,0 5-6 0,2-1-38 16,0 3-56-16,0 2-68 0,2 2-67 0,1 3-47 15,3 2-19-15,2 4-15 0,0-1 4 0,3 0 16 16,0 3 8-16,2-2 6 0,3-3 3 15,-2 1 2-15,5-3-2 0,-1-3-18 0,2-4-5 16,0-4-4-16,1-4-9 0,1-6 2 16,0-3 1-16,-1-4-40 0,-4-3-101 0,0-5-147 15,-5 2-250-15,-3-1-275 0,-3-2-251 16,-6 3-105-16,-6-1 244 0,-5 1 421 0</inkml:trace>
  <inkml:trace contextRef="#ctx0" brushRef="#br0" timeOffset="16669.93">17278 9988 283 0,'-11'29'606'0,"0"-7"223"15,4-5 69-15,6-7-252 0,4-5-289 16,5-7-189-16,8-8-98 0,1-6-42 0,10-9 25 16,6-5 39-16,8-9 33 0,5-7 62 0,9-8 29 15,5-5 3-15,9-5-43 0,0-5-49 16,8-3-40-16,4-3-65 0,2-3-12 0,0 0 0 16,2-2 2-16,2 2 5 0,-3 1 8 0,-1 2 8 15,-5 5-56-15,-5 1-90 0,-5 5-113 16,-8 4-131-16,-3 3-186 0,-6 4-279 0,-7 6-170 15,-3-1 24-15,-6 5 242 0,-5 3 306 16</inkml:trace>
  <inkml:trace contextRef="#ctx0" brushRef="#br0" timeOffset="16935.93">18927 8328 168 0,'-22'10'423'16,"-2"3"208"-16,-4 4 167 0,-2 0-122 16,-2 4-112-16,-3 1-82 0,-1 4-67 0,-2 1-47 15,-3 3-49-15,1 2-64 0,0-1-64 16,6 2-46-16,2-3-22 0,4-1-25 0,6-6-26 15,6-4-19-15,6-5-19 0,7-5-15 0,10-4-10 16,3-9 1-16,10-4 0 0,6-8-2 16,6-3-6-16,6-4 1 0,4-6-2 0,5 0-10 15,-2-1-2-15,1 1-6 0,1 2 4 0,-5 1 2 16,-4 4 3-16,-3 3 5 0,-5 5 3 16,-3 1 4-16,-9 7-3 0,-2 3 1 0,-5 5-2 15,-6 5 2-15,-7 3 4 0,-3 7 2 0,-7 4 3 16,-4 3-14-16,-4 6-30 0,-5 3-93 15,-9 3-150-15,-1 3-232 0,-6 3-283 16,-4 2-264-16,-6 1-173 0,-5-1 176 0,-2 1 452 16</inkml:trace>
  <inkml:trace contextRef="#ctx0" brushRef="#br0" timeOffset="17276.08">17235 9893 142 0,'-2'8'620'0,"1"1"349"16,-5-3 116-16,-1 2-102 0,1 0-366 0,-2 3-245 15,-3 1-134-15,-2 3-55 0,-1 3-28 0,-2 3-19 16,-2 4-25-16,1 4-6 0,-5 7 10 15,4-1 20-15,0 5 19 0,-1-4-4 16,5 0-11-16,1-1-24 0,4-5-27 0,4-4-36 0,3-4-32 16,6-5-11-16,2-1-7 0,5-7-2 15,3-4-1-15,6-5-1 0,1-7 4 0,3-8-1 16,3-1 5-16,1-8 0 0,1-3-31 16,1-3-53-16,-2-2-59 0,1-2-120 0,-5 0-183 15,1-2-311-15,-2-1-272 0,-1-1-220 16,-5-1-77-16,0 1 364 0,-4-3 508 0</inkml:trace>
  <inkml:trace contextRef="#ctx0" brushRef="#br0" timeOffset="17861.96">17038 9099 64 0,'-4'20'526'0,"4"2"357"0,0-3 167 0,5 2-53 15,7 2-371-15,5-2-318 0,6 1-157 16,10-2-48-16,7-2-13 0,11-2 9 0,4-2 35 15,10-5 16-15,8-2 8 0,9-4-26 0,6-3-25 16,5-3-28-16,5-3-40 0,2-1-21 16,3-3-9-16,0 1 0 0,0-3-5 0,-1 1 0 15,-4 2 0-15,-3 1-3 0,-7 0-7 0,-5 4-6 16,-6 1 2-16,-10 2 3 0,-9-1-2 16,-7 4-1-16,-10-2 4 0,-8 1 48 0,-8 1 107 15,-7 1 59-15,-6 3 23 0,-8-2 2 0,-8 4-9 16,-6-1-44-16,-6 4-76 0,-8-1-47 15,-4 2-24-15,-7 0-14 0,-3 3-7 0,-6 0-1 16,-1 0 3-16,-4 0 8 0,3 0 4 0,-1 0 9 16,4 0 5-16,5-6 3 0,5 1-2 15,4-3-6-15,4-3-8 0,8-1-10 0,4-3-8 16,8-4-10-16,4-2-4 0,7-4-2 0,7-3 0 16,7-2 0-16,6 0 3 0,4 0 2 15,5-1-1-15,4 2 2 0,2-4 0 0,2 5 1 16,0-1 0-16,2 3 0 0,-3 0-1 15,0 3 0-15,-2 1 0 0,-4 2 0 0,-3 2 0 16,-3 0 1-16,-4 2 0 0,-4-1 0 16,-5 2-11-16,-3 0-29 0,-6 0-76 0,-3 0-72 15,-7 0-136-15,-2 2-193 0,-9-2-316 0,-3 0-320 16,-6 0-206-16,-3 0-67 0,-5-2 429 0,-5 0 540 16</inkml:trace>
  <inkml:trace contextRef="#ctx0" brushRef="#br0" timeOffset="18261.93">17197 9301 483 0,'-11'14'1102'16,"-2"-3"371"-16,-4 0-64 0,1-4-302 0,-3 0-469 15,2-4-224-15,-1-6-130 0,-2 1-104 16,4-10-72-16,-1-3-44 0,2-4-31 0,3-8-19 16,2 0-7-16,4-3-4 0,3-5-1 15,3-2 0-15,3-4 2 0,3 1 0 0,2-2 0 16,2 1-3-16,6 4-3 0,-2 1-1 15,3 6-3-15,4 4-3 0,-2 4 0 0,6 7-1 16,3 4 0-16,4 6 1 0,5 7 2 0,1 6 3 16,6 5 4-16,0 4 1 0,3 5 2 0,1 2 0 15,4 5-1-15,3 1-1 0,0 0-1 16,2 4 0-16,-2-2-56 0,1 0-83 0,0-1-178 16,-4 1-274-16,-1-3-308 0,-3 4-401 15,-5-4-286-15,-5-1 100 0,-2 1 738 0</inkml:trace>
  <inkml:trace contextRef="#ctx0" brushRef="#br0" timeOffset="23036.03">7075 6611 141 0,'-2'5'361'0,"1"0"171"16,-1-1 157-16,2-1-130 0,-3 0-79 15,2 0-17-15,-1-3 6 0,2 2-3 0,-2-2-37 16,1 0-62-16,1 0-72 0,0 3-69 15,0-3-51-15,0 2-38 0,0-2-13 0,0 1-3 16,0-1 5-16,0 0 11 0,0 0-2 0,0 0-9 16,0 0-17-16,0 0-22 0,0 0-20 15,0 0-17-15,1 0-17 0,1 0-8 0,-2 0-7 16,0 0-4-16,0 0-3 0,0 0-8 16,0 0 1-16,2 0-3 0,-1 0-4 0,-1 0 0 15,0 0 0-15,0 0 1 0,3 0-2 0,-3 0 2 16,3 0 1-16,-1 0 2 0,1 0 3 15,0 0-2-15,2 0 0 0,0 0-2 0,-2 0 0 16,3 0-2-16,0 0-1 0,1 1 1 0,-1-1 1 16,1 1 0-16,0 2 1 0,1-3-1 15,0 2 0-15,0 0 1 0,0 1 1 0,2-2 1 16,-1 3-1-16,2-2 3 0,-3 1 0 16,3 0-2-16,0 2 0 0,0-2 14 0,-1 3 9 15,1-2 3-15,-2 2 5 0,1-1-1 0,2 2 4 16,-4-1-16-16,2 2-4 0,1 1-1 0,-3 0 5 15,0 0 2-15,0 0 3 0,-1 1 7 16,1 0 3-16,-3 1 0 0,2 2-4 0,-3 0 1 16,1-1 3-16,-2 0-7 0,0 1-3 15,-1 1-2-15,-1-1 4 0,-1 2-2 0,-1 0-3 16,-1 0 0-16,0 2-1 0,-1 0-2 0,2-1-6 16,-4 0-4-16,2 2-1 0,-2-2-3 15,2 3-1-15,0-1-2 0,-2 0 0 0,2 1-2 16,-3 1 0-16,4 1 1 0,-1-1-2 15,0 2 1-15,1-1-1 0,1-1 1 0,-1-1-1 16,2 2 0-16,0-3 0 0,0-2 0 0,2-1-1 16,-1 1 1-16,1-5-2 0,1 1 0 0,-1-3 1 15,1-2-1-15,1 1 0 0,-1-2 0 16,2 0 2-16,2-1-1 0,-1-3 1 0,3 2 1 16,-1 1 1-16,0-3-1 0,2 2 1 15,2-3-1-15,-2 2 2 0,1-2-2 0,0 2 0 16,2-1 1-16,-1 1 0 0,-1 0 0 0,1-2-1 15,0 3 0-15,-1-3 1 0,2 2-1 16,-2-2 0-16,0 2 0 0,0-2 0 0,0 1 0 16,-3-1 0-16,3 1-1 0,-3-2 1 0,0 2 0 15,-2-1 0-15,2 0 1 0,-3-1-1 16,-2 2 1-16,2 0 0 0,-2-1-1 0,0 2 2 16,-1 1 0-16,-1 3 1 0,1 1 0 0,-2 5 1 15,0-1-1-15,0 4-2 0,-3 1 0 16,3 0 0-16,-2 2-1 0,-1-1 2 0,1 1-1 15,-1-1 0-15,2 0 1 0,-1-1-1 16,0-1 0-16,1-1 0 0,-1-2 1 0,2 0-2 16,0-4 0-16,0-2-3 0,0 0-1 0,0-2 0 15,0 0-3-15,0-2 0 0,2 0-1 16,1-3 2-16,2 1 0 0,1-1 1 0,1-1 0 16,2 1-2-16,2-3-13 0,0 0-39 0,3 0-75 15,-1-2-90-15,3-2-162 0,-2 1-293 16,3 0-332-16,1-2-338 0,1 1-181 0,0 0 146 15,-2-1 647-15</inkml:trace>
  <inkml:trace contextRef="#ctx0" brushRef="#br0" timeOffset="24111.97">8596 8132 232 0,'-5'9'562'0,"0"-3"305"15,-1-2 202-15,-2 2-165 0,5-3-235 0,-2 0-147 16,4 0-106-16,-1-1-93 0,1-1-97 0,-1 0-82 16,2-1-48-16,3 2-43 0,-1-4-26 15,1 1-1-15,2-2 5 0,4-2 0 0,2-1 60 16,5-2 37-16,3-5 24 0,3 0-1 0,6-4-6 16,4-2-4-16,3-5-43 0,3-2-24 15,0-1-23-15,4-3-14 0,1 1-10 0,1-3-2 16,-2 0-9-16,-1 1-8 0,0 1-2 0,-5 1-3 15,1 3-1-15,-6 3-2 0,-1 2 0 16,-6 3 0-16,-5 2 1 0,-2 3 0 0,-4 3 2 16,-2 2 12-16,-3 1 12 0,-2 3 15 0,-4 0 15 15,1 2 12-15,-1 0 3 0,-4 2-9 16,-1 2-11-16,-3 2-12 0,-4 0-14 0,-4 3-12 16,1 4-6-16,-6 0-3 0,0 2-2 0,-5 2-2 15,1 2-1-15,-4 2 0 0,0 3-1 16,-1 0 0-16,-2 3-1 0,-2 3 0 0,-1 0 2 15,1 3 0-15,-1 1 0 0,0 2 1 16,1 1 0-16,0-1 1 0,2-1-1 0,2-1-1 16,1-1 0-16,5 1-1 0,0-4 0 0,1 0-2 15,5 0 0-15,-1-4 0 0,4-1-2 0,3 1 0 16,1-7 0-16,5-1 2 0,2 1-1 16,2-3 0-16,2 1 3 0,2-4-1 0,6 2 1 15,1-3 0-15,3 1 0 0,3-2 0 16,1-3-1-16,4-1 0 0,3-3-1 0,4-2 1 15,-1-1-1-15,4-4 0 0,-1-2 1 0,4 0 1 16,-1-1 0-16,2-4 1 0,-1 1-1 16,4-1 0-16,-1-1-12 0,0-1-25 0,-1 1-78 15,-1-2-98-15,0 0-178 0,-1 0-294 0,-4-2-342 16,1 2-405-16,-2 0-201 0,-1 0 218 16,-4 0 729-16</inkml:trace>
  <inkml:trace contextRef="#ctx0" brushRef="#br0" timeOffset="24687.99">9673 7741 265 0,'1'-10'648'0,"1"3"321"15,0 1 138-15,-2 2-233 0,0 3-270 16,0 2-182-16,0 3-124 0,0 3-75 0,1 6-49 15,-1 4 9-15,3 4 23 0,-1 4 19 16,2 5-4-16,-1 2-7 0,1 2-23 0,-1 4-43 16,0-2-42-16,2 1-35 0,0 1-18 0,0-4-17 15,0-1-12-15,2-4-9 0,-1-3-9 16,1-4-4-16,2-5-4 0,-1-2-1 0,2-4 0 0,2-5 0 16,-1-4 4-16,2-8 3 15,4-5 2-15,-1-6 2 0,3-5-1 0,-2-3 0 16,3-7 0-16,-2 1-2 0,0-5 0 0,-2 6-2 15,0-4 1-15,-2 3-1 0,-3 3 0 16,1 3-1-16,-2 3 0 0,-4 3 2 0,-1 2 0 16,0 4 0-16,1 3 0 0,-5 3 3 0,1 3-2 15,1 1 1-15,-3 4-1 0,2 5 1 16,-2 5 0-16,1 2-2 0,1 6 0 0,0-1 0 16,-1 5-3-16,1 1-1 0,1 1 0 0,2 1-3 15,-1 0-1-15,1-1-1 0,0-3-1 16,1 0-13-16,2-6-51 0,1 0-67 0,-2-3-84 15,1-6-145-15,0-2-205 0,1-5-324 16,-1 0-264-16,0-6-200 0,0-5 25 0,-2-2 463 16</inkml:trace>
  <inkml:trace contextRef="#ctx0" brushRef="#br0" timeOffset="24990.35">10068 7397 351 0,'-3'-3'749'0,"1"2"257"0,0 0 25 0,2 1-295 15,0 0-303-15,2 0-212 0,0 0-114 16,1 1-57-16,0 0-29 0,2 2 4 0,3-1 42 16,-1 3 25-16,3-1 10 0,0 2 38 15,-1 0 15-15,2 2 6 0,0-1-35 0,0 2-18 16,-1 1 22-16,0 3 5 0,0-1 18 15,-2 1 1-15,0 3 2 0,-3 0-5 0,3 2-34 16,-4-2-33-16,0 1-30 0,-1 0-23 0,0 0-19 16,-1-2-6-16,-1-1-5 0,1-2-44 15,1-4-56-15,0 2-90 0,-1-6-156 0,4 1-273 16,-1-5-315-16,1 0-274 0,2-3-190 0,1-3 170 16,-1-2 566-16</inkml:trace>
  <inkml:trace contextRef="#ctx0" brushRef="#br0" timeOffset="25970.01">10544 7391 202 0,'-8'-5'571'0,"0"0"362"16,2 1 217-16,-4-2-169 0,4 2-238 0,0 3-101 15,-1 0-96-15,4-1-106 0,-3 2-95 16,4 0-65-16,-1 0-70 0,0 0-79 0,3 0-51 16,-2 0-32-16,2 2-22 0,0 0-16 0,4 2-7 15,0 3-6-15,4 1-1 0,2 3 0 0,4 2 5 16,3 2 6-16,5 1 10 0,2 0 6 16,5 1 5-16,2-2 3 0,1 2 2 15,6-4-4-15,-2-1-7 0,2 1-4 0,0-2-4 16,0-2-3-16,-2 1-2 0,-3-2-3 0,-1 0-2 15,-2-2 0-15,-3 0 0 0,-5-1 0 0,-3-1 6 16,2 2 6-16,-9-1 7 0,2 1 8 16,-4-1 8-16,-2 3 6 0,-2 0 2 0,-2 1 1 15,-3 5-2-15,-4 0-2 0,0 4-6 16,-5 2-5-16,-3 2-6 0,-5 1-8 0,-2 7-3 16,-4-2-7-16,-3 2-3 0,-3 3-3 0,-1 1 0 15,-1-1-3-15,-1 1 0 0,1-3-2 0,1-2 1 16,1 0-1-16,2-3-2 0,4-4 1 15,0-3-1-15,6 0 0 0,0-6-3 0,5-2-10 16,2-2-20-16,1-3-29 0,5-5-69 16,1-1-92-16,4-5-176 0,1 0-283 0,3-5-328 15,4 2-388-15,-2-4-237 0,1 1 130 0,-1-1 739 16</inkml:trace>
  <inkml:trace contextRef="#ctx0" brushRef="#br1" timeOffset="30618.04">5160 11509 111 0,'3'3'329'16,"0"-1"129"-16,-1 1 113 0,1 2-132 0,-3-1-113 16,2 7-36-16,-1-3 45 0,1 5 80 15,0 0 54-15,-1 5 2 0,1 2-42 0,1 8-58 16,3 2-78-16,-1 4-59 0,1 7-36 16,2 4 1-16,-1 5 10 0,2 4-2 0,-1 5-3 15,2 5-10-15,0 3-26 0,-2 6-36 0,0 6-32 16,-1 3-23-16,2 5-14 0,-1 4-17 0,-3 5-7 15,1 4-9-15,-1 1-13 0,1 7 1 16,-1 3-5-16,-2 8-4 0,2 2-1 0,-2 3-7 16,2 7 1-16,-2 4-2 0,3 3-2 0,0 7 0 15,-1 5-5-15,2 5 7 0,-1 4 3 16,0 3 1-16,2 4-2 0,-2-3-3 16,3 0 5-16,-3-2-6 0,3-4 7 0,-1-5-9 15,0-6 2-15,-3-6 2 0,2-6 0 0,-2-8 1 16,0-5-4-16,-2-6 6 0,1-8-3 0,-1-8 1 15,-2-4-6-15,1-8-2 0,0-6 0 0,0-6-5 16,0-9 4-16,-2-5 2 0,0-8-1 0,0-8-5 16,0-8-15-16,0-6-34 0,-2-9-65 15,0-5-61-15,-3-6-105 0,-2-11-139 0,-4-7-166 16,-1-9-199-16,1-6-224 0,-7-8-202 0,2-9 39 16,-4-6 318-16,-4-8 386 0</inkml:trace>
  <inkml:trace contextRef="#ctx0" brushRef="#br1" timeOffset="31416.08">4994 11607 68 0,'4'1'310'16,"-1"0"166"-16,-2-1 170 0,4 0-28 0,-4-1-46 15,2-1-35-15,-1-5-16 0,1 1-10 16,2-1-50-16,-2-4-74 0,2 0-87 0,0-2-55 16,1-1-29-16,2-3-13 0,0-2-16 0,4-1-16 15,-4-3-19-15,2-1-30 0,2-1-31 16,0-1-35-16,-1 0-22 0,3 3-13 0,-3-2-11 15,0 5-5-15,3 0-6 0,-4 2-1 0,2 4-2 16,-4 3 2-16,2 2-1 0,-2 4 15 16,1 2 8-16,-1 5 13 0,0 2 7 0,0 7 2 15,-2 4-1-15,2 4-12 0,-3 3-7 16,1 8-11-16,0 1-4 0,1 2-6 0,-1 5 1 16,-1-1 0-16,3 5-2 0,0-2 0 0,0 2-42 15,0 1-63-15,0-3-86 0,2 0-160 16,-2 2-293-16,2-1-328 0,1-2-299 0,0 0-197 15,-1-1 158-15,0 2 623 0</inkml:trace>
  <inkml:trace contextRef="#ctx0" brushRef="#br1" timeOffset="33931.87">5173 16874 218 0,'0'-1'388'15,"-2"1"175"-15,2-1 64 0,0 1-135 0,-3-2-99 16,3 2-69-16,0-2-63 0,0 2-61 16,0 0-67-16,0-1-63 0,2 1-40 0,-1-1-28 15,2 1-11-15,2-2-4 0,2 0 2 0,2 1 1 16,0-2 8-16,4 0 5 0,1 0 58 0,2 2 30 15,5-4 18-15,-1 2 12 0,1-2 22 16,4 1 5-16,2-1-46 0,0 0-25 0,0-1-13 16,1 0-8-16,2-2-22 0,0 2-12 0,0-1-4 15,2-1 0-15,1 2-5 0,-1-1-18 0,1 0-12 16,0 2 60-16,2 1 61 0,-2-2 30 0,2 2 7 16,0 2 17-16,-1-2 7 0,0 1-53 15,-3 2-53-15,1-2-28 0,1 1-15 0,-1 2-6 16,-1-3-4-16,-1 0-5 0,0 2-1 0,-1 0-2 15,1-2 2-15,0 2 0 0,-2 0-1 0,0-1 4 16,0 0 1-16,-1 1 1 0,3 1-4 0,-2-1 2 16,-1-3 2-16,2 3-4 0,-1 1-2 15,2-1 1-15,-2-1 0 0,1 1 4 0,1 1-3 16,0-2 2-16,0 1-1 0,0-1 0 0,2 1 1 16,-2 1-2-16,0-2 0 0,0 1-2 0,1 1 1 15,-1-2 0-15,-1 0-1 0,1 1 0 0,0 1-2 16,0-3 0-16,0 2 2 0,-1-1 1 15,1 1-2-15,0-2-1 0,2 0 1 0,-1 2 2 16,-1-3 0-16,2 2 1 0,1-2 1 0,-1 1 0 16,-1-1 2-16,4 2 1 0,-4-1 1 0,4 1-5 15,-2 0 0-15,1 1 2 0,-3-2-1 16,3 2-2-16,-3 0-3 0,1-1 2 0,-1 0 0 16,-2 2 0-16,1-1-2 0,0 1 1 0,-2 0 1 15,2 0-2-15,-3 0 0 0,3 0 0 16,-3 0 2-16,-1 0-1 0,1 0 1 0,-1 0 3 15,1 0 2-15,0 0 1 0,1 0 0 0,-1-1 0 16,0 1 0-16,-1-2-3 0,2 2-1 0,-1-2 1 16,1 1-3-16,1 1 1 0,-1-1 2 0,1-1-1 15,-1 1 4-15,2-1-2 0,2 1 0 16,-2-2-3-16,0 1 0 0,0-1-2 0,0 0-5 16,0 0 2-16,0 0 1 0,0 1 2 0,0-3-1 15,2 2 2-15,-1-1 0 0,-1-1 1 0,2-1-2 16,-2 4-1-16,3-4 3 0,-3 4-1 0,3-3 1 15,-1 0 0-15,0 0 4 0,1 1 0 16,0 0-3-16,0-2 2 0,2 1-2 0,-1 1 0 16,0 0 1-16,4-1 20 0,-2 2 11 0,1-1 7 15,-1 0-1-15,1 0 3 0,0-1 0 0,0 0-17 16,-1 2-15-16,1-4-5 0,-1 3-4 0,1-2-3 16,0 0-4-16,0 0 3 0,-1 0 3 15,-1 0 3-15,1 0 2 0,2-1 1 0,-2 0 1 16,2 1 2-16,-1 0-4 0,1-1-1 0,3-1 0 15,-2 2 2-15,0 0 1 0,1 0-7 16,0-1 0-16,-2 1 0 0,2-2-4 0,-1 2 1 16,-1-1-1-16,0 2 2 0,0-3 1 0,1 2-5 15,-1 0 2-15,0 2 2 0,0-2 62 16,0 2 41-16,2-1 21 0,1 2 10 0,1-1 2 16,-2-1-5-16,1 3-54 0,3-3-30 0,-3 2-20 15,2 0-10-15,1-3-7 0,-1 4-4 0,1-1-1 16,-1 0-2-16,2 1-1 0,-1-2-4 15,0 1 0-15,0 0 0 0,-1 0-5 0,3 0 0 16,-2 2 1-16,2-1 4 0,-2 1 8 0,-1 1-1 16,4 0 6-16,-4-2 3 0,4 2-3 0,-1 0-1 15,0-1-2-15,0 1 0 0,0 0-2 0,-2-2-4 16,0 2-2-16,1 0-1 0,0 0-5 0,-2 0-3 16,2 0 1-16,-1 0 0 0,0 0 3 15,-2 0 2-15,1 2 6 0,0-2 6 0,1 1 3 16,-1 1 3-16,1-1-2 0,-1 1-1 0,1-1-2 15,-1-1-2-15,0 1-5 0,-1 1 1 0,1-2 0 16,-2 0-2-16,0 0-1 0,-1 0-1 0,-1 0-1 16,2-2-3-16,-3 2-1 0,0-1 1 15,-1 1-2-15,0 0 1 0,-2 0 7 0,0 1-1 16,1 1 1-16,-1 0 3 0,0-1 5 0,0 2 0 16,1-1-4-16,-1 0 3 0,0 1 1 0,1-1-2 15,-1 1-2-15,0 0 0 0,0-3 0 0,-2 2-3 16,3-2 1-16,-3 3-2 0,0 0 0 15,1-2-1-15,-1 1-1 0,0 0-2 0,0-1-4 16,2 0 4-16,-2 3-3 0,-1-4 1 0,4 1 5 16,-3 0 5-16,2 1 0 0,-2 0 2 0,2-1 0 15,0-1 3-15,-2 1-1 0,2 1-3 16,3-2 0-16,-2 1 2 0,1-1 0 0,-1 0-3 16,1 2 0-16,-1-2 3 0,2 0-1 0,-2 0-1 15,0 0-3-15,3-2-4 0,-3 2-2 0,3-1-4 16,-1 1-1-16,-1-2-2 0,1 1 7 0,1 0 0 15,-1-1 3-15,-2 0 3 0,4 1 4 16,-1 0 2-16,-1-1-1 0,2 0 2 0,1 0 0 16,0 0 3-16,2 0-2 0,-1 1-3 0,0-1 1 15,0 1-3-15,-1-2 1 0,2 1-3 0,-2 2-3 16,0-5 1-16,2 4-3 0,-2-1-2 16,0-1-2-16,0 2 0 0,1 0 2 0,0-1 5 15,-2 0 1-15,-1 2 3 0,2-1 5 0,0 1-3 16,-2 0 0-16,1-1-3 0,0-1 1 0,-2 2-1 15,2-2-3-15,-1 1 4 0,-1 0-1 16,-2-1-2-16,1 2-2 0,-1-1 1 0,0-1 0 16,-1 1-2-16,-2-2-4 0,1 1 2 0,-3-1 0 15,2 1-1-15,-3 0-2 0,0 0 0 0,1-1 3 16,-5 2 0-16,1-2 4 0,0 0 1 16,-3 2 2-16,0-1 2 0,-1-1 0 0,-1 2-3 15,-1-3-1-15,-2 3 0 0,-3-1-1 0,1 1-1 16,-4-2 1-16,-1 3 2 0,-4-2 1 0,0 2 0 15,0 0 0-15,-5-2 3 0,0 2 6 0,1 0 12 16,-3-3 9-16,1 3 5 0,-1-1 4 0,-1 1 3 16,0 0-4-16,0-1-8 0,0 0-4 15,0-2 0-15,-1 3 1 0,-1-1-3 0,1-2-2 16,-1 0-4-16,-1 0-5 0,0-1-4 0,-2-2-6 16,0 0-2-16,1 0-1 0,-3 0 0 0,2 0 3 15,-3-1 0-15,-1-1 3 0,1 1 0 0,-1 1 0 16,-2-3-1-16,1 3-2 0,0 1-1 15,1-1-1-15,0-1 2 0,1 3 2 0,0 1 3 16,0 1 2-16,3 0 2 0,0-1-2 0,2 3-2 16,0-1-4-16,1 1-1 0,-1-2-4 0,3 2-3 15,-1-2-1-15,1 2-1 0,0 0-1 0,0 0-3 16,0 0 2-16,0 0-1 0,0 0 0 16,0 2 0-16,1-2 1 0,2 2 2 0,-1-1 0 15,3 2 1-15,0 0 1 0,0 0 0 0,1 1 1 16,3 2 0-16,-1 0 0 0,0 0 0 15,1 1 0-15,1-1 1 0,0 3-1 0,-2-2 1 16,1 2 0-16,-1 0 2 0,-2 1-1 0,1 1 1 16,-1 1-1-16,-2-1 1 0,0 2 0 0,-4 1-1 15,0-1 1-15,-2 0 0 0,-3 2-1 0,0 0 0 16,-2 0-2-16,-1 2 0 0,-2-2-1 16,-2-2 0-16,1 2-1 0,-2 0-2 0,-1-1 1 15,2-2-2-15,-1-1-8 0,0 0-16 0,0-2-29 16,2 0-71-16,1-1-75 0,0-2-135 0,0 1-223 15,2-2-310-15,0 1-338 0,2 0-219 16,0 0-69-16,2 1 483 0,1 0 616 0</inkml:trace>
  <inkml:trace contextRef="#ctx0" brushRef="#br1" timeOffset="34603.89">16551 17145 211 0,'-3'-2'492'0,"-1"1"255"0,1 1 165 15,3-2-205-15,0 0-168 0,2 0-117 0,1-1-87 16,0 0-49-16,3-2-35 0,0-1-34 0,2-1-31 16,2 1-20-16,2-2-12 0,3 1-24 15,2-1 2-15,2 2 15 0,3-1-1 0,0 2-10 16,4-1-14-16,-6 2-11 0,4 1-32 0,-2 3-6 16,-1 0-6-16,-1 2-3 0,-1 0 6 0,-3 3 5 15,-2 1 8-15,-1 3-19 0,-3 1-5 0,-1 2-1 16,-4 3-4-16,-4 2-4 0,-1 2-5 0,-5 4-3 15,-3 1-6-15,-4 1-2 0,-1 3-9 16,-2 3 3-16,-5-1-4 0,2 2 0 0,-3 0-2 16,2 0-1-16,0-1 0 0,3 0-6 0,0-1-2 15,4-4-2-15,-1-2-4 0,5 1-3 0,3-8-3 16,1 1-7-16,2-3-3 0,2-3-4 0,2-1-1 16,2-2-1-16,4-2 1 0,2-1 4 15,2-4 4-15,1-2 3 0,4-2 1 0,1-4 1 16,4-1 1-16,0-4 5 0,3-2 2 0,1-1 2 15,2-2-1-15,1-2 1 0,1-1-1 0,-2 0-8 16,2 1-12-16,-3-1-18 0,2 3-44 16,-4-2-70-16,0 5-73 0,-4-2-110 0,1 2-157 15,-3 1-203-15,-2 0-265 0,0 0-211 0,0 0-161 16,-4 0 138-16,0-2 445 0</inkml:trace>
  <inkml:trace contextRef="#ctx0" brushRef="#br1" timeOffset="34945.91">17322 17256 105 0,'6'0'351'0,"-3"0"195"0,-1 4 166 15,1 1-105-15,0 3-115 0,1-1-73 16,1 3-32-16,-1 2-9 0,5 3-10 0,-1 2-28 16,1-1-40-16,3 4-47 0,-1 1-41 0,2 3-19 15,4-2-4-15,0 2-25 0,3 0-14 0,0-1-21 16,2-2-18-16,-1-3-34 0,-1-3-34 0,4-3-17 16,-3-6-11-16,1-3-4 0,0-5 30 15,-1-5 14-15,1-5 10 0,0-5 18 0,-5-2 13 16,2-5 8-16,-2-5-22 0,-1 1-11 0,-2-4-11 15,-2-1-10-15,-3-1-12 0,0-1-13 0,-2 1-5 16,-4 0-2-16,-1 0 3 0,-4 4-3 0,-1-3-1 16,-4 4 4-16,-3-1 0 0,-2 5 0 15,-3 3-2-15,-1 0-2 0,-1 6-1 0,-1 2-2 16,-1 6-3-16,-1 2-5 0,0 3-3 0,0 5-3 16,-2 4-1-16,3 3-2 0,-2 5 0 0,1 2-1 15,1 4-1-15,-2 1 1 0,4 3-3 0,-1 2-6 16,2-1-12-16,2 2-25 0,0-1-51 0,2-1-62 15,-1-1-66-15,2 0-100 0,1-3-157 16,4-1-247-16,-1-4-248 0,3-2-214 0,-1-3-148 16,1-3 208-16,2-2 505 0</inkml:trace>
  <inkml:trace contextRef="#ctx0" brushRef="#br1" timeOffset="35180.17">17351 17190 292 0,'6'-3'928'0,"-5"1"357"16,1 1-34-16,-1 1-198 0,1 0-484 16,3 0-240-16,0 0-100 0,1 3-23 0,5-2-3 15,0 3-7-15,2-4-9 0,3 2-29 0,-2 2-31 16,5-3-37-16,0-1-27 0,1 0-17 0,2-1-14 16,0-3-11-16,4 0-10 0,-4-1-1 0,3-1-5 15,1-3-1-15,0 1-2 0,0 0-17 16,-5-1-61-16,2 0-67 0,-3 0-124 0,-2 1-204 15,-1 1-309-15,-1-1-336 0,-2 2-253 0,-4-1-118 16,-2-1 410-16,1 1 616 0</inkml:trace>
  <inkml:trace contextRef="#ctx0" brushRef="#br1" timeOffset="36227.19">5681 10270 235 0,'0'11'558'0,"-2"2"322"16,2 0 224-16,2 4-199 0,0 2-226 0,2 3-151 16,0 1-66-16,3 5-68 0,-1 0-79 0,2 2-62 15,1-1-45-15,-2 0-43 0,1 1-50 16,1-4-46-16,1-1-30 0,-2-1-19 0,0-2-7 15,1-1-2-15,-1-2-3 0,0-4-2 16,-2 0-2-16,2-1 1 0,-2-2-38 0,-1-3-58 16,0 1-62-16,-3-6-118 0,-1 1-185 0,-1-1-315 15,0 0-276-15,-3-2-227 0,0-2-92 0,-4 0 362 16,-1-6 533-16</inkml:trace>
  <inkml:trace contextRef="#ctx0" brushRef="#br1" timeOffset="36477.65">5486 10266 18 0,'5'-4'347'0,"2"1"234"0,0 2 198 16,1 1 135-16,3 1-266 0,3-1-148 0,2 3-63 15,1-1-48-15,4 2-54 0,0-2-79 16,1 0-70-16,-1 1-72 0,2-2-54 0,2 1-25 15,-1 1-16-15,1-3-8 0,0 1-5 16,-1 1-3-16,2-2 1 0,-3 1 0 0,1-1 2 16,-3 3-40-16,-4-1-112 0,0 1-170 0,-4 0-294 15,-5 2-265-15,-2 5-260 0,-3-2-78 16,-3 4 330-16,-4 1 462 0</inkml:trace>
  <inkml:trace contextRef="#ctx0" brushRef="#br1" timeOffset="36688.62">5611 10964 350 0,'3'20'627'15,"2"-5"198"-15,1 0 73 0,4-3-229 0,-1-1-236 16,5-2-122-16,-1 0-24 0,4-5-3 0,2-1-25 16,2-1-52-16,4-1-49 0,0-2-32 0,1-1-42 15,2-3-38-15,1 1-22 0,1-1-11 16,0-2-9-16,2 1 1 0,-2 0-20 15,0 1-97-15,-2-1-157 0,-3 0-298 0,2 2-260 16,-3 3-255-16,-2 1-152 0,0 1 264 0,0 0 482 16</inkml:trace>
  <inkml:trace contextRef="#ctx0" brushRef="#br1" timeOffset="39238.08">888 12085 361 0,'6'-1'699'0,"-6"1"273"15,0 0 81-15,7 0-298 0,-2 3-230 16,4 0-147-16,-3 4-95 0,2 4-61 16,3 3-40-16,-3 5-18 0,5 4-1 0,-1 3 0 15,3 6-7-15,2 4-6 0,-1 4-19 0,3 1-25 16,-3 1-29-16,4-1-29 0,-4 1-18 15,1-4-15-15,1-1-6 0,-4-4-7 16,2-2-7-16,-3-6-5 0,-2-4-3 0,-1-4-4 16,-1-2-34-16,-3-5-36 0,-3-5-43 15,-3-5-112-15,0-6-145 0,-3-5-182 0,-3-4-263 16,-3-4-244-16,-3-4-167 0,-2-1 185 0,-2-6 405 16</inkml:trace>
  <inkml:trace contextRef="#ctx0" brushRef="#br1" timeOffset="39696.01">894 11983 66 0,'7'-11'291'0,"2"3"140"0,-4 0 108 0,1 0-94 16,2 3-158-16,-1-1-79 0,3 0-4 16,2 1 87-16,3-1 46 0,0 2 87 0,5 4 16 15,-2-2-28-15,2 2-7 0,1 2-72 16,-2 4-5-16,1 1-37 0,-1 3-4 15,-3-1-21-15,1 5-36 0,-2 2-27 0,-4 4-42 16,1 3-44-16,-4 1-38 0,-1 3-20 0,-4 1-16 16,1 0-12-16,-2 3-7 0,-2-3-5 15,-2-1-3-15,2-2-5 0,0-5-4 0,0 2-3 16,0-5-5-16,0-1-4 0,2-3-1 16,1-1-1-16,2 0-1 0,1-4 0 15,4 2 0-15,2-2 3 0,3-2-2 0,2-2 3 16,2 0 4-16,0-1 0 0,0-1 3 0,-3-1 0 15,1 0-7-15,1-1-4 0,-3 0-3 0,0 2-1 16,-1 0 0-16,0-1-1 0,-3 1 9 0,0 2 3 16,-1 1 4-16,-4 1-1 0,2 1 3 0,-5 2-1 15,0 3 2-15,-1 2 1 0,-2 1-3 0,-2 3 4 16,-1 3-4-16,-2 0 2 0,-2 3-1 0,0-1-2 16,-1 3 1-16,0 0 5 0,-3-3 2 0,2 1 0 15,1-4 1-15,-3-1 0 0,3 0 0 0,0-4-6 16,3-3-4-16,-1-3-5 0,0-2-17 0,1-1-45 15,0-1-63-15,2-3-67 0,-2-3-118 0,-1-4-153 16,-2 0-230-16,7-3-267 0,4-2-221 0,4 0-135 16,0-4 221-16,-1 1 452 0</inkml:trace>
  <inkml:trace contextRef="#ctx0" brushRef="#br1" timeOffset="40064.31">1743 12366 245 0,'5'4'523'0,"0"-1"242"15,1 5 207-15,1 1-145 0,0 1-193 0,1 2-113 16,-1 2-65-16,-1 1-46 0,3 4-65 0,-1 1-76 16,2 1-62-16,-2 1-44 0,1-1-32 0,-2 3-28 15,-1-1-34-15,-1 0-20 0,-2 0-9 0,3-3-9 16,-3 0-16-16,-1-6-51 0,-1 0-52 0,1-4-67 15,-4-3-143-15,1-3-174 0,-1-4-290 16,-1-4-257-16,-1-4-234 0,-1-6-56 0,0-2 404 0,-3-4 466 16</inkml:trace>
  <inkml:trace contextRef="#ctx0" brushRef="#br1" timeOffset="40238">1663 12231 259 0,'-2'-4'659'16,"2"0"315"-16,0 3 102 0,2-1-254 0,-2 4-284 15,1-1-208-15,1 1-154 0,1 1-93 16,0 2-57-16,5-1-34 0,-3 2-12 0,1 1-10 16,2 1 16-16,3-1 5 0,0 2 4 0,1 0-8 15,0-1-64-15,1 1-110 0,-2-1-130 0,5-1-254 16,-2 0-245-16,3-1-164 0,0 0 63 0,-2-3 279 0,4 0 303 16</inkml:trace>
  <inkml:trace contextRef="#ctx0" brushRef="#br1" timeOffset="40557.03">2041 12229 31 0,'-5'-1'435'15,"0"1"396"-15,-1 0 304 0,-3 0 29 0,1 0-336 0,1 1-200 16,2 1-120-16,-1 1-102 0,4 0-93 16,-2-1-69-16,2 0-54 0,1 3-64 0,1-3-54 15,0 5-37-15,0-1-21 0,1 1-10 0,4 1-4 16,-2 0-1-16,3 5-3 0,-1-1 1 0,3 1 3 15,3 2-1-15,-1 1 0 0,1 1 1 0,1 0-1 16,-1 1 0-16,1-1 2 0,2 2 0 0,-3-2 1 16,1 0 0-16,-2-1 3 0,1 1 0 0,-2 0 0 15,-1-2 2-15,-3 0 3 0,0-2 0 0,0 0 1 16,-2-3 0-16,-3 1 1 0,3-4-1 16,-6-1-2-16,0 0-3 0,0-4-1 0,-2 2-2 15,-2-3-9-15,-1-1-31 0,-1-3-49 0,0-1-49 16,-1-2-48-16,-1-3-90 0,0-2-131 0,0-3-124 15,0-2-111-15,1-1-218 0,4 2-224 0,-2-2-46 16,2-2 226-16,3 3 342 0</inkml:trace>
  <inkml:trace contextRef="#ctx0" brushRef="#br1" timeOffset="40819.94">2189 12353 4 0,'24'6'211'0,"-2"1"125"15,-1 2 141-15,1 0-24 0,0 1-54 0,-3 1-40 16,3-2-28-16,-3-2-36 0,-1 0-19 0,0-1-5 15,-3-1 47-15,0-3 33 0,-2-2 15 16,0-7 2-16,-4 0-24 0,-1-5-25 0,-3-1-39 16,1-2-16-16,-4-2-10 0,-1 0-16 0,-4 0-12 15,-1 0-26-15,-3 0-37 0,-1 2-41 0,-1-1-34 16,-4 1-22-16,-1 2-20 0,-2 1-10 0,0 0-13 16,-1 2-9-16,-1 3-6 0,1 1-4 15,4 1-4-15,-2 5-4 0,2 0-2 0,2 5-3 16,3 2 0-16,0 4-2 0,3 2-14 0,2 0-42 15,3 2-68-15,0 0-86 0,0-2-151 0,3-1-240 16,-1 1-315-16,4-5-298 0,2-1-197 16,-1 0 66-16,5-3 535 0</inkml:trace>
  <inkml:trace contextRef="#ctx0" brushRef="#br1" timeOffset="41201.89">2521 11758 280 0,'2'4'654'15,"-2"0"290"-15,3 0 106 0,-1-1-251 0,1 0-275 16,-1-1-178-16,1 1-100 0,4 0-65 0,0-2-38 16,-1 1-8-16,4 0-6 0,1-2-16 15,-2 0-25-15,4-2-14 0,-1-2-18 0,3-1-27 16,-1-3-13-16,0 0-7 0,2-1-5 0,-2-1-1 15,2-2-3-15,-2 0-2 0,0-1-7 0,-1 0-45 16,-3-2-134-16,2 2-185 0,-5-1-285 16,-1 2-272-16,-3 1-255 0,-1-1-45 0,-2 2 401 15</inkml:trace>
  <inkml:trace contextRef="#ctx0" brushRef="#br1" timeOffset="41472.29">2743 11451 50 0,'9'-4'231'0,"4"2"118"0,-2-1 117 16,3 0-119-16,-1 0-82 0,1 0-36 15,0 1 5-15,2 1 25 0,0-1 37 0,-3 4 72 0,2-1 56 16,-2 2 36-16,1 2-15 0,-3 1-41 16,2 0-30-16,-4 5-18 0,1 0-22 0,-2 3-38 15,-2 2-33-15,0 2-36 0,-4 4-42 0,-2 0-56 16,0 2-50-16,-3 3-29 0,-2 1-21 0,-1 0-8 15,0 1-6-15,-1 0-5 0,-1 0-3 16,-1 1-2-16,1-5-15 0,2-2-50 0,-1 0-62 16,1-5-87-16,0-5-158 0,1-1-268 0,3-3-312 15,-1-5-276-15,3-4-195 0,0 0 122 0,3-7 570 16</inkml:trace>
  <inkml:trace contextRef="#ctx0" brushRef="#br1" timeOffset="42009.66">3346 10994 171 0,'-1'14'399'0,"1"0"192"16,3 4 175-16,2 4-105 0,5 5-94 15,2 2-31-15,1 2-24 0,4 5-43 0,1 1-67 16,2 1-65-16,-2 3-43 0,5-1-28 0,-2 2-33 16,-2-3-27-16,1 1-27 0,1-6-33 0,-2-4-49 15,-2-3-45-15,2-5-24 0,-3-5-15 0,1-3-9 16,-1-8-2-16,-2-2 2 0,1-8 4 16,-1-7 0-16,-3-1-1 0,0-9 2 0,-2-4-2 15,1-4 0-15,-5-6-3 0,1-2 1 0,-3-4 4 16,-1-1 0-16,-2 1 0 0,-3-4 0 0,-2 4 0 15,-3-1 0-15,-2 3-1 0,-5 2 0 16,-1 1 2-16,-5 5 0 0,-1 3 0 0,-4 3-1 16,-1 5-1-16,1 3-3 0,-1 7-5 0,0 4 0 15,2 6-5-15,2 6-1 0,3 6-2 0,1 5-37 16,5 8-58-16,2 5-63 0,2 4-142 0,5 5-190 16,4 3-316-16,2 2-284 0,1 0-222 0,4 2-62 15,2 0 456-15,3 0 511 0</inkml:trace>
  <inkml:trace contextRef="#ctx0" brushRef="#br1" timeOffset="56506.22">6213 16011 58 0,'-2'0'261'15,"1"-2"135"-15,1 2 135 0,0 0-104 0,-2-1-104 16,2 1-50-16,0 0-19 0,-1-2-6 0,1 2 12 16,0 0 3-16,0 0-5 0,0 0-18 0,0 0-26 15,0 0-36-15,0 0-45 0,0 0-40 16,0 0-33-16,1 0-26 0,-1 0-18 0,0 0-10 15,0 0-9-15,2 0-7 0,-2 0-6 0,1 0-6 16,1 0 0-16,0 2-2 0,1-2 1 16,0 0 7-16,2 1 3 0,3-1 4 0,-1 2 3 15,3-1 4-15,-2 0 0 0,3 1-1 0,0 0 0 16,2-2-1-16,-1 0 1 0,3 1 0 0,-1-1 0 16,0-1 3-16,2 1 3 0,0-2 2 0,1 0 2 15,-1 0 0-15,3-1 2 0,-1 0-4 16,0-2 4-16,4 1 48 0,-1 0 59 0,1-3 23 15,2-1 10-15,1 2 2 0,2-4 0 16,-1 1-47-16,2 0-48 0,-1 0-24 0,1-1-12 16,-1-1 16-16,0 0 12 0,0 0 13 0,-2 0 3 15,3 1 0-15,-5-1-1 0,2 1-23 16,0-1-17-16,-3 2-12 0,-1 1-4 0,1-1-2 16,0 1-4-16,-4 0 3 0,2 0-3 15,-4 1-3-15,1 1 0 0,1-1-2 0,-2 1 3 16,-1 0-4-16,0 2 2 0,0-2 3 0,0 1 0 15,-1-1 0-15,-1 1 3 0,-1-1 1 0,2 2 0 16,-2-1-2-16,0 1 0 0,1-1-1 16,-2 1 0-16,3 0-3 0,-3-1 2 0,3 0-2 15,-1 1 2-15,0-3 4 0,1 3-2 16,-3-3 2-16,3 2 0 0,-3-1-1 0,3 2 0 16,-4-4-3-16,3 2 0 0,-1-1 0 0,-1 0-1 15,1-1 0-15,0-1 0 0,-1 1 3 16,0-1-3-16,-1 0 1 0,-2 2 1 0,0-4 1 15,1 4-2-15,-3-4 0 0,2 2 2 16,-1-2-3-16,0 1 1 0,0-2-2 0,-1 0-1 16,-1-1 0-16,1-1 1 0,0-1 4 0,1-3-5 15,-2 0 0-15,-1-4 3 0,1-2 0 0,0-2 1 16,3-2-1-16,-4-4 3 0,1 1 1 16,0-6-1-16,0 2 1 0,0-3 1 0,1 1-1 15,-3-4 6-15,0 2 1 0,2-3 0 16,-2 0 0-16,0 0-3 0,-1-2 0 0,-2 0-5 15,2 0-4-15,-2-4-2 0,-2 0 3 0,2 1 2 16,-2-3 0-16,-1 0 1 0,0 0 2 16,0-5 2-16,-1 1-6 0,0 0 2 0,-1-2 0 15,0 1-2-15,1-1-2 0,-1 4 1 16,0-3-4-16,0-1-4 0,0 0 8 0,-2 3 0 16,2-2 4-16,0-1-2 0,0-1 4 0,0 0 2 15,0-2-7-15,-2-1-1 0,2 0-1 16,-3-3-2-16,0 2-1 0,1-3-8 0,-1 1 8 15,0-3 2-15,1 4 0 0,0 0 4 16,2 2 4-16,0 2 6 0,2 4-6 0,0 1-4 16,-1 2 2-16,3 5-4 0,-1 0 0 0,2 2 1 15,0 3-2-15,0 1-2 0,2 2 0 16,-1 1-2-16,-1 1-1 0,2 0-1 0,-2 1 0 16,0 4 4-16,0 0 3 0,0 2 2 15,0 2 1-15,0 2 1 0,0 0 1 0,-2 4-1 16,2 2 0-16,0 0-3 0,-1 6 2 0,1 0 15 15,-2 4 19-15,2 0 13 0,0 3 12 0,0 0-1 16,0 2-4-16,0 0-13 0,0 2-12 16,0-2-13-16,0 1-14 0,0-1-2 0,0-1-2 15,0 1-4-15,0-2 0 0,2-1-7 16,-2 2 3-16,1-1 2 0,1 0 1 0,-2 0 2 16,2 1-4-16,-2 1 4 0,1 0 5 0,-1 0-2 15,0 3 1-15,2-3 0 0,-2 2 6 16,0 2-4-16,0 0-6 0,0 0 2 0,0 0 0 15,0 0-7-15,0 0-3 0,0 2 0 16,1 3-1-16,1-1-3 0,-2 6 5 0,3 2 5 16,-1 4 1-16,1 5 0 0,0 3 3 0,-1 4 6 15,4 6-1-15,-1 3 23 0,0 2 12 0,1 5 10 16,-1 1 9-16,2 3-3 0,-2 1 0 16,3 1-25-16,-3 1-9 0,1-2-9 0,2 4-11 15,-2-3-7-15,1 0-1 0,-1 0 6 0,1-1 0 16,0-1 3-16,0-1 6 0,-1 1 8 15,-1-2 26-15,4 1 13 0,-4-1 9 0,1 1 0 16,-1-2-1-16,2 0-6 0,-3-2-23 0,5 2-16 16,-4-1-13-16,2-1-4 0,-2 1-5 15,1-2-3-15,0 1-1 0,-1-3 0 0,0 1 6 16,-1-2 3-16,-2 0 4 0,1-1 4 16,0 2-2-16,-1-2 2 0,-2-2-2 0,3 0-5 15,-2-3 2-15,-1 0-1 0,2-3-3 0,-1-1 3 16,1 0-2-16,0-3 0 0,-1 0-3 0,1-1 0 15,1-1-1-15,0 0-3 0,1 0-2 16,-1 0 2-16,0-2-1 0,1 2 1 0,-1 1 4 16,1-3 0-16,-1 1 2 0,0 1-2 15,0-2 0-15,-1 0-3 0,1 0 0 0,-1 0 2 16,1-3 1-16,-1 0 2 0,0 3 1 0,0-4 4 16,1 1-4-16,0-1 3 0,-1 2-3 15,1-2 3-15,0-1-2 0,-1 1-1 0,1 0 1 16,0 1-3-16,2-1 0 0,-2-2 0 15,2 2-2-15,-2-1-1 0,2-1 2 0,-2-1 1 16,2 3 2-16,-2-5-1 0,0 4 2 0,0-3-1 16,0 0 2-16,0 2-2 0,-1-2 0 15,1 0-1-15,-1 1-2 0,1 1 0 0,0 0 0 16,-1 0 1-16,1-1-2 0,0 3-1 0,0-3 0 16,0 1 3-16,0 3-3 0,-1-2 0 15,1 0 1-15,0-1-1 0,1 3 1 0,-1-3-2 16,0 2 3-16,0 0-1 0,2-2 1 15,-2 4 0-15,0-2 1 0,0 0 1 0,2 0 0 16,-2 2 0-16,2-2 0 0,-2-2-1 0,2 3 0 16,-2-3 1-16,2 1-1 0,-2-3 2 0,0 1-2 15,2-2 0-15,-2-1 0 0,-1-2 1 16,1-1 0-16,-1 0 0 0,2-2 0 0,-2-1-1 16,-1 0 0-16,2-1-2 0,-3 1-1 15,2-1-1-15,1-2 0 0,-1 4 4 0,-1-3 1 16,1 2-1-16,1-1-1 0,-1 1 1 0,-1-2-2 15,3 1-1-15,-3 0 3 0,4 0 0 16,-4 1 2-16,2 0 1 0,1-2-1 0,-3 5 0 16,2-3 0-16,-1 1 0 0,1 0-2 15,-1 1 1-15,1 1-1 0,0-2-3 0,2 2-1 16,-1 0 1-16,0-1-1 0,-1-2-3 0,0 1 3 16,2-1 1-16,0-1-2 0,-1-1 1 15,1 0 0-15,-2 0 4 0,2-1-2 0,-2-2 1 16,2 2 1-16,-2-1 1 0,2-1 0 0,-1 0-1 15,1 1 0-15,0-1 0 0,0 1-1 16,0 0 1-16,-1-1 0 0,4 1 0 0,-2-2 2 16,-1 1-2-16,3-1 2 0,-1 0 1 0,2 0-3 15,-3 0 3-15,4 0 0 0,-1 0 1 16,-1-1-1-16,3 1 0 0,0-2 0 0,-1 1 0 16,1-1-1-16,1 0-4 0,-2 2 3 15,3-1 1-15,-1-1 0 0,1 1-2 0,1 1 2 16,0-1-1-16,2-1 0 0,-2 1-1 0,4 1 1 15,-4 0-1-15,3-2 1 0,1 2 0 16,-1-1-1-16,-1 1 0 0,1 0-1 0,1-1-1 16,1 1 2-16,-1-2-2 0,0 2 3 15,3 0-4-15,-1-2 1 0,-1 1 1 0,2 0-1 16,-1-1 0-16,1 0-3 0,1 1 1 0,1-1 2 16,0 1 1-16,1-1-4 0,1 1 1 15,0-1 2-15,0 1 3 0,1-2-1 0,2 3 2 16,-1-2 2-16,2 0 1 0,-1 2 1 0,2-4-3 15,0 2 1-15,0-3-2 0,3 3 3 16,-1-2 1-16,1 1-2 0,-1-2-3 0,1 1 0 16,-1-1-2-16,-1 0-1 0,1 1 0 0,0 0-1 15,-1-2 1-15,-1 1 0 0,0 1-1 16,0-1-1-16,-3 1 0 0,2 0 0 0,-3-1-1 16,1 1 1-16,-2 0 1 0,-2 1 1 0,-1 2 0 15,0-1 1-15,-2-1 1 0,-2 3 2 16,-1-1-1-16,-1-1 1 0,0 2-2 0,-3 0 2 15,-1-1-1-15,-2 1 0 0,-1 0-1 0,-1 0 0 16,-2 0 3-16,1 0-1 0,-4 0-1 16,2 0 2-16,-2 0 0 0,0 0 1 0,-1 0-6 15,-1 0 2-15,-1-2-1 0,2 2-1 16,-2-1 2-16,3 1 0 0,-3-3 3 0,1-1 1 16,-1-1 1-16,0-2 0 0,2-3-3 0,-1-1 3 15,-1-4-2-15,0-1-2 0,2-3-1 16,0-4-1-16,-1-2 0 0,1-2-2 0,1-4 6 15,-1-5-1-15,1 1 3 0,0-6 0 16,0-1 2-16,3-4-2 0,-4-1-4 0,3-4-1 16,-2-3-2-16,0-1-1 0,0-4-1 0,1 0-2 15,-1-4 4-15,0-2 4 0,-1-1 1 0,0-2-1 16,0 0 2-16,0-2 0 0,-1 2-4 16,-1 0-4-16,0-1 2 0,-1 3 0 0,1 1-1 15,-2 4 2-15,0-1 3 0,0 3 1 16,0 2 1-16,0 2-2 0,-1 3 3 0,0 1-1 15,0 1-1-15,0 3-2 0,-1 2 0 0,1-1 1 16,-2 4-3-16,-1 1-3 0,3 7 0 16,0 0 0-16,0 4 1 0,0 4-2 0,1 5 5 15,-1 3 2-15,1 3 2 0,0 3 1 16,2 3-1-16,-1 3 0 0,-1 0-3 0,2 3-3 16,0 0-2-16,-1 5-4 0,1 1-1 0,0 2 0 15,1 5 0-15,-1 0 5 0,0 2 2 0,2 4 0 16,-1-2 2-16,-1 4 0 0,2 2 0 15,1 3-3-15,-1-1 2 0,0 3 1 0,-1 1 1 16,2 2 2-16,-1 2-3 0,1 3 0 16,0 0-4-16,-1 2 1 0,2 1-1 0,-1 1 2 15,2-1 1-15,-1 3 1 0,-1 0 3 0,2 0 2 16,-1 3 0-16,2 0-1 0,-1 0-1 0,0 3 0 16,1 1 0-16,-1-1-4 0,0 1 3 15,3 1-2-15,-4 0-2 0,3 0 0 0,-2 1-2 16,1-2 3-16,0 1 1 0,0-1 1 15,1 2 1-15,-1-2 5 0,1 3-1 0,0-3 2 16,0 3-2-16,-1-4 0 0,1 4-2 0,-1-3-2 16,0-1-2-16,-1 1-2 0,0-1 0 15,-1-1-1-15,0-2-2 0,0-1 2 0,1-3-2 16,-1-1 2-16,-2-2 3 0,3-1 1 16,-2-4 1-16,2-1-1 0,0-1 2 0,-2-1-2 15,3-3-1-15,0-1 3 0,-1-3-1 0,0-1-2 16,0 0 1-16,0-4-1 0,1-1 3 15,-2 0-2-15,0-3-1 0,0 0-2 0,0-3 2 16,-1-2 0-16,2 1-3 0,-1-1-1 16,-1-2 2-16,2 0 1 0,0 0-2 0,0 0-1 15,0-1 2-15,-1 0 0 0,2-2 0 0,1-1 1 16,-1 2 0-16,1-2 1 0,-1-2-2 0,3 2 1 16,-1-1 0-16,0-1 1 0,3 1-1 15,-3-1 0-15,3 1 0 0,0 1-1 0,0 0 1 16,0 0-1-16,3 0 1 0,-2 0 0 15,3 1 0-15,-2 1 2 0,3-2 1 0,-2 3-2 16,2-2-1-16,-2 1-1 0,3-1 0 0,-1 1-2 16,3-1-2-16,-3 1 3 0,3-2 2 15,0 1 4-15,0-1-1 0,3 0 1 0,-1 0-1 16,1-1 3-16,0-1 0 0,3 1-3 16,0-1-1-16,-2-1 1 0,2 0-2 0,0-1 0 15,2 0-2-15,1 1 3 0,1-1 1 0,-1 0 2 16,1 1-2-16,1-1 0 0,-1-1 1 15,2 0-1-15,-1 2 0 0,0 1-3 0,0-2-1 16,2 2-1-16,-2-2 0 0,2 2-1 16,-1-3 0-16,1 1 0 0,-2 0 1 0,0 0 1 15,0-1 0-15,0-1 2 0,0 1 1 0,-3 0 0 16,1-1 1-16,-1 2 0 0,0-3-1 0,-2 3-1 16,-2 0-3-16,0 0 5 0,-1-1 1 15,-1 3 0-15,-4-2-3 0,1 2 2 0,-4-2 2 16,0 0-3-16,-4 1-1 0,-1-1-1 15,-2-2 1-15,-1-1 0 0,-2 0 1 0,-2 0-1 16,0-5 0-16,-2-1 2 0,-2-3 1 16,2-2 0-16,-2-3-2 0,-1-2-1 0,0-5 2 15,0 0-1-15,0-4-1 0,0-2-1 0,-2-3-1 16,3-1 2-16,-1-4 0 0,0-3-1 0,0-5-1 16,1-1-1-16,-1-4 0 0,3-2 0 15,-3-5-1-15,3-1 2 0,0-3 3 0,3-1 0 16,-3-3 4-16,2-2-1 0,-1 0-4 0,1 4 0 15,1-2-1-15,0 2 0 0,0 3 0 16,1 4 1-16,0 5 1 0,-2 1 0 0,1 5-1 16,2 7 0-16,-4 4 1 0,1 3-3 15,-2 6 4-15,0 3 1 0,0 4 4 0,0 5 2 16,-2 3-5-16,2 3 1 0,-1 4-1 0,-1 2-4 16,-1 2-5-16,0 4-2 0,1 4-1 15,-1 3-2-15,0 3 0 0,1 4 3 0,2 2 1 16,-1 4 1-16,-1 2 1 0,2 3 4 0,0 3 1 15,0 3 1-15,2 2-3 0,-1 3 3 16,-1 3 1-16,2 2-1 0,0 1-1 0,-1 0 0 16,2 2 3-16,-1 1-2 0,1 1-1 15,2 0-1-15,-2 2 0 0,2 2 0 0,-1 2-3 16,1-2 6-16,0 2-1 0,3 3 3 0,-2 0 3 16,2-1 4-16,-1 1 0 0,2 1-2 15,-1-1-2-15,-2 1-2 0,2-2-4 0,1-2-2 16,-1 1-1-16,0-4-1 0,-1-1 1 0,0-1-3 15,1-3 2-15,-1-2 2 0,-1-2 1 16,-1-3-1-16,1-3 0 0,0-2 0 0,-1-4 1 16,0 0-1-16,1-5-1 0,-1-1-1 0,0-5 0 15,-1-1-1-15,1-3-1 0,0-3 0 16,2 0-1-16,0-3 4 0,-1-1 0 0,1 1 3 16,-1-4-1-16,2 0-1 0,1-1-1 15,0 0-2-15,0-2 1 0,2-2-2 0,-1 0 3 16,2-1 1-16,1 0-2 0,-2-2 2 0,5-1 0 15,-2 1-2-15,3-1-2 0,-1 0 1 16,3 1 1-16,-1 1-1 0,2 1 0 0,0 2 0 16,1-2 4-16,3 3 1 0,0 0 0 15,2 0-1-15,1 0 3 0,0 2-1 0,-1-2-2 16,2-2 0-16,2 2-1 0,0-3 1 0,3 2-4 16,-1-3 3-16,3 0 0 0,1-1-1 15,0-1 2-15,-1 1 1 0,0-1 1 0,2 0 0 16,-1 1-2-16,1-1 2 0,0 0-3 0,-1-2-3 15,3 2 1-15,-3 0-1 0,1-1 0 16,0 1 0-16,1 0 1 0,0 2 1 0,0-2 1 16,-2 1 1-16,2-1-1 0,0 1 1 0,-3 1 0 15,4 1 0-15,-4 0-1 0,3-2-1 16,-3 2 1-16,0 0-1 0,-2 0 0 0,0 1 1 16,-1-2 1-16,-2 2 0 0,-2-2 2 15,-1 1 0-15,0-1 0 0,-2 1-1 0,-3-2-2 16,-1 0 2-16,-2 2-1 0,-3-2 1 0,0-2-2 15,-4 3 2-15,-1-2 1 0,-3 0-2 0,0 0 1 16,-3 0 1-16,-2-1 1 0,0-1-1 16,-3 0 1-16,0-3 2 0,0-2-2 15,-3 1 0-15,2-2-1 0,-3-3 0 0,3-1-1 16,-2-3-1-16,-1-1-1 0,1-4-2 0,0-4 2 16,0-3 0-16,0-3-1 0,-2-3-3 0,2-1 3 15,1-5 1-15,1-2-3 0,-1-3-1 16,-1 3 2-16,3-4 3 0,-2 4-2 0,-1-3 1 15,0 2 1-15,1 5 0 0,-1 0 2 16,2 4-4-16,-3 3 2 0,0 4 0 0,2 6 1 16,1 4 2-16,-1 5 0 0,2 3 0 0,-3 3-1 15,3 4-2-15,-2 2 0 0,1 5-3 16,-1 1-4-16,2 5 0 0,-1 2 1 0,1 2 1 16,0 3-2-16,0 0 3 0,0 2-1 15,1 3 2-15,-1 1 0 0,2 4 2 0,-1 2 0 16,1 5 2-16,-2-1 3 0,3 4 3 0,-3 2 1 15,3 5 2-15,-3-2 1 0,2 3 1 0,-2 5-1 16,4 0-3-16,-2 2-2 0,1 0-3 16,-1 2-2-16,1-4-4 0,0 1-1 0,2-3 1 15,0-1 2-15,0-5-2 0,1 0 1 16,0-2 1-16,0-3 1 0,-1-3-5 0,3-3 1 16,0-2 0-16,0-4-2 0,-2-1 2 0,2-1-1 15,1-5 3-15,-2 0 2 0,-1-3-1 0,1-1 1 16,0-1-2-16,-2-3-1 0,2-2 2 15,-3 1-1-15,1-2-1 0,-2-3 3 0,3 0 2 16,-1 0 2-16,0-3-1 0,-2 1 0 16,4-1-3-16,-3 0-1 0,6 0 0 0,-4 2 0 15,2-2 0-15,0 1-1 0,3 0 2 0,-2-2 3 16,3 3-5-16,0 0 0 0,-1-2 1 0,2 1-1 16,1 2-2-16,-1-2 0 0,3 0 1 15,1 1 2-15,-3 1 0 0,5-1-2 16,-3 1 3-16,4 0-1 0,-2 0 1 0,2 0-2 15,1 1 3-15,1 0 1 0,2 1-1 0,0 0-2 16,1 0 0-16,0 1 0 0,-1-1-1 0,3-1 0 16,-2 2 1-16,0-1 2 0,2 0-1 15,-2 0-1-15,1-1-2 0,-1-1 2 0,0-1-1 16,1-1-2-16,-1 0 0 0,-1 0 2 16,0-2 3-16,-1-1-2 0,1 3 1 0,-1-4 0 15,-2 1 1-15,1 1-1 0,-1-1-1 0,-2 0 0 16,0 2 2-16,-2-1-1 0,1 0 1 0,-6-1-1 15,2 1 0-15,-4-2 0 0,-2 0-1 16,1-1 3-16,-2 2 0 0,-3-3-1 0,1-1 2 16,-2-1-3-16,-1-1 2 0,-2-1-2 15,2-2 1-15,-1-1 1 0,-2-1-3 0,-1 0 2 16,2-2-1-16,-2-1 1 0,-1 0-3 0,2-2-2 16,-1 0 3-16,0-1 1 0,-1-3-1 15,2 3 0-15,-1-1 0 0,2-2 1 0,-2 1 0 16,2-1-2-16,-1 0-2 0,1 0 2 15,0-1 2-15,1 0-3 0,-1-1 2 0,2 0 0 16,0 1 0-16,-1 1-1 0,2 1 1 0,-1 3 1 16,0 3-1-16,-1 1 3 0,-1 4-1 15,0 2 2-15,2 2 0 0,-1 3 0 0,-1 1-1 16,0 4 1-16,-1 2-2 0,-1 3-1 16,2 2-2-16,0 1-1 0,-1 3 0 0,1 5-1 15,-2-1 1-15,2 4-1 0,0 0 2 0,0 1 1 16,0 3 2-16,0-1-1 0,0 2 1 15,0 2 1-15,0-2-2 0,0 4 0 0,2-1-2 16,-1 1 0-16,-1 1 0 0,3 0 0 0,-1-1 1 16,-2 0 1-16,3-2 0 0,0 1 1 15,0-2-2-15,-1-3 0 0,1 1-2 0,-1-3 1 16,1 0 0-16,-2-2 0 0,3-5 1 0,-1 4-1 16,-1-5 1-16,1-2-1 0,-2 1 0 15,4-3-2-15,-4-2-1 0,1 1 3 0,-1-3-1 16,3-2-1-16,-3 2 0 0,4-3 1 15,-2 0 5-15,1 0-3 0,-1-1 2 0,3-1-1 16,-2 1 2-16,1-1 1 0,0 1-4 0,2 0 0 16,-3-1 0-16,5 0 1 0,-4 2-2 15,3-1 1-15,0 1-1 0,1 1 2 0,0-1-1 16,-1 2 0-16,-2-2 0 0,3 0 1 0,-2 2 0 16,-1-2-3-16,0 1 3 0,-1-1 0 15,1 0-1-15,-1 1-2 0,0-1 1 0,-2 0 1 16,0 0-1-16,0 2 0 0,-1-2 0 0,0 0 1 15,-1 1 1-15,2-1 0 0,-1 0-1 16,-2 2 1-16,1-2-1 0,2 1 0 0,-1-1 1 16,1 1 1-16,2 1 1 0,0-1-2 15,1 3-1-15,2-3 0 0,0 1 0 0,2 1 0 16,-1-2-2-16,2 1 1 0,-1-1 1 0,3 2 0 16,-1-2-1-16,3 1-2 0,0 1 2 15,2-1-1-15,-1 0 0 0,3 1 1 0,0-1 3 16,1 2-1-16,2-4-1 0,-1 4 2 0,3-1-1 15,1-2-1-15,0 2-1 0,1 0-1 16,-1-1 5-16,4-1-1 0,-1 1 0 0,1 0 1 16,-1-1 0-16,2-1 1 0,0 0-4 15,2 0 0-15,-1 0 0 0,4 0 1 0,-2 1-1 16,2-1 1-16,3 2 0 0,-2-2 1 0,-1 2 1 16,0-1-1-16,1-1 3 0,4 1-1 15,-6 1 3-15,5-1-1 0,-3-1-2 0,2 2 2 16,0-2-2-16,1 0 1 0,-1 0 1 15,0-2 2-15,3 1 1 0,0-1-1 0,1 1 2 16,0-2-1-16,1-1 0 0,1-1-3 0,0 0-1 16,-1 0 1-16,1-1-1 0,-1 0-1 0,0-3-1 15,-5 4-2-15,-2-4-1 0,-3 1-16 16,-4 2-78-16,-6 1-113 0,-7 0-218 0,-5 0-284 16,-4 2-342-16,-7 3-405 0,-7-1-149 0,-7 1 379 15,-5 3 743-15</inkml:trace>
  <inkml:trace contextRef="#ctx0" brushRef="#br1" timeOffset="61727.21">4120 10469 241 0,'-2'-4'412'0,"2"0"172"0,0 0 49 16,0 2-143-16,2 2-112 0,-1 0-56 0,3 2-3 16,0 4 32-16,3 5 6 0,2-1-7 15,2 6-15-15,-1 3-32 0,4 2-40 0,0 3-50 16,3 3-5-16,1 6 8 0,-1 0 7 0,-1 4-7 16,2 4-19-16,0 0-27 0,-3 4-43 0,2 0-44 15,-4-2-26-15,1-1-18 0,0-1-9 16,-2-5-6-16,-2-5-7 0,0-6-4 0,-4-3-11 15,2-7-6-15,-2-2-3 0,-1-5 3 16,1-4 5-16,-1-6 5 0,2-5 2 0,0-7 5 16,0-6-1-16,-1-9-4 0,-1-4-4 0,3-2-4 15,-1-7-2-15,0-3-3 0,1 1 0 16,-2-3 1-16,2 0 1 0,0-2 3 0,0 3 3 16,0 1 1-16,0 3-2 0,-2 2 0 15,-1 6 0-15,1 4 0 0,-4 3 1 0,3 5-2 16,-4 4 5-16,2 2 10 0,-1 5 11 0,-1 2 11 15,-1 1 7-15,0 4 8 0,0-1 6 0,0 2-8 16,0 2-7-16,0 1-9 0,-3 3-10 16,0 4-6-16,0 2-9 0,0 7-7 0,1 2-3 15,-3 4-2-15,4 6-1 0,-1 1-2 16,1 5 2-16,1 5 1 0,1 2 2 0,1 1 1 16,1 0 1-16,2 1 1 0,1-3-1 0,2 0 0 15,0-6-2-15,2-2-1 0,0-5-1 16,3-5-2-16,-2-4 0 0,3-3 0 0,1-6 1 15,2-3 0-15,-1-6 2 0,3-3 1 16,1-3 0-16,-1-4-1 0,3-2-6 0,0-3-24 16,1 0-76-16,2-2-103 0,0 2-185 0,1 0-288 15,0 2-344-15,0 0-399 0,-4 3-197 16,3 1 257-16,-3 5 734 0</inkml:trace>
  <inkml:trace contextRef="#ctx0" brushRef="#br2" timeOffset="66370">1200 14177 66 0,'3'7'332'15,"-3"-7"242"-15,0 0 289 0,0 0 58 0,0 0-118 16,0 0-111-16,0 0-83 0,0 0-56 16,1 3-98-16,-1-3-119 0,2 6-83 0,1 0-54 15,-1 3-48-15,1 3-59 0,1 4-39 0,3 4-10 16,2 5-4-16,5 5-5 0,1 5 4 0,2 2 0 16,2 7 0-16,0 1-6 0,-3 4-4 15,3 2 4-15,-3 0-9 0,0 3-3 0,-2-1 0 16,0 0-3-16,-1-2-1 0,1 1-6 0,-3-4-5 15,0-3-2-15,0-3-2 0,-1-4-1 0,-2-3 0 16,1-7 0-16,-3-2 0 0,1-5-3 0,-2-3-1 16,-2-4-1-16,1-4-6 0,-1 0-8 0,-1-4-27 15,-4-4-53-15,2-4-50 0,-3-2-69 0,-4-5-126 16,-3-4-169-16,0-7-238 0,-2-3-241 0,-1-5-234 16,-1-3-105-16,-4-7 312 0,-5-1 478 0</inkml:trace>
  <inkml:trace contextRef="#ctx0" brushRef="#br2" timeOffset="66895.34">1125 14233 200 0,'5'-9'451'0,"0"1"187"16,-2 1 99-16,0 3-235 0,0-1-215 15,-1 2-148-15,3 0-50 0,1-1-23 0,0 1 98 16,2 0 114-16,2-2 45 0,0 3 17 15,3-3-25-15,1 2 39 0,1 0-71 0,0 3-84 16,0 0-35-16,2 0-25 0,-1 3-17 0,1 0 3 16,1 2 13-16,4 1 8 0,0 1 17 0,-3 5 9 15,0 1 2-15,-1 5-40 0,-3 1-32 0,-2 6-21 16,-2 1-17-16,-2 5-16 0,1 0-15 0,-2 2-13 16,-4 3-6-16,1 1-5 0,0-2-7 0,-2 2-4 15,1 0 3-15,-3-3 1 0,1-2 0 0,-1-2 0 16,2-7-4-16,-3 0-2 0,2-4-1 0,-1-2-1 15,1-3-2-15,1-2-1 0,2-2 1 0,0 0 1 16,0-3 1-16,4-2 2 0,0 0 2 0,1-2 0 16,4-1 1-16,0-2 1 0,4-2 0 0,-1-1 0 15,2-2 0-15,-1 1 1 0,2 0 1 0,2 0-1 16,-3-1 1-16,2 0-2 0,-1 2 1 16,-4 2 0-16,3 2-1 0,-3 2 2 0,-2 0-1 15,-1 5 3-15,-1-1 1 0,-4 5 1 0,-1 2 3 16,-2 0 0-16,-4 3 0 0,1 2-2 0,-4 1-1 15,-1 3 0-15,-2 0-3 0,-3 0 0 0,-3 2 0 16,2-3-2-16,-4 1 2 0,-1-2 0 0,1 1-1 0,-1-3-1 16,-2-2 0-16,-1-2 1 0,1-4-1 15,-3-1-1-15,3-3-2 0,-3-2-1 0,5-2-5 16,-2-3-4-16,3-3-28 0,-1-2-57 0,1-1-51 16,5-1-73-16,-2-2-118 0,3-2-158 0,1 1-192 15,2-4-237-15,6 1-231 0,1 1-98 0,4-2 225 16,2-1 417-16</inkml:trace>
  <inkml:trace contextRef="#ctx0" brushRef="#br2" timeOffset="67415.91">2066 14768 305 0,'0'3'615'0,"2"-2"251"0,-1 1 125 16,3 3-221-16,-1 1-192 0,1 3-137 0,-1 1-91 16,2 1-56-16,1 4-54 0,1 3-64 15,1 3-40-15,1 1-30 0,-1 3-20 0,2 2-18 16,0 2-18-16,0 3-16 0,0 0-18 0,-1 0-9 16,1 0-4-16,-2-2 1 0,0-1-2 0,-1-4-4 15,0-2-19-15,-1-6-34 0,-3-3-108 0,-1-3-141 16,-2-6-207-16,-2-5-293 0,-1-5-263 15,-2-6-187-15,-1-4 171 0,-5-3 430 0</inkml:trace>
  <inkml:trace contextRef="#ctx0" brushRef="#br2" timeOffset="67613.09">1938 14536 116 0,'-2'-6'636'0,"-1"3"449"0,0 0 156 16,-3 0-114-16,3 2-412 0,0-1-268 0,1 2-175 15,0-2-107-15,2 2-67 0,0 2-40 0,0 0-30 16,2 0-11-16,1 2-12 0,-1 0-3 0,4 2 2 16,-2 1-4-16,3 2 0 0,1-2-13 0,0 3-24 15,1 0-90-15,1-3-139 0,-1 2-160 16,2-2-300-16,-1-1-271 0,1 2-223 0,0-2 83 16,0-1 402-16</inkml:trace>
  <inkml:trace contextRef="#ctx0" brushRef="#br2" timeOffset="68077.89">2431 14650 34 0,'-8'0'496'0,"1"4"466"15,-3-2 270-15,0 1-7 0,2 0-280 0,-2 0-282 16,2 2-191-16,1 1-131 0,1-2-84 0,-2 2-63 15,0-1-86-15,3 2-43 0,-1 1-25 0,-2 0-14 16,4-1-8-16,0 2-7 0,-1-2-7 16,2 3-4-16,2 0 0 0,-1-1-3 0,0 2 0 15,2-1-1-15,0 0 1 0,2 1 1 0,-2-3 2 16,3 3-2-16,-1 0-1 0,1-3 0 0,2 0-2 16,0 1 3-16,4 0-3 0,-3-1 2 15,4-1-2-15,1 1 2 0,-2-1 0 0,4-1 1 16,1 2 1-16,-1-3 3 0,4 1-1 0,-2 0-1 15,0-1 0-15,1 3 0 0,0 0 1 0,-2 0 0 16,-1 1 2-16,-2 2 1 0,0 0 3 16,0 4 2-16,-5-1 0 0,-1 2-3 0,0 3 1 15,-3-2 7-15,-1 5 2 0,-4-3 0 0,0 3-1 16,0 0 3-16,-4-1 1 0,1-3-14 0,-3 0-8 16,1 0-2-16,-1-2-3 0,0-3-1 0,1-2-3 15,0 0 5-15,0-5 3 0,-1 0 1 16,1-4 5-16,0 1-5 0,0-6-25 0,0 1-50 15,2-4-51-15,0-3-45 0,1-3-74 0,0-3-116 16,1-2-124-16,0-3-101 0,3 0-194 0,1-3-239 16,3 0-138-16,-1 0 136 0,2-4 342 0,1 2 333 15</inkml:trace>
  <inkml:trace contextRef="#ctx0" brushRef="#br2" timeOffset="68351.95">2603 14797 37 0,'15'0'241'16,"2"5"140"-16,-3 2 151 0,2 2-50 0,-2 2-51 15,4 1-9-15,-4 1 11 0,3 2-2 16,-1 0-5-16,3-2-48 0,-4 1-70 0,2-1-68 16,-3 0-66-16,0-4-54 0,-1-1-55 0,1-3-25 15,-3-1 9-15,-3-2 20 0,0-2 20 0,1-2 16 16,-2-2 17-16,-2-3 22 0,-2-2 10 0,-1-3 9 16,-1-3 16-16,-4 1 11 0,1-2-4 15,-3-2-15-15,1-1-24 0,-3 2-38 0,-3 0-31 16,0 1-29-16,-3 1-20 0,-1-1-13 0,0 3-9 15,-4-1-2-15,4 3-2 0,-3 2 0 0,1 2-3 16,-1-1-2-16,1 4-6 0,2 4-10 16,1 0-56-16,-1 0-59 0,1 6-94 0,1 0-143 15,2 1-199-15,0 2-321 0,1 0-243 0,4-1-209 16,-1 2 71-16,4-3 456 0</inkml:trace>
  <inkml:trace contextRef="#ctx0" brushRef="#br2" timeOffset="69161.24">2831 14239 74 0,'0'2'313'0,"-3"-2"200"0,1 3 219 0,1-1-15 16,-1-2-92-16,1 1-43 0,1-1-60 0,0 1-84 15,0-1-96-15,0 0-101 0,1 0-97 0,1 0-82 16,1 0-53-16,2 0-9 0,1 0-3 0,2-1 5 16,3 1 38-16,0-1 21 0,2 1 12 15,-1-2-12-15,1-1-7 0,3 1-7 0,-3-3 1 16,2 1 0-16,0 1 1 0,0-2 0 0,0-1 2 15,0-1 0-15,0 0-22 0,0-1-10 0,2-2-2 16,-2-1-3-16,1 2-1 0,0-4-1 0,-2-1-3 16,3 1-1-16,-2-2-2 0,0 1-1 15,-2-1-5-15,1 1 1 0,-4 3 0 0,1 0-1 16,-2 1 0-16,-1 0 0 0,0 2 2 0,-3 1-2 16,1 3 0-16,-1 1-17 0,-2 2-22 0,0-1-75 15,-3 4-135-15,0-1-161 0,0 2-294 0,0 0-266 16,-3 3-238-16,1 0 21 0,-1-2 390 15,0 3 415-15</inkml:trace>
  <inkml:trace contextRef="#ctx0" brushRef="#br2" timeOffset="69533.84">3035 13969 205 0,'0'-3'542'0,"2"2"288"0,-1 0 158 0,-1-1-228 16,2 2-230-16,1 0-173 0,0-2-142 0,-1 2-67 16,3 0-55-16,1-1-47 0,3 1 48 0,1 0 27 15,1 0 16-15,5-1-10 0,-2 1-6 0,2-2 26 16,-2 0-46-16,3 0-21 0,-1 2-12 15,2 0-11-15,-4 0-5 0,3 2-19 0,-1 0-15 16,-2 0-9-16,1-1-3 0,-1 2 13 0,-3 1 31 16,3 2 17-16,-4 2 9 0,-1-1 34 15,0 3 20-15,-1 2-4 0,-3 2-22 0,-2 0-14 16,-1 1-10-16,1-1-26 0,-3 3-23 0,-3-2-12 16,0 2-14-16,-2-2-46 0,0 1-50 0,-1-1-65 15,-5 1-136-15,3-3-174 0,0-1-312 16,-1-2-256-16,2 0-228 0,1-2-67 0,1-4 402 15,2 1 485-15</inkml:trace>
  <inkml:trace contextRef="#ctx0" brushRef="#br2" timeOffset="70557.97">3543 13666 70 0,'-3'0'291'0,"-1"0"170"16,1 2 188-16,0-2-2 0,0 1-37 0,-3-1-20 16,4 0-23-16,-1 2-49 0,0-2-76 0,1 1-104 15,-1-1-100-15,3 0-73 0,-2 1-62 16,2-1-41-16,0 0-29 0,0 0-18 0,2 2-8 16,-2 0-8-16,5-1-4 0,0 2 0 0,1 0 0 15,5 3 2-15,0 1 2 0,3 1 1 0,0 1 1 16,5 4 3-16,-1-1-1 0,1 1-2 0,1 1 2 15,-1 2 3-15,0 0 18 0,-1 2 20 16,-1 0 45-16,-1 0 34 0,1 3 11 0,-4 0 28 16,-1 0-1-16,0-2-13 0,-3 3-25 0,-1-3-23 15,-3 1-13-15,-2-1-24 0,-3 1-18 0,0-2-7 16,-2 0-13-16,-3-4-5 0,2 0-4 16,-4 0-4-16,0-4-1 0,-1-1-5 0,0 0-1 15,-4-4-3-15,2-3-11 0,-1-2-42 0,-1-4-62 16,0-5-56-16,-2-1-100 0,2-5-145 15,-1-5-173-15,0-1-199 0,2-3-230 0,0 0-207 16,0-1 38-16,3-2 330 0,-3 0 394 0</inkml:trace>
  <inkml:trace contextRef="#ctx0" brushRef="#br2" timeOffset="70783.96">3608 13602 286 0,'5'-6'540'0,"-2"1"202"0,1 1 72 16,-1 1-259-16,-1 0-211 0,1 1-149 0,0 0-83 15,-1 2-51-15,1-2 100 0,0 0 70 16,2 1 31-16,4-2 7 0,-2-2 30 0,1 0 2 0,0 1-102 16,4-2-64-16,-1-2-37 0,2 0-19 15,-2-3-38-15,2-1-18 0,2 0-9 0,-2-3-9 16,3 0-4-16,-2 0-1 0,2-1-3 16,-2 1 4-16,2 1-1 0,-2-1-17 0,2 3-60 15,-5 2-111-15,2 1-139 0,-2 1-263 0,-3 4-282 16,3-1-242-16,-2 4-46 0,-1 1 283 15,0 0 406-15</inkml:trace>
  <inkml:trace contextRef="#ctx0" brushRef="#br2" timeOffset="71141.82">4000 13434 94 0,'3'19'306'16,"0"2"158"-16,2 2 182 0,1 1-71 0,2 1-88 15,3 4-36-15,0-1 24 0,5 3 7 0,0 1-46 16,1-1-67-16,0-1-70 0,1 1-68 0,-1-6-74 15,-1-4-64-15,0-3-40 0,-2-6-26 16,2-1-13-16,-2-7-5 0,-1-4-2 16,-2-3 4-16,-1-4 2 0,-1-5 4 0,-3-5-2 15,-1-2 1-15,0-4 2 0,-4-1 2 0,1-1 6 16,-2-3 29-16,-2 3 59 0,-1 0 61 0,-2 2 26 16,-1 2 5-16,-3 1-10 0,-1 2-37 15,-3 2-42-15,-4 1-48 0,1 2-27 16,-3 0-18-16,-3 5-12 0,3-2 1 0,-1 4-9 15,-1 2-2-15,3 2-7 0,1 2 1 0,3 2-3 16,2 4-1-16,0 5-3 0,4 0-2 0,-1 8 0 16,4 1 0-16,2 5-6 0,3 5-10 15,3 0-19-15,-1 3-34 0,7 1-35 0,-1 0-37 16,3 0-27-16,5-1-36 0,-2-5-81 16,5-5-92-16,-3-4-106 0,5-6-186 0,1-6-265 15,-3-4-192-15,3-5 71 0,0-6 305 0,-3-3 348 16</inkml:trace>
  <inkml:trace contextRef="#ctx0" brushRef="#br2" timeOffset="71491.91">4433 13452 165 0,'3'-9'460'0,"-1"3"291"0,-1 2 206 16,-1 4-160-16,0 1-185 0,4 5-155 0,-1 2-113 15,4 5-93-15,-2 0-73 0,3 2-60 0,2 0-44 16,2 2-24-16,-1-1-15 0,3-2-18 15,-1-1-8-15,0 0-5 0,3-6-3 0,-4-2 2 16,2-4-1-16,-1-4 4 0,0-5 2 0,-4-2 1 16,-1-4 6-16,-1-2 2 0,-4-4 1 15,0 1-1-15,-6-4 1 0,1 2 15 0,-4 0 15 16,-1 2 16-16,-2-1 35 0,-2 4 59 16,-2 0 53-16,-1 4 15 0,-3 1-4 0,-2 0-19 15,0 3-30-15,-3 2-51 0,-2 2-46 0,2 1-31 16,1 3-21-16,-1 0-14 0,3 3-10 15,3 3-3-15,1 3-4 0,2 3-2 0,3 1-3 16,3 1 1-16,2 4-23 0,3 1-43 16,2 5-42-16,2-4-38 0,5 3-36 0,0-2-64 15,1 2-60-15,1-3-54 0,5-1-78 16,-2 0-129-16,3-2-264 0,0-1-184 0,2-5-24 16,-3-1 191-16,3-4 324 0</inkml:trace>
  <inkml:trace contextRef="#ctx0" brushRef="#br2" timeOffset="72119.89">4572 13152 110 0,'-6'-15'368'0,"-2"1"204"0,3 0 178 0,0 4-72 16,-1 1-146-16,1-1-75 0,2 1-32 15,0 3-29-15,1 0-39 0,1 0-55 16,-1 1-58-16,2 1-59 0,0 1-52 0,0 1-40 16,0-3-32-16,0 4-21 0,0 0-14 0,0 1-8 15,2-2-2-15,-2 2 11 0,3 2 45 0,0-1 54 16,2 2 39-16,1 2 28 0,0 1 6 16,-1 0-6-16,3 3-33 0,0 0-38 15,0 4-29-15,1 0-23 0,1 6-7 0,1 2-12 16,0 1-8-16,0 5-5 0,0 3-8 0,0 1-4 15,-1 3-8-15,2 0-5 0,-2 1-2 0,2-2-4 16,0-2-5-16,-3-2-2 0,2-4-2 0,0-2-2 16,-3-5-1-16,3-4-1 0,-3 0 2 15,-2-4 1-15,1-4 0 0,2-2 2 16,-3-4 2-16,1-5 3 0,-1-2 2 0,1-7 1 16,-1-5 1-16,-2-2-2 0,1-5 0 0,0-2-3 15,0-4-2-15,0 0-1 0,2 0 1 0,-2-3-2 16,0-1 0-16,0 0-2 0,-2 2-1 15,0-1 1-15,0 3-1 0,-1 1 1 0,1 2 2 16,-3 4 4-16,0 1 2 0,-3 5 2 16,0 3 1-16,1 0 7 0,-3 4 5 0,-1 3 6 15,1 2 2-15,-1 2 1 0,-2 4 1 0,0 2-7 16,0 4-6-16,-1 2-5 0,1 5-3 16,0 1-3-16,0 4-1 0,0 5 0 0,2 3-2 15,3 5 0-15,-1 2 0 0,3 5-1 0,1 0 2 16,3 2-1-16,2 0-1 0,0-3 1 15,2-5-2-15,0-1-2 0,1-5-1 0,1-5-2 16,5-1 1-16,-2-6-2 0,1-3 1 0,2-5 0 16,2-3 0-16,-1-2-12 0,3-5-16 15,-1-2-38-15,0-2-76 0,0-2-117 0,-1-6-182 16,0 3-287-16,1-1-341 0,-1-1-346 16,-1-2-159-16,3 0 322 0,-2 0 654 0</inkml:trace>
  <inkml:trace contextRef="#ctx0" brushRef="#br2" timeOffset="95746.92">6178 15942 20 0,'-1'0'174'0,"-2"0"76"15,3 0 20-15,0 0-67 0,0 0-70 0,0 0-49 16,0 0-27-16,0 0-22 0,0 0-9 15,0 0 0-15,0 0 2 0,0 0 2 0,0 0 2 16,0 0 8-16,0 1 6 0,0-1-19 0,0 0-8 16,0 0-5-16,0 0 5 0,3 0-4 0,-2 0-1 15,-1 0 23-15,0 0 9 0,2 0 5 16,-2 0 0-16,0 0 6 0,0 0-2 16,1 0 2-16,1 0 2 0,-2 0 4 0,0 0 9 15,2 0 7-15,-2 0 9 0,0 0 5 0,0 0 11 16,0 0 10-16,0-1 0 0,0 1 6 0,0 0 4 15,0 0 4-15,0 0-13 0,0-2-14 16,0 2-19-16,0 0-21 0,0 0-23 0,0 0-16 16,0 0-14-16,0 0-6 0,1 0-5 15,-1 0-4-15,0 0-5 0,0 0 0 0,0 0-3 16,2 0-1-16,-2 0-1 0,0 0 3 0,2 0-2 16,-1 0 4-16,-1 0 5 0,3 0 2 15,-1 0 3-15,1 0 2 0,0 0 4 0,2-2-2 16,-2 2-2-16,0 0 0 0,2-1 0 15,-2 1 0-15,2 0 0 0,-2 0 0 0,2 0 1 16,1-1 1-16,-3 1-2 0,2 0 2 0,0-2-2 16,-2 2 2-16,2 0-2 0,-2-1 3 15,3 1 25-15,-1 0 10 0,0-2 6 0,-2 2-1 16,2-1 4-16,-2 1 0 0,2 0-22 16,-1-1-14-16,1-1-6 0,0 2-1 0,-2-2-4 15,2 1 0-15,-2 1 0 0,2-1 0 0,-1 1 1 16,1-2-1-16,-2 2 0 0,2-2-1 15,0 2-3-15,0-1 3 0,-1 0-3 0,1 1 3 16,-1-2-3-16,1 0 3 0,0 2 1 0,-2-1 0 16,2 1 0-16,0-2 0 0,1 1 5 15,-1-2-25-15,0 3-12 0,-1 0-3 0,1-2-6 16,-2 0-1-16,3 2-4 0,-1 0 20 16,0-3 14-16,1 2 1 0,-1 0 4 0,0 0 2 15,1 1 4-15,0-3-3 0,-1 1 2 0,0 0 2 16,1 0 0-16,-1 1 0 0,3 0-1 15,-2-1 4-15,-1-1-3 0,0 0 0 0,1 2 0 16,2-1 0-16,-3 1-2 0,1-2 1 0,-1 1-3 16,4 1 2-16,-3-1 2 0,1 0 0 15,1 1 0-15,-2-2-1 0,2 2 1 0,0-1-2 16,-2 1 0-16,2 0 2 0,0-1 2 16,-2 0 0-16,2 1-2 0,-1 0 0 0,0 1-2 15,1-2 0-15,-1 0-1 0,-1 1 1 0,2 0 0 16,0 1 2-16,-2-2 0 0,2 0 0 15,-1 1 0-15,0-1 0 0,0 1 0 0,-1-2 2 16,2 3 0-16,0-2-1 0,-2 0 1 16,2-1-2-16,-1 2-2 0,2-1 1 0,-3-1 1 15,2 1 0-15,0-2 1 0,1 0 3 0,1-2-1 16,-2 2 1-16,2-1-1 0,0-1 3 0,0 0-5 16,-2 0 3-16,4-1-1 0,-2 1 1 15,1 0-3-15,0-2 1 0,0 1-2 0,2 1 2 16,-2 0-2-16,-1 0 5 0,2-1-3 15,-2 3-2-15,-1-2 1 0,2 2 1 0,-3 0 2 16,2-1-3-16,0 0 1 0,-2 2 0 0,0-1 0 16,0 2 1-16,2 0 0 0,-2-2-3 15,0 2 0-15,0-1 4 0,1 1-4 0,-1 0 0 16,0 0-2-16,1 0 4 0,-1 0 0 16,0 0 1-16,0 1 2 0,1-2-3 0,1 2 0 15,-2-1 22-15,3-1 11 0,-2 2 11 0,-1-3 0 16,2 3 4-16,-1-2-20 0,-1 2-35 15,2-2-17-15,-1 1-10 0,1 1-8 0,-1-2-4 16,-1 0 22-16,1 2 9 0,1-3 2 16,-2 1 5-16,1 0 4 0,-1 0-2 0,0-1 4 15,3 2 0-15,-3 0-1 0,0-2 1 0,0 2 0 16,1-3 1-16,1 3-1 0,-2-1-1 16,3 0 2-16,-2 0 1 0,-1 0-2 0,2 2 0 15,-1-2 0-15,-1-2 2 0,2 2 0 16,-1-1-1-16,1 1 3 0,-1 0-3 0,-1-2 3 15,1 1-4-15,-1-1 2 0,-1 1 3 0,2-2 0 16,-1-1 0-16,-2 1 2 0,1 0 3 0,-1-1 0 16,0 1-2-16,-1 0 1 0,0 0-2 15,1-1-4-15,-1 0 2 0,-2 0 2 16,3 0-4-16,-3 0 4 0,1 1 0 0,-1-4 1 16,0 1 0-16,0 0-3 0,-1-1 80 0,1 0 40 15,-1-3 20-15,1 1 8 0,1-3 0 0,-4 2-1 16,2-2-68-16,1 0-38 0,-3-2-19 15,2 2-9-15,-2-2 0 0,-2 3-4 0,2-4-1 16,-2 2-2-16,1 0-1 0,-1 1 36 16,0 0 30-16,-2-1 28 0,3 1 15 0,-2 0 10 15,-1-2 0-15,1 2-33 0,0 0-29 0,0-2-23 16,-2 1-18-16,3-1-10 0,-2 0-6 16,1-4 0-16,0 4 1 0,-1-1 6 0,1 0 3 15,0 1 2-15,1-3 3 0,1 2-3 16,-1 0-7-16,0 1-2 0,1-1-2 0,1 0-5 15,0 0-1-15,0 1-2 0,0-3-1 0,0 0-2 16,0 2 0-16,1-2-1 0,-1 1 0 0,2 0 3 16,-2-1 2-16,0 1-2 0,2-1-2 15,-2 1 1-15,1 0 3 0,-1-2-1 0,0 2-3 16,2 0 0-16,-2-2 0 0,0 1 5 16,2 1-6-16,-2-2-2 0,0 1 4 0,0 2 2 15,0-2 0-15,0 4-1 0,0 0-1 0,0 0 1 16,-2 0 0-16,2 1-2 0,0 2 1 15,-2-1-2-15,2 1 1 0,0-1 1 0,-1 1 0 16,-1 1 1-16,0-2-3 0,1 1 3 16,-1-2-1-16,1 0 0 0,-2 0-1 0,0-2-1 15,1 2 4-15,-1 0-1 0,1-2-2 0,2 1 0 16,-1 1-3-16,-1 1 2 0,0 1-3 16,2 1 0-16,-1 0 1 0,1 2 2 0,0-1 2 15,-2 2-2-15,2 1 2 0,0 0-1 16,-1-2 0-16,1 2-3 0,-2-2 1 0,2 2 2 15,0-3-3-15,-2-1 3 0,2 0 2 0,0 0 0 16,-1-3-2-16,1 0-1 0,-2-1-4 16,2-2 2-16,0-1-2 0,0 0 1 0,0 0 2 15,0-1 3-15,0 1 4 0,0-1 0 16,0 3-3-16,0-2 0 0,0 1 1 0,0 0-2 16,0 3-2-16,0-2 1 0,0 1 1 0,0 1-1 15,0 0-1-15,0 2-2 0,0-1 3 16,0 1-2-16,0-1 2 0,0-1-1 0,0 0 1 15,0-1 1-15,0 1-3 0,0-4 2 16,0 2-3-16,2-1 4 0,-2 1-3 0,1-1 2 16,-1 2 2-16,0 1-1 0,2 0-1 0,-2 3-1 15,2 0 2-15,-2 1-1 0,1 1 0 0,-1 1 1 16,0 1-1-16,0-1 2 0,0 2 1 16,0-1-2-16,0 2-1 0,0-5-2 15,0 3 0-15,0-3 2 0,0 0-6 0,2 0 6 16,-2-3-2-16,1 0 2 0,1 0-2 0,-2-1-2 15,3-1 3-15,-1-1-4 0,1 0 5 0,-1 2-2 16,1-2 2-16,0 3 0 0,0 0 2 16,-2 1 4-16,1 1-4 0,0 0 1 0,-2 0 0 15,1 1 3-15,-1 1-1 0,0-1-1 16,2-1-2-16,-2 0 1 0,2-1 0 0,-1 0 1 16,-1-1-5-16,3-2-3 0,-3-2 4 0,2 2-2 15,0-1-1-15,1-2-2 0,0-2 3 16,1 1 1-16,-1 0-2 0,2-1 3 0,0 0-10 15,-2-1-11-15,2 2-5 0,0-2-10 16,-1 5-11-16,1-3-10 0,-2 1 1 0,1 2 4 16,-1-1 1-16,-2 2 10 0,1 1 11 0,0 1 6 15,-1 0 7-15,-1 1 8 0,2 0 3 16,-2 1 5-16,0 0-4 0,0-1 3 0,0 3 1 16,0-2 1-16,0 3-2 0,0-1 1 15,0 1 2-15,0-2-1 0,0 4-1 0,-2-2-1 16,2 1 1-16,-1-1 1 0,-1 0-3 0,0 1 1 15,1 1-2-15,-1 1 4 0,1-1 0 0,-1 1-1 16,-1 0 5-16,1 4-1 0,-1-3 1 16,1 2 1-16,-2-1-4 0,2 3 1 15,-1-1-1-15,2 0 1 0,-1 1 0 0,0 0-2 16,2 1 1-16,-1-2-1 0,-1 2 4 0,2-2-2 16,-1 2-2-16,-1 0 0 0,2 0-1 0,0 0 0 15,0 0-3-15,0 0 2 0,0 0-1 16,0 0-1-16,0 2-2 0,0-2-3 15,0 2 1-15,0-1-2 0,0 2-1 0,0 0 1 16,0 2 2-16,0 2 3 0,0-5 2 0,0 7 0 16,3-1 2-16,-3 0 0 0,2 1 1 0,-1 0 0 15,1 3-1-15,0 0 2 0,-1 0 4 16,2 3 1-16,-3-2 0 0,2 3-2 0,0 1 0 16,0-1-2-16,-2 2-4 0,2 0-1 0,-1 1 2 15,1 1-2-15,0-1 3 0,-1 1-1 16,-1 0 1-16,0 1 2 0,2-1 0 0,-2 1 1 15,2 0-2-15,-2-1 0 0,1 1 1 16,-1 0 0-16,0-2-1 0,2 1 1 0,-2-1-2 16,0-1 0-16,0 0 0 0,0 1 0 15,0-3-2-15,0-1-3 0,0-1 4 0,1 0 1 16,-1 2-3-16,0-3 0 0,0 0-1 0,0 0 3 16,0 3-2-16,0-2 1 0,0-1 5 15,0 2 2-15,0 0 0 0,0 0 3 0,0 2-5 16,0-3 3-16,0 3-3 0,-1-1 0 15,1 1-2-15,-2 0-1 0,2-1 3 0,0 0-2 16,0 2-1-16,0-3 0 0,0 0-1 0,0 0 1 16,2 2-2-16,-1-2 2 0,-1 0-2 15,2-2 1-15,0 2 1 0,-1 0-2 0,-1 0 2 16,2-2-2-16,1 1 2 0,-1 0 0 0,0-1-1 16,0 2 1-16,1-1 1 0,-1-1 1 15,-1 2-2-15,1 0 0 0,0 0 1 0,-1 2-1 16,2 0-1-16,-1-1 1 0,0 1 0 15,-1 2 0-15,1 0-2 0,1 1 1 0,-1-1 0 16,-1 1-1-16,4 0-2 0,-4-1-1 0,2 0 3 16,-1 1 1-16,1-1 1 0,-1-1 1 15,1 0 2-15,0-1 3 0,-1 1 0 0,0-3-2 16,-1-1-1-16,1 2 1 0,-1-1 0 16,2-2-3-16,0 2 0 0,-1 0-1 0,-1-2 1 15,1 4-1-15,0-2 1 0,-1 0-1 0,1 0 0 16,1 0 0-16,-1 0-1 0,-1 0-1 0,1 0-2 15,1 0 2-15,0 0 2 0,-1 0 0 16,2 0 1-16,-1 0 3 0,-1 0-2 0,1-2-1 16,-1 3-1-16,1-2 0 0,0-1-1 15,-1 0 0-15,1 0 2 0,-3 1 5 0,3-1-1 16,-1 3 0-16,1-3-1 0,-2 2-2 0,1 0 2 16,-1 1-4-16,1 1 1 0,0-2-2 15,-1-1 1-15,1 0 0 0,0 0-1 16,-1 0-3-16,2-2-1 0,-1 0 3 0,-2-2-1 15,3 2 1-15,-1-2 0 0,-1 1 1 0,-1-1 1 16,2 0-3-16,1 0 6 0,-2 1-1 0,-1-3 2 16,2 3-1-16,-1 2 3 0,1-1-1 15,-2-1-2-15,3 3 1 0,-3-2-4 0,2 1 0 16,-2 0-1-16,3-1 2 0,-1-1-1 16,-1 3-1-16,1-1 0 0,1 1 2 0,-1 4 1 15,1-3-2-15,1-2 0 0,-2 2-1 0,1-1 1 16,0 1 0-16,2-2 0 0,-2-1-1 15,1 2 1-15,-1-2 0 0,2-1 2 0,-1 0-1 16,2 1-1-16,-2 1-1 0,0-3 1 16,1 2 1-16,0-2-2 0,-2 1-2 0,3 1 0 15,-1-2 3-15,0 2-2 0,0-2 1 0,0 3 1 16,-1-1 0-16,2 1 0 0,-1-1-3 16,1 1 0-16,-1-2 0 0,0 1 2 0,0-2 0 15,1 1 1-15,0 0-1 0,-1-1 0 0,0 0-2 16,0-1-1-16,1 0-2 0,-2 1 1 15,1-1 0-15,0-1 2 0,0 2 0 0,-2-3 0 16,2 2 0-16,-1 0 2 0,1 0 0 0,-2 2-4 16,2-3 2-16,-2 3-4 0,1-1 2 15,-1-2-1-15,0 3 0 0,0-2 2 16,0 0 2-16,0 1 3 0,0 1 0 0,-1 0 0 16,1-3 2-16,0 3-3 0,-1-2 2 0,0-2-1 15,-1 2-2-15,1 0 2 0,1 0-1 0,-1 0 5 16,-1-1-1-16,2 1 1 0,0 0-1 15,-1-2 0-15,-1 0-1 0,1 1 0 0,1 0-1 16,-1-2-2-16,-1 2 0 0,1-2 0 16,0 3 0-16,-1-2 1 0,1 1-1 0,1 0 2 15,-1-1 4-15,-1 1-2 0,2-2 0 0,-1 2-3 16,-1-2 0-16,2 1 0 0,-1-1-1 16,0 0 2-16,-1 0 0 0,1 2 0 0,1-2 3 15,-3 1-1-15,3-1 0 0,-1 2-4 16,0-2 3-16,-1 1 3 0,-1 1 2 0,2-1 0 15,-1 1-5-15,-1-1-1 0,0 1 1 0,2-1-3 16,-2 0-3-16,0 1 0 0,0-2 3 16,0-1 0-16,0-1 0 0,0-2 0 0,3 3 0 15,-3-4-3-15,0 0-1 0,0-1-2 16,1 0-2-16,-1 0 1 0,0-1 2 0,2 0 2 16,-1-2 2-16,1 1 1 0,-2-2 0 0,3 2-3 15,-1-3-1-15,1 2 0 0,0 0 3 16,-1 0-3-16,3 0 1 0,-2 0 3 0,4 0 1 15,0 0-2-15,-1 2 0 0,2-1 1 16,2 1 1-16,-1 0 0 0,-1-1 1 0,3 2-1 16,0-2 1-16,-1 2-1 0,2 0 0 0,-1 0 0 15,2 0-1-15,0 2 3 0,0-2-3 0,0 2 0 16,0-1-3-16,1-1 3 0,1 1 0 16,0 1-1-16,-2-1-1 0,0 1 2 15,4-1 1-15,-4-1-2 0,3 1 1 0,-2-1 0 0,2 0 0 16,-2-1 0-16,2 1 0 0,-2-1 1 15,2-1-1-15,-2-1 0 0,2 1 2 0,-2-2 1 16,2 2-3-16,-2-3 0 0,0 2 0 16,-1 0 2-16,3-1-2 0,-5 0 0 15,3 2-1-15,-1-2 0 0,-2 3-1 0,3 0-1 16,-4-2 2-16,1 1-1 0,1 2 4 0,-2-2-2 16,-1 2-2-16,2-2 2 0,0 2-2 0,-1 0 1 15,-1 0-1-15,2 0 2 0,-3-1-2 16,3 1 0-16,0-1-2 0,-4 1 1 0,4 0-3 15,-2-2 3-15,1 2 0 0,-2-1 1 16,1-1 3-16,1 1-1 0,-1-1 3 0,-1 1 0 16,2-1 0-16,-2 1 3 0,0-1-1 0,1 1-3 15,0-1 0-15,-1 0-1 0,2 2-1 16,-1-1 2-16,-1-1 2 0,3 1-1 0,-1 0 2 16,-1-2 0-16,2 1-1 0,-3 1-4 15,3 0 0-15,-3-1 0 0,3 0-1 0,-3 1-1 16,2 1 2-16,0-1 2 0,-3-1-2 0,1 0 1 15,0 2 3-15,3 0-2 0,-5-1-2 16,2 1 0-16,1 0 0 0,-1 0 3 0,0 1-3 16,-1-1 0-16,2 0 0 0,-3 2 0 15,4 0 0-15,-2-1 0 0,1-1 1 0,-2 1 4 16,1-1-3-16,0 2 3 0,1-2-2 0,-1 0-3 16,0 2 0-16,0-2-2 0,1 0-2 15,-1 0 2-15,2 0 1 0,-1 0 1 0,-1-2 1 16,0 2-1-16,0 0 0 0,1-2 0 15,-1 2 0-15,2-1 0 0,-1 1-2 0,1-1-1 16,-1 1 3-16,2 0 0 0,-1-2 0 0,-1 2-1 16,4-2 2-16,-2 1 0 0,-1-1-1 15,3 1 3-15,-3-1-3 0,3 1 1 0,-1-2-1 16,0 0-1-16,0-1 1 0,1 1 0 0,-2 1-3 16,1 1-1-16,0-4 0 0,0 3-1 15,-2 0 2-15,-1 0-2 0,2 0 3 0,-1 1-1 16,-2-1 0-16,0 1 2 0,1-1-3 15,-3 2 3-15,1-1-1 0,-1-1-1 0,-1 1 1 16,2 1 2-16,-3-2 0 0,-1 2-1 0,0-1 1 16,0 1 2-16,1 0 0 0,-3-2-2 0,2 2-2 15,1-2 1-15,-2 2-2 0,0 0 1 16,-1-1-3-16,1-1 3 0,1 1 2 16,-3 1-1-16,2-3 2 0,0 2 1 0,-1-2 4 15,-1 0-3-15,3 0 1 0,-3-2-2 0,2 1-1 16,-2-1-2-16,3 1-1 0,-1 0-1 15,-1-1-3-15,3-1 0 0,-2 2 1 0,2 0-2 16,-1 1 2-16,-2 0 3 0,3 0 2 0,-1 0 1 16,-2 2 0-16,3-3-1 0,-3 3 0 15,2-1 0-15,-1 1 0 0,1 0 0 0,0-1-1 16,0-1 1-16,0 2 1 0,1 0-1 16,-1-3-1-16,0 3 1 0,0-2 1 0,1 0-1 15,0 1 0-15,1-1 0 0,-1 2 0 0,1-2 0 16,-2 0 0-16,2 1 1 0,0 0-1 15,-2-2 3-15,3-1-2 0,-3 3 1 0,1-4 2 16,-3 1-2-16,3-1 1 0,-3-2 1 0,2 1 2 16,-1-2-1-16,0-1 0 0,-1-1 1 15,1 0 2-15,-1 1-2 0,1-2 0 0,2 2 0 16,-2-2-3-16,-1 1 1 0,3 0 2 16,-1 0-4-16,-3 0 2 0,3-3 0 0,0 4 3 15,-1-2 0-15,1 1-2 0,-1-4 1 0,-1 4-2 16,1-1 0-16,2 0-2 0,-2 0-2 0,-2 0 3 15,3 0 0-15,-3-1 0 0,2 5 0 16,-1-3-1-16,-1 0 0 0,0 0-2 16,0-1 0-16,0-1 0 0,0 2 0 0,0-3 2 15,-1 1-1-15,1-1-1 0,-2 0-1 0,2 0-1 16,0 0 0-16,-2-1 0 0,1 2-4 0,1-2 1 16,0 0 2-16,0 3-4 0,0-2 5 15,0 1-3-15,0 1 1 0,0-1 0 16,0 2 1-16,0 0 2 0,0-1-1 0,0 2-2 15,0 1 2-15,0-1-1 0,0 0-1 0,0 2 1 16,0-4-3-16,0 2 2 0,-2-2-3 0,2 2-1 16,0-3 1-16,0 1-2 0,0-1 4 15,0 0-1-15,0 1 6 0,0-2 2 0,0 1 0 16,0 0 4-16,0 0-2 0,2 1-1 16,-2-1 1-16,0 1 1 0,1 0-1 0,1 2 2 15,-2-1 1-15,0 0 2 0,0 2-2 0,0 0-3 16,0 0-3-16,0 2 2 0,0-2-3 15,0 1 0-15,0 1 1 0,0 1 1 0,-2-2 2 16,1 1-3-16,1 1 1 0,0-2-2 16,-2-1 0-16,2 0-1 0,0 0 0 0,0 1 2 15,0 0 0-15,0 0-1 0,2-1 3 16,-2 2-3-16,0-2 0 0,1 0 0 0,1 1 0 16,-2 1 0-16,0-3-2 0,2 4 1 0,-2-1 1 15,1 1 1-15,-1-1 1 0,0 1-2 16,2 0 2-16,-2 0 1 0,0 1-3 0,0-1-1 15,0 0 2-15,2 0-1 0,-2-2 2 0,1-3-4 16,-1 2 1-16,2-2 0 0,-1 1-2 16,1-2 3-16,-2 2 0 0,2-2 0 0,-1 1 0 15,1 3-2-15,-1-3 2 0,-1 3-2 16,2-3-1-16,-2 1-1 0,2 1 3 0,0-1 1 16,-2 2 0-16,0 0 0 0,2 1-1 0,-2-1 3 15,0 2-3-15,0-1-1 0,0 1-1 16,0-2 2-16,0 2 2 0,0 0-5 0,0 1-1 15,-2 0-3-15,2 0-4 0,0 0-5 16,-4-1-6-16,4 0-5 0,-2 2 0 0,2 0 1 16,-1-1 2-16,-1 1 3 0,2-1 8 0,0 2 7 15,-1-1 0-15,1 1 3 0,0 0 0 16,0 0 3-16,0 0 0 0,0-1-3 0,0 0 0 16,0 1 3-16,1-1-2 0,-1 2 0 15,0-3 2-15,0 1-2 0,2 1 3 0,-1-2-4 16,-1-1 1-16,0 2 1 0,2 1 1 0,-2-1 4 15,0-1-3-15,0 2 2 0,0-1 1 16,2 1-2-16,0 0-1 0,-2-1-5 0,0-2 5 16,2 3 0-16,-2 1 1 0,0-1 0 0,2-2 1 15,-2 0 1-15,1 3-3 0,-1-3 3 16,0 0-3-16,2-1 2 0,-2 1 2 0,1-1-2 16,-1-1 5-16,0 0-6 0,0 1 4 0,2-2-1 15,-2 0 1-15,2 0-2 0,-1-1 0 16,1 2 2-16,-1-1-3 0,-1 1 2 0,0 0 0 15,2 2 1-15,-2-1-3 0,0 2 0 0,0-2 2 16,0 2 0-16,0 0-3 0,0 1 0 16,-2 1 0-16,2-3 1 0,0 4 1 0,0-2-3 15,0 3 0-15,0-2-1 0,0 1 0 16,0 1 0-16,0-1-3 0,0 1 3 0,0-2-2 16,0 2 2-16,0-2-1 0,0 1-1 15,0 0-2-15,0 1 2 0,0-2 0 0,0 2-3 16,0-2-3-16,0 2 1 0,0 0-4 0,0 2 0 15,0-2-2-15,0 2 2 0,0-1 3 16,0 0 3-16,2 3 4 0,-2-3 0 0,0 2 2 16,0 0-1-16,0-2 1 0,2 4 0 15,-1-5-4-15,-1 2 0 0,0 1 3 0,0 0 1 16,2 0-2-16,-2-1-1 0,1 0 1 0,-1 2 2 16,0 0 0-16,2-1-2 0,-2 1-2 15,0 0 2-15,2 3 0 0,-2-3 1 0,0 3-4 16,1-1 2-16,-1 2 1 0,0 1-1 0,3-3-1 15,-3 1 1-15,0 3-3 0,0 0 0 16,0-1 2-16,0 1 0 0,0 2 2 0,0 1 3 16,0-2 3-16,2 3 2 0,-2-2 3 0,0 1-4 15,1 3 4-15,-1-3 0 0,0 4-1 16,0-2-2-16,2-1-3 0,-1 3-1 0,-1-2 1 16,0 1-1-16,0-2-2 0,2 1 2 15,0 0 0-15,-1 0 3 0,-1-1-4 0,3 1-1 16,-3-2 2-16,2-1 0 0,0 2-2 0,-1-3 1 15,-1 3-1-15,2-3 2 0,0 2-1 16,-1-2 0-16,1-1 0 0,-1 2-2 0,-1-1 2 16,3-1-2-16,-1 1 1 0,-1 0-2 15,-1 0 0-15,3 1 2 0,-3-3 0 0,0 3 5 16,2 0-1-16,-2-1-4 0,0-1 0 0,0 2-1 16,2-1-3-16,-1 0-1 0,-1 2 1 15,0-3 4-15,0 2 0 0,0-2-1 0,0 2-1 16,2 0-3-16,-2 0 1 0,1-1-4 0,-1 1 2 15,0-2 1-15,2 2 0 0,-2 1 1 16,0-2 0-16,2 2-1 0,-2-1 1 0,1 0 0 16,-1 0 4-16,0 1 3 0,2-3 2 0,-2 3 1 15,0-3 2-15,2 2-2 0,-2-1-2 16,1-1-1-16,-1 1-3 0,2 0 3 0,-1 2 0 16,1-3 3-16,1 1-1 0,-2-1-6 15,2 1-1-15,-1-2-7 0,0 2-8 0,-1-1-1 16,2 0-1-16,1 1 4 0,-1-1 3 0,0 2 5 15,0-3 4-15,2 0 2 0,-2 2 1 16,0-2-2-16,2 0 1 0,-2 1 1 0,2-1 0 16,-2 0 1-16,0 0-1 0,3 0 0 0,-3 1 2 15,2-2 0-15,-3 1-2 0,3 2 0 16,-2-2 0-16,2 1 0 0,-2 1 0 0,1-3 2 16,1 2-2-16,0 0-2 0,-2 0 2 15,2-2 0-15,0 2-2 0,-2-2-1 0,3 1 0 16,-3 0 2-16,0-1 1 0,1-1 0 0,-1 1 3 15,0 1-1-15,0-1 2 0,-1 1-2 16,1-1 0-16,0 1-2 0,0 0-1 0,-1 1 0 16,-1-3-1-16,1 0 0 0,-1 0-2 15,1-2 2-15,-2 1 1 0,0 0 1 0,2-1-1 16,-1 1 0-16,-1-1 1 0,0 1 0 0,0 3 0 16,-1-2-2-16,-1 0 0 0,2 1 0 15,0-1 1-15,-2 0-2 0,2 2 0 0,0-1 0 16,0-1 2-16,0 2-1 0,0-1-2 15,0 1 1-15,0-1-1 0,2 0 0 0,-2-1-2 16,0 0 0-16,3 1-1 0,-3-1 2 0,2 1 1 16,-1-1 2-16,1 1 0 0,-2-1-2 15,2-1 7-15,-1 0-3 0,1 0 1 0,0-1-1 16,-1-1 2-16,1 1 1 0,-1 1 0 16,2 0 0-16,0-2-1 0,-1 1 1 0,-1 1 1 15,1-1 0-15,-2-1 0 0,2 2 0 0,-1-2 0 16,-1-1-2-16,2 2 0 0,-2 0-1 0,0-1 1 15,0 0-2-15,0-1 4 0,0 2-1 16,-2-1 0-16,2-1-1 0,0 3-1 16,-1-2 3-16,-1 2-2 0,2-1-1 0,0 1-1 15,0-1 1-15,-2-2-1 0,2 1-2 0,0-1-1 16,0-1 3-16,0 0 0 0,0-1-4 0,2 0-1 16,-2-1 0-16,0 2-3 0,0-2 0 15,0 0 3-15,2 0 1 0,-1 0 3 16,1-2 2-16,-1 1 3 0,1 0-2 0,0-1-2 15,-1 0 3-15,1-1-3 0,1 2-3 0,0-1-2 16,3 2 1-16,-3-1 3 0,2 1 0 0,2 0 1 16,-1 0-2-16,3 0 5 0,-1 0-4 15,2 0-2-15,0-2-1 0,0 2 3 0,2-1 1 16,0 1-3-16,1 0 2 0,-2-1 1 16,3 1-1-16,-1-2-1 0,1 2-3 0,-3-2 1 15,2 2-1-15,1 0 1 0,-3-2-2 0,3 2-1 16,-3 0 0-16,2 0 0 0,-2 0 1 15,0 0-4-15,2 0 2 0,-1 0 3 0,-2 0 1 16,2 0 2-16,-2 0 6 0,1 0 1 16,2 0 1-16,-4 0 2 0,4 0-1 0,-4 0 1 15,1 0-3-15,2 0 1 0,-2 0-3 0,0 0 0 16,0 0 0-16,0 0 1 0,1-3 0 16,0 2 1-16,-3 1-1 0,3-2-3 0,-3-1 2 15,3 1-2-15,-1 0-1 0,-1-1 3 16,2 2-1-16,0-2 0 0,0 0 2 0,-1 1-2 15,-1-1 0-15,4 2-2 0,-4-2 1 0,1 1 3 16,2 0-3-16,-2 1 1 0,-2-1 1 0,2 1 0 16,0 0-2-16,-2-1-1 0,0 2-1 15,0 0-2-15,0-1 1 0,-2-1 2 16,1 2 0-16,-2-1 0 0,1 1 0 0,-2 0 0 16,1-1 2-16,-2 1 0 0,-1-2-1 0,0 2 2 15,-1 0-3-15,1 0 1 0,1 0 0 0,-1 0 2 16,-1 0-2-16,4 2-1 0,-1-2 0 15,0 1-1-15,0 0-3 0,0-1 3 16,1 2 1-16,-1-1 0 0,4 1 0 0,-3-1 0 16,1-1 0-16,2 1 0 0,0 1 2 0,-2-1 1 15,2-1 1-15,0 2-3 0,1 0 2 0,-1-1-5 16,2 1 0-16,-2-2 1 0,4 1-2 16,-4-1 2-16,2 0-2 0,2-1 0 0,-2 1-2 15,1-2 0-15,2 1 0 0,-2-1-1 16,0 0 1-16,0 1 5 0,0-1-4 0,1 1 2 15,-2-2-1-15,0 2 0 0,0-1 1 0,0 1-4 16,-2 1 4-16,3-1-2 0,-3 1 1 16,0-2-2-16,-2 2 2 0,2 0 1 0,0 0-4 15,-2 0 5-15,-1 0 1 0,0 0 0 16,1-2-1-16,-1 2 1 0,-2 0 1 0,0-1-1 16,0 1 0-16,-1 0 0 0,0 0 0 0,-1 0 0 15,-1 0-3-15,2 0 3 0,-2 0 0 16,2 0-2-16,-1 0 0 0,1 0 2 0,-1 0-2 15,-1 0 0-15,2 0 1 0,1-1-2 0,-2 1 1 16,1 0 0-16,1-2 0 0,0 2-2 16,2-2 1-16,0 2 0 0,1-1-4 0,2-1 1 15,0 2 0-15,0-1 5 0,3-1 1 16,-2 1 0-16,3-2 4 0,0 0 5 0,-1 1-2 16,2 0-4-16,1-3 0 0,1 1 1 15,-2-2-3-15,0 2-1 0,3 0-1 0,-3-1 1 16,1-1 0-16,-3 1 0 0,0 0 2 0,1 1-2 15,-2-1 2-15,0 0-4 0,1 1-7 0,-5 1-5 16,0-1-3-16,-1 0 1 0,-2 2-1 16,1 2 5-16,0-4 5 0,-2 3 6 0,-1 0 4 15,-1-4-1-15,0 3 0 0,0-3-1 0,0 1 2 16,0 0-3-16,-1-4 0 0,1 2-3 16,-2-1 0-16,2-1-3 0,0-2-3 0,-3 0-1 15,3-1-6-15,0 0-4 0,-1-1-2 16,1 0-5-16,-2 0 3 0,2 1 6 0,0-1 4 15,0-1 7-15,0 2 4 0,-2 0 1 16,2 0 5-16,-3-1 0 0,3 1 0 0,-1 0 1 16,-1-3-1-16,2 2 1 0,0-1-1 0,-2 1 0 15,2-1-3-15,-1-3 0 0,1 2 0 16,0 0 0-16,0-1 0 0,0 1-3 0,0-1 0 16,1 2 2-16,-1-1-2 0,2 2 3 15,-2 1-3-15,2-1 0 0,-2 1 2 0,1 2 0 16,-1-1-1-16,0 2-1 0,2-1 2 0,-2 0-1 15,0 0 1-15,0-1-2 0,0 1 2 16,0 0-2-16,-2 1-6 0,2-2 4 0,0 2-1 16,0 0 0-16,0 1 1 0,0-1 0 0,0 0 7 15,0 4-2-15,0-3 0 0,0 2 0 16,0 1 0-16,0-1 0 0,0 2 0 0,0-1-2 16,0 0 2-16,0 0-4 0,0 1 1 15,2 0-1-15,-1 1-2 0,-1-2 0 0,0 1-1 16,2 0 6-16,-2 2-5 0,2-1 3 0,-1 0 2 15,2 0 1-15,0 0 0 0,0 0 0 16,-1-2 1-16,1-1-4 0,2 2-1 0,0-4-1 16,-2 1 1-16,3 0-2 0,0-1-2 0,1-1 2 15,-1 1 1-15,2-2 2 0,-2 2 2 16,2-1-2-16,-3 1-1 0,0 1-5 0,-2 2-1 16,0-1-4-16,2 4 1 0,-4 0 3 0,1 1 5 15,-1 1 4-15,-1 0 1 0,0 4 0 16,0-3 1-16,0 3 1 0,-1-2-1 0,1 4 4 15,-2-3-2-15,2 2-2 0,0 0 1 16,-1 0-2-16,1 0 3 0,0 0-2 0,0 0 1 16,0 0-1-16,1 0 5 0,-1 0-2 0,0 1-1 15,2-1 3-15,-2 2 0 0,1 0 0 16,-1-1-3-16,0 2 0 0,2 2 0 0,-2-2 0 16,2 1 1-16,-1 0 0 0,1 1 4 15,0 1-2-15,-2-1-1 0,1 1 1 0,1 1 0 16,-1 0-2-16,1-1 2 0,0-1 0 0,-1 3-2 15,2-2 0-15,-1 1-2 0,2 0 1 16,-1 0-2-16,-1 0-1 0,1 1 2 0,-1-3 2 16,0 3-4-16,-1-1 0 0,2 0 1 15,-1-1-1-15,-2 1-1 0,3-1 0 0,-3 0 1 16,2 0 1-16,-1 2-2 0,1-2 1 16,0 2 0-16,0 0-2 0,1 0 2 0,-3-1-3 15,2-1 2-15,0 1-2 0,-1-2 3 0,1 0 1 16,0-3-1-16,-1 1 0 0,1 2-1 15,-1-3-3-15,-1-1-2 0,2-1 0 0,0 0 2 16,-1 0-1-16,-1-2 2 0,2 1 1 0,-1 0-1 16,1-2 1-16,-2 1 1 0,4-1 1 15,-4 0-2-15,2 1 1 0,1 1-1 0,-1-1 0 16,1 2-4-16,0-2 0 0,2 0-1 16,-2 2 2-16,2-1-1 0,1-1 0 0,0 1 1 15,-1-1 2-15,2 1 0 0,-1 1-2 0,2-2 2 16,-2 0-2-16,0 1 0 0,1-1 1 15,-1 1-2-15,3-1 3 0,-2 2 0 0,-1-2 0 16,2 0 1-16,1-1 2 0,-2 2 3 16,1 0-1-16,0-3-2 0,1 3 0 0,-1-1 1 15,0-1 2-15,1 0-4 0,-1-1-2 0,0 1-2 16,0-2 3-16,2 1-3 0,-2-2 1 16,0 0-5-16,0-2 1 0,1 1 2 0,-1-1-1 15,-2-1-4-15,5 0 2 0,-3 0 2 16,0 0-1-16,0-1 1 0,1 1 1 0,-1 0 1 15,-1 0-1-15,2 0 5 0,-1 0-1 0,0 1-1 16,-2-1-4-16,2 2 1 0,2-1 0 0,-4 1-4 16,2 1 7-16,0-1 3 0,1-1 2 15,-1 2 1-15,-1 0 2 0,1-2 4 0,1 2-3 16,0 0-2-16,0 0 1 0,1 0 1 16,-2 0-2-16,2 2 1 0,2-2-1 0,0 2 1 15,-3-1 1-15,3-1-3 0,0 1 1 0,-1 1-1 16,3-1-1-16,-3-1-2 0,2 2 0 15,-1-1 4-15,0-1 2 0,2 0 0 0,-1-1 0 16,2-1-1-16,-2 2 2 0,4-1 1 0,-4 1-4 16,4-3 2-16,-1 2 2 0,0-1-1 0,-2-2-1 15,3 4-3-15,-1-4 0 0,-2 3-2 16,1 0 1-16,-1 1-1 0,0-3-1 16,-1 3 0-16,0-2 0 0,-2 2-3 0,1 0 2 15,-2 0-1-15,-1 0 1 0,0-2 1 0,0 2-2 16,-1 0 1-16,-2 0-1 0,2 2-4 0,-4-2 3 15,1 0-1-15,-2 2 0 0,-1-2 2 16,1 3-2-16,-1-1 4 0,-1 2-2 0,1-4 2 16,-2 4-1-16,2-1-2 0,-2 0 4 15,1-2-1-15,-1 2 0 0,0 0-1 0,3-1-1 16,-3 0 2-16,0-1-3 0,3 0 3 0,-3 1-1 16,3 0 1-16,1-1 0 0,0 0-5 15,1-1 1-15,0 2-1 0,4-1 4 0,-1-1-4 16,2 2 2-16,1-4 2 0,-2 2-1 0,4-1-2 15,-1-1-2-15,3 1-5 0,0-2 1 16,0 1-1-16,4 0-1 0,-2-2-1 0,2 1 1 16,0 0 5-16,0 0 7 0,3 1 2 0,0-2 7 15,-1 2 3-15,1-2 3 0,2 2 0 16,-1-3-3-16,-2 0 0 0,4 2 0 0,-1-3 5 16,-3 2-4-16,3 1-1 0,-1-2-2 0,-1 1-2 15,1 1 1-15,-1 0-5 0,-2 0-2 16,-1 0 0-16,2 0 1 0,-3 1 0 0,-3-1-9 15,0 2-20-15,-2-1-7 0,0 1-6 16,-4 1 0-16,1 0-9 0,-2-2 2 0,1 2 16 16,-4 0 4-16,1 0 2 0,-2 0 2 0,-1 0 5 15,-2 2 8-15,3-2 4 0,-3 0 0 16,4 1 4-16,-5 1 1 0,1-1 0 0,-1-1-5 16,3 2 0-16,-3-2 4 0,2 1-1 15,0-1-3-15,-1 0-8 0,2 0-6 0,-1 0-3 16,1 0-2-16,1 0 0 0,-3 0-2 15,2 0 11-15,0 0 7 0,2 0 1 0,-2 0 4 16,3 0 1-16,3 0-1 0,-2 0-3 0,3 0 1 16,-1 0-2-16,4 0 2 0,-2 0-1 15,0 0-1-15,3 0 0 0,-1 0 1 0,1-1 1 16,-1-1-2-16,0-1 2 0,-1 2 4 16,-1-3-6-16,0 0-18 0,-3-1-12 0,-2 2-8 0,-1-2 1 15,-1-2 0-15,-3 3 4 0,-1-2 23 16,0-2 13-16,-1 3 8 0,-3-2 3 15,1 0 1-15,1-2 4 0,-2 2 0 0,0-1 0 16,0-1-1-16,-1 0-3 0,0-1-1 0,2-1-2 16,0-1-3-16,0 2 3 0,0-3-2 15,-1 1 1-15,4 1-3 0,-3-2-1 0,3 2-1 16,-1 0 1-16,1 1 0 0,0 0-2 16,0-2 0-16,0 4 2 0,0 0 2 0,0 1-2 15,1 0-2-15,-1 0 2 0,0 1 0 0,2 0 0 16,-1 2 0-16,-1 0 2 0,0 0 0 0,0 2-2 15,2-1-4-15,-2 1 1 0,0 0 0 16,2 1-1-16,-1 1 2 0,-1-2 1 0,0 0 1 16,2 2 0-16,-2 0-2 0,1-1 0 15,-1 0-1-15,0 1 3 0,2-2 0 0,0 2-2 16,-1 0-1-16,-1 0-1 0,2 0 4 16,-1 0-3-16,1 2 5 0,0-1-1 0,-1 2 4 15,2 0-1-15,-3-1-1 0,3 4-1 0,-3-1 1 16,0 2 1-16,2-1-1 0,-1 1 9 15,-1 2 3-15,0 0 2 0,0 0 4 0,0 1-4 16,0 2 1-16,0 0-6 0,0 1-4 0,2 0-1 16,-2 0-1-16,0 2-1 0,2 2-3 15,-2-2 0-15,1 0-2 0,1 2-4 0,-1-4 3 16,1 2-6-16,0-3 0 0,-1 2-1 16,3-4-2-16,-4 1 2 0,1-3 1 0,2-1 0 15,0 0 2-15,-1-1 0 0,-1 0 0 0,2-1 2 16,-1-1 1-16,0-1-1 0,-1 0 1 15,1 1 0-15,-1-2 1 0,1 0-3 0,0-1 1 16,-1 2-1-16,1-2 1 0,0 1 0 16,-1-1 1-16,-1-1 0 0,2 2 1 0,-1 0-1 15,1-1 0-15,1 1 0 0,-2-1-1 0,1 1 0 16,-1-1 1-16,1 2-1 0,1-1-1 16,1-1 1-16,-3 0 1 0,2 2-3 0,1-1 0 15,0 0-2-15,2 0 2 0,-1 1-5 16,2-1 5-16,-3-1 1 0,3 2 4 0,0-3 2 15,0 2 1-15,-1-2 2 0,2 2 4 0,1-2-2 16,-1 2-2-16,0-2 3 0,2 1 1 0,1-1-2 16,0 0-1-16,-1 1 0 0,2-1-1 15,-1 0 1-15,2 0-2 0,0 0 1 0,-2 0 0 16,1 0 3-16,1 2-6 0,2-2 5 16,-3 0-2-16,-1 0-2 0,3 0 2 0,-3 0-1 15,3 0 1-15,-3 0-2 0,2 0-1 0,1-2-1 16,-2 2 1-16,0-1 1 0,-1 1-3 15,0-1 0-15,0-1 0 0,-1 2 4 0,1-2-3 16,-2 0 1-16,1 2-2 0,-2 0 3 0,1-3 1 16,-1 2-6-16,0 1-1 0,-2 0 1 15,4-1 0-15,-4 1 1 0,0 1-6 0,3-1 5 16,-5 0 2-16,4 1 0 0,-3 2-1 16,1-3 1-16,1 2 1 0,0 0-1 0,-2 1-1 15,1-2-1-15,-1 1 0 0,2-1-1 0,-3 2 0 16,4-3 1-16,-2 2 2 0,-1-1 0 15,0 1-2-15,1 0 2 0,0-2 2 0,1 0 0 16,-2 1-2-16,1-1 0 0,0 0 0 0,0 1 0 16,-1-1-4-16,2 0 3 0,-1 0-1 15,-1 0 0-15,0 0 2 0,1 2 0 0,-2-2 0 16,1 2-1-16,0-1 1 0,-2-1 0 16,2 1 0-16,-2 1 0 0,2-1 0 0,-4-1 0 15,2 0 1-15,-1 2-1 0,0-2 0 0,-1 0 2 16,1 0-2-16,-2 0 0 0,1 0 0 15,-1 0 0-15,0 0 0 0,2 0 0 0,-2 0 0 16,0 0 0-16,2 0 0 0,-2 0-2 16,1 0-1-16,-1 0 1 0,4-2-1 0,-4 2-2 15,1 0 3-15,2-1-1 0,0 1-1 0,-1-2 1 16,1 2 1-16,0-1 2 0,2 1-5 16,1-3-2-16,-1 1 6 0,0 1-3 0,2 0-1 15,2-1 4-15,-3-1-1 0,0 1 2 0,3-1-4 16,0 0 1-16,-3 2-2 0,2-2 0 15,1 1 0-15,-2 0 0 0,-1 2 0 0,2-3 3 16,0 2 0-16,-4 0-8 0,1 0-2 0,0 1 0 16,0 0-3-16,-2 0-1 0,-1 0 2 15,-1-3 6-15,2 3 2 0,-1 0-4 0,-2-2 1 16,0 2 2-16,0 0-3 0,0-2-6 16,0 0 1-16,0 2 2 0,0-1-1 0,0-1 0 15,1 1-2-15,-1 0 9 0,0-1 2 0,2 1 2 16,-1-1 3-16,-1 2-2 0,0-1 0 0,2-1 0 15,-2 1 0-15,3-1 2 0,-3 2-1 16,0-1 1-16,3 1 0 0,-3 0-2 16,2-2 2-16,0 2 0 0,-1-2 2 0,-1 2-2 15,2-1 0-15,0-1 3 0,-1 1 1 0,-1 0-1 16,2-1-1-16,-1-1 2 0,2 1-1 16,-3-2-1-16,2 1 1 0,-1 0-3 0,1 2 2 0,-1-2 0 15,1 1 1-15,-2-1-1 0,2 1 2 16,-1 0-1-16,-1 0 4 0,2 0-3 0,-2-1 1 15,1 2 0-15,-1-1 1 0,0-3-1 16,0 3-3-16,0-1-2 0,0-1 3 0,0-1 1 16,0 0-1-16,0 1-1 0,0-2 5 0,0 2-2 15,0-2 0-15,2 1-1 0,-2-1-1 16,0 0-1-16,2 0 3 0,-2 0 0 0,1 1 4 16,1-1 3-16,0 2 2 0,-2 0 2 15,0 1 3-15,0-2-2 0,1 0 5 0,-1 2 2 16,0 1 3-16,0-1 5 0,0 0-3 0,0 0 1 15,0 0-5-15,0 0-5 0,0 0-7 16,0 0-7-16,2 0-1 0,-1 1-5 0,-1 0 0 16,0 0 2-16,2-2-2 0,-2 4 0 15,4-4 0-15,-4 3 3 0,0 0-1 0,2-2 1 16,-2 3-1-16,1-2 3 0,-1 2 5 16,0 0 4-16,2 0 9 0,-2 0 8 0,2 2 8 15,-1 1 3-15,1-2 2 0,0 1-1 0,-2 1-1 16,1-1 0-16,1 2-2 0,-1-2-2 15,-1 1 2-15,4 2 2 0,-4-1 0 0,1-1 5 16,-1 2 3-16,2 1 6 0,-1-1 1 0,1 1 0 16,-2-1 0-16,0 2 4 0,3 0 0 15,-3 0 3-15,1 1-4 0,-1-1 2 0,0 2-7 16,2-1-14-16,-1-1-7 0,-1 2-11 16,2-1-8-16,0-1-8 0,-1 0-6 0,-1 2 3 15,4-3-4-15,-4-1-1 0,1 1-3 0,-1 0-1 16,3-1-1-16,-3-1 0 0,2 0-1 15,-2-1 2-15,3 2 2 0,-1-2 3 0,-1 0 29 16,4-1 32-16,-1-1 12 0,1 2 10 0,-1-3 2 16,0 1 0-16,1-1-24 0,0 0-27 15,3 2-15-15,-4-2-8 0,1 1-4 0,0-1-3 16,1 0-2-16,2 0 2 0,-2 2 2 16,2-2 1-16,1 0-3 0,0 0 1 0,0-2 1 15,-1 2 1-15,3 0-4 0,-1-1 4 16,-1-1-2-16,-1 1 0 0,3 0-3 0,-3-2 0 15,0 1 0-15,1 1-2 0,-1-2 0 0,-1 1 0 16,-1 1-2-16,-1 1 1 0,-1 0 1 16,1 0 0-16,-2 0 6 0,1 1-5 0,-1 1 1 15,-2 1 2-15,1-2-2 0,0 1 0 16,-1 1-2-16,1-2 0 0,-1 2-1 0,-1-2-3 16,2 1 0-16,-2 0-1 0,2-2-1 0,-1 0 6 15,2 2 0-15,-1-2-1 0,-1 3 0 16,2-3 1-16,-1 0 2 0,0 1-4 0,-1-1 1 15,1 1 0-15,-1-1-1 0,3 0 0 0,-1 1 1 16,0 2 1-16,5-3-1 0,-4 0 1 0,1 0 2 16,3 0-1-16,-3 0 1 0,4 0 2 15,-2 0 4-15,-1 0-1 0,4-3 0 0,-1 2 1 16,1 0-2-16,-2 0-2 0,2-2-2 16,0 1 3-16,-2 0-5 0,4 0 3 15,-4 1-1-15,2-1-1 0,0 1-4 0,0-2 0 16,-2 2 3-16,2-1-2 0,-1 2 1 0,-1-1 0 15,0-1 2-15,0 1-2 0,0 1-1 0,-2 0 1 16,-1 0-3-16,2 0 2 0,-4 0 1 16,0 1 1-16,3 1-1 0,-3-1 3 0,0 2 2 15,1 0-3-15,-3-2 0 0,1 1-2 16,-1-1 1-16,1 3-3 0,0-4 1 0,-1 2 2 16,-1-2 0-16,2 3 2 0,-1-3 0 0,-1 1-1 15,2-1-3-15,1 1-3 0,-2-1 2 16,1 0-3-16,-1 0 2 0,3 0 2 0,1 0 4 15,-1 0 5-15,1 0-1 0,4-1-1 16,-1 1 1-16,2-1 3 0,0 1-3 0,2-3-3 16,-1 1-1-16,3 0 1 0,1-1-6 0,0 0 2 15,1 0-4-15,1-1 4 0,1-1 0 16,-1-1 1-16,1 2 4 0,-1-2-2 0,0 0 0 16,1-2 0-16,-1 2 0 0,-1 0-2 15,0-1 0-15,0 1 2 0,-1-1 1 0,-3 3-1 16,-1 0 2-16,1 0 0 0,-4 2-1 0,0 2 1 15,-2-2 0-15,-1 2 1 0,2 2-3 16,-6-2 1-16,2 2-3 0,-1 0-3 0,1 0 2 16,-3-1 0-16,2 1 0 0,-1-1 3 15,-1-1 2-15,0 2 0 0,0-2-3 0,0 1 2 16,2-1-3-16,-2 0-2 0,0 0 0 0,0 0 1 16,2 1 1-16,0-1-1 0,0 0 2 15,0 2 0-15,-2-2-1 0,1 1-1 0,2-1 1 16,-3 0-1-16,4 2-1 0,-3-2 2 0,1 2 1 15,-1-2-1-15,-1 0 0 0,2 0 0 16,-2 0 1-16,2 0-1 0,-2 2 2 0,1-2 0 16,-1 0-2-16,0 0 2 0,0 0-2 15,0 0-6-15,0 0-13 0,-3 3-78 0,1-2-167 16,-2 0-299-16,-3 3-261 0,2-2-257 16,-2 2-176-16,0-2 214 0,-1-2 519 0</inkml:trace>
  <inkml:trace contextRef="#ctx0" brushRef="#br2" timeOffset="103668.99">7660 12098 54 0,'1'2'208'16,"-1"0"90"-16,0-1 4 0,2-1-59 0,-2 2-72 15,2-2-50-15,-1 0-35 0,-1 1-25 0,2-1-12 16,-1 0-14-16,1 2-10 0,-2-2-5 15,2 1-5-15,-1-1-7 0,1 2-4 0,0-1-2 16,-1-1-2-16,1 2 0 0,-1 0-4 16,4 2 0-16,-2-2 2 0,0 2 0 0,0 1 2 15,2-3-2-15,-2 2 2 0,2 3 0 16,0-1-2-16,1 0 0 0,-1 2 0 0,1-1 0 16,-1 2 6-16,1 0 4 0,0-1 6 0,1 3-2 15,-1-3-12-15,1 4-14 0,-1-1-27 0,3-2-39 16,-1 2-45-16,0 1-61 0,1-1-67 15,1-2-57-15,0 3 8 0,-1-1 62 0</inkml:trace>
  <inkml:trace contextRef="#ctx0" brushRef="#br2" timeOffset="103861.87">8006 12477 4 0,'7'6'144'16,"-1"-2"66"-16,3 0 7 0,-2 2-45 0,-1-2-30 15,-1 1-24-15,1-3-18 0,0 4-22 0,-1-4-15 16,-2 2-16-16,0-1-17 0,2 1-13 0,-3 0-4 16,1-1 0-16,0 2-1 0,0-1-3 15,0 0 1-15,0 2 1 0,2 0-13 0,-3 1-64 16,3 1-178-16,-2 1-73 0,2 2-1 16,-2-2 44-16</inkml:trace>
  <inkml:trace contextRef="#ctx0" brushRef="#br2" timeOffset="104058.06">8341 12809 53 0,'5'7'234'0,"-2"0"101"0,2-2 87 16,-2 1-151-16,-1-1-124 0,2 0-70 0,1-1-37 15,-2 1-20-15,2 0-9 0,0-1-5 16,0 0 2-16,4 1-6 0,-1-2-16 0,0 4-30 15,3-5-45-15,0 1-91 0,-1 2-137 0,-1-2-33 16,2 1 39-16,0 0 80 0</inkml:trace>
  <inkml:trace contextRef="#ctx0" brushRef="#br2" timeOffset="104255.84">8651 12996 60 0,'8'4'193'0,"-3"1"78"0,3-1-6 0,-2-1-72 15,0 1-57-15,1 2-32 0,-1-1-20 16,0 1-16-16,-1 0-17 0,0-1-9 0,0 1-5 16,1 0-8-16,-1 2-4 0,1-3-6 0,-1-1-1 15,0 3-9-15,1-3-1 0,0 2 2 16,0-1-4-16,2-3-12 0,-3 3-33 0,3-2-61 16,-1 0-137-16,3-2-103 0,-2 4-15 15,2-3 54-15,1 1 87 0</inkml:trace>
  <inkml:trace contextRef="#ctx0" brushRef="#br2" timeOffset="104453.06">9093 13214 167 0,'4'2'288'0,"1"1"96"15,-1-1-40-15,0 2-125 0,-1-1-100 0,2 0-55 16,-2 2-29-16,2-2-19 0,2 1-5 15,-2 0-3-15,0 1 4 0,1 0-3 0,1-3-1 16,0 3-12-16,0 0-35 0,-1-1-108 0,1 1-165 16,-1-2-63-16,2 3 16 0,-2-3 72 0</inkml:trace>
  <inkml:trace contextRef="#ctx0" brushRef="#br2" timeOffset="104634.49">9437 13414 85 0,'5'6'230'0,"-1"1"91"0,-2 0 5 15,1 0-112-15,-1-1-91 0,1 2-61 0,-1-4-30 16,1 1-19-16,0-1-13 0,0-1-9 0,3 0-31 16,-1 0-71-16,0 0-128 0,0 0-65 15,-2 0 3-15,3 0 53 0</inkml:trace>
  <inkml:trace contextRef="#ctx0" brushRef="#br2" timeOffset="104841.9">9649 13564 81 0,'5'2'170'0,"2"2"19"0,-2-1-25 16,-1-1-34-16,0 0-22 0,0-2-14 15,0 2-7-15,2 0-7 0,-1-2-11 0,0 2-6 16,1-1-14-16,-1-1-6 0,0 1-13 15,1-1-15-15,0 2-9 0,-1-2-4 0,2 2 1 16,-1-1 3-16,2 0 0 0,0 2 3 0,0-1 5 16,-2 0-12-16,3 0-69 0,-1 1-179 15,-1-1-70-15,-1 1-7 0,3-2 48 0</inkml:trace>
  <inkml:trace contextRef="#ctx0" brushRef="#br2" timeOffset="105019.32">10213 13639 89 0,'7'5'218'0,"-3"-1"81"16,0 2-27-16,-1-1-118 0,0 0-110 0,0-3-136 15,2 1-135-15,-2 0-45 0,-2 0 26 0,1-1 55 16</inkml:trace>
  <inkml:trace contextRef="#ctx0" brushRef="#br2" timeOffset="105233.17">10484 13720 119 0,'9'7'242'0,"1"-3"86"0,-2 2-47 15,1 0-90-15,-3-2-72 0,2 1-50 16,-1-2-31-16,-2 1-13 0,2-1-4 0,-2 0-8 16,0-2-3-16,-2 3-10 0,2-2-17 0,1 2-21 15,0-2-40-15,-1 2-89 0,0-2-123 16,0 3-23-16,0-3 37 0,1 1 67 0</inkml:trace>
  <inkml:trace contextRef="#ctx0" brushRef="#br2" timeOffset="105626.93">11261 14112 114 0,'10'12'303'0,"-5"1"127"15,-2-3 95-15,0 1-193 0,-3-3-154 0,2 3-111 16,-2-5-85-16,0 0-113 0,0-2-207 16,2 0-92-16,0-1 2 0,0 0 79 0,1-1 114 15</inkml:trace>
  <inkml:trace contextRef="#ctx0" brushRef="#br2" timeOffset="105841.77">11540 14266 212 0,'5'8'412'0,"-1"1"153"0,-2-2 63 0,1 0-221 15,-1 1-182-15,1-2-107 0,0-1-53 0,0 2-35 16,0-3-17-16,0 3-9 0,1-4-31 0,-1 1-55 16,0-2-79-16,2 1-161 0,-2-2-174 15,2 1-60-15,-1-2 59 0,1 0 139 16</inkml:trace>
  <inkml:trace contextRef="#ctx0" brushRef="#br2" timeOffset="106028.53">11768 14377 74 0,'5'6'281'0,"-1"0"127"0,-2-2 105 0,2 0-138 16,-2-2-160-16,-1 1-104 0,-1-1-54 16,2 0-30-16,1-2-27 0,-3 0-27 15,2 0-42-15,0 0-90 0,-2 0-182 0,0 0-89 16,1 0 5-16,2 0 78 0,2-2 110 0</inkml:trace>
  <inkml:trace contextRef="#ctx0" brushRef="#br2" timeOffset="106184.5">12036 14437 38 0,'10'6'226'0,"2"0"104"0,-4 0 92 16,0 0-117-16,-1-1-132 0,-2 2-82 15,2-3-60-15,-4 0-85 0,2-1-176 0,-2-2-114 16,-1 3-25-16,1-3 43 0,1 0 87 0</inkml:trace>
  <inkml:trace contextRef="#ctx0" brushRef="#br2" timeOffset="106360.84">12449 14472 203 0,'5'5'303'0,"3"1"99"0,-7-2-73 16,2 0-120-16,-1-1-87 0,0-1-58 0,-1-1-43 15,-1 1-40-15,0-1-61 0,2-1-96 16,-2 0-145-16,0 0-44 0,0 0 38 0,0 0 76 16</inkml:trace>
  <inkml:trace contextRef="#ctx0" brushRef="#br2" timeOffset="106584.21">12764 14539 41 0,'12'7'252'16,"-4"-1"126"-16,0 0 111 0,-2 0-103 15,-1-2-130-15,0 0-101 0,-2-1-63 0,0 1-31 16,-1-2-18-16,1 0-19 0,0-1-10 0,-1 2-11 15,0-3-3-15,0 2 0 0,-2-2 0 16,2-2-1-16,0 2-11 0,-2-3-25 0,1 2-46 16,-1-1-113-16,0 2-190 0,3-1-74 15,-3 1 17-15,2-1 94 0</inkml:trace>
  <inkml:trace contextRef="#ctx0" brushRef="#br2" timeOffset="106795.82">13105 14627 92 0,'10'7'284'0,"-4"-2"123"0,1-3 79 15,-1 3-143-15,0-2-136 0,-3 0-89 0,2 0-53 16,-2-2-29-16,2 1-15 0,-2-1-9 16,0-1-6-16,2 0-4 0,-2 0-6 15,-2 0-10-15,3-1-15 0,-1 1-24 0,-1 0-24 16,1 0-37-16,-2 0-62 0,3 0-89 0,-3 1-63 15,2-1-32-15,-1 0 41 0,0 2 81 16</inkml:trace>
  <inkml:trace contextRef="#ctx0" brushRef="#br2" timeOffset="107026.09">13347 14659 7 0,'5'2'295'0,"-1"1"219"16,-2-2 185-16,0 0 2 0,-1 3-217 15,-1-3-155-15,0 0-124 0,2 1-79 0,-2-2-41 16,0 2-25-16,0-2-18 0,0 0-23 0,0 0-21 16,2 0-37-16,-2 0-55 0,0 0-66 15,1 0-88-15,-1 0-178 0,0 0-192 0,2 0-62 16,-1 1 73-16,1-1 167 0</inkml:trace>
  <inkml:trace contextRef="#ctx0" brushRef="#br2" timeOffset="107224.9">13573 14712 33 0,'7'4'263'0,"-1"2"144"0,-3-1 116 0,0-2-73 15,1 0-171-15,0 0-130 0,-1-2-68 16,0 2-40-16,-1-2-20 0,1 3-11 16,0-3-12-16,-1 0-19 0,1-1-42 0,-1 0-86 15,-1 2-177-15,1-2-124 0,0 2-23 0,-2-2 68 16,0 0 121-16</inkml:trace>
  <inkml:trace contextRef="#ctx0" brushRef="#br2" timeOffset="107469.91">13833 14766 203 0,'8'2'387'0,"-1"2"144"0,1-2 38 16,-3 1-196-16,2-3-154 0,-3 4-94 0,2-2-58 15,1-1-30-15,-3 0-18 0,3 1-7 0,-1-2-5 16,0 2-5-16,1-2-2 0,-1 0-2 15,1 1-5-15,-3-1 1 0,4 1-9 16,-2-1-7-16,-1 2 3 0,0-1-4 0,1 1-2 16,0-1-31-16,1 1-61 0,-1 1-83 0,-1 0-106 15,-2 0-133-15,2 0-41 0,1 1 63 0,-3-1 127 16</inkml:trace>
  <inkml:trace contextRef="#ctx0" brushRef="#br2" timeOffset="107629.78">14092 14848 163 0,'6'4'322'0,"2"-4"137"16,-1 2 49-16,-1 2-139 0,3-3-115 0,-1 2-66 15,0-2-46-15,0 2-40 0,0-1-39 16,0-1-32-16,-2-1-44 0,1 2-54 0,0-2-72 16,-2 0-133-16,-2 0-193 0,0 1-73 0,1 1 40 15,0-1 122-15</inkml:trace>
  <inkml:trace contextRef="#ctx0" brushRef="#br2" timeOffset="107825.62">14350 14895 57 0,'1'1'213'0,"2"0"87"0,-1-1 1 0,0 2-71 15,-1 0-90-15,2-1-73 0,-1-1-61 16,0 2-50-16,0-1-55 0,0 1-88 0,0-1-90 16,-1-1-7-16,1 1 46 0,-1-1 67 15</inkml:trace>
  <inkml:trace contextRef="#ctx0" brushRef="#br2" timeOffset="108245.94">14681 14937 138 0,'7'0'237'0,"-1"0"41"0,1 1-9 15,0-1-50-15,1 0-73 0,-1 2-40 0,1-2-12 16,1 1-11-16,1-1-4 0,-4 0-5 15,2 0-1-15,1 0-14 0,-4 0-24 0,1 0-15 16,-2 0-8-16,0 0-7 0,-2 0 5 16,1 0 2-16,0 0 0 0,-1 2 0 0,-1-2-1 15,1 1 3-15,-1 1-4 0,-1 1-16 0,0-2-33 16,-1 3-69-16,1-2-166 0,-2 3-129 0,2-1-29 16,0-1 51-16,-1 0 106 0</inkml:trace>
  <inkml:trace contextRef="#ctx0" brushRef="#br2" timeOffset="112541.81">18819 7808 79 0,'8'-23'236'16,"0"-1"97"-16,-3 1 60 0,-2 3-132 0,0-1-71 16,-3 2-25-16,0 1 3 0,0 1 27 15,-3 0 34-15,-2 0 29 0,-2 2 23 0,-1 0 30 16,0 2 26-16,-4 0 0 0,-2 2-20 16,0-3-21-16,-3 3-26 0,-2 1-39 0,0 0-47 15,-3 1-37-15,-2-1-28 0,-3 0-30 16,0 1-27-16,-5 2-17 0,1-1-16 0,-7 2-13 15,0 1-10-15,-2 3-7 0,-7 0 1 0,1 4-4 16,-6 2 4-16,-3 3 2 0,-2 4 5 16,0 5-4-16,-8 3-6 0,-1 6-6 0,-1 4 2 15,-2 5 0-15,0 6 1 0,-3 5 0 0,2 8 8 16,-3 7 7-16,-1 9-1 0,-2 7-7 0,-1 6-8 16,3 8 15-16,-5 4-1 0,3 8-1 15,-2 5-8-15,2 4-5 0,5 4-2 0,0 3-3 16,3 1 4-16,6 3 0 0,2-1 3 15,5 4 7-15,6-1 6 0,2-1-3 0,5 0 0 16,6 0-2-16,4-1-2 0,5-3-2 0,5 2 4 16,6-4 0-16,2-2 1 0,8-2 1 15,3-1 2-15,4-2 3 0,4-2-2 0,5-4-13 16,5 1-10-16,3-8 0 0,7-5-1 0,4-1 5 16,6-6 8-16,1-2 6 0,10-5 11 15,6-2-2-15,3-5 1 0,5-4-5 0,8-5-5 16,0-6-2-16,5-5-10 0,3-5-6 15,0-6 0-15,3-8 6 0,2-1-3 0,2-7 2 16,2-4 8-16,2-5 5 0,-1-3-3 0,3-3-4 16,-4-5-3-16,-2-1-1 0,0-3 3 15,-3-3 4-15,-1-5 3 0,-1 1 1 0,-1-3 4 16,-2-5 5-16,-2-2-3 0,1-4-2 0,-5-4-5 16,1-4 3-16,-5-5-2 0,3-5-3 15,-5-6-6-15,-1-5 3 0,-2-3 4 0,-5-5 9 16,4-6 8-16,-2-7 10 0,1-6 10 15,1-8 8-15,-1-5 7 0,0-6 8 0,2-4 18 16,-3-3 32-16,-1-5 34 0,1-2 17 0,-2-7 4 16,0-4-9-16,1-1-19 0,-4-4-24 0,3-3-29 15,-1 0-21-15,1-8-17 0,4-7-9 16,-4-1-9-16,2-1-9 0,-1 3-8 0,-8 4-4 16,-2 3-2-16,-6 1 1 0,-2 4 1 0,-11 6-1 15,-5 3 2-15,-6 6-2 0,-10 6 2 16,-8 3-2-16,-8 7-6 0,-8 5 2 0,-7 3-2 15,-7 6 0-15,-3 4-1 0,-6 6-1 16,-5 2 4-16,-1 9-2 0,-4 2 4 0,-1 7 2 16,1 6-2-16,-2 8 1 0,-3 8-1 0,0 5-1 15,-1 9-3-15,1 6-3 0,-2 8-3 0,1 6 0 16,0 7-3-16,3 6-1 0,1 6-1 16,3 3-7-16,3 3-24 0,3 4-46 0,2 0-53 15,3 4-54-15,3-1-76 0,4 4-124 0,5-2-119 16,2 1-152-16,7 0-229 0,1 0-215 15,8 3-74-15,-1-3 235 0,2 0 373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36:26.79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00B0F0"/>
    </inkml:brush>
    <inkml:brush xml:id="br5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1361 3139 90 0,'-6'15'305'0,"-1"0"161"0,2-2 160 0,4-3-66 16,2-3-33-16,1 1 38 0,3-2 5 0,-2-2-26 15,-1 0-61-15,-4 0-92 0,2-4-97 0,-3 1-99 16,-1-1-67-16,1 0-38 0,3 0-10 0,2-1 25 16,3 1 37-16,3-2 19 0,0-2 3 0,4-2-10 15,-2-3-19-15,1-3-22 0,1-2-38 0,1-1-13 16,1-3-8-16,2-1 0 0,1-4 4 0,1-3-6 16,4-2-5-16,2-2-9 0,1-4-6 0,5-3-5 15,2-3-6-15,1-2-6 0,3-3-1 0,4-1-3 16,2-2-2-16,1-2-2 0,2-1-5 0,2 0-1 15,-3 0 0-15,2 2 1 0,-2-1 0 0,0 4 2 16,-1 2 1-16,-3 1 2 0,1 3-1 0,-5 2-2 16,-1 3 0-16,-2 2-2 0,-4 1 1 0,-1 4-1 0,-1 1 0 15,-2 3-1-15,-4 2-1 0,-1 1 2 0,-1 3-1 16,-4 1-1-16,-1 2 0 0,-3 1 0 16,0 5 1-16,-2-1-2 0,-2 1 1 0,-2 3 0 15,-2 1 0-15,0 1-1 0,0 1 2 0,-3 2-1 16,0-3 2-16,2 4-1 0,-2-1 1 0,-2 1-1 15,2 0-1-15,0 0-2 0,-3 0-3 0,0 1-11 16,0 3-16-16,-4 0-36 0,1 0-64 0,-3 3-68 16,-3-3-110-16,0 3-162 0,-1 0-227 0,-1 0-291 15,-2 0-219-15,0 1-155 0,-1 0 208 0,0-2 501 16</inkml:trace>
  <inkml:trace contextRef="#ctx0" brushRef="#br0" timeOffset="399.99">1601 1939 185 0,'-6'6'415'0,"1"-1"165"16,-1-3 97-16,3 3-205 0,1 0-192 0,2-1-65 15,2 1 10-15,1 4 43 0,4 0 53 0,0 4 33 0,1 2 6 16,4 3-31-16,-2 4-49 0,3 1-55 0,1 4-53 16,2 2-38-16,3 1-12 0,3 0-24 15,2 4 36-15,4 0 30 0,2 3 10 0,2-1-3 0,-1 1-13 16,1-1-4-16,0 2-40 0,-2-1-37 0,0-1-18 15,0 0-12-15,0 1-15 0,0-2-11 0,-2 3-9 16,-1-3-6-16,2 5 1 0,-3-3-3 0,1 1 4 16,0-1 4-16,-1-1 0 0,-1-1 4 0,2-1-3 15,-2-1-30-15,0-2-72 0,-4-3-100 0,3-3-168 16,-2-3-293-16,-2-1-324 0,-4-8-330 0,1-3-191 16,-2-6 215-16,-4-5 638 0</inkml:trace>
  <inkml:trace contextRef="#ctx0" brushRef="#br0" timeOffset="1882.08">21853 1982 102 0,'-4'-2'326'0,"2"0"168"0,1-1 157 15,-1 2-94-15,2-2-86 0,0 3-29 0,0 0-4 16,0-2-8-16,2 2-22 0,-2 0-50 0,0 0-66 16,0 0-49-16,-2 2-52 0,2-2-40 0,0 0-36 15,-1 0-25-15,1 3-17 0,-2-2-25 0,2 1-28 16,0-1-6-16,0 3 5 0,0 0 19 16,2 5 23-16,-2 3 33 0,1 2 33 0,1 4 20 15,-1 4 3-15,1 2-6 0,-2 4-16 0,0 3-27 16,0 2-8-16,-2 3-22 0,2 1-19 0,-3 2-17 15,2 1-8-15,-3 2-3 0,1 0-10 0,-2 0-4 16,2 2 3-16,-2-2-1 0,-1-1-1 16,2 0 6-16,-3 0-1 0,4-3 2 0,-2 0-3 15,2-3-1-15,0-3 0 0,-3 0-9 0,3-2-3 16,-1-7-2-16,3-1 0 0,-3-1 0 0,3-4 1 16,-1-2-1-16,1-3 2 0,-1-3-2 15,0-2-1-15,2-1 0 0,-1-1-1 0,-1-3-1 16,2 2 3-16,-1-3 2 0,1 0 2 0,-5 1 1 15,5-4-1-15,-1 1-4 0,-1 0-10 0,0-3-17 16,1 0-35-16,-2 0-60 0,-1-2-55 0,1-2-59 16,-2-1-102-16,2-1-138 0,-2-4-143 15,-1 2-198-15,3-3-224 0,2 0-174 0,-3-2 99 16,1-4 370-16,2-1 375 0</inkml:trace>
  <inkml:trace contextRef="#ctx0" brushRef="#br0" timeOffset="2704.57">21598 1413 141 0,'-2'-3'402'0,"0"0"200"0,2-1 161 0,0 2-110 16,0-1-165-16,-1 1-78 0,1 1-29 0,0 0-1 16,0-1-21-16,0 2-45 0,0-2-53 15,0 2-57-15,1-1-51 0,-1 1-53 0,0 0-42 16,0 0-26-16,2 1-14 0,0 1-9 0,-2 0-7 16,1-1-4-16,1 3 2 0,2 0 4 0,-1 3 3 15,0 0 5-15,2 3 5 0,0 1 1 0,2 1 17 16,2 2 2-16,-3 2 3 0,1 0 2 0,2 4 31 15,2 0 50-15,-1 2 12 0,-1 1-6 0,5 1-4 16,-3 1-6-16,1 1-25 0,2 2-33 0,-3-1-16 16,1 0-2-16,1 2-3 0,-2-2 1 0,2 0-6 15,-2-2-12-15,1 0-6 0,-2 0-5 16,0-2-2-16,-1-1-4 0,0-3 1 0,-1 1-3 16,-1-2 3-16,0-2-1 0,1-1-2 0,-3 0 1 15,2-4 0-15,-4-1 1 0,2-1-2 0,-1 0 0 16,-1-3-1-16,0 0 1 0,1-1-1 15,-4-3 1-15,1 2 1 0,2-3 1 0,-1-1 9 16,1 0 11-16,0-1 10 0,5-3 7 0,0-3 4 16,3-3 1-16,3-5-7 0,2-3-10 0,5-7-8 15,2 0 0-15,1-6-3 0,5-5-1 16,2-5 0-16,3-4 0 0,2-4 8 0,2-5-5 16,1 0-3-16,1-5 0 0,-1 1 5 0,-1-1 5 15,-1 2 0-15,-2 1 5 0,-4 5 5 0,-2 4 3 16,-6 2-1-16,-1 6-5 0,-2 4-4 0,-7 6-5 15,0 1-7-15,-3 6-3 0,-3 3-6 0,0 2-3 16,-2 4-3-16,-2 3-1 0,0 1-2 0,-1 3-1 16,-1 1-1-16,4 1-1 0,-5 1 0 0,1-1-2 15,-1 2 0-15,0 1-1 0,0-2-1 0,0 3-1 16,0-2 1-16,0 2 0 0,2 2 0 0,-1 1 1 16,-1 0-6-16,0 1-10 0,2 2-14 0,-2 2-19 15,3-1-24-15,-3 3-41 0,2 1-69 0,0-3-70 16,-4 3-119-16,2-4-171 0,-2 2-301 0,-1-2-296 15,0 2-204-15,0-2-71 0,-5 3 387 0,2-3 545 16</inkml:trace>
  <inkml:trace contextRef="#ctx0" brushRef="#br0" timeOffset="4416">3698 2294 28 0,'3'2'233'0,"2"0"112"0,1-1 97 0,-3 1-91 15,2-1-120-15,0-1-81 0,1 0 19 16,0 0 24-16,2 0 14 0,2-1 100 0,1-1 24 0,1 1 6 15,1-2 13-15,4 0 15 0,-1 0-11 0,3-2-85 16,-1 0-48-16,2 1-47 0,0 0-78 16,0-3-63-16,0 3-27 0,-1 0-19 0,0 0-10 15,0 0 10-15,-3 1 8 0,1 0 5 0,-4 0 0 16,1 2 6-16,-4-1-18 0,-2 2-88 0,-5 0-140 16,1 0-243-16,-4 0-264 0,-4 2-237 15,-2-1-115-15,-4-2 210 0,-4-1 396 0</inkml:trace>
  <inkml:trace contextRef="#ctx0" brushRef="#br0" timeOffset="4674.09">3951 1952 11 0,'14'0'192'0,"-3"-1"91"15,0 2 82-15,3-1-84 0,1 4-96 16,0-2-52-16,1 2 2 0,2 0-1 0,0 1 31 15,0 2 34-15,1-1 0 0,-2 4 5 0,2-2 72 16,-3 4 52-16,0-1-2 0,1 2-40 0,-4 2-22 16,1 1-15-16,-3 0-50 0,0 0-33 15,-3 4-22-15,1-2-10 0,-2 3 10 0,-4 0-3 16,0 0-37-16,-1 0-28 0,-2 1-13 0,-2-1-68 16,-1 2-134-16,-2-4-160 0,-1 0-260 0,-3 0-276 15,2-4-253-15,-2 0-41 0,1-5 292 16,-1-1 398-16</inkml:trace>
  <inkml:trace contextRef="#ctx0" brushRef="#br0" timeOffset="5479.97">5174 2246 55 0,'2'8'442'16,"0"-4"298"-16,-2 0 170 0,1-2-8 0,-1-2-367 15,2 0-223-15,0-4-123 0,1-2-44 0,1-3-14 16,1-4 9-16,1-2 6 0,2-6-9 16,0-2-21-16,5-4-23 0,0 0 0 0,2-3-5 15,-2 2-12-15,3-1-5 0,-4 4-5 0,1 4-3 16,-4 4-19-16,-1-1-10 0,-1 6-6 0,-1 5-9 15,-1-1-1-15,-2 5-2 0,-2 2-1 16,3 2-8-16,-3 6-5 0,1 6 10 0,-2 3 4 16,1 2-1-16,1 6 20 0,-2 0 4 0,0 2 4 15,2-1-9-15,-2 2-7 0,1-3-1 16,1 0-13-16,1-3-13 0,0-2-1 0,2-1-2 16,-2-6-1-16,3-3 2 0,-1 1 2 0,2-6 4 15,3-2-1-15,-2-5 1 0,5-6 2 0,-1-3-4 16,3-5 3-16,0-3-3 0,0-2 0 15,1-1 1-15,-4-2 4 0,1 4 1 0,-2 0-1 16,0 3 4-16,-4 4 3 0,0 2 6 0,-4 4 5 16,2 0-4-16,-3 4 1 0,1-1 0 0,-1 4-2 15,-1 1-5-15,-1 2-7 0,0 5 1 16,0 2-2-16,-1 3-4 0,-1 3-4 0,0 4-5 0,1 1 3 16,1 1-2-16,0 1 3 0,1-1-3 15,1 0 2-15,1 0 1 0,1-1-1 0,0-3-2 16,2 0 0-16,2-2 6 0,-1-4-1 0,-1 0-12 15,5-1-19-15,0-6-40 0,-1-1-114 0,2-3-148 16,1-1-280-16,-1-3-269 0,3-2-254 16,-2-3-127-16,2 1 287 0,-2-3 461 0</inkml:trace>
  <inkml:trace contextRef="#ctx0" brushRef="#br0" timeOffset="5848.55">6063 1944 391 0,'-5'-5'767'0,"-2"2"289"0,0 2 69 16,-1 2-294-16,0 2-283 0,-1 3-176 0,-1 3-106 15,-1 6-46-15,0 0-40 0,0 4-21 0,-2 4 1 16,1 1-11-16,-1 4-6 0,-1 1-33 16,3 2-28-16,1-2-21 0,1-2-29 0,4 0-16 0,2-4-11 15,1-5-6-15,4-2-5 0,3-4-2 16,4-3-1-16,1-6 1 0,2-4 6 0,4-6 8 15,0-8 2-15,3-2-22 0,3-7-28 0,-1-1-25 16,1-6-24-16,1 1-18 0,-3-1-10 16,-2 2 21-16,1 1 32 0,-6 3 26 0,-2 6 21 15,0 1 12-15,-3 4 7 0,-3 3 2 0,1 3 2 16,-4 1 1-16,-2 2 0 0,0 5-2 0,-2 3-5 16,-1 6 2-16,-2 0-3 0,-1 5 0 0,1 4-2 15,-3 3-1-15,2 1 2 0,1 3-2 16,2 1 0-16,0 2-1 0,1-3-10 0,2 1-17 15,2-2-70-15,1-3-130 0,2 1-165 0,1-8-277 16,2 0-269-16,0-2-238 0,2-6 13 0,0-3 373 16,2-3 413-16</inkml:trace>
  <inkml:trace contextRef="#ctx0" brushRef="#br0" timeOffset="6309.98">6386 1936 45 0,'0'8'292'0,"-2"2"157"0,2 2 141 16,0 4-29-16,0 1-91 0,3 3-34 15,-1 2 11-15,4 2 0 0,-1 5 18 0,0 1-31 16,-1 1-82-16,1 3-85 0,3 1-65 0,-5 3-40 16,2-1-57-16,0 3-36 0,-1 0-18 0,0 0-14 15,-1-1-17-15,2-1-7 0,-1-2-4 16,-1-5-4-16,0-2-5 0,-3-5-3 0,2-5 0 15,1-2 2-15,-3-5 2 0,0-2 5 0,0-2 4 16,0-5 2-16,0-3 2 0,0-6-4 0,0-4 0 16,-1-5-4-16,-1-2-1 0,2-6 1 0,0-2-7 15,-2-7 2-15,1-2-7 0,-1-6 3 16,-1-4 2-16,3-3 2 0,-2-4 3 0,2-1 1 16,0-2 4-16,0 2-4 0,2 5-1 0,1 3-4 15,0 7 2-15,-1 5-2 0,0 7-2 0,-1 4-5 16,2 4-3-16,-1 5 2 0,1 6 1 15,2 3-4-15,3 5 7 0,-2 5 3 0,0 5 2 16,1 3 1-16,2 4-2 0,-3 4-1 0,-1 4-2 16,2-1 0-16,-2 5-3 0,-1 2 0 0,-1 2 6 15,0-1 3-15,-1-1 3 0,-1 2-2 16,1-2 2-16,-2-4 1 0,2-1-14 0,-1-4-12 16,1-3-20-16,1-6-57 0,-3-4-96 0,0-3-120 15,0-6-122-15,2-4-173 0,-1-4-282 0,3-4-158 16,-1-4 40-16,0-2 254 0,1-4 306 15</inkml:trace>
  <inkml:trace contextRef="#ctx0" brushRef="#br0" timeOffset="6624">6678 2029 87 0,'8'-3'278'16,"-3"3"119"-16,1 1 108 0,3 3-138 16,-2 3-109-16,1-1-34 0,1 3 18 0,-3 2 51 0,2 1 61 15,1 3 67-15,0 1 30 0,-1 2-28 16,0 3-32-16,0 0-59 0,-1 1-69 0,1 2-79 15,-1-2-65-15,-1 0-37 0,1-2-34 0,0-2-23 16,0-3-11-16,-3-4-10 0,3 0-1 16,0-6 1-16,0-4-4 0,-1-4 2 0,2-6 4 15,0-4 7-15,3-5 12 0,-3-6 29 0,2 1 54 16,0-5 57-16,-3-3 18 0,-1 2 3 0,1-4-6 16,-4-2-29-16,3 2-42 0,-3-1-46 0,0 1-21 15,-1 3-16-15,-2 3-5 0,2 3-1 16,-2 4-1-16,1 4-1 0,-1 4-2 0,0 2-3 15,0 3-9-15,0 3-5 0,-1 4-4 0,1 2-6 16,-2 0-20-16,4 5-58 0,-2 1-55 16,1 1-122-16,2 3-176 0,-3 0-302 0,2 3-313 15,1 0-239-15,0 2-148 0,3 0 362 0,-1 0 561 16</inkml:trace>
  <inkml:trace contextRef="#ctx0" brushRef="#br0" timeOffset="6795">7321 2177 659 0,'0'17'1639'0,"-1"-4"104"0,-4 3-364 16,-1-3-355-16,1 1-477 0,-1-1-296 0,1-1-128 0,0 2-59 15,-1-4-30-15,2 1-18 0,0-4-12 16,3 1-11-16,-1-2-33 0,2-2-84 0,2-2-126 16,-1-1-230-16,4-4-297 0,4 0-360 0,-1-3-383 15,2-1-93-15,4-2 497 0,-3-2 710 16</inkml:trace>
  <inkml:trace contextRef="#ctx0" brushRef="#br0" timeOffset="11565.62">9358 1560 117 0,'0'-5'358'0,"0"1"199"0,-2-1 162 15,2 3-121-15,-1 0-123 0,1 0-69 0,-2 1-52 16,2 1-54-16,0 0-56 0,0 0-58 0,0 0-59 16,0 3-57-16,2-1-37 0,-1 3-9 0,1 3-6 15,0 2 1-15,1 4 3 0,0 1 2 0,2 4 55 16,1 2 42-16,0 0 19 0,1 5 11 16,-1-2 3-16,2 1-3 0,-2 2-34 0,0-1-28 15,2 1-13-15,-3 0 39 0,0-2 31 0,-2 0 17 16,0 0 10-16,-3-1-3 0,0-2-6 0,0 0-34 15,-3-1-26-15,0-3-13 0,0 0-19 16,-2 0-13-16,0-4-3 0,-3 0-8 0,-1-3-7 16,-1 0-7-16,-2-2-6 0,-4-1-3 0,2-2-7 15,-4-2-6-15,-2 0-3 0,-1-3-3 0,1-1-2 16,-1-3-1-16,0-1 0 0,-1-3-1 0,2 1-1 16,-1-6-1-16,-1 1 0 0,2-2-1 0,0-1-1 15,0-2-1-15,3-2 1 0,-1 0-1 16,1-4 1-16,4 1-1 0,-1-3 0 0,3 0-2 15,1-2 2-15,2 1-1 0,2-2-2 0,2 0 1 16,2-2 1-16,2 0 0 0,3-2 5 0,2 1 3 16,3-1-4-16,1 2-2 0,1 1-1 0,5 0 0 15,0 0-6-15,2 3-2 0,4 0 5 0,1 2 2 16,3 2 3-16,4 1-2 0,-1 1 3 16,2 4 0-16,0-1 0 0,2 4-1 0,-1-1-2 15,1 5 2-15,0-1-1 0,-1 3-1 0,-1 2 1 16,2 1 1-16,-2 3 0 0,0 0 0 0,0 2 1 15,-2 1 0-15,-1 1 1 0,0 0 0 0,-1 5 2 16,-3-4-2-16,1 4 1 0,-2-1 2 0,0 3-3 16,-1-2 1-16,-1 1 1 0,-2 0-2 0,2 0 2 15,-2 1-3-15,-1-2 1 0,3 1-1 0,-3-2 0 16,1-2 0-16,-2 0-2 0,3-1 1 0,0-2 0 16,-1-2 0-16,0 1-1 0,-1-4-4 0,0-1-42 15,-3 0-69-15,0 0-130 0,-3-2-194 0,2 3-298 16,-4-3-347-16,-2 3-318 0,-2-2-152 0,-1 0 426 15,-2 1 633-15</inkml:trace>
  <inkml:trace contextRef="#ctx0" brushRef="#br0" timeOffset="12538.17">10920 1096 76 0,'6'-2'333'16,"-1"-3"225"-16,-2 4 216 0,-1-1-8 0,-2 0-84 15,0 1-82-15,-3-2-82 0,-2-2-82 0,-3 1-80 16,-3-3-75-16,0 0-75 0,-1 2-45 16,-1 3-6-16,-2 0 5 0,-2 0 9 0,0 1-6 15,1 1-5-15,-3-1-17 0,3-1-26 0,-1 1-22 16,2-1-28-16,1 2-19 0,0 0-15 0,4 0-11 0,-2 0-6 15,2 2-10-15,-2-1-3 0,4 1-4 16,0-1-3-16,1 4 1 0,0-3-3 0,-1 3 3 16,3 2 1-16,-3 0 0 0,3 0 0 0,-1 1 0 15,0 1 0-15,3 3 0 0,-1-2-1 0,1 4 4 16,2-1-1-16,-1 1 0 0,2 2 0 0,0 2 0 16,0 1 8-16,2-2 3 0,-1 3 2 0,2-1 3 15,-1 2 0-15,1-1 1 0,-1 0-6 0,1 2-4 16,-1-1-3-16,-1 0-3 0,-1 0-2 0,0 2 0 15,0-1-2-15,-3 0 5 0,0 0 0 0,1 3 5 16,-3 0-1-16,-1 0 6 0,0 1 0 0,-2 1-1 16,0 0-7-16,0 0-4 0,0-1-5 0,0 1-4 15,0 0 0-15,0-3-2 0,2 1 5 16,0 0 3-16,1-3 2 0,2 0 1 0,0-1-3 16,1 0 2-16,2-1 3 0,2-2 5 0,1-2 3 15,0 0 1-15,2-3 1 0,3 0-1 0,-2-1 0 16,5 0-9-16,0-3-2 0,2-1 1 15,1 0 1-15,2-3 0 0,0 1 0 0,4-3 7 16,1-1 0-16,-2-4-7 0,5-1-5 0,-1-3 1 16,-1 1-4-16,1-1-4 0,0-2 1 0,-1-1 6 15,-1 1 4-15,-4 1-1 0,0-3-12 16,0 2-58-16,-2 0-61 0,-4-2-123 0,1 1-169 16,-2-2-289-16,0 0-322 0,0 1-242 0,0-2-144 15,-2-3 334-15,-1 1 542 0</inkml:trace>
  <inkml:trace contextRef="#ctx0" brushRef="#br0" timeOffset="12871.55">11161 1117 264 0,'-5'4'572'0,"0"2"228"16,2 0 119-16,-2 5-173 0,3-3-168 0,1 1-134 15,-1 3-64-15,2 0-18 0,0 1-11 0,0 1-56 16,0 1-70-16,0-2-41 0,0-1-40 16,2 0-35-16,-1-3-46 0,1 0-25 0,1-2-18 15,0 0-10-15,1-4-1 0,1 0-2 0,2-2 2 16,-1-2 3-16,2-2 9 0,1-2-1 0,0-1-2 16,0-3 1-16,-1 0-4 0,0 0 10 0,0 0 12 15,-2 1 17-15,-2 0 14 0,-1 0 2 0,-2 4 3 16,1-1-13-16,-2-1-12 0,0 4-18 0,-2-2-13 15,1 3-9-15,-2-1-9 0,-1 4-6 0,-1-1-20 16,-2 4-50-16,1 2-61 0,-1 1-64 0,2 1-109 16,0 0-162-16,-2 3-200 0,5 1-258 0,-1 0-207 15,3 4-120-15,0 2 204 0,2-2 437 0</inkml:trace>
  <inkml:trace contextRef="#ctx0" brushRef="#br0" timeOffset="13151.99">11499 1777 28 0,'12'6'253'0,"0"0"159"0,-3 0 171 0,2-1-4 15,-1-1-103-15,-1-1-47 0,2 2 9 0,-1-3 2 16,-1 3 6-16,-1-3-31 0,-2-2-32 0,-1 3-24 16,-2-3 21-16,1 1 4 0,-3 1-39 0,1-2-31 15,-2 1-34-15,-2-1-47 0,1-1-72 16,-3-1-49-16,-2 2-33 0,1-1-24 0,-1-2-20 0,-2 1-8 15,0 2-10-15,0-3-8 0,0 1-6 16,1 1-5-16,0 0-1 0,-1-1-2 0,3 2-6 16,2 0-12-16,-1-2-25 0,1 1-52 0,1 1-64 15,0-1-74-15,1-1-118 0,1 0-146 16,0 0-175-16,1-3-215 0,1 2-217 0,1 0-156 16,3 0 139-16,-3-1 376 0,0 0 377 0</inkml:trace>
  <inkml:trace contextRef="#ctx0" brushRef="#br0" timeOffset="13455.97">11236 1806 372 0,'-3'2'845'0,"1"2"329"0,2-3 18 0,-1-1-329 16,2-1-291-16,1-4-210 0,1-1-133 0,1-3-74 15,2-1-38-15,0-3-17 0,5-3-14 0,-3-2-14 16,5-1-19-16,-1-3-19 0,3-3-9 16,2-2-14-16,-1-1-7 0,1 0 0 0,1-5 2 15,2 4-2-15,-3-3-6 0,1 4-23 0,1 0-27 16,-3 2-58-16,-2 0-129 0,-1 4-166 0,-2 1-252 15,-2 3-262-15,-1 3-254 0,-1 1-73 0,0-1 334 16,-2 3 448-16</inkml:trace>
  <inkml:trace contextRef="#ctx0" brushRef="#br0" timeOffset="14132.08">11614 1019 184 0,'4'1'404'0,"0"0"158"16,2 1 100-16,2-1-196 0,0 2-158 0,4-2-98 16,0 3-45-16,2 0-14 0,2-1 73 0,0 2 4 15,1-3-16-15,2 3-13 0,-1 0-7 0,0-4-12 16,0 3-71-16,3-4-42 0,0 0-19 0,-1-4 16 15,3 3 45-15,3-5 32 0,2-2 31 16,0 1 7-16,1-4-2 0,-5 1-30 0,0-1-42 16,-4 2-27-16,-2 1-18 0,-3-1-2 0,-3 3 19 15,-2 2 26-15,-3 3 22 0,-3 1 15 0,1 0 10 16,-3 1-2-16,1 1-14 0,-3-1-20 0,2-1-29 16,-2 1-26-16,-2 3-25 0,1-2-15 0,-3 3-12 15,1 0-7-15,1 2 0 0,-1-5 1 0,-2 5 1 16,2-1-1-16,0 2-1 0,-1-1-2 0,1 1 1 15,1-1 1-15,-1 0-1 0,1 4 0 0,0 1 1 16,1-3 0-16,-1 3 0 0,2 0 0 0,0 2 2 16,0-1 0-16,0 2-1 0,2 0 0 0,-1 3 0 15,1 0 2-15,1 0 5 0,1 3 5 0,-1 2 1 16,1-1 1-16,-1 2-2 0,0 1-1 0,1 3-9 16,-1-1-4-16,3 0-4 0,-1 1 0 15,3-2 1-15,-2 2 2 0,2-1 3 0,0 0-1 16,1-2 3-16,-1 3 1 0,0-4-1 0,0-1-1 15,0 2-1-15,-2-2 1 0,-2 0 1 0,-1-2 1 16,-2 0 5-16,-1-3-2 0,0 1 1 16,-3-1 3-16,-2 0 13 0,0-4 9 0,-4 0 10 15,3-1 11-15,-4-1 10 0,1-1 4 0,-2 0-4 16,-2-1-3-16,-1-3-3 0,1 2-3 0,-1-3-5 16,1 1-5-16,-1-1-6 0,-2-1-9 0,4-2-6 15,-4 0-8-15,3-2-10 0,-1-1-6 16,1 0-4-16,-1-1-2 0,3 1-3 0,1-3 0 15,-2 1 2-15,4 1 6 0,-2 0 2 0,4-3 0 16,-1 3-9-16,0 0-19 0,2-1-21 0,0 0-55 16,2 1-75-16,0 1-104 0,0-1-160 0,3 1-255 15,3 1-328-15,0 0-288 0,2 3-187 0,1-2 163 16,4 3 604-16</inkml:trace>
  <inkml:trace contextRef="#ctx0" brushRef="#br0" timeOffset="15645.99">24456 1913 215 0,'-5'2'592'0,"0"0"305"0,1-2 116 15,2 2-163-15,-1-2-284 0,2 0-188 16,1 0-125-16,0 0-77 0,1 0-48 0,2 0-48 15,-1 1-42-15,2-1-20 0,3 1-7 0,2 1-5 16,2-1 24-16,5 2 24 0,3 0 9 0,0 2 9 16,7-1 22-16,0 2 35 0,4-1-9 15,4 2-16-15,1-1-9 0,-4 0-9 0,2-1-19 16,2-1-36-16,-4 0-17 0,-2 0-10 0,1 0 1 16,-3 0 1-16,-2-2-4 0,-1 1 10 0,-2-1-1 15,-3-1 6-15,2-1-3 0,-1 0 0 0,-2 0 52 16,-3 0 31-16,1-3 14 0,-2 2 2 15,-1-2 3-15,-3 2-3 0,-1-3-45 0,-3 3-30 16,1-2-14-16,-2 1-5 0,-2 0-5 0,-2 2-4 16,1-4-2-16,-2 1-5 0,-2-1-36 0,-1 2-59 15,2-3-51-15,-4 1-81 0,-3-4-156 0,1 1-205 16,-2 1-273-16,-1-1-234 0,2-1-212 16,-2-1 53-16,-3 1 473 0</inkml:trace>
  <inkml:trace contextRef="#ctx0" brushRef="#br0" timeOffset="16032.11">24932 1698 292 0,'6'1'565'0,"-1"2"188"15,0-2 67-15,1 1-209 0,2 0-151 0,1 1-109 16,1 0 14-16,4 0 12 0,0 1-10 0,4-1-63 15,1 1-46-15,3 1-40 0,1 1-60 0,3 2-42 16,-2-1-20-16,3 1-15 0,-2 0-30 16,2 0 18-16,-1 3 25 0,1-1 10 0,-3 0 3 15,2 1-1-15,-4 2-4 0,-2-3-35 0,-2 1-28 16,-1 0-19-16,-4 1-7 0,1-1-5 0,-5-2 2 16,-1 2-2-16,-1 1 12 0,-1-3 7 15,-3 1 10-15,-2 0 7 0,-2 0 6 0,-2 1 6 16,-3 0-8-16,-2 1-7 0,-4-1-7 0,-5 3-8 15,0 0-8-15,-5 1-7 0,-2 0-4 0,-3 1 3 16,0-1 2-16,2 0-2 0,-4-1-1 16,2 3-2-16,1-4 0 0,0 0-9 0,3-1-3 15,3 0-8-15,2-4-24 0,0 3-62 0,2-5-63 16,5 0-87-16,1-4-151 0,1 3-211 0,5-3-308 16,0 0-233-16,4 0-198 0,0-2 56 0,4-2 469 15</inkml:trace>
  <inkml:trace contextRef="#ctx0" brushRef="#br0" timeOffset="17805.95">26326 1630 77 0,'4'-2'342'16,"-4"1"214"-16,-2 0 218 0,0-1 11 0,2 1-135 15,0-1-70-15,0 1-57 0,0 0-68 0,0 1-87 16,0-2-81-16,0 0-78 0,0 2-68 16,2-1-34-16,0 1-12 0,-2 0-5 0,0 0 0 15,0 0 4-15,0 1 2 0,0-1 0 0,0 2-12 16,0-2-7-16,0 0-14 0,0 2-17 0,0-2-12 15,0 0-15-15,0 1-9 0,0-1-7 0,0 0-2 16,0 1-5-16,0-1 4 0,0 0 0 16,1 0-2-16,-1 2-2 0,2-1-10 0,-2 2-1 15,0 2-5-15,1 1-1 0,-1 2 1 0,4 3 1 16,-3 1 8-16,1 3 6 0,1 3 5 0,1 0-2 16,0 1 5-16,-1 5 0 0,-2-2 0 0,3 0-2 15,-1 1 5-15,-2 0-2 0,3 0-1 16,-3 0 2-16,1-3 1 0,-1-3 1 0,3-1-5 15,-4 1 1-15,1-8-1 0,4 2 0 0,-5-4 2 16,1-1-1-16,1-1 19 0,-1-4 22 0,1-1 12 16,1-3 5-16,2-3 3 0,2-5-3 15,0-3-16-15,1-2-15 0,0-3-14 0,0 1 3 16,1-4 2-16,-1 0 2 0,-1-2 2 0,-1 1 2 16,2-3 1-16,-4 0-9 0,0 0-4 0,1 0-5 15,-2 1 0-15,2 1-4 0,-2 3-4 16,0 3 0-16,1 1-2 0,-1 4 7 0,-1 4-5 15,0-1 4-15,-1 2 3 0,1 2 0 0,0 1 0 16,-1 2-6-16,1-1 3 0,-1 1-5 0,4 1-4 16,-2-1-1-16,3 1 0 0,-1 1 1 0,2-2-1 15,2 2 0-15,2-1 1 0,0 1 2 0,4 1-3 16,0-1-2-16,1 1 0 0,5 1 0 0,-3 0 2 16,2-1 1-16,2 3 2 0,0-1 2 0,-1 0 2 15,1 0 1-15,-4 1-1 0,2 0 0 16,-2 0-12-16,1 2-33 0,-4-3-45 0,-4 3-43 15,0 0-41-15,-3 0-33 0,-3 0-19 0,-2 3 24 16,-2-2 52-16,-2 2 49 0,-1-1 41 16,-1 1 23-16,0 2 17 0,-4-2 6 0,2 3 7 15,-2 1 1-15,1-1 0 0,-1 1 4 0,1 1 3 16,-1 2-1-16,1 2-3 0,2-1 3 0,-1 2-1 16,1-1-3-16,3 1 1 0,1 0 3 15,1-2-2-15,4-1-1 0,2-1 1 0,2-2 1 16,1-4 8-16,4-1 13 0,5-3 16 0,-1-4 24 15,3-4 13-15,5-1 12 0,-3-5 13 0,2-2 17 16,1-4 11-16,-2 1-6 0,-2-4-2 16,0 1-1-16,-6 0-13 0,-1 0-19 0,-3-1-17 15,-4 4-16-15,-1-2-11 0,-4 1-11 0,-4 0-10 16,-2 0-6-16,-3 1-6 0,-4 0-5 0,0 0-2 16,-4 2-3-16,-2 1 5 0,1 2 1 0,0 0 1 15,1 3 3-15,0 1-1 0,3 1-1 0,-2 2-6 16,5 0-4-16,0 2-3 0,2-1-4 0,2 1-1 15,0-1-1-15,3 2 1 0,1 0-1 0,1 2 2 16,3-1 1-16,0 1 3 0,4-2 3 16,3 1 0-16,5-1 3 0,0 0-1 0,4-1 1 15,1 1-1-15,3 0-2 0,1 0 0 0,2 0-1 16,-1 1 0-16,3 0 0 0,-1 3 1 16,2-1 0-16,-2 1-2 0,-3-1-2 0,0 3 1 15,-3 0-1-15,-4 1 2 0,-3 1 0 0,-2-2 3 16,-2 5 4-16,-5-2 2 0,1 3 1 0,-6 0 1 15,-2 1 1-15,-2 1-5 0,-6 4-6 0,0-2-2 16,-4 2-2-16,2 0-1 0,-4 0-2 16,0 0 3-16,0 1 3 0,0-1 1 0,1 0 1 15,1-1-3-15,3-2 1 0,2-2-1 0,3-1 0 16,0 1 1-16,3-4-9 0,2 0-23 0,4-2-56 16,0-2-55-16,4-2-70 0,2-2-118 0,-1-4-149 15,2 0-166-15,3-1-219 0,-1-1-231 0,3 1-136 16,-3-4 157-16,2 1 382 0</inkml:trace>
  <inkml:trace contextRef="#ctx0" brushRef="#br0" timeOffset="18420.18">27553 1839 373 0,'-3'5'739'0,"-1"-3"281"0,4 1 71 15,0 0-303-15,0-3-244 0,4-1-169 0,1-2-112 16,0-1-63-16,3-4-50 0,0-3-44 0,6 0-26 16,-1-2-15-16,4-2 4 0,-1 0 12 0,4-1 21 15,0-2 33-15,1 1 33 0,1-1 10 16,-1 0-9-16,-2 3-16 0,-2-3-24 0,-1 3-25 16,-2 0-28-16,-2 3-12 0,-2 2-6 0,-3 2-11 15,-2 3-6-15,-2 0-11 0,-2 0-4 0,1 4-10 16,-4 1-15-16,1 2-8 0,-6 4-5 15,-1 5-2-15,-2 2-2 0,0 1 0 0,-1 4 8 16,-2 1 5-16,4 3 2 0,-1-1 1 0,1-1 0 16,2 0 0-16,3 0-1 0,0-4-3 0,4 1 1 15,0-5-1-15,4 1 1 0,0-7 3 16,5 2 0-16,0-3 1 0,3-4 2 0,6-4 1 16,-2-1-2-16,4-4-1 0,1-2-1 0,1 0 0 15,2-3-1-15,-1-1 1 0,-2 1 0 0,-1-2 1 16,1 1 1-16,-3 2 1 0,-3-1 0 0,-2 2 3 15,-1 1-1-15,-4 1-1 0,-1 3 3 16,-1-2-1-16,-3 5-2 0,1 0-1 0,-4 1-3 16,-2 2-1-16,-1 4-1 0,-2 0-3 0,-1 5 0 15,-3 0 0-15,0 2 1 0,1 2 1 0,2 0-1 16,1 1-1-16,0 0 1 0,4-2 1 0,-2-2-1 16,6 1 1-16,1-4 1 0,1-1 2 0,5-3 1 15,2-1 1-15,1-4-1 0,2-2 2 16,3-4-3-16,3 0 1 0,-4 0 6 0,4-3 2 15,-1-2 3-15,-2 4 0 0,-1-1 0 0,-2 2 0 16,-5 0-6-16,2 2-3 0,-6 2-4 0,0 1-1 16,0 1 0-16,-4 1 0 0,-1 2 0 15,-1 4 2-15,-3 1 0 0,2 1 2 0,-7 4-8 16,3-1-25-16,1 4-64 0,-1-2-67 0,-2 0-115 16,6-2-198-16,-4 1-306 0,4-3-320 0,2 0-241 15,1 1-133-15,5-4 355 0,2-2 613 16</inkml:trace>
  <inkml:trace contextRef="#ctx0" brushRef="#br0" timeOffset="19219.93">28968 1069 69 0,'3'-7'325'0,"-3"1"215"0,2 2 214 16,0 3-14-16,-2 0-99 0,0 1-64 0,0 0-71 15,1 0-74-15,-1 0-74 0,0-4-88 0,0 3-72 16,2-2-58-16,0 2-30 0,-1-1-20 0,1 1-12 16,-2-1-6-16,1 2-16 0,-1 0-10 0,2 0-17 15,-2 2-13-15,2 1-8 0,-2 1-7 0,0 3 5 16,-2 5 4-16,0 6 71 0,1-1 35 16,-1 5 15-16,-3 3 10 0,2 2 6 0,-3 2-3 15,0 3-53-15,-2 3-29 0,0-1-13 0,0 1-13 16,-1-2-8-16,2 1-13 0,2-1-7 0,0-2-4 15,2-4-3-15,0-2 1 0,0 0-8 0,3-4 4 16,5-2 2-16,-4-5 0 0,2 0 2 16,2-2-2-16,0-3 2 0,3-3 1 0,3-2 3 15,-2-4 0-15,4-3 8 0,3-1 3 0,3-4 1 16,-3-2-2-16,2-2 0 0,-1 0 1 0,0-3-8 16,-1-2-3-16,-1 1 0 0,0-2 2 0,-1 0 0 15,-3 0-10-15,-1-2 2 0,0 3 2 0,-3-2 0 16,-1 2 2-16,1 3 2 0,-4 1 11 0,1 1 1 15,-2 1 1-15,-1 3 0 0,3 2-3 0,-4 1-3 16,0 3-5-16,0-2-5 0,0 3-5 0,0 1-1 16,-4 3-2-16,1 1 0 0,-3 5 0 0,2 1 1 15,-3 1 2-15,1 3 1 0,-1 1 8 0,0 1 3 16,0 1 0-16,1 0 2 0,1 0-1 16,0 0 0-16,-1 0-7 0,5-1-2 0,-2 0-2 15,3-2-3-15,0-1 0 0,3-1-2 0,-2 1-14 16,4-4-45-16,-1 0-64 0,1-2-58 0,0-2-102 15,2-1-143-15,-1-2-180 0,1-2-228 0,1 0-216 16,1 0-203-16,-3-2 49 0,1-1 358 16,2-1 420-16</inkml:trace>
  <inkml:trace contextRef="#ctx0" brushRef="#br0" timeOffset="19779.98">29397 1341 118 0,'1'-2'457'0,"2"-1"298"0,1 2 207 0,-3 1-117 16,1 0-234-16,0 1-169 0,-2 1-106 0,0 1-64 16,0 2-37-16,-4 3-28 0,3 1-21 0,-4 2-26 15,2 3-22-15,-3 0-25 0,1 3-33 0,0 1-18 16,0 0-11-16,0 0-8 0,1 0-16 16,-1-1-8-16,1 0-5 0,2-2-5 0,2-2-3 15,2 0-5-15,1-3 5 0,4 0-1 0,0-2-1 16,2-6 6-16,4 2-2 0,0-4 7 0,3-4-4 15,1 2-2-15,2-6 0 0,-3-1-3 0,2 1-3 16,-1-3 4-16,0 1-1 0,-1 0 3 16,-2-1 4-16,-3 0-1 0,1-1 4 0,-2 2-2 15,-2-2 5-15,-2 1 1 0,2 1-4 0,-3-1 0 16,0 5 16-16,-1-2-1 0,-2 3 0 0,0 0 7 16,-1 2-2-16,-1 1-1 0,0 2-17 0,-1 4-7 15,-3 2-4-15,0 0-9 0,-5 3-1 0,2 3 1 16,1 0-6-16,-2 1 0 0,3 0 2 0,-2 2-2 15,1-2 0-15,5-1-1 0,-2-2 6 0,3 1 0 16,0-2 0-16,1-4 6 0,2 1 1 0,2-2 2 16,1-3 3-16,1-1 1 0,1-1 0 15,2-3-4-15,-2 0 2 0,4 0-2 0,-2-2-2 16,-2 0-1-16,2-2-1 0,-2 3 4 0,0 0-4 16,-2 0 3-16,-1 3-4 0,-4 0-4 0,3 0-7 15,-3 2-5-15,1 0 3 0,0 4-4 0,-2 0 7 16,-4 2 8-16,3 4 6 0,-4-1 10 0,0 5-3 15,-1-1-1-15,-5 4 2 0,3-1-1 0,-3 4-2 16,-2-1-4-16,2 3 1 0,-3-2 4 0,0 3-1 16,-4-2-4-16,2 4-1 0,1-1-1 15,-1 0-21-15,-1-3-51 0,2-1-58 0,3-1-136 16,0-2-200-16,4-4-303 0,4-2-293 0,-1-4-233 16,8-6-65-16,2-3 447 0,3-5 524 0</inkml:trace>
  <inkml:trace contextRef="#ctx0" brushRef="#br0" timeOffset="20108.25">29913 1105 341 0,'-7'-13'725'0,"-1"4"319"16,-3 3 87-16,2 3-304 0,-3 0-272 0,-2 6-182 15,5-2-127-15,-4 6-95 0,1 1-64 0,4 3-40 16,-1 2-23-16,0 0-9 0,6 6-9 0,0-1-4 15,3 1 1-15,2 0-2 0,1 4 2 0,3-2-1 16,-2 2 15-16,5-3 7 0,-1 4 1 0,2-5 1 16,-2 1-1-16,2-1 1 0,-2 2-15 0,1-3-8 15,-2-2 0-15,-1 2-2 0,-3-3 0 0,-1 3 6 16,0-3 17-16,-4 1 18 0,-1 1 33 0,-2 0 20 16,-3 1 14-16,-3-1-2 0,0 2 1 0,-4-2-16 15,0 2-25-15,0-3-14 0,-2 2-17 16,0-1-5-16,3-2-12 0,1-3-9 0,0-1-4 15,4-1-30-15,1-4-40 0,2-4-42 0,1 0-111 16,3-4-146-16,4-4-191 0,3-1-283 16,2-3-250-16,3-4-196 0,3-2 160 0,1-1 435 15</inkml:trace>
  <inkml:trace contextRef="#ctx0" brushRef="#br0" timeOffset="20374.12">30260 821 301 0,'-3'0'597'0,"2"4"258"0,-3-2 120 0,1 3-248 15,2 1-154-15,-3 0-116 0,0 3-86 0,-1 2-61 0,-2 1-54 16,1 1-48-16,0 5-53 0,0 3-36 0,1 3-8 16,-2 5 10-16,0 3-1 0,0 1-12 0,3 3-15 15,-5-1-12-15,0 3-21 0,0-1-30 0,1 3-18 16,-3-2-9-16,1 1-5 0,1 0-2 0,1-1 4 15,-3-3 6-15,1 2 0 0,4-3-11 0,-2-1-45 16,4-5-38-16,-1-2-59 0,1-3-101 16,0-4-137-16,0-4-161 0,3-3-227 0,-1-3-244 15,1-2-165-15,2-2 92 0,-1-5 353 0,2-3 372 16</inkml:trace>
  <inkml:trace contextRef="#ctx0" brushRef="#br0" timeOffset="20619.95">30021 1183 117 0,'-1'-9'492'15,"-1"2"366"-15,1 3 221 0,-3 0-117 0,4 2-250 16,0 0-193-16,0-1-156 0,0 1-119 0,0 1-79 16,0 1-53-16,4 0-53 0,0 1-33 0,1-1-10 15,3 3-7-15,0 1-2 0,5-3-1 0,0 4-1 16,0-3 2-16,4 3 0 0,0-1 0 0,-1 0 0 15,1 3-17-15,2-1 7 0,-3-1 5 0,-1 1-1 16,1 3-5-16,2-4-38 0,-6 3-54 0,1-2-106 16,-2 0-132-16,-1 0-156 0,-1 0-264 0,0 1-224 15,3 1-87-15,-4-1 150 0,2 0 321 0</inkml:trace>
  <inkml:trace contextRef="#ctx0" brushRef="#br0" timeOffset="20970.03">30528 1287 29 0,'0'-1'439'0,"-2"-2"437"0,-1 2 291 16,-4 2-14-16,1 2-267 0,-5-1-205 0,1 4-163 0,-2 2-128 15,-2 1-84-15,-2 1-69 0,-3 2-61 0,0 1-53 16,1 2-39-16,0-1-22 0,0 1-16 0,1 2-11 16,2-3-10-16,1 3-6 0,3-2-11 0,0 1-8 15,7-3-3-15,-1-1 0 0,1 0 0 0,8-2 2 16,-3-1 0-16,6-1 2 0,3-1-1 0,3-3 1 15,4-2-4-15,1-2-8 0,4-1-5 0,2-2-9 16,-1-3-12-16,1 2-13 0,2-3-8 0,-3 1-2 16,1-2 0-16,-3-1 11 0,-1 2 11 0,-3 1 15 15,-2 2 11-15,-4-3 9 0,0 5 5 0,-5 0-4 16,-1-1 4-16,-2 3-2 0,0 0-2 0,-3 2-1 16,-1 1-1-16,-2-1 4 0,-2 5-3 0,-3 0 5 0,-1 3-2 15,-3 1 4-15,3 0-1 0,-2 1-1 0,1 0-1 16,1 1 0-16,-2-1-24 0,3 1-54 0,2-3-47 15,1 2-95-15,1-3-153 0,3-2-186 0,2 1-287 16,6-1-234-16,3-1-201 0,3 0 106 16,2-1 443-16</inkml:trace>
  <inkml:trace contextRef="#ctx0" brushRef="#br0" timeOffset="21728.39">31113 686 35 0,'9'-16'292'0,"-3"4"207"16,-1 2 183-16,0 2-39 0,-4 2-193 15,3 3-125-15,-3 3-64 0,1 2-3 0,-1 7 34 16,-1 2 32-16,-1 9 36 0,-1 3-5 0,-3 7-46 16,-1 1-70-16,-1 4-51 0,-2 2-31 0,1 4-31 15,0 2-16-15,-1 2 32 0,0 0 11 0,-1 2-16 16,2-3-14-16,-3-1-11 0,3-3-9 0,2 2-38 16,1-8-19-16,2 1-13 0,1-3-15 0,4-4-15 15,-1-2-7-15,4-4-1 0,1-2 2 0,6-4 3 16,0-2 5-16,3-5 6 0,2-3 3 0,0-3 1 15,5-3-3-15,0-1-1 0,2-4-10 0,-2-3-6 16,2-1-4-16,-2 0-2 0,-3-3 0 0,-2 2-2 0,1-1 8 16,-7 0 3-16,0 0 5 0,-2 0 3 0,-1 2 2 15,-1 2 11-15,-4 1 11 0,0 0 6 0,-1 3-1 16,-1 0-5-16,-2 3-1 0,-2 3-12 0,-2 1-10 16,-3 3-8-16,-5 4-3 0,4 1 3 0,-4 2-3 15,-3 2 8-15,3 2 5 0,0 1 1 0,-2-2 2 16,3 1-3-16,0-3-11 0,3 0-54 0,0-2-57 15,4 0-49-15,3-4-74 0,2-1-114 0,2-6-151 16,3 0-111-16,1-4-190 0,2 0-234 0,1-3-124 0,4-1 132 16,-2-3 362-16,2-2 321 0</inkml:trace>
  <inkml:trace contextRef="#ctx0" brushRef="#br0" timeOffset="21859.36">31406 1207 211 0,'-1'-6'332'0,"-2"1"113"0,-3 3-59 15,1 2-126-15,-2 1-96 0,3 4-64 0,-3-1-43 16,2 3-24-16,1 1-33 0,1 0-61 0,1 1-139 16,2-1-172-16,2 0-63 0,-1-2 18 0,5 0 91 15</inkml:trace>
  <inkml:trace contextRef="#ctx0" brushRef="#br0" timeOffset="22167.96">31789 858 167 0,'2'-26'472'0,"-2"4"333"15,1 2 295-15,-1 1-153 0,0 5-208 0,-1 2-168 16,1 2-138-16,-3 2-132 0,3 5-125 16,-4 3-81-16,3 4-45 0,-4 7-18 0,2 4 7 15,-4 5 2-15,1 2 34 0,2 7 49 0,-1 4 24 16,-2 3 0-16,1 2-3 0,-2 0-2 0,2 1-29 15,0 2-37-15,-3-1-22 0,0 1-13 0,1-2-13 16,2 2-7-16,-2-3-1 0,0 0-3 0,0-2-2 0,3-2-3 16,1-1-1-16,-1-3-8 0,2-1-3 0,-3-4-1 15,6-3 0-15,-3-2-14 0,3-4-38 0,-2-3-55 16,2-1-49-16,0-6-67 0,2-2-110 16,-2-2-127-16,0-4-116 0,0-2-120 0,3-2-194 15,-3 0-190-15,1-1 19 0,-1-4 243 0,0-1 320 16</inkml:trace>
  <inkml:trace contextRef="#ctx0" brushRef="#br0" timeOffset="22368.07">31587 1108 231 0,'-5'-6'532'0,"4"2"259"0,1 1 129 0,-2 2-244 16,2-1-215-16,0 2-161 0,0 0-107 0,2 0-19 15,2 2-11-15,1 0-10 0,1 1 5 0,2 1 11 16,3 0 2-16,0 0-46 0,2 1-35 0,3 0-18 15,-2 1-6-15,3-1-15 0,-1 1-9 0,3 2-1 16,1-2-4-16,-2 1-31 0,1-1-74 0,-1 0-99 16,0-3-127-16,0 1-153 0,-2 0-268 0,2-1-240 0,-1 1-115 15,0 1 119-15,-1-3 319 0</inkml:trace>
  <inkml:trace contextRef="#ctx0" brushRef="#br0" timeOffset="22695.89">32020 1194 26 0,'-3'0'350'0,"-2"0"318"0,2 1 314 0,-2 0 39 15,0 3-221-15,-3-2-184 0,-1 2-151 0,3 1-92 16,-4 3-77-16,2-2-50 0,-1 3-39 0,1 1-12 16,-2 1-18-16,4 1-28 0,-3 2-26 0,1-1-19 15,-2 0-17-15,4-1-22 0,-2 1-14 0,3-3-13 16,2 2-12-16,2-3-13 0,2-1-5 0,2 1-4 0,5-3 2 16,1-2-2-16,3 0-7 0,5-4-1 0,-1 0-1 15,4-2-3-15,0-1-3 0,2-2 0 16,0 1 8-16,0-1 1 0,0 1 1 0,2-1 1 0,-4 1 2 15,-1-1-2-15,-1 0 1 0,-2 3 1 0,-2-2 1 16,-5 3 2-16,-1-2-2 0,0 2-2 0,-3-1-5 16,-1 2 2-16,-2 2-4 0,0-1 1 0,-1 2 2 15,-2 2-1-15,-1 2 3 0,-1 0 1 0,-2 3 1 0,-1 0-1 16,-2 2-1-16,2 0 9 0,-2 0 5 16,1 1 2-16,0 0-2 0,0-1 1 0,1 0-8 15,-1-2-45-15,3 1-65 0,0-2-56 0,-2 2-93 0,3-3-166 16,-2-2-242-16,4 2-273 0,-2-2-223 0,1 1-174 15,-1 0 150-15,1 1 514 0</inkml:trace>
  <inkml:trace contextRef="#ctx0" brushRef="#br0" timeOffset="31933.94">26885 3666 201 0,'4'-2'521'15,"1"1"323"-15,-2-1 248 0,-1 0-169 16,1-2-195-16,-3 1-95 0,-3 0-76 0,1 0-91 16,1 0-102-16,-4-1-78 0,-1 1-55 0,-3-1-69 15,-3 0-61-15,-1 2-37 0,-2-3-26 16,-3 5-14-16,-2 0-8 0,-1 0-7 0,-1 5-3 15,-3 1-2-15,-1 0-1 0,1 1-2 0,3 2-4 16,-2 1 2-16,2 2-2 0,3-1 0 16,5-2-2-16,1 2-1 0,2 0 0 0,3 0-2 15,3 1 1-15,4-1-1 0,1 1 0 0,5 1 2 16,1 0 2-16,4 1 0 0,4-1 1 16,2 1 4-16,1-1 0 0,2 0 1 0,0 0 0 15,1-1 0-15,-2-2-1 0,1 2-1 16,-2-1 0-16,-3-3-2 0,0 1 1 0,-4 1 1 15,-2-3 1-15,-2 1 2 0,-1-1 2 0,-2-1 0 16,-6 2 2-16,0-1 1 0,-3 0 0 0,-2 3-1 16,-4-1-3-16,-2 0 1 0,-2 0-1 15,-1 0-4-15,-2-1 4 0,2 3 0 0,0-2 0 16,-3 1-4-16,3-2-7 0,3-2-17 16,0 0-50-16,4-1-62 0,2-2-69 0,0-3-121 15,7-1-159-15,2-4-201 0,4-4-262 0,8-2-217 16,-1-4-130-16,7-2 231 0,2-1 437 0</inkml:trace>
  <inkml:trace contextRef="#ctx0" brushRef="#br0" timeOffset="32150.07">27228 3551 254 0,'5'0'828'0,"-4"0"355"15,-2 2 21-15,-4 2-182 0,-2 3-436 0,2 3-269 16,-4 2-142-16,3 2-68 0,-1 2-35 15,-1 4-29-15,-1-1-18 0,3 3-14 0,-1 2-9 16,1-1-2-16,1 3-4 0,-1-5 2 0,5 4-4 16,-3-3 3-16,3 1 4 0,1 0-2 0,1-1-9 15,3-2-41-15,0-3-100 0,1 0-142 16,-2-2-216-16,2-2-285 0,0 0-266 0,0-2-141 16,-1-1 203-16,1-3 419 0</inkml:trace>
  <inkml:trace contextRef="#ctx0" brushRef="#br0" timeOffset="32571.95">27376 3520 66 0,'13'-6'337'0,"-1"2"192"16,-2-1 177-16,0 2-7 0,0 0-180 0,2 0-125 16,-1 3-45-16,1 0-31 0,0 2-56 15,1 1 5-15,-1 3-21 0,-1 0-13 0,0 1-33 16,-5 4-10-16,1 0-2 0,-3 4-30 16,0-1 1-16,-3 3 28 0,-1-3 24 0,-1 5 0 15,-3-1-12-15,0 0-20 0,-4 0-34 0,-2-1-39 16,-2 5-31-16,0-4-21 0,-2 2-11 0,3-1-12 15,-2 2-7-15,3-3-9 0,-2 0-5 16,3 0-5-16,0 1-4 0,0 0 1 0,3-3 0 16,1 1-3-16,2-2 1 0,-1 1 0 15,4-1-2-15,0-2 0 0,0-1-2 0,4 1 2 16,-1-5-2-16,2 1 2 0,1-3-1 0,4-1-9 16,1-2-22-16,2-3-45 0,1-3-59 0,0-2-49 15,3 1-64-15,-1-5-104 0,2 0-134 16,-1-2-141-16,2 1-223 0,0-3-228 0,2 2-145 15,-1-1 164-15,-1-1 413 0</inkml:trace>
  <inkml:trace contextRef="#ctx0" brushRef="#br0" timeOffset="32922.03">27968 3499 252 0,'-4'2'622'0,"1"-1"321"0,0 1 148 16,-2 1-235-16,-1 0-219 0,0 3-189 0,-2 1-126 16,0 2-89-16,-1 3-65 0,-1 3-53 15,0 0-33-15,-2 3-19 0,2 3-15 0,1 0-9 16,-4 2-9-16,4 2-9 0,1 0-15 15,0 0-3-15,2-1-1 0,1-2-1 0,3 1 1 16,2-3-1-16,4 1 6 0,2 0-5 0,5-2-1 16,0-5 1-16,4 3-1 0,3-4 2 0,3-3-1 15,1 0 4-15,-1-2-7 0,5-3-21 16,-1-3-19-16,1-2-52 0,-3-1-105 16,1-5-125-16,-2-2-137 0,4 0-150 0,-3-3-277 15,1-1-173-15,2-3 60 0,-4-1 261 0,-1-1 304 16</inkml:trace>
  <inkml:trace contextRef="#ctx0" brushRef="#br0" timeOffset="33186.04">28085 3295 115 0,'0'11'581'16,"-4"-3"339"-16,4-1 128 0,4 0-8 0,0-1-392 16,3-1-248-16,4 1-121 0,1-2-60 15,6 1-35-15,-2-2-58 0,2 0-45 0,2 0-33 16,2 0-27-16,-2 0-14 0,-1-1-6 16,2 2-6-16,-2-2-2 0,-2 2-16 0,0-3-72 15,-5 2-131-15,0-1-180 0,-4-1-286 0,-2 2-268 16,-2 0-214-16,-3-1 62 0,-4 0 393 0</inkml:trace>
  <inkml:trace contextRef="#ctx0" brushRef="#br0" timeOffset="33402.98">27821 3657 69 0,'6'14'361'0,"-2"-1"239"0,3-3 238 16,4-1 33-16,5-1-225 0,-2-2-146 0,7-2-103 16,1-2-82-16,2-1-94 0,1-2-83 15,3-1-63-15,1 1-38 0,1-2-88 0,-3-1-143 16,-1 0-219-16,0 2-277 0,-4-3-232 0,-2 1-168 16,-1 0 129-16,-1-1 384 0</inkml:trace>
  <inkml:trace contextRef="#ctx0" brushRef="#br0" timeOffset="34326.4">29198 3169 250 0,'-2'0'596'0,"-4"-3"330"16,-1 1 180-16,-3 1-220 0,0-2-243 0,-1 0-158 16,-3 0-122-16,1 0-100 0,-3 2-75 15,3-3-54-15,-4 4-29 0,4-1-5 0,-2 2-12 16,2-1-6-16,2 4-14 0,-3-3-13 0,2 2-12 15,3 0-18-15,0 2-17 0,1 2-9 16,0-3-4-16,0 7 0 0,3-1 2 0,-1 3-2 16,3 1 5-16,-2 4 2 0,2 2 1 0,1 1 1 15,-1 3-3-15,3 0 3 0,0 2-1 16,0-1-2-16,0 3-1 0,3-3-2 0,-1 0 0 16,-1 2-3-16,-1-1 1 0,2-2-1 15,-2 1 5-15,-2-2 0 0,1 1 5 0,-4-1 1 16,4 0-3-16,-2-2 3 0,-2 2 1 0,0-2-4 15,2 0-1-15,-2-2 1 0,2 1-2 16,-2-1-1-16,4-1 1 0,-3 0-1 0,4 1-4 16,0-2-1-16,4 0 5 0,-3-1 1 15,7 0-3-15,-3-1 0 0,3-1 0 0,4-1 3 16,-1-4-3-16,5 1-3 0,2-4 2 0,0-2 6 16,3-1 2-16,3-3-5 0,-2-3-4 15,3 0-9-15,-2-3-33 0,2 0-37 0,-2-1-74 16,-1-2-142-16,-2 0-193 0,0 0-288 0,-2-2-253 15,0 2-216-15,0 0 50 0,-6-1 442 16</inkml:trace>
  <inkml:trace contextRef="#ctx0" brushRef="#br0" timeOffset="35259.98">29466 3657 150 0,'4'2'447'0,"-1"-2"223"0,2-2 144 0,-2-1-114 16,3-2-177-16,2-1-90 0,1-3-54 16,3-2-28-16,3 0-29 0,-2-3-46 0,4 0-56 0,-2-3-55 15,0 2-45-15,1-2-29 16,-2 0-16-16,1 3-7 0,-3 0 6 0,-2 2 21 16,-2 3 32-16,-2 0 31 0,2 3 8 0,-5 2-4 15,-1-1-19-15,1 2-31 0,-3 2-39 16,1 1-35-16,-2 1-21 0,-1 3-13 0,-1 6-6 15,0 0 0-15,0 2 2 0,-3 3 0 0,1 3-2 16,2 0 0-16,1 1-3 0,0 1-1 16,1 0 0-16,2-4 3 0,1 1-2 0,1-2 2 15,0-2 2-15,5-1 2 0,0-3-3 0,0-2 2 16,3-3 1-16,2-3 3 0,1-4 1 16,2-1-1-16,0-4 1 0,1-2-1 15,-1-1 4-15,0-1-2 0,-4-1-4 0,2 2 3 0,-4 1 1 16,-2-1-1-16,0 2 0 0,-2 2 1 15,-1 1 2-15,-2 0 0 0,-1 2-4 0,-2 1 1 16,0 2-4-16,0 0-3 0,-4 2-4 16,1 3 0-16,-2-2 1 0,4 4-2 0,-4 0 0 15,2 2 1-15,2-1 0 0,-1 0 0 16,0 0 2-16,4 0-1 0,0-1 0 0,-2-2 3 16,1 0 2-16,4 2-3 0,-2-1-1 0,-2-3 2 15,3 0 1-15,-1 1 0 0,2 0 1 16,-2-2 0-16,2 2 0 0,-1 0 0 0,1 0-1 15,0 0 0-15,-1 2 0 0,3-1 0 0,-1 0 1 16,2 1 0-16,-2-1-14 0,2 1-54 0,0-2-51 16,0 0-63-16,-2-2-125 0,1 1-182 15,-4-2-299-15,2-2-237 0,-2 1-213 0,1 0-61 16,-1-4 362-16,-1 0 490 0</inkml:trace>
  <inkml:trace contextRef="#ctx0" brushRef="#br0" timeOffset="37127.01">30232 3585 165 0,'-2'-1'389'0,"0"-1"184"15,0-1 141-15,2-2-175 0,0-1-119 16,2-1-58-16,2-1-26 0,-1-3-5 0,3 0-9 16,1-2-16-16,1 2-29 0,1-4-30 0,0 0-33 15,1-2-39-15,1 2-34 0,-2-3-28 0,1 0-23 16,2 3-15-16,0-4-1 0,-3 4 22 15,4 0 19-15,-4 2 25 0,1 0 20 0,-1 3 7 16,-2 1-7-16,-1 0-23 0,-1 3-23 0,0 0-28 16,-1 1-27-16,1 1-19 0,-4 1-15 0,-1 1-10 15,4 1-9-15,-3 0-6 0,1-1-3 16,-2 2-3-16,1 2-2 0,1-1 3 0,0 4-1 16,-1 0 4-16,2 3-6 0,-1 1-1 0,0 2-3 15,-1 1 0-15,2 3 3 0,-1 1-1 0,-2 0 7 16,1 0 3-16,-1 3 12 0,0-1-3 15,0 0 2-15,0-2 3 0,-1 2 3 0,1-2 0 16,0-2-5-16,0 1 0 0,0-1-5 0,0-2 0 16,0-1-5-16,0-2 0 0,0-2-2 0,0-3 2 15,1 1-1-15,-1-1-1 0,0-2-1 0,0 1 1 16,0-1 0-16,0-2 2 0,2 0 2 16,-1-2 2-16,3-1 1 0,0 0-1 0,1-3 2 15,2-1-2-15,0-3-1 0,1-2-1 0,0 0-6 16,2-1-5-16,1-2-5 0,-2 0-1 0,-1 0-1 15,3-4 1-15,-1 5 5 0,-2-3 12 0,-1 0-1 16,1 4 6-16,-1-2 3 0,-2 2 1 16,-2 2 3-16,2-1-8 0,-1 4 5 0,-1-1-4 15,0 2-3-15,1 1-2 0,-4 2-1 0,3 0 1 16,-3 0-3-16,1 2-2 0,-1 1 1 0,0 1-9 16,0 0 3-16,0 1 0 0,0 3-5 0,0 0-4 15,0 2-1-15,-1 3 7 0,1 0-2 16,-3 3-1-16,3 2 8 0,-4-1 3 0,3 4 3 15,-2-3 0-15,1 3 1 0,0 0 6 0,0-1 4 16,0 0 2-16,0 2-1 0,2-4 2 0,0 0 1 16,0-1-9-16,2-1-5 0,0-1-2 15,0-4-1-15,2 1 0 0,-1-4 0 0,-2 1 0 16,4-4 4-16,0 1-1 0,1-2 1 0,-1-3 1 16,4 0-2-16,-1-3 1 0,1-2-2 0,1 1 0 15,0-2 0-15,-2-2-2 0,3 1 0 16,-3-1 1-16,1-1-1 0,-1 1 0 0,3-3 0 15,-1-2 0-15,-2 2-1 0,2-3 1 0,-1 3-2 16,-1-2 1-16,0 1-1 0,1 2 2 0,-3-1-1 16,1 3 1-16,-3 0 0 0,1 3 0 15,1-2-1-15,-3 3-1 0,1 0 2 0,-1 3-2 16,-2 1-1-16,3 0-3 0,-4 2 1 0,1-1-2 16,1 4 1-16,-1-1 2 0,-1 3 3 0,2 3 1 15,-2 3 2-15,0-2 3 0,0 4-1 0,0 1 0 16,-2 0 0-16,2-1 0 0,-1 1-1 15,-1 4-3-15,1-4 0 0,1-2-1 0,-4 3-2 16,4-4-5-16,0 0-35 0,0 0-68 0,4-3-63 16,-3 0-131-16,2-5-187 0,1 2-312 0,2-4-304 15,-2 0-211-15,4-4-96 0,-1 2 400 0,4-5 541 16</inkml:trace>
  <inkml:trace contextRef="#ctx0" brushRef="#br0" timeOffset="38081.97">30966 2977 96 0,'6'2'341'16,"-3"-2"182"-16,2 0 153 0,-2 0-94 0,2 0-117 15,3 0-54-15,-1 0-14 0,3 0 8 0,1 0-4 16,1 0-30-16,1 1-50 0,3 1-58 0,-2-2-63 16,3 3-45-16,0-2-30 0,3 1-23 0,0-1 0 15,1-1 11-15,0 0 6 0,1 0-10 0,-1 0 14 16,-1 0 11-16,-1-1-13 0,-2-1-10 16,0 1-8-16,-4-1-5 0,1 1-26 0,-4 1-21 15,0-2-11-15,-6 1-7 0,2 1-4 0,-1 0 2 16,-3 0 4-16,-1 0 9 0,1 0 5 0,-2 0-1 15,-2 1-3-15,1-1-6 0,-2 2-8 0,-3-1-10 16,-1 2-2-16,-2 0-3 0,-3 3-1 0,0-1-2 16,1 2-1-16,-5-1-1 0,3 2-4 0,-1 0-6 15,1 2-1-15,2 0-1 0,1 1 1 0,0-1-1 16,0 2 1-16,3 0 1 0,0 1 0 0,4 1 1 16,0 0-1-16,3 2-6 0,1-1-4 15,3 1 0-15,0 1-2 0,4 1 0 0,0 0-1 16,2 1 6-16,2 1 4 0,1-2 1 0,-2 3 3 15,5 0-1-15,-3 0 1 0,0 1 1 0,-1 2-2 16,2-4 1-16,-3 2 4 0,-1 1 4 16,0-1 1-16,-2 0 0 0,0-1 0 0,-1 0 1 15,-1-2-5-15,-1 1-4 0,-1-2-2 0,-4-1 0 16,4-1 1-16,-4-1-2 0,-4-1 0 0,4-1 0 16,-3-1 0-16,0-1 0 0,-1-3 1 15,-1 0 1-15,-2-1 1 0,1-1 0 0,-4 0 1 16,0-2 0-16,-2 2 2 0,-2-2 8 0,-2 0 6 15,1-1 6-15,-1-2 7 0,-5 1 5 0,5-1 2 16,-3 1-3-16,2 0-3 0,1-2-4 16,-1 0-5-16,3 0-5 0,-2 0-4 0,2-2-5 15,2 0-3-15,-2 2-3 0,5-1-2 0,-2-2-2 16,1 2-1-16,4-1-1 0,-2 1-2 0,0-1 0 16,4 1-1-16,0-1-5 0,-1 0-10 0,1 2-15 15,0-1-18-15,3 0-30 0,-1-3-69 16,1 3-70-16,-1-1-114 0,2 0-171 0,2 0-293 15,-2 2-323-15,3-1-235 0,-2 1-136 0,-1-2 313 16,0 2 605-16</inkml:trace>
  <inkml:trace contextRef="#ctx0" brushRef="#br0" timeOffset="40628">15839 1103 124 0,'-1'8'247'0,"1"0"96"0,-2 0-31 0,0 2-84 16,1 2-55-16,1 0-30 0,-2 1-11 0,2 5-5 15,-2 2 9-15,2 2 11 0,0 2 14 0,-1 4 56 16,1 3 38-16,0 0 41 0,1 4 39 15,-1 1 27-15,2 3 13 0,-2 1-39 0,2 4-39 16,-2 0-51-16,0 0-46 0,0 1-39 0,0 1-47 16,-2 3-28-16,2-3-23 0,-2 2-14 0,1-1-16 15,-1 0-18-15,2 0-8 0,-3 1 0 0,1-1 4 16,-1-1 0-16,2 2 7 0,-4-3 3 16,2 2 3-16,-2 0-4 0,0 2-7 0,-1-2-5 15,1 1-6-15,-2 4-2 0,2-3-2 0,-2 2-2 16,1 0-1-16,1 1 16 0,-1 1 12 0,1 0 9 15,-1 1 7-15,3 0 7 0,0 2 2 0,-2 2-18 16,2-1-9-16,-1-1-6 0,0 3-7 16,2-2-4-16,-1 2-3 0,2-3-1 15,-1 2 0-15,0 0-2 0,1-2 40 0,-1 0 17 16,2-1 13-16,-1 0 11 0,-1 2 1 0,0 1-2 16,-1 1-34-16,1 0-19 0,1 1-8 0,-1 0-9 15,-2-2-6-15,2 4 0 0,1-4-2 0,-1 3 1 16,2-3 0-16,-1-2-3 0,1 2 2 15,0-1 4-15,0 0-2 0,0-4-1 16,0 5-2-16,-2-4 1 0,2-3 1 0,-2 3-2 16,2-3-1-16,0-2 2 0,0 1 0 0,-1-2 4 15,-1 0-1-15,2-3-2 0,-1 2 3 0,-3-4 0 16,3 2 1-16,-1 0-4 0,0 1 3 16,-1 1-1-16,-1 1-1 0,2 0-1 0,-1 1-1 15,-2 0 2-15,2 1-1 0,0 1 1 16,0-2-4-16,-2 1 2 0,-1-1-2 0,4 0-2 15,-2 0-1-15,-1-2 2 0,1 1 4 0,-2-2 1 16,3 2 0-16,0-1 4 0,-5 2-1 16,5-2-3-16,-2 1-3 0,0-1 0 0,2 0-1 15,0 0-4-15,0 1 0 0,-3-2 0 0,2 1 5 16,1-1 1-16,-2 1 1 0,2 0 2 0,2 0 2 16,-3 1 1-16,1 1 2 0,2 0-3 15,-3 0 0-15,0 0-2 0,2 3-1 0,1-3-2 16,-1 0-3-16,-1 3-2 0,1-3 0 15,2 3 1-15,-1-3 1 0,-1 0 2 0,1 0 2 16,1 1 3-16,-2 0 0 0,0 0 1 0,-1 3 2 16,1 0-4-16,1 0 0 0,-1 0-3 0,-2 1-1 15,2 0 2-15,-1-1-4 0,0 4-2 16,1-1 2-16,-1-4 3 0,0 4 27 0,0 0 13 16,-1 1 11-16,1-1 5 0,-3 5 1 15,3-2-3-15,-2 1-23 0,1 2-13 0,-3-4-9 16,2 4-4-16,-1-1-3 0,2-2 0 0,-3 1 0 15,1-2 0-15,-1 3 2 0,-2-1 0 0,3 0-1 16,-2 1 0-16,0 0-3 0,-2 0 0 16,1-1 0-16,-1 2 0 0,1-2-4 0,-1 1 3 15,1-1 2-15,-2 0-1 0,1 3 4 16,1-1 0-16,-4 1-2 0,4 1 1 0,-1 2-2 16,-1 0-1-16,0 2-2 0,3-1-2 15,-3 2 1-15,3-1 2 0,0-1 1 0,0 1-2 0,-1 0 3 16,3-2 0-16,-1 2-1 0,1 0 1 15,-2-1-1-15,3 1 1 0,-1-1-2 0,1 1 0 16,0-4 1-16,1 0-3 0,-2 0 3 16,1 2 0-16,0-2 3 0,0 2 2 0,0 1-1 15,0 0 1-15,-2 0-4 0,2 2 0 0,-1-2-2 16,-1 2-1-16,2 0 2 0,-2-1 0 16,2 1 10-16,0-1 3 0,0 1 6 0,-1 0-2 15,1-1 0-15,-2-1-4 0,0-1-6 0,2-1-5 16,-3-1-2-16,4-3 2 0,-4 1-1 15,0-2 2-15,3 1-1 0,-3-3 2 0,1 1-3 16,0 0-1-16,-1 1 0 0,2-2 0 0,-3 0 0 16,1 3 0-16,1-1 3 0,-1 0-3 15,-1-2 3-15,1 2 0 0,2 0-1 0,-1 0 2 16,-2 0-2-16,3 2 0 0,-1 1-2 0,-1 0 0 16,-1 0 1-16,3 1-1 0,-3-1 0 15,3 3 3-15,-2-4 1 0,1-2 0 0,-2 1 0 16,3 0 1-16,0-3 0 0,-4 2-1 15,4 0 0-15,0 0 0 0,-1-2-2 0,2 2 1 16,-2-2 0-16,0 1-2 0,3 0-1 0,-3-1 0 16,2-1 1-16,-2 0-1 0,2 0 3 0,0 1 0 15,0-2 1-15,0 1-1 0,-2 1 2 16,2-2 4-16,0 1-1 0,1 2-2 16,-1-2 2-16,1 0-1 0,0 0-2 0,-1 0-3 15,1-3 2-15,0 0 2 0,-1 0-2 0,1 1 2 16,-1 1 0-16,0 0-1 0,-1-2-3 0,5 3-2 15,-6-1 0-15,4 4-3 0,0-4-1 0,-2 1 1 16,2 0 2-16,-5 0 2 0,5-1 2 16,-2 2 1-16,0 1 2 0,0-1-6 0,1-2-6 0,-2 3 2 15,1 0 1-15,0-1 0 0,-1 2-1 16,1-2 6-16,0 0 1 0,-1-1-2 0,1-3-1 16,0 1 2-16,1-3-6 0,0-1-4 15,-1 1 1-15,2-4-4 0,-3 0-2 0,5 0-3 0,-1 0 5 16,-1 0 4-16,3-2 3 0,0 4 1 15,0-1 7-15,2 1 2 0,-1-3 1 0,2-2 1 16,-1-4-2-16,2-2-12 0,-4-6-32 0,3-6-58 16,-1-4-55-16,-2-2-75 0,-2-6-151 0,-1-5-193 15,-1 0-288-15,2-4-237 0,-4-1-218 0,0-4 1 16,-4-2 465-16</inkml:trace>
  <inkml:trace contextRef="#ctx0" brushRef="#br0" timeOffset="45415.72">1976 7386 13 0,'0'5'239'15,"-3"-2"145"-15,1 2 151 0,1 1 17 0,-1-3-88 16,0 2-33-16,2-1 22 0,0 3-4 0,0-3-11 15,0 3-38-15,2 0-53 0,0 3-59 16,-1-1-72-16,2 2-48 0,1 0-46 0,0 1-38 16,2-1-34-16,2-1-16 0,-1 1-16 0,1-2-9 15,1-2-2-15,-1-1-4 0,0-1 5 0,0-2 1 16,3-3 8-16,-3-2 14 0,3 0 17 0,-2-7 18 16,1 1 4-16,0-4 15 0,-1-2 11 0,-3-2 11 15,1 1 4-15,-3-3 7 0,1 3 9 0,-3 0-9 16,-2 1-9-16,0 2-13 0,-2 1-13 0,-1 3-13 15,-2 0-15-15,0 1-11 0,-3 3-10 0,-1 2-7 16,1 2-8-16,0 1-7 0,-3 0-6 0,3 6 0 16,0-2-5-16,0 2-3 0,1 4-2 0,2-1-3 15,-2 0 1-15,4 1-1 0,2 1 1 0,-1-2-15 16,2-1-55-16,3 0-59 0,-1-3-120 16,1 0-175-16,5-3-305 0,1-3-325 0,4-1-255 15,-2-3-160-15,5-2 344 0,0-3 588 0</inkml:trace>
  <inkml:trace contextRef="#ctx0" brushRef="#br0" timeOffset="46520.51">4414 7176 90 0,'3'2'305'16,"0"-1"151"-16,-3 0 139 0,2-1-90 0,-1 0-102 16,-1 2-36-16,0-2-1 0,0 0 28 0,0 2-1 15,0-2-22-15,0 1-41 0,0-1-43 16,0 0-42-16,2 0-61 0,-2-1-46 0,0 1-38 15,0 0-33-15,0-2-23 0,0 2-19 16,0 0-10-16,0 0-6 0,0-2-4 0,0 2-2 16,-2-2-3-16,2-2 3 0,-3-1-3 0,3 2-1 15,-3-2 3-15,0-2 0 0,0 2-1 16,1-2-1-16,-1 1 6 0,0 1-4 0,-2 0 2 16,2 1 4-16,1 1 2 0,-1 0 1 15,-1 1-1-15,1 2 1 0,-1 2-2 0,-1 1-6 16,2 3-2-16,0 1 0 0,1 2-1 0,1 2 0 15,-1-2-4-15,2 6 4 0,2-3-3 16,-1 0 1-16,1-2 1 0,1 1 0 0,2-1 1 16,0-3-3-16,0 2 5 0,2-3-9 15,0-4-41-15,-1 0-129 0,2-4-160 0,3 0-291 16,-2-4-274-16,1-3-252 0,2 0-74 0,1-3 369 16,1 1 447-16</inkml:trace>
  <inkml:trace contextRef="#ctx0" brushRef="#br0" timeOffset="47328.47">7532 6804 107 0,'3'6'349'0,"-2"-3"162"15,3 1 115-15,-3-1-146 0,3-1-199 0,-1 1-134 16,0-2-47-16,0 1 3 0,0-2 28 15,3 0 46-15,-3 0 55 0,2 0 53 0,0-2 35 16,2-1 16-16,-1 0-6 0,0-1-26 16,0-1-34-16,-1-1-44 0,0 0-47 0,-2 1-30 15,2 3 5-15,-3-4 23 0,0 6 28 0,0-2 8 16,-2 2 2-16,0-3-16 0,0 3-38 16,-2 0-47-16,-2 3-39 0,1-3-31 0,-2 2-22 15,-1 4-16-15,-1 1-39 0,-4 3-68 16,2-2-71-16,-3 3-143 0,2 1-235 0,-1 1-316 15,1 0-314-15,-1 0-213 0,0-1-23 0,-2 0 529 16</inkml:trace>
  <inkml:trace contextRef="#ctx0" brushRef="#br0" timeOffset="48413.04">2226 10032 176 0,'-5'0'373'16,"2"2"196"-16,0 1 126 0,-2-3-95 0,3 4-80 15,1-1-37-15,-1 0-20 0,2 1-29 0,-2 1-56 16,2-2-57-16,0 1-54 0,0 2-43 15,-2-1-43-15,2 2-40 0,2-1-32 0,-2 0-22 16,2 0-15-16,-2-1-23 0,3-1-15 0,-3 0-20 16,0-2-6-16,2 2-8 0,-2-3-3 0,1 0 5 15,1-1-8-15,0 0 7 0,1-1-12 16,0 0-30-16,0-1-102 0,2-2-167 0,1 0-290 16,-1-3-284-16,1 5-279 0,2-4-177 0,5 0 252 15,-1 0 545-15</inkml:trace>
  <inkml:trace contextRef="#ctx0" brushRef="#br0" timeOffset="50093.95">7511 9712 183 0,'5'6'459'0,"0"0"198"16,0-4 115-16,-2 2-156 0,3-1-160 0,0 1-128 16,1-2-31-16,-1 0 6 0,2 0 10 0,-2-2-10 15,2 0-42-15,-1 0-22 0,-1-2-36 16,0-2-30-16,0 0-17 0,-1 0 3 0,0-1 16 16,-2 0 7-16,-1 1 2 0,-2 0-6 0,0-1-27 15,0 2-34-15,-2 0-37 0,-1 0-27 16,-2 2-27-16,0-1-51 0,-3 2-68 0,-4 2-90 15,2 1-170-15,-4 1-295 0,-2 0-318 16,1 1-295-16,-3 1-191 0,-2 0 177 0,-4-1 621 16</inkml:trace>
  <inkml:trace contextRef="#ctx0" brushRef="#br0" timeOffset="51155.89">2126 12622 13 0,'0'8'283'0,"0"-2"212"0,0-1 247 0,0 1 130 16,0-2-90-16,0 1-114 0,0-3-99 0,-1-1-90 15,-1 1-71-15,2 1-60 0,0-3-53 0,0 2-41 16,0-2-29-16,0 3-23 0,-2-2-38 15,1 2-50-15,-3 1-41 0,3-3-25 0,-5 0-19 16,4 3-13-16,-1-3-5 0,2 0-6 0,-1 1-7 16,0 0-2-16,2-1-4 0,0 0-2 0,0 2-4 15,2 0-31-15,0 2-55 0,1-1-52 0,4 2-89 0,0-2-137 16,1 0-179-16,1-3-283 0,5 0-228 16,1-1-201-16,2-2 66 0,3-2 393 0,3-3 422 15</inkml:trace>
  <inkml:trace contextRef="#ctx0" brushRef="#br0" timeOffset="52659.03">7609 12270 137 0,'-1'0'722'15,"-4"0"443"-15,2 1 110 0,-2 0-55 0,-1 1-362 16,4 1-290-16,1 1-166 0,-1-3-92 0,1 0-63 15,-1 0-81-15,2 2-70 0,0-1-43 16,0-2-26-16,0 0-15 0,2 2-8 0,-1-2-4 16,-1 0-1-16,3 4-2 0,-1-2 0 15,2-1 2-15,1 1-2 0,-2-2-9 0,2 0-57 16,0-2-69-16,-2-2-148 0,2-1-262 16,1-1-303-16,-3-3-362 0,2-3-269 0,0-3-21 15,-2-3 610-15</inkml:trace>
  <inkml:trace contextRef="#ctx0" brushRef="#br0" timeOffset="53929.29">11396 6486 85 0,'0'0'349'0,"0"3"203"15,0-3 180-15,0 2-70 0,0-1-123 0,0 1-89 16,-2 1-53-16,1 1-29 0,-1 2-36 16,1 0-34-16,-1 1-49 0,0 2-46 0,1 2-42 15,-1-3-38-15,2 3-29 0,-1-1-27 16,1-1-26-16,-3-2-18 0,3-3-12 0,0 2-3 15,0-3-1-15,0-1 5 0,-2 1 17 0,2-2 43 16,0-1 46-16,0 0 38 0,0-1 13 16,0-4-1-16,0-1-16 0,-1-1-36 0,1 0-36 15,-2-2-33-15,1 1-18 0,-1 0-11 0,0 2-9 16,2 1-2-16,-3 1-5 0,1 1-27 16,1 2-64-16,-1-1-87 0,-1 4-174 0,1 0-288 15,-1 4-312-15,0 4-315 0,-3-1-191 16,3 2 198-16,-2 3 633 0</inkml:trace>
  <inkml:trace contextRef="#ctx0" brushRef="#br0" timeOffset="54815.36">11107 9178 21 0,'4'13'271'0,"0"-3"160"15,-1 3 133-15,0-2-24 0,2-3-182 0,-2 0-134 16,3-3-55-16,-3 0 6 0,0 0 57 0,1-2 93 16,0-1 69-16,-2-2 41 0,1-4-13 0,1 0-49 15,-1-3-73-15,-2-1-90 0,2-2-78 16,-1 0-59-16,-1-1-33 0,-1 3-23 0,-1-3-4 16,1 5-7-16,-2 2-4 0,2 0-5 0,-4 2-79 15,1 2-163-15,-1 3-295 0,-1 3-266 16,1 4-258-16,-1 3-205 0,0 2 189 0,-3 3 522 15</inkml:trace>
  <inkml:trace contextRef="#ctx0" brushRef="#br0" timeOffset="55724">11146 12153 219 0,'-3'-1'813'0,"-2"1"385"0,-4-2 29 0,4 0-172 15,-1 2-372-15,1 0-236 0,0 0-111 0,4 0-64 16,-3 0-41-16,4 0-37 0,-4 0-57 16,4 0-61-16,0 0-42 0,0 0-25 0,0 0-13 15,0 0-3-15,2 0-3 0,0 0 2 0,3 0 0 16,-2 0 6-16,1 2 2 0,-1-2-37 15,0 2-55-15,0-2-62 0,0 1-140 0,-1 2-226 16,-2 0-311-16,0 0-278 0,-2 1-214 16,-2-1-24-16,-1 1 487 0</inkml:trace>
  <inkml:trace contextRef="#ctx0" brushRef="#br0" timeOffset="57045.23">2126 15687 84 0,'0'7'301'0,"-1"-1"180"15,-1-1 188-15,0-1-90 0,2-1-115 0,0 0-92 16,0-3-72-16,0 1-59 0,0-1-63 16,2 0-55-16,-2 0-33 0,0 0-12 0,2-1 9 15,-2-1 3-15,1 0 30 0,1-1 24 0,-1-1 13 16,-1-2 9-16,0 1-7 0,0-1-10 0,0 0-25 15,0 2-15-15,0-1-5 0,0 1-6 0,-3 2-2 16,2 2 0-16,-1-2 7 0,2 2 15 0,-2 0-6 16,2 0-2-16,0 0-14 0,0 2-18 0,0-2-23 15,0 5-27-15,0-3-16 0,0 2-17 0,0 3-4 16,0-1-17-16,0 0-30 0,0 0-53 0,2 0-141 16,-2-2-161-16,2 0-297 0,-1 1-274 0,2 0-242 15,2-4-61-15,0-1 412 0,1-1 458 0</inkml:trace>
  <inkml:trace contextRef="#ctx0" brushRef="#br0" timeOffset="57736.01">4493 15398 280 0,'0'7'522'0,"0"0"246"16,0 1 213-16,-2-1-198 0,2 1-190 0,-3-2-121 16,3 1-81-16,0-3-86 0,-2 2-110 0,2-4-87 15,-1 1-49-15,1-1-27 0,0-1-13 16,0 1-11-16,0-2-8 0,0 0-5 0,0 0-1 16,0-2 0-16,0 1 1 0,1-2 5 15,-1-1 2-15,0-2 3 0,0 2 0 0,0-3-2 16,0 3-1-16,0 0-2 0,0 1-2 0,0 0-1 15,0 2 1-15,2 1-2 0,-2 0-22 16,0 0-93-16,2 3-132 0,-1 1-157 0,-1 0-291 16,2 6-262-16,-2-1-173 0,3 0 130 15,-1 0 371-15</inkml:trace>
  <inkml:trace contextRef="#ctx0" brushRef="#br0" timeOffset="58514.3">7244 15396 376 0,'-3'3'859'0,"0"2"322"0,-2-3 11 16,0 1-291-16,0 0-238 0,-1-2-184 0,3 2-118 15,0-1-79-15,-2 0-51 0,2 1-43 0,0-3-63 16,1 1-50-16,-1 1-29 0,3-2-16 15,-2 0-14-15,2 1-10 0,0-1-10 0,2 0-7 16,1 2-2-16,0-1 0 0,5 1 3 16,-1-1-15-16,4 3-54 0,0 0-55 0,-2 2-131 15,4-1-209-15,-2 1-304 0,3-2-314 0,2 2-231 16,0 0-87-16,0-1 445 0,1-1 562 0</inkml:trace>
  <inkml:trace contextRef="#ctx0" brushRef="#br0" timeOffset="59341.91">10691 15183 343 0,'0'1'802'16,"0"2"322"-16,0 1 47 0,-2 3-298 0,2 0-262 15,2 0-164-15,0 3-80 0,2-1-56 16,-2 1-44-16,4 1-35 0,-3-1-42 0,0 1-61 16,2-1-50-16,-2-2-31 0,-1 0-20 0,1 1-10 15,0-4-9-15,-1 0-4 0,0 0-1 16,-1-3-6-16,-1 0-47 0,0-2-64 0,-3-3-130 15,1-2-216-15,-1 1-296 0,-2-3-338 0,1-2-290 16,-3-3-111-16,-4-1 457 0,0-3 624 16</inkml:trace>
  <inkml:trace contextRef="#ctx0" brushRef="#br0" timeOffset="61253.89">2125 7411 16 0,'6'0'161'0,"2"0"65"15,-1 0 15-15,0-1-74 0,1 1-46 0,-2-2-30 16,3 1-22-16,-2-1-12 0,1 1-4 16,0 0 2-16,1-3 2 0,-1 2 5 0,0-2 5 15,3-1 0-15,-3 3-27 0,-2-3-18 0,4 1-17 16,-2-1-12-16,0 0-9 0,0 3-9 0,-2-2 13 16,3 1 10-16,-1 1 1 0,-1-1-1 0,-1 1-2 15,3 1 2-15,-2 0 0 0,-1-1-2 16,-1 0 4-16,3 2 2 0,-2 0 0 0,0 0-2 15,1 0 0-15,1 0 0 0,-1 0 0 0,1 0-2 16,-1 2 2-16,2-2 0 0,2 2 0 0,-3-2 2 16,2 0 2-16,2 1-2 0,-2-1-2 0,1 0 2 15,1 0 0-15,1-1 1 0,-3 1-6 0,4 0 3 16,-3-2 3-16,0 0 1 0,0 1 0 16,-1-1-2-16,2-1 6 0,-1 2-2 0,-1-1-6 15,1 1 0-15,0-1 0 0,-1 1 0 0,2-1 0 16,-1 2 0-16,0-1 1 0,0 0 1 0,1-1 0 15,0 0 2-15,-1 2 0 0,2-2 0 16,-1 2 0-16,1 0-2 0,1-3 2 0,-1 3 21 16,1 0 14-16,-1-1 5 0,0 1 3 0,2-1 2 15,-3 1-2-15,1 0-25 0,0 0-16 16,1 0-6-16,-1 0-4 0,0 0-2 0,-1 0-4 16,1 0 4-16,-1 0 6 0,0 1 2 0,3-1 4 15,-5 1 4-15,1-1 0 0,2 0 0 0,-4 3-3 16,1-3-1-16,2 2-2 0,-2-2 0 15,1 2-2-15,-2 0 0 0,1-1 0 0,0 0 2 16,0-1 2-16,0 2 0 0,0-1 0 0,0 1-4 16,0-1 2-16,-2 1 0 0,4-2-24 0,-2 1-13 15,1 1-7-15,0-1-5 0,0 2-4 0,0-1-4 16,3 0 24-16,-1-1 16 0,0 2 3 16,1 0 8-16,-1-2 0 0,1 0 2 0,-1 1 2 15,2-1 2-15,0 1 0 0,0-2-2 0,-2 0-2 16,1 0 0-16,-1 0 0 0,1 0 0 0,-1 0 0 15,-2 0 0-15,3-2 2 0,-3 2 1 16,3-1-4-16,-1 1 1 0,-2 0-2 0,3-2 2 16,-1 2 0-16,1 0 25 0,-1 2 12 0,1-2 6 15,-1 1 2-15,1 1 0 0,0-2 0 0,-1 2-25 16,3-1-14-16,-3-1-6 0,2 0-2 0,-2 0 0 16,1 0-2-16,0 0-4 0,2 0 2 15,-3 0-2-15,2-1 1 0,0-1 24 0,-1 0 17 16,2 1 9-16,-2 1 8 0,2-2 8 0,1 1 2 15,-1 0-20-15,3-2-16 0,-3 1-5 16,3 1-4-16,0 1-3 0,1-1 5 0,2-1-1 16,-1 0-1-16,3 2-28 0,1-1-17 0,0-1-10 15,-1 1-8-15,4-1-6 0,-2 2 2 16,2-1 25-16,1-1 15 0,-1 1 5 16,-1-1 31-16,2 1 17 0,-1 1 3 0,-1-2 0 15,1 1 2-15,-1 0-4 0,0 1-24 0,0-4-17 16,-2 2-6-16,2 2-4 0,-2-4-1 0,1-1-3 15,-2 3 6-15,-1-3 4 0,1 1 6 16,-2-2 4-16,-1-2 2 0,2 2 5 0,-1-1 1 16,0-1-2-16,-4-1-28 0,2 0-60 15,-5 3-193-15,2-1-169 0,-4 4-66 0,-2-1 28 16,-5 2 109-16</inkml:trace>
  <inkml:trace contextRef="#ctx0" brushRef="#br0" timeOffset="63762.29">2180 12700 108 0,'11'2'186'0,"1"-2"26"0,1 1-64 15,2 1-47-15,0-2-24 0,0 1-18 0,0-1-16 16,1 0-7-16,3-1-1 0,0 1 15 0,0-2 6 16,0 1 4-16,3-3-3 0,-1 2-3 15,1-1-6-15,1 0-17 0,1-2-14 0,-1 1-4 16,0 0-2-16,1-1 10 0,-1-1 8 0,0 1 4 16,2 0 1-16,-1 0 1 0,1-1 0 15,-3 0-16-15,4 1-5 0,-1-1-2 0,0 0-7 16,0 2 5-16,-1 0 19 0,0-1 11 0,1 0 5 15,-1 3 5-15,1-2 7 0,-3 1 4 0,4 2-49 16,-3-2-20-16,1 1-17 0,1 2-7 16,-2-3-9-16,0 1-8 0,-1 1 24 0,2-1 11 15,-2-1 10-15,2 2 4 0,-2-2 0 0,3 1 0 16,-4 1 0-16,4 0 0 0,-3-1 0 0,3 0 0 16,-4 1 0-16,1 1 2 0,-1 0 2 0,-2 0-2 15,1 0 0-15,-1 1 2 0,0-1-4 0,-2 4 4 16,1-3-3-16,-1 0 1 0,-4 3 0 15,4 1 0-15,-4-3 0 0,1 1-2 0,-1 2 2 16,1-1 2-16,-3-1 24 0,1 1 13 0,-2-2 6 16,3 2-2-16,-2-2 2 0,3 0 1 0,-1 0-27 15,1 0-15-15,-1-2-6 0,2 2 10 0,2-1 2 16,0-1 1-16,-1 0 1 0,1-1 6 16,2 1-5-16,0-2-1 0,0 2 0 15,2 0 0-15,-1-1-1 0,2 1 1 0,1 0 0 16,0 0-1-16,-1 0-1 0,2 1-28 0,1 1-15 15,-2-1-8-15,0 1-4 0,1 0-6 0,-1 3-2 16,0-2 51-16,-1 3 29 0,1-2 14 16,-2 2 5-16,1 0-7 0,-3 0-20 0,-1 1-70 15,-1-1-114-15,-4 0-207 0,2 1-100 16,-5-1-2-16,2 0 86 0,-4 0 128 0</inkml:trace>
  <inkml:trace contextRef="#ctx0" brushRef="#br0" timeOffset="64961.09">2009 15559 8 0,'5'0'185'0,"-1"0"79"0,0 0 78 0,-1 0-106 15,3 0-102-15,-1 0-60 0,3 0-26 0,1 0-5 16,1-1-1-16,1 1 7 0,3-2 7 0,2 1 5 16,3-2 5-16,3 0 1 0,0 0-9 0,5-2-7 15,2-1-8-15,2 0 10 0,1-2-2 16,4-1 0-16,2 2 1 0,2 0-1 0,-1-3-4 15,4 2-20-15,-2-1-7 0,0 0-6 0,2-1-3 16,-2 1 1-16,0 1 2 0,0-1-1 0,0 1-1 16,-1-1 37-16,-1 0 15 0,1 2 10 0,-2-1 3 15,0 0 1-15,-2 2 0 0,2-1-32 16,0 1-20-16,-2 0-9 0,1 2-4 0,2 1 0 16,-3-1-5-16,1 3-3 0,-1-2 5 0,-1 3-5 15,-3-1 3-15,3 1-3 0,-1 1 7 0,-2-1-3 16,-1 1-5-16,-1 1 1 0,-4-1 1 0,1-1-1 15,0 2 21-15,-4 0 15 0,1-2 5 16,-3 1 3-16,-1-1-3 0,0 0-1 0,-2 0-27 16,1-1-9-16,-3 1-6 0,0-2 1 0,-2 0-1 15,0 2 5-15,-1-1-1 0,-1-2-5 16,-1 2 3-16,1-1-2 0,0 2 1 0,-2-1 1 16,1-1-1-16,1 2 8 0,-2 0-4 0,2 0 0 15,1 2 5-15,-2-1-3 0,3 2-20 16,-1 0-17-16,1 0-3 0,-1 2-4 0,4-2-9 15,-2 1-3-15,2 1 23 0,1-1 17 16,2 0 3-16,2 1 3 0,-1 1 2 0,2-1 3 16,3-1-1-16,-1 2-3 0,-1-1 1 0,3 1 2 15,0 0-2-15,-1-1 1 0,3 2 3 0,-1-3 23 16,-1 2 18-16,0 0 3 0,0 1 1 16,-3-1 1-16,1-2-3 0,-3 0-25 15,0-1-15-15,-6 0-7 0,1 0-21 0,-2-1-29 16,-3 0-36-16,-4-1-47 0,0-1-50 0,-3 1-78 15,1 1-164-15,-4 1-144 0,2 0-25 16,-2 0 79-16,1-1 142 0</inkml:trace>
  <inkml:trace contextRef="#ctx0" brushRef="#br0" timeOffset="66083.96">1274 13247 81 0,'0'0'260'0,"0"4"145"0,0-4 86 16,3 4-38-16,3 0-74 0,-4 3-4 0,3 0 57 16,1 1 26-16,-1 1 24 0,1-1-37 0,-1 3-29 15,-4 0-72-15,-2 2-71 0,-4 1-59 16,2 1-40-16,3 3-19 0,2-1 0 0,2 2 13 15,-2 2-2-15,1 1-16 0,-2 2-16 0,1 2-21 16,-2 1-26-16,2 1-28 0,-1 4-18 0,-1 0-8 16,0 4-9-16,-1-1-5 0,-1 3-2 0,2 1-6 15,0 3 0-15,0-1-4 0,-2 3-1 0,1 1-4 16,1 2-3-16,0 2-1 0,0 1-2 0,0 3-2 16,1 2 0-16,1-1 4 0,-2 4 4 0,0-2 0 15,0 1 5-15,2 0 3 0,-1 0 2 0,-1-2-4 16,0-1-5-16,2-2-1 0,-2 1-2 0,0-4-3 15,1-5 2-15,-1-1 0 0,0-1 1 0,0-5-2 16,0-3 0-16,0-4 0 0,-1-3 0 0,1-3-2 16,-2-3 2-16,1-1 3 0,-1-5 1 0,-3-2 2 15,-1-2 3-15,-2-2 0 0,0-3-1 16,0-2-1-16,-1-1-2 0,-1-3-3 0,2-3-5 16,2-4-1-16,-5-4-4 0,3-3-29 15,0-2-53-15,-1-4-45 0,1 1-54 0,0-1-111 16,3-3-148-16,-1 0-138 0,0 4-188 15,-1-2-240-15,1 4-182 0,-1-1 105 0,0 2 351 16,-1-1 354-16</inkml:trace>
  <inkml:trace contextRef="#ctx0" brushRef="#br0" timeOffset="66460.56">1035 14998 124 0,'8'8'299'0,"0"1"152"0,-3 0 104 15,4 1-86-15,-1 3-42 0,2-1 14 16,2 3 50-16,-1 2-6 0,2 0-46 0,3 1-62 15,-2-1-57-15,0 2-65 0,1-2-82 16,-3-1-62-16,1-2-30 0,-2 0-20 0,0 0-24 16,0-2-16-16,-3-3-12 0,3-2-2 0,-3 1-4 15,3-4 0-15,1 1 0 0,1-2-1 16,-2-2 0-16,-1-1 2 0,-1-1 0 0,-2-4-4 16,2-1 0-16,-3-3 0 0,1-1-1 0,-1-4 1 15,2-3-1-15,-2-2 2 0,-1-3-1 0,3-3-3 16,-2-3-19-16,2-3-75 0,-5-2-99 0,-1 0-131 15,-4-2-159-15,2-1-298 0,0-2-237 0,0 0-57 16,0 0 191-16,-5-2 342 0</inkml:trace>
  <inkml:trace contextRef="#ctx0" brushRef="#br0" timeOffset="67084.03">1067 13161 45 0,'9'4'227'15,"1"1"126"-15,-1-3 127 0,-1 2-98 0,-2-3-57 16,3 0-23-16,0 1 66 0,0-2 33 16,-1-2 29-16,5 0 30 0,-2-2-34 15,2-2-24-15,-1-2-77 0,3-3-64 0,-2-1-61 16,2-1-68-16,2-2-34 0,-2-1-38 0,0 0-24 15,0 1-18-15,-1 0-6 0,-3 0-5 0,-1 1-2 16,0 4-5-16,-3 1 0 0,-2 2 3 16,-2 2-1-16,0 1 0 0,0 1 3 0,-3 3 1 15,0 1-2-15,0 4-1 0,0 4 0 0,0 3-3 16,-3 3 0-16,0 1 1 0,1 4 0 0,-1 1 1 16,0 1-3-16,-2 2-1 0,3 1-10 0,-4 1-35 15,3 2-59-15,-3-2-79 0,-4 1-101 0,-4-1-110 16,1 1-106-16,-1-1-90 0,1-1-107 15,2 0-124-15,-3-4 34 0,3 1 148 0,1-5 199 16,-2-2 186-16</inkml:trace>
  <inkml:trace contextRef="#ctx0" brushRef="#br0" timeOffset="67949.98">648 14065 69 0,'3'-6'278'0,"-3"6"164"0,-3-6 187 0,-2 2-53 15,-2 2-51-15,0-1-8 0,7 3 1 16,0 0-8-16,0 0-54 0,-5 3-71 16,-1-1-79-16,-2 1-67 0,-3 1-64 0,0 4-60 15,-1-2-41-15,0 2-22 0,1 3-14 0,1 2-13 16,0 1-7-16,3 0-11 0,2 2-5 16,0 2-2-16,2 1-2 0,2 0-1 0,1-1 0 15,1 3 0-15,2-3 3 0,2 0-3 16,0-2 0-16,0-1 0 0,0-2 0 15,2-1 2-15,-2-4-1 0,1 0-1 0,1-2 0 16,1-2 2-16,3-2-1 0,-2-2 2 16,4-3 5-16,-2-3 1 0,2-5 2 0,1-1 1 15,2-3-9-15,-2-6-6 0,0-1-9 0,2-3-3 16,-5-6-5-16,3 0-6 0,-4-2 11 16,-1-4 9-16,-2 0 21 0,0 0 11 15,-4-1 15-15,-1 2 16 0,-2 0 16 0,0 5 15 16,-3-2 10-16,1 4 11 0,-2 2 1 15,1 1-3-15,-2 3-4 0,2 2-12 0,-4 0-15 16,1 4-17-16,1 1-12 0,-4 2-11 16,4 1-9-16,-1 1-4 0,-1 4-2 0,1-1-5 15,3 1-1-15,-2 4 1 0,2 0-2 16,3 4-3-16,0 0-2 0,0 0 2 0,0 0-2 16,0 0 0-16,0 0-4 0,0 0 0 15,0 0-3-15,0 0-2 0,0 0 7 0,-2 4 1 16,1 2 2-16,1 4 1 0,0 3 1 15,0 2 1-15,3 3-13 0,-1 4-4 0,1 3-1 16,2 4-3-16,4 4 0 0,-3 5 1 16,2 1 5-16,3 1 3 0,0 2-2 0,1 1 2 15,0 0-2-15,1-3 1 0,2 0 0 16,-2-5 1-16,3-1 1 0,-3-5 1 0,1-2-1 16,2-6-2-16,-2-1-6 0,0-3-30 15,1 0-56-15,0-7-69 0,1 1-139 0,3 0-180 16,-3-2-309-16,3-2-289 0,-2 1-229 15,1-1-50-15,0-1 425 0,0 0 503 0</inkml:trace>
  <inkml:trace contextRef="#ctx0" brushRef="#br1" timeOffset="71826.39">8303 16167 45 0,'0'-4'256'0,"0"3"132"0,0 0 130 16,0-1-54-16,2 2-92 0,-2 0-18 0,1 0 41 15,-1 0 38-15,0 0 29 0,2 2-15 0,-2-1-47 16,0 0-68-16,-2 1-73 0,2 1-67 15,-1 0-52-15,-1 2-40 0,1 2-25 0,-2-1-12 16,1 3 0-16,1 2 5 0,-1 4 8 0,2-1 5 16,0 4-6-16,0 5-10 0,0 0-10 0,2 2-11 15,-1 4 20-15,4 1 15 0,-2 2 5 0,0 5 1 16,0 1-4-16,2 5-6 0,0 2-31 16,1 3-18-16,0 3-1 0,2 3 7 0,-1 3 2 15,-1 0 2-15,3 3-3 0,-2 3-5 0,-2 1-11 16,-1 2-2-16,-2 3-3 0,1 2-4 0,-1-2-3 15,-1 1-1-15,1-1 0 0,-2 0-7 0,0 0-2 16,0-2 2-16,-2-4 1 0,1-1 0 16,-1-2-2-16,1-3 0 0,-3-3 1 0,3-5 6 15,-2-3 6-15,1-4 4 0,-1-6 1 0,1-5 0 16,-1-5 3-16,3-4-5 0,-2-4-5 0,2-2-5 16,-4-4-5-16,2-5-16 0,1 0-41 0,-2-4-48 15,-1-1-44-15,0-5-46 0,0-2-110 0,-1-4-132 16,1-2-129-16,-2-2-218 0,1-3-243 0,2-2-189 15,0-3 121-15,-1-3 378 0,-1-2 366 16</inkml:trace>
  <inkml:trace contextRef="#ctx0" brushRef="#br1" timeOffset="72537.88">8210 16196 92 0,'0'8'294'0,"-2"-2"149"0,2 1 161 0,-2 0-100 16,0 0-15-16,2-1 5 0,0 0 17 0,-2 0 0 15,1 0-37-15,1-1-62 0,0-3-88 0,-2 2-73 16,-1-2-59-16,3 1-41 0,0-3-29 16,0 1-22-16,0 0-15 0,0-1-11 0,0 0-7 15,3-1 15-15,-1-3 19 0,1-2 11 0,1-2 1 16,1-4 0-16,2-5-9 0,-1-2-26 16,2-2-30-16,1-3-17 0,-1-3-13 0,0 1-4 15,3-2-1-15,-1 2-3 0,-1 1-2 0,1 2-4 16,-1 4 0-16,-1 3-4 0,0 1-4 0,0 5 0 15,-4 1 0-15,3 5 2 0,-2 1 3 0,0 4 1 16,-1 4 2-16,2 1 0 0,-1 4 3 16,-2 4-2-16,1 1-1 0,-1 2 0 0,0-2 1 15,2 3-1-15,0-1-19 0,1 2-49 0,-2-3-53 16,3 2-64-16,-1-2-141 0,1-2-183 16,2 4-300-16,-1-2-251 0,0 2-222 0,3-2-61 15,-3 2 414-15,0-1 486 0</inkml:trace>
  <inkml:trace contextRef="#ctx0" brushRef="#br1" timeOffset="74542.32">7998 18066 18 0,'10'2'185'0,"-2"0"79"16,3 0 76-16,0-2-121 0,0 0-74 0,3 0-36 16,1-2-21-16,0-1-8 0,3 0 20 0,-1 0 3 15,3-3-5-15,1 2 19 0,1-2 9 16,3 0 6-16,-1 0-28 0,0 2 44 0,3-2 20 15,1 0-20-15,-1 3-11 0,0 0-7 0,1-2 81 16,1 3 4-16,-2-1-6 0,0 0-8 0,1 0-8 16,-1 1-9-16,0 0-71 0,1 0-51 15,-1 0-26-15,2 2-15 0,-3-1-5 0,1 1-2 16,-1-1-4-16,1 1 2 0,-2 0 19 0,2 0-5 16,-2 0-5-16,0-2-4 0,-2 2-6 0,0 0-2 15,1-2-23-15,0 2 4 0,-2-1 6 16,0 0 2-16,2-1 2 0,-2 2-1 0,-1-1 1 15,1-1 0-15,-1 1 0 0,0-2 0 0,1 1-1 16,0 1 2-16,-1-1 0 0,1-1-1 0,0 2 0 16,0-1 2-16,-1 1 2 0,1 1 0 0,0-2 2 15,1 1 3-15,0 0-2 0,2-1 2 0,2 2-1 16,0 0 3-16,0-2-4 0,1 2 0 16,0 0-1-16,0 0 7 0,2 2 36 0,0-2 40 15,0 0 23-15,0 2 9 0,0-2 1 0,0 1-2 16,0-1-52-16,0 0-45 0,0 1-23 0,0-1-14 15,0 2-10-15,0-2-4 0,0 0 14 0,-1 1 8 16,1-1 4-16,-2 0 1 0,1 2 2 16,-3-1-1-16,1-1 1 0,-1 2 0 0,1-1 1 15,0 1-1-15,-2-1 1 0,0 2-2 0,-1-1 0 16,0 1 0-16,-1-2 1 0,1 2 16 0,-2 0 6 16,2-1 8-16,-2-1 3 0,0 0 1 15,-1 1-3-15,1 0-17 0,0-1-5 0,-2-1-5 16,1 0-1-16,1 0-3 0,-1-1 5 0,-2-1 19 15,3 0 15-15,-2 1 4 0,1 0 5 0,0-1 2 16,-1-1 1-16,-1 2-21 0,3-1-13 16,-3 1-5-16,2 1-4 0,1-2-2 0,0 2 1 15,0-1 14-15,2 1 8 0,1 0 2 0,0 1 2 16,2-1-2-16,0 0-6 0,0 2-7 0,0-2-11 16,3 0-5-16,-1 0-2 0,1 0 1 15,-2 0-1-15,2 0-3 0,2 0 0 0,-2-2 14 16,1 1 18-16,-1-2 8 0,2 0 10 0,-2-2 4 15,0 2-2-15,0-1-11 0,0 1-17 0,0-1-7 16,2-2-8-16,-2 2 2 0,0 0 2 16,0-1-2-16,0 2-1 0,0-1-2 0,-2 0-1 15,2 3-4-15,0 0-4 0,-1-3 1 0,-1 4 7 16,-2-1 1-16,1 1-3 0,0-1 2 0,-1 1-3 16,1-2 5-16,-2 2-7 0,1 0-1 0,-1 0 23 15,-1-2 20-15,3 2 6 0,-2-1 4 16,0 1 1-16,2-1-1 0,-3-1-17 0,3 2-17 15,1-1-4-15,1 1-4 0,-1 0 2 0,2-2 1 16,0 2 0-16,0-1-2 0,2 1 4 0,1 0 1 16,0-2-2-16,1 2 1 0,-1 0-2 0,2-1-1 15,1 1-5-15,-1-2-4 0,-1 2-2 16,1-1-2-16,-1-1 1 0,0 2-3 0,1-1 0 16,-2-1 1-16,2 2 0 0,0 0-2 0,-1-1-1 15,0 1-2-15,-3-2 4 0,1 2 1 0,0-1 2 16,-2 1 3-16,-2-2 4 0,0 1 0 0,-1 0 3 15,-1-1-2-15,-2 2-2 0,-2-2 0 0,-5 1-2 16,0 0 0-16,-2 1-3 0,-3-2 4 16,-2 2 0-16,-2-2-3 0,-1 2 1 0,-2 0 1 15,-1 0 0-15,-3 0-1 0,2 0 2 0,-1 0 4 16,-2 0 8-16,2 0 6 0,-1 0 1 16,-1 0 5-16,0 0-3 0,0 0 0 0,0 0-8 15,0 0-7-15,0 0 0 0,0 0-6 0,0 0 0 16,0 0-1-16,0-2-3 0,0 2-1 0,0 0-1 15,0 0 1-15,0 0-1 0,0 0 1 16,0 0 2-16,0 0-1 0,0 0 0 0,0 0-1 16,0 0 1-16,0 0 0 0,-1 0 0 0,-1 0-1 15,2 0 0-15,0 0-2 0,-2-3-2 0,-1 3 0 16,3-2 1-16,-3 0 1 0,0 1 0 16,-1-2 3-16,1 1-1 0,-1-1-1 0,-1-1-1 15,0-1 2-15,1 0-2 0,-3 1 0 0,2-2-1 16,-2-1 2-16,0 1-1 0,1-2 0 0,-1 1 2 15,1 0 0-15,-1 2 0 0,-2-1 0 0,3-1 3 16,-2 1-2-16,0 0 1 0,2 2 2 16,0-2-2-16,-1 2 1 0,0-1-1 0,0 2 0 15,2-1-1-15,-1 1 3 0,3 0 3 0,-2 0 4 16,-1 0 5-16,4 2 6 0,-1 1 0 0,2-2 0 16,-1 0-2-16,2 2-3 0,-2 0-5 0,2 0-4 15,2 2-3-15,-2 0-2 0,3 0 0 16,0 3-1-16,3-2-3 0,-2 1 0 0,2 1 3 15,-1-1-2-15,1 1 0 0,3 0 0 0,-2 0 3 16,-1 1 0-16,4 0-2 0,-1 0 2 0,-1-1 1 16,0 0-2-16,0 0-1 0,1 1 1 0,-1 0 0 15,0 2-1-15,0-2 0 0,1 0-1 16,0-1 2-16,-3 3 0 0,2 0-5 0,-1-1-4 16,2 1-3-16,-5-1 6 0,1 1 4 0,-2-1-1 15,-1 2 2-15,1-1 7 0,-2-1 4 0,-2 1-4 16,-2 0-3-16,0 2 3 0,-2-2 8 15,-1 0-3-15,-3 1 1 0,0 0-2 0,-2 2 1 16,1-3-4-16,-2 3-4 0,2-3-4 0,-1 3-1 16,-1 1-1-16,2-4-2 0,-1 3-1 0,-1-1 0 15,2-2-2-15,0 0-10 0,0-1-22 16,0 1-61-16,2-1-63 0,-3-1-78 0,3 0-139 16,3-2-191-16,0-1-301 0,2 2-236 0,2-2-199 15,1-2-12-15,0-1 416 0,1-1 487 0</inkml:trace>
  <inkml:trace contextRef="#ctx0" brushRef="#br1" timeOffset="75679.88">12952 18424 88 0,'8'-9'278'0,"-2"2"137"15,2-2 129-15,1 2-148 0,-1 1-89 16,0-1-19-16,2 0-20 0,1 1-32 0,-2 1 5 16,3 0 11-16,-2 3-6 0,2 0-36 0,0 2 1 15,-1 2 9-15,-1 0-11 0,1 2-16 0,-2 0-8 16,-1 2-3-16,0 0-10 0,0 1-14 0,-3 2-16 15,0-1-20-15,-4 0-19 0,1 3-19 0,-1-3-11 16,-1 2-11-16,-3 2-4 0,3 2-7 0,-3 0-5 16,-2-1-4-16,2 2 7 0,-3 0 1 0,0 1 3 15,-1 0-3-15,1 1 3 0,-1-1 1 0,-2 3 1 16,3-4-5-16,-1 3-5 0,-1 0 1 0,1-1-11 16,0-2-5-16,2 0-17 0,1 0-8 0,0-2-8 15,1-2-7-15,2 0 5 0,-1 0-6 0,-1-1-1 16,6-3 1-16,-1 0 3 0,-1 0 2 0,2-3-4 15,2 0 0-15,0-1 1 0,0 0 1 0,1-1-1 16,0-1 0-16,2-1 4 0,0 0 6 16,0-1-6-16,1-1 3 0,1 0-12 0,-2 1-31 15,3-1-31-15,-1 0-27 0,-1-1-28 0,3 0-48 16,0-2-52-16,-1-1-48 0,1-1-47 0,0-1-52 16,2 0-38-16,-2-2-6 0,1-2 28 0,1 0 75 0,2 0 72 15,0 0 69-15,-2-2 55 0,4 3 45 16,-1-1 28-16,-3-2 22 0,-1 2 10 0,1 2 9 15,-1-1 1-15,-1 4 6 0,-4-1 12 0,0 2 28 16,-3 2 48-16,3 1 58 0,-4-1 53 0,1 4 40 16,-2 0 27-16,-1 2 14 0,3 1-8 0,-3 2-17 15,1-1-22-15,1 1-27 0,-1 3-29 0,2-1-4 16,1 2-14-16,-1 0-19 0,2 0-20 0,2 1-13 16,-1 2-6-16,2-1-33 0,0 2-22 0,2-1-16 15,-3-1-8-15,3-1-8 0,0-1-9 0,-1 0-1 16,1-3 2-16,0-1-2 0,2-3 0 0,-5 1 6 15,3-6 7-15,1 1 7 0,-3-3 3 0,4-2 0 16,-3-4 12-16,-1-1 6 0,-2-1 11 16,3-3 7-16,-3 0 15 0,0-2 17 0,-1 0 9 15,0-3 8-15,-2 0 1 0,-1-1-7 0,1 0-8 16,-2-3-12-16,-1 1-11 0,-2 2-15 0,0-3-11 16,-2 3-6-16,-1 0-2 0,-2 2-3 0,1 2 1 15,-3 2 1-15,-2 1-1 0,-1 3-2 0,2 2-3 16,-4 0-5-16,1 3-6 0,-1 2-4 0,-1 3-6 15,0 1-4-15,0 4-3 0,0 0-2 0,1 4-9 16,-2-1-3-16,2 4-3 0,-2 2-1 0,3 0-1 16,1-1 0-16,-2 3 6 0,3 2 3 0,0-3 3 15,0 2-1-15,1-2 0 0,3 1 0 0,-1-3-7 16,3 4-13-16,0-5-13 0,-2 1-37 0,5-3-57 16,-1 0-51-16,1-1-84 0,0-1-123 0,0 0-162 15,0-4-207-15,1 4-235 0,4-4-221 0,-4 3-14 16,2-3 315-16,-3-2 425 0</inkml:trace>
  <inkml:trace contextRef="#ctx0" brushRef="#br1" timeOffset="75928.07">13434 18533 35 0,'3'3'335'0,"-1"-1"215"0,1 2 173 15,3-2 18-15,1 2-136 0,2-3-96 0,2 0-32 16,0 1-25-16,2-2-38 0,1-2-54 0,1 1-81 16,2 0-82-16,-3-3-72 0,3-1-44 0,1 3-26 15,-1-4-21-15,-2 4-16 0,2-4-5 0,0 0-5 16,-3 0-5-16,2 0-1 0,-2-1 1 16,-1-1-11-16,1 1-25 0,-4-2-89 0,-2 2-161 15,1-4-208-15,-2 4-288 0,-3 0-274 0,1 0-213 16,-5-1 141-16,0 0 478 0</inkml:trace>
  <inkml:trace contextRef="#ctx0" brushRef="#br1" timeOffset="76768.03">7541 16202 24 0,'-3'2'254'16,"1"0"149"-16,1 4 160 0,-1 1 26 0,2 3-106 15,0-1-60-15,0 5-19 0,2 1-27 0,-1 2-34 16,3 3-51-16,-1-1-64 0,0 1-58 0,2 4-46 15,1-3-28-15,0 2-29 0,-1-3-29 0,0 3-16 16,-2-4-6-16,2-1-7 0,-2-3 0 16,0 2 0-16,1-4 17 0,-2-1-2 0,-2-4-63 15,0 0-105-15,0-4-132 0,-4 1-193 0,2-4-292 16,-1-1-222-16,0-3-24 0,-2-6 237 0,-3-1 332 16</inkml:trace>
  <inkml:trace contextRef="#ctx0" brushRef="#br1" timeOffset="76966.96">7424 16176 97 0,'2'-3'323'16,"3"1"150"-16,-2 1 109 0,0 1-153 16,3 0-172-16,-1 0-124 0,1 1-65 0,1 1-35 15,2 1-13-15,1 1-7 0,-1-1-3 0,4 3-4 16,-2 1 5-16,2-1 3 0,-1 1 1 0,1 2 0 15,-1 2-22-15,0-3-74 0,-3 4-192 0,0 0-183 16,-2 0-81-16,-2 2 16 0,-4-2 117 16</inkml:trace>
  <inkml:trace contextRef="#ctx0" brushRef="#br1" timeOffset="77155.13">7459 16755 256 0,'7'8'415'0,"0"0"136"0,3 0 27 16,1-2-233-16,3 0-145 0,2-4-78 16,1 1-38-16,1-2-17 0,2-2-8 0,2-3-12 15,0-1-15-15,-1 1-3 0,1-2 23 0,-3-1 11 16,0 0-33-16,0 2-95 0,-4-1-297 0,-2 0-172 16,-3 3-112-16,-2 2 12 0,-3 2 157 0</inkml:trace>
  <inkml:trace contextRef="#ctx0" brushRef="#br0" timeOffset="82655.89">9393 17773 195 0,'1'0'309'0,"-1"0"124"0,0 0-41 15,0 1-70-15,0-1-44 0,0 2-22 16,0-2-11-16,0 0-11 0,0 3-20 0,0-3-34 16,0 0-36-16,0 0-35 0,0 0-32 0,0 0-32 15,0 0-30-15,0 0-13 0,2 0-9 16,-2 2-7-16,3-2-5 0,-1 0 6 0,1 3 1 16,3-3 5-16,-3 3 1 0,2-2 6 0,1 0 0 15,-1 2 0-15,2-3 0 0,0 0 0 0,0 2 0 16,1 0 0-16,-2-2 2 0,3 2 2 15,-1-2-1-15,0 0 1 0,2-2 1 0,-1 2 0 16,-1-2-2-16,2 2 4 0,-1-2-3 0,-1 2 1 16,2-3 2-16,-2 2-2 0,1 0 0 0,-1-1 0 15,-2 1-1-15,2-2-1 0,0 3-1 0,-2-2 3 16,1-1-1-16,-1 1-3 0,2 1 1 16,-2 0 3-16,-1-1 0 0,1 0 0 0,-1 0 2 15,3 0-2-15,-2 0 2 0,-1 1-5 0,0-2 3 16,0 1-2-16,-1 1-1 0,2-2 0 0,-1 2-1 15,0-2 3-15,0 0-1 0,-2 1 1 0,3-1-1 16,-2 0 4-16,1 0 1 0,0-1 2 16,-1-1 2-16,0 1 24 0,1 0 10 0,0-1 26 15,-1-1 17-15,0-1 9 0,0 1 3 0,0 0-18 16,-1 0-13-16,0 1-22 0,0-3-16 0,-1 1-10 16,-1 0-4-16,1-1-3 0,0 0-1 0,-1-1-2 15,2 2-2-15,-3-3-3 0,0 2-2 16,0-1-1-16,0-2-1 0,0 1-3 0,-3-2 2 15,2-2 1-15,-1 2 2 0,2 0 1 0,-2-3 1 16,1 2 1-16,-1-2-4 0,2 0 2 0,-1-2-3 16,-1-1-1-16,2 2 1 0,-2-4 0 15,2 2 0-15,-1-1-1 0,1-1 2 0,-2-1 0 16,2 2 2-16,-1-2 15 0,-1 0 15 0,2 0 7 16,0-1 3-16,-2 1 1 0,2-1 3 0,0 1-17 15,-1-1-7-15,-1 1-9 0,2-2-7 16,0 1-5-16,2-1-1 0,-1-1-4 0,-1 0-3 15,2 1-2-15,1-1 2 0,0 1 1 0,-1-3-2 16,1-1 4-16,2 2 4 0,-2-2 5 0,3-1 1 16,-3 6 4-16,1-1 0 0,-3 2-1 0,2 1-3 15,-1 2-1-15,-2 3-4 0,2 1 0 16,-1 1-1-16,-1 1 0 0,0 0 0 0,0 3-2 16,0 0 1-16,0 0-2 0,0 0 3 0,0 1-1 15,0 1-2-15,-1-1 2 0,1 1 1 16,-2-2-3-16,2 0-2 0,0-1 1 0,0-1 0 15,0 0-2-15,0 2 1 0,0 0 2 0,0 3 3 16,0 0-2-16,0 0 0 0,0 2 1 0,0 1-2 16,0 1 0-16,0 1-1 0,0-2 0 0,0 3 0 15,0-2 0-15,0 2 2 0,0 2 3 0,0-2-1 16,0 3 2-16,0 0-1 0,0 0-1 16,0 1-3-16,2 1-1 0,-2-1 0 0,0 2 0 15,0-1 0-15,1 1 0 0,-1 0 0 0,0 1 0 16,2 1 0-16,-2-2-2 0,2 1 7 0,-1 1 13 15,-1-1 8-15,3 2 6 0,-3 0 4 16,3-1 20-16,-3-1 1 0,3 1-7 0,-3 3-8 16,2-3-1-16,-1 1 12 0,1 0-9 0,-2 0 1 15,2 1-5-15,-1 1 0 0,1 0-4 0,-1-1-15 16,-1 1-4-16,2 1 0 0,-2-2 6 16,0 4 4-16,2-1-1 0,-1 0 7 0,-1 0-2 15,0-1-9-15,0 1-5 0,2 0-4 0,-2 0-1 16,0 0-5-16,2-1 0 0,-1 0-4 15,-1 0-1-15,0 0-2 0,0 0-1 0,0 1 6 16,0 0 0-16,0-1 6 0,0 0 0 0,0 1 5 16,0 1 1-16,0-2-10 0,0 1 0 0,2 1-2 15,-2-1 2-15,1-1-6 0,-1 2-1 0,0 0 0 16,0-3 1-16,2 1-1 0,-2 0 0 0,0 0 6 16,3-1-5-16,-3 1 3 0,1-1-1 15,-1-2-1-15,0 4-1 0,0-3-4 0,2 1 1 16,-2-2 2-16,1 2-2 0,-1 1-2 0,0-3-2 15,2 4 4-15,0-3 1 0,-1 2-1 0,-1-1 4 16,2 1 2-16,0 0-1 0,-1-2 0 16,-1 1-2-16,3-3-1 0,-3 3 2 0,2-3-4 15,-2 1 1-15,2-1-1 0,-2-1 2 0,1 0 1 16,-1-1-3-16,0 2 1 0,0-3 2 0,0 3-1 16,0-2-2-16,0 3 0 0,0-3-3 15,0 1 5-15,0 1-1 0,0 0 1 0,0-1 0 16,0 1-2-16,2-1 0 0,-2-1-3 0,1 1 4 15,-1 1 2-15,0-3-1 0,2 3 1 16,-2-3 0-16,0 1 1 0,0-1-5 0,0-1 1 16,0 2 1-16,3-1 0 0,-3-1 1 0,1 1 1 15,-1-1 3-15,0 2-5 0,0-2 2 0,2 1 2 16,-1 1-4-16,-1-1 1 0,0-1 1 16,0 0-1-16,2 2-3 0,-2-2 1 0,0 2 3 15,2-2 1-15,-1 1-4 0,-1-2 0 0,0 1 2 16,2-1 0-16,-2 1-2 0,0 1 2 0,0-2 2 15,0 0 0-15,0 0 1 0,0 0-3 0,0-2 4 16,0 4-4-16,0-5-1 0,0 2 4 16,0 1-1-16,0 0 3 0,0-1-2 0,0 1-1 15,0 3 2-15,0-4-7 0,0 3 2 0,0-2 0 16,0 0 0-16,2 0 3 0,-2 0-2 16,1 0 1-16,-1 0 1 0,0-2-2 0,0 1-2 0,0-1 1 15,0 2-1-15,0-2 4 0,0 1-3 16,0 0 0-16,0 0 3 0,0-2-4 0,0 4 2 15,0-4-2-15,0 1 1 0,0 0 5 0,0 1-5 16,0-2 3-16,0 2 1 0,0-1 1 0,0 0 0 16,0 1-3-16,0-2 0 0,0 3-1 15,0-3 0-15,0 0 0 0,0 2 0 0,0-2 0 16,0 0 1-16,0 0 2 0,0 0-5 0,0 0 0 16,0 0 2-16,0 0-5 0,0 0 4 15,2 0 1-15,-2 0 1 0,0 0-2 0,0 0 1 16,0 0 3-16,0 0-5 0,0 3 2 0,0-3 1 15,0 0 1-15,0 0-2 0,0 0-4 0,0 0 4 16,0 0 0-16,0 0 0 0,1 0 0 16,-1 0 0-16,0 0 0 0,0 0 2 0,0 0-3 15,0 0 0-15,0 0 1 0,0 0 0 0,2 0-5 16,-2 0 2-16,0 0 2 0,0 0-1 0,0 0 0 16,0 0 2-16,2 0 0 0,-1 1-1 0,-1-1 1 15,2 2 0-15,-1-2 2 0,1 0-3 16,-2 1 3-16,4-1-3 0,-2 1 0 0,-1-1 0 15,1 0 1-15,1 3 2 0,-1-3-3 0,0 0 2 16,-1 0 1-16,2 0 2 0,-1 2-5 0,1-2 1 16,0 0 2-16,-1 2-3 0,2-2 1 0,-2 2-3 15,1-2 4-15,0 0-2 0,1 0 1 16,-1 0 4-16,0 0-3 0,0 0 2 0,0 0-2 16,1 0 0-16,0 0 0 0,2-2-3 0,-2 2 2 15,0-2 0-15,1 2 0 0,0 0 2 16,1-2-2-16,0 2 4 0,-1 0-3 0,2 0-2 15,-1-3 1-15,3 3-2 0,-2-1 3 0,-1 1-3 16,2-1 4-16,0 1-14 0,-2 0 5 16,1-2 6-16,-1 2-1 0,2-1 3 0,-1-2 0 0,0 3 16 15,1 0-10-15,-2-2-3 0,2 2 2 16,-2-3-5-16,1 3-1 0,-1-2-1 0,-1 1 2 16,1 0 1-16,0 1-2 0,-2-2 0 0,0 2-2 15,1 0 2-15,0 0-1 0,-2 0-2 0,2 0 0 16,-2 0 5-16,0 0 0 0,0 0 0 15,0 0-2-15,1 2-1 0,-3-2 2 0,1 0-6 16,0 0 4-16,-1 0-3 0,-1 0 1 0,2 0 5 16,-2 0 0-16,0 0-1 0,0-2-1 0,0 2 1 15,-2 0 0-15,2-2-7 0,0 2-15 16,-1-1-102-16,-1-2-168 0,-1 1-275 0,-1-2-273 16,0 1-272-16,-3 0-193 0,1-1 257 0,-2-2 519 15</inkml:trace>
  <inkml:trace contextRef="#ctx0" brushRef="#br2" timeOffset="112961.96">4436 9634 231 0,'3'-3'453'16,"-3"2"218"-16,2-3 125 0,-2 3-118 16,0-2-122-16,0 2-88 0,-2-2-57 0,2 0-59 15,-3 1-70-15,1 1-65 0,1-1-56 16,-1 0-40-16,1 0-29 0,-1 0-24 0,-1 1-20 16,1-1-14-16,-1 2-11 0,-3-2-4 0,3 2-7 15,0-2-4-15,-1 0-5 0,0 2-1 16,-1-1-12-16,0 1-41 0,-2-1-87 0,0 1-122 15,-1 0-157-15,0 1-291 0,-1 0-261 0,2 1-164 16,-1 0 99-16,0-1 356 0</inkml:trace>
  <inkml:trace contextRef="#ctx0" brushRef="#br2" timeOffset="113184.29">4143 9735 33 0,'-4'9'268'0,"1"0"156"0,-2-2 146 16,2 2-32-16,-2-2-153 0,2 1-111 0,-2 0-66 15,2-1-47-15,-3-5-41 0,4 4-41 16,-1-1-38-16,1-3-19 0,1 2-18 0,-1 0-15 16,1 0-29-16,-1-1-47 0,0 0-50 15,2 0-72-15,-1 2-95 0,-1-1-157 0,2 1-98 16,-3-1 26-16,3 2 107 0,-2 0 145 0</inkml:trace>
  <inkml:trace contextRef="#ctx0" brushRef="#br2" timeOffset="113382.81">4083 10112 160 0,'2'13'301'0,"1"-4"99"0,0 1-35 16,-1-3-118-16,0 1-106 0,-1 0-69 0,1-1-50 15,-1-5-1-15,1 4-7 0,1-1-10 16,-1-1 4-16,4-1-4 0,-3 0-2 0,0-1 0 16,2 0 21-16,0-2-9 0,-2 2-46 0,2-2-87 15,-2 0-181-15,3 1-82 0,-3-1-20 16,2 2 67-16,0-1 114 0</inkml:trace>
  <inkml:trace contextRef="#ctx0" brushRef="#br2" timeOffset="113547.87">4303 10294 40 0,'7'2'166'0,"-3"-1"75"15,1 1-35-15,0-2-43 0,-1 0-31 0,0-2-29 16,0 1-25-16,1-2-29 0,-2 0-18 0,2-2-5 16,0 1-9-16,1-1-41 0,0-1-117 15,-1 2-115-15,2-3-34 0,-1 5 21 0,2-4 57 16</inkml:trace>
  <inkml:trace contextRef="#ctx0" brushRef="#br2" timeOffset="113727.81">4569 10266 145 0,'6'0'226'0,"-1"0"6"0,1-2-21 0,-1 0-30 16,0-2-36-16,1 1-39 0,0-1-38 15,1-3-31-15,-1 3-20 0,-1-2-5 0,1-2-37 16,0 3-61-16,1-3-100 0,-2 2-99 16,1 0-18-16,-1 0 32 0,2-2 76 0</inkml:trace>
  <inkml:trace contextRef="#ctx0" brushRef="#br2" timeOffset="113947.84">4748 9937 183 0,'0'-12'320'15,"-2"0"125"-15,0 2-17 0,1 0-92 0,-2-1-73 16,1 3-32-16,-3-1 5 0,2 0 16 16,1 3 11-16,-2 0-11 0,-1 2-26 0,2 1-35 15,-2-1-46-15,0 3-64 0,1 0-81 0,-2 1-96 16,-1 1-121-16,2 0-248 0,-1 3-220 15,-1-3-109-15,3 1 41 0,-4-4 207 0</inkml:trace>
  <inkml:trace contextRef="#ctx0" brushRef="#br2" timeOffset="115081.82">6558 5561 155 0,'3'-1'330'16,"-1"-2"167"-16,-1 3 44 0,-1-1-58 15,0 1-67-15,0 1-38 0,-1 1-10 0,-1-1-2 16,-1 2 0-16,0 1-5 0,-1 1-17 16,0 0-33-16,-4 2-51 0,0-2-54 0,0 3-47 15,-3-1-40-15,0 3-27 0,-2 4-12 16,-1 0-11-16,-2 3-8 0,-3 3-2 0,-1-1-8 16,-1 4-10-16,-1 3-19 0,-5 2-8 0,-1 1-8 15,-2 6-5-15,0 1-7 0,-5 3 0 0,3 1 5 16,-4 4 4-16,1 0 1 0,-1 2-1 15,-4 2 2-15,2 2-1 0,-3 5 0 0,-1 2-1 16,0 2-6-16,-1 1-1 0,1 4-1 16,-1 1-5-16,2 0-2 0,0 2 0 0,2-3 6 15,2 1 8-15,1-3 5 0,0 0 5 0,2-2 32 16,3-2 16-16,1-4 5 0,3-3 2 0,3-2-2 16,0-3-2-16,2-3-28 0,3 0-20 0,0-4-8 15,2 0-7-15,1-3-5 0,0 0 6 16,2 0-3-16,0-2 2 0,-1 2 1 0,3 1 1 15,-2-2 4-15,-1 1-4 0,1 1 2 16,1 3 1-16,-1-3 0 0,2 3-1 0,0-3-2 16,0-3-1-16,2 0-2 0,-2-1-1 0,4-6 1 15,0-1 0-15,3-3-3 0,0-2 0 16,-1-2-1-16,2 0 0 0,0-2-1 0,1 0 1 16,-2-3 2-16,2 0 2 0,0-1 1 15,-3 2 2-15,3-2 0 0,-2 2 1 0,0-1-1 16,0 3 3-16,0 0 0 0,-1 1 1 0,-1 0 0 15,0 1 0-15,1 1-1 0,-1 0 1 16,-2 0 0-16,1-1-3 0,0 2 0 0,2-5 0 16,-2-1-3-16,3-2 0 0,0-3 1 15,2 1-1-15,0-4 2 0,0 0-2 0,-1-3 1 16,3 1 4-16,-1-2-3 0,1-2 2 0,-2 1 1 16,3 0-1-16,0-1-7 0,-3-1-27 0,3 0-33 15,-2 0-32-15,2 0-37 0,0 0-81 16,-1-1-122-16,-1-3-120 0,0 2-139 15,1-3-267-15,1 2-230 0,0-2-47 0,-2-1 247 16,2 0 354-16</inkml:trace>
  <inkml:trace contextRef="#ctx0" brushRef="#br2" timeOffset="115461.93">4846 8284 182 0,'7'-2'524'0,"-5"1"291"0,1 0 202 16,0 1-120-16,-1-2-213 0,0 2-180 0,-2 2-125 16,0-1-82-16,-2 2-87 0,2 1-80 15,-2 2-58-15,-1 4-35 0,0 2-12 0,1 0-11 16,-2 4-6-16,1 6 3 0,1 0 15 15,1 3 7-15,-1 4 3 0,0 1-2 0,2 1 4 16,0 1-6-16,-1 2-14 0,1-2-6 0,0 0-2 16,1 2-8-16,-1-2-2 0,2-3 0 15,1 0 0-15,-1-1-1 0,1-2-3 16,3-2 4-16,-1-3-2 0,0-2 1 0,1-2-2 16,2-2 0-16,1-4 1 0,2-1-1 0,3-3 6 15,-1-4-2-15,3-3 1 0,5-3-8 0,1-6-15 16,1-5-35-16,1-7-106 0,3-7-146 15,0-3-250-15,3-7-278 0,3-5-261 0,-1-1-160 16,1-6 228-16,2-3 458 0</inkml:trace>
  <inkml:trace contextRef="#ctx0" brushRef="#br2" timeOffset="117011.84">7201 4594 144 0,'0'-2'294'0,"2"1"130"0,-2 0 18 16,0-1-71-16,0 2-50 0,0-2-11 0,0 2 2 15,2-1 11-15,-2 1 10 0,1 0 9 0,-1-1-2 16,0 1-4-16,0 0-23 0,0-2-29 0,0 2-40 16,0 0-42-16,0 0-43 0,2 0-31 0,-2 0-3 15,1 0 15-15,-1 0 24 0,0 0 13 16,2 0 1-16,-2 0-8 0,0 2-28 0,0-2-34 15,2 1-30-15,-2-1-26 0,0 0-14 0,0 1-15 16,0-1-3-16,0 0-3 0,0 2-2 16,0-2-4-16,0 0-1 0,0 2-1 0,0-2-2 15,0 1-1-15,-2 4-4 0,2 1 2 0,0 3 0 16,-2 4-2-16,1 2-1 0,-1 3 2 16,1 3-1-16,1 4 1 0,-2 0-3 0,2-1 4 15,0 3-2-15,0-3 0 0,0 1-2 0,2 1-2 16,-1-5 0-16,1 0-1 0,1-3 1 15,0-3-1-15,0-2 0 0,3-2 1 0,-2-4 0 16,2-1 0-16,0-5 2 0,1-1-1 16,2-1 3-16,2-5-1 0,-1-3 1 0,2 0 4 15,-1-1-3-15,2 0 1 0,0-1-2 0,-2 1 1 16,1 0-1-16,-2 1-3 0,-2 2 0 16,0 2 1-16,1-1-2 0,-4 3-1 0,1 1 3 15,-1-2 0-15,-2 3 0 0,3 0 0 0,-4 1 0 16,1 0-1-16,0 0 1 0,-1-2 0 15,0 2 1-15,-1-2 0 0,1 2 1 0,-1-1 0 16,1 0 1-16,-2-3 0 0,3 1 0 0,-1-3 4 16,-2-1 0-16,3-3 2 0,-1-3-1 15,-1-2-4-15,2 0 5 0,-1-2 2 16,-1-4 3-16,-1 2 1 0,-1 0 6 0,1-1 3 16,-2 1 0-16,-1 1-3 0,0 0 0 0,0 4-4 0,1-3-2 15,-1 4-2-15,0 1-4 0,0 4-1 16,1 0-4-16,0 2-2 0,1 1-4 15,-1 1-3-15,2 2-5 0,-1 2-1 0,1 0-2 16,0 2 1-16,1 1-7 0,-1 1-16 16,2 2-46-16,-1 0-61 0,1 2-58 0,0 1-112 0,1-2-153 15,0 2-224-15,0 0-258 0,-1 3-207 16,4-3-167-16,0 2 192 0,2-2 473 0</inkml:trace>
  <inkml:trace contextRef="#ctx0" brushRef="#br2" timeOffset="117391.94">7758 4495 296 0,'3'-6'610'15,"-3"2"321"-15,-1 1 184 0,-3 0-256 0,-1 3-230 0,-2 3-144 16,-1 0-106-16,0 3-93 16,-2 1-77-16,-2 2-41 0,2 3-3 0,-1 3-7 15,0 0-5-15,0 4-17 0,0 1-18 0,2 3-22 16,1 0-33-16,0 0-17 0,0 2-19 15,3-2-10-15,2 1-5 0,0-5-5 0,3 1-3 16,1-4-5-16,1-5-1 0,1-2-2 16,4-3-1-16,0-3 2 0,1-6 0 0,2-3 3 15,4-5 0-15,-3-2 3 0,3-3-3 0,0-2-1 16,1-3-2-16,-1 3 1 0,0 0 1 0,-1 1-1 16,-2 4-2-16,-3 1 1 0,1 3-1 15,-2 1-1-15,-1 2 0 0,-1 4 1 0,-2 0 2 16,3 4 4-16,-3 2 2 0,0 4 3 15,-1 0-1-15,-2 6 0 0,2 1 1 0,-1 3-1 16,-1 0-1-16,0 1-2 0,2 1 0 0,-1 1-12 16,-1-2-45-16,0 1-52 0,2 0-56 15,-2-4-117-15,0 1-161 0,2-6-240 0,-1 0-259 16,-1-2-229-16,2-5-141 0,1-2 245 16,-3-6 470-16</inkml:trace>
  <inkml:trace contextRef="#ctx0" brushRef="#br2" timeOffset="118041.79">7951 4146 256 0,'3'-8'444'0,"-3"4"198"16,3-1 83-16,-3 1-119 0,2 2-92 15,-2 0-55-15,0 1-37 0,3 1-46 0,-3 0-66 16,1 0-59-16,-1 0-60 0,0 0-48 16,2 0-29-16,-2 1-25 0,0 3-15 0,1-1-4 15,1 1 11-15,-2 4 20 0,0-2 19 16,2 5 20-16,-2-1 21 0,1 1-3 0,-1 0-12 16,0 3-25-16,2-1-27 0,-2 3-26 0,0 0-19 15,2 2-10-15,-1 1-9 0,-1 3-3 16,3 0 0-16,-3 2-4 0,2 1-9 0,0 2-7 15,-1 0-2-15,2 0-5 0,-1 0-2 0,2 0 2 16,-2-1 0-16,1-2 1 0,0-1 0 16,2 0-1-16,-2-6 0 0,2-1-2 0,-2-2 2 15,1-4-3-15,0 0 0 0,-1-2 0 0,2-3-2 16,-2-1 2-16,2-2-2 0,0 0 3 0,1-4 2 16,2-3 2-16,-2-1 1 0,2 0 0 15,0-3 1-15,1-1-3 0,-1-2 1 0,2-1 0 16,2-1 0-16,-2-3 1 0,0 2-1 15,-1 2 0-15,2-2 0 0,-3 2-2 0,3-2 0 16,-5 4 0-16,2 1 2 0,-3 2 3 0,-2 2 1 16,1 0 3-16,0 3 3 0,-4 0 0 0,2 0-1 15,-4 3-1-15,2 2-4 0,-4 0-3 16,-1 3-3-16,0 2-1 0,0 2-3 0,-3 1 2 16,-1 5 0-16,1 0-1 0,-2 1 3 15,2 0 0-15,-2 2 0 0,0 2 2 0,3-1-1 16,-3 2 1-16,0-1-1 0,2 1-1 0,2-2 1 15,-2 0-1-15,2-2 0 0,1 0 1 16,0-3-2-16,3-5 1 0,-1 1-3 0,3-2 0 16,0 0-3-16,0-4-2 0,3 1 3 15,-1-2-4-15,3 0-15 0,0-3-44 0,1-3-53 16,2 1-48-16,-2-1-88 0,2-4-132 0,2-1-150 16,0 0-186-16,0 0-232 0,3 1-219 15,1-2-14-15,-3 2 291 0,5-4 400 0</inkml:trace>
  <inkml:trace contextRef="#ctx0" brushRef="#br2" timeOffset="118495.82">8493 4482 38 0,'5'-9'357'15,"-2"3"305"-15,-3 0 332 0,0 2 58 0,0 0-221 16,-3 2-183-16,1-1-115 0,-1 2-70 15,0 1-90-15,-5 1-75 0,4 2-50 0,-3-1-42 16,-1 2-41-16,-3 3-46 0,2-1-37 16,-3 3-23-16,0 1-12 0,-1 4-9 0,2-1-7 15,-5 5-7-15,3 1-4 0,0 1-4 0,1 3-3 16,-2 3-4-16,3-1-3 0,1 0 0 0,0 0-2 16,3-2-2-16,1-2-4 0,4-1-1 15,1-3-1-15,2-6-2 0,2 0 0 0,2-4-1 16,5-3 3-16,1-5 3 0,2-3 0 15,2-7 1-15,1-2-4 0,3-5-2 0,1-4-6 16,-2 0-6-16,2-3-5 0,0-3 2 0,-3 2 1 16,-1 2 4-16,0-2 7 0,-5 5 5 15,-1 2 5-15,-3 4 3 0,1 1 4 0,-5 3-2 16,0 4 4-16,-1 3-2 0,-2 1 0 16,0 4-7-16,-3 2-2 0,-2 5-1 0,2 4-3 15,-2 1 1-15,-2 4 1 0,3 2 4 0,-4-1 0 16,3 3 3-16,2-2-2 0,-2 0-1 15,4-1-1-15,-1-1-3 0,0-1-2 0,2-3-38 16,2 1-64-16,0-4-64 0,1-3-125 16,0 2-182-16,2-3-319 0,1-4-285 0,0 3-220 15,2-1-90-15,0-2 375 0,0 0 537 0</inkml:trace>
  <inkml:trace contextRef="#ctx0" brushRef="#br2" timeOffset="119227.85">8705 4873 156 0,'1'0'398'15,"1"-1"198"-15,-2-4 181 0,3-1-103 0,1-2-113 16,0-5-65-16,1-1-40 0,4-6-43 16,1-2-62-16,1-3-79 0,3-6-79 0,1 0-58 15,0-1-42-15,0-1-31 0,0 3-20 16,-4 1-6-16,2 5 0 0,-4 2 0 0,1 4 10 15,-5 2 21-15,1 7 33 0,0-1 34 0,-3 4 19 16,-1 2 10-16,0 1-10 0,-2 3-24 16,-2 0-32-16,2 7-32 0,-2 1-27 0,-1 4-19 15,-1 1-8-15,2 2-6 0,-1 3 1 0,2 1-3 16,-1-2-1-16,0 3 1 0,2-1 3 16,0 1 1-16,0-2-3 0,0-4 0 0,2 1-2 15,0-2-2-15,1-4-4 0,0-2-2 0,4-1 1 16,0-3 0-16,-1-3 3 0,4-4 5 0,2-3 3 15,-2-4 1-15,4-4-2 0,0-2 3 16,0-2-3-16,-1 0 0 0,0-1 0 16,1 2 0-16,-4 1 2 0,-1 3-4 0,0 1-3 15,-4 2 2-15,0 4-2 0,-2 1-1 0,-1 1-1 16,1 4 3-16,-1 0 0 0,-1 2-1 16,1 4-3-16,-2 2 2 0,0 3-3 0,3 1 1 15,-3 3 1-15,1 2 0 0,-1 2 2 0,2 2 2 16,-1-1 2-16,1 1 0 0,1 1-3 15,-1-2-46-15,1 1-63 0,2-2-93 0,-2-4-159 16,2 1-268-16,2-4-326 0,0 0-278 16,3-4-180-16,0-2 167 0,3-4 564 0</inkml:trace>
  <inkml:trace contextRef="#ctx0" brushRef="#br2" timeOffset="119447.89">9406 4451 400 0,'-5'-13'927'16,"0"4"311"-16,-1 1 2 0,-1 4-220 0,-2 1-310 16,1 3-241-16,0 3-139 0,-2 3-79 15,-2 3-62-15,2 5-77 0,-2 1-55 0,2 3-25 16,2 3-13-16,0 1-10 0,2 3-4 16,2 0-5-16,0-1 0 0,4 0-2 0,2-2-13 15,1-3-57-15,5-2-55 0,-2-3-107 0,2-3-163 16,0-3-293-16,1-2-317 0,3 0-236 15,-1-1-159-15,3-2 267 0,-3-3 550 0</inkml:trace>
  <inkml:trace contextRef="#ctx0" brushRef="#br2" timeOffset="119959.8">9608 4521 17 0,'11'8'263'0,"1"3"171"16,1 2 201-16,-3 1 109 0,4 3-60 0,-3 2-45 15,1 2-47-15,-2 3-64 0,-2 1-69 0,1 6-92 16,-2 1-77-16,-1 4-46 0,-1 2-17 0,-3 5-18 16,-1 0-19-16,-4 3-23 0,1 4-27 0,-4-1-30 15,-1 2-27-15,-2 2-14 0,-2-4-14 16,0-1-12-16,-3-1-10 0,1-5-8 0,-2-1-6 16,0-7-7-16,-2-4-4 0,2-3-3 15,0-6-4-15,0-5-12 0,0-5-35 0,0-8-67 16,1-6-73-16,0-6-143 0,4-8-202 0,-2-8-311 15,4-8-307-15,1-9-212 0,0-8-31 16,1-7 471-16,2-7 521 0</inkml:trace>
  <inkml:trace contextRef="#ctx0" brushRef="#br2" timeOffset="120145.84">9661 4036 346 0,'2'-4'1166'16,"-4"7"383"-16,-5 1-139 0,1 2-265 0,-1 3-479 15,-3 0-291-15,4-1-164 0,-3 3-78 16,2-3-50-16,3 1-39 0,0-1-23 0,4 2-14 16,2-2-6-16,1 1-33 0,2-1-68 0,3 1-70 15,1-1-140-15,1 1-193 0,3-1-321 16,-1 1-307-16,4 1-209 0,0 1-41 16,-2-1 445-16,5 2 523 0</inkml:trace>
  <inkml:trace contextRef="#ctx0" brushRef="#br2" timeOffset="120542.14">10216 4446 79 0,'-6'2'827'16,"0"3"699"-16,-4-1 80 0,-1 0-273 0,-1 0-409 15,-3-1-366-15,1 2-222 0,2 0-125 16,-2-3-68-16,2 3-49 0,-1-1-33 15,3 2-26-15,0 0-16 0,2 2-9 0,2-1-7 16,0 4-3-16,3-2-1 0,1 2-2 0,0-1 0 16,4 1 0-16,1-1 0 0,2 0-2 0,1-2 0 15,0-1 0-15,4-1 2 0,1-4-1 16,0 1 1-16,0-3 0 0,3-3-1 16,1-5 1-16,0 1-1 0,-2-5 2 0,1-2-1 15,0-1 2-15,-2-1 1 0,0-2 0 0,-1 3 2 16,-3-2-2-16,1 4 2 0,-2 1-1 0,-1 2-1 15,-1 4 0-15,-2 0 0 0,2 2 0 16,-2 4-1-16,-2 3 0 0,3 3 3 0,-3 4-2 16,1 3 1-16,0 5-1 0,-1 0 0 15,2 2 0-15,-1 1-1 0,3-2-1 0,0 0-6 16,1 3-15-16,0-3-47 0,0-2-81 0,-1 1-146 16,0-1-265-16,4 2-311 0,-4-3-382 15,1 3-347-15,-1 0-26 0,0-2 659 0</inkml:trace>
  <inkml:trace contextRef="#ctx0" brushRef="#br2" timeOffset="124551.49">2254 7638 12 0,'0'1'201'0,"0"1"110"0,0-2 97 0,-1 2-56 16,-1-2-82-16,2 0-52 0,0 1-31 0,0-1-18 15,-2 1-19-15,2-1-13 0,0 0-14 16,-1 0-5-16,1 0-8 0,0 0-13 0,0 0-14 15,0 0-17-15,0 0-13 0,0 0-19 0,1 0-15 16,-1 0-10-16,0 0-6 0,0 0-1 0,2 0-2 16,-2 0-5-16,0 0 3 0,0 0-4 15,0 0 1-15,0 0 3 0,0 0-3 0,0 0 3 16,2 0-2-16,-2 0 2 0,1 0 2 0,-1 2-1 16,0-2 1-16,2 2 1 0,-2-1-1 0,3 0 2 15,-1 2 0-15,2-1 0 0,-2 0 0 0,1 1 1 16,0 1-1-16,0-1 4 0,-1 0-3 15,3 1-25-15,-2-1-6 0,0 0-11 0,0 2-4 16,2-3-3-16,-2 2-2 0,0 1 22 0,0-3 13 16,0 3 1-16,1-1 7 0,-1 1-1 0,0-2 2 15,0 1 4-15,3 1-3 0,-3 1 3 16,2-1 0-16,0 2 37 0,0 0 22 0,1-1 11 16,2 1 7-16,-2 2 2 0,1-1 0 0,1 3-32 15,1-3-22-15,-3 0-9 0,2 1-7 0,0 0-4 16,0-2-2-16,0 2-1 0,0-3 0 0,-3 1 0 15,4-1-2-15,-4 0 1 0,0-2 1 16,-1 1 0-16,1-2 1 0,-3 0 1 0,1-1 3 16,-1 0 0-16,-1-1 0 0,2 1 1 0,-3-2 3 15,2 2 1-15,-2-2 5 0,0 1 2 0,0-1 2 16,-2 0 1-16,2 0 0 0,-3 0-27 16,2 0-48-16,-1 0-68 0,-1-1-78 0,1-1-108 15,-1 2-182-15,0 0-150 0,1 0-7 0,-1 0 116 16,0 0 170-16</inkml:trace>
  <inkml:trace contextRef="#ctx0" brushRef="#br2" timeOffset="124879.86">2400 7922 101 0,'1'2'269'0,"1"-2"108"0,1 2 34 0,-1 0-113 16,1-1-101-16,0 0-60 0,0 1-9 0,3 2 21 15,-1 1 20-15,1 1 19 0,1 0-1 0,2 1 7 16,-1 1 8-16,0 0-20 0,2 2-19 16,0 1-27-16,0-3-16 0,-2 1-31 0,1-1-36 15,1-1-27-15,-4-1-12 0,1-1-9 0,2-1-3 16,-3-2 3-16,-1-1 1 0,0-1 6 0,0-1 4 15,2-4 5-15,-2-1 2 0,0-4 3 16,0 1-5-16,0-6-4 0,-1 2-1 0,2-1-4 16,-1-3-24-16,0 1-80 0,0-1-105 0,0 2-178 15,-2-1-250-15,0 2-162 0,0 1-22 0,0 0 181 16,0 1 254-16</inkml:trace>
  <inkml:trace contextRef="#ctx0" brushRef="#br2" timeOffset="126025.89">4458 7472 154 0,'2'0'301'0,"1"0"123"0,0 2-6 15,-1-2-87-15,-1 0-79 0,1 2-57 0,-2-2-36 16,3 2-13-16,-3-1-9 0,0 0-5 0,2 2-8 16,-2 2-10-16,0-1-16 0,1 3-18 15,-1-2-20-15,2 2-24 0,-2 3-17 0,0 0-8 16,3 1 23-16,-3 2 12 0,1-1 12 16,-1 3 8-16,0 0 23 0,2-1 15 0,-2 3-19 15,0-2-10-15,0-1-12 0,0 0-6 0,0-1-24 16,1 0-12-16,-1-3-9 0,2 1-5 15,-2-3 1-15,0-1-5 0,2 1-2 0,-1-2-1 16,-1-1 0-16,0-1 0 0,0-1-3 16,0-1-5-16,0 0-4 0,0-2-22 0,0 0-33 15,0-2-47-15,0 2-54 0,0-5-57 0,0 2-70 16,-3-1-99-16,3-1-125 0,-2-1-99 0,1 1 23 16,-2 1 118-16,-2-1 159 0</inkml:trace>
  <inkml:trace contextRef="#ctx0" brushRef="#br2" timeOffset="126278.94">4401 7686 110 0,'2'5'274'0,"-1"1"118"0,3 1 21 15,-1-1-81-15,0 2-81 0,0 0-56 0,3 1-52 16,-3 2-16-16,2 0-2 0,0 0-3 15,-2 1-16-15,2 1-21 0,0-5 4 0,1 1-16 16,-1-1-28-16,0-1-23 0,1-2 13 16,-1-1 11-16,2-2 1 0,1 0 8 0,-1-2-1 15,-1 0 1-15,5-2-31 0,-3-3-53 0,2 1-66 16,2-4-123-16,-2 2-263 0,1-1-152 16,1 1-44-16,1-1 103 0,1-3 185 0</inkml:trace>
  <inkml:trace contextRef="#ctx0" brushRef="#br2" timeOffset="127325.91">7304 7161 136 0,'0'2'317'0,"-1"2"145"16,-1-2 67-16,-1 1-112 0,1-1-109 16,-1 2-59-16,-2-2-24 0,2 2-20 0,-3 0-12 15,1 0-9-15,-1 3-9 0,1-3-18 16,0 3-7-16,-2-1-12 0,2 2-19 0,-2-1-22 15,1-2-22-15,0 3-14 0,-2 1-7 0,2-2-2 16,-1 0-1-16,1 1-4 0,-1-1-2 16,-2 2-1-16,1 2-12 0,0-2-17 0,-3 4-5 15,2 1-2-15,-1 1-1 0,-1-1-1 0,0 3-6 16,1-2 0-16,1-1-2 0,1 1-2 16,2-5-1-16,1 1-8 0,0-3-32 0,2-2-61 15,-3-1-78-15,6-1-78 0,-3-2-81 0,3 0-95 16,0-2-112-16,3-2-137 0,0 0 4 15,0-2 104-15,0-3 163 0,0-1 170 0</inkml:trace>
  <inkml:trace contextRef="#ctx0" brushRef="#br2" timeOffset="127612">7110 7316 13 0,'-4'2'228'0,"3"2"128"0,-2-2 122 0,-2 2-39 16,2 0-136-16,0 2-81 0,0-2-45 16,-2 3-25-16,2-3-21 0,-1 3-12 0,-2 0-13 15,2 3-4-15,-1-3-6 0,0 3 5 16,0 0 3-16,2 0-6 0,-2 4-15 0,0-1-17 16,-1 0-12-16,3 2-22 0,-2-1-13 0,4-2-15 15,-1 1-4-15,1-4-6 0,1 2-4 16,1-3 0-16,1 0-2 0,1 1 2 0,2-5-1 15,0 2 3-15,2-2-1 0,0 1-26 16,1-2-45-16,0-2-67 0,2 1-103 0,-2 1-225 16,2-2-163-16,2-1-33 0,-2 1 101 0,0-1 182 15</inkml:trace>
  <inkml:trace contextRef="#ctx0" brushRef="#br2" timeOffset="128632.98">7053 9805 206 0,'-2'2'343'0,"1"-2"133"16,-1 1-14-16,0-1-108 0,1 2-83 0,-1-2-44 15,-3 0-11-15,1 0 2 0,1 0 16 0,-2 0 12 16,0 0 9-16,0-2 11 0,-1 1 7 16,-2 1-7-16,0-2-14 0,0 1-21 0,0-2-22 15,-1 1-29-15,0 2-29 0,-1-5-30 16,-1 4-28-16,0 0-22 0,1-1-17 0,0 0-14 16,-2 1-11-16,4 0-5 0,-4-1-9 0,5 0-1 15,-2 1-9-15,2 1-3 0,-2-1-1 16,4-1-2-16,-1 2 1 0,3 0 0 0,0 0-2 15,-1 0 0-15,4 0 0 0,-4 0 1 16,4 0-3-16,0 0-3 0,4 2-10 0,-2-1-41 16,1 0-84-16,0 3-104 0,2-2-119 0,0 2-160 15,0-2-282-15,2 3-201 0,0 0-25 16,-2-2 192-16,1 2 309 0</inkml:trace>
  <inkml:trace contextRef="#ctx0" brushRef="#br2" timeOffset="128930.31">6882 9915 13 0,'-1'-2'242'16,"-3"-1"144"-16,3 2 144 0,-2-4-17 0,-1 1-126 16,1-2-71-16,0-1-39 0,0-1-9 0,0-2-13 15,-1-2 1-15,0 1-7 0,2-2-13 16,1 0-15-16,-1-2-23 0,1 0-27 0,1 0-36 15,-2 0-37-15,2 2-34 0,2-2-27 16,-2 4-19-16,1 1-10 0,-1 0-8 0,2 3-7 16,1 0-2-16,1 2-4 0,1 1 2 0,-2 0 1 15,4 0 1-15,-1 3 5 0,2 0 2 0,1 1 2 16,-1 0 4-16,2 0 2 0,2 2-4 16,-2 2-51-16,1 0-88 0,0 0-118 15,-3 2-220-15,0 0-263 0,3 3-201 0,-5-1-26 16,1 0 214-16,-2 2 319 0</inkml:trace>
  <inkml:trace contextRef="#ctx0" brushRef="#br2" timeOffset="129945.96">4488 12091 130 0,'2'-2'270'16,"-1"-2"116"-16,1 0-16 0,-2 1-66 0,0 0-62 16,2-2-40-16,-1 1-17 0,-1 0-3 15,0 0 4-15,0-1 8 0,0 1 9 0,0 1 8 16,-1-2 9-16,-1 3 8 0,2 0 2 16,0 1-4-16,0-1-5 0,0 1-11 0,0 1-19 15,0 0-28-15,0 0-28 0,0 0-22 0,0 0-28 16,0 1-22-16,0-1-22 0,0 3-15 15,2 0-7-15,-1 2-8 0,-1-1-6 0,0 4-1 16,2-1-2-16,-2 2-3 0,1 1 0 16,-1 0-3-16,2 3 1 0,0-1-4 0,-1 3 2 15,-1 0 3-15,2 1 1 0,-2 0 1 0,0-1 3 16,1-1 2-16,-1 0 2 0,0-2-4 16,0-1 2-16,0-2-15 0,-1-2-40 0,1-1-61 15,-2-3-86-15,2 0-108 0,-3-3-119 16,1 0-157-16,-1 0-225 0,0-2-99 0,1-2 79 15,-3-2 221-15,1 0 248 0</inkml:trace>
  <inkml:trace contextRef="#ctx0" brushRef="#br2" timeOffset="130235.85">4384 11995 6 0,'3'-6'212'0,"0"0"114"16,0-1 118-16,-1 2-37 0,1-2-120 0,-1 1-65 16,1-2-41-16,-2 1-30 0,3-2-27 0,-3 1-19 15,3 2-23-15,0-2-22 0,-1 3-11 0,0-1-11 16,0 0-4-16,1 1-13 0,-1 2-12 16,0-1-1-16,0 1-1 0,2 1 1 15,-2 0-1-15,3 1 1 0,-1-1 1 0,0 4 2 16,0-1 1-16,0 1-1 0,-1 1 30 0,4 3 12 15,-3 0 12-15,0 2 2 0,-1 0-7 0,1 3-42 16,-2 2-105-16,-1-2-194 0,2 3-239 16,-4-1-132-16,-2 0-22 0,-2-2 130 0,1 0 208 15</inkml:trace>
  <inkml:trace contextRef="#ctx0" brushRef="#br2" timeOffset="131317.22">2382 10007 21 0,'0'-1'223'15,"0"1"117"-15,2 0 122 0,-2 0-58 0,0 0-99 16,2 0-80-16,-2 0-20 0,0-1-24 16,2 1-17-16,-2 0-11 0,0 0-7 0,2 0 6 15,-2 0 4-15,0 0 3 0,2 0-7 0,-2 0-14 16,1 0-25-16,-1 0-28 0,0 0-32 0,2 0-21 15,-1 0-19-15,1 0-10 0,1 0-6 0,2 1-2 16,0-1 2-16,1 1 3 0,2 1 0 16,0 1 0-16,1-2 0 0,4 1 2 0,-2 0 2 15,-1-1-2-15,5 0-2 0,-3 4 3 0,0-5 2 16,1 2 3-16,-2-2 2 0,1 3 1 0,-2-2 4 16,0-1 3-16,0 0 4 0,-3 2-21 15,1-2-65-15,-1 0-94 0,-2 0-95 0,-2 0-206 16,1 0-228-16,-3 1-113 0,-1-1 75 0,0 0 210 15,-1-1 215-15</inkml:trace>
  <inkml:trace contextRef="#ctx0" brushRef="#br2" timeOffset="131591.91">2581 9949 14 0,'5'0'191'15,"2"0"101"-15,-1 2 72 0,2-2-85 0,0 3-83 16,1-2-36-16,-1 1-24 0,3-2-23 16,-1 1 10-16,2-1 15 0,-1 1 3 0,-1-1 10 15,1 3 22-15,-2-3 26 0,1 0 0 0,1 2-19 16,-2 0-11-16,-2-2-27 0,-1 2-40 0,3-1-35 16,-4 0-25-16,0 3 8 0,-2-2 15 0,0 1 12 15,-1 3 5-15,-2 0 3 0,0 2-4 16,0 0-17-16,-3 3-40 0,0 1-89 0,-1 2-93 15,-4-1-104-15,1 2-168 0,-1 0-249 0,1 2-132 16,-5-1 63-16,2 1 192 0,1-1 223 0</inkml:trace>
  <inkml:trace contextRef="#ctx0" brushRef="#br2" timeOffset="132493.78">2284 12506 85 0,'2'0'242'0,"0"-3"109"15,-1 3 12-15,-1-1-70 0,2 1-79 0,-1 0-62 16,2-1-48-16,-3 1-34 0,2-2-15 0,-1 2-9 16,2-2 5-16,1 0 14 0,-1 0 23 15,2-1 21-15,-2-1 4 0,2-1-1 0,2-1-9 16,-2 0-17-16,2-1-24 0,-1-2-21 0,2 1-11 15,-1-3-9-15,0 1-8 0,1 1 1 0,-2-1-1 16,2-1 0-16,-2 0-9 0,-1 1-52 0,0 1-78 16,0 1-158-16,-2 1-214 0,0 3-104 15,0 0 7-15,-6 3 137 0,2 1 178 0</inkml:trace>
  <inkml:trace contextRef="#ctx0" brushRef="#br2" timeOffset="132727.87">2477 12289 155 0,'11'-7'238'15,"-3"2"16"-15,2 0-23 0,-1-1-18 0,-1 4-26 16,-2-1-22-16,1 1-7 0,-1 1 11 0,-3 1 22 16,2 1 29-16,-2 2 23 0,0 3 4 0,-1 0-14 15,-2 3-38-15,0-1-35 0,0 5-47 16,-2 1-40-16,2-1-30 0,-3 3-21 0,1 1-12 15,1-3-10-15,-3 1-32 0,1-3-68 0,-1-1-79 16,1-1-134-16,0-2-232 0,-1-1-143 0,1 0-1 16,0-2 145-16,0-5 199 0</inkml:trace>
  <inkml:trace contextRef="#ctx0" brushRef="#br2" timeOffset="144144.16">2417 8151 75 0,'3'0'187'0,"0"0"19"0,-3 0-12 0,2 0-29 15,1 3-22-15,0-3-19 0,2 1-22 16,-2-1 6-16,2 2 2 0,4-1 11 0,-2 1 5 15,-1 1-3-15,4-2 15 0,-1 1-7 0,-1 0-1 16,2-1 6-16,-1 0 2 0,0 1-9 0,-1 0-17 16,2-1-18-16,-1 0 68 0,1 1 21 15,-1-1-3-15,2 1-1 0,-1-1-4 0,1 0-6 16,0-1-67-16,0 2-45 0,0-1 28 0,2 1 30 16,0 0 31-16,0-1 17 0,0 1 4 15,1-1-4-15,-1 1-45 0,3-2-37 0,-2 0-38 16,2 0-17-16,-2 0-11 0,1 0-5 0,0 0-3 15,0-2 1-15,0 1-2 0,0 1-3 0,0-2 0 16,-2 1 0-16,3-1-2 0,-3-1 2 16,0 1-2-16,2 1-1 0,-1 0 1 0,-1-1-1 15,2-1 4-15,-3 2-1 0,0-2 1 0,1 1 2 16,0 0 2-16,-1 0 1 0,-1-1 0 0,2 0 31 16,-2 0 24-16,2 1 8 0,-4-2 6 0,4 4 0 15,-2-4-3-15,1 4-28 0,-2-3-20 0,1 1-12 16,0 1-5-16,0-2-3 0,-1 1 0 15,2 0-3-15,-1 0-1 0,-1 1 0 0,2 0-3 16,-2-1 0-16,1 2-1 0,0-2 2 0,-1 1-2 16,-1 0 2-16,2 1-1 0,-3-2-1 0,0 1-1 15,3-1-2-15,-3 1 4 0,0 1 0 16,0-2 3-16,1 1 3 0,1-1-1 0,-2 2-1 16,1-3-3-16,-1 1 0 0,2 1-1 0,-2 0-3 15,1-1 3-15,-1 1-1 0,0-1 1 16,1 1-2-16,1 0 1 0,-2 1 3 0,0-2 0 15,1 0 1-15,-1 1-3 0,0 0 4 0,-2 1-3 16,2-2-2-16,0 0-1 0,-2 1 2 0,1 1 0 16,2-2-2-16,-3 1-1 0,1 1 0 15,1 0 0-15,1-2 2 0,-3 1 2 0,2 1-1 16,-1-2 0-16,4 2 3 0,-3 0 0 0,1-1-3 16,-1 1 0-16,3-3 0 0,-3 3-1 0,0 0-1 15,3 0-2-15,-2-2 1 0,1 2-2 0,1-2 3 16,-1 2 3-16,-1 0 0 0,2-3 0 15,-3 3 0-15,3-2-2 0,-2 2-3 0,1-1-2 16,0 1 2-16,-1-3 1 0,0 3-2 0,-1 0-1 16,2-2 4-16,-1 2-3 0,1 0 3 0,-2 0 0 15,3 0 0-15,-3 0 5 0,0 0-2 16,0 0 3-16,1 0-3 0,-1 0 1 0,0 0 4 16,3 0-2-16,-3-2 3 0,0 2-1 15,0 0-3-15,1 0 2 0,-1-2-4 0,2 2 2 16,-2 0-4-16,2 0 1 0,-2 0 1 0,0 0-1 15,3 0 0-15,-3 0-1 0,0 0 1 16,3 0 1-16,-3 0 0 0,0 2-2 0,2-2 3 16,-1 0-1-16,1 2-2 0,-1-2-1 15,2 0 1-15,-1 0 1 0,-1 0-2 0,3 2 0 16,-2-2 3-16,1 0-2 0,2 3 2 0,-2-3 2 16,0 1 0-16,3 0 1 0,-1 0-5 15,1-1 2-15,-3 0-4 0,3 3-1 0,-1-3-2 16,3 0 1-16,-3 0 5 0,-1 0-1 0,4 2 3 15,-3-2 0-15,1 0-1 0,0 0 0 16,0 2 1-16,1-2 0 0,0 0-1 0,-2 0 1 16,1 0 0-16,0 0 0 0,1-2-5 15,-1 2 0-15,0 0 0 0,2 0-3 0,-3 0 2 16,1 0-3-16,-1 0 4 0,1 0 1 16,-3 0-1-16,3 0 0 0,0 0 3 0,-2 0-1 15,0 0-4-15,1 0 3 0,-2 0 1 0,3 0 3 16,-3 0 1-16,1-2 0 0,1 2 2 0,-3 0-2 15,2 0 1-15,1 0-2 0,-2-3 1 16,2 3-1-16,-2-1 3 0,1 0-1 0,-2 1 1 16,1-1 1-16,0 1-3 0,0-3 3 15,2 3-3-15,-2 0 0 0,-1-2-2 0,2 2-1 16,-2 0 0-16,-1 0 0 0,2 0 0 0,0 0-2 16,-1 0 0-16,2 0 5 0,-2 0-3 15,1 0-2-15,1 0 2 0,0 0 2 0,0 0 2 16,-2 0-4-16,-1 0 3 0,1 0-1 15,1 0-1-15,-2-2-1 0,-1 2-2 0,1 0 2 16,0 0-2-16,-1 0 1 0,1 0 1 0,-1 0-1 16,-2 0 4-16,2 0-3 0,1 0 0 15,-1 0 1-15,-1 0 1 0,1 0-2 0,-2 0-2 16,3-2 2-16,-2 2 0 0,1-1-1 16,-2 1-1-16,2 0 2 0,0-1 1 0,-2 1-1 15,2-2 1-15,0 2 2 0,-2 0-2 0,2 0 0 16,-1 0-2-16,0-2 3 0,1 2 0 15,0 0-2-15,-1-1 1 0,2 1-1 0,-1 0-1 16,2 0 0-16,0 0-2 0,0-1-1 16,0 1-2-16,2 0 3 0,-2-2 0 0,1 1 0 15,3-1 1-15,-1 1 2 0,1-1-2 0,-2 1 0 16,3-3-1-16,-1 1 3 0,2 1 4 16,0-3 1-16,-2 3 5 0,3-2-3 0,0 0 4 15,-2 1-2-15,2-2-2 0,-1 2 2 16,1-1-2-16,-1 0 3 0,3-1-1 0,-3-1-4 15,3 1-3-15,1 0 1 0,-2 1 1 0,2 0-1 16,0-1-3-16,0 0 4 0,0 0 2 16,-2 1-4-16,2-2 3 0,-1 1-1 0,1-1 1 15,-2 2-3-15,0-2-5 0,1 2 2 0,-2-1 0 16,-1 1-2-16,0 0 0 0,-2-1 0 16,0 2 3-16,-1-1 1 0,-2 2-3 0,1-1-2 15,-2 0 3-15,0 1 1 0,-3 2-1 16,1-1 1-16,-1 0 1 0,-2 1 1 0,1 0-1 15,0 0 3-15,-1 0-4 0,0 0 1 16,1 0-3-16,-1 1-2 0,4-1 0 0,-3 1 1 16,-1-1 3-16,3 0-6 0,-1 2 6 0,0-2 1 15,1 1 4-15,-1 1-4 0,1-2-1 0,2 2 2 16,2-1-1-16,-1 1-1 0,3-2-6 16,-1 0 2-16,2 1-2 0,0-1-2 0,0 0 1 15,1-1 0-15,3 1 5 0,-3-2 1 16,3 1 1-16,1-1 5 0,-2-1 0 0,1 1-1 15,1 0 0-15,0-1-3 0,-2 0 4 0,2 2-5 16,-2-3 3-16,1 2 1 0,-3 0-1 16,0-1 1-16,-2 0-6 0,-1 3-10 0,-4 0-41 15,1 0-115-15,-4 1-157 0,-1 1-268 0,-2 1-273 16,0 0-257-16,0 0-109 0,-3-1 297 16,-3-1 457-16</inkml:trace>
  <inkml:trace contextRef="#ctx0" brushRef="#br2" timeOffset="145953.82">2469 10108 129 0,'5'-1'228'0,"1"1"76"0,-1 0-60 15,0 0-83-15,1 1-55 0,-1 0-21 0,1 2-13 16,2-3-2-16,0 4-7 0,0-2-8 0,3 0-10 15,-2 2-6-15,1-3 7 0,0 2-7 16,2-2-4-16,-1 2 16 0,2-1 6 0,-1-1 6 16,1 1-12-16,3-2 16 0,-2 1 14 0,2-1-11 15,0-1-5-15,1 1-3 0,2-2-1 0,-1 1-25 16,2-1-14-16,0-1-3 0,-2 2-3 16,2-2-3-16,0 0 26 0,0-1 14 0,2 0 7 15,-1 2 44-15,-1-3 24 0,2-1 7 0,0 4-15 16,-2-4-37-16,0 1-14 0,2 1-53 0,-1 0-27 15,1-1-13-15,0 1-12 0,-1-1 20 16,1-1 5-16,1 2 9 0,-2 1 2 0,1-1 0 16,2-1 2-16,-1 2 2 0,0-1 1 0,-1 0-3 15,0 1 5-15,0-1 29 0,-1 2 63 0,1 2 82 16,-2-5 48-16,0 4 19 0,0 0 3 0,0-3-27 16,-2 3-58-16,-1-2-70 0,1 1-43 0,1 0-22 15,-3 0-13-15,1-1-9 0,0 2-4 16,1-2-1-16,-3 1-2 0,1 1-2 0,1-1 0 15,0-1-2-15,0 2 0 0,-1-1-2 0,1 1 0 16,-3-1-4-16,4 1-1 0,-2-1 1 0,1 1 5 16,0 1 3-16,-1-2 4 0,0 1 8 15,1 0 3-15,-1-1-4 0,2 0 1 0,-1 0 0 16,-1 0-1-16,1 0-2 0,-1 0-1 0,1-1 1 16,-1 2-1-16,0 0-2 0,1-1 2 15,-1 1-2-15,0-2 0 0,-2 1 1 0,3 2-2 16,-2 0 1-16,2-3-2 0,-3 1 1 15,2 2 5-15,0-2 41 0,1 2 23 16,-1-2 13-16,0 0 3 0,0 1 1 0,-1 1-9 16,0-1-37-16,0-1-22 0,0 0-12 0,2 1-6 15,-2 1-4-15,2-1 0 0,-3-1 0 0,3 0-3 16,-2 1 1-16,2 0-1 0,-2-1-1 16,0 1 0-16,1-1 0 0,1 1-2 0,-2-1 1 15,2-1 0-15,-3 2-1 0,4-1-2 0,-4 1 2 16,3-2 0-16,-1 1 2 0,0-1 0 15,-2 1 4-15,3 0 4 0,1-1-6 0,-2 2 1 16,1-1 2-16,-1 0 4 0,3 0 1 16,-3-1-3-16,3 2 6 0,-2 0 0 0,2-1-1 15,0 2-3-15,0-1-2 0,0-2 3 0,3 3-1 16,-3-2-2-16,0 2-3 0,3-3 3 16,-3 1-3-16,3 0 0 0,0 0-2 0,-1 0 2 15,1 1 1-15,0-2-1 0,-1 1-2 0,1 1 1 16,-2-2 0-16,1 1-1 0,1 2 2 15,0-1-3-15,2 0 4 0,-2 1-2 16,0 0 0-16,2 0-1 0,1 0-3 0,-4 1 2 16,4 0-1-16,-1-1-3 0,1 2-4 0,-1 0 2 15,-2-1 0-15,3 0 3 0,-1 1 3 0,1-2 6 16,-4 3 0-16,4-3 2 0,-3 1 1 16,2-1 0-16,-2 0-1 0,2 2 0 0,0-2 0 15,-1 0 1-15,1 0-1 0,0 0-2 16,1 0-1-16,0-2 1 0,2 2 0 0,0-1 15 15,-1 1 5-15,0 0 7 0,1 0-1 0,0 0 0 16,0 0-5-16,1 0-13 0,-1 0-9 16,0 0-1-16,1 1-4 0,-2-1 1 0,1 0 0 15,1 2-1-15,-1 0-2 0,2-2-6 0,-3 1 3 16,1 0 2-16,0 1 0 0,-3-2 5 16,1 3 0-16,-1-3 3 0,-2 0-1 0,-3 0-2 15,-2 0 5-15,-2 0-10 0,-3 0-18 16,-4 0-117-16,-3 0-179 0,-7-5-289 0,-2 3-269 15,-6-3-254-15,-6-1-128 0,-4-3 338 0,-6-1 489 16</inkml:trace>
  <inkml:trace contextRef="#ctx0" brushRef="#br2" timeOffset="147246.53">3206 8436 194 0,'2'0'324'0,"-2"-2"116"0,1 2 8 16,-1-2-54-16,0 2-52 0,0-1-39 0,2 1-16 15,-2 0-9-15,0 0-7 0,1 1 4 0,-1-1 0 16,2 2-5-16,-2 0-17 0,0-1-17 16,2 0-20-16,-1 3-24 0,-1 1-23 0,0-3-21 15,0 4-20-15,0-1-20 0,0 1-21 0,-1 0-23 16,1 1-16-16,0 2-6 0,0-1-2 0,0 2 1 16,0 2 7-16,-2 0 12 0,2 2 6 0,0 0 6 15,0 2 1-15,-2 1 0 0,1 0-6 16,1 1-15-16,-2 2-10 0,1 0-11 0,-1 1-10 15,0-2-8-15,1 1-8 0,-1 3-2 0,1-3 5 16,-1-1-8-16,-1 2 2 0,1 0-1 0,-1 0-1 16,0-1 1-16,2 2-2 0,-3-1-1 15,3 0 0-15,-1 1-4 0,1 3 4 0,-1-3-1 16,-1 4-3-16,3-1 8 0,-2 1-1 0,2 0 16 16,-1 2 22-16,-1-1 13 0,2-1 8 0,0 4-1 15,0-2 2-15,0 0-13 0,0-1-19 0,-2 0-10 16,2 0-6-16,0 1-2 0,-1-2-3 15,-1 3-2-15,1-4-1 0,-1 2-2 0,0 1 0 16,-2-2 7-16,2-1 4 0,-1 1 3 0,0 0 3 16,1-3 0-16,1 1-2 0,-1-4-7 0,-1 1-4 15,1-1-3-15,1-2-6 0,-1-2 1 16,0-1 0-16,1 0 0 0,1-1 1 0,-2-2-2 16,2 0 1-16,-1-2-2 0,1 0 3 0,-3 1-3 15,3 1-2-15,0-4 4 0,0 1 3 0,0-1 0 16,0 0 2-16,0 1-3 0,0-1 3 0,0-1-2 15,0 0-1-15,0 4 0 0,0-3 1 16,0 1 2-16,-2 1-1 0,1 2 1 0,1-1 0 16,0 1-1-16,-2-2 0 0,2 1-1 0,0-2 1 15,-1 0 0-15,-1-2-1 0,2 2-1 0,-2-1-1 16,2-1 0-16,0-1 1 0,-1 0-1 16,1 0 0-16,-2-1 2 0,2-1-1 0,0 0 0 15,0 0-1-15,-1-2-1 0,1-1-1 0,0 0 1 16,0-1 1-16,0 2-2 0,0-2-4 0,-2-2-4 15,2 1-16-15,-2-2-43 0,2-1-47 0,-1-3-45 16,-1 1-59-16,-1-3-116 0,1 0-129 16,1-1-122-16,-2-2-190 0,1 2-248 0,2-2-143 15,-1 1 138-15,1 2 340 0,-2-3 334 0</inkml:trace>
  <inkml:trace contextRef="#ctx0" brushRef="#br2" timeOffset="147653.87">3007 9837 45 0,'-2'-2'246'0,"2"0"131"16,0 2 100-16,-3-1-60 0,3 0-91 0,0-1-61 15,0 2-42-15,0-1-21 0,0 1-16 16,0-2-13-16,0 2-16 0,0 0-16 0,3-1-14 15,-3 1-13-15,0 0-26 0,2 0-18 0,-1 0-17 16,1 1 21-16,-1 1 50 0,3-1 58 16,0 2 54-16,1 2 37 0,0-1 15 0,1 4-29 15,-1-1-51-15,1 4-46 0,-1-2-51 0,0 2-39 16,1 3-22-16,2 1-10 0,-2-1-15 0,1 2-10 16,-1 0-3-16,3-2 0 0,-2 1-4 0,-1-1-5 15,2-1 1-15,1 1 0 0,-1-3-5 0,-1-3 0 16,-1 1 0-16,3-1-1 0,-2-4 1 15,-1 0-3-15,1 0 4 0,-1-3-1 0,3-2 1 16,-2-1-1-16,-1-2 1 0,2-1 1 0,0-4 1 16,-2-1 1-16,2-3-5 0,-1-3 3 15,0 0-4-15,1-4-3 0,0 1-35 0,-3-5-115 16,0 1-157-16,1-1-279 0,-3 3-270 0,0-6-268 16,0 2-122-16,-1-4 301 0,-2 1 471 15</inkml:trace>
  <inkml:trace contextRef="#ctx0" brushRef="#br2" timeOffset="148422">3098 8628 157 0,'0'0'303'0,"0"0"131"0,0-2-35 0,0 2-84 16,0-1-66-16,0 1-45 0,0 0-20 0,0-1-3 15,0-1 57-15,0 0 33 0,0 2 21 0,0-2 15 16,2 0 8-16,-1-1 2 0,1-2-27 15,1-2-22-15,-1 2-26 0,1-3-31 0,-1 1-33 16,1 0-40-16,0-2-37 0,-1-2-29 0,1 2-25 16,3 1-20-16,-3-3-7 0,2 2-4 15,-2-1-2-15,2 0-1 0,1 1-2 0,2-1 1 16,-2 0-4-16,2-1-3 0,0 3-5 0,2-4 0 16,-2 3 2-16,0 0-2 0,1 0 0 0,-1 2 0 15,0 1 0-15,-2 0 0 0,1 3-2 0,-1 0 2 16,-3 1 0-16,2 1 7 0,-2 2 13 0,0 3 31 15,2 0 22-15,-2 4 9 0,0 0 3 16,-1 1 1-16,2 3-11 0,-2 2-27 0,1-2-22 16,-3 2-9-16,2-1-7 0,-1 0-5 0,1-1-3 15,-2 1 3-15,2 1-1 0,-1 0 4 0,-1-1 0 16,0 1-14-16,0 0-36 0,0 2-37 16,-3-2-81-16,1 0-156 0,-3 1-195 0,-2 0-293 15,2-1-248-15,0 4-221 0,-3-5 84 0,2 1 461 16</inkml:trace>
  <inkml:trace contextRef="#ctx0" brushRef="#br2" timeOffset="149105.88">2551 9231 133 0,'2'-5'335'16,"0"3"176"-16,-1-3 153 0,-1 2-48 0,0 1-59 15,-1 1-39-15,1-2-29 0,-2 1-33 0,2 1-58 16,-2-1-86-16,1-2-74 0,-1 4-52 0,-1-2-38 16,1 2-36-16,1 0-23 0,-2-3-19 15,1 3-11-15,1 3-12 0,1-3-13 0,-2 2-11 16,-1 4-11-16,1 1-8 0,2 3-4 0,-1 1 2 15,1 3 0-15,1 2-2 0,1 2 2 0,0 3 1 16,1 0-2-16,0 3-3 0,3-4-1 16,-1 2 5-16,0-4-1 0,-1-1-2 0,1 0-4 15,2-4 0-15,0-4 1 0,-2-3 0 0,3-2-3 16,-3-3 4-16,4-3 6 0,-1-3-3 16,2-6 1-16,-2-4-2 0,1-4 2 0,2-5-1 15,-3-2-2-15,3-6 2 0,-2-2-3 0,1 0 0 16,1-3 1-16,-1-1 1 0,-1-1 3 0,0 3 1 15,-2-5 3-15,-1 2 5 0,-1 3 1 0,-2 2 8 16,-1-3 26-16,-2 4 28 0,-2 1 36 16,-1 4 32-16,-2 2 1 0,0 2-5 0,-1 5-19 15,0 2-21-15,0 5-29 0,-1 2-28 0,1 2-12 16,1 4-7-16,-3 2-11 0,2 4-9 0,1 2-8 16,2 5-1-16,0 3-2 0,1 5-1 0,0 0 1 15,4 6 11-15,0 1 7 0,1 2-2 16,3 2 4-16,1 2-2 0,2 2 0 0,2 1-14 15,-1-2-36-15,2 1-54 0,1-2-55 0,1-2-99 16,0-2-162-16,2-1-245 0,-3-1-287 0,4 0-234 16,-1-5-177-16,-2-4 187 0,2 1 512 0</inkml:trace>
  <inkml:trace contextRef="#ctx0" brushRef="#br2" timeOffset="158479.19">9823 17704 100 0,'0'0'243'0,"1"2"110"0,-1-2 15 16,0 0-60-16,2 0-58 0,-2 0-4 0,0 0 16 15,0 0 19-15,2 0 32 0,-1 0 50 0,-1 0 17 16,0 3-2-16,2-3-21 0,0 0-32 16,-1 0-41-16,-1 0-59 0,2 0-47 0,-2 0-39 15,1 0-28-15,-1 0-30 0,0 0-20 0,0 0-14 16,0 0-14-16,0 0-6 0,0 0-13 16,0 0-3-16,2 0-4 0,-2 0-2 0,0 0 0 15,0 0-3-15,3 0 0 0,-3 0 1 0,1 0-4 16,-1 0-3-16,0 0-2 0,2 0 2 0,-1 0 1 15,1 0 1-15,1 0 1 0,-1 0 0 0,1 0 2 16,2 0-1-16,-2 0-1 0,2 0-1 16,1-3 1-16,-3 3 3 0,2 0 0 0,0-2-1 15,0 2 2-15,-1-3-1 0,2 0 0 0,-4 0-2 16,3 1 0-16,-2-2 7 0,2 0 0 0,-2-1 1 16,0 1-1-16,2-2 0 0,-1 1-2 0,0-1-3 15,-1 2 0-15,0-2-1 0,2-1-1 16,-2 0 3-16,2 1 3 0,-2 0-3 0,0-1-2 15,3 1 2-15,-3-2 1 0,2 2-3 0,-2 0-3 16,1 0 2-16,-1 1 7 0,-1-1 4 16,1-3 1-16,-2 4 0 0,4-3 5 0,-4 2 4 15,2 0 1-15,-1-2 4 0,-2 3 6 0,3-3 1 16,-1-1 1-16,-1 2-4 0,1-1-8 0,-2-1-8 16,2 0-3-16,-2 1 1 0,1 0-4 0,-1-1-3 15,2 0 0-15,0 0-3 0,-1 1 0 16,-1 0 1-16,2 0-1 0,-1 0 0 0,-1 0 5 15,0 2-3-15,2-1-1 0,-2 1-3 0,0-1-3 16,0 1 6-16,3 0-2 0,-2-1-1 16,-1 1 2-16,0-1 0 0,0 1 3 0,0 0 0 15,0-1-1-15,0 1 2 0,0 0 0 0,-1 0 0 16,-2-2-5-16,3 2 2 0,0 1-4 0,0-1 1 16,-2 0-4-16,2 1 1 0,0-1 3 0,0 4-2 15,0-3 3-15,0 1 0 0,0 2-3 16,0 0 2-16,0 0 0 0,0-1-1 0,0 3 0 15,0-1-1-15,0 1 6 0,0 0-4 0,0 0 2 16,0 0 1-16,0-2-3 0,0 2-1 0,0-2-1 16,0 2 5-16,0-1 15 0,0 1 13 0,0 0 11 15,0-1 2-15,0 1 3 0,0-2-2 16,0 2-16-16,0 0-9 0,0-1-11 0,0 1-1 16,0 0-5-16,0 0-1 0,2 0 14 0,-2 0 8 15,0 1 7-15,0-1 7 0,0 0 11 0,0 0 4 16,3 0-14-16,-2 0-4 0,-1 0-8 15,0 2 0-15,0-2-4 0,0 1-1 0,0 0 3 16,0 1-4-16,2 1 0 0,-2 0-2 0,1 0-6 16,-1 0-8-16,0 0-1 0,2 0 0 0,-2 0-1 15,0 2-1-15,2-2 1 0,-2 2-2 16,1-1 1-16,-1-1-2 0,0 3-1 0,2-2-1 16,-2 0-1-16,0 3 3 0,1-3-2 0,1 2 2 15,-2-1-1-15,2 1 0 0,-1-2 0 0,-1 2 1 16,2-1-1-16,-2 1 0 0,3-1 1 15,-3-1 8-15,2 0-3 0,-1 1-2 0,-1 1 5 16,2-2-1-16,-2 1 4 0,0-1-2 0,3-1 4 16,-3 1 3-16,1 1-8 0,-1-2 2 0,0 1-3 15,2 0-6-15,-2 0-1 0,1-1 0 0,-1 2 0 16,0-2 0-16,0 2-1 0,0-1-1 0,0-1 0 16,0 2 0-16,0-1 2 0,0-1 0 15,0 1-1-15,2-1 0 0,-2 2-1 0,0-2-1 16,0 0 0-16,2 1 2 0,-2-1 0 0,1 2 0 15,-1-3 0-15,0 3 2 0,2-2-2 0,-2 2-1 16,0-1 2-16,0-1-1 0,2 1 3 16,-1 0-2-16,-1-1 2 0,0 2 0 0,0-1-1 15,0-1 1-15,2 1-3 0,-2-1 2 0,0 2-1 16,1-2 1-16,-1 0-1 0,0-2 2 0,0 2-2 16,0-1 2-16,0-1-1 0,2 0-4 0,-2 3 1 15,0-3 1-15,0 0 3 0,2 1-3 16,-1 1 0-16,-1-2 1 0,2 1 2 0,-2 1-2 15,1-1-2-15,-1 1 3 0,2-2 0 0,-2 1 0 16,0 0-2-16,3 1 2 0,-3-3 1 0,1 2-2 16,-1 0 1-16,0 1 2 0,2-2-1 15,-1 3-2-15,-1-3 0 0,0 2-1 0,2-2 2 16,-2 1-2-16,0-1 3 0,2 1 0 0,-1-1-8 16,-1 2-4-16,0-1 5 0,2 1-5 0,-2-2 3 15,0 1-3-15,0-1 5 0,0 2 4 16,0-2-7-16,2 1 3 0,-1 0-4 0,-1-1 2 15,0-1 4-15,0 1 0 0,0 1 1 0,0 0 3 16,2-1-2-16,-2 0 1 0,1 1-2 0,-1 1 0 16,0-2 2-16,2 1-3 0,-2 1 4 15,0-3-1-15,2 2-1 0,-2-2 1 0,1 0 0 16,-1 3 0-16,0-2-2 0,2 1 2 0,-2-2 0 16,1 1-3-16,-1-1 1 0,2 1-2 0,-2-1-2 15,4 0 4-15,-4 3-2 0,2-3 2 0,-2 0 1 16,3 0 0-16,-3 0 0 0,2 0-2 15,-1 0 3-15,1 0-1 0,0 0 0 0,-1 2 0 0,1-2 2 16,-1 0 0-16,1 0 0 0,0 2-1 16,-1-2 0-16,-1 0 0 0,3 0-1 0,-3 0 1 15,2 2 0-15,1-2 0 0,0 0 0 0,-3 1 0 16,2-1 0-16,-1 0 0 0,1 0-2 16,-1 0 2-16,-1 0 0 0,2 0 0 0,0 0-2 15,-1 0 0-15,1 0-1 0,-1 0 3 0,-1 0 2 16,2 0 0-16,0 0-1 0,-1-1 1 0,1 1 0 15,0 0-4-15,-1 0 1 0,2-2 1 0,0 2 1 16,0 0-1-16,0-2 2 0,-1 2-2 0,1-2 0 16,2 2-1-16,-2 0-2 0,2-3 0 15,1 3 1-15,-3-1 4 0,2 1 0 0,1-1 1 16,-1-1-1-16,0 1-2 0,0 1 4 0,2-3-3 16,-2 3-1-16,0 0-4 0,0-2 4 0,1 2 2 15,-1 0-2-15,-1 0-1 0,0 0 3 16,-1-3 2-16,0 3-2 0,2 0 0 0,-3-2 1 15,1 2-1-15,-2 0-2 0,1-1-3 0,0 1 2 16,0 0-3-16,0 0 1 0,1 0 2 0,-1 0-1 16,-1 0 1-16,1 0 1 0,1 0 2 15,-1 0-2-15,-1 1 0 0,1-1 1 0,0 0 3 16,-1 0-1-16,1 0 1 0,-1 0 0 0,1 0 0 16,-2 2 6-16,4-2-5 0,-4 0-3 0,0 0 5 15,0 0 4-15,0 0 2 0,0 0-5 16,0 3 3-16,0-3 4 0,0 0-8 0,0 0-13 15,-2 0-38-15,0 0-62 0,0 0-70 0,-1 0-159 16,-2 0-225-16,1 0-306 0,-1-3-288 0,-2 3-212 16,1 0 10-16,-2-2 541 0</inkml:trace>
  <inkml:trace contextRef="#ctx0" brushRef="#br2" timeOffset="183221.72">8063 6728 186 0,'13'6'495'16,"-1"-2"217"-16,-2 0 107 0,0 1-153 0,0-2-317 16,2 1-171-16,0-2-80 0,1-1-42 15,1-1-21-15,0-1-8 0,2-1-9 0,1-2 1 16,-2-1-4-16,5 1-2 0,-1-1-30 0,0-1-51 15,0 2-69-15,0 0-86 0,2-1-172 0,-4 1-225 16,1 2-98-16,-1 2 51 0,-3-2 164 16,0-1 198-16</inkml:trace>
  <inkml:trace contextRef="#ctx0" brushRef="#br2" timeOffset="183403.96">8756 6669 148 0,'12'-3'245'0,"-1"0"80"0,-1-1-64 16,2 0-97-16,0-2-66 0,0 1-35 0,2 0-21 15,-1 0-16-15,1-2-9 0,2 1-9 16,0-2-18-16,-2 1-45 0,0-1-86 16,-1 1-133-16,1 0-42 0,-1-1 23 0,1 0 69 15</inkml:trace>
  <inkml:trace contextRef="#ctx0" brushRef="#br2" timeOffset="183587.1">9451 6460 65 0,'16'3'255'16,"0"0"114"-16,-5 0 100 0,1-1-138 15,0-2-138-15,-1 0-79 0,1 0-44 0,-2-4-24 16,1 3-19-16,0-2-23 0,0 0-31 0,0-1-62 15,3 1-126-15,-1 0-154 0,3-2-53 16,0 2 35-16,3 0 93 0</inkml:trace>
  <inkml:trace contextRef="#ctx0" brushRef="#br2" timeOffset="183738.81">10349 6327 39 0,'40'1'232'16,"1"2"107"-16,-5 0 104 0,1-1-116 15,-2 1-118-15,0-2-80 0,-1-1-43 0,-2-1-24 16,2-2-18-16,0 1-23 0,-3-4-52 16,-1 0-171-16,-1 0-166 0,-4-1-59 0,-1-1 17 15,-2 2 85-15</inkml:trace>
  <inkml:trace contextRef="#ctx0" brushRef="#br2" timeOffset="184486.94">8011 9553 57 0,'10'2'363'16,"-1"-1"212"-16,-1 0 149 0,0 1-15 15,4 1-300-15,1-2-194 0,3 3-94 0,1-4-44 16,2 0-26-16,2-2-9 0,4-1-9 0,5-3-2 15,0-1-7-15,4-1-7 0,2-2-5 16,5-1-30-16,-2 1-67 0,3-1-95 0,0 0-222 16,-4 4-204-16,3 0-109 0,-3-1 39 15,-2 2 177-15</inkml:trace>
  <inkml:trace contextRef="#ctx0" brushRef="#br2" timeOffset="184699.57">9380 9432 101 0,'41'6'380'16,"-4"1"189"-16,-2-1 126 0,-2 3-86 0,-3 0-290 16,0-2-157-16,-2 1-89 0,2 0-35 15,-3-1-21-15,0-1-6 0,1-1 0 0,-1-1 4 16,3 0 6-16,2-3-1 0,1 0 0 16,2-2-12-16,1 0-28 0,2-3-39 0,3 0-48 15,-1-1-52-15,-2 1-54 0,4-4-51 0,-4 2-38 16,2-3-37-16,-2 2-39 0,3-1-28 0,-3 1 48 15,0 0 85-15,0-1 94 0</inkml:trace>
  <inkml:trace contextRef="#ctx0" brushRef="#br2" timeOffset="187203.14">7669 7003 128 0,'2'-1'248'15,"-2"-1"91"-15,0 1-35 0,2-1-79 16,-1-1-57-16,-1 1-32 0,2 1-17 0,-2 0-10 0,2-1-5 16,-2 0-4-16,1 1-3 15,-1 1 1-15,0-1 5 0,0 1-1 0,0 0 8 16,0 0 9-16,0 0 6 0,0 0-3 0,0 0-10 16,0 1 1-16,0 0-7 0,0 3-15 15,-1-2-5-15,1 2-3 0,-2 0 5 0,0 0-5 16,2 3-7-16,-1-1-6 0,-1-1-14 0,2 3-10 15,0 0-11-15,-2-1 0 0,1 2 9 16,1 0 7-16,0-1 8 0,-2 0 0 0,2 1 1 16,0 2-10-16,0 0-12 0,-1-1-10 15,1 1-5-15,-2-1-3 0,2 2-4 0,0-2 0 16,-2 5-2-16,2-4-2 0,0 3-1 0,-1-1-4 16,1-1 3-16,-2 2-1 0,2-1-4 0,0 1 2 15,-1-2-1-15,1-1-2 0,-2 3 1 16,2-3-1-16,-3 0-3 0,3-1 1 15,0-3-1-15,-1 2 2 0,1-3-2 0,-2 1-1 16,2 0-1-16,0-2-1 0,-2 0 2 0,1 2 0 16,1-1 0-16,0 0 0 0,0-2 3 0,-2 3-1 15,2-1-2-15,-3 2 2 0,3-3 0 16,-2 0-1-16,2-1 1 0,0 0-2 16,0-1 0-16,-1 0-6 0,-1-2-4 0,2-1-11 15,-1 0-42-15,-1-1-59 0,0-2-74 0,1-2-81 16,-1 1-94-16,1-3-131 0,-1 2-172 0,2-1-66 15,-2-2 75-15,2 1 168 0,-4-1 191 16</inkml:trace>
  <inkml:trace contextRef="#ctx0" brushRef="#br2" timeOffset="187543.84">7581 7318 26 0,'0'0'235'16,"0"0"128"-16,0 1 116 0,0-1-78 0,2 0-119 16,-2 3-88-16,0-3-52 0,0 0-36 15,0 2-18-15,0 2-15 0,0-2-11 0,1 1-8 16,-1 2 2-16,2 1 11 0,-1 0 7 0,1 1 12 16,0 1 8-16,0-1 2 0,3 2 6 15,-2 1-2-15,1-2 7 0,0 3-9 0,1-1-4 16,0 1 1-16,4-1 10 0,-2 1-3 15,-1-2-10-15,2 2-12 0,0-3-5 0,0 1-13 16,0-3-24-16,-2 2 12 0,3-4 10 0,1-1 5 16,-2-3 6-16,0 0 13 0,1-2 8 15,-1-2-21-15,0-1-11 0,1-5-7 0,-1 1-11 16,2-3-12-16,-4-2-19 0,3 1-69 16,-2-3-117-16,-1 1-158 0,-2-1-285 0,-1 1-238 15,0 1-151-15,-3-1 88 0,0-2 317 16</inkml:trace>
  <inkml:trace contextRef="#ctx0" brushRef="#br2" timeOffset="188568.18">7731 6523 140 0,'0'2'335'0,"2"1"148"0,-1-3 100 0,-1 1-138 15,0-2-125-15,0 1-73 0,2-3-62 16,-2 0-8-16,0-2-16 0,0 1-3 0,2-4 5 15,-1 0 4-15,-1 2 22 0,0-4-22 0,0 0-19 16,0-1-28-16,2-1-27 0,-2 0-30 16,0 0-20-16,0-1-13 0,0 2-8 0,-2-1-7 15,2-1-3-15,0 1-4 0,0-2-4 16,0 1-2-16,-1 0-1 0,1 1-1 0,-2 1 2 16,2-1-2-16,0 0-3 0,-2 0-3 0,2 0-34 15,0 1-66-15,-3-1-88 0,0 3-111 16,1 0-234-16,-3 3-227 0,-2 0-97 0,2 1 74 15,-1 3 230-15</inkml:trace>
  <inkml:trace contextRef="#ctx0" brushRef="#br2" timeOffset="188852.2">7586 6126 93 0,'3'-4'306'0,"1"-1"146"15,-2-1 128-15,3-2-109 0,0-3-128 16,1 1-50-16,0-4-9 0,4 1-5 0,-2-2-6 16,1 0-13-16,-1 0-29 0,3 0-41 15,-1 0-36-15,-1 2-27 0,2-1-29 0,-3 3-31 16,0 1-21-16,1 3-11 0,-1 2-12 0,-3 1-4 16,2 2 3-16,-3 2 0 0,2 3-3 0,-1 3-1 15,0 2 1-15,-2 2 0 0,2 3-10 16,-2 3-4-16,0 2-5 0,2 1-11 15,-2 2-43-15,0 2-76 0,0 1-91 0,-1 1-110 16,1 3-210-16,-1 0-240 0,-1 0-111 0,1-1 68 16,-2-2 228-16,0 0 255 0</inkml:trace>
  <inkml:trace contextRef="#ctx0" brushRef="#br3" timeOffset="210520.97">7725 9771 95 0,'3'3'292'0,"0"-2"125"0,0 0 100 15,-1 1-167-15,1 0-156 0,-1-1-96 0,-1 0-49 16,1 1-25-16,2-2-13 0,-2 2-7 0,-1-1-4 16,1 0 0-16,1 1 0 0,-1 0 2 15,1-1-6-15,0 0-25 0,-1 4-66 16,-2-5-159-16,3 2-148 0,-3 1-41 0,2-2 37 16,-2 1 107-16</inkml:trace>
  <inkml:trace contextRef="#ctx0" brushRef="#br3" timeOffset="210717.79">7886 9946 176 0,'3'5'264'0,"1"2"80"0,-1-3-82 15,-2 2-110-15,4-4-70 0,-4 2-37 0,2-2-23 16,-1 0-8-16,3-1-7 0,-2 1-3 0,0 1 4 15,-1-2-3-15,1 2-24 0,2 0-71 0,-1 0-161 16,-2 2-60-16,3-1 4 0,-2 0 50 16</inkml:trace>
  <inkml:trace contextRef="#ctx0" brushRef="#br3" timeOffset="210912.76">8051 10195 4 0,'4'8'147'16,"-1"-1"65"-16,-1-1 4 0,1 2-56 0,-1-2-57 15,-1 0-33-15,2-2-24 0,-1 2-20 0,1-1-10 16,-1-1-4-16,1 0-8 0,0-1-31 16,2 3-64-16,-4 0-115 0,2-2-34 15,-1 0 14-15,1-1 47 0</inkml:trace>
  <inkml:trace contextRef="#ctx0" brushRef="#br3" timeOffset="211119.73">8183 10434 21 0,'2'9'168'0,"-1"-1"71"15,1 0 0-15,1 1-49 0,0-1-51 0,-1 0-35 16,0-1-35-16,1-1-23 0,-2-2-20 15,3 1-11-15,-2-2-6 0,2 0-2 0,-1 0 1 16,0-2 1-16,0 1 2 0,2 1-11 0,-2-2-37 16,2 2-48-16,1 2-70 0,0-3-64 0,-1 3-57 15,0 1 21-15,-2 0 61 0</inkml:trace>
  <inkml:trace contextRef="#ctx0" brushRef="#br3" timeOffset="211325.15">8419 10734 99 0,'8'6'182'0,"-4"0"27"15,4-1-29-15,-3 0-31 0,0 3-13 0,3-3-18 16,-2 0-20-16,-1-1-25 0,1 1-28 0,-1-1-19 16,4 0-9-16,-4-1-5 0,2 0-3 15,-1 0-3-15,2-2-1 0,1 2-1 0,-1-1 2 16,-3 1-29-16,3-2-76 0,1 3-153 15,-2-2-58-15,-1 1 9 0,2 2 50 0</inkml:trace>
  <inkml:trace contextRef="#ctx0" brushRef="#br3" timeOffset="211509.99">8784 10926 33 0,'8'7'247'16,"1"-3"126"-16,-2 2 108 0,-2-4-86 15,-1 3-146-15,4-2-105 0,-5 0-60 0,2 0-27 16,-2-2-14-16,0 3-11 0,2-2-15 16,-1 0-7-16,0-1-6 0,2 1-16 0,-1 1-21 15,0-3-57-15,1 2-150 0,-1 0-163 0,3 0-59 16,-2-1 35-16,2 0 95 0</inkml:trace>
  <inkml:trace contextRef="#ctx0" brushRef="#br3" timeOffset="212022.72">9028 10799 83 0,'0'2'340'0,"-2"0"179"15,2-1 128-15,0 2-116 0,0-1-196 0,0 1-151 16,2 0-85-16,-1 0-45 0,3 0-22 0,-1 1-10 15,1 1-9-15,2-1-2 0,-1 1-3 16,2-1-1-16,1 2 3 0,1-4-3 0,-1 5 0 16,2-3 1-16,0 0-16 0,2-1-23 15,-3 2-38-15,2-3-50 0,0 1-60 0,-3 2-95 16,3 0-138-16,-5-3-111 0,2 3 10 0,-3-1 95 16,0 1 136-16</inkml:trace>
  <inkml:trace contextRef="#ctx0" brushRef="#br3" timeOffset="212215.98">9206 10944 8 0,'0'6'238'15,"-1"0"164"-15,-1 2 181 0,-1-1 23 0,-2-2-40 16,1 3-36-16,-1 0-20 0,-2-1-12 0,3 2-38 16,-1-1-63-16,-2 0-78 0,1-3-73 15,0 1-60-15,1 2-59 0,0-3-36 0,0 2-26 16,2-3-16-16,-3 2-11 0,3-2-13 16,-2 1-5-16,2-3-9 0,0 3-4 0,0-3-4 15,-1-1-3-15,1 2 2 0,-3-1-9 0,3 0-16 16,-2-2-10-16,1 2-39 0,-3-2-97 15,2-2-135-15,-1 2-159 0,0-2-281 0,1 2-264 16,0 0-166-16,0 2 130 0,-1-2 379 0</inkml:trace>
  <inkml:trace contextRef="#ctx0" brushRef="#br3" timeOffset="213191.49">9437 11035 57 0,'-1'-1'447'0,"-2"1"376"0,-1 0 280 0,1 0-27 15,0 1-293-15,-2 1-225 0,3 1-161 16,-1 1-109-16,0 0-87 0,0 3-60 0,3 0-28 16,0 4-7-16,3 3-5 0,-1 0 14 15,1 3 5-15,2 1-7 0,1-1-8 0,1 3-24 16,2 0-20-16,2-1-29 0,-1-3-16 0,3 0-9 15,0-3-5-15,3-2-2 0,0-4 0 0,0-2 4 16,0-5 0-16,1-2 3 0,-3-4 3 16,3-2 2-16,-4-5 1 0,-2-4-1 15,0 1 7-15,-4-4 10 0,-1 1 8 0,-3-2 13 16,-1 0 11-16,-2 2 13 0,-2-1 3 0,-1 3 2 16,-2 0 1-16,-3 3-3 0,2 1-4 0,-5 2-7 15,1 4-7-15,1 0-10 0,-5 3-9 16,3 3-10-16,-2 1-10 0,0 2-5 0,-1 5-5 15,2 1-6-15,0 2 0 0,0 3-3 16,2 2 0-16,1-1-2 0,2 5-1 0,1 1 1 16,2-1-2-16,2 0 1 0,2 1-1 0,2-2 0 15,1-2 0-15,0 1-1 0,4-4-1 16,0-2 0-16,1-2 1 0,0-2-1 0,4-5 1 16,-2-2 2-16,2-4 1 0,1-2 1 15,-3-5 1-15,2-1 1 0,-4-2 1 0,0 0 0 16,-3-2 1-16,1 0 1 0,-3 0 0 0,-1 1 1 15,-2-2 2-15,-3 2 4 0,-2 0 6 0,-1 3 10 16,1 0 7-16,-3 3 3 0,-3 0 4 16,3 3-2-16,-3 3-6 0,1 0-8 0,0 3-7 15,0 5-6-15,0-1-4 0,0 5-5 16,2 0-2-16,-1 4-1 0,2 0-1 0,2 0 0 16,2 2-1-16,0 0 0 0,1-1-2 0,2 1 1 15,2-3-2-15,1 1 1 0,0-3 0 16,2 1 0-16,1-4 0 0,0 0 0 0,-1-2 0 15,3-3 2-15,1-2-1 0,-2-1 1 16,1-5 1-16,-2 2 1 0,1-4 1 0,0-1 0 16,-4 0 1-16,2-2 0 0,-3 2 1 0,-2 1 0 15,0-2-1-15,-2 3 1 0,1 0-1 16,-3 3 0-16,1 1-1 0,-2 0-2 0,-2 3-1 16,0 0-7-16,-1 3-14 0,-1 2-24 15,-2 0-46-15,-2 4-81 0,-1-3-157 0,0 0-272 16,-2-2-327-16,0-3-393 0,-3-1-386 0,-6-5-11 15,-1-5 752-15</inkml:trace>
  <inkml:trace contextRef="#ctx0" brushRef="#br3" timeOffset="214013.83">7587 9454 144 0,'-4'-3'383'0,"-1"1"211"16,0 0 171-16,0 0-163 0,0 0-144 0,-1 0-93 15,2 2-60-15,-3-2-64 0,2 1-54 0,0 1-47 16,1 0-33-16,-4 0-34 0,3 0-33 15,-1 0-18-15,1 0-12 0,-1 0-7 0,0 1-6 16,1 1-3-16,-2 0-3 0,3 0-5 16,-3 2-26-16,0-2-46 0,-1 3-62 0,0-1-74 15,-2 4-90-15,1-1-112 0,-2 4-175 0,-1 2-128 16,-2-4 10-16,1 3 135 0,1 1 196 16</inkml:trace>
  <inkml:trace contextRef="#ctx0" brushRef="#br3" timeOffset="214225.79">7265 9712 79 0,'3'7'294'0,"-2"3"139"15,1-2 112-15,1-1-114 0,-1 0-152 0,1-1-97 16,0 0-47-16,0 2-21 0,0-3-18 16,2 3-26-16,-2 0-21 0,0-1-22 0,2 1-10 15,0 1-10-15,-2-1-1 0,3-1-6 16,-3 0 4-16,2-1 1 0,-2 1-1 0,2-1-2 15,0 0-2-15,-2 0-28 0,3-1-53 0,-1-3-91 16,0 4-198-16,1-4-163 0,-1 1-46 16,0-1 70-16,1 0 149 0</inkml:trace>
  <inkml:trace contextRef="#ctx0" brushRef="#br3" timeOffset="214408.79">7571 10017 106 0,'10'4'230'16,"2"1"95"-16,-2-2-11 0,0 0-98 0,0-3-61 16,0 0-36-16,-2 0-20 0,2-3-33 0,0 0-18 15,-3-4-18-15,3 1-13 0,-1 0-9 0,-3-2-4 16,2-1-23-16,0-2-50 0,1 1-124 16,-2-2-143-16,-1 1-45 0,2-1 28 15,0 2 83-15</inkml:trace>
  <inkml:trace contextRef="#ctx0" brushRef="#br3" timeOffset="214683.78">7911 9726 102 0,'5'-13'221'15,"0"-3"74"-15,0 0-39 0,-2-1-70 16,1 2-55-16,-2-4-44 0,-2 2-29 15,0-1-18-15,-2 2-6 0,-2-2 2 0,-1 1 8 16,-3-1 12-16,0 0 14 0,-3 0 14 0,-2 0 10 16,1 0 14-16,-2 2 18 0,1 2 31 0,-3-1 38 15,5 3 36-15,-3 3 25 0,1 2-2 16,2 1-18-16,0 1-46 0,2 4-50 16,0 1-54-16,0 1-43 0,3 4-43 0,1-1-58 15,0 2-86-15,2 3-122 0,1-2-275 0,1 4-177 16,1 1-67-16,1-4 103 0,4 1 228 0</inkml:trace>
  <inkml:trace contextRef="#ctx0" brushRef="#br3" timeOffset="-213738.75">11423 9949 159 0,'6'2'436'0,"-2"2"204"16,0 0 131-16,1 3-104 0,-1 1-147 16,1 3-69-16,0 3-19 0,2 0-16 0,-1 6-35 15,0 1-67-15,-3 3-76 0,2 2-78 0,-2 1-60 16,0 1-35-16,2 0-23 0,-2 0-10 0,-1-3-15 15,1-1-7-15,0-3-4 0,0-1-4 16,-1-6 2-16,-1 0-5 0,1-3-2 0,-2-2-6 16,3-3-19-16,-3-2-73 0,-3-4-142 15,1-3-160-15,-1-3-295 0,0-3-263 0,-1-4-227 16,-3-2 42-16,1-6 402 0</inkml:trace>
  <inkml:trace contextRef="#ctx0" brushRef="#br3" timeOffset="-213402.8">11464 9787 121 0,'5'0'304'16,"1"0"135"-16,-1 0 117 0,1 1-135 16,2 1-95-16,-1 1-17 0,3 0 20 0,0 2 19 15,1 1 4-15,3 1 28 0,-2 3-11 0,3-1-50 16,-2 2-31-16,1 2-43 0,-3 4-37 0,2-4-57 15,-1 6-32-15,-2-1-5 0,2 1 7 16,-4 4 19-16,-1-1 23 0,-1 2 5 0,-3 1-3 16,-1 1-17-16,-2 1-26 0,0 1-30 15,-5-2-34-15,2 4-18 0,-3-3-13 0,-1-2-6 16,-2 0-8-16,3 0-2 0,-2-2-4 0,1-4-4 16,-2 0-3-16,4-5 0 0,-1 0-1 15,1-3 1-15,0-1-1 0,2-2 0 0,-3-3-35 16,4 2-57-16,-1-5-52 0,2-1-95 15,-1 2-139-15,2-6-176 0,3 0-219 0,0-2-230 16,2-2-213-16,1-1 36 0,1-2 341 0,1-1 393 16</inkml:trace>
  <inkml:trace contextRef="#ctx0" brushRef="#br3" timeOffset="-212997.32">11801 10080 294 0,'3'-4'701'0,"-1"2"343"0,-1 0 115 0,-1 1-264 16,2 1-284-16,-2 0-207 0,-2 0-125 16,2 4-92-16,0 2-56 0,-1 1-14 0,-1 6 3 15,2 2 20-15,0 3 10 0,-1 3-9 0,-1 0-11 16,2 4-29-16,0-1-28 0,2 0-30 16,-1-1-22-16,2-2-9 0,-1-3-7 0,4-3-1 15,-1-2-6-15,0-3 2 0,1-2 0 16,2-3 0-16,1-4 0 0,1-4 5 0,-1-1 5 15,2-7 0-15,2-2-4 0,-2-4 1 0,2-2 0 16,-2-1-4-16,0-1-3 0,-2 0 0 0,-1 2 1 16,0 1 2-16,-2 1 0 0,-1 0 3 15,-2 5 1-15,1 2 2 0,-3 1 2 0,-1 3 1 16,2 0-1-16,-1 4-3 0,-1 0-2 16,0 4-3-16,-1 0-4 0,-1 4-3 0,1 3-1 15,-1 5 2-15,0 0-1 0,-1 5 3 0,1 2 0 16,-1 0 1-16,-1 4-1 0,2 1 1 15,-1 0-1-15,2 2 3 0,-1-1 0 0,0-3-2 16,-1 2-21-16,3-6-56 0,0 0-55 16,0-4-109-16,0-2-158 0,2-3-244 0,-1-3-295 15,1-2-231-15,3-3-160 0,-2-4 211 0,1-3 494 16</inkml:trace>
  <inkml:trace contextRef="#ctx0" brushRef="#br3" timeOffset="-212718.96">12062 9853 283 0,'0'-2'561'0,"1"1"201"0,-1 2 79 0,2 3-247 16,-1 0-221-16,4 2-121 0,-2 3-44 16,2-1 9-16,0 3 17 0,4 0 13 0,-2 1-9 15,-1 3-19-15,2 0-23 0,1 1-35 16,-1 0-31-16,0 3-27 0,-3 1-8 0,3 0-10 15,-4 3-6-15,0 1-5 0,-3-1-12 0,1 1-10 16,-4 1-15-16,-1 1-16 0,-2-1-8 16,-1-1 1-16,-2 0-4 0,-3 0-2 0,0-3-10 15,0 0-25-15,1-5-31 0,-4 0-80 0,3-4-139 16,-2-3-174-16,1-3-282 0,2-5-259 16,2-1-219-16,-1-5 45 0,3-2 407 0</inkml:trace>
  <inkml:trace contextRef="#ctx0" brushRef="#br3" timeOffset="-212100.74">12408 9475 281 0,'0'-1'586'0,"0"1"227"15,3 1 110-15,-1 0-222 0,-1 4-169 0,3 2-115 16,0 4-61-16,0 2-40 0,2 3-40 0,-3 3-55 16,2 3-49-16,-1 6-45 0,1 3-27 0,0 3 8 15,1 4-5-15,-3 3-2 0,0 0-15 16,1 3-7-16,-1 1-15 0,-2 0-28 15,1 1-12-15,0 3-11 0,-1-3-2 0,1-2-3 16,-1 1-2-16,-1-7 0 0,2-3 1 0,1-5-14 16,2-7-37-16,-1-5-37 0,3-5-39 0,-1-5-82 15,1-8-125-15,2-6-137 0,0-8-144 16,3-3-248-16,2-8-221 0,0-3-29 0,3-4 239 16,-1-2 346-16</inkml:trace>
  <inkml:trace contextRef="#ctx0" brushRef="#br3" timeOffset="-211830.89">12731 9912 23 0,'6'1'251'0,"-2"4"160"0,0 2 165 16,-1 2-18-16,0 6-83 0,0-2-33 16,1 1-16-16,0 4-12 0,2 1-19 0,-1 1-31 15,0-2-52-15,0 2-65 0,1-4-59 16,-1-2-52-16,2 1-42 0,-2-5-37 0,2-2-19 16,-1-4-3-16,-1-1 3 0,3-3 4 0,-2-3 10 15,0-4 5-15,-1-2-5 0,0-4-4 16,1-2-3-16,0-3 0 0,-2 1 8 0,-1-1 20 15,0-4 30-15,-3 4 28 0,0 1 18 16,-2-1 3-16,-2 1-12 0,-3-1-21 0,-4 3-27 16,2 2-31-16,-2 1-28 0,-2 3-18 0,0 3-10 15,-2 4-9-15,0 2-40 0,-2 5-55 16,3 3-46-16,-2 5-74 0,0 3-137 0,2 0-178 16,4 3-269-16,1 2-225 0,1 0-207 15,5-2 5-15,5 1 392 0,2-1 439 0</inkml:trace>
  <inkml:trace contextRef="#ctx0" brushRef="#br3" timeOffset="-211078.99">12991 9338 189 0,'2'2'321'0,"-2"0"122"16,0 0-24-16,2 3-95 0,-1-3-67 0,1 4-33 0,-1 0-6 16,-1 1 15-16,2 4 22 0,1 1 33 15,-3 4 27-15,3 4 23 0,1 2 8 0,2 5-15 16,-3 3-34-16,2 3-46 0,1 2-49 16,0 5-54-16,-1 1-47 0,4 1-39 0,-4 0-25 15,2-1-18-15,-1 1-14 0,3-4-4 0,-4-3 3 16,3-4 5-16,0-1-4 0,1-4 2 15,-2-5 1-15,-1-2-2 0,2-4-1 0,0-3-4 16,-4-4 1-16,5-4-2 0,-5-4 2 16,4-4-1-16,1-6-4 0,0-5 0 0,-1-2 0 15,2-4 3-15,-2-3 3 0,2-2 0 0,0 1 4 16,0-1 5-16,0 2 0 0,-2 0 1 0,1 3-4 16,-1 2 0-16,-1 0 0 0,-2 6-3 15,-2 1 2-15,1 3 0 0,-1 2 7 0,-1 3 7 16,-1-2 6-16,1 4 2 0,-2 2-3 15,0 2-5-15,-2 6-6 0,-1 0-7 0,0 2-7 16,0 3-5-16,-1 4 0 0,0 2 1 0,-1 1-1 16,1 3 2-16,-1 2-1 0,0 1 2 15,1-1 2-15,0 1 3 0,3-2-12 0,1-4-19 16,1 0-26-16,1-4-85 0,4-4-125 16,0-4-150-16,2-3-232 0,2-4-272 0,4-4-209 15,1-3 28-15,2-4 319 0,0-5 366 0</inkml:trace>
  <inkml:trace contextRef="#ctx0" brushRef="#br3" timeOffset="-210754.73">13578 9747 188 0,'2'-4'553'0,"-6"2"328"0,-1 4 208 0,-4 0-149 16,1 3-258-16,-1 2-193 0,-4 2-116 16,2 3-69-16,-2 3-53 0,1 0-35 0,-1 3-16 15,1 2-14-15,0 1-21 0,1 1-30 16,2 1-35-16,-1-1-33 0,4-1-26 0,0-1-22 15,2-4-9-15,0-1-9 0,6-3-2 0,0-4-4 16,3-1 0-16,3-3 2 0,0-7 3 16,5 1 1-16,-1-6 3 0,1-4 1 0,4-3-2 15,-2-3-3-15,4-2-1 0,-2-1-5 0,-3-1-3 16,2 1 2-16,-5 2-1 0,0 0 4 16,0 5 0-16,-3 0 2 0,-1 4 4 0,-3 1-2 15,0 3 0-15,2 1-5 0,-5 0 0 0,-1 5 1 16,2 0 0-16,-2 5-2 0,-2 1 1 15,2 3-15-15,-1 3-45 0,-4 0-46 0,4 3-43 16,-1 0-82-16,0-1-133 0,2-1-142 16,0 2-167-16,0-3-241 0,2 0-221 0,6-2-11 15,-4-3 287-15,4-3 382 0</inkml:trace>
  <inkml:trace contextRef="#ctx0" brushRef="#br3" timeOffset="-210568.61">13834 9775 169 0,'2'-4'648'0,"-4"2"419"16,-1-1 141-16,-2 3-207 0,0 2-311 16,-1 1-256-16,-2 1-174 0,0 3-112 0,2 3-61 15,0-1-44-15,-4 4-22 0,4 2-13 0,1 0-7 16,0 0 0-16,0 2-10 0,4 1-18 16,-1-2-78-16,2 0-129 0,0-2-151 0,0 0-261 15,5-4-274-15,0 0-226 0,1-6 30 16,1-1 344-16,2-2 380 0</inkml:trace>
  <inkml:trace contextRef="#ctx0" brushRef="#br3" timeOffset="-210358.58">14005 9812 138 0,'-2'10'477'15,"1"-1"297"-15,-3 4 221 0,-2 2-92 16,3 2-208-16,0 6-186 0,0-1-126 0,0 6-74 15,1 2-65-15,-1 4-50 0,1 4-30 0,-1 5-16 16,-1 4-17-16,0 3-22 0,1 2-23 16,0 1-24-16,1 0-46 0,1-3-61 0,1-5-81 15,0-6-166-15,1-4-245 0,-1-7-296 0,2-6-286 16,1-6-193-16,-1-10 105 0,-1-6 531 16</inkml:trace>
  <inkml:trace contextRef="#ctx0" brushRef="#br3" timeOffset="-210166.23">14103 9447 146 0,'-5'-10'742'0,"-4"6"433"0,3 6 63 16,-4 6-159-16,0 2-420 0,3 3-329 16,0 2-168-16,2 3-84 0,2 2-34 0,0 1-20 15,5 0-10-15,-1 3-8 0,4-1-18 0,2 1-80 16,0 1-145-16,4-4-193 0,1 0-287 15,3-2-269-15,1-2-209 0,3-1 92 0,1-4 427 16</inkml:trace>
  <inkml:trace contextRef="#ctx0" brushRef="#br3" timeOffset="-209972.57">14340 9703 330 0,'-3'0'937'16,"-6"2"426"-16,-1 2 60 0,0 2-262 0,-2 3-411 15,1-1-276-15,-2 4-145 0,5 0-104 16,-1 1-87-16,1 4-58 0,0-2-33 0,3 6-22 15,2-2-9-15,3-1-6 0,2 3-5 0,3 0-1 16,-1 2-2-16,5-3 2 0,1 2-4 16,1-3 0-16,3-1-7 0,1 0-23 0,0-2-62 15,1 0-63-15,-2-1-104 0,-1-3-173 16,1 1-284-16,-3-2-308 0,1 1-239 0,-2-3-160 16,-2 0 240-16,1-3 569 0</inkml:trace>
  <inkml:trace contextRef="#ctx0" brushRef="#br3" timeOffset="-204913.69">11211 9028 217 0,'2'0'332'0,"-1"2"124"0,-1-2-49 15,2 0-101-15,0-2-87 0,-1 2-50 0,-1-2-32 16,3 1-31-16,-3-2-19 0,0 0-18 0,2-1-13 15,-2-3-8-15,4 2-10 0,-4-1 0 16,2-2-12-16,-1-1-7 0,3 0-6 0,-3-3-5 16,3 2-3-16,-1-1-1 0,0-1 2 15,0 0-1-15,2 2 18 0,-1-2 14 0,-1 1 8 16,1 1 3-16,-1 1 4 0,-1 0 3 0,-1 1-19 16,2 1-11-16,-1 1-5 0,-2 0-9 15,2 1-2-15,-1 1-5 0,-1-1-3 0,0 2-8 16,0 0-34-16,-3 0-59 0,3 0-93 0,-2 2-181 15,-1-1-189-15,2 2-76 0,-3-1 58 16,1 1 163-16</inkml:trace>
  <inkml:trace contextRef="#ctx0" brushRef="#br3" timeOffset="-204694.83">11249 8782 166 0,'5'-1'302'0,"-1"1"116"0,1-2-4 0,-2 1-117 16,2-2-81-16,0 0-56 0,1 0-29 0,2 0-5 16,-2-1-15-16,2-1-22 0,-3 2-25 15,2 0-12-15,0 1-8 0,0-1-20 0,-1 3-14 16,1-2-2-16,-3 4-1 0,2 1-1 16,-1 2 1-16,-2 1-7 0,0 4-38 0,-3 1-92 15,0 4-230-15,0 2-156 0,-3 5-53 0,2 1 48 16,-3 1 148-16</inkml:trace>
  <inkml:trace contextRef="#ctx0" brushRef="#br3" timeOffset="-203652.88">11105 12303 183 0,'3'0'307'0,"-1"1"108"0,-1 1-40 0,1-2-103 16,0 2-83-16,-1-2-56 0,1 1-28 15,-1-1-15-15,-1 1-12 0,2 3-5 0,1-2-7 16,0 3 0-16,-1 2 4 0,1 1 6 0,2 1 6 15,-1 3 17-15,1 0 8 0,0 2 5 16,2 0 11-16,0 1-3 0,-1 0-13 0,-1-1-23 16,0 1-19-16,2-2-12 0,-3-1-24 15,2-3-15-15,-1 0-4 0,-2-2-7 0,1-2-3 16,-1 0 4-16,-2-2 4 0,1-2 9 0,-2 2 5 16,2-3 9-16,-2 0 19 0,1-1 8 15,-1-2 4-15,0 0-5 0,0-4-4 0,0 0-7 16,0 1-18-16,0-1-23 0,0-1-57 0,0 0-80 15,-1 1-101-15,-1 1-170 0,0 2-240 16,2 0-137-16,-3 0 32 0,2 1 183 0,-1 2 229 16</inkml:trace>
  <inkml:trace contextRef="#ctx0" brushRef="#br3" timeOffset="-203043.31">11113 12477 86 0,'2'0'317'0,"-1"0"156"16,1 0 118-16,-1 0-144 0,1 0-163 0,1 1-120 15,0 2-73-15,2 2-37 0,1-1-21 16,1 2-10-16,-1 1-8 0,4 1-5 0,-1 0-8 16,0 0-2-16,1-1 0 0,2-1 0 15,0 0-2-15,-1 0 2 0,1-3-2 0,0-2-19 16,-2-1-58-16,0-1-168 0,0-2-202 0,-2-3-93 15,-1-1 8-15,-2-3 100 0,-2 0 163 16</inkml:trace>
  <inkml:trace contextRef="#ctx0" brushRef="#br3" timeOffset="-199572.99">7553 6953 81 0,'-2'1'244'0,"0"-1"112"0,1 1 25 16,-1-1-63-16,2 0-74 0,0 2-49 16,-1-2-28-16,-1 0-15 0,2 2-8 0,0-2 0 15,-2 1-3-15,2-1 1 0,0 0 1 16,-1 1-1-16,1 1 0 0,-2-1-11 0,2 2 4 15,-2 0 5-15,1 1 15 0,1 0 9 0,-2-1 3 16,2 2 10-16,-1 1-5 0,-2 1-9 16,1 0-19-16,2 0-11 0,-1 2-19 0,-1 3-14 15,-1-1-23-15,1 3-17 0,2-1-13 0,-3 3-19 16,1 3 5-16,1 2 3 0,-1 0-1 16,-1 2 2-16,1 2-3 0,1 2 1 0,-1 0-12 15,-1 1-1-15,0 1 0 0,0 1 1 16,0-2-2-16,1 0-2 0,1-2-5 0,-1-2-9 15,0-1-5-15,1-5-5 0,-1 0 2 0,2-5 3 16,0-1-3-16,-1 1 3 0,1-7 0 16,-2 2 0-16,2-3 1 0,0-1-1 0,-2-1 0 15,2-1-1-15,0-1 1 0,-3-1-1 0,3-1-9 16,-3-2-21-16,0-2-54 0,0-1-88 16,-2-2-111-16,0-3-118 0,2 2-141 0,-2-3-190 15,1 0-180-15,-2 0-3 0,1 0 170 16,3 0 253-16</inkml:trace>
  <inkml:trace contextRef="#ctx0" brushRef="#br3" timeOffset="-199340.58">7394 7403 98 0,'-1'8'258'0,"-1"3"112"16,2-1 24-16,-1 2-94 0,1 3-82 0,1-2-60 16,-1 3-34-16,2 0-20 0,-1-1-2 0,3 2 0 15,-1 0 7-15,0-1 15 0,3 0 10 16,-1 1 10-16,0-2 2 0,1 0-13 0,-1 0-21 15,4-4-22-15,-3 2-25 0,2-3-23 16,-1 0-19-16,2-4-8 0,-1 2-6 0,0-3-2 16,0-2-2-16,1-2 2 0,1-1 0 0,1-1 2 15,1-4-1-15,1 1-4 0,1-3-11 16,1-4-50-16,0 3-80 0,0-1-146 0,0 0-243 16,1 0-148-16,-3 2-29 0,1 1 126 0,-1 0 210 15</inkml:trace>
  <inkml:trace contextRef="#ctx0" brushRef="#br3" timeOffset="-195694.87">10607 8969 95 0,'9'5'449'16,"-4"-3"264"-16,-1 1 144 0,-1-2-76 15,0 1-318-15,0-2-220 0,0 1-130 0,-1 1-61 16,4-2-29-16,-1 2-15 0,1-1-3 0,2-1 0 16,3 0 3-16,0 0 1 0,0 0 1 15,3 0 1-15,2-1 2 0,0-1 2 0,0 0-3 16,1-1 1-16,2 2-2 0,-1-2-38 16,0 1-60-16,0 2-80 0,-1-3-101 0,-1 3-190 0,0 0-218 15,-2 0-83-15,0 3 78 0,-2-3 189 16,0 0 208-16</inkml:trace>
  <inkml:trace contextRef="#ctx0" brushRef="#br3" timeOffset="-195502.9">11097 8995 116 0,'11'4'309'16,"-4"-3"128"-16,-1 2 100 0,0-2-187 16,2 1-152-16,-2-1-90 0,2 0-41 0,-1-1-24 15,-1 0-15-15,3 0-9 0,-1-1-5 16,2-2-6-16,1 2-5 0,0-2-1 0,2-2 0 15,3 1-2-15,1 0-2 0,0-3-5 0,1 1-1 16,1 1-8-16,1-2-15 0,2 1-30 0,-1 1-49 16,1 1-108-16,0 1-175 0,-1 0-60 15,1 0 31-15,-2 3 97 0</inkml:trace>
  <inkml:trace contextRef="#ctx0" brushRef="#br3" timeOffset="-195351.87">11720 8994 125 0,'10'5'237'15,"-1"-3"91"-15,-1 3-34 0,1-3-78 0,-1 2-59 16,2-1-29-16,-1 0-28 0,1-2-22 16,1 1-29-16,0-2-22 0,0 0-7 0,2-2-11 15,3-1-3-15,-2 0-12 0,5-2-44 0,-2 0-127 16,2 1-158-16,3-2-55 0,0 0 19 16,-1-1 76-16</inkml:trace>
  <inkml:trace contextRef="#ctx0" brushRef="#br3" timeOffset="-195202.81">12373 8928 74 0,'19'3'350'0,"-3"1"210"0,-5 2 179 16,2-1-75-16,-7 0-192 0,0-1-151 0,1-2-104 15,-4 2-72-15,5-3-53 0,-5 3-39 16,0-3-20-16,0-1-13 0,2 0-41 0,-2 0-82 16,2-1-125-16,1-2-280 0,-3 3-189 0,2 3-95 15,0-2 77-15,0 1 231 0</inkml:trace>
  <inkml:trace contextRef="#ctx0" brushRef="#br3" timeOffset="-194318.85">10371 12552 517 0,'10'7'1018'15,"0"-2"224"-15,-3-3-89 0,1 2-307 0,-3-2-405 16,0 0-231-16,1 0-103 0,0-1-58 16,2 3-26-16,2-3-16 0,2 0-6 0,0 0-3 15,2 1-1-15,2 1-1 0,2-3-4 0,0 2 3 16,4-2 5-16,0 3-8 0,1 0-52 16,0 0-93-16,2 0-115 0,0 3-134 0,0 0-235 15,1 1-275-15,0 1-147 0,-1 1 82 16,0-1 287-16,0 1 313 0</inkml:trace>
  <inkml:trace contextRef="#ctx0" brushRef="#br3" timeOffset="-194127.89">11156 12658 114 0,'15'-2'301'16,"-2"-2"141"-16,-3 1 134 0,2 1-144 0,-4 0-99 16,0-2-49-16,1 3-25 0,0-2-37 0,-3 2-39 15,2-1-53-15,1-1-42 0,-1 2-40 0,0-1-20 16,1 1-11-16,1-3-8 0,0 3-8 15,2 0-2-15,-1-1-5 0,1-1 3 16,3 1-23-16,-2-2-45 0,4 0-50 0,-1 0-80 16,1-1-179-16,-1-1-209 0,3-1-87 0,-2 4 51 15,1-6 153-15,1 3 189 0</inkml:trace>
  <inkml:trace contextRef="#ctx0" brushRef="#br3" timeOffset="-193940.81">11885 12493 273 0,'17'6'548'0,"-3"1"199"16,-1 1 80-16,-1-3-268 0,-2 1-244 0,-2 0-151 16,3 0-80-16,-1-2-39 0,-1-1-21 15,2 1-11-15,0 0-4 0,0-3-6 0,2 1-3 16,1-2 0-16,0 0 0 0,-1 0-3 0,4-2-6 16,-4-1-4-16,1 0-44 0,0 0-67 0,-2-1-101 15,-2 1-208-15,0-1-200 0,0-1-92 16,-3-1 62-16,1 0 189 0</inkml:trace>
  <inkml:trace contextRef="#ctx0" brushRef="#br3" timeOffset="-192582.77">12367 9063 209 0,'1'0'328'0,"-1"0"124"0,0 0-40 15,0 0-103-15,0 0-84 0,0 1-48 16,0-1-28-16,0 2-19 0,0-2-14 0,0 0-18 15,0 2-16-15,0-1-16 0,0 2-12 0,0 0-17 16,-1 0-11-16,1 2-1 0,-3 2-1 16,1 0-2-16,2 2 0 0,-1 3 18 0,-1 2 20 15,-1 1 27-15,1 1 37 0,-1 5 35 0,0 0 36 16,0 5 9-16,-1 2-3 0,1 4-11 16,-3 1-29-16,2 3-18 0,-3 4-21 0,1 1-12 15,-1 2 2-15,-2 2-7 0,3 2-1 16,-1 1-12-16,-1 2-14 0,1 0-7 0,0 0-17 15,1 0-12-15,-1 0-8 0,3 0-5 0,-4 0-2 16,5 0-11-16,-2-2-8 0,2 0-2 0,0 0-3 16,-1 0-3-16,1-2-6 0,0 1 5 15,0 0-4-15,-2-2-2 0,1 3-3 0,0-2 4 16,0 2 9-16,-3 0 2 0,1 2 9 0,-2-3-1 16,0 3 7-16,3-1 1 0,-1-2 4 0,-2 1-1 15,2 1-2-15,-1-4 1 0,1 1-6 16,0-1-7-16,-2 0-10 0,2-1-5 15,-2-2-1-15,1 1-1 0,-2-2 6 0,1 2 2 16,-2-1 3-16,2 0 4 0,-4 2 0 0,2 1 0 16,-2 2 2-16,-1 3-2 0,2-1 5 15,-3 1-1-15,1 2 0 0,-1 0 2 0,1 1-1 16,2-3-2-16,-1 2-5 0,0-4 1 0,2-2 3 16,0-2 1-16,2-2-3 0,0-3 3 0,0-2-1 15,2 1-2-15,0-1-1 0,-1-2-1 16,2-1-1-16,1 0 0 0,-1-1-2 15,2 0 2-15,-2-2-4 0,2 1 0 0,1-1-3 16,1-1-4-16,-1 1 0 0,0-2-1 0,-1-2 0 16,2 0-1-16,-2-2 4 0,1 0 0 0,-1 0-4 15,2-4-6-15,-3-2-6 0,3-5-25 16,-2-1-87-16,-4-6-118 0,2-6-128 16,-4-5-199-16,4-6-290 0,-3-8-225 0,2-5 5 15,-3-7 276-15,2-5 345 0</inkml:trace>
  <inkml:trace contextRef="#ctx0" brushRef="#br3" timeOffset="-191636.8">12218 9119 74 0,'3'7'446'0,"-1"-1"291"0,0-3 171 0,-1 0-59 15,2-3-247-15,1 0-173 0,0-1-104 16,2-3-53-16,-1 0-16 0,3-1-23 0,0-3-44 16,0-1-48-16,3 1-43 0,0-3-28 15,3-1-25-15,-3 2-16 0,2-2-8 0,1 0-10 16,-1 1-2-16,-1 1-2 0,0 2 0 0,-3 1-3 16,0 1-3-16,0 3 2 0,-3 1 0 15,0 4-7-15,0 2 1 0,-2 5-2 0,-1 2-2 16,-2 5 1-16,1 2-1 0,-2 2 3 0,0 1-1 15,0 0-6-15,0 3-23 0,-2-3-74 16,2 1-108-16,-3-2-136 0,3 1-219 0,-1-3-281 16,-1 1-219-16,0-1-22 0,2-1 257 0,-4-1 362 15</inkml:trace>
  <inkml:trace contextRef="#ctx0" brushRef="#br3" timeOffset="-190797.02">11747 12278 76 0,'0'-8'329'0,"3"0"181"0,-3-1 166 15,0 2-55-15,0 0-131 0,0 2-76 0,0-1-29 16,0 3-1-16,2 0-16 0,-2 1-39 0,1 2-55 16,-1 0-60-16,0 2-54 0,0 3-50 15,2 1-40-15,-1 1-28 0,-1 3-17 0,2 2-2 16,-2 2 4-16,3 1 0 0,-1 0 5 15,1 0 0-15,0 1 2 0,1 0-3 0,0 0-8 16,2-1-3-16,-1-1-12 0,2 2-3 0,-1-3-4 16,0-1-1-16,2 1 0 0,-2-3 0 15,-1 0 0-15,3-1 1 0,-3-1 2 0,2-2-3 16,-2-2 0-16,2 0-1 0,-2-1-1 16,-1-2 2-16,4-2 1 0,-2-3 0 0,-1-2-1 15,3-3-4-15,-1-1-24 0,0-5-89 0,1-2-130 16,0-2-170-16,0-1-292 0,1-2-268 15,-1-3-196-15,-1 2 95 0,-1-1 381 0</inkml:trace>
  <inkml:trace contextRef="#ctx0" brushRef="#br3" timeOffset="-190086.99">12446 11725 10 0,'0'-4'414'0,"-2"2"358"16,-1-1 268-16,0 2 53 0,1 0-308 0,-2 1-260 16,0 0-173-16,-2 0-102 0,2 2-75 15,-1 3-58-15,-2 2-53 0,2 2-30 0,-2 3-16 16,2 3-7-16,0 2-5 0,1 2-4 15,-1 1-2-15,1 1-1 0,1 0-3 0,2-2-2 0,1-3 0 16,0-1 1-16,0-1 5 0,1-5 2 16,2-3 2-16,1-3 1 0,1-3-1 15,1-5-4-15,0-5 0 0,0-3-1 0,2-6-1 16,0-3 3-16,0-5 1 0,2 0 1 0,-2-3 1 16,0-2-2-16,0 3 0 0,1-3-2 0,-3 4-2 15,1-1 0-15,-1 4-5 0,-3 2 6 16,3 3-3-16,-3 3 1 0,-1 4 3 15,1 3 0-15,-3 1 4 0,2 5-4 0,-1 4 3 16,-1 2-1-16,0 7 0 0,2 4 2 0,-2 5 0 16,2 3 4-16,-1 3-5 0,3 4-1 0,-3 2-1 15,2 3-1-15,2 0-17 0,-1 0-55 16,-2-1-112-16,3-2-145 0,0-3-261 0,0-2-280 16,1-4-233-16,3-4-52 0,-2-4 298 15,-1-3 407-15</inkml:trace>
  <inkml:trace contextRef="#ctx0" brushRef="#br3" timeOffset="-188048.97">9356 17751 72 0,'2'0'216'0,"-2"-2"96"15,0 2 6-15,2-1-65 0,-2 1-58 16,1 0-36-16,1 0-25 0,-1 0-19 0,-1 0-11 16,2 0-11-16,-2 0-5 0,0 0-11 0,2 0-15 15,-2 0-7-15,1 0-14 0,-1 0-16 0,2 0-17 16,-1 0-6-16,1 0-2 0,4 1-2 16,-3 1-4-16,2-2 6 0,-2 1 0 0,2-1 0 15,0 0 2-15,1 2 2 0,0-2 2 0,-1 0-6 16,1 0 2-16,1 0 2 0,-1-2-2 0,0 1 0 15,2-1 4-15,-1-1-1 0,-1 0 5 0,3-1-2 16,-1-1 0-16,0 0-1 0,0-1-1 16,0-3 4-16,-2 1-6 0,2 0 4 0,-3 1-3 15,2-3 5-15,0 2 0 0,-2-3-1 0,1 3 3 16,-2-4 1-16,0 1 9 0,-2 2 28 0,1-2 22 16,0 1 10-16,-1-1 8 0,-1 2 5 0,-1-1-6 15,0 1-29-15,0 1-20 0,0-3 11 16,0 4-19-16,0 1-10 0,0-1-1 0,0 1 2 15,0 0-2-15,0 0-22 0,0 0 6 0,0 1 6 16,0-2-3-16,0 1-1 0,2-2-5 0,-1 2 0 16,-1 0 1-16,0 0-3 0,2 2-1 15,-2 1-3-15,0-2 2 0,2 2 1 0,-2 0-5 16,1 2 5-16,-1-1-1 0,0 1 0 0,0 1 2 16,0 0-2-16,0-2-1 0,0 2-4 15,2-1-4-15,-2 1 6 0,1 0-4 0,-1-1 4 16,2-1-1-16,0 0 6 0,-1 1 2 0,1 1-2 15,1-1 2-15,-3-1 1 0,3 0 1 0,-3 2-2 16,3 0-2-16,-3-2 0 0,2 2 0 16,-1 0-2-16,-1 0-2 0,0 0 3 0,0 0 1 15,2 0 0-15,-2 0 40 0,1 2 86 0,-1-2 52 16,2 4 29-16,0-3 8 0,-1 0 4 0,1 1-36 16,-1 1-69-16,1 0-44 0,1 1-29 0,-3 1 3 15,4-2 4-15,-1 3 6 0,-2-2 1 0,4 2 11 16,-4 0 8-16,2 1-5 0,-1 0 3 15,1 1 1-15,-1 1 7 0,1-1-7 0,0 1-8 16,-1 0-9-16,1 2-15 0,0-1-16 0,2 1-12 16,-1 0-7-16,3 3-4 0,-1 0-3 0,1-1 0 15,2 1 1-15,-1-1-2 0,0 1 0 0,0-2 1 16,3 0 1-16,-2-4 0 0,1 3 1 16,-1-4-1-16,1 0 2 0,-2-1 0 0,1-1-2 15,1-3-15-15,-2 0-61 0,-2-4-118 0,0 0-148 16,0-2-238-16,-2 0-273 0,0-4-229 15,1-2-16-15,-3-2 299 0,-2-3 376 0</inkml:trace>
  <inkml:trace contextRef="#ctx0" brushRef="#br3" timeOffset="-182746.84">7549 7030 15 0,'2'0'254'0,"0"0"158"16,-1 2 166-16,-1-2 18 0,2 0-110 0,-2 2-74 16,0-1-33-16,0 0-25 0,0 1-30 0,0 1-36 15,-2 0-51-15,2 0-33 0,0 1-24 16,0 1-20-16,-1 0-16 0,1 3-12 0,-2 1-15 15,2-1-18-15,-2 5-13 0,2 1-10 16,-3 1-10-16,3 1-11 0,-1 1-2 0,-1 7-4 16,0-2-8-16,2 4-6 0,-1 2-7 15,-1 1-4-15,-1 3-7 0,1 0-11 0,-2 2-2 16,1 2-7-16,0-1 2 0,-1 0 1 0,1-2 1 16,0 0 5-16,1-2 2 0,-1-4 2 15,1-2-3-15,-1-3-2 0,2-5-1 0,-1-2-2 16,-1-2 0-16,3-4-1 0,-1-2-1 15,-1-1 0-15,2-2-2 0,0 0-1 0,-1-1 1 16,1 0 0-16,-2-2 2 0,2 1 5 0,0-1 0 16,0-1 3-16,0 2-2 0,0-2-3 15,-2 0 1-15,2 0 0 0,0 0-4 0,0 1-3 16,0-1 4-16,0 0 0 0,0 0 1 16,0 0-1-16,0 0 3 0,0 0 1 0,-1 0-2 15,1 0-2-15,0 0-3 0,-2 0-2 0,2 0 1 16,0-1-2-16,-2 1-3 0,2 0 0 0,-1-2-7 15,-1 1-9-15,2 1-12 0,-1-2-14 16,-1 1-34-16,-1-2-65 0,0 0-92 16,-2-1-106-16,0 0-120 0,2 0-162 0,0 0-194 15,-2-1-131-15,0 0 61 0,1 1 214 0,-4-1 262 16</inkml:trace>
  <inkml:trace contextRef="#ctx0" brushRef="#br3" timeOffset="-182463.8">7342 7632 185 0,'2'1'304'16,"2"1"117"-16,-2 1-44 0,1 0-83 15,0 1-54-15,-1 1-18 0,3 1 15 0,-2-1 25 16,2 3 25-16,1 1 18 0,0-1 6 16,-1 3 7-16,3 0-11 0,-2 1-12 0,4-1-26 15,-4 2-32-15,2-1-40 0,0 1-46 0,1 0-39 16,-1-1-40-16,0-3-31 0,0-1-20 15,3 0-10-15,-3-2-6 0,0-3-4 0,4-1 2 16,-2-4 4-16,1-2-2 0,3-4 2 0,-1-2-1 16,1-2-4-16,-1-4-1 0,1-1-5 15,0-1-1-15,2-1-7 0,-2 0-43 0,-2-2-103 16,-2 3-143-16,2 1-240 0,-4 1-270 16,1 2-239-16,-3 1-85 0,-1 3 259 0,-2 2 401 15</inkml:trace>
  <inkml:trace contextRef="#ctx0" brushRef="#br3" timeOffset="-181734.88">7266 7874 245 0,'5'7'561'0,"-2"-2"216"0,1 0 84 0,0 0-231 16,5 1-275-16,1-2-185 0,4 1-87 15,2 0-4-15,6-3 0 0,5 2 0 0,3-2 1 16,6 0 73-16,2-2 43 0,5 0-10 0,3-2-6 15,0-3-14-15,1 3-8 0,4-4-69 16,-2-2-44-16,1 2-27 0,0 0-7 0,-2 0-6 16,1 0 3-16,-4 2-35 0,-4 3-94 15,-2-1-128-15,-4 4-203 0,-2 2-277 0,-6 3-247 16,-4 2-111-16,-5 4 195 0,-6 2 366 0</inkml:trace>
  <inkml:trace contextRef="#ctx0" brushRef="#br3" timeOffset="-181302.98">7206 9486 234 0,'0'13'504'0,"2"-5"189"16,-1 1 84-16,1-3-234 0,4 0-247 0,5-2-147 16,2-1-71-16,4 0-30 0,4-4-12 15,8-3-4-15,2 0-3 0,8-1-27 0,1-7 10 16,6 1 3-16,1-2 1 0,4-1-4 16,-2-4-5-16,3 0 18 0,-1-2-18 0,1-1-16 15,-2 2-16-15,0-4-54 0,-3 4-89 0,-1-1-210 16,-4 1-211-16,-4 1-112 0,-3 1 2 15,-6-1 164-15,-4-1 221 0</inkml:trace>
  <inkml:trace contextRef="#ctx0" brushRef="#br3" timeOffset="-180966.93">8231 8053 296 0,'1'-10'595'0,"-1"2"218"0,0 2 76 16,-1 2-238-16,-1 4-262 0,2 0-159 16,-1 6-82-16,-1-1-40 0,2 5-10 0,0 1 1 15,0 4 22-15,0 4 25 0,2 0 23 0,-1 5 14 16,1 2-8-16,-2 4-21 0,1 2-32 15,-1 3-27-15,0 1-23 0,0 3-19 0,0 3-12 16,0 3-8-16,0 4-12 0,-1 1-6 0,1 4-4 16,0 2-5-16,-2 4-6 0,2-2-7 15,0 5-13-15,-1-3-23 0,-3-1-72 0,1-4-110 16,-2-2-130-16,-1-6-176 0,0-4-280 0,0-6-224 16,-1-6-41-16,-1-7 231 0,-3-9 341 15</inkml:trace>
  <inkml:trace contextRef="#ctx0" brushRef="#br3" timeOffset="-180708.89">8031 8881 249 0,'-6'15'492'0,"-3"2"183"15,2 3 84-15,-1 2-225 0,2 3-176 0,0 1-87 16,3 0-31-16,1 4-18 0,2-2-12 15,2 0-38-15,1 3-48 0,3-4-46 0,0-2-32 16,4 2-23-16,0-4-12 0,2-3-4 0,1-3-4 16,1-4 3-16,0-4-2 0,2-3 4 15,0-6-1-15,-1-6-2 0,0-4-15 0,2-8-60 16,-4-3-84-16,3-7-91 0,-4-1-109 0,-2-3-190 16,2-2-221-16,-5-4-62 0,-1 0 111 15,-4-5 204-15,-1 0 221 0</inkml:trace>
  <inkml:trace contextRef="#ctx0" brushRef="#br3" timeOffset="-180475.03">8158 8174 44 0,'3'-11'358'0,"0"2"222"0,-1-2 156 15,1 0-12-15,-1 0-268 0,1-3-193 0,1 1-109 16,1-1-53-16,2 1-26 0,1-1-19 15,0 2-25-15,2 2-16 0,0-1-9 0,1 4-1 16,2 1-3-16,-2 0 1 0,4 4 2 0,-2 4 7 16,0 2 1-16,-2 2 1 0,2 5 2 15,-1 3-3-15,-1 5-42 0,2 2-85 0,-2 3-122 16,-1 2-277-16,0 5-179 0,0 0-85 0,-2 3 94 16,3 1 222-16</inkml:trace>
  <inkml:trace contextRef="#ctx0" brushRef="#br3" timeOffset="-179852.94">8610 8680 173 0,'-3'-6'768'0,"0"0"413"0,-2 1 47 0,-1 3-155 15,-2 0-428-15,1 0-298 0,-2 2-133 0,1 2-69 16,3 1-34-16,-1 2-21 0,0 2-19 16,1 2-27-16,2 2-24 0,1 2-10 0,2 4-10 15,0 0-3-15,2 0-3 0,3 1 0 16,1 0 0-16,0-1-2 0,2-2-1 0,0-3-1 15,1-5 4-15,1-2 1 0,1-6-1 16,0-7 2-16,0-7 6 0,1-5 2 0,0-8-4 16,1-6-4-16,-1-4 3 0,-1-5-4 0,-1 0-2 15,2-1-3-15,-4 0 7 0,0 2 7 16,0 1 2-16,-2 2 4 0,-4 3 3 0,1 5 6 16,-3 2-5-16,-2 3 30 0,2 7 48 0,-1 3 39 15,-1 2 16-15,1 5 0 0,-2 3-7 16,0 4-32-16,0 4-45 0,-1 6-34 0,3 5-21 15,-1 5-8-15,1 5-1 0,1 1 1 0,1 4 2 16,-1 3 3-16,3 3-2 0,1 1 1 16,0 3-13-16,2 2-47 0,-1 0-57 0,2 3-66 15,-1-1-122-15,2-1-171 0,3 1-288 0,-2-3-251 16,1-2-221-16,2 1-88 0,0-5 333 16,0-3 484-16</inkml:trace>
  <inkml:trace contextRef="#ctx0" brushRef="#br3" timeOffset="-177463.1">10204 17654 96 0,'0'0'204'0,"0"1"40"15,0-1-12-15,2 1-38 0,-2-1-35 0,1 2-31 16,-1-2-19-16,0 0-15 0,3 1-10 0,-3-1-8 16,0 0-12-16,2 0 1 0,-2 0-2 15,1 0 1-15,-1 0 7 0,0 0-2 0,2 0 0 16,-1 0-9-16,-1 0-5 0,0 0-10 0,2 0-15 15,-2 0-5-15,0 0-9 0,0 0-7 0,0 0-1 16,2 2-6-16,-1-2 2 0,-1 1-4 0,2-1 2 16,-1 0 2-16,-1 0-2 0,2 0 0 15,0 0-2-15,-1 0 0 0,1 0 0 0,1 0 0 16,0 0 0-16,-1-1 0 0,2-1 2 0,-1 1 1 16,-1-1 1-16,1 0 0 0,1-2 6 0,-1 2-2 15,0-4-1-15,2 1 3 0,-2-1 0 0,3-2-1 16,-3 1 3-16,0-1 0 0,2-1-1 15,0 0 1-15,-2-1-1 0,2-1-1 0,1 1 23 16,-3-1-14-16,2 2-8 0,-2-1-3 0,2 1-2 16,-2 0-2-16,0 0-23 0,3-1 11 0,-4 2 6 15,1-2 0-15,0 3 4 0,1-2 25 16,-3 2 15-16,2 1 11 0,-1-2 15 0,-2 2 15 16,2 2 10-16,-1 0-8 0,-1-2-1 0,0 4 4 15,0 0 4-15,0 1 3 0,0-2 4 0,0 3 1 16,0-3 4-16,0 3-3 0,0 0-4 15,0 0 9-15,0-2-20 0,0 2-2 0,0 0-29 16,0 0-24-16,0 0-13 0,0 0-31 0,0 0 4 16,0 0-18-16,0 0 10 0,0 0 7 0,0 0 5 15,0 0 2-15,0 0-1 0,0 0 1 16,0 0 1-16,0 0-1 0,0 0 0 0,0 0 0 16,0 0 3-16,0 0 0 0,0 0-6 0,0 0 1 15,0 0 1-15,2 0-2 0,-2 0 1 0,0 0 2 16,1 0 1-16,-1 0 1 0,0 0-1 15,0 0 1-15,0 0-2 0,0 0 0 0,0 0 1 16,0 0-2-16,0 0 4 0,0 0 3 0,0 2 39 16,2-2 44-16,-2 0 38 0,0 3 23 0,0-3 8 15,2 1 4-15,-1 1-23 0,-1 1-32 0,0-1-23 16,3-2-17-16,-3 2-7 0,0 2-8 16,2-2-10-16,-1 3-2 0,-1-2-2 0,2 2-4 15,-1 2-1-15,-1-1-4 0,2 1 0 0,0 2-6 16,-2 0-7-16,1 2 2 0,1 1 0 0,-1 0 3 15,1 1-3-15,0 0 2 0,-1 4 0 0,3-2-6 16,-1 0-3-16,1 2-5 0,1-1 1 16,1 1-3-16,-1-2 1 0,0-2-3 0,0-1 1 15,1-1 1-15,-2-3-2 0,3-2-3 0,-2-1-24 16,0-3-109-16,-1-2-147 0,2-2-247 0,-3-4-272 16,1-1-259-16,-3-4-153 0,-1-1 247 15,0-1 441-15</inkml:trace>
  <inkml:trace contextRef="#ctx0" brushRef="#br4" timeOffset="-162665.24">4616 12516 58 0,'2'-2'273'0,"-2"-1"153"15,1 1 149-15,-1 1-66 0,0-1-66 0,-1-1-23 16,1 2 1-16,-2 0 11 0,2-1-3 0,-3 2-27 16,3-2-43-16,-2 1-64 0,1 0-52 15,-1-3-48-15,-1 3-39 0,0 1-20 0,2-1-1 16,-2-1 25-16,1 2 11 0,-1-1 4 0,-1-1-7 16,1 2-19-16,0-1-19 0,-2-1-32 15,-1 1-22-15,1 1-20 0,1-2-7 0,-3 1-5 16,2-1-8-16,-1 0-5 0,-3 2-1 15,2-1-2-15,1 1-2 0,-2-1-5 0,-1 1-3 16,-1 1-1-16,0-1-5 0,0 1-2 16,0 1-5-16,0 0-3 0,0-1-1 0,0 2 0 15,-1-1-4-15,2 1-1 0,-1 1 3 0,0-1 0 16,0 1 0-16,2 1-2 0,-2 1 2 0,2 0-1 16,-1 0 0-16,-1 1-1 0,2 0 1 15,-1 0 1-15,1 4 1 0,2-2-1 0,-1 0-2 16,-2 2 1-16,3-1 1 0,-1 2-2 15,2-1 0-15,-1 0 0 0,0 1 1 0,3 0-1 16,-2-2 1-16,3 3-1 0,-1-1 2 0,3 0 0 16,0 0-1-16,0 1 5 0,3-1 2 15,2 3 2-15,0-1 0 0,4 1 0 0,1-1 1 16,1 2-6-16,3-3-3 0,0 2-2 16,4-2-1-16,-1 1 0 0,2-2 0 0,0 0 0 15,2-3-1-15,-1 2 0 0,0-3 1 0,0-1 1 16,2-1 0-16,-2-2 1 0,-2-1 1 0,2-1 1 15,-1-2-1-15,-3-2 1 0,3-1 1 16,-3-1 0-16,1-2-1 0,-2-1 2 0,0-4 1 16,-2-1-1-16,-1-1 1 0,1-1 2 15,-3-2-1-15,-1-1 0 0,1 0 0 0,-2-2 1 16,-2 1 0-16,0-1-2 0,-1 0 2 0,-2 0-1 16,-1 1 0-16,-1 0 1 0,-2 0 1 0,-1 1 0 15,-1 2-1-15,-2 0 1 0,-3 0-2 16,0 0 0-16,-1 2 0 0,-4 1 0 0,1 0-1 15,-4 1 1-15,0 1-1 0,-1 2 1 16,-1 1 1-16,-1 0-1 0,0 4-1 0,0-1 1 16,-1 3 0-16,2 2-1 0,-1 0-6 0,1 4-4 15,0 1-4-15,1 2-2 0,1 1-1 0,0 1-1 16,0 4 5-16,2-1 5 0,3 1 1 16,0 2-1-16,0 0 2 0,3 0 1 15,1 0-2-15,3 2-1 0,-1-3 2 0,4 2 6 16,1 1 3-16,1-1-1 0,4-1 3 0,-1 1 0 15,1-1-1-15,3 0-5 0,3-1-2 16,0-1-3-16,1 0 0 0,3-1-2 0,-2-3 1 16,4 0-2-16,1 0 1 0,-1-3 0 0,3-2 0 15,-4-1 1-15,3 0 1 0,-1-4 2 16,2-2 1-16,-4-1 0 0,3-3 1 0,-2-1 0 16,-1-3 2-16,0 1 0 0,-3-3 0 0,-2-1 2 15,1-2 0-15,-2-1 0 0,-2 2 0 0,0-1-1 16,-4 0 1-16,1 0-1 0,-3-1-1 15,-1 4 2-15,-1-1 0 0,0 0 0 0,-3 2 2 16,0 1-4-16,-2-1 0 0,-4 3 1 16,-1-2-1-16,-1 1 0 0,-1 2 1 0,-3 0 0 15,0 2 2-15,0 1-1 0,-2 2 0 0,1-1-2 16,-1 3-1-16,1 0-1 0,0 3-1 16,2 0-1-16,-2 3-1 0,3 0-1 0,1 1 0 15,1 2-1-15,1 1 1 0,1 1-1 16,3 2 0-16,2 0 0 0,1 0 0 0,2 4-1 15,2-3-1-15,1 4 1 0,1-1-2 0,5 1 1 16,-1 1 0-16,3-3 2 0,0 1 0 16,2-3-2-16,-2-2 2 0,3 0-2 0,-1-3 1 15,1-4 0-15,-1 1-1 0,1-3 4 16,-2-1 0-16,3-6 2 0,-2 1 2 0,0-3 0 16,-2-2 1-16,-1-3 0 0,0-1 0 0,-1-2 1 15,-1-2-1-15,-2 2 0 0,-2-5 2 0,0 1-2 16,1 1 2-16,-4-2 0 0,0 2-1 15,-4 1-1-15,1-1 0 0,-2 3 1 0,0-4-1 16,-1 4 1-16,-5 0 2 0,1 2 0 16,1 2 0-16,-4-1-1 0,2 2 2 0,0 3-4 15,0 1 0-15,0 3-1 0,1 2 0 0,-1 1-2 16,2 3-3-16,2-1 0 0,-2 4-1 0,3 4 0 16,1-1 0-16,0 1-1 0,4 5 0 15,-1-3 2-15,2 4-1 0,2-1 0 0,1-1-1 16,0 1 1-16,2 0-1 0,1-3-1 15,0 1 1-15,1-4-1 0,-1 1 0 0,2-4 0 16,0 1 2-16,-2-4 0 0,2-1 2 16,-1-2 2-16,0-2 1 0,1-2 2 0,-3-3-1 15,1-1 1-15,-1-2 0 0,-2-3 1 0,-1-1-1 16,2-5 0-16,-2 4 1 0,-2-3 0 16,0 1-1-16,-2-1-1 0,-2 3 0 0,2-2 1 15,-1 3 0-15,-2 0 1 0,0 1 2 0,-1-1-1 16,0 5 0-16,-2-1 0 0,3 2 1 0,-3 3-2 15,2 1-2-15,1 0 0 0,-3 3-2 16,5 1-2-16,-3 2-1 0,3 2-2 16,-1 1 2-16,3 2-1 0,-1 3 1 0,2 3-1 15,0-1 1-15,2 2-1 0,1 1-1 0,0 1 1 16,0-3 1-16,2-1 0 0,-3-1 0 0,3 0 0 16,-1-5 1-16,1-1-2 0,-2 0 1 15,0-1 1-15,-1-5 0 0,1-3 2 0,-1-1 1 16,-1-4 2-16,-1-2 0 0,-1-4 1 15,-1 1 0-15,-1-2 2 0,-2 0-1 0,2 1 0 16,-5 1 2-16,2 1-1 0,-2 2 1 16,-2 0-1-16,-1 1 0 0,0 2 0 0,0 1-1 15,0 2-1-15,0 2-9 0,1 0-4 0,1 2-4 16,1 2-4-16,2 0 5 0,1 4-4 16,2 5 12-16,-2-2 7 0,4 5 2 0,2-1 2 15,4 3-7-15,-2 2-8 0,2 1-41 0,1 0-69 16,2 0-79-16,1 1-143 0,1 2-230 15,0-5-316-15,2 3-312 0,-1 1-215 0,2-2-2 16,-1 2 517-16</inkml:trace>
  <inkml:trace contextRef="#ctx0" brushRef="#br4" timeOffset="-142420.86">4501 15454 54 0,'0'-7'239'0,"2"1"103"0,-2 0 65 0,0 3-94 16,0 0-73-16,0 1-43 0,0 2-18 16,0 0 21-16,-2 2 18 0,0-1 38 0,1 4 78 15,-1-1 45-15,-1 3 26 0,3-1 4 0,-2 2-19 16,1 1-42-16,-1-1-79 0,2 2-64 15,-2 1-56-15,2 1-42 0,0 1-29 0,0 2-23 16,2 2-13-16,-2 2-11 0,3 0-10 0,-3 4-7 16,2-1-7-16,-2 2-2 0,3 1-5 15,-3 0 0-15,2 2-2 0,-1-1-3 0,1-1-1 16,-2 1 2-16,2-4 1 0,-2 2 0 16,1-3-2-16,-1-2 2 0,0-2 2 0,0-2-5 15,0-1-10-15,0-4-22 0,0-2-66 0,-1-2-123 16,-1-1-136-16,0-3-178 0,-1 0-280 0,0-4-241 15,1 0-57-15,-1-4 250 0,-3-3 353 16</inkml:trace>
  <inkml:trace contextRef="#ctx0" brushRef="#br4" timeOffset="-142179.43">4428 15893 49 0,'3'11'278'15,"0"2"145"-15,1-1 124 0,-1 1-89 0,0 0-179 0,2 0-93 16,1 3-71-16,-1-2-32 0,1-1-17 15,-1 0-26-15,3-1 6 0,-1 0-15 0,0-1-16 16,1-1-7-16,0 0-2 0,1-3-4 0,-1-1-2 16,0 0 0-16,3-2 3 0,-5-1 28 15,2-3 12-15,0 0 8 0,2-3 5 0,-2 0-3 16,0-4-2-16,0-2-27 0,1-1-20 0,0-7-11 16,1 2-1-16,1-3 5 0,-1-5 3 0,1 0-10 15,1-3-38-15,3-2-64 0,0-2-177 0,3-1-215 16,1 0-106-16,1 1 15 0,-1-2 132 15,0 4 180-15</inkml:trace>
  <inkml:trace contextRef="#ctx0" brushRef="#br4" timeOffset="-140435.34">4316 12727 27 0,'-2'1'266'0,"2"2"155"0,-1-2 137 15,1-1 5-15,-2 0-213 0,2 0-93 0,0 0-52 16,2-1-41-16,-2-2-32 0,3 2-35 16,3-2-36-16,5 1 27 0,0-2 19 15,8 1 28-15,4-1 125 0,5 1 69 0,7 0 22 16,4 1-42-16,4 1-10 0,4-1-23 0,1 0-97 0,6 2-59 15,2-2-29-15,4 0-23 0,2 1 19 16,1-2 5-16,2 0-3 0,-1 0 0 16,-1 0-4-16,-2 0-2 0,-2 2-43 0,-1-3-19 15,-2 1-4-15,-4 2-2 0,-1-2-4 0,-3 3 4 16,-2-2-1-16,-1 2-4 0,-1 0-5 16,-3 0 4-16,-4 0-8 0,0 2-44 0,-5-2-69 15,-4 6-155-15,-2 1-257 0,-6 1-295 0,-1 1-304 16,-6 1-218-16,-5 0 77 0,-6 5 548 15</inkml:trace>
  <inkml:trace contextRef="#ctx0" brushRef="#br4" timeOffset="-139424.9">4210 16170 49 0,'11'4'280'0,"0"2"138"16,0-3 111-16,-1 1-78 0,1 0-201 0,5-2-105 15,2 2-26-15,2-2 35 0,3 1 23 0,7-1 67 16,3-2 102-16,7 0 29 0,4 0-19 0,7-2 23 15,6-2-8-15,3 2-60 0,6-3-82 0,5-3-49 16,4 1-28-16,-1-2-73 0,5 0-20 16,0-1-10-16,-1 0-7 0,0 1-1 0,-1-2-1 15,0 3 0-15,-3 0-15 0,2 4-8 0,-3-2-7 16,-3 1-1-16,-2 2-3 0,-5 2-4 0,-1 1-2 16,-7-2 0-16,-5 2-4 0,-5-1-7 15,-4 1-18-15,-7-1-55 0,-7-1-126 0,-4-2-169 16,-6-2-290-16,-6-2-270 0,-3-5-240 0,-7-3-27 15,-7-6 376-15,-5-5 442 0</inkml:trace>
  <inkml:trace contextRef="#ctx0" brushRef="#br4" timeOffset="-138855.48">5674 12819 209 0,'-3'22'456'0,"1"3"259"0,-1 6 242 16,2 2-144-16,1 1-143 0,1 5-107 0,-1 5-89 16,3 2-75-16,-1 7-68 0,3 5-45 15,-2 4-35-15,1 6-32 0,0 6-24 0,-1 4-32 16,-2 6-43-16,1 6-49 0,-2 5-32 0,0 2-15 16,-2 9-14-16,1 0-3 0,-2 3-6 0,-3 2 4 15,1 1-3-15,-2 1 3 0,1 0-1 0,-2-4-3 16,-1-1 0-16,1-4 0 0,-2-6 1 15,1-5-1-15,-1-3 0 0,2-6-1 0,0-8 0 16,-1-6-4-16,1-8-4 0,0-4-25 16,0-9-49-16,-1-8-47 0,-1-6-63 0,-1-8-124 15,-1-6-161-15,0-8-214 0,-3-7-245 0,-1-6-229 16,-3-4-108-16,1-10 281 0,-4-3 441 16</inkml:trace>
  <inkml:trace contextRef="#ctx0" brushRef="#br4" timeOffset="-138610.91">5276 15402 293 0,'7'21'511'0,"-2"3"177"16,2 3 126-16,-1 4-179 0,5 2-109 0,2 2-35 16,1-2-35-16,3 1-36 0,2-1-70 0,0-1-100 15,2-4-97-15,1-5-70 0,-1 1-38 16,2-8-21-16,-1-4-8 0,2-4-5 0,0-8 3 15,-1-5 2-15,1-8-1 0,0-11-2 0,-3-11-4 16,-1-10-5-16,-2-11-8 0,-1-8-9 16,0-8 3-16,-1-6-11 0,-2-8-87 0,-1-3-155 15,-2-6-282-15,-2-1-258 0,-4 0-273 0,-2-3-200 16,-6 2 206-16,-3-1 510 0</inkml:trace>
  <inkml:trace contextRef="#ctx0" brushRef="#br4" timeOffset="-138190.93">5671 12814 283 0,'-2'-6'579'0,"-1"1"300"16,2 1 185-16,-1 0-240 0,0-1-203 0,2 2-143 16,-1 2-114-16,-1-2-101 0,2 1-97 15,0 1-68-15,0-1-46 0,2 1-26 0,-2 1-9 16,1-2-6-16,3 0-2 0,0 1-1 0,1-2-4 15,0 0 3-15,4-1-4 0,1-2 2 16,-1-2-4-16,4 1 1 0,-2 0 3 0,3 0-1 16,0 0-2-16,2-1-1 0,-3 2 2 15,1 0 0-15,2 2-3 0,-5 2-1 0,3 4 1 16,-3 0-5-16,-1 5 0 0,2 3-5 0,-2 6-19 16,-5 1-79-16,1 7-129 0,-1 3-148 0,-1 3-221 15,-2 5-285-15,1 1-227 0,2 1 11 16,-2 3 320-16,-1-1 368 0</inkml:trace>
  <inkml:trace contextRef="#ctx0" brushRef="#br4" timeOffset="-136427.02">9279 17721 36 0,'2'-2'155'0,"-1"2"44"15,1 0-20-15,1-2-34 0,-2 2-25 0,2 0-17 16,-3 0-8-16,2 0-4 0,0 0 3 16,-1 0 3-16,-1 0 3 0,2 0 3 0,0 0 14 15,-1 0 4-15,-1 0 6 0,0 0 5 0,2-3-1 16,-1 3 8-16,-1 0-7 0,0 0 28 0,2-1 86 16,-2 0 68-16,3-1 39 0,-1-2 24 15,-1-1 1-15,4-1-39 0,-2-2-87 0,0-2-70 16,0-2-39-16,1-1-42 0,0-2-30 0,1-2-16 15,0 1-13-15,1-2-6 0,0-1-14 0,1 0-8 16,-1 1-4-16,-1 0-2 0,3 4-2 16,-4 0-1-16,1 0-3 0,-2 5-1 0,1 0-1 15,-1 3 3-15,-3 0 2 0,3 2 0 0,-3 1 0 16,2 0 13-16,-1 0 9 0,-1 1 8 16,0 1 5-16,3 1 2 0,-3-1 1 0,0 1-5 15,0 0-5-15,0-2-4 0,0 2-1 0,0 0-3 16,0 0 0-16,0 0-3 0,0 2 4 0,0-2 5 15,0 0 0-15,0 0 7 0,0 0 10 0,0 1 2 16,2 0-7-16,-2 3-6 0,1 1-5 16,1 3-6-16,1 1-10 0,0 1-8 0,0 3-1 15,2 2-1-15,0 1 1 0,1-1-3 0,2 2 3 16,-2 2 4-16,1 0-4 0,1-1-2 0,1 0-1 16,-2 0 3-16,1-3-5 0,1 2-1 0,-1-2-7 15,-2-2-36-15,2 2-86 0,-3-5-172 0,1 1-290 16,-3 1-288-16,0-3-301 0,-3 0-212 15,0-2 195-15,-3 1 591 0</inkml:trace>
  <inkml:trace contextRef="#ctx0" brushRef="#br4" timeOffset="-135025.05">4118 13240 122 0,'0'-6'364'0,"-2"0"237"16,-1 1 255-16,-1 3-48 0,-1 0-99 15,-1 1-90-15,-4 1-90 0,-2 3-95 0,-1 3-89 16,-4 4-54-16,-1 5-22 0,-4 3-29 16,-3 6-22-16,-4 2-22 0,-2 6-24 0,-4 3-47 15,-2 5-45-15,-4 3-23 0,-1 5-13 0,-1 3-6 16,-4 4-8-16,-1 4-1 0,-4 5-4 0,-2 7-6 15,-1 4-9-15,-5 7-10 0,-1 8-3 0,0 4-4 16,-1 12 1-16,-1 7 2 0,-3 14 3 0,1 11 6 16,0 12-4-16,2 9-5 0,3 10-1 0,3 6-1 15,9-3 0-15,1 1-5 0,4-3 2 0,7-8 11 16,3-6-5-16,4-12 0 0,6-11-1 0,2-6 0 16,7-11 2-16,0-7-7 0,7-13 1 15,1-9 1-15,4-8 1 0,2-10 0 0,2-9-3 16,3-7-17-16,0-8-38 0,2-8-50 0,1-5-59 15,0-6-85-15,0-9-131 0,1-5-145 0,-1-6-167 16,0-6-247-16,-1-7-202 0,0-8-23 0,-4-9 269 16,-1-8 385-16</inkml:trace>
  <inkml:trace contextRef="#ctx0" brushRef="#br4" timeOffset="-134372.99">3595 13502 39 0,'1'4'249'0,"3"-1"133"16,-3-2 128-16,2 1-80 0,1-2-99 16,-3 2-70-16,1-2-45 0,0 0-27 0,-1 0-40 15,2-2 120-15,3 2 122 0,-1-3 58 0,1 2 19 16,3-5 12-16,3 4 28 0,-1-4-89 15,5-2-99-15,-2-1-55 0,3-2-42 0,1 0-42 0,2-4-49 16,1-2-44-16,3-1-23 0,-2 0-23 16,3-1-12-16,-4-1-10 0,4 2-7 15,-1 0-2-15,-1 0-2 0,-1 3-4 0,-1 2-3 16,0-1 2-16,-1 3 0 0,-2 4 0 0,-1 3-3 16,-1 1 3-16,-2-1-1 0,-3 4 1 15,0 4-1-15,0-1 0 0,-3 0 2 0,0 3-1 16,-1 0 0-16,0 1-1 0,-4 2 0 15,2 2-2-15,-3 2 0 0,-2 0-4 0,-2 5-17 16,-4 2-55-16,-3 4-57 0,-4 3-71 0,-2 6-144 16,-3 3-204-16,-4 5-301 0,-4 3-247 15,-1 8-213-15,-6 2-19 0,-3 6 450 0,-7 3 496 16</inkml:trace>
  <inkml:trace contextRef="#ctx0" brushRef="#br4" timeOffset="-133464.87">942 17833 57 0,'1'-6'269'0,"-2"-1"181"0,-4 2 222 0,2-1 4 0,-2 1 1 16,2-1-9-16,-2 0-47 15,-1-1-62-15,-2 1-41 0,2 3-81 0,-1 0-90 16,7 3-69-16,-6-1-54 0,1 2-50 0,-4 2-63 15,3 2-43-15,-1 6-25 0,-1-1-21 0,3 6-11 16,-2 2-5-16,4 5-6 0,1 2-2 16,2 7-5-16,5 4 3 0,0 3 2 0,2 3-1 15,3 1 2-15,-1-1-3 0,4-4 4 16,-2-1 0-16,-1-7-7 0,0-4-1 0,0-5-2 16,-2-5 2-16,3-5 0 0,-2-4-1 0,1-7 5 15,-1-7 8-15,1-7 5 0,-4-7-1 0,1-10 0 16,-1-5 2-16,-3-8-1 0,2-7-4 15,-2-4-4-15,0-5 1 0,-1-7-2 0,-1 0 8 16,1-3-4-16,-2-2 1 0,0 2-1 0,0 5-2 16,-3 3 2-16,1 6-7 0,-3 6 6 15,2 9 2-15,0 7 19 0,-3 7 8 0,3 7 5 16,-2 7-3-16,-3 7-2 0,1 8-6 16,0 11-18-16,1 8-8 0,-1 9-6 0,2 7 4 15,2 7 0-15,0 6 1 0,3 6 2 0,3 5 0 16,2 2 2-16,3 1-6 0,3 3 2 0,2-3 0 15,1 3-1-15,3-6-1 0,2-3 2 16,-3-8 0-16,3-6-1 0,-2-7-1 0,2-7-3 16,-4-4 0-16,3-7 7 0,1-6 3 0,-4-3 0 15,2-4-21-15,-3-6-51 0,0-3-54 0,-2-6-85 16,-3-4-145-16,-2-2-180 0,-3-4-205 0,-1 0-244 16,-3-5-221-16,3 1-51 0,-1-2 325 0,-2-2 418 15</inkml:trace>
  <inkml:trace contextRef="#ctx0" brushRef="#br4" timeOffset="-133191.08">1355 17959 173 0,'14'21'279'0,"3"0"106"15,-1 2-64-15,0-1-46 0,1 0-20 0,1-1 8 16,2 1 12-16,-2-3 18 0,2-1-5 0,-1-2-21 16,-3-1-44-16,-2-5-53 0,-1-1-58 0,-2-2-47 15,0-2-31-15,-3-3-15 0,0 0 22 0,1-4 47 16,-3 0 57-16,1-4 42 0,-2-2 41 0,-2-4 24 0,-3-1-8 15,-3-4-35-15,-2-1-42 0,-3-4-37 0,-1 0-29 16,-4-2-21-16,-2 1-6 0,0 2 15 16,2-2 28-16,-1 2 15 0,1 0 4 0,-1 4-3 0,-4-2-17 15,1 4-27-15,-2 3-20 0,2 2-19 0,0 3-13 16,1 2-12-16,0 5-9 0,0 3-31 0,-1 4-47 16,2 5-44-16,-2 3-76 0,4 5-121 0,4 4-159 15,1 1-217-15,5 4-258 0,5 1-237 0,-2-1-44 16,1-1 299-16,1-1 426 0</inkml:trace>
  <inkml:trace contextRef="#ctx0" brushRef="#br4" timeOffset="-131225.05">1690 18124 52 0,'4'-1'253'0,"1"-2"156"16,-3 0 196-16,3-3-20 0,1-3-13 0,-2-4 13 0,1 0-10 15,0-2-48-15,-2-3-85 0,-1-2-99 0,1-2-98 16,-1 0-77-16,-1-2-64 0,1 0-41 0,1 1-30 15,-2 1-15-15,1 3-3 0,1-1-7 0,0 4-8 16,-1 3 1-16,-2 3-2 0,3 2 3 0,-1 2 0 16,-1 4 1-16,3 2 2 0,-1 6 1 0,4 1-1 15,-2 6-2-15,2 2 0 0,-1 6-2 0,2 0 2 16,1 5-1-16,1 2 0 0,1-1 1 0,0 2-2 16,0-1-2-16,0-1-1 0,3-1-3 0,-4-3 0 15,2-1-1-15,-2-3-1 0,1-2 6 0,-2-6-3 16,-1 0 4-16,-1-3 0 0,1-2 1 0,-1-5 3 0,0-1-4 15,-1-3 4-15,-3-4-1 0,2-3 2 0,-3 0 3 16,1-7-2-16,1-2-5 0,-2 0 0 0,-1-1-1 16,3-4 0-16,-3 3-2 0,3 0-2 0,-3 1 4 15,2 4 0-15,-1 0 0 0,1 4 0 0,-1 1 0 16,1 2-1-16,1 3 0 0,0 1-4 0,-1 3 5 16,0 2-2-16,2 1-2 0,1 2 2 0,-1 6 1 15,3-1 3-15,-2 1-2 0,0 3 0 0,1 0 0 16,2-1 14-16,-3 1 8 0,1 1 0 0,-1-2 7 15,1-1-1-15,0-3 1 0,-2 1-13 0,0-2-7 16,1-3-6-16,-1 0-4 0,-2-2 0 0,3-2 1 16,-1-2-2-16,-2-2-12 0,2-2-6 0,-2-2 0 15,2-4-1-15,-2-3-4 0,3 1 0 0,-3-3 14 16,4-1 2-16,-2-1 3 0,0 2 3 0,1-1 2 16,0 1-1-16,-1 0-3 0,1 4 5 0,1 1 0 15,-3 2-1-15,1 2 0 0,1 2 2 0,-1 3-1 16,0-2-3-16,-2 6 7 0,2 0 11 0,1 6 5 15,0 0-2-15,-1 2 6 0,1 6 1 16,1 1-6-16,-2 3-7 0,2 0-6 0,1 4 0 16,-3 1-1-16,2 3-1 0,-1-1-4 0,3 0-12 0,-2 4-37 15,-1-4-90-15,-1 2-134 0,-2-2-157 16,1-3-258-16,-1-3-269 0,1-3-178 0,-3-3 90 16,1-4 349-16,0-5 349 0</inkml:trace>
  <inkml:trace contextRef="#ctx0" brushRef="#br4" timeOffset="-131054.39">2453 17901 159 0,'7'-2'436'0,"-1"4"296"0,-1 2 241 15,0 3-155-15,2 4-204 0,-2 3-147 0,0 1-113 16,0 1-119-16,1 3-104 0,-1 3-62 0,1 2-31 16,0-1-20-16,-1 2-9 0,0-1-5 0,-2-3-37 15,0 0-80-15,-1-6-117 0,2 0-138 0,-4-5-228 16,2-1-256-16,-2-3-143 0,-2-4 87 0,-2-4 288 15,-1-1 296-15</inkml:trace>
  <inkml:trace contextRef="#ctx0" brushRef="#br4" timeOffset="-130881.36">2335 17590 433 0,'0'-17'924'15,"-2"3"314"-15,2 2-4 0,-3 2-336 0,3 4-304 16,0 2-231-16,0 0-142 0,0 1-84 0,0 3-62 15,3 0-40-15,-1 3-16 0,-1 1-11 0,4 2-26 16,0 3-30-16,-2 3-92 0,2-2-143 0,1 5-182 16,0-1-299-16,-1 4-264 0,3 2-222 0,1 3 102 15,-1-1 422-15</inkml:trace>
  <inkml:trace contextRef="#ctx0" brushRef="#br4" timeOffset="-130575.11">2673 18094 191 0,'11'4'335'0,"-1"-3"169"0,-1-1 69 16,1-1-58-16,-2-3-5 0,1-2 14 0,-1-1-17 15,0-2-52-15,0-2-72 0,1-2-80 0,-4-1-76 16,1-1-63-16,-1 0-43 0,-2-2-30 0,1 0-21 16,-2-1-16-16,0 0-3 0,-2 1 0 0,0 1 21 15,0 2 23-15,-2 2 25 0,0 4 35 0,0 0 16 16,-1 3-3-16,0 2-28 0,-2 1-29 15,2 4-30-15,-1 3-36 0,-1 2-28 0,2 4-14 16,-1 2-5-16,1 5-4 0,3 1 1 0,-2 6-2 16,2 0 5-16,0 2 0 0,2 2 9 0,-1-1 3 0,4 1 3 15,-2-1 0-15,2-1-4 0,0-2-6 0,1-2-42 16,-1-2-42-16,4-3-43 0,-4-5-53 16,1-1-106-16,1-4-133 0,-1-3-118 0,0-4-117 0,-1-1-268 15,1-3-196-15,-1-4 49 0,0-3 269 0,-2-7 327 16</inkml:trace>
  <inkml:trace contextRef="#ctx0" brushRef="#br4" timeOffset="-130169">2868 17854 163 0,'1'-17'418'0,"-1"7"258"15,0 1 169-15,0 5-157 0,0 2-160 16,0 4-114-16,2 1-84 0,0 3-76 0,-1 4-59 16,2 0-18-16,3 3 17 0,-1 4-5 0,0 0-15 15,0-1-17-15,1 2-22 0,-1 0-23 0,2 1-37 16,0 0-30-16,1-2-17 0,-2-1-14 0,2 0-7 15,0-3-7-15,-3 0 0 0,3-2 1 0,-1-3 3 16,0-1-2-16,-1 0 3 0,-1-3-3 0,0-2-2 16,1-4 1-16,-1-1-1 0,-2-2 0 0,-2-3-1 15,1-2 2-15,-2-4 2 0,0-1-2 0,0 1 0 16,0-5-1-16,0-2-1 0,0 0-2 0,2-2 1 16,-1 2 2-16,-1 1 0 0,2-1-4 15,1 0 1-15,0 4 3 0,-1 1-3 0,3 2-4 16,-1 3 2-16,-1 1 5 0,2 3 1 0,0 2 0 15,1 3 4-15,-1 4 0 0,3 1-2 0,-2 5 3 16,-1 1-2-16,0 3 0 0,0 3-1 0,-1 1-1 16,2 4 0-16,-1 2-4 0,-2 2 0 0,1 2 11 15,-1 5 18-15,0 0 34 0,2 1 26 0,1 1 18 16,-3-3 5-16,2 0-9 0,-2-1-20 0,0-3-23 16,0-4-28-16,-1-5-17 0,1 0-13 0,0-7-4 15,-1-1-13-15,2-3-38 0,0-2-29 0,0-4-50 16,0-3-114-16,-1-3-153 0,2-1-230 0,1-4-258 15,2 0-242-15,0-4-124 0,0-1 261 0,1-4 448 16</inkml:trace>
  <inkml:trace contextRef="#ctx0" brushRef="#br4" timeOffset="-129302.78">3133 17273 162 0,'-3'-19'425'0,"1"-2"313"0,1 5 313 0,-4 1-140 15,2 0-154-15,3 1-104 0,-3 5-43 0,1 1-115 16,2 3-120-16,0-1-78 0,0 3-48 0,0 1-46 15,0 2-68-15,2 0-40 0,-2 5-29 0,2 4-19 16,-1 5-19-16,4 5-14 0,-1 6-7 0,1 4-2 16,2 5 3-16,-1 7 8 0,2 2 2 0,1 4 1 15,1 5 0-15,1 2 0 0,1 5-5 0,1-1-7 16,1 2-1-16,-3-3-2 0,2-1 0 0,1-4-3 16,-2-7-1-16,-2-5-1 0,2-5-3 0,-3-8 0 15,2-4-2-15,-3-5 0 0,0-5 1 0,0-6 1 16,3-3 1-16,-3-4 3 0,0-6 0 15,3-6 2-15,-2-2 0 0,-1-3-1 0,0-7-1 16,3-1 0-16,-3-1-2 0,3-4-1 0,-2 2 2 0,1 0 0 16,-2 1 1-16,1 3-1 0,-2 0 1 0,-1 5-1 15,1 5 1-15,-4 2-2 0,3 3 0 0,-2 1 0 16,1 3-1-16,0 5 2 0,0 3 1 0,1 3-1 16,2 2 1-16,0 3 0 0,0 2 0 15,0 4 0-15,3-1-1 0,-3 4 0 0,3-1-1 16,0-1 0-16,2 1-8 0,-1 0-11 0,-1-1-23 15,1-3-39-15,0 0-56 0,2-4-54 0,-4-3-64 16,2-2-108-16,-2-3-115 0,2-4-96 0,-4-2-56 16,2-4-58-16,-4-4-15 0,2-3 116 0,-2-3 158 15,-1-2 140-15,-2-1 114 0,1-2 90 0,-3 0 67 16,1-2 63-16,-2 4 59 0,0-3 76 0,0 4 134 16,-2 3 163-16,1 1 121 0,-3 2 26 0,3 5-9 15,-2 2-27-15,1 4-75 0,-1 5-104 0,-2 4-91 16,3 4-67-16,-4 5-53 0,3 4-50 15,0 4-45-15,0 3-28 0,1 2-16 0,1 0-6 16,1 2-10-16,1 1-8 0,1 1-8 0,3-1 1 0,-1-2-6 16,4 0-4-16,0-3-3 0,0-1-1 0,3-2-3 15,0-5-8-15,0-3-2 0,0-3-2 16,0-2 0-16,2-5 0 0,-2-5 3 0,2-2 1 16,-2-5 0-16,1-3-4 0,-2-2-18 0,1-5-55 15,-2 0-70-15,-2 0-121 0,2-2-177 0,2 3-306 16,-1-2-333-16,1 2-271 0,3 2-146 15,-1-2 341-15,1 4 601 0</inkml:trace>
  <inkml:trace contextRef="#ctx0" brushRef="#br1" timeOffset="-121778.53">9004 17644 116 0,'3'0'256'0,"0"0"113"16,-1 0-35-16,-1 0-75 0,-1 0-52 0,3 0-32 16,-3 0-19-16,0 0-4 0,2 0 32 0,-2 0 24 15,0 0 19-15,2 0 12 0,-2 0 25 0,1 0 6 16,-1 0-23-16,2 2-9 0,-1-2-3 16,1 2 3-16,1-1-37 0,-1-1-28 0,0 1-19 15,-1 1-29-15,2-2-37 0,0 2-42 0,-1-2-22 16,-1 1-11-16,2-1-8 0,-1 0-4 15,1 1 0-15,-1-1-2 0,1 2 1 0,0-2 1 16,1 0 2-16,0 1-2 0,1-1-15 0,-2 0 9 16,2 2-11-16,-2-2-6 0,3 0-5 0,-1 0 46 15,0-2 48-15,2 2 6 0,0-1 19 0,-2-1 6 16,1 1 7-16,2 0-45 0,-2-1-28 16,1-1-13-16,-1 2-12 0,0-3-1 0,2 2-5 15,-2-1 0-15,-1 1-1 0,3 0 0 0,-3-2 2 16,3 4-2-16,-4-2 0 0,3-1 0 0,-2 0 3 15,0 0-3-15,-1-1 20 0,2 0 17 0,-3 0 9 16,2 1 3-16,0-1 5 0,-2-1 2 16,2 1-20-16,-2-1-14 0,3 2-10 0,-3-1-4 15,1-1-4-15,-1 3-2 0,2-4-2 0,-2 1 0 16,0-1-1-16,2 4-1 0,-1-5 1 0,1 2 2 16,-2-1 1-16,2 0 1 0,-2 2 31 15,2-4 49-15,0 1 25 0,-1 1 12 0,1-1 1 16,-2-2 1-16,-1 4-28 0,3-3-43 0,-2 0-23 15,0 2-13-15,0 0-8 0,-1 1-2 0,2-1 0 16,1 1-2-16,-2-1 1 0,-1 1-1 16,1 0 1-16,0-2 0 0,1 3-4 0,-1-3 1 15,0 5-1-15,3-5 0 0,-3 1 2 0,0 1 1 16,-1-1-2-16,1 0 2 0,0 0 0 16,-1 0 1-16,1-1 1 0,-1 1-10 0,1-1 6 0,0 0-7 15,0 1-3-15,0-3-2 0,-1 3 2 16,-1-2 3-16,1 3-6 0,1-3 5 0,-3 1 4 15,3 1 3-15,-1-1 9 0,0-1 16 0,-1-1 7 16,1 1 3-16,1 1 1 0,-1-1 1 0,-1-1-16 16,2 0-7-16,0 2-5 0,-1-2-4 15,-1 0-2-15,1 0-1 0,1-2-2 0,-1 2 2 16,-1 0-1-16,1 0 1 0,1 2 1 0,-3-2-1 16,2 1 1-16,0-1 0 0,-1 0-1 0,-1 0-1 15,3 0 2-15,-3-1-1 0,2 0-1 0,-2 2-2 16,4-3 0-16,-4 1-1 0,2-1 0 15,-1 2 0-15,1-1 1 0,-2-1 7 0,2 1 6 16,-1 0 1-16,1-1 2 0,1-2-1 0,-1 3 1 16,-1 0-5-16,1-1-6 0,1 1-3 0,-3 0-3 15,3-1 1-15,-1 0 2 0,1 1-5 16,-2 0 3-16,-1 2 2 0,2 0-1 0,-1-2-3 16,1 1-1-16,-2 0 4 0,2-2-2 0,-2 2-2 15,1 0 4-15,-1-1 1 0,0-1 1 0,2 3 1 16,-2-3 0-16,0 2 2 0,2-1-1 0,-2 2 0 15,1-2 0-15,-1 2-2 0,0 0-1 16,0-1-3-16,2 2 2 0,-1-4 0 0,-1 2 0 16,2 1-1-16,-2-2 2 0,2 1 2 0,-1-1-4 15,1 1 3-15,-1 0 1 0,1-2 0 0,2 2-2 16,-2 1-1-16,0-1 2 0,-1 2-2 16,2 0 0-16,-3-1 0 0,2 1 0 0,1 1 0 15,0-2-2-15,-1 2 1 0,1-1-1 0,-1 0 0 16,-1 1 0-16,1 0 2 0,1 2 0 15,-3-2-2-15,3 2 1 0,0-1 1 0,-1 0 1 16,1 1 0-16,-1 0 0 0,1-2 1 0,0 0 1 16,0 0-3-16,-1 0-1 0,1 1-2 0,0 0 0 15,0 0 0-15,0 0-1 0,-1 0 1 0,1 1 2 16,-1 0-1-16,2-1 1 0,-2-1 0 16,1 2 0-16,2-4-1 0,-2 1 1 0,2 1 1 15,-1-2 0-15,1 1 1 0,-3-1-1 0,3 2-1 16,-2 0 2-16,2 0-3 0,-2 0-1 0,1 2-1 15,-1-1 2-15,-1 1 2 0,1 0-2 0,-1 0 1 16,1 2-2-16,0 0 1 0,-1-1-1 0,1 1 0 16,0-2 0-16,2 4 2 0,-1-2 1 15,0-1 0-15,-1 0-2 0,2 1-1 0,-2-1-1 16,0 1 2-16,2 0 1 0,1 0-1 0,-3 1 3 16,2-2-1-16,-2 1 2 0,2 1-3 0,0 0-1 15,0-1 0-15,1 1 1 0,-2 1 1 0,1-2-1 16,0 1-2-16,-2 1 3 0,2 0 0 15,1-2-1-15,-1 2 1 0,0 0 1 0,-1 0 0 16,1 0 1-16,0 2-1 0,1-2 1 0,-1 1 1 16,0 1 0-16,-1-2 1 0,1 1-1 0,0 2-3 15,0-2 3-15,1 1-3 0,-1 1 2 0,1-2-1 16,-1 1 2-16,1 0-1 0,0 0 0 16,-1 1-1-16,0-2 1 0,0 0 0 0,0 2-2 15,-1 0 2-15,2-1 1 0,-1 1-1 0,0 0-1 16,0-2 0-16,-2 3 2 0,3-2 1 0,-2 2-2 15,2 0 1-15,-2-1-2 0,0 0 1 16,0 0-1-16,1 1 0 0,0-1 4 0,-2 0-3 16,2 2 0-16,-1-1 0 0,0-1-1 0,0 1-1 15,0 1 0-15,-1 0 1 0,0-1 0 16,3-1 1-16,-3 2 2 0,2-1-2 0,-2 1-3 16,0 0 1-16,2-1 3 0,-1 2-1 0,0-2-3 15,-2 1 0-15,4-1 1 0,-3 1 0 0,2 0-1 16,-2 0 1-16,2 1 0 0,-2 0 2 15,2 0 1-15,-1-1-1 0,1 1-1 0,-2 0-1 16,2 0 0-16,-2 0-1 0,2-1-1 0,0 2 1 16,-1-1 1-16,-1-2 0 0,2 2 0 0,-3 0 0 15,3 0-2-15,-2 0 1 0,2 2 1 16,-2-2-1-16,1 0 0 0,1 0 2 0,-2 0 0 16,1 0 2-16,-1 0-2 0,0 0 2 0,0 0-2 15,0 0-1-15,1-1-1 0,0 0-3 0,-2 0 4 16,1 1-3-16,-2-1 2 0,3 1-1 0,-3-2 2 15,2 0 0-15,-1 1 0 0,1 1 0 0,-1-2 0 16,1 2 0-16,-1 0-2 0,2 0 1 0,-2 1-2 16,-1-2 0-16,2 0 0 0,-1 1 0 15,0 1 2-15,-1-2 0 0,2 1 0 0,-1-2 1 16,0 2 3-16,-1-1-2 0,1 1-1 0,0-2 0 16,-1 2 0-16,-1 0-1 0,3-1-3 0,0 2 1 15,-1-2 1-15,-1-1 0 0,-1 2-1 0,3 2 3 16,-3-2 3-16,2-2-3 0,-2 1 1 15,3 1 2-15,-3-2 0 0,3 2-2 0,-3 0-1 16,2 1 2-16,0-2-1 0,-1 0-1 0,1 1 2 16,1 0 0-16,-3 0-1 0,3 1 1 0,-1 0-1 15,1 0 0-15,-2 0-1 0,2 1 1 16,-1-2 0-16,0 1-1 0,-1 1 2 0,1-2-1 16,0 0 0-16,-1 0 0 0,-1 0 0 0,3 0-1 15,-3 0 2-15,2-2 0 0,0 2-1 16,-1-2-1-16,1 1 3 0,-1 0 0 0,1-1-3 15,2 0 0-15,-4 3-1 0,2-3 1 0,-1 1-2 16,1-1 0-16,1 1 1 0,-1 1 3 0,0-2-1 16,-1 0 0-16,2 3 1 0,-1-1-2 15,-2-2 0-15,3 2 0 0,-1 0 0 0,-1 0 0 16,1 0 0-16,2-1 1 0,-2-1-1 0,0 1-1 16,-1 0-1-16,2-1 1 0,-1-1 0 0,0 1-1 15,1-1 2-15,-2 2 0 0,1-2 0 0,1 0 0 16,-1 1 0-16,-1-1 0 0,1 0-1 15,2 0 1-15,-2 0 1 0,0 0-1 0,-1 0 2 16,2 1-2-16,-1 1-1 0,1-3 0 0,-1 2 0 16,1 1 1-16,-1-1 1 0,1 0 0 0,-2 0 1 15,1-1 0-15,1 0-1 0,0 1-1 16,0 1-2-16,0-1 1 0,-1 1-2 0,1-1 2 16,0 2 1-16,-1-1 0 0,1-3 1 0,-1 3 2 15,1-2-3-15,0 2 0 0,0-2-1 0,0 0 1 16,0 2-3-16,2-1 1 0,-2 0 2 0,-1 1-1 15,1-2 1-15,1 0-2 0,-3-1 0 0,2 2 1 16,-1-1-1-16,1 0 4 0,0 0-2 16,0 0 0-16,0-1 0 0,1 3-2 0,-1 0 1 15,0-1-2-15,0 0 2 0,0 1-1 0,2-3 0 16,-2 4 1-16,0-1 0 0,0-3 1 0,-1 2-3 16,1 0 3-16,0 0 0 0,-1 1 0 15,1-1-1-15,0-1-1 0,3 2 2 0,-3 1 1 16,2-2-3-16,-1 0 1 0,0 2 0 0,-2-1-1 15,3-2-1-15,-2 2 1 0,1-2 1 0,-2 0-1 16,1 0 1-16,0-1 0 0,1 0-1 16,-1 3 1-16,0-2 1 0,0 0 0 0,0 1 0 15,1-1 0-15,0 0 2 0,-1-1-1 0,-1 1-1 16,1 0-2-16,-1-2 2 0,1 2-1 0,-2-1-1 16,3-1 0-16,-3 0 1 0,1 1 1 15,1 1 0-15,3-2 0 0,-1 3 0 0,0 0 3 16,-1-1 0-16,1 3 0 0,0-4 0 0,-2 1-2 15,3-2 0-15,-3 2-2 0,-1-1 1 0,1 0-1 16,1 0 1-16,-3 0 1 0,2 0-1 0,1-1 1 16,-3-1-2-16,2 1 4 0,-1 1-1 15,2 0-1-15,1-1 8 0,0 2 4 0,-2 0 2 16,2-1 2-16,1 2 0 0,0-1 0 0,-1 0-6 16,0 0-5-16,0 0-3 0,-2-2-1 0,3 2-2 15,-2-1-2-15,0-1 3 0,-1 0 1 0,0 1-1 16,1 0-2-16,-3-2 3 0,2 1 0 0,-1-1-1 15,1 1-1-15,0-1 1 0,-1 0 0 16,1 2 0-16,0-2-1 0,0 0 2 0,0 2-1 16,-1-2-1-16,1 1 0 0,-3-1 0 0,3 0-1 15,-1 0-1-15,0 0 3 0,-1 0 0 16,1 0-1-16,0 0 1 0,-1 0-1 0,1 0 0 16,-1 0 0-16,-1 0 0 0,3 0 0 0,-1 0-1 15,-1 0 0-15,-1 0 1 0,0-1 0 0,2 1-2 16,-2-2-5-16,-2 2-26 0,2-2-71 0,-3 1-88 15,0-2-171-15,0 1-287 0,-2 0-322 16,0-2-341-16,-1 0-190 0,1 0 164 0,-2-2 663 16</inkml:trace>
  <inkml:trace contextRef="#ctx0" brushRef="#br1" timeOffset="-116228.95">10454 2667 171 0,'-3'2'314'0,"0"0"97"0,-1 0-22 0,3 1-160 16,-1-2-111-16,2 1-60 0,0-1-38 0,2 1 1 15,1-2 24-15,2 1 10 0,2 1 26 0,1-2 50 16,0 0 38-16,6 0 34 0,-1 0 12 16,6 0 38-16,0 0 39 0,6 0-1 0,4 0-17 15,4 0 20-15,7 0-3 0,5-2-32 0,3 2-29 16,7-1-32-16,5-2-26 0,2 0-50 0,5-3-33 15,3 0-22-15,2-1-26 0,1-4-14 0,1 3-8 16,0-1-4-16,-1-1-5 0,1-1 3 16,-3 1-6-16,-1 1-2 0,-2-1-5 0,-7 5-15 15,-5 0-69-15,-6-1-118 0,-4 3-156 0,-8 3-293 16,-5 2-266-16,-8 0-221 0,-8 5 31 16,-7-1 346-16</inkml:trace>
  <inkml:trace contextRef="#ctx0" brushRef="#br1" timeOffset="-91543.12">18984 6900 140 0,'-2'6'401'0,"-1"1"218"0,-2-1 186 0,2 3-87 16,-2-1-139-16,0 3-80 0,2 1-60 16,-3-2-67-16,3 0-73 0,3-1-80 0,-1 0-74 15,1-2-60-15,1 0-26 0,2-1-5 0,2-1 1 16,-2-3 8-16,3-2 9 0,-1 0 22 15,3-2 20-15,1-2 27 0,-1-1 25 0,0-2 18 16,0 0 7-16,-2-1-11 0,-1-1-21 16,-2 2-27-16,-3-2-27 0,-1 2-27 0,-2 1-19 15,-3 0-13-15,-1 0-14 0,-1 1-9 0,0 3-10 16,-3-1-6-16,3 3-5 0,-1 0-5 16,1 3-1-16,0-3-1 0,0 2-1 0,5 4-1 15,0-1-17-15,1-1-62 0,2 2-66 16,0 0-107-16,3-2-162 0,5 3-273 0,0-5-325 15,3 3-241-15,0-2-157 0,3-1 231 0,1 0 540 16</inkml:trace>
  <inkml:trace contextRef="#ctx0" brushRef="#br1" timeOffset="-90913">19886 6913 69 0,'5'6'329'0,"-2"-2"190"0,1 1 192 0,-1 1-12 16,0-2-154-16,0 2-129 0,-1-1-78 0,2 0-61 15,-2-2-69-15,1 0-31 0,0 0-1 0,1-3 18 16,0 0 9-16,1-2 4 0,3 0-5 16,-2-4-39-16,1-3-43 0,-1 1-34 0,0-1-8 15,0-1 29-15,-1 2 50 0,-2 0 36 16,-1 2 5-16,0 0-8 0,-4 1-23 0,0 1-42 16,-1 2-50-16,-2-2-39 0,1 4-20 0,-2 2-12 15,-1 1-4-15,1 2-15 0,-2 0-53 0,0 3-57 16,0-1-80-16,0 2-140 0,3-1-192 15,-1 2-306-15,3 0-243 0,3-2-199 0,0 2 27 16,2-2 424-16</inkml:trace>
  <inkml:trace contextRef="#ctx0" brushRef="#br1" timeOffset="-90445.05">20914 6949 222 0,'0'5'470'0,"-1"0"201"0,1-1 145 16,0 0-186-16,1 3-161 0,-1-3-104 0,4 2-64 15,-3 0-49-15,2 0-60 0,1-2-57 16,0 0-57-16,1 1-33 0,0-3-14 16,1 0 12-16,0 1 16 0,2-2 6 0,2-2 1 15,-2-2 2-15,-2 1-1 0,3 0-20 0,-1-4-16 16,0 3-11-16,-3 0-3 0,1-2-1 0,-3 4-11 16,-3-2-53-16,-1 0-112 0,-4 0-153 15,-3 0-286-15,0 2-253 0,-3 1-208 0,-5 1 11 16,-2 1 314-16</inkml:trace>
  <inkml:trace contextRef="#ctx0" brushRef="#br1" timeOffset="-89775.1">18909 7684 247 0,'-4'2'507'0,"-3"3"280"0,-2-2 219 15,3 0-195-15,-2 1-167 0,-2 0-120 16,-2-2-93-16,0 1-97 0,-2 1-93 0,0 0-58 16,-2 0-43-16,0 0-26 0,1 1-12 0,2 0 2 15,2 0-6-15,0 0-23 0,3-2-16 16,1 0-15-16,3 0-8 0,2-2-23 0,-1 2-15 16,6-1-3-16,0 3 3 0,2-3 3 0,1 2-2 15,3-4 1-15,1 2 5 0,2 0 1 16,-1 0-6-16,1-2-30 0,1 0-37 0,-1 0-55 15,0-2-120-15,-4 0-153 0,1 2-243 0,0 0-266 16,-2 0-241-16,-1 0-116 0,-1 0 259 16,1 0 446-16</inkml:trace>
  <inkml:trace contextRef="#ctx0" brushRef="#br1" timeOffset="-89462.97">19526 7736 49 0,'3'2'566'16,"-3"1"455"-16,-1-1 199 0,-1 1-77 0,1-2-366 16,-3 1-330-16,4-1-193 0,-1 1-100 15,1-1-61-15,1 1-38 0,1-1-25 0,1-1-16 16,-1 1-5-16,1 1-5 0,0-2-1 0,0 0-2 15,2 0 1-15,-1 0 0 0,-2-2-5 16,1 2 4-16,-1-1 0 0,0 1-3 0,-1 0 2 16,-1-1 1-16,0 1 4 0,0 0 0 15,0 0-4-15,0 0-5 0,2 1-18 0,-2-1-43 16,0 0-90-16,0 1-127 0,0-1-149 0,1 2-290 16,1 0-257-16,1 4-164 0,0 1 101 15,3-1 353-15</inkml:trace>
  <inkml:trace contextRef="#ctx0" brushRef="#br1" timeOffset="-89043.12">20781 7860 89 0,'-3'8'506'15,"3"-2"332"-15,-1-2 186 0,-4 1-60 0,5 0-357 16,0 0-251-16,0-2-153 0,0 0-75 16,5 0-58-16,-4-2-30 0,2 2-17 0,1-3-5 15,-1 1-1-15,2 1-4 0,-4-2-26 0,3 0-99 16,-4 0-136-16,0 0-234 0,0 0-262 15,-4 2-214-15,-1 0-73 0,-4 3 237 0,-7-1 355 16</inkml:trace>
  <inkml:trace contextRef="#ctx0" brushRef="#br1" timeOffset="-88355.06">18653 8368 98 0,'0'6'330'0,"2"0"154"0,-2-1 131 16,1-1-104-16,-1 0-152 0,0 0-73 0,0-2-14 15,2 0 23-15,0 0 22 0,-2-1 6 16,0 1 1-16,1-2-13 0,-1 1-27 0,0-1-31 16,0-1-40-16,-1 1-39 0,1 0-27 0,0-2-19 15,0 1-24-15,0-2-20 0,0-2-19 16,-2 1-8-16,0 0-21 0,2-1-19 0,0-1-8 15,0 2-7-15,-1 1 3 0,-1 1-5 16,2 1-1-16,0-2-3 0,-1 2-10 0,1 1-13 16,0 0-23-16,0 1-28 0,1 2-74 0,-1-1-116 15,0 2-129-15,3 3-193 0,1-1-276 16,0 3-225-16,3 0-16 0,4 1 261 0,0 1 362 16</inkml:trace>
  <inkml:trace contextRef="#ctx0" brushRef="#br1" timeOffset="-88113.02">19284 8442 278 0,'-5'0'647'0,"-3"0"316"16,-1 1 150-16,1 0-224 0,0-1-285 15,0 3-192-15,2-1-115 0,1-2-94 0,1 2-79 16,2-2-54-16,0 3-34 0,1-2-15 15,2 1-10-15,3 1-4 0,-1 0 1 0,2-2-5 16,2 3 1-16,1-3-2 0,2 2-6 0,1-1-23 16,1 0-70-16,-2 0-108 0,2-2-131 15,1 1-181-15,1 1-292 0,-1-1-230 0,4 2-51 16,-4 0 217-16,4 3 351 0</inkml:trace>
  <inkml:trace contextRef="#ctx0" brushRef="#br1" timeOffset="-87869.85">20295 8626 253 0,'20'2'603'0,"-4"-1"278"0,-2 1 174 16,-3-2-178-16,2 1-262 0,-2 0-191 15,-2-1-109-15,1 2-73 0,-1-2-89 0,-1 0-74 16,-1 0-36-16,-1 0-19 0,2 0-46 0,-4 0-114 16,0-2-150-16,-1 0-241 0,0-1-274 15,0-3-263-15,-3-3-120 0,0-3 247 0,0-5 432 16</inkml:trace>
  <inkml:trace contextRef="#ctx0" brushRef="#br1" timeOffset="-87205.25">20386 6021 98 0,'0'-4'404'0,"2"3"294"0,-2-2 281 16,0 1-39-16,0 1-201 0,0 0-157 15,0 1-133-15,-2 1-111 0,2-1-108 0,0 1-85 16,-1 4-46-16,-3 0-15 0,1 2 18 0,0 5 13 15,-5 2 15-15,0 2 4 0,0 2-8 0,-2 3-17 16,-5 2-32-16,2 1-24 0,-4-1-18 16,3 5-15-16,-4-3-8 0,1 2-5 0,1-2-1 15,1 0-1-15,2-3-22 0,2-2-45 16,-2-2-42-16,5-3-73 0,0-3-122 0,1-5-161 16,2-1-190-16,2-4-252 0,3-4-232 0,0-3-73 15,1-2 245-15,2-4 405 0</inkml:trace>
  <inkml:trace contextRef="#ctx0" brushRef="#br1" timeOffset="-86868.74">20273 5938 113 0,'9'-6'324'0,"-1"-1"175"0,1 0 173 0,1 0-105 15,1-1-91-15,-2 0-28 0,3-1-13 16,-2 1-17-16,2 1-32 0,-4-1-43 0,2 1-48 16,0 1-57-16,0-1-50 0,0 2-48 15,-2-1-41-15,2 2-32 0,-1-2-25 0,-1 2-16 16,-1 0-12-16,-2 1-5 0,-1 1-3 0,2 2-3 16,-3-3-5-16,1 3 2 0,-3 0 2 0,1 0 3 15,-2 3 9-15,0-1 8 0,-2 7 8 16,1-1 1-16,-3 2-2 0,-3 3-4 15,1 2-7-15,-4 3-9 0,-1-3-9 0,0 4 3 16,0 1 0-16,-2 1-13 0,2-2-24 0,1-2-66 16,-2-3-129-16,6-2-167 0,-1-4-270 0,2-1-268 15,4-3-243-15,1-4-13 0,1-6 367 16,3-3 418-16</inkml:trace>
  <inkml:trace contextRef="#ctx0" brushRef="#br1" timeOffset="-86320.56">20630 5404 172 0,'1'-1'422'16,"-1"-1"240"-16,0 1 186 0,-1 1-139 15,-6 1-158-15,1 1-99 0,-2 1-69 0,-3 1-59 16,-3-1-62-16,-2 3-60 0,-4 0-37 0,-1 0-35 16,-3 2-35-16,-3-2-36 0,0 2-22 15,-1-4-14-15,0 2-11 0,-1-2-4 0,4-1-5 16,2-1-2-16,2-1-2 0,2-2 1 0,4-1-6 16,1-1 3-16,3-1-4 0,3-4-3 15,2 1-3-15,1-2 0 0,4-2 1 0,2 0-1 16,5 3 2-16,1-3 4 0,1 2 1 15,1 0 4-15,4 1 1 0,-2 1-1 0,3 1 0 16,0 3-3-16,3 1-2 0,-2 4 2 16,2 1 0-16,-1 3 3 0,1 3-1 0,1 3 1 15,2 2 1-15,2 1 1 0,-1 4-3 0,1-2-2 16,4 2 3-16,-3-1-1 0,2 0-2 0,-1-1 1 16,3-2-2-16,0 0 0 0,0-5 4 15,0-2 3-15,-1-2 13 0,-1-4 11 0,-2 0 13 16,1-5 13-16,-4-2 9 0,0-1 15 15,-3 0 53-15,-4 1 76 0,-1-1 33 0,-4-2 2 16,-3 1-14-16,-4 0-24 0,-1-1-51 0,-4-1-65 16,-5 0-39-16,-3-2-21 0,-1 2-11 0,-5-1-7 15,0-1-5-15,-3 3 0 0,-1-2-4 16,0 3-2-16,-2 5-12 0,-1-1-50 16,0 3-59-16,0 3-88 0,-1 3-150 0,-1 3-234 15,2 5-315-15,-2 1-262 0,4 3-197 0,-3 4 84 16,4 5 512-16</inkml:trace>
  <inkml:trace contextRef="#ctx0" brushRef="#br1" timeOffset="-85598.97">21215 7844 308 0,'0'5'734'0,"-4"0"350"16,4-2 89-16,-3 0-285 0,3-2-296 16,0 1-195-16,0-1-146 0,0 1-98 0,3 0-61 15,-1-2-38-15,0 1-24 0,2 0-16 0,1 1-3 16,3 1 9-16,1 0 1 0,3 0 5 15,2-1-1-15,-1 3 1 0,-1-2 1 0,4 2-12 16,-2-1-5-16,2-1-9 0,0 3 3 0,0-2-4 16,-2 1-2-16,2-1 1 0,-2 2 1 15,2-2-17-15,-3 0-62 0,-1-1-139 0,-2 1-192 16,-1-3-290-16,0 0-284 0,-2-2-240 16,-2 0 8-16,-1-4 432 0</inkml:trace>
  <inkml:trace contextRef="#ctx0" brushRef="#br1" timeOffset="-85327.18">21458 7772 145 0,'-2'4'392'0,"2"-2"172"0,-1 0 109 16,2 3-169-16,1 1-225 0,1-2-136 0,2 4-43 16,2-1-20-16,2 2 23 0,-1 2 15 0,1-3 8 15,1 3 70-15,2 0 10 0,0 1 4 0,0-1-33 16,-1 0-21-16,0 1 39 0,2 0-35 15,-4 0 2-15,1-1 11 0,-2-1 14 0,-4-1 8 16,1 0-29-16,-2-2 7 0,-3 1 5 16,-1 0-9-16,-2-1-17 0,-4-1-15 0,0 2-15 0,-3-2-40 15,-1 0-32-15,-2 0-26 0,1-2-38 16,-4 2-51-16,3 0-56 0,-2-2-127 16,0 1-166-16,2-2-292 0,-1 1-268 0,5 0-230 15,2 1-95-15,1-3 358 0,3 0 478 16</inkml:trace>
  <inkml:trace contextRef="#ctx0" brushRef="#br1" timeOffset="-84593.06">22083 7930 149 0,'3'0'377'0,"-1"0"211"0,-2 2 190 16,0-2-92-16,0 1-78 0,-2 1-57 0,0-2-47 16,-2 1-65-16,-3 1-81 0,1-1-76 15,-3 1-66-15,-3 1-36 0,0 0-29 0,-2 0-17 16,-4 0-7-16,1 0-14 0,-4 1-13 15,-1-1-23-15,1 2-22 0,-1-1-15 0,0 0-19 16,1 1-10-16,1-2-4 0,3 1-7 0,1 1 0 16,3-1 2-16,1-2-3 0,2 0-3 0,4 1-5 15,-2-2-4-15,3-1-5 0,4 2-4 16,-1-1 6-16,4 1 2 0,-1-2 3 0,4 0 5 16,3 1 7-16,1-1 2 0,3 0-6 15,1 2 1-15,4-2 2 0,1 0-1 0,3 1-5 16,1 1 3-16,3 0 0 0,1 0 3 0,2 3-2 15,0-1 3-15,-1 2-1 0,2 2-2 16,-4-1 0-16,1 2-4 0,0 0 4 0,0 2-5 16,-3-2 7-16,-2 2-2 0,3-3 2 15,-2 1 0-15,-3-1 3 0,1-1 0 0,1-2-3 16,-4-5 6-16,2 2 0 0,-3-4 3 0,1-2 0 16,1-2 24-16,-2 1 20 0,-2-5 20 0,-1 0 18 15,-2 0 15-15,-1-2 12 0,-3 0-7 16,-2-2-9-16,-4 2-15 0,-1 0-16 0,-3-1-14 15,-3-2-16-15,-2 2-13 0,-5-1-10 16,0 1-7-16,-2 2-5 0,-3 2-4 0,-4 0-2 16,-1 3-2-16,-3 2-2 0,0 1 0 0,-2 3-6 15,0 3-21-15,-1-1-64 0,-1 3-74 16,2-1-147-16,0 2-250 0,-1 0-314 0,2-1-345 16,1 1-244-16,0-4-14 0,2 0 582 15</inkml:trace>
  <inkml:trace contextRef="#ctx0" brushRef="#br1" timeOffset="-83275.11">18097 8562 21 0,'-2'3'245'0,"-1"-2"156"16,0 2 162-16,1-1-19 0,-1 1-84 0,0-1-45 15,1 0-1-15,1 0 11 0,-1-1-5 0,1 2-31 16,-1-3-44-16,2 2-53 0,-2-2-64 15,2 0-54-15,0 0-49 0,0 0-31 0,-1 0-18 16,1 1-4-16,0-1 13 0,0 0 16 16,0 0 31-16,0 0 28 0,1 0 13 0,-1 0 1 15,0 1-11-15,0-1-17 0,0 0-23 0,0 0-27 16,0 0-13-16,0 0-16 0,-1 0-14 16,-1 3-10-16,-1-2-11 0,-3 1-10 0,0 3-8 15,-1 0-5-15,-1 1-2 0,-4 2-3 0,1 2 2 16,-7 3-3-16,1 2 2 0,-5 3-3 15,-3 5 0-15,-2 1-2 0,-5 4 0 0,0 1-1 16,-2 0-3-16,-3 3 0 0,2 0 0 16,0-2 0-16,1 2 1 0,0-2 2 0,4 0 0 15,3-4 1-15,2-3 0 0,3-2 1 0,5-3-1 16,-1-3 0-16,6-2 1 0,1-4-1 0,3-1-2 16,1-2-3-16,3-3-5 0,0 0-4 15,2-4-17-15,2-3-36 0,2-3-59 0,2 0-55 16,-1-3-54-16,2-2-80 0,1-3-104 0,0-1-86 15,2-1-42-15,0-2-51 0,0 1-54 16,0-1 9-16,0 2 76 0,-2 0 75 0,-1 2 54 16,-2 0 46-16,0 2 59 0,-3 2 73 15,0 0 95-15,0 1 104 0,-3 1 97 0,1 2 93 16,-1-1 83-16,2 4 62 0,-4-1 19 0,2 3-28 16,-5 0-36-16,5 0-24 0,-2 2-13 15,0 2 9-15,0 0 15 0,1-1 18 0,-4 3 6 16,2 0 14-16,1 1 15 0,-2 1 9 15,3 1-4-15,-4 4-17 0,3 1-11 0,-3-1-24 16,2 3-28-16,-1 0-30 0,-2 1-40 0,3 1-20 16,-1 0-24-16,1 2-18 0,-2-2-20 0,4 2-14 15,-1-1-4-15,1-2-12 0,1-1-6 16,3 2-5-16,0-3-2 0,0-1-1 0,3 1 2 16,1-5 1-16,1 3 1 0,1-4 2 0,3-1 0 15,1-1 1-15,4-3-3 0,2-2-3 16,3-2 1-16,3-4-1 0,3-2 3 0,2-2-9 15,1-2-71-15,-1-2-162 0,-2-1-290 0,-2 0-266 16,-3 0-267-16,-2 2-200 0,-9 1 178 16,-6 0 520-16</inkml:trace>
  <inkml:trace contextRef="#ctx0" brushRef="#br1" timeOffset="-82451.02">16672 9466 13 0,'6'3'239'0,"-2"-1"141"16,-4 1 137-16,1-1-25 0,-1 2-111 0,-1-2-66 16,1 3-9-16,-4 0 25 0,2 2 43 15,-2-2 28-15,1 3-6 0,-2 2-24 0,-3 0-49 16,0 2-56-16,-2 1-63 0,-2 4-60 0,-2-2-46 15,-2 2-39-15,1 1-21 0,-3-4-16 0,3 3-8 16,-3-2-4-16,-1-2 0 0,1 0-2 16,0-3 1-16,-3-3-1 0,3-1-4 15,-2-1 0-15,3-5-2 0,-1 0 4 0,1 0-2 16,1-6 0-16,2 0 2 0,4-3-3 0,-1-1 0 16,4-2-4-16,3-3 1 0,1-2 0 0,6 0-4 15,5-2-1-15,2 1-2 0,1-1 3 16,4-1-3-16,3 1 0 0,4 0-3 0,2 2-1 15,1 2 7-15,-1 1 2 0,3 4 2 16,0 1 2-16,-1 3 7 0,1 2 2 0,0 4-4 16,-2 1-2-16,-1 4 2 0,2 2-2 0,-3 2-2 15,-1 2-3-15,1 1 1 0,-1 1 0 16,0 0-3-16,0 1 2 0,-3-2 0 0,3-1 3 16,-2-1 0-16,1-2-1 0,1-3 2 15,-1 0-2-15,0-5 0 0,-3-5 4 0,3 0 2 16,-5-3 11-16,1-2 15 0,-3-1 45 0,-1-1 56 15,-4 0 36-15,-2 1 15 0,-4-2-4 0,-5 2-18 16,-2 1-38-16,-5-1-45 0,-8 4-36 16,-3-1-19-16,-3 4-12 0,-7 1-7 15,-1 4-5-15,-2 4-5 0,-5 4-7 0,3 1-30 16,2 5-51-16,1 3-50 0,2 2-67 0,3 2-133 16,7 1-188-16,-2 1-282 0,6 1-237 0,6-1-214 15,4 2-25-15,4-4 411 0,4-1 478 16</inkml:trace>
  <inkml:trace contextRef="#ctx0" brushRef="#br1" timeOffset="-80235.03">26097 6241 8 0,'5'-9'237'0,"-4"2"145"16,2 2 143-16,-3 1-6 0,4 1-137 0,-4 0-88 15,0 2-61-15,0 1-40 0,-4 2-3 16,3 4 27-16,-1 3 45 0,-2 6 46 0,1 3 44 15,0 5 26-15,-2 4-23 0,-3 6-48 16,1 4-48-16,0 6-29 0,-1 7 5 0,0 4-16 16,-2 5-4-16,-2 5-9 0,-1 5-13 0,-3 6-33 15,2 4-47-15,-7 6-28 0,-1 5-24 16,-2 3-17-16,-1 3-12 0,-3 1-2 0,-4 3 0 16,0 3-1-16,-2 5-1 0,-1 0-3 0,-3 0-5 15,2-2-7-15,1 0-5 0,2-6-2 16,-1-4 0-16,6-5-1 0,1-7 0 0,4-8-4 15,3-7-1-15,5-8-1 0,2-11-2 0,2-11-2 16,5-3-4-16,1-13-9 0,3-4-29 16,2-11-64-16,0-8-66 0,3-11-119 0,1-8-173 15,2-9-268-15,0-7-306 0,0-7-221 16,-1-6-141-16,2-6 294 0,-4-7 534 0</inkml:trace>
  <inkml:trace contextRef="#ctx0" brushRef="#br1" timeOffset="-79675.04">26028 6203 212 0,'0'-4'439'0,"0"2"227"16,-2 2 159-16,2-3-156 0,2 2-128 0,-2 0-70 15,1-1-53-15,3 1-48 0,0-4-61 16,2-1-59-16,2 0-41 0,4-1-12 0,0-2 12 15,2-3 5-15,3 0-2 0,1-1-14 16,3 0-17-16,1-1-35 0,-5 1-47 0,2 1-36 16,-1 2-30-16,-3 2-16 0,-2 3-10 15,1 3-4-15,-4 2-1 0,-1 5-4 0,0 3 4 16,-4 4 2-16,-1 5 3 0,-1 2-1 0,-5 2 2 16,-1 3-1-16,0 3-2 0,-2 2-2 0,-3-1-7 15,4 1-55-15,-3 4-66 0,-1-4-140 16,-3 2-235-16,2-1-300 0,-3 0-343 0,-1 0-252 15,-2-3-55-15,-4 1 522 0</inkml:trace>
  <inkml:trace contextRef="#ctx0" brushRef="#br1" timeOffset="-78016.66">25048 8549 134 0,'3'4'330'15,"-3"-1"138"-15,1-1 85 0,2 2-183 0,-1-3-148 16,-1 1-97-16,-1-1-52 0,2-1-34 16,-1 2-18-16,3-1-7 0,-1 1-5 0,0-2 1 15,2 1 0-15,0 1 23 0,2-2 9 0,0 1 6 16,1 0 2-16,1 1 2 0,2 0 1 15,0-1-17-15,2 2 28 0,0-1 26 0,3 0 18 16,1 1 5-16,2-2 2 0,1 1-3 16,2 0-35-16,4-2-31 0,-1 3-15 0,3-3-10 15,2 2-9-15,0-2 0 0,4 0-7 0,-3 3-3 16,6-3-2-16,-2 1 0 0,-1 1-5 16,3-2-4-16,-1 3-1 0,2-1 0 0,-2 0 1 15,-1 3 6-15,-2 0 1 0,1-1 9 16,-1 1 6-16,0 3 6 0,-1 0-4 0,-1-1 2 15,5 0 71-15,-2 4 65 0,2-3 33 0,1 3 9 16,1-3 2-16,0 1-5 0,2 0-61 16,0 0-62-16,0-1-34 0,2 0-15 0,1-1-11 15,1 2-9-15,0-1-4 0,1-2 0 16,1-1 3-16,0 1 1 0,1 0 4 0,-1 0 8 16,3 0 5-16,-2 0 1 0,1 1-1 0,4-2-3 15,-5 0-2-15,5 2-4 0,0 1-3 0,-1-2-4 16,0 0-2-16,1-1-6 0,-1 0-3 15,1 1-5-15,-3 0 3 0,2 0 4 0,-3 0 7 16,0-1 2-16,1 2 9 0,0-5 6 16,-2 4-2-16,4-1-1 0,-4-1-4 0,2 0-1 15,2 1 50-15,-5-2 24 0,3 2 11 0,-3-1 2 16,-1 0 1-16,0 1-2 0,-1-2-50 16,2 1-23-16,-2-1-10 0,0 0-4 0,-2 0 10 15,2 2 5-15,-2-3 5 0,0 0 9 0,2 1-2 16,-1-1-2-16,-1-2-11 0,1 3-4 15,0-2-7-15,1 1-3 0,-5 1-4 0,3-3 6 16,0 3 10-16,-2-2 2 0,1 1 6 16,0-2-7-16,-2 2-1 0,3-1-7 0,-2 0-9 15,-1-1-4-15,0 2-1 0,1 0 6 0,1-2 4 16,-3 0 1-16,0 0 3 0,1 0-2 16,-1 0 3-16,-1-2 22 0,1 0 11 0,-4 1 11 15,1 0 3-15,0 1 1 0,-2 0-1 0,-3-2-29 16,-2 2-14-16,0 0-15 0,-3 0-2 15,0 0-3-15,-1 0 1 0,-2 2 3 0,-3-2 1 16,0 1 6-16,-2 0-8 0,1 1 2 16,-6 0-2-16,2-1 0 0,-4-1 0 0,-2 1 1 15,0-1 3-15,-4 2 10 0,3-2 53 0,-6 0 36 16,3 0 22-16,-3 0 7 0,1 0 3 16,-2 0-8-16,0 0-41 0,0 0-26 0,0 0-20 15,0 0-10-15,-2 0-11 0,2-2-5 16,-1 2-5-16,-1-1-4 0,-1 0-1 0,1-3-2 15,-1 2-1-15,0 0-1 0,0-1 1 0,-2-2 0 16,2 2 0-16,0-1 0 0,0 2 1 16,-1-3-2-16,3 3 0 0,-2-3-2 0,1 2 2 15,0 0 1-15,-1 2 0 0,0-3-1 0,1 3 0 16,-2-2 1-16,2 2 0 0,1-1 0 16,-1 2-3-16,1-1 3 0,1 1-2 0,-2-2 0 15,2 2-2-15,0 0-3 0,0 0 0 0,0 0-2 16,2 2-1-16,-2-2-1 0,3 1-1 15,-2 1 2-15,3 2 2 0,2 1 1 0,2-1 1 16,-2 4 1-16,2-1 1 0,3 2 1 16,-2 1 0-16,3 0 1 0,0 0 2 0,-1 1-1 15,2-1 4-15,-2 0-2 0,0 1-1 0,0 0 0 16,-1-2 2-16,-1-1-2 0,-1 2 1 16,0-3-1-16,-3 2 2 0,-2-1-1 0,-2-1 1 15,1 2 1-15,-2 1 0 0,-2-2 1 16,-2 3 0-16,-1-1-1 0,-6 0-1 0,1 2-5 15,-3-1-30-15,0 2-70 0,-4-3-76 0,-3-1-151 16,0 0-239-16,0 1-317 0,-2-3-320 0,0 4-210 16,3-6 21-16,-1 1 550 0</inkml:trace>
  <inkml:trace contextRef="#ctx0" brushRef="#br1" timeOffset="-77015.13">30221 9595 134 0,'14'-4'332'0,"-5"0"144"0,4-1 136 0,3 2-148 15,-3-2-93-15,2 0-15 0,1 3 29 0,5-3 25 16,-3 2 5-16,3 1-26 0,0 1-38 16,1 0-59-16,-5-1-63 0,4 2-50 0,-1 0-44 15,-4 0-37-15,3 2-31 0,-4-1-23 0,-2 2-2 16,0 0-2-16,-3 0 47 0,1 3 58 0,-5 2 31 16,-1 0 21-16,-2 4-2 0,-1-1-8 0,-5 4-41 15,-2 0-47-15,-7 2-28 0,-1 2-24 0,-4 1-12 16,-1 1-10-16,-6 3-6 0,2-2-3 15,-4 2-1-15,0-1-2 0,2 0 0 0,0-1-2 16,3-1-4-16,3 2-1 0,2-4-1 0,0-1-3 16,5-3-1-16,-1 3 0 0,5-3-2 0,2-2-2 15,2-1 1-15,3 0 1 0,2-1 1 0,2 0-1 16,5-3 1-16,0 0 1 0,3-4 0 16,6 2-1-16,1-4 0 0,5-2 1 0,2-2-1 15,4-1-2-15,4-4 0 0,0-2 0 0,1-2-2 16,2-2-1-16,-2 0 1 0,1 1 2 0,-3-1 1 15,-2 0 0-15,-2 0 1 0,-2 2 2 16,-5 2-3-16,-1 1 0 0,-7 2-2 0,-2 3 1 16,-2 0-1-16,-4 3-1 0,-2 3 5 0,-3 3 2 15,-2 1 0-15,-3 6 0 0,0 2-1 0,-1 1-1 16,-3 3 1-16,-1 4-3 0,1 0-1 16,3 1 2-16,-2-1 0 0,6 2 1 0,-1-3-2 15,4 2 0-15,1-2 0 0,5-3 1 0,3-4 1 16,3-2 0-16,2-4 1 0,3-3 3 0,1-6 0 15,1-3 1-15,1-5 0 0,4-4 0 16,-1-1-2-16,-2-3-1 0,0-5 0 0,0 0-2 16,-2-2 0-16,-2-1 0 0,0-2 0 0,-3 1 2 15,-2 0-1-15,-1-1 2 0,-4 1 0 0,-3-1 0 16,-1 1 0-16,-2-2 0 0,-3 0-2 0,-1 2-1 16,-2 2 0-16,-2 0 0 0,-3 2-1 0,-5 3 0 15,-1 5-2-15,-3 1 1 0,-4 1-3 16,2 5-1-16,-5 1-1 0,-1 5-2 0,2 2-6 15,-3 3-31-15,1 1-62 0,0 3-59 0,1 0-94 16,0-1-159-16,7 2-232 0,-4-2-296 0,7 3-225 16,0-2-183-16,1-1 119 0,5-2 499 15</inkml:trace>
  <inkml:trace contextRef="#ctx0" brushRef="#br1" timeOffset="-76795.14">30953 9749 323 0,'0'2'824'0,"0"1"331"0,-2-1 19 16,1 0-288-16,1 0-332 0,0 1-245 0,1 0-135 15,2 2-75-15,1-1-40 0,0 2-19 16,6 1-10-16,-1-1-5 0,2 1-10 0,5 2-6 16,0-1-2-16,1 0-4 0,2-1-2 0,-1 3-1 15,2-2-3-15,-1 2-16 0,2-2-55 0,-3-1-101 16,2-1-142-16,-1-1-218 0,-3-1-282 15,1 0-245-15,-3-2-75 0,2 0 230 0,-6-4 395 16</inkml:trace>
  <inkml:trace contextRef="#ctx0" brushRef="#br1" timeOffset="-75804.46">27066 5442 228 0,'2'0'478'16,"-2"0"215"-16,-2 0 134 0,2 1-246 15,-1 1-197-15,1 1-118 0,-4 2-69 0,3 2-46 16,-1 3-45-16,-4 2-23 0,5 2-12 16,-2 4 27-16,-1 2 15 0,1 0 5 0,0 3-4 15,0 1-1-15,-1-2-2 0,0 1-34 0,-1-2-33 16,4 0-18-16,-2-2-8 0,-1-3-5 0,3 1-2 16,-3-2-2-16,1-3-6 0,0-1-51 15,-2-1-80-15,2-4-121 0,-1-2-165 0,1 1-280 16,-1-4-220-16,1-1-68 0,0-2 160 15,0-4 315-15</inkml:trace>
  <inkml:trace contextRef="#ctx0" brushRef="#br1" timeOffset="-75553.78">26971 5307 171 0,'-1'-2'407'15,"-1"2"167"-15,1 0 99 0,1 0-202 16,0 2-220-16,0 1-127 0,3 1-54 0,2 2-6 16,3 2 1-16,0-1 57 0,4 4 34 0,3-1 18 15,2 1-5-15,0 1-21 0,4 0-10 0,2 0-55 16,-1 0-35-16,2 0-15 0,2-3-11 16,-3 2-2-16,2-3-3 0,1 1 2 0,-4 0 0 15,2-1-65-15,-5-3-99 0,-3 1-160 16,-1 0-269-16,-5 2-192 0,-4 0-90 0,-4 0 125 15,-4-1 266-15</inkml:trace>
  <inkml:trace contextRef="#ctx0" brushRef="#br1" timeOffset="-75342.15">26790 5850 125 0,'0'16'303'0,"1"-3"133"0,6 1 106 16,1 0-205-16,7-1-115 0,1-2-57 0,6 0-28 16,5-1-30-16,2-1-24 0,2-3-8 0,2-1-29 15,4 1-19-15,-2-2-10 0,1-1-25 16,-5 0-57-16,3 0-155 0,-6-2-217 0,-2 2-109 16,-3 0-11-16,-1-1 98 0,-4 4 164 15</inkml:trace>
  <inkml:trace contextRef="#ctx0" brushRef="#br1" timeOffset="-73059.16">27621 7074 30 0,'2'-3'201'0,"0"-2"98"16,-2 2 49-16,3 0-52 0,-3 0-66 16,1 0-43-16,-1 0-14 0,0 2 6 15,0 0 10-15,0-3 14 0,0 4 6 0,0-1 5 16,0 1 0-16,0 0 0 0,0 0 0 15,2 0-1-15,-2 1-2 0,2-1-7 0,-2 4-6 16,0-3-1-16,0 2-14 0,-2 1-9 0,0 0-17 16,2 2-9-16,-1 1-14 0,-2 0-18 0,-1 0-21 15,-1 2-15-15,2-1-11 0,-3 3-18 16,2-2-15-16,-1 2-2 0,-2 0 1 16,2 1-4-16,1 1-6 0,-2 0 0 0,1-1-2 15,2 0-9-15,-4 1-8 0,6-1-2 0,-4-2-2 16,2 3-2-16,-2-1 1 0,2 0 3 0,0-1-4 15,0 3 1-15,-1-3 1 0,1 1 1 16,0 0-3-16,0 0-3 0,0 1 6 0,-1-1-6 16,0 1-1-16,-1-1-1 0,4-1 0 15,-3 3 3-15,1-2-2 0,-2 0 4 0,4-1 20 16,-3 0 28-16,1 1 14 0,-3-1 10 0,3-1 3 16,2 0-1-16,-3 0-18 0,1-1-21 15,2-1-14-15,-3 1-11 0,1-1-1 0,0 0 1 16,0 1-1-16,-2-1-4 0,1 2-2 15,0-2 2-15,1 1 0 0,-2 2-6 0,2-2-2 16,-2 1 3-16,1 0 6 0,1-2-3 0,0 2-3 16,-2-3 1-16,1 1 1 0,1 0-1 0,0 2-1 15,0-3 0-15,0 0 0 0,-2 0 0 16,4 0 2-16,-2-1 0 0,-2 2-2 0,3-1 0 16,-1 1 0-16,0-2 1 0,-1 1 0 15,3 1 2-15,-2-1-1 0,-2-1 0 0,2 2-1 16,0-1-1-16,1-1 1 0,-1 0 0 0,1 2 2 15,-1-2-1-15,2 0 0 0,-1-1 0 16,0 1-1-16,1-1-1 0,-2 3-5 0,1-4 5 16,-1 1 0-16,2 1 1 0,-3-2 2 15,3 2-3-15,-1 0 3 0,1 0-3 0,-1 0 0 16,0 1-2-16,1-1 1 0,-2 0 2 0,1-2 0 16,0 2 4-16,1-1-2 0,-2 1-2 15,1-1-1-15,-2 1 0 0,2 0 0 0,-1-1 0 16,1 0 0-16,1 1 0 0,-3 0 0 15,3 0 0-15,1-1 0 0,-3 0-4 0,1-1 1 16,0 1 2-16,1 0 3 0,-1-1-2 0,0 0 0 16,1 1 1-16,-1-1 4 0,1-1 0 0,-2 2-4 15,1 1 6-15,-1 0-1 0,2 0 1 16,-3 0-6-16,3 1 2 0,-2-1-3 0,-1 0-4 16,3 1 1-16,-3-1 3 0,1 1 2 15,-1 0-3-15,1-1 1 0,0 0-1 0,1-1 1 16,0-1-5-16,1 0 3 0,-3 1-1 0,3-1 1 15,-1 0 1-15,1 2 3 0,-1-3-1 16,-1 3 0-16,1-2 3 0,-1 2 0 0,0 0-1 16,0-2-4-16,2 3 2 0,-3-1-1 15,3-2-2-15,-3 0 5 0,3 0-3 0,-1 2 3 16,-1-1-2-16,1-1-1 0,-1 0 2 0,0 4-5 16,-1-2 3-16,1 0 0 0,-2 0 0 15,1 1-1-15,1-1-1 0,-2 3 1 0,2-1 0 16,-3-1-3-16,1-1 2 0,2 2 1 15,-2-1-1-15,2-1 0 0,2-1 2 0,-3 1-1 16,3-2-3-16,-2 2 2 0,-1 0 1 0,0 2 0 16,-1-1-3-16,4-1 4 0,-3 0 5 0,0 2-4 15,0-2 2-15,1 1 1 0,-2-1-2 16,-1 1 1-16,3 3-5 0,-2-3 5 0,2-1 0 16,-2 1-6-16,2-1 4 0,0 1 3 15,0 0 3-15,-2 1-5 0,1 0 1 0,0-3 0 16,1 1 3-16,0 0-7 0,0 2-1 0,-1-1 6 15,0 0-5-15,-1 2-1 0,1-2 2 0,0-1 3 16,3 0-3-16,-3-2-6 0,1 2 3 16,3-1 0-16,-1-1-4 0,-3 2 0 0,3-3 0 15,-1 2 7-15,2-1 0 0,-1-1 2 16,-1 2 0-16,2 0 3 0,-3-3-1 0,3 1-4 16,0 2 3-16,-1-1-3 0,-1-2 1 0,1 3-3 15,1-3 2-15,-2 3 3 0,0 0-3 16,-1-1 3-16,1 1 3 0,-1 3-3 0,0-3-1 15,1 0-3-15,-1 1 3 0,0 0 2 16,-1 2-5-16,0-3 3 0,1 4 2 0,2-3-2 16,-3 0-2-16,1 0-3 0,2-2 0 0,-1 1 3 15,0-1 3-15,1 1-3 0,-2-2 1 16,1 1 1-16,0-1 1 0,2 0-6 0,-2 0-1 16,0 1 3-16,0-2-1 0,2-1-2 15,-1 4 3-15,-1-3 2 0,2-2-3 0,0 4-1 16,-1-2 2-16,1 1 1 0,0 0-2 0,-2 0 3 15,2-1 4-15,-2 0-1 0,2 0 0 0,0 0-3 16,-1-1 0-16,1 0-5 0,0 1 3 16,-2-2 0-16,2 1-1 0,0 1 2 0,0-2 0 15,0 0 1-15,0 1-2 0,0-1 1 16,0 1 0-16,0-1 0 0,-1 0 0 0,1 2-2 16,0-2 2-16,0 2 2 0,-2-1-2 0,2-1 4 15,-2 2 0-15,2-1 0 0,0-1-2 16,0 0-4-16,0 2 5 0,0-2-3 0,0 1-1 15,0-1-1-15,0 0 2 0,0 0 0 16,0 0-2-16,0 0 0 0,0 0 1 0,0 0 1 16,0 0-6-16,0 0 6 0,0 0 0 0,0 0-2 15,0 0 0-15,0 0 5 0,0-1-3 16,0 1-4-16,0-2 3 0,0 2-1 0,0 0-2 16,2-1-5-16,-2-1-22 0,2 1-39 15,-2-1-90-15,0-1-168 0,0-1-294 0,-2 1-287 16,0-2-275-16,1 3-173 0,-4-3 220 0,-4 4 571 15</inkml:trace>
  <inkml:trace contextRef="#ctx0" brushRef="#br1" timeOffset="-70261.53">28115 6223 136 0,'3'-1'307'0,"-2"1"136"0,1-2 34 0,0 2-89 16,-1 0-86-16,1 0-49 0,-1 0-19 0,-1 0-1 15,2 2 6-15,-2-2 9 0,0 1-12 0,0 1-10 16,-2-2-18-16,2 3-10 0,-1 0-22 16,-2 1-6-16,-1 1-14 0,-2 1-18 15,0 1-22-15,-5 4-23 0,1-1-20 0,-3 1-26 16,-1 1-17-16,-2 0-11 0,-2 1-5 0,-1 1-3 15,-2-1-3-15,-1 1-1 0,-2-1-2 0,2-1 1 16,1 0 0-16,-1-1 1 0,-1-3 0 16,2 1-5-16,0-5 2 0,4-1-3 15,1-2 0-15,2-2-1 0,5 0-1 0,1-3-1 16,3-2-1-16,0 0 0 0,2-1-4 0,6-2 0 16,-1-1 1-16,2 2 1 0,3 0-2 0,1 1 0 15,3-1 2-15,1 2-1 0,1 2-1 16,4 2 0-16,2 2 4 0,2 4 2 0,3 0-3 15,-1 3 2-15,6 2 2 0,-2 2 0 16,-2 1-1-16,5 1-2 0,0-3 0 0,-1 3-1 16,1-3-1-16,0 1 3 0,2-4-2 0,-2-1 20 15,0-1 15-15,0-4 10 0,-2-1 15 16,-1-3 15-16,-4-3 15 0,-2 0-1 0,-2-3 0 16,-3-1 1-16,-3 0 0 0,-4-1-7 15,-1-3-7-15,-7 2-9 0,-1-1-12 0,-4-1-10 16,-2 1-12-16,-6 1-8 0,-2 0-8 0,-2 2-8 15,-4 2-5-15,-1 0-11 0,-4 5-22 0,-4 2-57 16,1 1-147-16,-4 3-247 0,1 3-276 16,-3 3-274-16,1 3-240 0,-4 0 30 15,0 2 497-15</inkml:trace>
  <inkml:trace contextRef="#ctx0" brushRef="#br0" timeOffset="-59941.68">19749 10769 37 0,'2'7'282'0,"-1"-1"169"16,-1-4 155-16,0 3-25 0,2-3-135 0,1 1-72 15,-2-2-26-15,-1 1 3 0,3 0 12 0,-3-1-6 16,2 0-27-16,-2-1-30 0,3-1-36 15,1-2-33-15,-1 0-16 0,2-2 6 0,1 0-2 16,3-3-5-16,-1 0-12 0,0-1-22 0,5-4-31 16,-1-1-41-16,1-2-34 0,4-1-25 15,1-2-17-15,-1-2-11 0,2-1-5 0,2-3-3 16,-1 1-4-16,-1 2 2 0,0-1 2 0,0 4 2 16,-3-1 2-16,-2 3-1 0,-1 4 2 15,-2-2 4-15,-3 5-2 0,-2 2 2 0,-1 2-1 16,-2 0 2-16,2 3 2 0,-4 1-4 15,1-2-3-15,-1 4-3 0,-1-1-2 0,0 2-4 16,-3 1-3-16,2 1-3 0,-2 1-3 0,-2 2 0 16,2 3-2-16,-2 2 1 0,0-1-2 15,0 6 0-15,1-3 3 0,-2 3-2 0,-1 4 2 16,2-1-1-16,-1 1 2 0,0 1 1 0,-2 0-2 16,2 0 3-16,-1 1-1 0,2-1 0 15,-4 3 2-15,4-4-2 0,1-1 0 0,-1 2-1 16,0-4 0-16,0 2-2 0,2-2 0 0,-1-3 0 15,0 2 0-15,3-7-3 0,-1 2 1 16,2-3 0-16,-1 0-1 0,1-2 1 0,0-1-1 16,0-1 0-16,0-1 0 0,0-2 1 15,0 1 0-15,0-1 3 0,1 0 0 0,1-1-2 16,-1 0-12-16,3-2-36 0,-2 0-60 0,2-1-60 16,0-2-76-16,0 0-125 0,-3-3-154 15,2 1-161-15,1 0-209 0,-1 1-220 0,0-1-105 16,3 1 204-16,-3-1 390 0</inkml:trace>
  <inkml:trace contextRef="#ctx0" brushRef="#br0" timeOffset="-59270.97">20347 10556 32 0,'3'-5'252'0,"0"3"156"16,0-3 159-16,-1 3-24 0,-1-2-45 15,3 3 13-15,-4-2 26 0,0 1 0 0,0 1-39 16,0 0-56-16,0 1-74 0,0-2-77 0,0 2-68 16,-2 2-61-16,0-2-40 0,1 2-30 15,-2 3-19-15,-1 2-29 0,0 5-20 0,-2 0-10 16,-1 2-8-16,-1 5 43 0,2 4 30 15,-1-2 17-15,-2 5 6 0,4-1-1 0,1 1 1 16,-1-2-39-16,1-1-31 0,4-1-16 0,0-4-8 16,2-1-6-16,3-1-2 0,0-5-2 15,1 0 2-15,2-1-1 0,-2-3-2 0,4-3 5 16,-1 0 7-16,5-3-2 0,-2-2-5 16,2-3 2-16,0-3 1 0,2-1 0 0,0 0-5 15,-1-5 2-15,1 0 1 0,1-2 1 0,0-2 0 16,-2 0 0-16,0-2 0 0,-2 0 2 15,-3 1 3-15,-2-4 2 0,1 5 0 0,-4-4 0 16,-2 3 2-16,-1-3-2 0,-4 2 4 0,-1 0 2 16,-2 1 1-16,-4 0 2 0,1 2 1 15,-2 0 3-15,-2 3-5 0,-1 3-3 0,-1 1-5 16,2 2-4-16,-4 4-5 0,1 3-6 0,-2 3-3 16,1 4 0-16,1 2 0 0,-1 4 2 15,0 1-2-15,3 5 1 0,2-2 1 0,-1 4 0 16,4-1-4-16,-1 4-38 0,5-2-57 15,-1-1-56-15,5-1-100 0,2 2-150 0,2-4-194 16,3-2-277-16,1 1-225 0,1-3-186 0,5-2 115 16,-2-2 429-16</inkml:trace>
  <inkml:trace contextRef="#ctx0" brushRef="#br0" timeOffset="-58888.3">20723 10650 222 0,'0'-1'569'0,"-2"1"295"16,-3 2 152-16,2 3-187 0,-3 2-245 0,0 4-169 15,0 2-108-15,-1 1-76 0,2 3-56 0,-1 0-48 16,2 3-34-16,0 1-30 0,1 2-17 16,1-1-17-16,2-1-12 0,0-1-5 0,2 2-8 15,3-5-3-15,1-1-1 0,3-1-2 0,1-4-3 16,3-3-1-16,-1-2 0 0,3-3-4 15,0-3-4-15,1-4-5 0,3-2-3 0,-3-5-3 16,3-2-5-16,-2-4 4 0,-1-1 2 0,1-1 5 16,-4-2 3-16,0 1 5 0,-4-1 3 15,-2 0 1-15,-1 0 12 0,-3-1 13 0,-1 1 12 16,-2-3 12-16,-2 1 9 0,-1 1 15 16,-2-1 14-16,-1 3 14 0,-4 3 6 0,1 2-5 15,-4 3-9-15,-1 5-21 0,-2 2-18 0,-2 4-29 16,0 2-16-16,-3 4-11 0,1 3-4 15,2 3-17-15,0 1-30 0,1 1-54 0,4 0-118 16,-2 1-143-16,3 2-207 0,2-3-271 0,4 3-244 16,-1-1-83-16,6 1 254 0,-4 1 399 15</inkml:trace>
  <inkml:trace contextRef="#ctx0" brushRef="#br0" timeOffset="-58474.97">21099 10699 8 0,'-3'-5'430'0,"0"4"406"0,-2 1 287 15,0 0 22-15,-1 1-352 0,2 1-281 0,-3 1-194 16,2 1-119-16,0 2-78 0,1 5-53 15,-1 0-26-15,1 1-10 0,0 2-9 0,-1 3-7 16,2 3-4-16,2 2 0 0,-1-1-5 0,0 4-4 16,4-3-2-16,1-1-1 0,4-2 1 15,2-4-2-15,4-1 1 0,0-3-1 0,2-4-6 16,3-4-5-16,1-3-8 0,1-5-5 16,-1-4-4-16,-2-2 0 0,1-4 2 0,-1-2 10 15,-1-3 2-15,-3-1 8 0,-2 1 4 0,-3-4 3 16,-2 2 8-16,-3-1 4 0,-3 3 8 15,-2-3 3-15,-2-1 0 0,-4 3 2 0,2-3-4 16,-2 3-3-16,-5 1-6 0,0 3-2 0,-4 3-8 16,0 4-2-16,-4 4-5 0,-2 4-8 15,-2 4-30-15,0 5-75 0,0 2-125 0,3 3-182 16,1 4-286-16,2 0-257 0,7 0-181 16,-1 2 89-16,5 0 382 0</inkml:trace>
  <inkml:trace contextRef="#ctx0" brushRef="#br0" timeOffset="-57399.08">21267 11008 147 0,'1'6'327'0,"1"-2"126"15,-1-2 43-15,1 2-147 0,0-2-127 0,-1 0-61 16,3-2-6-16,-3 1 52 0,2-1 64 0,1 0 78 16,-3-1 68-16,4 1 31 0,-1-3-17 15,1 0-53-15,2-1-65 0,-1-2-68 0,2 1-71 16,1-3-50-16,1-2-33 0,-1 1-24 16,4-2-7-16,0-2 5 0,1 0-3 0,-2 1-7 15,1-4-3-15,3 2-2 0,-5 3-9 0,3-1-20 16,-6 2-4-16,0 1-1 0,0 3-2 15,-4 2 14-15,1-1 12 0,-1 4 4 0,-4 0 1 16,1 1-4-16,-1 2-4 0,0 3-15 0,-1 2-6 16,-3 3-5-16,-1 2-5 0,2 3 0 15,-3 1-2-15,3 1 1 0,-2 2-5 0,2 0 4 16,0-1 1-16,0 1-2 0,1-1 2 0,0-2-1 16,2-1-2-16,0-3-2 0,0 0-1 15,2-3 3-15,0-1-5 0,1-2-1 0,0-2 4 16,4-2 3-16,-3-2 2 0,5-2 1 15,1-2 2-15,1-4-2 0,3 0 0 0,-1-4-6 16,1 2-3-16,1-2-2 0,-1 0 3 0,-2 1 5 16,1-1-3-16,0 3 2 0,-4-1 0 15,-1 3-15-15,-2-1-18 0,1 2-18 0,-4 2-7 16,0 1-6-16,-3-2-8 0,0 4 15 16,0-1 16-16,-1 1 12 0,-3 1 9 0,3 0 4 15,-3 0 3-15,1 1 1 0,-1 1 6 0,1-1-4 16,0 3 2-16,1-2-1 0,-1 1 5 15,1 0-3-15,-1 1-3 0,1 1-1 0,1 1 0 16,-3 0 2-16,3 0-2 0,-2 3 4 0,1 1 6 16,-1-2 4-16,0 3-3 0,3-1-1 15,-1 0 2-15,1 1-5 0,0-1-4 0,1 1 1 16,-1-2-1-16,3-1 6 0,0 0-4 0,0-3 3 16,0 2 1-16,1-2-3 0,0 0 6 0,0-2-3 15,1 0 4-15,-1-1 3 0,2 0 1 0,1-1-1 16,-2 1-1-16,-1 0-8 0,3-2-31 15,-1 0-77-15,-2 0-144 0,-2 0-192 16,1 0-296-16,-1 0-282 0,0 0-223 0,-2 0 45 16,0 0 447-16</inkml:trace>
  <inkml:trace contextRef="#ctx0" brushRef="#br0" timeOffset="-56448.62">21843 11134 156 0,'-2'0'460'16,"0"2"290"-16,-1-2 223 0,3 0-137 15,0 0-195-15,0-2-144 0,0 2-118 0,0-3-92 16,2 0-77-16,-1-2-60 0,3 1-39 0,-1-3-27 16,3-1-12-16,-2-1-10 0,5-2-3 15,0 0 0-15,0-3 10 0,3 1 17 0,0-2 17 16,2 0 11-16,-1-2 4 0,1 2-10 0,1 0-13 16,0 0-22-16,-2 2-19 0,0-2-5 15,-1 4-7-15,0 1-4 0,-3 1-3 0,-3 3-3 16,1 0-2-16,-3 0-11 0,0 3-12 15,-1 2-4-15,-2-3-6 0,4 4-1 0,-5 0 0 16,1 0-3-16,-1 4 5 0,2 0 3 0,-1 3 3 16,-2 2 3-16,-1 0 1 0,2 2-2 15,-1 1 2-15,-4-1-2 0,2 5 1 0,2-1 2 16,-3 1-2-16,1-1 0 0,-2 4-2 16,2-5 1-16,0 2 1 0,0 0-5 0,-2-4 0 15,4 3-1-15,-1-3 1 0,2-1-4 0,0-4-4 16,0 2 1-16,2-3 0 0,-1 0 4 15,1-2-2-15,2 1 1 0,-2-3 2 0,3 1 0 16,-4-1 4-16,4-2-3 0,0 0 4 0,0 0 4 16,2-2-3-16,0-3 2 0,1 1-4 15,0-1 0-15,1-3-3 0,1 0 1 0,-2 1-1 16,1-2 0-16,0 0 1 0,-1 1-1 0,1-1-1 16,0 1 0-16,-3 1 2 0,0 3-2 15,-2 0-1-15,1 0-3 0,-4 2-1 0,2 0-2 16,2 2-2-16,-5 0 5 0,1 2 2 0,1 0 2 15,-1 3 1-15,-1 1 3 0,0 2 1 16,0-1-1-16,-1 3 0 0,-1 0 0 0,1 1-2 16,1-2-1-16,-2 4 1 0,-1-3-2 15,3 1-1-15,0-2-1 0,0 0 2 0,3 0 1 16,-1-3-3-16,-1 0 2 0,2-2-1 16,2 1 2-16,0-4 0 0,2-2 2 0,2-3 0 15,0 0 2-15,3-3 0 0,0-4-2 0,-1 1 1 16,4-3-2-16,-1 0 1 0,-3 1-1 15,1 0-2-15,-4 2 1 0,0 2-2 0,-1 1 0 16,-1 0-1-16,-2 4-2 0,0 0-2 0,-1 0 1 16,-2 3 0-16,3 3 1 0,-3-2-1 15,-1 4 4-15,0 1 2 0,0 1 2 0,0 2-1 16,0 0 0-16,-1-1-56 0,-3 3-63 0,3-2-114 16,-1 1-178-16,1-4-299 0,1 4-336 15,0-4-254-15,1 0-128 0,2-1 331 0,2-3 576 16</inkml:trace>
  <inkml:trace contextRef="#ctx0" brushRef="#br0" timeOffset="-55140.15">18049 11745 443 0,'8'17'1161'0,"-6"2"296"0,-2-6-153 0,0-1-258 15,0-2-528-15,0 0-253 0,2-4-139 16,2-1-65-16,1-1-40 0,1 0-12 0,5-1-3 15,3-1-32-15,3-1-46 0,-2 1-129 16,4-2-185-16,0 0-292 0,0 0-305 0,-1 1-272 16,-1-1-115-16,-1 2 388 0,-1 0 545 0</inkml:trace>
  <inkml:trace contextRef="#ctx0" brushRef="#br0" timeOffset="-54968.13">18905 11982 119 0,'17'15'710'0,"-4"-2"440"0,-4-2 87 0,-2-2-144 16,0-3-405-16,-2-2-357 0,2 1-170 15,1-4-84-15,2 0-47 0,3-1-77 0,2-1-115 16,2-2-155-16,2-1-286 0,2 1-268 0,0-3-245 16,3 1-41-16,0-2 300 0,-2 1 423 0</inkml:trace>
  <inkml:trace contextRef="#ctx0" brushRef="#br0" timeOffset="-54805.12">19770 12124 73 0,'12'15'533'0,"-1"0"359"0,-4-3 157 0,-3-1-54 16,0-2-389-16,2-4-301 0,0-1-157 0,0-2-103 15,2-3-129-15,1-2-149 0,1-1-257 16,1-4-251-16,-1 0-200 0,4 1-34 0,-3-3 233 15,2-2 345-15</inkml:trace>
  <inkml:trace contextRef="#ctx0" brushRef="#br0" timeOffset="-54652.15">20288 12091 203 0,'30'17'779'0,"-7"1"383"16,-5 1 47-16,-2 0-146 0,-5-2-466 0,-1-1-288 15,-1 1-144-15,-3-3-73 0,1-2-36 16,-2 0-28-16,0-3-19 0,-1-2-39 0,2-1-130 15,-1-3-176-15,-2-3-292 0,2 0-267 16,-2-1-246-16,1-3-78 0,-3-2 364 0,1 2 457 16</inkml:trace>
  <inkml:trace contextRef="#ctx0" brushRef="#br0" timeOffset="-54228.07">17714 12706 223 0,'13'14'788'16,"-5"-3"354"-16,1-3 30 0,1-2-143 0,5-1-476 16,4-2-287-16,5-3-130 0,3-1-90 15,6-6-137-15,2 1-159 0,4-1-227 0,1-3-283 16,3 3-255-16,-1 0-139 0,-2 1 216 16,-2 1 404-16</inkml:trace>
  <inkml:trace contextRef="#ctx0" brushRef="#br0" timeOffset="-54050.15">18859 12966 193 0,'16'18'736'0,"-5"-6"369"16,0-2 48-16,-3-2-155 0,-2-2-426 16,2-4-295-16,4 2-147 0,1-4-77 0,4-2-32 15,1 0-61-15,3-2-115 0,1-2-137 16,0 2-200-16,3-1-272 0,0 2-235 0,1 0-68 15,0 2 233-15,0-1 360 0</inkml:trace>
  <inkml:trace contextRef="#ctx0" brushRef="#br0" timeOffset="-53900.11">19553 13122 92 0,'18'15'348'16,"-1"-4"184"-16,0 2 157 0,-3-3-64 0,2-1-164 15,0-3-109-15,1-1-66 0,3-5-48 0,0-2-48 16,3-3-56-16,0-1-65 0,2-1-74 15,0-3-86-15,2 1-102 0,2 0-125 0,-4 1-235 16,2 2-193-16,-5 4-52 0,0-2 124 16,0 6 227-16</inkml:trace>
  <inkml:trace contextRef="#ctx0" brushRef="#br0" timeOffset="-53520.18">17709 13477 121 0,'22'5'560'0,"-5"-3"313"16,-2 3 126-16,0-3-46 0,2 4-440 0,0-1-263 15,4 2-133-15,1-2-135 0,0 0-138 0,2 1-171 16,3 0-284-16,-1 0-214 0,5-2-116 16,-3 2 134-16,0 0 293 0</inkml:trace>
  <inkml:trace contextRef="#ctx0" brushRef="#br0" timeOffset="-53324.03">18901 13859 305 0,'30'18'502'16,"-1"2"166"-16,-3-3 85 0,0-3-311 0,1 2-177 16,0-6-91-16,3 0-55 0,0-3-23 0,2-3-23 15,1 1-23-15,2-4-16 0,1 1-12 16,0-1-10-16,2-1-22 0,-1 2-38 0,-2-1-61 16,-2 1-73-16,-1-1-115 0,-4 2-247 15,-3 1-126-15,0-2-1 0,-3 1 134 0,-2 0 186 16</inkml:trace>
  <inkml:trace contextRef="#ctx0" brushRef="#br0" timeOffset="-52962.69">17578 14402 37 0,'16'7'358'0,"3"-2"219"0,1-1 157 0,3 0 48 15,7-2-375-15,3 1-199 0,6 0-99 16,3-3-54-16,2 0-30 0,6-2-20 0,4 1-17 16,1-2 0-16,3 1 5 0,3-1 7 15,1 0 8-15,6-1 12 0,0 1 8 0,1 0-5 16,1-1-36-16,-1 4-84 0,-1-4-157 0,-3 4-254 16,-2-1-152-16,-1 1-52 0,-5-1 104 0,-3-2 217 15</inkml:trace>
  <inkml:trace contextRef="#ctx0" brushRef="#br0" timeOffset="-52509.15">21034 12247 15 0,'10'-6'449'0,"-2"4"380"0,-7 2 256 16,-2 2 38-16,-4 5-313 0,-3 7-295 0,0 7-157 15,-3 8-46-15,-5 5-28 0,-2 10-44 16,-2 7-17-16,-5 7-18 0,-2 9-28 0,-4 6-40 16,-3 4-40-16,-4 8-22 0,-4 5-29 15,-2 8-21-15,-7 4-10 0,2 9-11 0,-5-2 1 16,1 2-2-16,-3-2 1 0,4-1-12 0,-2-3-39 15,4-4-50-15,4-5-54 0,-2-8-74 0,7-5-122 16,3-8-139-16,2-10-132 0,1-3-204 16,8-14-231-16,0-8-119 0,4-6 160 0,-3-13 352 15,4-12 331-15</inkml:trace>
  <inkml:trace contextRef="#ctx0" brushRef="#br0" timeOffset="-51738.15">18807 11609 299 0,'11'7'579'15,"-2"-3"200"-15,2 1 69 0,0 1-275 0,2 3-230 16,6 2-153-16,5 6-68 0,2 2-37 16,8 6-7-16,5 2 53 0,9 3 2 0,3 2 1 15,10 4-2-15,4-1-1 0,9 5-15 0,5-2-61 16,5 1-41-16,5 0-16 0,-3-1 0 0,6-2 4 15,1-4 6-15,2 2 8 0,3-5 12 0,1 2-2 16,-1-4-9-16,-2 1-52 0,-3-1-76 16,-6 0-84-16,0 0-69 0,-2-2-70 15,-1-2-112-15,-3-1-238 0,0 0-96 0,-7-1 29 16,-3-3 122-16,-6-2 194 0</inkml:trace>
  <inkml:trace contextRef="#ctx0" brushRef="#br0" timeOffset="-51223.17">21189 12516 280 0,'35'-9'490'0,"3"-7"213"15,6-3 140-15,2-5-294 0,8-4-143 16,5-3-71-16,5-6-54 0,6-3-54 0,7-6-56 16,3-1-35-16,7-3-45 0,4-3-37 15,3 1-25-15,2-2-20 0,2 2-70 0,-2 1-108 16,1 2-129-16,-1 2-261 0,-1 2-234 0,-5 2-155 16,-1 3 70-16,-6 1 275 0</inkml:trace>
  <inkml:trace contextRef="#ctx0" brushRef="#br0" timeOffset="-44643.08">27496 7417 94 0,'0'0'185'16,"0"-1"32"-16,2-1 10 0,-2 2-13 0,2 0-22 15,-2 0-30-15,0 0-26 0,1 0-26 0,1 0-25 16,-2 0-11-16,0 0-15 0,1 0-12 15,-1 2-2-15,0-2-4 0,2 1 4 0,-2-1 4 16,2 0 7-16,-2 0 8 0,0 0 9 16,0 0 5-16,0 0 10 0,0 0 1 0,0 0 4 15,0 0-5-15,0 0-7 0,0 2-7 0,0-2-16 16,0 0-13-16,0 0-10 0,0 0-11 0,0 1-8 16,0-1 1-16,0 0 1 0,0 0 1 15,0 2 8-15,0-2 9 0,0 0 10 16,0 0 0-16,0 0 8 0,-2 2 5 0,0-2-3 15,2 0-6-15,0 0-5 0,0 1-7 0,-1-1-14 16,1 0-10-16,0 0-6 0,-3 1-4 0,1-1-4 16,0 2-5-16,1-2 3 0,-1 1-1 15,-1 1 3-15,1-1 0 0,-2 0-2 16,1-1 2-16,1 2 0 0,-1 1 0 0,1-1 2 16,-1-1-1-16,2 0 1 0,-3 1 0 0,1 0-1 15,0 1 1-15,0 0-2 0,-2-2 0 0,4 2 0 16,-2 0-2-16,-1-1 1 0,3 0-1 15,-2 2 2-15,-1-2-2 0,3 1 2 0,-4-1 2 16,2 2 0-16,-2-2-2 0,4 1 0 16,-2 0 0-16,-1 0 1 0,3 0-1 0,-3 0 2 15,1 2-2-15,0-2 0 0,0 0 0 0,0-1 0 16,-2 1 0-16,2 1 0 0,0-2-3 16,0 2 1-16,-2 0 0 0,0 0 2 0,2 1-3 15,-5 2-1-15,7-4 1 0,-3 2 1 0,1 0 1 16,0-1-1-16,0 1 2 0,0-1-4 15,-1 3 3-15,0-3-3 0,-1 0 1 0,2 0-2 16,-2 2 0-16,2-1 3 0,-2 1 0 16,0-2-1-16,1 2-4 0,0-1 5 0,-2 1-3 15,3-1 2-15,-2-1 1 0,4 1 2 16,-4 0 3-16,2 1 1 0,-1-2 1 0,1 0 0 16,2 0 2-16,-4 1 0 0,1 0-2 0,0 1 2 15,3-2-2-15,-2 1 0 0,-1 1 0 0,1-1-3 16,-2-1 1-16,4 2 4 0,-4 0-5 15,2-1 5-15,-2 1-2 0,4-2 1 16,-3 1 0-16,1 0-6 0,-2 1 3 0,2-1-1 16,2-1-1-16,-4 2 1 0,2-2 0 0,0 1-1 15,1-1 3-15,-1 2-3 0,1-2 1 0,-1 2 0 16,0-1-2-16,1-1 3 0,-1 0-1 16,0 2 3-16,-1-2-3 0,1 3 1 0,-1-1-3 15,3 0 2-15,-4 0 1 0,2 0 2 16,-1-1 2-16,3 1-4 0,-2-1 2 0,-2 3 0 15,4-4-5-15,-3 2 0 0,1-1 0 0,2 0 5 16,-3 0-3-16,1 1 0 0,-2-1-1 16,4-1-1-16,-2 1 0 0,-3 1 0 0,2-1 0 15,1 1 0-15,-2-2 2 0,2 0 0 16,-2 3-1-16,4-1-2 0,-4-2-3 0,2 0 4 16,-2 0-3-16,1 3 3 0,0-3 0 0,1 2 0 15,0-2 0-15,0 2 0 0,-1-1 0 16,1-1-2-16,-1 0 2 0,1 2 0 0,0-2 0 15,-1 1 0-15,1 1 0 0,0 0 0 16,-2-1-1-16,0 3 1 0,-1 0-2 0,3-2-1 16,-2 0 3-16,0 1-2 0,2 1-1 0,-2-1-1 15,1 1-2-15,-2 0 2 0,1-1-3 16,2 0 4-16,-1 1 1 0,0-3-3 0,0 3 0 16,0 0 4-16,-1-1-1 0,0 2-2 15,1-1 1-15,0 0 1 0,1-1-1 0,0-2 1 16,1 2-1-16,-1-1 0 0,2-2 3 0,-3 0-2 15,4 0-2-15,-2 1 1 0,0-3 0 16,0 2 1-16,1 0-1 0,-1-1-1 0,1 1 4 16,-3 1 0-16,3 1-2 0,-2-1 1 15,1-1-1-15,-1 0-1 0,-1-1-1 0,3 2-1 16,-1-1 2-16,-2 1-1 0,2-1 1 0,-1 2-2 16,0 1 0-16,0-4 3 0,0 2 0 15,-1 1-1-15,3-3-2 0,-1 2 3 0,0 0 0 16,-1-3-3-16,3 2 0 0,-1-2 0 15,-2 1 1-15,1 0 1 0,2 0-1 0,-3-1 1 16,3 1 0-16,0-2 1 0,-1 2 0 0,-1 2-3 16,0-3 1-16,-1 4 3 0,0-1-6 15,1 0 0-15,1 0 0 0,-3-3 4 0,4 3-1 16,-1-2-1-16,-1 2 5 0,1-3 3 0,1 2-1 16,0 0 0-16,-3-1 0 0,1 0 1 15,2 2 0-15,-1 0 3 0,-2 0-3 0,3-1 6 16,-4 0 1-16,3 1-3 0,-1 0 0 0,0-3-5 15,-1 3 3-15,2-1-5 0,-1-2 0 16,-3 3 0-16,4 1 0 0,-5 0 0 0,1-2 2 16,0 4 1-16,0-3-1 0,2 0 1 15,0 1 1-15,-2-1-3 0,1 2-1 0,-1-1-1 16,0 1 1-16,0 0-4 0,0 2 4 0,2-3-2 16,-2 3 2-16,-1-1 0 0,0 3 0 15,0-2 0-15,1 1 0 0,-2 1-3 0,0 0 3 16,0 3 0-16,1-3 2 0,-1 1-2 15,0 0-12-15,2-2-32 0,0 0-59 0,2-1-75 16,-2-2-116-16,4-1-244 0,1-1-128 0,0-3 9 16,0-2 130-16,3-2 188 0</inkml:trace>
  <inkml:trace contextRef="#ctx0" brushRef="#br0" timeOffset="-42299.19">27555 7461 6 0,'1'-2'136'0,"3"-1"36"15,-3 1 0-15,2 1-11 0,-1 0-17 0,0 1-23 16,-1 0-22-16,1-2-16 0,0 2-12 0,-2 0-6 15,0 0-4-15,1 2 3 0,1-2 2 16,-2 0 2-16,0 1 1 0,0-1-3 0,1 0-2 16,-1 1-5-16,0-1-2 0,0 0-2 15,0 2 0-15,0-2 0 0,0 0 0 0,0 1-2 16,0-1 0-16,0 0-4 0,0 0-6 16,0 0-6-16,0 2-6 0,0-2-5 0,0 0-7 15,0 2-3-15,0-2-3 0,0 0-1 0,0 0-1 16,0 0 15-16,0 2 8 0,0-2 9 15,0 3 3-15,0-2 0 0,0 1 19 0,0 1-6 16,3-3-5-16,-1 4-3 0,-2-1 3 0,0 0-2 16,1 0-17-16,1 0-9 0,-2 0-6 15,1 0-9-15,1 2-6 0,0-1 2 0,-1 0-3 16,1 0 22-16,-1 1 17 0,1 0 9 16,0 1 4-16,-2-2 4 0,1 1-2 0,1 2-18 15,0-3-14-15,-2 3-7 0,3-3 14 0,-3 2 12 16,1-1 4-16,-1 1 0 0,0 0 1 15,0-2 0-15,2 2-17 0,1-1-15 0,-3 1-7 16,0-2-4-16,0 1-4 0,0 2 0 0,-3-1 1 16,1 0-1-16,2 0 2 0,-1 1 0 15,1-1 4-15,-3-1-2 0,1 2-1 0,-1 0 1 16,1-1 2-16,-1 1 0 0,1-2-3 16,-1 2-1-16,1-1 1 0,-1 2-3 0,2-2-1 15,-4 0 0-15,4 0-2 0,-2 0 0 0,-1-2 3 16,3 2-1-16,-3 0 1 0,1 0-3 15,2 0 3-15,-3-2-1 0,3 2-1 0,-2 1 4 16,-2-1-5-16,2 0 2 0,1 0-2 0,-1-1 0 16,2 0 0-16,-3-1 0 0,3 1-2 15,-1 0 0-15,1-1 1 0,-3 2 1 0,3-2 0 16,-1 0 3-16,1 2 0 0,-1-1 4 0,0-1-4 16,0 0 0-16,-2 1-2 0,3 1-1 15,-2-2 2-15,1 1 1 0,-1 1 0 0,1-2 5 16,-1 2-1-16,0 0 1 0,-1 0-4 0,1 0 0 15,1 1-3-15,-3-1 2 0,2 0 1 16,-1-1-1-16,3 1 1 0,-2 0 0 0,-1 0-1 16,1 0 1-16,0 0 1 0,0 0-3 15,-2 1-1-15,2-1 4 0,0 0-2 0,0 3 2 16,0-5 0-16,-2 5-1 0,1-1 1 0,1-2 0 16,2 1-2-16,-4-2-2 0,2 2 2 15,-2-1 1-15,4-2-3 0,-3 2 2 0,3-2-3 16,-2 2 3-16,1-1-1 0,0 0-2 15,-1-1-2-15,2 1 2 0,-1 0 0 0,-1 1 0 16,2-2 0-16,-2 0 3 0,1 0-1 0,0 1-2 16,1 0 2-16,-3-2-4 0,3 1 2 15,-1 0-2-15,1 0 1 0,-1 2 1 0,0-1 0 16,1-1 1-16,-1 0-1 0,1-1 0 16,-1 2 0-16,-1 0 0 0,2-3-1 0,1 3-4 15,-2-1 2-15,0-1 0 0,1 1-3 0,-1 0 1 16,1 0 4-16,-1 1-3 0,0-3 0 15,2 2 4-15,-1-2 0 0,-1 2 0 0,1-2-2 16,1 2 2-16,-4-2 0 0,4 1 0 16,-1 1 0-16,1-1 0 0,-3 0 0 0,1 0 0 15,-1 0 2-15,2 0-2 0,1 0 0 0,-4 0 0 16,4 0-2-16,-1 1 1 0,-1-1-3 16,1 0 1-16,1 2 0 0,-2-2-2 0,0 0 2 15,2 1 0-15,-1-1 0 0,1 1 1 0,0 0 2 16,-2-2 0-16,1 3-1 0,1-1 1 15,0-2 0-15,-4 3 0 0,4-1-3 0,-1 1 1 16,-1 0 1-16,1-3-3 0,1 3 1 0,-2-2 2 16,0 1-2-16,0 1 1 0,0-1-1 15,0 1 1-15,1-1 1 0,-1 1-3 0,2-1 0 16,-1-1 1-16,-1 2-1 0,0 0 1 16,1-3 0-16,1 0 1 0,-2 4 2 0,1-3 0 15,-1 3 7-15,0-2-1 0,-1 1 5 0,1 1-1 16,-1 0 1-16,2-2-5 0,-4 2-3 15,2-2 0-15,2 1 0 0,-3 1 1 0,3-2-1 16,-1-1 0-16,1 2 2 0,-1-3-2 16,0 2-3-16,1 1 4 0,1-2-2 0,-2 0 0 15,0 1 1-15,1 0-2 0,-1 0 1 16,1 0-1-16,-4 2 4 0,4-1 1 0,-1-1 0 0,1 0-4 16,-1 1 4-16,0 0-3 0,1-3 0 15,-3 4-4-15,3-1-1 0,-1-3 2 16,2 2 0-16,-1-1 0 0,-1 1 0 0,0-2 3 15,2 2 4-15,0-3-6 0,-1 2 2 0,1-1 2 16,-2-1-3-16,2 2-2 0,0-2 0 0,0 1 1 16,0 0-1-16,0 0 0 0,0 0 3 15,-1-1 2-15,1 1-4 0,0 1 1 16,-2-2-1-16,-1 2 4 0,3 1 6 0,-1 1 27 16,-1 1 20-16,1-1 6 0,1-1 4 0,-4 1 1 15,4-2-7-15,0 0-28 0,0 0-16 0,-1 0-8 16,1 0-6-16,0-1-2 0,0 0-2 15,0 0 0-15,0 0 0 0,0-1 0 0,0 0 0 16,0 1 0-16,0-1 0 0,0 1 0 16,0-1 1-16,0 0 1 0,0-1-1 0,1 2-1 15,-1 0 3-15,0 1 0 0,0-2-2 16,2 1-1-16,0-1 1 0,-2 1 1 0,0 1-2 16,1-1 1-16,-1 0 1 0,2 1 3 0,-2 0 11 15,0 0 7-15,1 2 9 0,-1-1 41 16,0 1 39-16,3 2 18 0,-3-1 0 0,2 0-9 15,-2-1-8-15,0 1-36 0,1-2-35 0,-1 2-20 16,0-1-11-16,0-1-3 0,0 1-2 16,0-3-3-16,0 3-3 0,0-4-1 0,0 3 1 15,2-2 0-15,-2 0 0 0,1 1 0 16,-1-1 0-16,0-2 2 0,0 4 1 0,2-2-1 16,0-2 0-16,-2 1 1 0,0 1 3 0,1 0-4 15,-1-1 3-15,3 2 5 0,-1-1 13 16,0 0 5-16,-1 3 3 0,1-2 5 0,0 0-1 15,1 1-7-15,-2-1-14 0,4 0-4 16,-4 2-2-16,4-2-3 0,-2-1-6 0,1 2 1 16,-1-2 1-16,2 2-1 0,-1-2-1 0,1 3 1 15,-1-2 1-15,1 0-1 0,0-1 0 16,0 1-3-16,0 0 2 0,0-2-4 0,1 1 2 16,0 1 2-16,0-3-3 0,-1 1 1 15,3-1-12-15,1-1-48 0,-2-2-95 0,-1-2-131 16,1 1-161-16,0-3-281 0,-2 1-258 0,1 0-132 15,-1-1 149-15,-1 0 358 0</inkml:trace>
  <inkml:trace contextRef="#ctx0" brushRef="#br0" timeOffset="-41518.85">26791 8612 182 0,'0'1'284'0,"-1"0"64"0,-3 1-24 16,3 0-56-16,-2-2-52 0,-2 1-38 0,2 0-23 15,-2-1-12-15,2 0-4 0,-2 2 11 16,0-2 14-16,2 2 17 0,-2-2 19 0,-1 0 5 15,2 0 18-15,-1 0 5 0,0 0 7 16,0-2-3-16,-2 2-8 0,0-2-8 0,1 2-15 16,-1-1-27-16,-1 0-26 0,-1-3-23 0,1 2-27 15,-2-2-25-15,0 0-18 0,0-1-13 16,0-1-14-16,-2 0-10 0,1 0-3 0,0-1-5 16,-3 1-3-16,1-2-1 0,-1-1-5 15,3 1 0-15,-3 0-3 0,1-1 1 0,-2 2 0 16,3 0-4-16,1 1 0 0,-2 0 0 0,4 2-17 15,1-1-57-15,0 2-120 0,2-2-134 16,1 1-206-16,3 0-283 0,2-1-218 0,0 1-38 16,0-2 269-16,4-3 356 0</inkml:trace>
  <inkml:trace contextRef="#ctx0" brushRef="#br0" timeOffset="-40352.76">28300 7188 42 0,'-5'0'277'0,"2"0"171"15,-1 0 165-15,2 0-18 0,0-2-154 0,0 2-80 16,2-1-33-16,-1 1-31 0,-1 0-26 16,2-1-25-16,2 1-19 0,-1-2-18 0,3 0-21 15,0 0-16-15,1-4-21 0,3 0-14 0,1-1-21 16,4-3-16-16,0-3-7 0,2 2-10 16,1-4-9-16,1-1-13 0,3 0-7 0,-1-1-11 15,-2 0-6-15,0-1-8 0,1-2-5 16,-2 4 0-16,-2 1 7 0,-2 0 1 0,-2 2 16 15,-1 2 21-15,-2 3 22 0,-3 1 8 0,0 2 1 16,-1 2-3-16,-1 0-24 0,-1 2-24 16,-1 1-26-16,0 1-13 0,0 2-10 0,-1 5-6 15,-3 0 0-15,1 5 1 0,0 2 6 16,0 2-2-16,-2-1-1 0,2 3 5 0,-2 1-3 16,1 1 0-16,0 0 1 0,3 0-1 0,-3 0-2 15,0 0 0-15,2-2 5 0,0 0 0 0,1 0-4 16,-1-4 1-16,2 0-3 0,0-2-3 15,2-3 3-15,-2 1 1 0,1-3 2 16,1-1-27-16,1-1-29 0,0-1-26 0,1-4-48 16,1-1-69-16,2-1-101 0,-1-5-77 0,1 0-73 15,1-3-92-15,3-2-81 0,0-2-69 0,-1 2-59 16,3-4 1-16,-1 4 108 0,-3-4 175 16,4 0 181-16</inkml:trace>
  <inkml:trace contextRef="#ctx0" brushRef="#br0" timeOffset="-40018.81">28716 7072 85 0,'7'-5'247'0,"-2"1"121"15,-2 1 12-15,0 3-67 0,1 1-105 0,-4 4-78 16,0 1-59-16,0 1-34 0,-2 6-19 16,0-1 7-16,2 3 44 0,0 1 33 0,-1 2 49 15,1 3 44-15,1-1 22 0,-1-1-7 16,4-1-26-16,-1 0-28 0,2 0-42 0,4-3-51 16,-3-1-28-16,6-2-13 0,0-3-3 0,1 0 79 15,1-3 66-15,-1-3 55 0,-1-3 26 16,4-2 19-16,-2-2 14 0,0-3-49 0,-1-2-42 15,1 0-35-15,-3-1-20 0,-2-1-20 16,0-2-19-16,-3 1-17 0,-1-2-18 0,-2 1-12 16,-1-1-13-16,-2 1-12 0,-4-2-3 0,0 0-9 15,-1 0-4-15,-3 2-1 0,2 1 2 16,-2 0 3-16,0 3-7 0,-1 1-1 0,-1 2-1 16,0 1-2-16,0 4-3 0,0 1 1 15,-1 4 2-15,-2 0 1 0,4 2 1 0,-3 1-2 16,3 4 2-16,0 0-7 0,2 2-13 0,-1-3-42 15,2 3-87-15,5-1-122 0,-1-2-127 16,4-1-211-16,4-1-280 0,0 2-188 0,4-4 22 16,4 0 278-16,2-3 329 0</inkml:trace>
  <inkml:trace contextRef="#ctx0" brushRef="#br0" timeOffset="-39635.15">29269 7059 139 0,'-6'0'379'0,"-1"0"194"16,1 1 149-16,-5 2-151 0,1 3-185 15,1 2-125-15,-4 1-72 0,4 2-57 0,-3 2-48 16,2 2-37-16,2 1-22 0,0 2-11 0,1-3-7 16,1 3-7-16,5-1-4 0,1-2-1 15,1-3 2-15,7 3-2 0,-2-3 1 0,2-5 1 16,6 1 8-16,-1-3 3 0,0-2 4 0,3-1 5 15,0-4 2-15,-2-1 3 0,2-1-2 16,-2-1 0-16,-1-5 15 0,0 3 35 0,-1-3 62 16,-4-1 68-16,1 2 51 0,-4-2 31 15,-2-1 0-15,-2 2-22 0,-2 0-53 0,-2-2-55 16,-2 1-42-16,-4 0-29 0,1 1-21 0,0-1 1 16,-5 2 8-16,4 0 6 0,-1 2-4 0,-1 0-12 15,2 3-8-15,-1 2-20 0,0-1-20 16,0 7-9-16,0-2-6 0,0 3-1 15,1 3-6-15,3 2-20 0,-2 1-29 0,1 1-88 16,3-2-124-16,2 1-158 0,2 2-288 0,5-2-261 16,-1 1-218-16,5 0 50 0,2-4 362 0,3 2 400 15</inkml:trace>
  <inkml:trace contextRef="#ctx0" brushRef="#br0" timeOffset="-39344.95">29503 7159 155 0,'1'0'430'0,"3"-3"218"16,-4 3 125-16,-4 3-188 0,3-1-211 0,-2 5-128 16,-2 3-93-16,0 0-55 0,-3 3-28 15,4 3-14-15,-3 1-10 0,2 0-19 0,1 2-12 16,-2-1-9-16,2 0 3 0,3-2-6 0,1 0 2 16,1-3 2-16,4-3 2 0,3 0 3 15,0-3-1-15,3-4 6 0,1-3 1 0,1-2 1 16,3-3-1-16,-2-3-2 0,2-1 5 15,-3-1-5-15,1-2 3 0,-3-1 5 0,-1 0 8 16,-6 1 8-16,2-2 6 0,-4 3-2 0,-2-3-4 16,-2 0-8-16,-2 3-9 0,-1-1-17 15,-1 0-29-15,-2 3-48 0,0 0-70 0,-5 3-87 16,4 1-156-16,-4 4-257 0,4 1-140 16,1 1 1-16,0 4 153 0,-1-1 234 0</inkml:trace>
  <inkml:trace contextRef="#ctx0" brushRef="#br0" timeOffset="-38649.07">29732 7394 162 0,'2'3'435'0,"1"-3"207"0,-3 2 139 16,3-4-149-16,2 2-195 0,0-4-116 0,1-1-49 15,2 1-15-15,3-2-17 0,0-1-19 16,3-1-23-16,-1 1-28 0,2-2-22 0,0 0-16 16,-2-1-14-16,2 1-12 0,-3 1-9 0,0 0-11 15,-3 2-10-15,0 0-13 0,-5 3-15 16,2 0-13-16,-3 1-8 0,1 1-7 0,-3 1-10 16,-1 1-3-16,0 1-1 0,-1 4-1 15,-1 0 2-15,-1 3-1 0,0 1 5 0,-3-2 1 16,1 4 2-16,2-3-3 0,-1 2-2 0,1-2-3 15,2 0-3-15,1-2-8 0,0 0 2 16,0-1 0-16,1-1-2 0,4 0 2 0,2-2 3 16,0-3 1-16,3 0-2 0,1-3 1 15,3-2 3-15,0 0-3 0,0-1-2 0,2 0 1 16,-2 1 0-16,-1-1-2 0,-2 1-1 0,0 2 4 16,-1-2 0-16,-4 4 2 0,2 0-1 0,0-1 2 15,-3 2-3-15,-4 0-2 0,4 2 0 0,-3 0-2 16,-1 1 2-16,1 2-5 0,0 1-8 15,-2 0-48-15,-2-2-117 0,2 0-139 0,-2 1-237 16,2-2-278-16,2 2-254 0,0-1-100 0,1-2 263 16,1 0 414-16</inkml:trace>
  <inkml:trace contextRef="#ctx0" brushRef="#br0" timeOffset="-38227.07">30268 7440 96 0,'-11'7'466'0,"2"0"325"0,1 0 220 0,1-2-71 16,2-3-289-16,3 2-225 0,2-4-138 15,2 0-95-15,3 0-69 0,2-4-48 0,1-1-25 16,6 1-14-16,-2-3 4 0,1-3 0 0,4 1 5 16,1 1 5-16,-2 0 6 0,-1-2 4 0,1 2-3 15,-2 2-6-15,1-1-9 0,-6 2-12 0,4 2-8 16,-5-1-6-16,-2 2-6 0,1 1-4 15,-1 1-4-15,-3 1 1 0,0 1 3 0,-1 2 6 16,-1 0-1-16,-1 0-2 0,2 3-1 0,-2-1 1 16,0 2-4-16,0-2-9 0,0 1-4 0,0-1 4 15,1 0 1-15,1-2 1 0,1 1-6 16,4 0 7-16,-1-2 2 0,2 1-4 0,0-1 0 16,0 0-2-16,2-1 4 0,0 0-1 0,0 1 1 15,0-2 2-15,-1-1 3 0,0 1 0 16,0 0-3-16,-1 2-3 0,-1-3-2 0,1 2 1 15,-3 2-1-15,4-3-2 0,-4 2 4 0,3 0-1 16,-4 0 0-16,4 0 0 0,-2 0 0 0,1 2 0 16,-1-3-1-16,1 3 1 0,0-3-11 15,0 1-46-15,-1 1-109 0,1-2-142 0,0 2-200 16,-1-1-289-16,-1 1-256 0,2 2-109 0,-2 1 223 16,-2-1 403-16</inkml:trace>
  <inkml:trace contextRef="#ctx0" brushRef="#br2" timeOffset="-31304">23738 14220 307 0,'-3'8'574'0,"0"0"194"0,-5-3 67 0,3 2-283 16,0-1-252-16,1 0-148 0,-3 0-76 0,1 0-37 15,1 0-43-15,1 2-75 0,-3-1-117 16,2 2-278-16,-1 0-189 0,-2 1-97 0,0 0 51 15,0-1 209-15</inkml:trace>
  <inkml:trace contextRef="#ctx0" brushRef="#br2" timeOffset="-31097.2">23476 14652 272 0,'-8'14'464'0,"1"0"155"0,1-3 48 15,0 0-265-15,1-1-185 0,4-3-105 16,1-1-52-16,0 0-30 0,3-1-12 0,2-1-5 16,1 1-2-16,0-1-1 0,2-1-3 15,2 0-14-15,0-1-38 0,2-1-50 0,0 0-78 0,-1 1-115 16,1 1-134-16,1-3-121 0,-1 2 7 16,-4-2 106-16,1 2 148 0</inkml:trace>
  <inkml:trace contextRef="#ctx0" brushRef="#br2" timeOffset="-30945.19">23638 14826 44 0,'5'12'203'0,"0"-2"104"0,-2 1 25 16,0-1-36-16,2 1-47 0,0-3-46 0,-2 0-37 16,3 0-27-16,1-1-21 0,-3-2-22 15,4 2-21-15,2-3-11 0,-2-2-15 0,1 2-20 16,4-3-10-16,-4-1-5 0,4-1-2 0,3-3-7 16,-3 2-5-16,2-2-25 0,0-1-88 15,-1 3-222-15,-2-5-145 0,2 5-41 0,-2-1 46 16,-1 0 128-16</inkml:trace>
  <inkml:trace contextRef="#ctx0" brushRef="#br2" timeOffset="-30784.09">24058 14947 6 0,'1'8'272'16,"1"-2"183"-16,-1-1 169 0,-1-1 11 0,0-2-205 15,0 2-158-15,4-4-103 0,-3 0-67 0,4-2-49 16,1-1-33-16,0-2-44 0,3 1-62 15,0-3-106-15,-1-1-205 0,1 1-170 0,-1-2-62 16,5 1 65-16,-4-2 165 0</inkml:trace>
  <inkml:trace contextRef="#ctx0" brushRef="#br2" timeOffset="-30602.62">24296 14751 177 0,'2'-10'471'0,"-2"3"293"0,1-2 209 16,-1 0-183-16,0 1-201 0,2-2-153 15,0 1-118-15,-1-3-106 0,3 0-89 0,0-1-56 16,4-2-35-16,-2-1-21 0,2 0-8 16,2 0-35-16,1-1-62 0,-3 1-69 0,-2 1-80 15,2 0-90-15,-2 3-105 0,-1 0-104 0,-2 1-95 16,-3 4-98-16,-1 0 43 0,-3 1 148 16,-1 1 184-16</inkml:trace>
  <inkml:trace contextRef="#ctx0" brushRef="#br2" timeOffset="-30476.92">24299 14452 189 0,'-11'-1'317'0,"-1"-4"116"15,1-1-11-15,-2-1-105 0,4-4-83 0,1 1-65 16,0-4-50-16,-2 0-39 0,6 0-29 0,-1-1-22 16,2-1-11-16,-1 0-12 0,1 1-20 15,1 0-27-15,-1 3-43 0,-1 0-74 16,-1 1-123-16,0 1-142 0,-3 3-50 0,0 0 48 16,-2 3 107-16</inkml:trace>
  <inkml:trace contextRef="#ctx0" brushRef="#br2" timeOffset="-30352.96">23948 14262 151 0,'-12'6'316'0,"1"-2"130"0,-2 2 40 0,5-1-140 16,0-1-116-16,3-1-79 0,1-2-51 0,-2 3-36 15,2-3-33-15,3 0-42 0,-1 3-67 0,1-3-146 16,1 2-189-16,-2-1-82 0,0 0 14 16,1 3 102-16</inkml:trace>
  <inkml:trace contextRef="#ctx0" brushRef="#br2" timeOffset="-30184.82">23827 14633 61 0,'-2'19'260'0,"0"-1"122"0,2-4 98 16,4 0-130-16,-3-2-152 0,2-3-90 0,2-1-49 16,3-2-28-16,1-2-15 0,1-1-6 0,0-2-14 15,4-1-43-15,-2-1-91 0,1-2-141 16,1 0-116-16,1-1-24 0,0-2 58 0,0 1 109 15</inkml:trace>
  <inkml:trace contextRef="#ctx0" brushRef="#br2" timeOffset="-29095.11">23793 14145 157 0,'0'6'413'0,"0"-2"184"15,2-1 108-15,-1 3-178 0,3-1-202 16,1-1-108-16,3 4-28 0,2 0 24 0,3 0 5 16,4 1 61-16,4 1 12 0,1 1 7 15,5 1-19-15,1-4-44 0,2 3-23 0,0-1-66 16,2-1-34-16,0 1-38 0,-1-1-33 15,1 0-14-15,0 0-10 0,-4-1-3 0,1-1-6 16,-1 1 0-16,-2-1-6 0,-3 1 1 0,-1-2-1 16,0 1-2-16,-4-1 0 0,-1 1-5 15,-4 1-12-15,-1-1-59 0,-4-1-108 0,-4 3-140 16,-3-2-225-16,-1 0-276 0,-1 1-237 0,-4-1-55 16,-2-1 252-16,1 0 386 0</inkml:trace>
  <inkml:trace contextRef="#ctx0" brushRef="#br2" timeOffset="-28744.62">24402 14449 98 0,'2'2'380'0,"-4"-1"236"15,-1 4 202-15,-2-1-70 0,1 1-164 0,-1 3-111 16,-2 2-74-16,1 2-58 0,0 3-55 16,0 1-51-16,-3 3-46 0,0 1-42 0,1 1-37 15,-1 6-27-15,-4-1-21 0,4 0-20 16,-1 4-14-16,-2 1-10 0,2-1-6 0,0-2-5 15,0 1-6-15,2-2-2 0,0-2 0 0,1-1-4 16,0-3-12-16,2 2-33 0,-2-2-76 16,3-4-114-16,-3 2-131 0,1-1-176 0,-2-2-284 15,2 0-204-15,-1 0-2 0,2-5 237 16,1-2 329-16</inkml:trace>
  <inkml:trace contextRef="#ctx0" brushRef="#br2" timeOffset="-28386.87">24524 14337 163 0,'0'7'452'0,"0"-2"248"0,0-1 166 0,0-1-160 15,3-1-117-15,3-1-83 0,1-2-69 16,1-1-63-16,6-2-40 0,-1-1-24 0,5-3-41 16,2-2-45-16,3-3-41 0,4 0-26 0,1-3-26 15,4-2-34-15,1-2-39 0,1 1-29 16,-1 0-13-16,2-1-10 0,-4 0-6 0,3 0-3 15,-4 0-7-15,1 4-46 0,-4-1-49 16,-2 1-110-16,-1 0-162 0,-3 5-300 0,-4-1-305 16,2 3-230-16,-6 2-136 0,-1-1 301 0,-3 3 530 15</inkml:trace>
  <inkml:trace contextRef="#ctx0" brushRef="#br2" timeOffset="-27724.83">24183 13658 29 0,'1'2'357'0,"1"0"271"16,-1-2 252-16,4-3 65 0,-1-4-217 0,3-1-181 16,-1-3-111-16,4-2-80 0,2-4-79 15,0-1-73-15,2-3-56 0,2-2-39 0,-1 0-27 16,5-4-19-16,-2 1-15 0,0-2-8 15,2 0-5-15,-1 0 7 0,-3 3-2 0,1 1-3 16,-2 3 3-16,-3 3-6 0,-1 3 0 0,-4 3 3 16,-1 4 3-16,-1 1 4 0,-2 1-4 15,0 2-2-15,-1 2 1 0,-1 0-17 0,-1 4-9 16,0 2-12-16,-1 4 3 0,-3 0 2 0,1 6 0 16,-3 2-6-16,3 0 0 0,-2 1 0 15,-1 6-3-15,-1 1 2 0,3 0-2 0,-6 3 3 16,2 3-5-16,2 0 5 0,-2 0 0 15,0 0-1-15,2-1-1 0,1-2-3 0,2-3 5 16,1-3-5-16,2-3 1 0,2-2 4 0,1-2-20 16,2-4-23-16,1-2-35 0,4-4-49 15,-1-1-94-15,2-8-128 0,2-2-133 0,1-4-169 16,3 0-251-16,3-4-187 0,-3-2 31 0,2-1 266 16,-2 0 338-16</inkml:trace>
  <inkml:trace contextRef="#ctx0" brushRef="#br2" timeOffset="-27408.97">24657 13422 27 0,'0'3'286'0,"-2"1"176"0,-1 4 160 16,0 1-23-16,1 1-165 0,-1 2-136 15,3 2-63-15,-1 1-19 0,2 2-10 0,-1-1-3 16,3-1-18-16,1-1-17 0,0 2-34 0,1-2-37 16,1-5-31-16,2 1-31 0,0-3-13 15,5-2-3-15,-2-3 3 0,1-2 0 0,3-2 24 16,0-4 14-16,-2-2 20 0,3-1 23 15,-3-3 21-15,-1 0 19 0,1-2-4 0,-4 1 0 16,-2 0-7-16,-1-1-12 0,-1 1-15 0,-4 1-11 16,-2-2-11-16,-4 2-12 0,0 0-13 15,-3 0-13-15,-1 2-12 0,-4-1-11 0,2 2-9 16,-2 0-7-16,-1 5-4 0,1 0-2 16,-2 6-1-16,0 1-1 0,0 4-2 0,0 3 0 15,0 2 0-15,2 1-11 0,1 4-12 0,2-1-19 16,2 1-52-16,2 1-92 0,0-3-122 15,4 1-153-15,2-1-290 0,4 0-249 0,1-3-127 16,5-1 131-16,3-4 354 0</inkml:trace>
  <inkml:trace contextRef="#ctx0" brushRef="#br2" timeOffset="-27093.15">25087 13427 239 0,'-5'0'526'15,"1"4"257"-15,-1 2 143 0,-2 1-236 0,-1 4-210 16,1 0-149-16,0 3-100 0,1 3-76 16,-1 1-52-16,4 1-37 0,0-1-23 0,0 3-15 15,3-3-6-15,5 0-6 0,-4-3-8 16,6 0-4-16,1-6 5 0,1 1 6 0,5-6 2 16,-1-2 5-16,3-6 4 0,0-2 1 0,3-3-1 15,-2-2-1-15,-1-2 0 0,-1-3-3 16,1 0 0-16,-3-4 6 0,0 2 10 0,-4-2 23 15,-1 3 21-15,-2-2 14 0,-4 1 3 16,-2 0-6-16,-2 2-15 0,-1 0-21 0,-5 3-19 16,2-4-19-16,-2 6-11 0,-3 0-5 0,2 2-18 15,-3 3-50-15,-2 4-81 0,2 0-114 16,-4 5-144-16,2 2-238 0,1 2-260 0,0 2-153 16,2 1 62-16,0 1 293 0,5 2 332 15</inkml:trace>
  <inkml:trace contextRef="#ctx0" brushRef="#br2" timeOffset="-26337.03">25430 13652 112 0,'0'0'383'0,"1"0"251"0,-1 2 221 0,0-2-98 15,2 0-169-15,0-2-123 0,1 0-78 16,0-1-64-16,2-3-64 0,0 1-43 0,2-3-24 16,1 0-26-16,0-3-33 0,5-1-30 0,-4 0-25 15,3-1-19-15,1-2-19 0,-1 1-11 16,2 1-4-16,-5-1-4 0,3 4-2 0,-6-1-3 16,2 5 10-16,-4-1 12 0,1 2 7 15,-2 2 7-15,-1 0 0 0,0 2-3 0,-1 1-9 16,-1 0-9-16,0 4-13 0,0 2-7 0,-1 3-3 15,-3 0 1-15,1 5-1 0,0-1-9 16,0 2 0-16,0 0-5 0,-1 2-1 0,2-2-3 16,2 0 3-16,0-2 2 0,0-1-1 15,2-3 1-15,2 0 3 0,0-2 2 0,0 0 4 16,2-4 7-16,0-3 1 0,5-2 5 0,-1-2-3 16,3-4-4-16,1-1-6 0,-1-3-5 15,0 1 1-15,0 0-3 0,0 0 2 0,-4 2 2 16,1 1-1-16,-4 0 0 0,3 3 5 0,-4-1-5 15,-1 3-4-15,-1 0-2 0,-2 2 0 16,3-1 0-16,-3 2 0 0,-1 3 3 0,0 0 3 16,0 0-1-16,0 3 3 0,0 0-1 0,0 1-1 15,-1 3-18-15,1-1-33 0,-2 0-42 16,0 1-107-16,1-3-149 0,-1 1-227 16,1 1-276-16,-1-3-240 0,2 1-146 0,2 0 216 15,-2-4 442-15</inkml:trace>
  <inkml:trace contextRef="#ctx0" brushRef="#br2" timeOffset="-25747.05">25839 13675 278 0,'0'3'536'0,"0"-1"245"0,0-2 40 0,2 0-166 16,1-2-167-16,4-3-117 0,-1 1-80 0,2-1-51 15,1-5-29-15,4 1-19 0,0-3-18 16,-2 1-23-16,4-2-25 0,-2 1-23 0,1 0-23 16,-3 0-16-16,1 3-17 0,-2-2-16 15,0 4-11-15,-2 1-7 0,-2 0-6 0,-1 3-5 16,0 2 0-16,-4-1 3 0,2 5 2 0,-3 0-1 15,2 3 7-15,-4 0-1 0,2 3-3 16,-1 0-5-16,-1 4 2 0,2-3-5 0,-1 0-1 16,1 2 0-16,-2-1-3 0,2-1 1 15,2-1-5-15,-2-1 1 0,1-1-2 0,2-1 2 16,1-1 5-16,1-1 4 0,2-2 5 0,1-4 0 16,0 1 5-16,2-3-1 0,0-1-3 15,2-2-2-15,-1 2-3 0,1-1-1 0,0-1-1 16,-2 1 1-16,2 2-3 0,-3 0-3 15,0 0-3-15,3 2 3 0,-4 0-2 0,1 2 0 16,0 2 3-16,-1 0 2 0,-3 3 2 0,2 1-3 16,-3 1 0-16,-1 4-2 0,0 0-1 15,1-1-4-15,-3 1 6 0,4-1 0 0,-2 0 1 16,1 0-1-16,0-3 0 0,5-1 2 16,0-2 1-16,0-1-1 0,3-3-2 0,1-5 0 15,1-1 0-15,2-2 2 0,0-1 0 0,-2-1 0 16,2-1 2-16,-3 1 3 0,-3 1-1 0,0 2-5 15,-3 0-2-15,-3 3-1 0,1 2 0 16,-1 2 1-16,-3 2-8 0,-1 1-32 0,0 1-90 16,-1 0-141-16,-3 2-206 0,1-2-288 15,1 0-254-15,1 2-163 0,1-1 165 0,1-4 419 16</inkml:trace>
  <inkml:trace contextRef="#ctx0" brushRef="#br2" timeOffset="-20467.77">26390 8496 72 0,'0'0'236'0,"1"0"110"0,-1 1 21 16,2-1-50-16,-1 2-68 0,1-2-52 16,0 0-30-16,-2 0-20 0,0 0-11 0,0 0-12 15,1 0-11-15,-1 0-19 0,0 0-20 0,2 0-15 16,0 0-19-16,-2 1-14 0,0-1-13 16,0 0-5-16,0 0-5 0,1 1-3 0,1-1 0 15,-2 0 28-15,1 2 17 0,2-2 14 0,0 0 33 16,-1 2 19-16,1-2 7 0,0 1-21 15,0-1-14-15,2 0-9 0,-1 1 24 0,0-1 20 16,2 2 10-16,1-2 5 0,-3 0 26 16,1 0 17-16,2 0-33 0,0-2-20 0,1 1 5 15,-1 0-2-15,-1-3-24 0,3 2-19 0,-1-1-13 16,0 0-19-16,2-2-22 0,-1 0 5 16,-1 1 2-16,0-1 2 0,0 0-1 0,1 0 7 15,-1 1 3-15,0-1-14 0,2-1-10 16,-4 1-7-16,0 2-1 0,3-4-7 0,-2 1-7 15,-1 2 1-15,2-2 0 0,2 0 3 0,-1 0-2 16,-1 0 4-16,0-1 2 0,0-1-3 16,1-1 1-16,0 5 3 0,-3-5-2 0,0 3-4 15,4 0 3-15,-6-1 0 0,3 1 0 0,-2 0-5 16,-1 0 3-16,2 2 0 0,-1-2-1 16,-2 2-1-16,2-1-1 0,-2-1 1 0,2 2 0 15,0 0 1-15,1-1-3 0,-1 1 2 0,0 0 0 16,1-2-3-16,1 1 1 0,-3-1 0 15,5 0 0-15,-4 0 1 0,2 0 1 0,1 2 1 16,-2-2-2-16,0-3-1 0,-1 5 3 16,1-1-3-16,-1-1-1 0,-2 1 3 0,3 0 0 15,-1 0-1-15,-2 0 0 0,2 0 3 0,-2 2-3 16,1-1 3-16,-3 1-2 0,2 1 1 16,2-2-1-16,-1 2-4 0,0-2 2 0,-3 1 2 15,4-1 0-15,-2 1-2 0,2-2 1 16,-2 0 4-16,3 3-6 0,-1-4-1 0,0 2 0 15,-2 0-2-15,4 1 3 0,-6-1 2 0,4 1 1 16,-2 0-3-16,2-1-1 0,-2 3 1 16,0-2 0-16,0 0-2 0,0 2-1 0,1-2 3 15,-1 2 1-15,2-3-1 0,-1 2 3 16,-1 0-2-16,4-1 0 0,-3 0-1 0,1-2 0 16,2 1 0-16,-1 0 0 0,2-1 0 0,-4-1 1 15,5 2-1-15,-3 0 2 0,1 0 0 16,0-1-3-16,-1 1 1 0,-1-1-2 0,3 1 2 15,-4-1 1-15,1 3-1 0,-1-3 3 16,0 2 0-16,0 0 2 0,0 0-3 0,0 0-2 16,0 1 1-16,1-2 0 0,-4 0-1 0,4 1-1 15,-2 0 1-15,2-2 1 0,2 1-3 0,-1 0 0 16,-2 0 1-16,1 1-5 0,2-2 3 16,-2 2 0-16,-1-2 4 0,4 3 1 15,-5-1-1-15,0 0 2 0,2 2-3 0,-2-1 0 16,1 0-2-16,-1 1 1 0,1 0-3 0,-1 1 1 15,-1-2 4-15,3 2-2 0,-4 0 1 0,2 0-3 16,1 0 6-16,1 0-3 0,-2 0-4 16,3 0 3-16,-2 0 1 0,1 0-1 15,0 0-4-15,0 0 1 0,1 0 1 0,0 0 1 16,1 0-2-16,-2 0 1 0,1 0 3 0,-1-2 2 16,0 2-2-16,1-1 1 0,-2 1 2 0,0 0-2 15,0 0-1-15,0 0 0 0,-1 0 0 16,-2 0-5-16,3 0 1 0,-3 1-1 0,4-1 5 15,-4 2 0-15,1-2 0 0,-1 2 3 16,3-1-3-16,-3 0 1 0,1 1-1 0,-1 0 1 16,1-1-1-16,0 0-3 0,-1 1 0 0,2 1-1 15,-1-2 3-15,0 2 1 0,2 0-2 16,-1 0 2-16,-1 0 2 0,1 0 0 0,-1 1-2 16,-1 0-2-16,2-2 1 0,-1 2-1 15,0 1 1-15,-1-3-3 0,3 2 0 0,-4 0 3 16,1 0 2-16,1 1 1 0,-1-2 0 0,-1 2 4 15,3-1-2-15,-1 0-2 0,-2 2-1 16,0-2 0-16,1 1-3 0,-1 0-1 0,0-1 1 16,2 1-2-16,-2-1-1 0,1 0 4 15,-1 2 0-15,0-1-1 0,0 0 2 0,0-2 3 16,0 1-3-16,2 1-1 0,-2-1 1 0,0 0 0 16,0 0-1-16,0 0 0 0,0 0 3 15,0 0 0-15,2-1-2 0,-2 1 1 0,0 0-1 16,1 0-2-16,-1 0 1 0,0 0 1 0,2 0 1 15,-2-2-2-15,1 3 3 0,-1 0-2 16,0-1 0-16,0 1-2 0,0-2 0 0,0 1 2 16,0 1-1-16,0-2 2 0,0 2-1 15,2-2-2-15,-2 2 1 0,2 0-2 0,-2-1 0 16,0-1-2-16,0 1 3 0,0 0 4 0,0-2-2 16,0 3 1-16,0-1-1 0,0-2 0 15,0 3 3-15,0-1-6 0,0 1 5 0,0-2-4 16,0 1 4-16,0 1-1 0,0-2-2 15,1 1-1-15,-1 1 1 0,0-1 5 0,0-1-3 16,0 2-2-16,0-1 0 0,0 0 1 16,0 1-5-16,0-1 0 0,0-1-1 0,0 0 3 15,0 1 5-15,0 2-6 0,0-3 4 0,0 3-1 16,0-3 1-16,0 2-3 0,0-1 0 16,0-1 2-16,0 1 0 0,0 1-1 0,0-1-1 15,-1-1 2-15,1 1 0 0,0 1-3 0,0-2 0 16,0 1-3-16,0 0 5 0,0-2-3 0,0 1 2 15,0 1 3-15,0-1 1 0,0 0 0 16,1 0-1-16,-1 0-1 0,0 0-4 0,0 1 4 16,2 0 1-16,0 0 0 0,-2 0 0 15,1-1 0-15,-1 2 1 0,2-1-2 0,-2 1 0 16,1-3-1-16,-1 3-1 0,0 0 3 0,2-3-1 16,-2 2 4-16,3 1-1 0,-3-3 1 15,0 0 3-15,1 4 0 0,-1-3 0 0,0 0-2 16,2 2 0-16,-2-3-2 0,1 2-1 15,-1 0 1-15,0-1 1 0,0 1-2 0,2 1 0 16,0-1 1-16,-2-1-1 0,0 1-2 16,0 1 2-16,0-2-1 0,0 1-1 0,0 1 1 15,0-1 2-15,0-2 0 0,0 3-1 0,0-2 0 16,0 0 2-16,1 1 2 0,-1 0-5 16,0-2 0-16,0 3-5 0,2-2 2 0,0 0 3 15,-2-1-2-15,0 3 3 0,1-2 1 0,-1 0 4 16,2 0-6-16,-2 0-1 0,0 0 3 15,1 0-4-15,-1 0-2 0,0 0 2 0,2 1 1 16,-2-1 0-16,2-1-1 0,-2 3 2 16,1-2 2-16,-1 0-1 0,2 0 0 0,-2 1 1 15,1 0-2-15,-1-2 0 0,2 2-2 0,1-2 1 16,-3 1 0-16,1 1-3 0,1 0 4 0,-1 0 2 16,-1 1-1-16,4-2 1 0,-3 1 0 15,1-1 0-15,0 0 1 0,-1 1-4 16,1 0-1-16,-1-2-2 0,3 0-1 0,-3 1 4 15,2-1-1-15,1 2 2 0,-2-2-1 0,3 1 1 16,-2-1 0-16,2-1-5 0,-2-1-1 16,2 0 4-16,2 0-3 0,0-1 2 0,0-1-2 15,1-1 0-15,0-3-21 0,1 1-102 0,-3 1-159 16,1-4-282-16,1 0-262 0,1 1-248 16,0-4-119-16,3 2 273 0,2-3 462 0</inkml:trace>
  <inkml:trace contextRef="#ctx0" brushRef="#br2" timeOffset="-19434.82">28361 8024 90 0,'-1'2'292'0,"-3"1"155"16,3-1 115-16,-1 0-81 0,1 0-100 0,-1-1-54 16,-1 1-24-16,3-2-13 0,0 0-18 15,0 0-18-15,0 0-12 0,0 0-26 0,0 0-26 16,5 0-19-16,-4-3-13 0,2 1-15 15,2-2-17-15,2-1-11 0,1-1-2 0,1-4-11 16,1 1-12-16,1-2-11 0,3-1-14 0,-3 2-4 16,1-2-14-16,1 1-12 0,-2-2-5 15,2 5-9-15,-4-3-4 0,-1 3-6 0,-3 2-4 16,3 2-3-16,-5-1-1 0,0 2 0 0,0 1 1 16,-1 0-1-16,0 2-3 0,-2-2 1 15,1 2-5-15,-1 2-1 0,-1-1 5 0,1 2-1 16,-2 3 2-16,0 2-1 0,1 0 4 15,-1 3-2-15,1 1-2 0,-3 2 2 0,3 2-5 16,-2-1 0-16,1 2-1 0,-2 1 1 0,0-2 1 16,1 1-1-16,2 1-1 0,-4-3 2 15,2 3 2-15,1-4-1 0,-1 2 0 0,1-4 1 16,1 1-1-16,-1-1 2 0,0-1-3 16,2-2-6-16,0-2-42 0,0 1-85 0,0-3-115 15,2-1-143-15,1-2-226 0,0 0-282 0,4-4-186 16,-1 1 42-16,2-4 285 0,3 0 350 15</inkml:trace>
  <inkml:trace contextRef="#ctx0" brushRef="#br2" timeOffset="-19077.2">28656 8080 93 0,'2'3'298'16,"-2"2"147"-16,0 1 110 0,0 0-103 15,0 2-118-15,0 2-58 0,4 0 3 16,-3 3-13-16,2-3 7 0,2 2-26 0,0-1-30 15,1-2-7-15,4 2-35 0,-2-2-23 0,1-1 6 16,5-2 3-16,1-4 19 0,0 1-25 0,1-3-11 16,1 0 5-16,0-5-33 0,1-1-22 15,-2 0-26-15,2-3-8 0,-4-2 0 0,0 1-10 16,-3 1 7-16,0-2 16 0,-3-1 34 16,-3 3 20-16,-2-1 4 0,-1-1-5 0,-4 1-10 15,-1 0-19-15,-2-1-38 0,-3 1-26 0,-3-1-15 16,2 1-5-16,-3 3-12 0,-2 1-2 15,2 1-3-15,-2 3-4 0,-1 0 0 0,0 2-4 16,0 3 2-16,0 0 0 0,2 2 1 16,-1 1 4-16,2 1-1 0,3 1 0 0,-4 3 1 15,5-3 4-15,2 5-29 0,0-3-35 0,1 3-29 16,4-3-40-16,1 2-80 0,0-3-118 16,6 2-97-16,-2-3-124 0,8 0-238 0,0-1-227 15,2-3-64-15,4-1 167 0,-1 0 317 16</inkml:trace>
  <inkml:trace contextRef="#ctx0" brushRef="#br2" timeOffset="-18747.15">29123 8083 6 0,'5'-1'301'0,"0"-1"218"16,-4 2 184-16,1 2 27 0,-2-1-201 0,-2 4-171 15,1 1-99-15,-2 1-56 0,1 2-27 16,-1 2-29-16,1 0-27 0,1 1-25 0,-1 1-27 15,4 0-22-15,-1-2-25 0,2 1-14 16,2-2-7-16,2-2 0 0,1-1-1 0,1-1 2 16,0-4 3-16,4 1 7 0,0-6 8 0,0 1 7 15,2-3 20-15,0-3 21 0,-1 0 30 16,0-2 26-16,0-1 26 0,-1-1 16 0,-3 0-1 16,-1-2-9-16,-5 4-16 0,1-2-18 15,-2 0-23-15,-3 2-18 0,0 1-16 0,-3-2-17 16,0 3-14-16,-2-3-15 0,-2 5-5 0,-1 0-10 15,-2 0-7-15,-1 3-1 0,0 1 0 16,0 4-2-16,0-1-13 0,1 4-29 0,1-1-77 16,-2 2-125-16,1-1-169 0,2 3-285 15,3-1-264-15,1 2-206 0,-2-1 63 0,4-1 372 16</inkml:trace>
  <inkml:trace contextRef="#ctx0" brushRef="#br2" timeOffset="-17833.34">29538 8257 4 0,'1'1'285'16,"-1"1"227"-16,2-2 222 0,0 0 43 0,1-2-148 15,0 0-135-15,4-3-85 0,0 1-65 16,3-2-40-16,2-3-39 0,1-1-35 0,0 1-32 15,1-1-33-15,0 0-28 0,2-1-32 0,-4 3-25 16,2-3-18-16,-1 3-16 0,-2 0-14 0,-1 3-6 16,-4-1-8-16,1 2-4 0,-4 2-7 15,0 0-1-15,1 0-2 0,-2 1-3 16,-1 1 1-16,3 0-2 0,-4 3-1 0,0 0 0 16,0 2 1-16,0 1 13 0,0 3 4 0,0-2 6 15,0 3 4-15,0-2 2 0,0 2-5 0,0 1-11 16,0-2-6-16,0 2-7 0,1-4-1 15,3 2 1-15,-3-1 2 0,1-2 1 16,3 0-2-16,-2-3 2 0,3-1 4 0,0 0-3 16,2 0 2-16,2-4 1 0,0 0 2 0,2-2-2 15,1 0-6-15,1-2 1 0,-3 1-2 0,3 1-2 16,-3-2 0-16,-1 3 2 0,2-1 1 16,-2 4 1-16,-2-3-8 0,2 3 0 15,-2 3 0-15,1-3 1 0,-3 4-2 0,1 0-1 16,-2 1 2-16,2 1 4 0,-4 0-4 0,2 1 2 15,-2-1 5-15,1 3 2 0,-1-2-3 0,1-1 2 16,-3 3 1-16,3-3-4 0,-1-2 0 16,0 2 0-16,2-1 6 0,0-3-3 0,1 0 4 15,2 0 0-15,1-4 0 0,2-1-1 16,-1 0 2-16,1-2 1 0,1 1-4 0,-2 0-1 16,0-1 2-16,-1 0-3 0,0 0-7 0,-2 1-1 15,1 2 2-15,-2 0-4 0,-2-1-2 0,0 3 3 16,-1-2 7-16,0 4-7 0,-1-2 1 15,-1 3 2-15,3-1-2 0,-3 0 2 0,1 1 2 16,-2 0 2-16,1 1 3 0,-1 0 0 0,5-2 3 16,-4 1 1-16,2-1-12 0,1 0-18 0,1 1-17 15,-1-2-21-15,3 1-49 0,0-2-75 0,0 0-85 16,-1-2-85-16,1 2-106 0,1 0-123 16,-1 0-142-16,0 2-146 0,-3-1 1 0,0 1 149 15,-1 2 234-15,-2 0 219 0</inkml:trace>
  <inkml:trace contextRef="#ctx0" brushRef="#br2" timeOffset="-17651.15">30265 8337 168 0,'1'6'343'0,"3"0"206"15,-3-4 142-15,1 3-12 0,-1 0-68 16,4-3-71-16,-1 1-56 0,0-2-62 0,4 0-75 16,-2-1-88-16,2-1-65 0,0 0-51 0,5-3-40 15,-4 1-34-15,4 0-25 0,-2-2-10 16,0 3-10-16,1-1-3 0,-2 0-9 0,0 0 0 16,-3 1-2-16,1 2-7 0,-1 0 1 0,-1 2-3 15,-3 1 0-15,2 0-5 0,0 1 2 0,-4 2 0 16,1 0-3-16,-1 1-3 0,-1 0-6 15,0 2-28-15,0-3-104 0,0 0-138 0,0-2-200 16,0-1-287-16,0 1-259 0,4-2-160 0,-3 1 187 16,2-3 411-16</inkml:trace>
  <inkml:trace contextRef="#ctx0" brushRef="#br3" timeOffset="18899.17">29191 15368 24 0,'-6'9'265'16,"-2"-3"176"-16,0-1 184 0,3 0 20 15,1 0-138-15,0-3-75 0,1 0-37 0,2 1-43 16,1-2-56-16,0-1-33 0,1 0-13 0,2-1-21 16,4-5-23-16,3-2-27 0,2 0-6 15,2-4-31-15,3-2-38 0,0-3-36 0,5 0-12 16,0-4-4-16,0-1-9 0,3 1-3 15,2-1-2-15,0-3 0 0,0 3-8 0,0 1 4 16,-3 0 10-16,-2 3 4 0,-4 0-1 16,-3 5 6-16,-1 2-5 0,-5 2 19 0,-2 3 0 15,-2 1-1-15,1 3 2 0,-6 0-8 0,0 4 0 16,-6 5-30-16,-1 4-15 0,-1 1-4 0,2 3-5 16,-6 1-3-16,0 4-2 0,1 2 3 15,-1 0-1-15,0 3-3 0,-2 0 3 0,2 2 3 16,-2 1-1-16,2 0-1 0,-1-1-1 15,1-1 0-15,3-1-4 0,-1-1-2 0,2-3 2 16,2-2-2-16,3-2 3 0,-1-2-28 0,3-3-37 16,2-1-35-16,3-5-39 0,1-2-72 15,1-2-113-15,5-6-103 0,0-4-97 0,4-2-148 16,2 0-232-16,1-4-130 0,3 1 77 0,0-2 249 16,1-3 288-16</inkml:trace>
  <inkml:trace contextRef="#ctx0" brushRef="#br3" timeOffset="19206.94">29678 15308 30 0,'7'0'244'0,"-4"1"141"16,0 3 150-16,-1 2-49 0,-2 4-77 16,-2 1-37-16,0 3-9 0,1 3 17 0,-1 0 4 15,2 1-22-15,0 2-40 0,0-3-61 0,2 0-55 16,1-2-61-16,2-2-51 0,1-2-23 16,5-2-3-16,0-5-1 0,5 0 0 0,2-6-1 15,0-2-5-15,4-4-17 0,1-3-22 0,0-3-11 16,4-3-9-16,-2-2-7 0,1-2-1 15,-4 0-3-15,-1-1 17 0,-4 2 16 0,-4 0 12 16,-5-1 15-16,-4 3 5 0,0 0 7 0,-8 0-12 16,-2 0-16-16,-4 1-3 0,-4 2-6 15,-2 4-2-15,-1 1-2 0,-2 5-2 0,-3 2-1 16,-2 3-12-16,1 4-6 0,0 2-7 0,0 3 2 16,1 3-3-16,2 1 3 0,2 3 5 15,0-1 1-15,5 3-8 0,5-1-29 0,2 0-81 16,2 0-140-16,4-3-198 0,4 2-289 15,2-2-267-15,6-1-203 0,2-1 100 0,0-2 425 16</inkml:trace>
  <inkml:trace contextRef="#ctx0" brushRef="#br3" timeOffset="20896.56">29190 15897 139 0,'0'1'375'0,"1"0"198"0,3 2 173 16,-3-3-116-16,1 0-92 0,1 0-34 0,0 0-24 15,2 0-42-15,2-3-57 0,3 3-71 16,-2 0-68-16,5 3-70 0,-2-3-57 0,2 2-24 15,1 0-5-15,2 1-8 0,-1 0-11 16,1 0-5-16,1 1-4 0,1 0-13 0,-2-2-22 16,-2 3-10-16,-1-2-7 0,-2 0-5 0,-2-1-2 15,-3 2 2-15,1-1 5 0,-2 1 0 16,-4-1 0-16,-1 1 4 0,-1 1-3 0,-3 1-4 16,0-1 2-16,-3 2 1 0,0-1 0 0,-1 1-6 15,0 0 1-15,-1-1-1 0,-1 1 0 16,2 2-1-16,0-1-4 0,0 0 4 0,-1 1-3 15,0-1 6-15,5 1-2 0,-3 1-3 0,1-3 4 16,2 1-1-16,0 2 3 0,1-3-6 0,1 0 2 16,-1 2-1-16,3-3-2 0,0 1 3 15,0-1-5-15,0-2 6 0,0 1 1 0,0 0-2 16,0-1 1-16,2-3 2 0,-1 2 1 0,1-3-6 16,0 0-2-16,-1 0-4 0,3-3-23 0,-1 0-21 15,-2-3-14-15,5 0-11 0,-3-3-18 0,2-2-11 16,0 1-11-16,0-2-4 0,1-2-10 15,0 0-3-15,1 0 3 0,-1 0 15 0,1-1 28 16,2 2 23-16,-1 0 31 0,0 0 15 16,1 0 12-16,1 0 7 0,-1 1 1 0,-1 1 5 15,0 1-1-15,1 1 1 0,-1 2-1 0,-1-1 2 16,-1 3 5-16,3-1 15 0,-4 4 26 16,3-3 20-16,-1 3 29 0,-1 0 16 0,2 1 7 15,-2 1-9-15,2 1-19 0,1-1-16 0,-1 4-21 16,2-3-19-16,2 0-10 0,0 2-10 15,0-1-3-15,2-1-6 0,1 2 0 0,0-3 0 16,-2 0-5-16,3 0-2 0,-2 0-2 16,2 0-2-16,-3-3-4 0,-2 2-6 0,1 1-16 15,-2-1-69-15,-2 0-137 0,-1-2-186 0,-3 1-288 16,-3 0-268-16,1 0-219 0,-4 1 52 16,1 0 416-16</inkml:trace>
  <inkml:trace contextRef="#ctx0" brushRef="#br3" timeOffset="21747.98">29206 15952 91 0,'-3'2'277'15,"-2"-1"120"-15,0-1 94 0,2 0-174 0,-1 1-145 16,1-1-84-16,2 0-60 0,1 0-62 0,0 0-70 16,1 2-142-16,2-2-131 0,1 2-30 15,1 0 55-15,-1 2 96 0</inkml:trace>
  <inkml:trace contextRef="#ctx0" brushRef="#br3" timeOffset="24756.81">25991 8478 153 0,'3'1'229'0,"1"1"48"0,-3 0-70 16,2 0-71-16,1 0-51 0,0-1-27 16,-1 1 4-16,0-1 3 0,2 2-7 0,0-1-5 15,0-1 14-15,0 1 10 0,1-1-17 16,0 0-9-16,0-1 13 0,-1 2 4 0,3 0-11 16,-2-1-6-16,1-1 8 0,1 0 8 0,-3 1-10 15,-1-1-8-15,4 0-2 0,-3 0-4 16,1 0 0-16,1 0 4 0,-3 0-4 0,2 0-2 15,1 0-2-15,-1 0-1 0,1 0-13 16,-3-1-9-16,6 1-5 0,-4 0-1 0,2-1 0 16,0-1-5-16,1 2 3 0,-1-2-6 0,2 1 0 15,-1 0 0-15,1-1 2 0,-2 1 1 16,1-1-3-16,0-1 6 0,0 2 0 0,-1-1-1 16,1-1-3-16,-3 1 15 0,1 0 6 15,1 0 3-15,-2 1 3 0,1-1-1 0,-2 0 2 16,2 0-13-16,-2 0-6 0,1 1-4 0,0 0 6 15,0-1 8-15,1-1 9 0,-1 2 3 16,1-3 0-16,0 3 2 0,0-2-10 0,-3 0 4 16,5 1-1-16,-5 0 2 0,4-2-1 15,-2 2 1-15,1-1-1 0,-2 1-13 0,2-2-9 16,-2 3-1-16,1-2 17 0,1 0 0 0,-1 0 7 16,2 0-2-16,0 0 4 0,0 0-6 0,-2 0-12 15,3 0-9-15,-1 0-4 0,-1 0 2 16,-1 1-5-16,3-2 0 0,-2 2-1 0,-1 0 1 15,2-1-2-15,-1 0-3 0,2 1 1 16,-3-1-1-16,1 2 2 0,1-2-3 0,1 1 3 16,-1 0 0-16,2-2 1 0,-1 2-2 0,0-2-1 15,-1 1 2-15,0 0-1 0,1 0 2 16,0 0 4-16,-3 0 2 0,0 0 3 0,0 2 0 16,1-2 1-16,-2 1-1 0,-2-1-2 15,0 1-1-15,0 2-3 0,0-1 1 0,1 0-2 16,-2-1 0-16,2 2 0 0,-3-1 2 0,2-1-2 15,1 1 3-15,-1 1-3 0,2-1 4 16,-1-1 1-16,4 0 0 0,-2 0 0 0,-1 0 2 16,3 0 4-16,-1 1-6 0,2-2-2 15,-3 3 4-15,1-2-2 0,1 1 0 0,-1 1-5 16,0 0 2-16,1-2 1 0,0 2 1 0,-1 0-3 16,1 0 1-16,0 0 2 0,0 0 1 15,1 0 0-15,1 0 0 0,-2-1 2 0,3 1-1 16,-1 0 0-16,-2 0-1 0,2 0 1 0,-2 0-1 15,2 0-1-15,0 0-1 0,-1 0-1 16,-3 0 1-16,4 0-1 0,-1 1 0 0,-1-1-1 16,0 0-1-16,0 2 0 0,0-2 0 0,0 1-1 15,0 1 1-15,0 0 0 0,1-1 0 16,-3 0 3-16,2 1-1 0,0-2 56 0,1 2 32 16,0-1 11-16,0 0 7 0,-2-1 0 15,2 4 0-15,-1-3-50 0,-2 0-26 0,2 1-16 16,1-1-7-16,-2 1-2 0,-1 0-5 0,2 0-1 15,0 1-4-15,-2 0 2 0,2-1 0 16,-1 1-2-16,-1-2 0 0,2 2 0 0,-4-2 3 16,1 3-3-16,2-2 0 0,-1 0 1 15,-2 1-1-15,0-2-1 0,1 3 1 0,-1-2 0 16,0 1-2-16,0 1 1 0,2-1 2 0,1 0-1 16,-2 0-3-16,-1 0 3 0,1 0 0 15,2-1 3-15,-1 2 0 0,-2-1 0 0,1 0 5 16,0 0 1-16,0-1 0 0,0 2 1 0,1-1-2 15,-3 0 2-15,2 0 2 0,-4 0-6 16,2-1 3-16,1 2 35 0,-1-2 23 0,2 3 10 16,-4-1 3-16,4-1 4 0,-1 2 1 15,0-3-35-15,-1 4-19 0,2-3-11 0,0 1-10 16,-2 0-3-16,3 0-2 0,-2-1 1 0,1 1-2 16,2-1 2-16,-1 0 2 0,-1 0 51 15,2 0 32-15,2 0 18 0,-3 0 6 0,2 0 2 16,-1 0-1-16,2 0-45 0,-1 0-31 15,-2 0-20-15,1 1-10 0,2-2-5 0,-3 2-3 16,0-2 0-16,4 0 1 0,-4 2 4 0,0 1 0 16,2-2-1-16,0 2 3 0,-2-3 0 0,2 3 2 15,-1-1-5-15,-1 0 1 0,3 1-2 16,-4 0 2-16,2-2 0 0,-1 2-2 0,2 0 1 16,-4 0 12-16,1 1 7 0,2-2 2 15,-2 4 1-15,-1-2 2 0,4 0 2 0,-3 2-9 16,1-1-8-16,-1-1-7 0,0 1 0 15,1 0 2-15,-2 1-5 0,3 0-3 0,-1-1-2 16,-1-1 6-16,2 2-3 0,2-1 3 0,-3-1 0 16,1 1 1-16,2 0 3 0,0 0 0 15,3-1-1-15,0 0-7 0,-1-2 2 0,4 1 1 16,-1 1-2-16,2-4 1 0,-1 1-1 0,0 0 7 16,0 0-5-16,0-1 2 0,-1-1-2 15,-1 2-1-15,1-1 0 0,-5-1-1 0,3 0 1 16,-2 1-2-16,0 0 1 0,0-1-2 15,-1 2 2-15,0-3-3 0,-1 1 3 0,0 1 0 16,1-2-2-16,0 1 1 0,-3-1-1 16,2-1-16-16,-1 1-74 0,2-3-124 0,-3 0-161 15,0-2-292-15,4 1-276 0,-2-2-230 0,1 1 25 16,4-1 367-16</inkml:trace>
  <inkml:trace contextRef="#ctx0" brushRef="#br3" timeOffset="30476.73">30346 15516 15 0,'0'0'191'0,"-3"5"109"16,1-4 53-16,0 1-14 0,1 1-39 0,-1-1-39 15,-1 0-26-15,1 1-7 0,-1-3 1 0,1 1 18 16,1 1 27-16,-2-2 32 0,3 1 19 0,-3-1 8 15,3 2-5-15,0-2-20 0,0 1-36 0,0-1-40 16,-2 0-37-16,2 0-40 0,0 0-36 16,-1 0-29-16,1-1-21 0,0 1-18 0,1 0-16 15,-1-2-5-15,0 2-4 0,5-1 7 0,-4-1 7 16,2 0 1-16,2-4 6 0,0 0 13 16,0-1 10-16,1 1-3 0,2-1 4 0,-2-1 15 15,1 2 4-15,1-1-8 0,-1 0-14 0,0 0-9 16,-2 1-16-16,1 2-18 0,-1 0-10 0,0 0-10 15,-1 2-3-15,-1-3 3 0,0 5 0 16,-3-2-2-16,4 0-5 0,-4 2-1 0,0 0-2 16,1 0-1-16,-1 4 1 0,2-2 1 0,-2 3 6 15,0 3 6-15,0-1 2 0,0 3 0 0,0-2 1 16,0 4 3-16,0 0-4 0,0-1 0 0,0 2-2 16,0-1-1-16,0-1-4 0,0-1-5 15,1 1 1-15,1-1-3 0,0-2 2 0,1-2-1 16,-2-1 1-16,3 2 2 0,2-3 0 0,-3-1 4 15,2 0 1-15,-1 1 3 0,1-3-2 0,0-1-1 16,3 1-1-16,-4-2-2 0,4 1-1 0,-1-3-1 16,1 0 5-16,1-2 0 0,-1 1 0 15,0-3-1-15,3 1 0 0,-3-3 0 0,0 2-2 16,0 0 1-16,1-3-1 0,-2 3 0 0,-1-1 0 16,0 0 0-16,0 1 0 0,-1-3-2 0,0 3 1 15,0 1 1-15,-4 0-1 0,3 1 1 0,-3 1 12 16,1-1 7-16,-1 2 5 0,1-1 3 15,0 2 2-15,-2 1 0 0,1 0-10 0,-1-1-8 16,0 2-4-16,3 0-4 0,-3 0-5 0,0 0-5 16,0 2 0-16,0-1 1 0,0 2-1 0,2 1 2 15,-2 2 2-15,0 2 2 0,1-1 0 16,1 1 0-16,-2 3 0 0,1-3-1 0,3 1-1 16,-3 2-1-16,1-4 1 0,1 4-1 0,0-4-1 15,2 0 1-15,-2 2 1 0,5-3 0 16,-3 1-12-16,-1-3-43 0,5 2-51 0,-5-2-52 15,4-2-90-15,-3 0-137 0,-2-2-171 0,2-2-233 16,0 1-232-16,-1 0-209 0,1-3 33 0,-2 0 357 16,0-2 425-16</inkml:trace>
  <inkml:trace contextRef="#ctx0" brushRef="#br3" timeOffset="31568.2">30923 15631 16 0,'1'-1'289'16,"1"-2"220"-16,0 0 233 0,1-2 74 0,0-1-136 15,3-1-109-15,0-1-84 0,1 1-78 0,1-2-74 16,-1 0-71-16,3-3-67 0,0 1-55 15,0-1-37-15,2 1-28 0,-1-4-12 0,1 4-5 16,-1 0 5-16,2-2 13 0,0 2 22 0,-4 1 18 16,4 2 17-16,-4-1 5 0,-1 2-8 0,0 1-18 15,0 0-24-15,-3 2-20 0,0 0-27 16,-2 1-21-16,-2 2-14 0,3-1-6 0,-1 1-6 16,-3 1-3-16,1 0 2 0,1 0 0 0,1 1 3 15,-3 2 3-15,1 0 5 0,-1 1 2 0,0 3 2 16,0-1-3-16,0 1 0 0,0 3-2 0,-1-2-1 15,1 3 1-15,-3-1-4 0,1 2 1 16,1 2-2-16,1-3 2 0,-2 1-4 0,1 2 0 16,-1 0 2-16,0-3 3 0,2 2-1 0,-1-3-1 15,1 1 3-15,0-2-1 0,1-2-3 0,-1-1-2 16,2-1 1-16,0-2 3 0,1 0-1 0,0-2 0 16,1-2 2-16,3 0 4 0,-2-4 0 15,3 0-2-15,0-1-1 0,2-1-1 0,-2-1 0 16,4-3-3-16,-2 3 0 0,2-3-1 0,0-1 0 15,-1 2 1-15,1-2 0 0,0 0 0 0,-1 1 0 16,0 1 2-16,0-1-1 0,-1 2-2 0,-2 2 1 16,-1 1 3-16,0 0-3 0,-4 2-2 15,2 0 1-15,-4 2 3 0,3-2-2 0,-1 3-4 16,-3 0 4-16,1 1 0 0,-1 0-2 0,2 0-3 16,-2 1 2-16,0 1 2 0,-2 1-2 0,2 3 2 15,0-2 1-15,-1 3 4 0,-1 1-1 16,1 1 0-16,-3 0-1 0,3 1 3 0,1 1-2 15,-3 0-1-15,1 0-2 0,0 0 0 0,1-1 0 16,1 1 0-16,0-2 0 0,0-1 0 0,1 1 0 16,1-3 0-16,0-2 0 0,2 2 0 15,0-3 2-15,0-2-2 0,4-1 3 0,-2-1 1 16,2-2-3-16,2-3-1 0,2-2 0 0,0 1-1 16,2-4 1-16,-2 1-1 0,1-4 1 0,1 2 2 15,1-1-1-15,-1-2-1 0,-1 4 2 16,0-3-2-16,-1 3-1 0,-3 2-3 0,1 0 2 15,-4 1 4-15,0 2-4 0,-2 1 0 0,0 3 1 16,-2 0 2-16,0 2 0 0,-2 2-2 0,0 0 4 16,-2 3-1-16,0 1 2 0,-1 2-3 15,0 3 3-15,0-1 0 0,0 2-2 0,-2 1 1 16,2 1 0-16,-3 1 0 0,1 0-3 0,0-1-1 16,2 2 2-16,0-2-6 0,-1-1-43 0,3 1-62 15,-3-4-108-15,3-2-172 0,-2 2-300 0,0-1-323 16,1-3-281-16,1 1-156 0,1-1 301 15,0-1 594-15</inkml:trace>
  <inkml:trace contextRef="#ctx0" brushRef="#br5" timeOffset="38120.83">29245 17695 348 0,'3'-2'640'0,"0"0"217"15,-1-4 94-15,1 0-268 0,2 0-176 16,1-3-100-16,2-1-74 0,0-5-40 0,2 2-54 16,2-3-53-16,2-2-57 0,2 0-48 0,2-2-31 15,0-1-20-15,3 0 3 0,1 1-4 0,0 0-2 16,2 0-1-16,-2 2-3 0,0 1 3 0,0 1 4 16,-4 1-3-16,-1 3-1 0,-1 3 0 15,-3 0 6-15,-4 2-5 0,-1 2-14 0,-2 3-1 16,-1-2 9-16,-2 1 7 0,1 2 0 0,-4 1 5 15,0 1-2-15,0 4 33 0,0 3 17 0,-4 2 6 16,1 3-1-16,0 2-5 0,-3 3 1 16,0-3-35-16,1 4-25 0,-2 1-12 0,1 1-1 15,-2 2 5-15,0-1 6 0,2 1 7 0,-1 1 5 16,-2-2-3-16,3 2 0 0,-1-2-5 0,3 0-12 16,-3-3-6-16,1-1-3 0,3-2-3 0,-2 0-3 15,4-3-1-15,-1-4 1 0,0 0 4 0,1-2-4 16,-1-1 4-16,2-1-3 0,0-3-6 0,-1 2-29 15,1-2-48-15,0-2-39 0,0 1-45 16,0-1-82-16,0-1-109 0,1-2-108 0,-1 0-103 16,2-2-182-16,-1 2-248 0,3-2-95 0,-1 1 117 15,0 0 306-15,0-1 313 0</inkml:trace>
  <inkml:trace contextRef="#ctx0" brushRef="#br5" timeOffset="38695.04">29775 17798 114 0,'1'2'379'0,"-1"2"222"0,0-3 203 15,0 2-91-15,0-2-129 0,0 1-105 16,2-2-82-16,0-2-64 0,-1-1-57 0,4-1-36 16,1-4-41-16,2-2-27 0,2-2-24 0,1-2-22 15,3-2-19-15,-1-2-32 0,2 0-9 0,0-1-9 16,2 0-6-16,-3 1 9 0,2-1 10 0,-2 4 0 16,0 0-13-16,-2 0-7 0,-1 3 0 15,-1 2-15-15,-3 2-16 0,-1 0-7 0,-1 3-8 16,-2 3-4-16,1-2-1 0,-2 6-2 0,-2 1-3 15,-2 4 6-15,-2 3 6 0,1 4 2 0,-2 0 0 16,-1 1 1-16,-1 3 6 0,3 1-2 0,-2 0 2 16,-1-1-5-16,4-1 2 0,-2 2-1 15,4-4-5-15,-3 0-6 0,3-3-3 0,1-4 1 16,1 2-1-16,1-3-3 0,1-2 4 0,2-2 4 16,2-2 1-16,2-2 6 0,0-2-4 15,3-5-2-15,2 0-3 0,-2-2 0 0,4 0-2 0,-2-1 1 16,2-1 0-16,-2 1 1 0,2 3 1 15,-3 0-3-15,0 1 2 0,-3 1-4 0,0 1 0 16,-2 2 5-16,0 0-5 0,-2 2 3 0,-3 2 1 16,2 1 4-16,-2 1 2 0,-3 1-2 0,2 2-1 15,-2 0 3-15,-2 3-3 0,2-3-1 0,-1 1-3 16,-2 1 0-16,3 1 6 0,-2-1-5 0,0-2 6 16,1 1-2-16,1-1 2 0,0 1-27 0,0-2-41 15,0 1-43-15,0-4-100 0,0 1-150 0,0-3-216 16,0 0-272-16,3 0-245 0,2-3-172 0,1 1 157 15,1-1 455-15</inkml:trace>
  <inkml:trace contextRef="#ctx0" brushRef="#br5" timeOffset="39502.72">30376 17779 204 0,'0'0'406'15,"1"0"184"-15,1-3 92 0,2 0-107 0,-1 0-100 16,1-3-59-16,2 0-39 0,1 0-32 0,1-3-28 16,2 0-44-16,-2-1-39 0,4 0-38 0,-2 0-29 15,2-2-27-15,2 0-34 0,-5 2-25 0,4-1-22 16,-2 2-14-16,0-2-10 0,-1 3-8 0,0-1-3 16,0 1-8-16,-2 2-1 0,1-1-4 0,-2 2-4 15,-2 1-2-15,-2 1-2 0,2 1-2 0,-4-1-1 16,1 3 7-16,-1 0 19 0,1 0 17 0,-2 3 28 15,0 0 22-15,0 2 15 0,-2 1-2 16,2 1-10-16,-1 1-16 0,-2 0-23 0,-1 3-17 16,3 2 2-16,-2-3 4 0,-1 3 3 0,3 1-7 15,-3-1-5-15,1 1-3 0,2-2-12 0,-4 1-18 0,5 1-10 16,-1-4 2-16,1 1 5 0,0-2-4 0,1-3-2 16,-1-1 5-16,6 1 1 0,-3-5 3 15,4 0 6-15,-1-2 8 0,2-4 3 0,3 0 0 16,0-3-2-16,1 1 0 0,0-3-10 0,3 1-5 15,0-1-3-15,3-1-3 0,-3 1-2 0,3 0-4 16,-1 2 0-16,-1 0-1 0,-3 2 3 0,-2 1-3 16,1 1 4-16,-2 1 4 0,-1 2-1 0,-1-1 3 15,-3 4 1-15,0 0 0 0,-1 2-1 0,0 2 1 16,-4-2 2-16,1 5-1 0,-2-3-1 0,1 3 4 16,-2 2 0-16,0-2-3 0,1 1 3 0,-2 1-2 15,1-1-3-15,0-1-4 0,1 1 3 0,-1-1 0 16,1-2-3-16,1 0 1 0,0-2 0 15,1-1 0-15,1-1 1 0,1-1 0 0,3-2 1 16,-1-3-1-16,3-2-1 0,1-1-1 0,3-1-2 16,2 0-1-16,0-3 3 0,5 1 3 0,-1 0 2 15,0 0 2-15,2 2 1 0,-2 1-2 0,3 0-3 16,-2 0-1-16,0 3 1 0,-2 0-1 0,-3 0 3 16,-1 3 1-16,1 0-2 0,-6 3 1 0,0 0 0 15,1 3 0-15,-5 0-1 0,-1 1 2 0,-1 1 2 16,1 0 1-16,-3 3 0 0,0-3-2 0,0 1-1 15,-2-1-2-15,1 0 0 0,1 0-3 0,0-2-1 16,-2-1-6-16,0 0-42 0,2 0-47 0,-1-3-60 16,1 0-124-16,-2 0-175 0,2-2-278 0,0 0-257 15,0 0-242-15,2-2-106 0,-2-1 334 0,0 0 500 16</inkml:trace>
  <inkml:trace contextRef="#ctx0" brushRef="#br5" timeOffset="40222.82">29428 18126 98 0,'12'0'520'0,"-4"0"439"0,-5 1 252 16,-2 2-122-16,1 3-205 0,-2 0-180 0,0 0-179 15,-2 2-134-15,1-1-90 0,-1 1-65 0,-1 0-79 16,1-3-61-16,-1 3-32 0,2-4-21 0,-3 1-14 16,3-2-6-16,-1-1-8 0,1 0-7 15,1 0-1-15,-4-2 3 0,4 0 0 0,-2-2-1 16,2 0 0-16,-2 0 3 0,0-1-4 0,2-2-2 16,-1 2-1-16,-1-1-1 0,1-1-1 0,-1 4-2 15,0-2 1-15,1 2-1 0,-1-1-2 16,1 2-3-16,-3 0 4 0,3 2-8 0,-3-1-48 15,1 2-74-15,-1-2-151 0,2 2-253 0,2 2-314 16,5-4-376-16,-1 1-327 0,1-4-39 16,5-1 648-16</inkml:trace>
  <inkml:trace contextRef="#ctx0" brushRef="#br5" timeOffset="43556.78">25591 8422 69 0,'2'2'220'0,"-1"-2"98"0,-1 0-1 0,2 0-58 0,0 0-70 16,-1 0-57-16,-1 0-41 0,2 0-37 15,-1 1-13-15,1-1 0 0,0 0 4 0,-2 0 2 16,1 0 18-16,4 0 12 0,-2 0 23 15,-2 0 0-15,3 0-2 0,-3 1-1 0,2-1-21 16,1 0-9-16,1 0-24 0,-1 2 10 16,1-2 6-16,-1 0 2 0,1 2-3 0,2-2 4 15,-1 1-1-15,2-1 6 0,0 0 2 0,0 1 0 16,0-1 3-16,2 0-1 0,0 0-8 16,-2 0-26-16,4 2-20 0,-2-2-10 0,0 2-8 15,1-2 1-15,-2 1-4 0,1-1-1 16,1 0 0-16,-3 1 0 0,1-1 5 0,-1 0 0 15,1 3 3-15,-1-3 2 0,1 0 4 0,0 0 0 16,-1 0 1-16,0 1 0 0,0-1 1 16,-1 0 1-16,1 0 38 0,0 1 19 0,0-1 10 15,0 1 6-15,-2-1 3 0,2 0-1 16,-1 3-36-16,0-3-18 0,1 2 21 0,0-2 42 16,2 0 21-16,1 2 8 0,-2-2 7 0,1 0-4 15,-1 0-29-15,1 0-44 0,0-2-24 16,-1 2-13-16,-1 0-9 0,0 0-2 0,0 0-6 15,-1-2 0-15,1 2 1 0,-1 0 0 16,-1 0-1-16,2 0 3 0,-4 0 2 0,1 0-4 16,3 0-1-16,-3 0 1 0,4 2-2 0,-2-2 0 15,-1 0 0-15,2 0 1 0,-1 0 2 16,0 0-1-16,0 0 1 0,-3 0-3 0,4 0 1 16,0 2-1-16,-2-2 1 0,2 0 3 15,1 0-4-15,0 0 3 0,-1 3-2 0,-2-3 0 16,2 0-1-16,1 1 0 0,-1-1 2 0,0 0-4 15,0 0 1-15,3 2 1 0,-3-2 1 16,0 0 1-16,1 0-2 0,-2 1 1 0,1-1 0 16,0 2-1-16,-1-2 0 0,1 0 0 15,0 0 0-15,-1 0 0 0,-1 0 0 0,3 0-1 16,-2 0 1-16,-1 0-1 0,2 2-2 0,0-2 3 16,0 0-1-16,-2 1 1 0,2-1 0 15,1 0-1-15,-1 0-1 0,1 0-3 0,0 0 5 16,-1 0 0-16,0 0-1 0,-2 0-2 0,3 0 3 15,-1 0 0-15,0 0-2 0,0 0 0 16,2 0 0-16,-2-1 2 0,1 1 46 0,-1-2 28 16,3 0 10-16,-1 1 8 0,-2 1 0 15,2-2-2-15,-2 1-43 0,1-2-23 0,0 3-13 16,-1-2-10-16,0 2-2 0,0-2-1 0,-1 2 2 16,1-3-2-16,0 2 1 0,0 1 4 15,1-1 1-15,-2 1 3 0,1 0-3 0,-2-1-2 16,5 1 0-16,-3 0-2 0,0 0 0 15,1 0 0-15,-2 1 3 0,1-1 4 0,0 0-1 16,1 1-1-16,-3-1 2 0,2 1-2 16,1-1-4-16,0 0 3 0,-3 3 0 0,0-3 1 0,3 0-5 15,-3 2 0-15,3-2 0 0,-1 0-3 16,0 2 2-16,1-2 0 0,-1 0 2 0,0 0 4 16,2 3 11-16,1-3 9 0,-2 1 3 15,3-1 2-15,-2 0 1 0,2 2 0 0,0-2-13 16,-1 0-9-16,1 1-3 0,1-1 1 15,-1 0-4-15,2 0-2 0,-2 0 0 0,1 0-1 16,1 0 1-16,-1 0-4 0,-1 0 1 0,1 0 2 16,-1 0 3-16,2 0 0 0,-5 0-3 15,2 2 4-15,-1-2-2 0,-2 2 13 0,1-1 10 16,0-1 7-16,1 1 1 0,0 1 2 0,-1 0 3 16,-1-2-17-16,0 1-8 0,3 0-3 15,-3 1-4-15,0 0-6 0,-2-2-1 0,3 1 12 16,-2 0 55-16,1 1 26 0,-3-2 15 15,1 1 9-15,0 1-1 0,-1-2-10 0,0 0-48 16,-1 1 4-16,0-1 4 0,0 1-4 16,0-1 0-16,2 0-2 0,-2 2 3 0,1-2-28 15,0 2-13-15,1-1-11 0,4 1-1 0,-4-1-2 16,2-1-5-16,2 2 1 0,-1-1 1 16,0 1 1-16,1-2-3 0,1 0-2 0,-1 1 3 15,1 1-3-15,-1-2 2 0,2 0-2 0,-3 1 1 16,4 0 2-16,-4-1 0 0,1 2 1 15,1 0-4-15,-3-1 5 0,1-1-1 0,1 1-4 16,-2 1 3-16,0 0-2 0,0-1 0 0,1 0 2 16,-3 3-4-16,1-3 2 0,1 0 1 15,1 2-2-15,-1-1 0 0,0-2 1 0,0 2 1 16,1-2-2-16,-1 0 2 0,0 0 1 0,3 0 0 16,-1 3-3-16,-2-3 2 0,2 0-1 15,-2 1 0-15,0-1-1 0,2 0 2 0,1 2 1 16,-3-2-1-16,2 3 0 0,2-1 1 15,-1-1 1-15,0 2 0 0,3-1-1 0,-2-1 1 16,1 0-1-16,-1 3 0 0,2-3-3 0,-1 0 0 16,-1 1-2-16,2 1 1 0,-2-2 3 15,-3 0-2-15,2 1 1 0,-1 0 1 0,-2-1 1 16,-1-1-2-16,1 2-1 0,-1-2 3 0,-1 1-2 16,2-1 0-16,-4 0-1 0,1 2 1 15,2-2 0-15,-1 1 12 0,2-1 7 0,0 2 4 16,-2-2 0-16,1 1 2 0,2 1-4 0,-3-1-9 15,1 0-5-15,1-1-5 0,0 2 1 16,1 1-1-16,2-2 2 0,-1 1-1 0,4 1-1 16,-2 1 0-16,4-2 0 0,-1 1-2 15,2 2-1-15,-1-1 0 0,1-1 1 0,-1 2-1 16,3 0 0-16,-4 1 0 0,1-2 1 0,2 0-1 16,-4 1 2-16,2-1-1 0,-4 1 0 0,0-1 1 15,-2 1-2-15,-2-1 0 0,-1-1 1 16,-1 2 1-16,0-1 0 0,-1-1 6 15,-2 2 5-15,1-2 2 0,-1 2 2 0,-2-3-1 16,1 0 1-16,0 1-7 0,-1-2-4 0,-1 1-3 16,2 0 0-16,-2-2-1 0,0 1-2 15,0-1 2-15,0 0 1 0,0 0 0 0,0 0-2 16,0 0-1-16,-2 0 0 0,2 0-1 0,-1 0-14 16,-1-1-53-16,0 1-77 0,-2-2-145 0,-1 0-238 15,1 2-315-15,0-1-363 0,-1 0-306 16,1-1-44-16,-1-1 591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44:34.35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7821 5646 155 0,'0'0'243'16,"0"-2"29"-16,0 4-34 0,0-2-61 0,-1 2-60 15,1 3-43-15,-2 1-16 0,2 3-14 0,0 2-6 16,0 2 11-16,0 4 13 0,0 1 23 15,2 4 17-15,-1 2 27 0,-1 3 28 16,2 3 28-16,-1 1 70 0,-1 5 20 0,2 2 19 16,0 3 31-16,-1 4 37 0,1 1 18 0,-1 6-35 15,1 4-16-15,-2 3-31 0,2 4-59 0,-2 1-61 16,0 4-49-16,-2 2-26 0,2 3-22 16,0 2-10-16,0 4 57 0,0 4 38 15,0 0 7-15,0 6-12 0,-2 1-14 0,1 2-6 16,-1 3-45-16,-1 0-32 0,1 2-16 0,-1 2-9 15,-2 2-4-15,2 1-11 0,-2 3-13 0,-2-1-4 16,2 3-3-16,0 0 2 0,0-1 1 0,0 1-1 16,1 1-2-16,-1 1-1 0,1-1-2 15,0 0-1-15,1 2 0 0,3-3 2 16,-3 0 1-16,3 1 0 0,0-3-3 0,0 0-1 16,2-1-1-16,-1-1 3 0,-1-1 1 0,0 0 3 15,2 2 1-15,-1-1-4 0,-1 3 0 0,-1-2 0 16,-1 4 7-16,1-4 7 0,-3-1 4 15,1 0 3-15,0 2-1 0,0-7-1 0,-2 2-3 16,1-5-5-16,0-1-2 0,-2 1 1 16,1-2 4-16,0 1 2 0,-4-1-4 0,1 2-4 15,0 0 1-15,0 1 0 0,-3 1-2 0,0 1-1 16,0 3-1-16,0 0 1 0,-2 4-4 0,-1 0 0 16,1 2-1-16,-1 1 1 0,0-1 1 15,0 6 1-15,1 3-1 0,-1-1-3 0,-2 2 2 0,0 2 1 16,2-1-2-16,0-1 1 15,-2 4 1-15,3-3-2 0,-1 1-1 0,1-1-1 16,-2 2 0-16,4-1 1 0,-1 0-2 0,0 0 0 16,2-1-2-16,-2-1 1 0,2-3 1 15,-1-3 0-15,3-4 2 0,-3-4 0 0,3-5-1 16,-3-5-6-16,2-11-9 0,-1-7-11 0,-1-11-19 16,-1-9-56-16,-1-14-61 0,-3-12-72 15,2-12-128-15,-5-16-192 0,1-11-306 0,-4-16-240 16,-3-14-208-16,-2-16-39 0,-3-14 410 15,-1-16 513-15</inkml:trace>
  <inkml:trace contextRef="#ctx0" brushRef="#br0" timeOffset="851.75">7718 5757 146 0,'3'-2'377'0,"-3"0"176"0,2-4 173 16,1-1-100-16,1-2-137 0,0-1-65 0,1-4 4 16,4-4-6-16,-1 1-37 0,2-5-61 0,4 0-64 15,-1-3-57-15,0-1-49 0,1 0-42 16,0 3-37-16,-2 1-23 0,0 2-14 0,-3 4-7 15,2 5-17-15,-3 1-7 0,0 4 0 16,0 5 2-16,0 4 12 0,0 5 8 0,-2 3 6 16,2 4 2-16,-2 4-6 0,-1 5-1 0,0 2-13 15,-2 3-7-15,3 3-3 0,0 0-4 16,1 1-17-16,-1 0-33 0,-1-1-98 0,3 1-163 16,-2-1-296-16,0 2-281 0,1-1-261 15,-2 1-163-15,1 2 266 0,0 3 522 0</inkml:trace>
  <inkml:trace contextRef="#ctx0" brushRef="#br0" timeOffset="3391.72">6686 15204 53 0,'5'1'268'16,"1"-1"136"-16,0-1 106 0,2 1-96 15,-1-2-155-15,2 1-102 0,2-2-45 0,0 1-30 16,3-1-14-16,2 0 21 0,1-1 14 0,3-1-4 16,2 3 4-16,1-3-2 0,4 2-3 15,0 0 18-15,2 0 12 0,4 1 5 0,0 1-2 16,0-1-7-16,4 2 8 0,1 0-37 0,0 2-38 16,2-2 3-16,3 1 61 0,0 2 38 15,6-1 6-15,0-1-4 0,2 2-3 0,1-1-22 16,3-1-63-16,0 1-36 0,-2 0-20 0,4-1-11 15,1-1-10-15,-1 1-1 0,3 1 0 16,0-1 5-16,0-1 2 0,3 2 6 0,2-2 4 16,0 1-1-16,3-1-1 0,2 0-6 15,-1 1-2-15,1-1-4 0,1 2-7 0,0-2 3 16,2 1 2-16,0-1 4 0,2 4 2 0,0-3 9 16,5 4 2-16,-2-2-3 0,4 1-5 15,0 0-8-15,2 0-9 0,0 2-3 0,1-1 6 16,1 2 6-16,1 0 4 0,3 0 8 15,0 0 5-15,3-1-1 0,-1 1-6 0,3 1-11 16,-2-1 41-16,-1 1 36 0,4-1 19 0,-3 3 9 16,4-2 8-16,1 3 1 0,0-2-42 15,2 1-36-15,-1-1-24 0,2 2-2 0,-1 0-1 16,1-1 2-16,2 1 1 0,1-1 0 0,1 0 8 16,1 1-11-16,0-3-14 0,1 3 2 15,-1-1 6-15,3-2 2 0,0 1-1 0,0-1 6 16,3 0 5-16,-2-1-13 0,-3 0-2 0,1-1 1 15,-1-1 5-15,-2 2-2 0,1-1 6 16,1-1 8-16,-1-1-9 0,1 1-8 0,-4 0-5 16,-1-1 5-16,-2 2-1 0,2-2 2 0,-2 0 2 15,-1 3 6-15,2-1-1 0,-1 0-2 16,-2 0-10-16,-1 1 11 0,-1 1 9 0,2 2 1 16,-4-1 5-16,1 2 1 0,4-2 5 15,-5 2-11-15,1-1-8 0,0 1-10 0,-3 0 0 16,0 0 3-16,-2-1 2 0,0 1 1 0,1-1 1 15,1-1 4-15,1 1-3 0,1 0-9 16,-3 0-5-16,1 1-6 0,-2-3 7 0,0 2 5 16,0 0 3-16,-1-2 6 0,1 3 5 0,2-4 5 15,1 1 1-15,-1-1-4 0,-2 2-1 16,2-4 3-16,1 2 5 0,-1 0-6 0,0-1-3 16,4-2 1-16,-5 2 1 0,4 0-10 0,-1-1-5 15,-3 0-6-15,-1-1 5 0,-2 2 4 16,0-1-2-16,-1 0 6 0,2 0 3 0,-3-1 4 15,3 1-9-15,-3 0-6 0,1-1-3 16,-1 0-6-16,-2 1 2 0,1 0 5 0,-4 0 6 16,1-2 5-16,2 2 4 0,-1 0 2 0,2-2-1 15,-2 2-8-15,0-3-5 0,-1 2-8 0,0 0 3 16,-3-1 2-16,2 0 2 0,-5-2 6 0,4 2 3 16,-1 0 4-16,1 0-5 0,-3-1-1 15,1 1-1-15,-3 0-3 0,0 0-1 0,-1-1-5 16,0 2 1-16,-2-2 3 0,-3 2-2 0,2 1 6 15,0-3 6-15,-1 2 3 0,2 0-3 0,0 0 0 16,-2-1 1-16,0 2-7 0,0-2-5 16,-2 1-5-16,-1 0 3 0,-1 0 4 0,-1-1 3 15,1-1 4-15,-1 2 1 0,1-1 8 0,1 1-3 16,-1-1-3-16,2 0-7 0,2 0-1 0,-2-1-5 16,-2 0 0-16,2 0-9 0,0 1 7 0,1-2 6 15,0 2-1-15,-1-1 3 0,1-1 4 16,2 2 7-16,2-1-5 0,0-2-2 0,-1 2-3 15,1-2-1-15,0 0-5 0,0 3 2 0,-4-3 1 16,3 0 1-16,-2 0 1 0,0 0 5 0,3-3 44 16,3 3 19-16,-2-2 10 0,2 2 4 0,-2 0 0 15,-1-2-3-15,3-1-43 0,-5 2-17 0,2-1-10 16,-2-1-2-16,0 2-2 0,2 0 0 16,0-1 6-16,0 0-1 0,0 1-7 0,0 0-3 15,0-1-2-15,0 0-3 0,0 1-1 0,-5 1-1 16,1 0 5-16,-1 0-4 0,-2 0 5 0,1 0 4 15,0 1 1-15,2-1 2 0,-1 2-4 0,-2-2 2 16,2 0 0-16,-3 0-6 0,2 0-6 16,-4 0-3-16,1 0 8 0,-2 0-2 0,0 0 4 15,-3 2 0-15,1-2 4 0,1 1 4 0,-1-1-5 16,0 0 3-16,1 1-5 0,-1-1 3 0,0 0-2 16,-4 2 0-16,3-2-4 0,-2 0-5 15,0 0 1-15,-3-2-1 0,-1 2 1 0,1 0 2 16,0-1 6-16,-3 1 4 0,2-1 2 0,1-1-2 15,-2 0-3-15,4 1-3 0,-3-2 2 0,1 2-1 16,-2-2-1-16,0 0 1 0,0 1-2 0,-2-1-2 16,0 1-6-16,1 0-1 0,-4 0 6 15,0 1-2-15,1-2 7 0,-1 2 4 0,1-1 6 16,-1 2 1-16,1-2-7 0,1 1-3 0,0 0 2 16,-2 1-8-16,0 0-1 0,1 0 3 0,-1 0 1 15,0 0 0-15,0 0-1 0,-3 0 2 16,3 0-1-16,-4 0-4 0,1 0 5 0,1 0-1 15,-2 0 1-15,-1 0 0 0,-1 0 2 0,3-2 0 16,-1 2-2-16,-2-2 1 0,3 2 5 0,-2-1-3 16,2 0 4-16,-5 1-4 0,3-2 2 15,-4 0-2-15,-1 1-2 0,-2 1-2 0,-2-2-2 16,-1 1 1-16,-2-2-3 0,-3 3 5 0,0-2-3 16,-6 2 2-16,1-2-1 0,-5-2 1 0,-1 4 2 15,-7-1 0-15,2 0 32 0,-4-2 41 0,-1 3 25 16,-3-2 11-16,0 0 6 0,-1-2-2 0,-2 0-24 15,-2 0-33-15,1 0-20 0,-1-1-12 16,1-1-10-16,-3 2-5 0,0-2-3 0,-1 0-3 16,0-2-1-16,-1 1-1 0,0 0 0 15,1 0 1-15,-3 0-1 0,0-2 0 0,-1 1 1 16,1-1-2-16,-1 0 0 0,0 1 0 0,1-3 2 16,-1 2-2-16,1-1-1 0,-1 0 2 15,-1 1 1-15,2 0 0 0,0 0-2 0,0 2 0 16,0-2 2-16,3 2-2 0,-1 1-1 15,0-3 0-15,1 3-1 0,0 2 2 0,2 0-1 16,2 1-2-16,-3-1 1 0,3 3-1 16,-1-2 0-16,1 3-3 0,1-1-1 0,0 1 1 15,0 0-4-15,1 0 0 0,1 1 1 0,-1 2 0 16,4-2 1-16,0 4 0 0,0 0 4 0,1 0 1 16,5 1-2-16,-1 3 1 0,-1-3 2 15,4 1-1-15,0 2 1 0,0 0 0 0,2 0 0 16,0 1 1-16,0-1-4 0,0 2 2 0,-2 0 0 15,1 0 0-15,-2 0 1 0,-3-1 1 16,-1 1 1-16,1-1 3 0,-5 1 2 0,-1 0 7 16,-2-1 5-16,-4 1 7 0,2-3 4 15,-4 3 4-15,-4-2-1 0,-3-2-5 0,0 2-4 16,-4 1-5-16,-2-2-6 0,-2 1-3 0,-2-1-5 16,0-1 0-16,-1 1-2 0,0 1-3 0,1-4-1 15,1 1-2-15,2 3-10 0,0-3-29 0,5-2-70 16,3 2-80-16,-2-1-152 0,7-1-290 15,3 0-319-15,3 1-343 0,1-1-214 0,6-1 86 16,2 0 638-16</inkml:trace>
  <inkml:trace contextRef="#ctx0" brushRef="#br0" timeOffset="4503.77">29376 16534 117 0,'15'-3'340'0,"0"-1"210"0,1 0 207 16,3-2-83-16,2 1-51 0,-1-1-48 0,6-1-59 15,-3 4-88-15,1-2-92 0,-2 3-94 0,-1 0-80 16,-1 4-45-16,-2 1-26 0,-3 3-9 0,-2 2 14 15,0 3 44-15,-5-1 40 0,-4 5 14 16,-4 1 4-16,-3 2-6 0,-3 2-18 0,-7 1-37 16,-3 3-41-16,-2 0-27 0,-4 1-18 0,-1 1-12 15,0 0-6-15,-3 0-4 0,3 2-1 0,-1-1-1 16,-2 1-1-16,3 0-1 0,1-1-4 0,2-2-3 16,2 0-4-16,5-4-5 0,2-3-4 15,5-1-3-15,1 0-2 0,3-4-1 0,5-1 1 16,2-4 1-16,5 0 0 0,4-1-5 0,5-4-3 15,2-3-4-15,5-1 1 0,6-4-1 0,1-1-1 16,5-1 12-16,3-2 5 0,0-1-2 16,1-3-14-16,2 0-41 0,-1-1-62 0,-1 2-60 15,-2-1-69-15,-4-1-95 0,-3-1-109 0,-3 2-79 16,-1-2-31-16,-6 1-48 0,-1 0-27 0,-2 1 35 16,-5 0 93-16,-2 2 120 0,-3-1 113 0,-1 2 114 15,-6 0 90-15,0 0 83 0,-3 3 60 0,-1-1 52 16,-1 2 35-16,-1 1 23 0,1 3 28 0,-1 0 24 15,-1 4 21-15,1-1 32 0,-2 5 24 0,1 0 20 16,0 5 9-16,0 1-8 0,1 3-31 16,2 1-45-16,-4 4-51 0,5 1-50 0,0 1-48 15,3 0-40-15,-1 4-29 0,2-2-18 0,3-1-9 16,-1-2-4-16,2-3-4 0,5-2 1 0,0-2-1 16,2-4 0-16,3-4-3 0,-1-3-2 0,3-4 0 15,0-5-2-15,2-5 6 0,0-4 0 0,-2-2 2 16,2-5 5-16,4-2 9 0,-4-3 23 0,-3 0 26 15,0 0 42-15,-3-1 37 0,-2 1 14 0,-5-2 8 16,-2 2-18-16,-2-2-21 0,-5 3-34 0,-2-3-33 16,-3 2-20-16,-1 2-17 0,-6-1-9 15,-1 2-9-15,-2 4-6 0,-2 0-2 0,-1 4-3 16,-1 6-5-16,-2 3-1 0,1 2-1 0,-2 4-1 16,-1 4-4-16,1 3-28 0,1 1-52 0,-1 3-51 15,0 0-72-15,2 3-137 0,3-2-202 0,3-1-281 16,-2 2-236-16,3 0-209 0,3-2-17 15,-2 3 432-15,3-2 482 0</inkml:trace>
  <inkml:trace contextRef="#ctx0" brushRef="#br0" timeOffset="4705.62">30037 16752 366 0,'8'3'978'0,"-3"0"366"16,-2 0 2-16,3-2-231 0,1 0-402 15,4-1-249-15,-2 0-143 0,6-1-85 0,3 0-71 16,3-2-63-16,1-1-38 0,4-2-24 0,0 1-17 16,3-1-11-16,1 0-3 0,-2 1-10 0,1 0-58 15,-3 0-72-15,0-1-133 0,-2 0-227 0,1 1-306 16,-3-1-358-16,-4 0-290 0,-3-1-89 0,-3 0 504 16,-8-4 645-16</inkml:trace>
  <inkml:trace contextRef="#ctx0" brushRef="#br0" timeOffset="6005.78">8471 4307 244 0,'3'-4'610'0,"-3"2"330"0,2-3 161 16,0 5-241-16,-1 2-201 0,-1 2-185 0,3 1-132 16,-1 6-89-16,2 3-66 0,-1 2-55 15,1 5-40-15,-3 3-22 0,3 1-19 0,-3 4-12 16,2 0-16-16,-1 1-5 0,1-2-4 0,0 2-6 16,-1-2 5-16,2 2-7 0,-2-4-13 15,1-1-26-15,-3 0-61 0,0-5-140 0,0 0-207 16,-2-5-291-16,-1 0-269 0,-1-4-241 15,-1-5 4-15,0-3 441 0</inkml:trace>
  <inkml:trace contextRef="#ctx0" brushRef="#br0" timeOffset="6233.66">8326 4092 71 0,'1'-10'570'0,"-1"5"386"15,2-1 151-15,2 4-73 0,1 2-378 0,3 2-318 16,0 3-150-16,6 1-69 0,1 0-29 0,3 2-18 16,2 0-8-16,2 1-13 0,1-1-20 15,1 2-13-15,0-1-6 0,1-1-2 0,2 1-3 16,-2-1 0-16,2 1-2 0,-2 1-10 16,-2-2-84-16,-1 1-139 0,-2 0-229 0,-4 0-274 15,-2 1-252-15,-1 1-175 0,-7-2 150 0,0 2 422 16</inkml:trace>
  <inkml:trace contextRef="#ctx0" brushRef="#br0" timeOffset="6453.69">8218 4836 13 0,'-6'23'378'0,"2"-6"268"0,2-1 185 0,6-2 65 16,2 2-265-16,4-3-227 0,4-3-116 15,5 1-11-15,3-4 12 0,5-1-19 0,3-2-51 16,5-1-46-16,1-6-24 0,1 1-50 0,4-4-46 16,-2 0-30-16,3-2-16 0,-3 0-7 15,2 1-55-15,-3 0-165 0,0 1-306 0,-5 1-251 16,-1 5-255-16,-4 2-214 0,-1 4 127 16,-5 4 534-16</inkml:trace>
  <inkml:trace contextRef="#ctx0" brushRef="#br0" timeOffset="13053.32">7998 14099 48 0,'10'3'256'15,"-4"-3"121"-15,-1 2 100 0,1-2-112 16,0 2-149-16,-2-2-106 0,-1 0-55 0,0 2-32 0,0-2-13 16,2 0-6-16,1 1 2 0,0-1 14 15,1 0 9-15,1 1 9 0,1 1 7 0,2 0 21 16,1 0 15-16,1 1-11 0,2-1-4 15,2 1-25-15,2 0-16 0,0 0-35 0,5-2-15 16,-2 2-8-16,5 0-10 0,2-1 22 16,1-1 15-16,1 0 4 0,1-1 4 0,3 0 0 15,-1 0 2-15,2 0 2 0,-1-1-2 0,3-2-2 16,-3 2 25-16,3-2 14 0,1 0 1 16,0 0-3-16,-1-2 7 0,0 2 4 0,2-1-19 15,0-1-8-15,1 1-25 0,0 0-10 16,2-1-12-16,1 2-11 0,-1-2-5 0,0 0-9 15,2 1 24-15,-2 0 12 0,1-2 7 0,-1 1 2 16,-3-2 25-16,2-1 18 0,-1 1 5 16,-2-2 2-16,1-1-2 0,-2 0-3 0,0-1 6 15,-1-1 12-15,1 1 10 0,-1-3 11 16,-2 0 5-16,0 1 10 0,0-4-30 0,2 3-24 16,-3-3-14-16,4 3-9 0,-2-4-8 0,-1 0-4 15,0 1-6-15,0-3 1 0,1 0 5 0,-2-2 4 16,0 0 5-16,-1-2 6 0,-1-3 3 15,-1-2 44-15,-1-1 25 0,-1-2 13 0,1-2 3 16,-3 0 3-16,-1-2-3 0,-1-2-43 16,0 1-30-16,-2-2-18 0,-2-2-12 0,0 0-12 15,-1 0 5-15,-1-1 29 0,2-1 15 0,-2 2 16 16,-2-3 11-16,2 1 16 0,-1-3-2 16,1 1-21-16,-1 1 18 0,0-3 4 0,1-1-2 15,0-1-3-15,0-2-5 0,1-4-5 16,-2 2-27-16,4-5-22 0,-2 0 3 0,3-1 14 15,0-3 8-15,1 1 3 0,0-4 5 0,0 0 1 16,-1 1-11-16,2-1-14 0,-1 0-15 16,1-3-8-16,-1 3-8 0,2-2-7 0,-1-1 3 15,0 0 1-15,0 0 2 0,-1-1 5 0,0-2 2 16,1 0 6-16,0 1-9 0,-1-3-4 16,0 3-7-16,-2-3-10 0,0 2-3 0,-1-2 7 15,1 2 8-15,-2 0 7 0,-2 0 12 0,1-1 5 16,-2 0 6-16,-1 0-8 0,0 2-7 15,-2-1-7-15,0 1-9 0,-1-3 1 16,-2 3 6-16,3-2 4 0,-3 0 2 0,-1-2 4 16,1 3 6-16,-2-3-5 0,1 0-6 0,2-2-7 15,-2 0-7-15,2-3 3 0,-2 0 5 0,4-2 6 16,0 0 0-16,1-3 4 0,2 0 6 16,-1 0-8-16,4-1-8 0,1-1-8 0,-2-1 2 15,3 1 8-15,0 0 0 0,1-1 2 16,0 0 4-16,1-3 1 0,-1 2-8 0,0-1-10 15,2 0 0-15,0 1 3 0,1-1 6 0,-1 3 0 16,-3-2 2-16,4 1 4 0,-5 1-5 0,1 3-6 16,-2 2-5-16,0 1-5 0,-3 4 2 0,-1 2 5 15,0 6 8-15,-2 1 2 0,-1 2 8 16,-2 4 7-16,0 2-1 0,0 0-5 0,-1 0-3 16,-1 2-2-16,-1 2-3 0,3-1-2 15,-3 2-6-15,2 0-1 0,-1 2 5 0,1 1 1 16,-1-1 3-16,0 5 2 0,1-1 6 0,0 1 6 15,0 4-4-15,-2 1 0 0,0 1-3 16,0 2-3-16,0 3 0 0,0 0-3 0,-2 3 0 16,2 0-2-16,0 2 0 0,-2 1-2 15,2 3 0-15,1 0 2 0,-2 0-6 0,1 6 4 16,0-2 0-16,-1 4 0 0,-1 0 1 0,1 5-2 16,0 0 1-16,-2 2-3 0,-2 2-3 15,0 4 1-15,2 0-1 0,-2 0 1 0,0 4-1 16,0 2 2-16,0-3 2 0,2 3 2 15,0 3 3-15,1-3 0 0,0 2 4 0,1 4-3 16,-1-1 2-16,1-1-3 0,1 2-1 0,1 1 0 16,-1 2 0-16,1-1 0 0,-1 2 0 15,0 1 1-15,0 1-1 0,0 2 0 0,1 0 3 16,-1 1 1-16,-1 1-1 0,-1 3 4 0,2-1 0 16,-2 0 11-16,1 2 5 0,-1 2 4 15,0-1 2-15,0 3 0 0,-1-3-2 0,0 6-10 16,-2-2-6-16,2 2-5 0,0 0-6 0,1 2-4 15,-3 1-3-15,0 0 14 0,2 0 10 16,-2 1 9-16,2 2 2 0,-2 1 5 0,0-2 3 16,-1 3-9-16,2-2-14 0,1 0-5 15,-2 1 0-15,2 1-2 0,-2-1-4 0,1 0-5 16,0 1 2-16,0-1-1 0,0 2 2 0,-1-1-5 16,2 1 3-16,-2 0-1 0,0 1-2 15,1-2-4-15,1 1 1 0,-4-1 2 0,2 0 2 16,0 2 5-16,0-1 2 0,-1 0 4 15,-1 2 0-15,-1-1 0 0,0 2 0 0,0-2-2 16,0 2-1-16,0 0-1 0,0 1-3 0,0-2 0 16,0 1-2-16,-1 0 0 0,1 1-5 15,-2-1-2-15,2 1 1 0,0 0-3 0,-3-1 4 16,3 2 0-16,-3-2 7 0,3-1 10 0,-3 3-1 16,2 0 5-16,-1-1-7 0,-1 1 4 15,1 2-7-15,-1 0 0 0,0 0-1 0,-1 0-7 16,1 0 6-16,-3 1-4 0,1 2-1 0,1-2-4 15,-1 0-3-15,0 1 5 0,0 0-3 16,0-1 2-16,-1 0 6 0,0 1 3 0,1-2 4 16,0 3 0-16,0-1-1 0,2-2 1 0,-3 2-3 15,2-1-2-15,0 1-2 0,0-2-4 16,0 1-3-16,1-1-3 0,-2 2-1 0,1-1 0 16,1-1 4-16,0 1 7 0,-1-2 2 15,1 1 5-15,0 1 5 0,0-1 2 0,1 1-3 16,-1 1-4-16,0 0-1 0,0-2-1 0,1 2-4 15,-1 0-4-15,2 0 0 0,-1-1-1 16,0 2 1-16,1-5-4 0,-1 2 1 0,0-1 0 16,1 1-1-16,-1-4 2 0,-1 3 3 15,1-4 1-15,-1 3 3 0,0-1 1 0,-1 2 2 16,1-1-2-16,-2 1 1 0,0-1-4 0,0 1 2 16,-1 1 4-16,-2-3-6 0,3 2 0 15,0-1-4-15,-1-2 0 0,1 1-3 0,-2-1 0 16,0 0-4-16,2 0 6 0,-1-1 3 0,-1-1 0 15,0-1 7-15,2 0 2 0,0 3 5 16,-1-3-5-16,-1 3 0 0,3-4 1 0,-4 2-3 16,3 1 0-16,1-1-5 0,-3 1 2 15,2-3-2-15,-1 2-1 0,2-1-3 0,-1 0-1 16,0-2-1-16,0 2 0 0,-1-2-1 0,0 0-1 16,1 0 0-16,0-1-2 0,0 2 5 15,-1-2 2-15,-2 0 5 0,2 1 1 0,-1 1 3 16,1-1 0-16,0 1-4 0,-2-1-2 15,2 1 1-15,-1-1 0 0,2 0 2 0,-3 0-2 16,2-1 1-16,0 0-2 0,1-3-1 0,-1 1-1 16,-1-1-3-16,1 1 1 0,2-2-2 15,-3 1 1-15,2 0-3 0,0 1 0 0,-2-1-5 16,2 1-1-16,0-2 6 0,-1 2 1 16,1-1 7-16,0 0 6 0,-1 2 4 0,2-1 3 15,-3 1 1-15,2-3-4 0,0 4-4 0,2-3 0 16,-3 2 1-16,2 1-5 0,0-1-3 0,1 0 0 15,-2 1 2-15,2 0-1 0,1-1-1 16,-1 0 1-16,0 2-1 0,0-1-2 0,0 0 0 16,0 1-6-16,-2 1-1 0,3-2 5 0,-1 1 0 15,0-1 7-15,1 1-2 0,-1-1 9 16,2-1-4-16,-3 0 2 0,0 1-1 0,4-3-6 16,-2 2 2-16,2 0-2 0,-1-2 2 0,1 0-1 15,1-1 1-15,-1-1 5 0,2-1-7 16,-2 1 0-16,4-3-1 0,-2-1-3 0,1 2-1 15,0-5-3-15,-1 3 3 0,3-1-3 16,-2-2 3-16,2 0 2 0,-2-1-4 0,3 0 0 16,-1-3-2-16,0 1 6 0,-1-3-3 0,1-1 1 15,0 1 4-15,1-2 4 0,0-2 1 16,-1-1-1-16,2 1 1 0,-1-3 0 0,0 2-2 16,2-2 4-16,-2 2-1 0,1-3-2 15,1 1 1-15,1 1 2 0,1-2-2 0,-1 2-1 16,0-2 1-16,3 0 1 0,-3 1-1 0,4 1-3 15,-2-2 4-15,3 0 0 0,-1 1-2 16,1-2 1-16,0 1-1 0,2-1 3 0,1 3-2 16,-2-3-4-16,5 2 1 0,-3-1-1 15,3 1 0-15,-1-1 3 0,1 1 0 0,-1-1 2 16,2 0 0-16,-1-1-2 0,1 2 2 0,1 1-6 16,0-4 0-16,-3 0-1 0,5 2-1 0,-1-3 3 15,-2 1-2-15,5-1-3 0,-3 1-2 16,2-1 2-16,0 1-1 0,-2-2-3 15,2 1 0-15,0-3 5 0,1 3 6 0,0-2 0 16,-2 2 3-16,2-2 1 0,1 0 3 0,-1 1-2 16,1-2 1-16,0 4-7 0,1-3 4 15,2-2 1-15,-1 3 3 0,-1-2-2 0,4 1-1 16,0-1 2-16,-2-1-4 0,1 1-1 0,2-1-4 16,-1-1 0-16,1 1-3 0,-1-1 0 15,3-1-3-15,-2 1 0 0,0-2 1 0,2 1-5 16,0 2 0-16,-2-3-3 0,3 1 6 0,1 1 2 15,-2 1 1-15,-1 0 3 0,3 0 4 16,-1 0 6-16,3 1 0 0,0-1-2 0,-1 2-2 16,2 1 1-16,2-1 1 0,-1-2 1 15,1 4-6-15,0-2 3 0,0 0-3 0,1 1 0 16,-2-3-3-16,0 2-5 0,3 0-2 0,-1 0-3 16,0-1 6-16,0 0 1 0,-1 1 3 15,2 0 6-15,-1 0 1 0,3 0 4 0,0-1-2 16,1 1-1-16,-1-1-1 0,3 1-2 15,0 1 2-15,0 0 3 0,0-2-3 0,-3 2-5 16,4 0-2-16,-3 1-5 0,1 0-3 0,-1-2-3 16,-2 3 1-16,1-2 4 0,1 0 3 15,-4 3 2-15,4-4 4 0,-2 1 1 0,1 0 4 16,-2-2 3-16,3 3 2 0,-1-4-3 16,2 4-2-16,-2-2-3 0,1-1-3 0,-3 0-1 15,4 1-4-15,-4-2 2 0,-1 2-2 0,3 0-1 16,-4 0-2-16,2-1 4 0,-1 2 0 15,0-1 0-15,-2 1 6 0,-1 0 4 0,4-2 5 16,-3 2-2-16,0-1 1 0,3 1 0 0,-1-1-6 16,3 0-2-16,-2 0-2 0,-1-1-3 15,3 0 0-15,-3-1-3 0,0 0 3 0,0 2-2 16,1 0 1-16,-2-1-4 0,1-1-2 0,-1 1 5 16,-1 1 2-16,0 1 0 0,0-2 2 0,2 1 5 15,-2 1 1-15,3-1 2 0,-2 1-1 16,3-1-1-16,-2 0-1 0,4 2-1 0,-4-4-3 15,2 4-1-15,-1-1-1 0,0 0-1 16,0-1 0-16,-1 0-3 0,1 0-3 0,-3-1-2 16,2 1 2-16,0-1 3 0,-2 1 2 15,0-2 6-15,1 0 4 0,1 1 3 0,-3 1 1 16,4-2-4-16,-1 0 2 0,2 0-5 0,-2 0 0 16,0-2 1-16,1 1-2 0,-1-1-1 15,1 2-2-15,-3-1-3 0,2-1-3 0,-2 1 2 16,0-1-2-16,-1 2-2 0,2-1-2 0,-2 0 4 15,-2-1 3-15,3 0 1 0,-3 1 3 16,0-4 2-16,0 0 8 0,3 2-1 0,-1-4 0 16,-1 1-1-16,4-1 0 0,-2-3-3 15,0 2-1-15,2-3-2 0,-4 1-2 0,1 0-2 16,1-3-3-16,-3-2 3 0,0 3-2 0,0-3-5 16,-2 1 1-16,3-3-3 0,-2 2-2 0,-1 0 2 15,-1-2 2-15,0 0 6 0,-2-1 2 16,3 0 5-16,-1-1 4 0,2-1-5 0,-3 1-1 15,1-2-2-15,2 0 0 0,0-1 3 16,0-1-2-16,-1 1 5 0,2-3 1 0,-1 2 0 16,0-3 0-16,1 1-2 0,0-3-5 15,-1 0-2-15,-1 0-1 0,3-1-1 0,-2-2-1 0,-1-1-4 16,3-1 3-16,0-1-1 0,-3-2 3 16,1-1 1-16,1 0 2 0,-2-1 5 15,5 0-3-15,-3 0-2 0,2-1 0 0,-4 0 0 16,3 0 4-16,1 1 3 0,-2 0 2 0,0-3 6 15,1 1-2-15,-2-1-2 0,-1 0-6 0,2-3-4 16,0 0-8-16,-3-1 0 0,1 0-2 16,-1-1-2-16,0-1-2 0,0 0 5 0,-4 2 2 15,2-1-1-15,-1 1 1 0,-2 2 9 0,2 0 6 16,-2-1-1-16,-2 2 5 0,2 0 5 16,-1-2-4-16,-1 2-6 0,0 0-2 0,1-2-1 15,-1 1-3-15,-1 0-1 0,2 0-3 16,-4-1 4-16,2 0-4 0,-2 0-4 0,1 2 0 15,-1 1-5-15,-2-1 5 0,-2 5 5 0,3-3 6 16,-2 1 0-16,-1 1 3 0,1 3 3 0,0-3 0 16,0 3-7-16,-3-1-2 0,1 2 1 15,2-1-2-15,-1 1 2 0,0 2-10 0,1-4 1 16,-1 2-3-16,0 1-1 0,1 0-2 16,-1 0 0-16,1 0 6 0,0 1 4 0,2-1 0 15,-2 4-2-15,4-1-1 0,-3 0 6 0,2 0 3 16,1 3 0-16,-2 0 4 0,3 0 1 15,-2 2 2-15,2 2 1 0,-2-2-3 0,2 4-1 16,-3 1-2-16,3 1-1 0,-4 0 1 16,2 4-2-16,-1 0-3 0,-1 2-1 0,-2 1 0 15,3 1 0-15,-5 4-1 0,3-1-1 0,0 2-2 16,0 3 1-16,-2 0 1 0,2 2 2 16,-2 1-2-16,-1 1-1 0,3 2 0 0,-1 1-2 15,0 1-1-15,-1 3 0 0,0-2 2 16,1 3 2-16,0 0 2 0,1 1 1 0,-3 2 2 15,3 0 2-15,0 3-3 0,-1-2-2 0,2 0-1 16,-1 2 0-16,2 0 1 0,-2 1 3 0,0 0 2 16,2 0 4-16,0 2-1 0,-2-1 6 15,0 2-2-15,3 0-5 0,-3-1 0 0,-1 2-1 16,1-1 2-16,0 2-3 0,-1-1-4 16,-1 2 0-16,1 0 2 0,-2 1 2 0,-2 0-3 15,3 0-1-15,-3 2 2 0,2 0 0 0,-3 0-3 16,-1 0-3-16,1 0-3 0,-2 0 1 15,1 2 3-15,-1-2 0 0,-3 2 1 16,0 0 6-16,1-1 3 0,-2 0 2 0,0 2-2 16,0-2 0-16,-1 1-6 0,-1 0-3 0,0 1 0 15,-1-3 1-15,1 0-1 0,-1 2 2 0,1 0 7 16,-2 0-2-16,-2 2-3 0,1-4-3 16,-2 4 1-16,1-1 0 0,-1-1 1 0,-1 4 1 15,1-3 0-15,-2 2-1 0,2-2 2 16,-1 2-1-16,-2-1-2 0,1 1-3 0,-1 0 14 15,0 0 13-15,0 0 5 0,0 0 3 0,0 0 0 16,0 0 3-16,0 0-10 0,0-2-13 16,0 0-4-16,2 3-1 0,-2-3-2 0,1 0-2 15,-1 3-2-15,0-1 5 0,2-2-5 16,0 2-3-16,-1 0-3 0,-1-1 4 0,3-1-4 16,-1 1 3-16,1-1-1 0,-1-1 3 0,1 2-1 15,-1-2 0-15,1-1 1 0,1 1-5 16,-1-4 6-16,1 3 1 0,1-2-2 0,-2 0 2 15,2-1 2-15,-1 2 0 0,2-3-4 16,1 0-1-16,-2 1 3 0,1-2-1 0,0 0-1 16,3 0-4-16,-2-1 5 0,-1 0-1 0,2-2-1 15,0 2 0-15,-2 0 1 0,2-3 2 0,-1 3-1 16,-1-2 1-16,3 2 5 0,-4-3-3 16,3 1 1-16,-1 0 1 0,0 1-1 15,0-1-1-15,-1 0-1 0,1 0-3 0,2-2 0 16,-5 2-2-16,3-1-1 0,-1-1 3 0,1 1 0 15,0 0 7-15,0-2-5 0,-2 2 2 0,-1 1 2 16,1-3-4-16,3 2-1 0,-4 1-1 16,1-2 0-16,-1 1 2 0,0 1-1 15,1 0-1-15,-2 0 0 0,3-2-5 0,-1 0 3 0,0 3-3 16,-2-3 1-16,4-1 1 0,-3-1-3 16,1 3 3-16,1-6 0 0,1 1 0 0,-1 2-2 15,0-4 0-15,2-1 0 0,-2 2 2 16,2-2 0-16,1 0 0 0,0 0-1 0,-1-2 4 15,0 2 3-15,0-1-1 0,1-1 2 16,-1 1 0-16,2-1 1 0,-4 1-3 0,3 0 2 16,-2-1-1-16,1 0 1 0,0 1-2 0,-1-1 1 15,0 2-2-15,1-2-4 0,0 0 2 16,-1 1 4-16,1 1-2 0,-1-2 4 0,1 0-4 16,-1 1 1-16,1-1 2 0,0 1-9 15,-1-1 2-15,2 2 3 0,-3-1 2 0,2 0-3 16,0 0 0-16,3 1 4 0,-3 0-3 0,0 0-4 15,1 0 3-15,1 0 4 0,0 0-7 16,-1-1 3-16,0-1 1 0,3 1 5 0,-2-1-4 16,0 1-4-16,1-1 5 0,2-2-5 0,-4-1-4 15,4 0 1-15,-1 0 0 0,1-2 1 16,1 2 0-16,1-2 2 0,-1 0 2 0,-1 1-1 16,-1-3 1-16,2 0 1 0,1 0 0 15,0 0 1-15,0 0 2 0,0 0 5 0,2 0 1 16,-2 0-1-16,1-3-3 0,1 1 2 0,-1 2-1 15,2-1-1-15,-1 0-5 0,-1-1 2 16,1 2-2-16,1-2 1 0,-1 1 2 0,0 0-3 16,2-1 3-16,-3 2-4 0,5-2 2 0,-3 1-1 15,0 1-1-15,1-1 1 0,0 1-1 16,-2-2 1-16,1 2-2 0,-1-2 1 0,0 2-1 16,1 0 2-16,-1-1 0 0,-1 1 1 0,2-1 4 15,0-1-5-15,-2 2 4 0,1-1-2 16,0-1-2-16,1 1-2 0,-2-1-2 0,2 2-2 15,-2-1 2-15,2-2-1 0,0 0-4 16,-1 1 5-16,0-1-2 0,1 0-1 0,-1 1 2 16,3-3-2-16,-3 2 6 0,2-1 0 0,-3 0 2 15,1 1 1-15,1-1-2 0,-1 2 0 16,-3-3 2-16,3 3-3 0,-1 0 3 0,2-1 2 16,-4 2-4-16,2-1 6 0,-2 0-2 15,2 1-1-15,-4 1 1 0,4-1-4 0,-1 1 1 16,-2 0-4-16,2 0 1 0,0 0 3 15,-2 0-2-15,1 1 3 0,1-1 3 0,0 1 1 16,-2-1-1-16,4 0-2 0,-4 2-1 0,3-2-1 16,-2 2-5-16,1-1 3 0,0-1 1 0,0 1 0 15,0 1 1-15,1 1 0 0,-2-2 0 16,-1 4-1-16,3-3 0 0,-2 1 0 0,2 0 2 16,-2-1-1-16,2 1 0 0,-2-1 0 15,3 2-4-15,-2-3-2 0,0 2 2 0,2 0 0 16,0-2 0-16,0 2-1 0,1 0 2 15,-2-1 2-15,1 1 0 0,0 0-4 0,1 0 0 16,-1 0 1-16,-1-2 1 0,1 2-1 0,-1-2-1 16,0 3 4-16,-2-2 1 0,3 2-3 15,-2-2 4-15,2 2 0 0,-1-3 2 0,0 2 0 16,0 0 2-16,-1-1 3 0,0 2-6 0,-1-2 3 16,-1 0-2-16,0 1-1 0,0-3 0 15,1 4-3-15,-1-2 0 0,-2-1 0 0,2 0-3 16,-4 1 0-16,3 0-2 0,-3 0 6 0,0 0 6 15,1-1-6-15,-1 1 2 0,-1-1 0 16,0 1 1-16,0 1-3 0,1-3-6 0,-1 1 4 16,1 1 1-16,0-1 3 0,-3-1-1 15,0 0-1-15,1 2 1 0,-1-2 2 0,3 1-1 16,-2-1-2-16,1 2 1 0,0-2-1 0,-1 0 1 16,2 0-5-16,-1 1 2 0,0-1-1 15,1 0-4-15,-1 2 3 0,0-1 3 0,3-1 0 16,-3 1 0-16,0 1 1 0,0-2 3 15,1 2-6-15,0-1-1 0,0-1 3 0,1 1 0 16,-2-1-2-16,0 0-3 0,0 2 5 0,1-2 0 16,0 0 0-16,0 0-4 0,0 0 4 15,1 0 0-15,0 0 1 0,0-2-2 0,2 1 0 16,-3 0 1-16,4-1-3 0,-2 0 4 16,2 1-5-16,-3 0 1 0,3-1-3 0,0 1 1 15,-1-1 0-15,0 2 1 0,2-1 1 0,-3 1 0 16,1-2 1-16,1 2 0 0,-2-1 2 0,3 1 0 15,-2-2 0-15,2 1 0 0,-2-1 1 16,1 1 2-16,1 1 0 0,-1-2 0 16,3 1-2-16,-3-1 1 0,2 2 4 0,0-1-2 15,-2 1-3-15,4-2 1 0,-4 2 4 0,4 0-5 16,-2 0 0-16,0 0 1 0,0 0 3 0,1 0-2 16,0 2-1-16,-2-1 3 0,3-1-5 15,0 2-1-15,1-1 1 0,-2 1 1 16,3 1 1-16,0-2-3 0,-1 1 4 0,0-1 1 15,2 1-2-15,-2-1-4 0,1 1 1 0,1-1 2 16,0 1-3-16,0-1 3 0,1 0-5 0,0 3 4 16,1-3 0-16,0 0-5 0,2 1 3 15,-1 0 0-15,2 0 2 0,2 0-7 0,-3 1-4 16,3 0 8-16,2 2-2 0,1-2 1 16,-2 1 5-16,4 0 9 0,-1 0-3 0,3 0 3 15,0 1-1-15,1-1 1 0,3-1-7 0,-2 2 1 16,2-1-2-16,0 2-1 0,2-2-1 15,-1 1-1-15,-1 0 3 0,2 1-3 0,1-2-17 16,-3 1-30-16,0 2-81 0,-2-1-156 16,0 2-260-16,-2-2-282 0,-3 1-262 0,-2 1-189 15,-8-1 161-15,-4 0 500 0</inkml:trace>
  <inkml:trace contextRef="#ctx0" brushRef="#br0" timeOffset="14877.69">10974 14916 27 0,'-3'0'549'16,"1"0"487"-16,-3 2 204 0,-1 3-86 0,1 5-321 16,2 1-295-16,-3 6-147 0,3 2-93 0,0 7-52 15,-1 4-37-15,1 5-39 0,0 2-60 0,0 4-52 16,-2 3-23-16,-1 4-14 0,1 2-5 16,0 0-2-16,1 3-3 0,-1 0-22 0,0-1-65 15,3-2-74-15,-2-2-152 0,4-4-269 16,0-4-309-16,6-3-323 0,0-3-211 0,2-6 49 15,2-3 585-15</inkml:trace>
  <inkml:trace contextRef="#ctx0" brushRef="#br0" timeOffset="16172.91">22878 15504 68 0,'-5'6'494'16,"-2"5"322"-16,-5 2 160 0,-1 5-19 15,0 6-373-15,0 4-283 0,-3 4-136 16,3 5-70-16,-1 2-39 0,3 3-21 0,1 3-28 15,1 0-7-15,3 2 0 0,-1 2 3 0,3-1-41 16,0 3-87-16,0 2-118 0,-2 3-252 0,1 0-246 16,2 0-182-16,-4 1 6 0,1-1 237 15,-3-3 313-15</inkml:trace>
  <inkml:trace contextRef="#ctx0" brushRef="#br1" timeOffset="23438.03">4624 1713 39 0,'-6'6'319'16,"-1"0"231"-16,1-2 273 0,0-1 159 0,1 2-202 16,0-4-143-16,2 0-98 0,0 1-93 15,3 1-116-15,-2-3-116 0,2 0-71 0,0 0-43 16,0 0-22-16,0 0-18 0,0 0-12 0,2 0-11 15,-2 0-17-15,0 2-7 0,2-2-10 0,-1 0-1 16,-1 0 1-16,0 0-2 0,0 0 1 0,2 0-3 16,-1 3 4-16,1-3-2 0,-2 0 1 0,2 1-2 15,-1-1 4-15,4 3 42 0,1 1 40 16,0 0 17-16,4 0 5 0,1 1 1 0,3 1 2 16,1 0-24-16,4 1-26 0,1 0-3 0,1-1 0 15,4 2 2-15,0-2 2 0,5 2-5 16,-1-4-2-16,2 1-4 0,3 0 2 0,0-3 2 15,3 0-1-15,1-2-1 0,1-2-3 0,-1 1-5 16,-1-2-5-16,-1-1-9 0,0-1-6 0,-3-1-5 16,-3 4-5-16,-2-4-4 0,-3 1-3 15,-3 3-2-15,-2-3 0 0,-4 2-3 0,-2 1 0 16,-4 1 0-16,-2-2 2 0,0 2 1 0,-2 1 2 16,-1-2 3-16,-2 2 6 0,-1 0 3 0,-1 0 2 15,1 0-1-15,-1 0-2 0,-1 0-1 16,0 0-7-16,0 0-3 0,-1 0-3 0,-1 0-2 15,2-1-2-15,-3 1-1 0,1 0-2 0,-1 0-2 16,0 0-12-16,-3 0-19 0,3 0-31 0,-2 0-73 16,0 0-102-16,2 0-185 0,0 1-289 15,-1-1-333-15,3 2-382 0,-1-1-201 0,2-1 231 16,2-1 729-16</inkml:trace>
  <inkml:trace contextRef="#ctx0" brushRef="#br1" timeOffset="24156.04">6297 2074 16 0,'3'2'425'0,"0"-1"362"0,-1-1 277 16,-1-1 77-16,-1-2-320 0,0-1-274 0,-1-2-162 15,1-4-90-15,0-4-60 0,0 0-50 16,0-4-35-16,0-7-19 0,1-1-3 0,1-4-6 16,0-5-20-16,-1-3-21 0,2-3-19 0,2-2-16 15,0-3-18-15,3 1-16 0,0 0-5 0,0 1-4 16,1 4 0-16,0 3 2 0,1 1 1 0,-2 4 2 16,3 4-7-16,-3 6 0 0,-2 2-5 0,1 3-3 15,0 6-4-15,-2 1-3 0,2 6 3 0,-1 0 2 16,2 4 7-16,1 5 4 0,2 4 0 0,-1 1 3 15,2 7-1-15,0-2-4 0,0 6-5 16,1 1-3-16,0 3 7 0,-1 0 2 0,3 4 4 16,-3-1 4-16,2 2 3 0,-1 2 4 0,-2-1 0 15,0 0-2-15,-2 1-2 0,1-1-3 0,-2 1 0 16,0-3-4-16,-2-1-2 0,0 1 0 0,-1-5-1 16,0 0-2-16,0-4 0 0,-2 0-2 15,-1-3 2-15,2-3-1 0,-2-1 1 0,-1-2 2 16,-1-3-20-16,-1 0-42 0,-1-4-48 0,-2 1-74 15,-1-4-149-15,-3-1-184 0,1-1-266 0,-2-1-256 16,-2-2-221-16,1-2-14 0,-5-1 425 0,0-1 437 16</inkml:trace>
  <inkml:trace contextRef="#ctx0" brushRef="#br1" timeOffset="24379.63">6283 1833 70 0,'3'5'405'0,"-1"-3"234"0,-1 0 143 0,1 0-27 16,1 0-328-16,3 0-157 0,0-1-76 0,2 1 32 16,2-1 20-16,4 0 9 0,1 1 40 0,3 0-21 15,0-2-17-15,2-2-67 0,4 0-41 16,1 1-22-16,-1 0-49 0,2-2-36 0,0 0-22 16,-2 0-9-16,4 0-2 0,-4 0-2 0,2 0-7 15,-1 0-45-15,-2 0-133 0,1 0-160 16,-5 0-296-16,-2 1-268 0,1 2-256 0,-4-3-56 15,-3 3 371-15,2-2 440 0</inkml:trace>
  <inkml:trace contextRef="#ctx0" brushRef="#br1" timeOffset="24851.61">6876 1576 32 0,'0'1'359'16,"0"4"227"-16,0 2 194 0,0 3 96 0,0 2-268 15,0 1-147-15,3 4-59 0,0 2-25 16,3 3-32-16,-1-1-57 0,0 5-56 0,3 2-67 16,-2 1-49-16,3 4-39 0,-2-3-31 0,1 3-20 15,0 2-13-15,-1-6-8 0,0 2-3 16,-1-5-3-16,1-2 1 0,-1-5 1 0,-3-1-2 16,0-6 9-16,0-2 18 0,-3-2 44 0,2-6 29 15,-4 0 6-15,2-5 6 0,-3-3-5 0,0-6-17 16,0-2-32-16,-3-5-27 0,1-4-5 15,-1-2-10-15,-1-2-5 0,1-6-4 0,-2-3-7 16,0-3-5-16,3-3-4 0,-1-3-1 0,1-2 4 16,1 0 0-16,2 0 5 0,2 2 1 0,2 3 0 15,-1 4 1-15,5 4-4 0,-1 4-2 0,1 0-2 16,1 6-1-16,4 3-3 0,-2 2-1 0,4 2 1 16,-1 4-1-16,3 4-5 0,-1 0 4 0,0 3 2 15,2 4 4-15,0 2 0 0,-2 2-1 0,2 1 5 16,-2 3-2-16,-1 2 1 0,0 0-3 15,-1 1 3-15,-1 3 4 0,-3 2 2 0,0 1 4 0,-2 3 0 16,-1 0 4-16,-3 0 2 0,-2 3 4 16,-3 2 3-16,-1-1-1 0,-2 0 3 0,-5 3-1 15,3-2-1-15,-3-1-4 0,-3 2-6 0,1-4-24 16,-1-1-37-16,-2-1-56 0,0 0-137 0,2-5-175 16,-3 0-302-16,2-1-275 0,3-1-246 15,-1-1-80-15,3-1 414 0,1 0 484 0</inkml:trace>
  <inkml:trace contextRef="#ctx0" brushRef="#br1" timeOffset="25195.66">7276 2010 102 0,'15'1'673'16,"-7"-2"448"-16,-1-2 135 0,-1-5-79 0,0-2-322 15,-1-4-305-15,0-3-173 0,1-3-88 16,-1-4-53-16,3-3-55 0,-4-5-75 0,3-2-42 15,1-5-25-15,-2 1-15 0,5-7-12 0,-3 3-6 16,2-1-1-16,2-1 1 0,-1 4 1 0,-1-1 4 16,-1 5-11-16,1 2-5 0,-2 4-5 0,1 3-4 15,-3 6-2-15,-1 4-7 0,0 2 5 0,-2 5 3 16,1 2 0-16,-1 3 3 0,1 2 9 0,-1 6 11 16,0 0 7-16,1 4 2 0,-1 5 2 15,2 1-2-15,-2 2-9 0,3 5-5 0,0-1-7 16,-1 5-3-16,0 2-1 0,1 2 6 0,1 5 2 15,0 2 2-15,-2 1 7 0,2 3 2 0,-1 0 2 16,0-3-6-16,2 3-1 0,-2-5-15 0,1-2-57 16,-2-4-55-16,-1-2-66 0,2-4-115 15,-4-5-164-15,-2-3-227 0,0-1-243 0,0-4-227 16,-2-3-127-16,-2-3 236 0,1-3 448 0</inkml:trace>
  <inkml:trace contextRef="#ctx0" brushRef="#br1" timeOffset="25395.73">7317 1716 241 0,'0'4'848'15,"-2"-1"363"-15,2 0 2 0,0 0-171 16,0-1-472-16,3-1-297 0,0 0-137 0,2 1-60 16,0 0-29-16,5-2-16 0,2 1-7 0,1-2-3 15,4 1-5-15,-1-2-5 0,5-1-4 0,1 2-5 16,0-3-12-16,3 3-79 0,2 0-149 15,-2 1-263-15,2 0-272 0,0 0-266 0,-1 2-210 16,0 0 141-16,1 1 487 0</inkml:trace>
  <inkml:trace contextRef="#ctx0" brushRef="#br1" timeOffset="26079.64">7821 1302 100 0,'5'1'361'0,"-2"1"183"16,-1 1 184-16,-1 2 2 0,1 3-119 0,1 3-96 0,0 2-37 16,-1 3-26-16,1-2-64 0,0 6-91 15,0 1-90-15,2 1-50 0,-2 3-43 0,1 1-35 16,-1 4-10-16,1 3 0 0,-4 2-5 0,2 2-5 16,-4 1-2-16,2 2 0 0,-3-3-13 0,2 2-15 15,-1-3-12-15,-1-4-6 0,3-2-1 0,-2-6-6 16,1-3 2-16,-1-6 18 0,2-1 26 15,0-6 31-15,-2-2 12 0,2-1 7 0,0-5-3 16,-1-5-19-16,-1-3-21 0,2-6-28 0,0-2-12 16,0-5-13-16,3-3-2 0,-3-5-3 15,4-2-3-15,-1-5-3 0,0-3-3 0,0 0 4 16,3-5-1-16,1 1 1 0,-1-2 4 0,2 2 4 16,1 0 2-16,1 4-4 0,0 3-1 0,2 5 0 15,-2 0-3-15,-1 6-3 0,3 1 0 0,0 3-3 16,-1 3 0-16,1 2 1 0,-2 2-1 0,1 4 0 15,2-1 0-15,-4 2 5 0,4 3 0 0,-4 2-1 16,1-1 5-16,2 4-1 0,-4-1-1 0,2 4 5 16,-2-1-2-16,-1 4 3 0,0 1-1 0,-2 1 3 15,-2 5-1-15,0 1-3 0,-3 1 6 0,-1 4 0 16,-3 4-5-16,-2 1 1 0,1 3 13 0,-4 2 5 16,3 3 1-16,-4-2 3 0,3 3 10 0,-2-1 4 15,1 2-8-15,0-3-5 0,3 0 0 0,-1-1-2 16,2-1-8-16,1-2-6 0,1-2-6 15,2-3 0-15,2-2-4 0,1-1-5 0,1-3 1 16,-1-3 1-16,2 0 1 0,0-1 0 0,1-3 1 16,-1-2-1-16,1 0-26 0,-1-1-56 15,1-3-54-15,-1-2-95 0,0-2-149 0,1-3-203 16,0 1-298-16,2 0-235 0,0-1-192 0,2 0 91 16,2 1 453-16</inkml:trace>
  <inkml:trace contextRef="#ctx0" brushRef="#br1" timeOffset="26431.6">8414 1942 256 0,'2'3'719'0,"-2"-3"381"16,0-3 105-16,-2 0-234 0,-1-4-273 0,1-1-186 16,2-3-103-16,0-3-82 0,-1-3-66 0,1-1-45 15,1-4-54-15,-1-1-53 0,2-7-46 0,1-1-28 16,-1-4-17-16,4-2-8 0,3-3-3 0,-1 2-1 15,-1-3 0-15,4 2 2 0,-2 0 1 0,1 0 0 16,1 3-4-16,-2 2-9 0,1 2-7 16,2 5-5-16,-4 2-3 0,-1 6 0 0,-1 3-3 15,-1 4 5-15,1 2 7 0,-3 4 2 0,2 3 4 16,0 3 11-16,0 4 6 0,-1 6 5 0,2 4 2 16,-4 5-3-16,3 6-1 0,-2 3-9 0,2 5-8 15,-2 3-1-15,0 3-1 0,2 5 3 0,-2 1 0 16,2 4 2-16,-2 2 5 0,0 0 0 0,0 2-3 15,2-6-1-15,-2 0-13 0,-1-5-35 0,3-2-58 16,-4-8-49-16,2-2-90 0,-3-7-145 16,0-4-176-16,-3-5-243 0,3-4-234 0,-3-1-217 15,0-9 38-15,1 0 384 0,-3-7 428 0</inkml:trace>
  <inkml:trace contextRef="#ctx0" brushRef="#br1" timeOffset="26631.72">8398 1703 107 0,'-7'-4'574'16,"0"3"349"-16,2 1 177 0,1 0-44 0,0 1-373 16,1 2-282-16,3-2-146 0,0 3-71 0,3-1-51 15,1 0-41-15,2 0-26 0,4 0-13 16,2-1-6-16,2 2-2 0,4-3-13 0,-1 0-10 0,4 3-12 16,-1-4-3-16,4 1-4 0,0 0-4 15,1 1-1-15,3 0-5 0,2 0-44 0,-1 0-138 16,1 1-205-16,-2-1-281 0,-1 2-270 0,0 1-255 15,-3-3-24-15,-2-1 430 0</inkml:trace>
  <inkml:trace contextRef="#ctx0" brushRef="#br1" timeOffset="27017.64">9072 1171 106 0,'4'0'349'0,"0"2"203"0,-1 1 260 0,0 1 18 16,0 4-91-16,-1 0-108 0,1 4-77 0,-1 1-70 16,-1 4-99-16,1 0-80 0,2 4-52 0,-1 3-38 15,-1 3-30-15,-2 3-33 0,0 2-30 16,0 0-38-16,-2 6-37 0,2 1-20 0,-3 2-9 16,-1 1-5-16,2 1-5 0,-1 2-2 0,2-4 1 15,-1-1-21-15,0-1-51 0,-1-3-49 0,2-6-64 16,-3-3-129-16,3-6-166 0,-3-4-229 0,1-4-247 15,-1-4-224-15,-1-5-93 0,2-5 290 16,-2-3 441-16</inkml:trace>
  <inkml:trace contextRef="#ctx0" brushRef="#br1" timeOffset="27258.4">8874 1206 381 0,'5'-4'912'16,"-2"2"287"-16,2 0-40 0,-2 0-249 0,0 1-385 16,2 0-236-16,1-1-106 0,1 2-51 0,2-1 15 15,4 2 7-15,0-1-7 0,2 3-14 0,4-3-12 16,-1 1-11-16,2 1-39 0,2 0-28 0,-1-1-15 16,3 0-8-16,-1 3-6 0,2-2-1 0,-2 3-3 15,0 1-8-15,4-1-50 0,-3 3-75 0,-2 0-156 16,2 3-290-16,0 2-293 0,-3 0-329 15,-3 4-228-15,1 2 81 0,-6 0 611 0</inkml:trace>
  <inkml:trace contextRef="#ctx0" brushRef="#br1" timeOffset="34095.69">11406 10853 95 0,'-2'0'255'16,"2"-2"117"-16,0 2 20 0,-1 0-69 0,1 0-78 15,-2 0-45-15,2 0-21 0,0 0-8 16,0 0 4-16,0 0 17 0,0 0 20 0,0 0 18 15,0 0 9-15,0 0 3 0,0 0-6 16,0 0-14-16,0 0-20 0,0 2-19 0,0-2-14 16,2 0-15-16,-2 3-15 0,0-3-18 0,0 0-11 15,1 0-15-15,-1 0-11 0,0 0-7 16,0 1-12-16,2-1-10 0,-2 0-15 0,0 1-10 16,0-1-13-16,0 0-9 0,0 0-6 15,1 0-1-15,-1 0-4 0,0 0 6 0,0 0-3 16,2 0-2-16,-2 0 2 0,0 0 0 0,0 0 2 15,3 0-5-15,-3 0 3 0,0 0 1 16,0 0-2-16,0 0 1 0,1 0 1 0,-1 0 1 16,0 0-3-16,0 0-1 0,0 0 1 0,0 0 0 15,0 0-1-15,0 0 2 0,0 0 2 16,2 0 1-16,-2 0 1 0,0 0-2 0,0 0-1 16,0 0-2-16,1 0 1 0,-1 0 1 15,0 0 9-15,0 0 3 0,0 0 5 0,0 0 4 16,0 0-1-16,0 0-3 0,0 0-6 0,0 0-1 15,2 0-5-15,-2 0-2 0,0 0-1 16,0 0 3-16,0 0-5 0,0 0-2 0,0 0 0 16,2 0-1-16,-1 0 1 0,1 0 0 0,-2 1 1 15,3-1 0-15,-1 0 4 0,-1 3-1 16,1-3-1-16,1 0-1 0,-1 0-1 16,-1 0 0-16,1 2 1 0,2-2 0 0,-4 2 0 15,2-2 16-15,-1 0 25 0,1 2 19 0,-2-2 2 16,2 0 1-16,-1 1 1 0,1-1-14 0,-2 1-23 15,0-1-13-15,2 0-6 0,-1 0-1 0,-1 0-3 16,2 2-2-16,-2-2 4 0,1 0-4 0,1 0 2 16,-2 0-7-16,3 0 5 0,-3 2 3 15,0-2-6-15,2 0 5 0,-1 0-4 0,1 0 0 16,-2 0-1-16,2 0-3 0,0 0 6 0,0 1-3 16,-2-1 0-16,2 0 0 0,-1 1 2 15,2-1 4-15,-1 0-7 0,0 2 0 0,1-2-2 16,-2 1 2-16,3 1-1 0,-3-2-2 15,2 1 1-15,-1-1 3 0,0 2 2 0,2-2-2 16,-2 0 1-16,1 1 0 0,-2-1 1 0,4 0-2 16,-2 2-3-16,-1 0 7 0,1-2-3 15,1 1 1-15,-3-1-2 0,1 0 2 0,-1 0 2 16,2 0-4-16,0 0 3 0,-1 0-2 16,-1 0 1-16,1 1 0 0,-2-1 5 0,2 0-3 15,-1 0-7-15,1 0 2 0,-1 0 0 0,-1 0-1 16,2 0-2-16,0 0 6 0,-1 0 0 15,1 2 0-15,0-2 4 0,-1 0-2 0,2 1-4 16,0-1-4-16,-3 0 2 0,3 0 1 0,0 0-2 16,-1 0 0-16,1 2 4 0,-1-2-1 15,-1 0 4-15,1 0 2 0,1 1-2 0,-1-1 0 16,0 2-3-16,-1-2-1 0,2 0-1 16,-1 0 0-16,1 0 0 0,-2 0-1 0,1 1 0 15,-1-1 2-15,1 0 0 0,1 0 4 0,-1 0 0 16,1 0-2-16,-1 1 1 0,-1-1 0 15,1 0-2-15,1 0-3 0,-3 0-1 0,2 2 1 16,-1-2 1-16,1 0 1 0,1 0 0 16,-2 2 3-16,2-2-2 0,-3 0 2 0,4 0-2 15,-1 0 1-15,-1 0-1 0,1 0-4 0,-2 1 3 16,3-1-2-16,-1 0 3 0,0 0 2 16,1 0-1-16,1 0-1 0,-2 0 5 0,2 0-3 15,-2 0-2-15,1 0-3 0,0 0 1 16,0 0 4-16,0 0-5 0,1 0 1 0,-2 0 2 15,0-1 0-15,2 1 1 0,-2 0-4 0,2 0 0 16,-2 0 2-16,2 0-1 0,-1 0 2 0,-2-2-1 16,1 2 2-16,2 0 1 0,-2-2 3 15,1 2-5-15,-1 0-2 0,1-1 1 0,-1 1-2 16,2-1 4-16,-2 1-6 0,0 0 6 16,2-2 0-16,-1 2-1 0,0-1 4 0,1 1-6 15,-1 0 1-15,0 0-4 0,1 0-1 0,-1-2 5 16,1 2-3-16,-2 0 3 0,3 0 0 15,-1-1-1-15,-2 1 1 0,2 0-1 0,0-2 0 16,0 2 5-16,-2 0 3 0,4-1-3 16,-2 1 0-16,-1-1 0 0,0 1-1 0,1 0-7 15,-2-2-4-15,3 2 8 0,-4-2 5 0,1 2-1 16,0 0 2-16,1-1 2 0,-3 1-4 16,2 0-4-16,-1-2-4 0,0 2 0 0,-1-1-1 15,2 1 0-15,-1-2 3 0,1 2 1 16,0 0 1-16,0 0 3 0,-1-1-2 0,1 1-3 15,-1 0 0-15,2 0 2 0,-2-2-2 0,1 2-4 16,1 0 2-16,-1 0 2 0,1 0 1 0,-1-1 0 16,0 1 5-16,1 0 3 0,-1 0 1 15,0 0 2-15,0 0-2 0,-1-1-3 0,1 1-9 16,-1 0 3-16,1 0-4 0,0 0-1 16,0 0 1-16,0 0 1 0,-3 0 3 0,3 0-5 15,-1 0 4-15,0 0 0 0,-1 0-1 0,2 0 3 16,-1 0 1-16,0-2-1 0,-1 2 2 15,2 0 1-15,-3 0 1 0,2 0-2 0,2 0-2 16,-2-2 1-16,-1 2-1 0,1 0-2 16,1 0 1-16,-1 0 0 0,0 0 1 0,-1 0-1 15,1 0 1-15,-1 0 1 0,1 0 2 0,1 0 0 16,-1 0-1-16,-1 0 0 0,1 0 0 16,2 0-1-16,-2-1 0 0,-1 1 1 0,1 0-3 15,0 0 5-15,-1 0-2 0,-1 0 0 16,2 0-3-16,-2 0-2 0,2 0 4 0,-2 0-2 15,1 0-1-15,-1 0-1 0,0 0 1 0,2 0 0 16,-1 0-1-16,-1 0 0 0,0 0 0 0,2 0 2 16,-2 0 0-16,0 0 1 0,0 0-1 15,2 0 3-15,-1 0 1 0,-1 0-2 0,0 0-1 16,0 0 0-16,0 0 3 0,0 0 0 16,0 0-3-16,0 0 3 0,0 0 2 0,0 0-2 15,0 0 3-15,0 0-2 0,0 0 7 0,0 0-5 16,0 0 0-16,0 0 1 0,0 0-1 15,0 0 41-15,0 1 34 0,0-1 30 0,-1 0 17 16,-1 0 9-16,2 0 5 0,0 0-22 16,-2 0-26-16,2 0-21 0,-3-1-16 0,0 1-13 15,1-1-13-15,-1-1-12 0,-2 0-7 16,-1 0-7-16,2 2-1 0,-3-3-1 0,2 2-2 16,-1-1 2-16,-2-1-2 0,0 1 1 0,2 2 0 15,-1-2 0-15,-2 2 0 0,1-5-2 16,0 5 1-16,0-1 0 0,1 0-1 0,-1-1 1 15,0 1 0-15,1 1-1 0,-2-2 1 0,1 2-1 16,0 0 2-16,0-1 0 0,-1 1 2 0,1 0-2 16,0 0 1-16,-1 0-1 0,-1 0 0 15,2 0 0-15,0 0-2 0,-3 0 3 0,3 0-1 16,0 0 0-16,-1 0-1 0,1 0-1 16,0 0 2-16,1 0-2 0,-2 0-1 0,3 0 0 15,-1 0 2-15,1-2 1 0,0 2 3 0,-2 0 2 16,3-2 2-16,0 2 2 0,-1-1 0 15,0 1 0-15,0-1-3 0,1 1-4 0,0-2-2 16,0 2 0-16,0-2-1 0,1 2-1 16,-4-1 0-16,3 0 0 0,0 1 2 0,-1 0-2 15,1-2 0-15,0 2 0 0,-1-1 0 0,2 1 0 16,-1 0 0-16,0-2 1 0,0 2-1 16,0 0 0-16,-1 0 1 0,2 0-1 0,0 0-1 15,-1 0 1-15,1 0-1 0,-1 0 1 0,0 0 0 16,-1 2 0-16,3-2-1 0,-2 0 1 15,0 1 0-15,2-1 0 0,-2 2 0 0,2-2 1 16,-3 0-1-16,3 0 0 0,0 0-1 0,-1 0 1 16,0 0 0-16,0 0-1 0,0 1 1 15,-1-1 0-15,0 0 0 0,2 0 0 0,-2 1-1 16,1-1 0-16,0 0 1 0,1 0-1 16,-2 0 1-16,1 2 0 0,-1-2 2 0,2 2-1 15,1-2-1-15,-1 0 0 0,0 0 0 0,1 0-1 16,-1 0-1-16,1 1 1 0,1-1 1 0,-1 0 1 15,-2 0 0-15,2 0 1 0,2 0-1 16,-3 0 1-16,0 0-1 0,1 0-1 0,-1 0 0 16,0 1-1-16,1-1 1 0,-1 0-2 15,1 0 2-15,1 2-1 0,-1-2 1 0,1 0-1 16,-2 0-1-16,3 0 0 0,-2 0-2 16,2 2-2-16,0-2-1 0,0 0-2 0,2 0-1 15,-2 1-1-15,3-1 3 0,-2 0 0 0,4 2 3 16,0 1 2-16,0-2 3 0,1 0-1 15,3 4 2-15,1-5-1 0,-2 2 0 0,4 3-2 16,-2-4 1-16,3 0 1 0,-1 0-3 0,-1-1 3 16,2 3 1-16,0-3 2 0,0 0 0 15,0 0 0-15,0 0 0 0,0 0 0 0,-2 0-2 16,2 0-1-16,-1 0-1 0,-1 0 1 0,-1 0 2 16,2 0-2-16,-2 0 1 0,1 0-1 15,-2 0 1-15,-1 0-1 0,0 0-1 0,2 2 1 16,-4-2 0-16,2 2 0 0,-1-2 0 0,0 0 0 15,1 2 0-15,-2-2 2 0,1 0-2 16,1 1 2-16,-1-1-1 0,2 1-1 0,-3-1 1 16,0 0-1-16,3 2 0 0,-2-2 0 15,-1 2 1-15,2-2 0 0,-2 0-1 0,1 1-1 16,-1-1 1-16,-1 0 0 0,0 1 1 16,-2-1-2-16,3 0 2 0,-1 2 1 0,0-2-1 15,-1 0-1-15,0 1 0 0,0-1 0 0,-2 2 0 16,4-2-1-16,-1 1 1 0,-2-1 0 15,3 0 0-15,-2 0 0 0,1 0 0 0,-1 0 0 16,1 0-1-16,-1 0 0 0,0 0 1 0,0 0-1 16,0 0 1-16,-1 0 0 0,0 0 1 0,0 0 0 15,2 0 0-15,-4 0 0 0,2 0-1 16,-1 0-1-16,1 0 0 0,1 0-1 0,-3 0 1 16,2 0 0-16,1 0 1 0,-3 0 0 15,2 0 0-15,-1 0 1 0,2 0-1 0,-1 0 1 16,-1 0 1-16,0 0-1 0,-1 0 0 0,-1 0 0 15,2 0-2-15,-2 0 0 0,2 0 0 16,-2 0 0-16,0 0 1 0,0 0 0 0,0 0 0 16,0 0 0-16,0 0-1 0,-2 0-1 15,2 0-11-15,0 0-23 0,-2-1-53 0,1-1-67 16,-3 1-119-16,1-1-188 0,-1 0-300 0,-1 0-316 16,2 0-274-16,-2 0-139 0,2 0 345 15,-2-2 614-15</inkml:trace>
  <inkml:trace contextRef="#ctx0" brushRef="#br1" timeOffset="40346">21763 12168 13 0,'2'0'127'0,"-1"1"14"16,1-1 11-16,0 0 9 0,-2 2 5 16,1-2 4-16,1 0-6 0,-1 1-10 0,-1-1-11 15,0 1-22-15,2-1-23 0,-2 0-18 0,2 0-9 16,-2 0-5-16,0 0-15 0,0 0 2 16,0 0 8-16,0 0 4 0,0 0 14 0,0 0 5 15,0 0 4-15,0 0-11 0,0 0-9 0,0 0-8 16,0 2-26-16,0-2-16 0,0 0-7 15,1 0-9-15,-1 2 0 0,2-2-2 0,0 0 4 16,-1 1-2-16,2-1 0 0,2 2 0 16,-1-2-1-16,0 0-1 0,-1 1 2 0,2 1 75 15,0-1 41-15,-1 1 20 0,2-2 10 16,1 1 6-16,-1 1-3 0,1-1-64 0,-1-1-41 16,1 1-19-16,2-1-12 0,-1 2-5 0,2 0 0 15,-2-2-1-15,2 0 1 0,0 1 0 16,0-1 25-16,2 1 85 0,-3-1 37 0,5 0 18 15,-2 2 5-15,-2-2 0 0,1 0-26 16,-1 2-70-16,2-2-38 0,-2 0-19 0,1 0-15 16,2 0-4-16,-4 0 0 0,-1 0-4 0,3 0 1 15,-1-2-2-15,-2 2 4 0,3 0-4 16,-3-2 3-16,0 2-2 0,-2-1-2 0,3 1 2 16,-2-1 0-16,1 1-3 0,-2 0-1 15,2-2-1-15,0 2 1 0,-2-2-1 0,1 2-2 16,2 0 2-16,-3 0 1 0,0 0 1 0,3 0 0 15,-3 0 2-15,1 0-2 0,2 0 1 16,-5 0-1-16,4 0-1 0,-2 0 0 0,1 0-1 16,-2 0-1-16,1 2 1 0,0-2 0 15,0 0 1-15,1 0-3 0,-1 2 2 0,-1-2 0 16,1 0 1-16,-1 0-2 0,1 0 2 0,1 0 2 16,-1 0-2-16,0 0 1 0,-1 0-1 0,1 0-1 15,1 0-3-15,-3 0 1 0,1 0 4 16,0 0-2-16,3 0 1 0,-5 0-1 0,2 1 1 15,-1-1-2-15,1 0-4 0,0 0 1 16,0 1 1-16,1-1 2 0,-1 0 1 0,0 2-3 16,-1-2 1-16,1 0 3 0,3 0 3 0,-2 0 0 15,-1 2 2-15,1-2 3 0,-1 0 1 16,2 0 5-16,-1 0-2 0,0 0 51 0,0 1 31 16,-1-1 11-16,2 0 0 0,-1 0 0 15,-2 0-3-15,1 1-49 0,-2-1-27 0,2 3-12 16,-2-3-5-16,1 0-2 0,2 1-5 0,-5-1 1 15,2 1-2-15,1-1-2 0,-1 0 0 0,0 1-2 16,0-1 3-16,1 0 0 0,-3 0 0 16,2 3 1-16,2-3 3 0,-4 2 1 0,2-2 1 15,1 0-1-15,-1 0 3 0,2 0-1 16,-2 2-6-16,0-2 3 0,2 0-1 0,1 3-1 16,-1-2 2-16,0 1 2 0,-1-1-1 0,1-1-3 15,0 4 0-15,1-4-1 0,-1 1-1 16,0 0-3-16,-1 1 1 0,1-2 2 0,3 0 1 15,-4 2-3-15,1-2 2 0,-1 1-1 16,0-1 1-16,1 0-1 0,-2 1-1 0,3-1 3 16,-2 2 1-16,0-2 3 0,1 0 0 0,-2 0 1 15,2 0-1-15,2 0-4 0,-1 0-2 0,-2 0-3 16,1 0 3-16,0 0-1 0,0 0-2 16,-2 0 2-16,5 0 3 0,-5 0 0 15,2 0 2-15,-1 0 0 0,0 0-1 0,1 0 1 16,-2 0-2-16,3 0 1 0,-3 0-2 0,0 0-2 15,0 0 2-15,2 0 0 0,-2 0 1 0,2 0 1 16,-2 0-1-16,2 0 3 0,-1 0-1 16,0 0 1-16,1 0-3 0,-2 0-1 15,2 0 0-15,-2 0-1 0,3 0-3 0,-2 2 0 16,1-2 1-16,-1 0 1 0,0 1 1 0,0-1 0 16,0 1 2-16,4 1-1 0,-2-1-1 0,-1-1 1 15,2 2 1-15,-3-1 2 0,1-1 0 16,1 1 0-16,-1-1-1 0,1 2-2 0,-1-2 0 15,0 2-1-15,3-2 1 0,0 0 1 16,-4-2-1-16,3 2 0 0,-2-2 0 0,1 2 2 16,0 0-4-16,-3-1 0 0,2 1 4 0,-2-1 1 15,-1 1-1-15,1 0-2 0,-1 0 1 16,-1 0-1-16,-1 0 0 0,0-2-3 0,2 2 2 16,1 0 2-16,-3 0 2 0,0 0 0 15,0 0-2-15,0 0 4 0,0 0-5 0,0 0-3 16,0 0 2-16,0 0-1 0,0 0 2 0,0 0-1 15,0 0 5-15,0 0 0 0,0 0-4 16,0 0 0-16,0 0 2 0,0-1-1 0,0 1-2 16,0 0 1-16,-3 0 8 0,1-2 7 15,2 2 6-15,0 0 9 0,0 0 21 0,-3-1 10 16,3 1-3-16,-1-1 0 0,-3 1-5 0,1-2-7 16,0 0-3-16,-2 1 6 0,0 0 3 15,-2-1 11-15,2-1 14 0,-2 2 6 0,1-3-5 16,0 3-11-16,-3-2-6 0,0 0-16 0,1 1-12 15,-1-3-9-15,1 4 7 0,-1-1 1 16,1-2 3-16,-5 1 1 0,5 0-3 0,-2 0 0 16,-2 0-13-16,3 0-8 0,-1 0-3 0,-1-1 4 15,1 1 3-15,1-1 0 0,-2 2 3 16,1-1 0-16,2 0 0 0,-2 0-4 0,2 0-2 16,0 0 0-16,0 0-1 0,-2 2 1 15,2-3-1-15,-1 1-2 0,2-1-1 0,-2 2-2 16,1 0-3-16,0-1-1 0,2 1-2 0,-3 1 2 15,2-3-2-15,1 1 0 0,-2 1 0 16,0 1-1-16,0 0 0 0,2-1-1 0,-1 0 1 16,0 1-1-16,0 0-1 0,1 1 2 15,-1 0 2-15,3-2 1 0,-4 2-1 0,2 0 1 16,1 0-2-16,0 0-1 0,0 0 1 0,-2 0-1 16,2 0-1-16,0 0 1 0,0 0 2 0,0 0-2 15,-1 0 1-15,0-1-1 0,1 1 0 16,0-2-2-16,1 2 3 0,-3 0 1 0,2-1 1 15,-1 1 0-15,2-2-1 0,-1 2 2 0,0-1-4 16,0 1 0-16,0 0-1 0,-1-2 1 16,0 2 0-16,1-1 0 0,0 1 2 0,-1-2-2 15,-2 2 0-15,4-2-2 0,-1 2-2 0,-2 0 4 16,1 0 0-16,1 0 1 0,-2-1-1 16,0 1 2-16,1-1-1 0,-1 1-1 0,-2 0 0 15,3 0-1-15,-1 0-2 0,-1 0 3 16,1 0-1-16,-1 0 1 0,1 0-1 0,-1 0 0 15,3 0 1-15,-2 0 0 0,0 1 1 0,3-1-2 16,-1 0 1-16,-2 0 0 0,1 0-1 16,2 0 0-16,-1 1-2 0,-2-1 2 0,2 0 2 15,-2 0-1-15,1 0 1 0,-1 0 1 16,2 0-1-16,0 0 0 0,-4 0-1 0,5 0 2 16,-1 0-2-16,-2 0-1 0,2 0-1 0,1 0 2 15,-4 0-1-15,3 0-1 0,0 0 1 16,1 0 1-16,-1 0 1 0,-3 0 2 0,3 2-2 15,1-2 1-15,-3 0-1 0,2 2-2 16,1-2 1-16,-2 0 0 0,-1 0 0 0,2 0 0 16,1 0 1-16,0 0 0 0,-1 0-2 0,1 0 0 15,-1 0 1-15,1 0 1 0,0 0-2 0,1 0 1 16,-2 0 1-16,2 0-1 0,-2 0-3 16,4 0 2-16,-4 0 1 0,2 0-1 0,2 0 2 15,-3-2-1-15,1 2 2 0,-2 0-1 16,2 0 1-16,-2 0 0 0,-1 0-2 0,3 0 1 15,-2 0-1-15,0 2-1 0,1-2-3 0,-1 1 0 16,0-1 0-16,-1 2 1 0,1-2-1 16,2 1 3-16,-2-1 0 0,0 0 2 0,1 2 0 15,-2-2-1-15,2 1 2 0,1-1 1 16,-2 0-2-16,2 0 2 0,0 0 0 0,-2 0-2 16,2 0-1-16,-1 0-1 0,-1 0 1 0,2 0 0 15,-2-1-1-15,2 1-1 0,-1 0 1 0,1 0 1 16,-2 0 0-16,4-2 0 0,-4 2-2 15,2 0 2-15,2 0 0 0,-1 0-1 16,-1 0 2-16,1 0-1 0,-1 0-1 0,1 0 0 16,-1 0 1-16,1 0-2 0,-2 2 0 0,-1-2 0 15,2 0 2-15,2 0 3 0,-3 0-3 0,1 0 1 16,0 0-1-16,0 0 2 0,1 0-2 16,-1 1 0-16,1-1 0 0,1 0 0 0,-4 0-1 15,2 0 0-15,2 2 1 0,-3-2 0 16,3 1 2-16,-1-1-1 0,0 0 0 0,1 0 1 15,-1 0-2-15,2 2 0 0,-1-2-4 0,1 0 1 16,-2 0-1-16,2 0-1 0,-2 0 3 16,2 0-1-16,0 0 3 0,0 0 0 0,0 0 0 15,0 0-1-15,-1 0 0 0,1 1-1 16,-2-1 1-16,2 0-1 0,0 1 0 0,-1-1 2 16,1 0 0-16,0 2 0 0,-2-2-3 0,2 2 3 15,0-2 0-15,0 0 0 0,0 1-2 0,0-1 2 16,0 0 0-16,0 1-4 0,0-1 0 15,0 2 1-15,0 0 0 0,2-1-1 0,-2 3 0 16,0-3 1-16,1 1 1 0,1 1-1 16,-1-3 2-16,-1 4-1 0,2-4 0 0,0 4 2 15,-1-2-1-15,1 1-3 0,1-1-1 0,0-1-1 16,1 2 1-16,0-1 0 0,2-1 1 16,1 2 5-16,-2-1 1 0,1-1-1 0,0 0 1 15,0 1-1-15,2-1-1 0,-1 1-1 16,-1 0-2-16,2 0 3 0,-2 0 0 0,1-1 0 15,-3 1 1-15,4-1-1 0,-2-1 0 0,1 2 0 16,-1-1 2-16,1 1-4 0,-1-1 3 16,3-1 0-16,-2 2-1 0,1-2-2 0,-2 1 0 15,3-1 1-15,-1 0-2 0,0 0 3 16,0 0 0-16,1 0 0 0,-2 0 0 0,1 0 2 16,0 0-2-16,-1 0 0 0,2 0 0 0,-1 0 3 15,-2 0-3-15,3 0 1 0,-1 0-1 0,-1 0 0 16,1 1 2-16,-1-1-3 0,1 0 1 15,-1 0-1-15,-1 0 0 0,2 0-1 0,-2 2 1 16,0-2-1-16,1 2 2 0,-1-2-2 16,0 0 2-16,2 1-1 0,-1-1-2 0,-2 1 4 15,4-1-1-15,-3 0 0 0,0 0 0 0,3 0 0 16,0 0 0-16,-1 0 0 0,-2 0 0 16,2 0 1-16,0 0-1 0,0 0 0 0,-2 0 0 15,1 2 0-15,-1-2 1 0,2 0-1 16,-4 2 1-16,3-2 3 0,-2 1-1 0,1-1-3 15,2 0-1-15,-4 1 1 0,1-1 2 0,2 3-3 16,-3-3 1-16,1 0 1 0,1 1-1 0,1 0 0 16,-3-1-2-16,1 1 1 0,3 2-1 15,-2-3-1-15,2 2 1 0,-3-2 0 0,2 0 2 16,-3 2-2-16,2-2 2 0,2 0 3 16,-3 0-1-16,2 0-2 0,2 3 0 0,-5-3 2 15,3 1 1-15,-2-1-3 0,1 0 1 0,-1 2 1 16,1-2-1-16,-1 1-1 0,0-1 0 15,-1 2 0-15,0 0 0 0,0-2 2 0,0 1 0 16,0 0-1-16,-1 1-1 0,0-2 0 16,1 2 2-16,-1-2-4 0,0 1 1 0,0 0-1 15,0 1 2-15,1-2 0 0,2 2-1 0,-5-2 1 16,4 0 1-16,-2 1 2 0,2-1-2 0,-2 1 0 16,1-1-1-16,0 0 0 0,2 2 0 15,-3-2 0-15,2 0 2 0,-2 0-1 0,2 0 2 16,0 0-1-16,-2 0 1 0,2 0-3 15,-1 0-1-15,0 0 2 0,1 0-3 0,-1 0-1 16,0 0 1-16,0 0 1 0,2 0-1 0,-3-2 1 16,2 2 1-16,0-1 0 0,2 0 0 15,-3-1 0-15,4 0 1 0,-2 1-2 0,1 0 1 16,-1-3 2-16,1 3 0 0,-1 0-1 16,-2-1-2-16,1 0 1 0,-2 1 0 0,2-1-3 15,-2 2 1-15,2-1 1 0,0-2 1 0,-1 3 0 16,0 0 1-16,0-2 0 0,0 2 0 15,1-5 1-15,-1 5-2 0,2-1 1 0,1 0-2 16,-3 0 1-16,1 1 0 0,0-3-2 0,0 3 1 16,1-1-1-16,-1 1 1 0,-1 0 0 15,1 0-2-15,0 0 1 0,0 0 1 0,1 1 2 16,-1-1-1-16,0 3 0 0,-1-3 2 0,1 1 0 16,0 0-2-16,2-1-2 0,-2 1 1 15,-1 2 2-15,0-1-1 0,1-2-1 0,0 0 2 16,-1 2 1-16,1-2-1 0,-2 0-1 0,1 0 0 15,-1 0-3-15,-2 0 2 0,3 3-1 16,-3-3 1-16,1 0 2 0,-1 0-1 0,3 0 1 16,-4 0 0-16,1 0 0 0,2 0-1 0,-1 0 0 15,-1 0 2-15,-1 0 0 0,2-3 1 16,-1 3-1-16,-1 0 0 0,0 0 0 0,0 0 2 16,0 0 1-16,0 0 1 0,0 0 3 15,0 0 0-15,-1 0 0 0,-1 0 1 0,-1-2-3 16,-1 2 1-16,-1-2-4 0,-2-1-1 0,1 2-1 15,-2-1-3-15,-3-1 1 0,2 1 0 16,-4-2 1-16,-3 2-1 0,3-3 0 0,-4 2 0 16,0-3-2-16,-1 3 0 0,-2-2 0 0,1 1 2 15,-3 1 0-15,0-1 1 0,1 1 0 0,-1 0-1 16,-2 0-2-16,2 2 0 0,0-3 0 16,0 4 1-16,1-1 1 0,0-1 1 0,3 2 0 15,-1 0-1-15,3 0 1 0,-1 0-2 16,4 0 0-16,-1 0 0 0,2 0 2 0,1-1 0 15,1-2-1-15,0 3 0 0,0 0-1 0,-1-4-1 16,3 4 3-16,-1-4-1 0,0 3 2 16,-1-3-1-16,0 2 2 0,2-2-1 0,-2 2-3 15,0 0 1-15,0-1-1 0,0 2 1 16,0-1-2-16,0-1 0 0,1 2 2 0,-1-1-1 16,2 2 1-16,-1-1 0 0,3 1 1 0,-1 0-1 15,-1-2-1-15,4 2 1 0,-4 0-1 16,3 0-1-16,0 0 1 0,1 0 1 0,-3 0 0 15,1 0 0-15,1 0-1 0,1 0 1 16,-1 0-2-16,0 2 0 0,0-2 1 0,0 0 2 16,-2 0 0-16,2 0-1 0,0 0 1 0,0 0-1 15,0 0 1-15,1 0-1 0,-4 0 0 0,3 1-1 16,1-1 1-16,-1 0 0 0,-2 0 0 16,1 0-1-16,2 2 1 0,-1-2 0 0,0 1 0 15,2-1-2-15,-1 0 1 0,1 2-2 16,2-2 3-16,-4 1 0 0,5-1 0 0,-3 0-2 15,2 0 3-15,1 0 0 0,-2 0-3 0,0 2 1 16,1-2 1-16,1 0 0 0,-4 0-2 16,4 1 1-16,-3-1 1 0,2 0 0 0,-1 0-1 15,0 0 2-15,-1 0 0 0,3 0-1 16,-1 1 0-16,-4-1 0 0,2 0 1 0,2 0-2 16,-1 0 0-16,0 0 1 0,1 2 3 0,-3-2-2 15,1 0-1-15,2 0 2 0,-3 0 0 0,3 0-1 16,-2 0-2-16,1 0 0 0,-2 0 1 15,2 0-1-15,0 2 1 0,-1-2 1 16,2 0-1-16,-1 1 2 0,0-1-2 0,2 0 0 16,0 1-1-16,-1-1-3 0,-1 0 0 0,2 0 0 15,0 0-4-15,2 0-1 0,-1 0 0 0,3 2 2 16,-1 0 1-16,2 0-1 0,5 1 1 16,0-1 4-16,1 2-1 0,6-2 1 0,1 0-2 15,-2 2 4-15,2-1-3 0,2-1 2 16,0 1 1-16,2-2 0 0,1 1-2 0,0 0 2 15,-1-1 1-15,3 2-4 0,-2-1 2 0,1-1 3 16,-1 0-1-16,-1 1-1 0,1-1 0 16,-1 1 1-16,0 0 1 0,-2 0-2 0,-1 0 1 15,0-1-2-15,-3 1 4 0,3-1-1 16,-3 2 0-16,0 0-1 0,-2-1 2 0,2 0 2 16,-4 0-4-16,2 1 1 0,-2-2-3 0,2 3-2 15,-5-3-1-15,4 3 1 0,-1-2 1 0,-2-1-1 16,3 4 0-16,-1-5 5 0,-2 2 0 15,2 1-1-15,-2 0-1 0,0-2 1 0,0 3 0 16,-2-3-1-16,0 0 0 0,2 1-2 16,-2 0 2-16,0-1 0 0,-2-1 1 0,-1 1 0 15,1 1-2-15,0-2 1 0,-1 0 1 0,0 0 0 16,0 0 1-16,0 0-3 0,-1 0 2 0,2 0 0 16,-3-2-1-16,1 2-1 0,0-1 1 15,0 1 0-15,-1 0-2 0,0 0 4 16,0 0-2-16,2 0 0 0,-1-1-1 0,0 1 3 15,-1 0 1-15,0 0-3 0,0 0 2 0,1-2-1 16,-3 2 1-16,2 0-2 0,-1 0-1 0,1-2 3 16,-2 2-3-16,-1 0 1 0,3 0 1 15,-3 0-2-15,2 0 2 0,0 0-1 0,-1 0 0 16,1 0 1-16,1-1-2 0,-1 1 2 16,1 0-1-16,0 0-2 0,2 0-1 0,-1 0 1 15,1-1 3-15,2 1-2 0,-4 0 1 0,2 0 1 16,-1-2 0-16,1 0 0 0,1 2-2 15,-1-1 3-15,0-1-2 0,0 1 0 0,0-2 2 16,-1 3-2-16,2-2 2 0,1 0-2 0,-3-1 1 16,1 2-2-16,0 0 0 0,3 0 2 15,-4-3-1-15,1 4 2 0,2-1-1 0,-2-1 2 16,-1 0-3-16,4 2 0 0,-3-1 0 0,0 0 0 16,-1 1 0-16,1-2-1 0,3 0 2 15,-5 2-1-15,2-1 1 0,0 0-1 0,-4-1 0 16,4 2 0-16,-2 0 0 0,0-1 1 15,-1 1-3-15,2-2-2 0,0 2 4 0,-3-1-2 16,2 1 2-16,-1 0-1 0,1 0 1 0,-1 0 0 16,1 1 0-16,0-1 1 0,0 2-1 15,1-1 2-15,-3 1-2 0,4-1 1 0,-4-1-1 16,2 1 2-16,1-1-3 0,-3 0 1 0,-1 2 2 16,2-2 3-16,-1 0-1 0,-1 0 2 15,0 0 3-15,0 0 1 0,0 0 1 0,0 0-3 16,0 0-1-16,0 0-1 0,0-2-2 0,0 2-2 15,0 0 0-15,-1-1-1 0,1 1 1 16,0 0-2-16,0 0-1 0,-2 0 0 0,2-1 0 16,0 1 0-16,0 0 1 0,0 0-1 15,0 0 1-15,-1 0-10 0,-1 0-51 0,-1-2-70 16,-2 2-119-16,-3 0-206 0,0 0-299 0,0 2-337 16,-2-1-281-16,-2 0-105 0,1 3 395 15,-3-3 626-15</inkml:trace>
  <inkml:trace contextRef="#ctx0" brushRef="#br2" timeOffset="46053.39">4349 3302 119 0,'0'-1'283'0,"0"0"124"0,2-1 43 0,-2 2-103 16,0-2-77-16,0 2-28 0,1 0 10 16,-1 0 38-16,0 2 62 0,0-2 69 0,0 2 31 15,0-2-7-15,2 0-40 0,-2 0-63 0,0 0-72 16,2-2-72-16,-1 2-53 0,-1 0-41 15,3 0-32-15,-3 0-17 0,2 0-12 0,-1 2-17 16,-1-2-13-16,3 0-9 0,-1 1-1 16,1-1 1-16,2 1 79 0,0-1 40 0,1 2 21 15,2 0 2-15,0-1 0 0,0 1-10 0,4-1-65 16,-2-1-26-16,3 2-8 0,2-2-4 16,0 0-4-16,2-2 0 0,3 2-1 0,0-1 1 15,3-1-7-15,1-1-3 0,1 0 2 0,-1 0 0 16,1 0 1-16,2 0-6 0,0 0-3 15,-2 0 0-15,2 1-4 0,-3-2-2 0,1 1-2 16,-1 0 0-16,1 0 0 0,-4 1 0 0,-1 0-1 16,-1-1-1-16,-1 2 1 0,-3-1-2 15,-2 0-2-15,0 0 0 0,-4 2 2 0,-1 0 0 16,-3 0-1-16,0 0 2 0,-1 0 0 16,-1 0 1-16,-1 0-1 0,0 0 1 0,-1 0-2 15,-1 0 2-15,0 0-2 0,0 0 1 0,-1 0-1 16,-1 0 0-16,0 0 1 0,1 0-1 15,-2 2-2-15,-2 0-4 0,-1 1-20 0,-1 0-62 16,1-1-66-16,-5 0-139 0,3 3-206 16,0-1-308-16,3 1-335 0,-1-1-253 0,2 1-96 15,0-3 484-15,4 2 581 0</inkml:trace>
  <inkml:trace contextRef="#ctx0" brushRef="#br2" timeOffset="48105.57">6017 2961 145 0,'5'-2'344'0,"-2"2"153"0,0 0 120 15,0-2-181-15,-1 2-150 0,1 0-96 0,-1 0-56 16,-1 0-44-16,3 0-39 0,-1 2-32 0,4 0-12 15,-2 1 42-15,2 0 27 0,1 0 39 16,0 3 31-16,2 0 104 0,-2 1 46 0,2 2-27 16,2 0-19-16,-2 3-33 0,0 1 33 0,-1-1-41 15,2 1-27-15,-3 1-15 0,1 2-9 0,-2 0 0 16,-2 1-35-16,-1 1-13 0,1 0-6 0,-3 2-8 16,-1 0 1-16,-1 0 6 15,-1-1 11-15,-1 3-6 0,-3-3-8 0,2 0-1 16,-2-1-3-16,0 1-5 0,-2-3-22 0,2-1-16 15,-1-2-6-15,-1 0 3 0,-1-1-5 0,1-2-8 16,-1-3-5-16,1 2 1 0,-2-2 0 16,-1-3-5-16,1 0-5 0,1-3-10 0,-3 1-4 15,1-2-8-15,1-3-6 0,-2-1-4 16,1 0-1-16,-1-3 5 0,-1-2 1 0,2 0 0 16,-1-4 1-16,0 2 2 0,1-3-3 0,1 2 2 15,1-3 0-15,-1-1 6 0,2 2 4 16,-1 0 1-16,1-1 3 0,2 1-2 0,0 0-3 15,2 1-4-15,1-2-5 0,1 0-2 16,-1 2-1-16,4-2-1 0,-1 0 1 0,1 1-1 16,3-1 1-16,-2-1 1 0,2 1 2 0,1 0 0 15,-2 0 3-15,3 0 1 0,-2 0-1 0,1 2 1 16,0 1 0-16,-1-2 1 0,1 2-3 0,-1 1-7 16,0 2-4-16,1-1-2 0,0 1-4 15,1 1-1-15,-1 1-2 0,1-1 8 0,-1 1 5 16,1 1 2-16,2 1 1 0,-1 1 0 0,0-1 2 15,1 1 1-15,0 1-4 0,1 1 2 0,-1-1 9 16,1 2 4-16,1 1 1 0,1 0 0 16,1 0 1-16,0 1 1 0,-1-1-8 0,1 3-3 15,1-1-2-15,-1 1 0 0,3 0-2 0,-2 0 0 16,0 1-1-16,1-1-1 0,0 0 0 0,0 1 2 16,0 0 0-16,1-2 0 0,0 2 1 0,-2-3 2 15,2 0 1-15,0-1 7 0,1 0 5 16,-1-1 4-16,0 0 3 0,-2-4 1 0,3 2 1 15,-4-3-2-15,3 0-3 0,-3 0-2 0,2-1-9 16,-4-2-4-16,2-2-3 0,0 3-6 0,-2-4 0 16,-3 4-3-16,1-3 7 0,-1 1 1 15,-1 1 2-15,-1 0 0 0,-2 1 6 0,1 1 2 16,-3 1-8-16,-2-1-41 0,0 5-75 0,-2-3-123 16,-1 2-214-16,1 0-305 0,1 0-349 15,-2 3-339-15,1-2-132 0,-2 4 433 0,0 0 672 16</inkml:trace>
  <inkml:trace contextRef="#ctx0" brushRef="#br2" timeOffset="49299.96">7296 3227 122 0,'-1'0'380'0,"-1"0"212"16,2 0 214-16,0 0-55 0,0-1-161 0,0 0-104 15,2-4-62-15,-1-1-49 0,2 1-66 16,2-5-69-16,-1 0-57 0,0-3-34 0,2 0-29 16,1-4-33-16,-1 3-29 0,2-3-22 15,1 0-8-15,-1 1-9 0,-1 3-7 0,-1-1-3 16,3 3 1-16,-4 1-2 0,-2 3-5 0,1 1-1 16,-1 1 1-16,-2 1-4 0,1 2 0 0,1-1-1 15,-3 3-1-15,2 1 0 0,1 4-1 0,1 1-1 16,1 3 5-16,-2 2 1 0,2 4 11 15,0 2 8-15,0 3 5 0,1 3 4 0,0-1-2 16,-1 4-2-16,1 0-7 0,1-3-8 16,-1 1-5-16,0-2-4 0,2-2-3 0,-3-5 4 15,2 0 1-15,0-3-1 0,-1-4-4 0,-1-1 2 16,3-3 6-16,-1-4-3 0,2-4-2 16,1-3 2-16,-1-4 4 0,3-4 2 0,0-1-8 15,-3-2 0-15,4-3 2 0,-4 4 2 16,1-1-5-16,-1 1 12 0,-1 1 11 0,0 1 6 15,-3 2 2-15,1 2-3 0,-3 2 18 0,0 3-1 16,-1 1 1-16,1 0-5 0,-3 2 1 0,2 1-1 16,-2 0-17-16,1 2-11 0,1 0-9 15,0 0-4-15,-1 2-2 0,1 3 1 0,1 1-2 16,-1 1 4-16,2 1 3 0,-2 2 1 16,1 1 2-16,0-1 1 0,-1 2-2 0,1 2 1 15,-2-2-1-15,3-2-3 0,-3 2-4 0,3-1-2 16,-1-2 6-16,0 2-5 0,1-3 2 15,-1 0 1-15,1-1-25 0,-1-1-37 0,2 0-65 16,-2-2-122-16,0 0-165 0,2-2-304 16,1 2-271-16,-1-3-233 0,1 2-56 0,2-3 362 15,1 0 471-15</inkml:trace>
  <inkml:trace contextRef="#ctx0" brushRef="#br2" timeOffset="49655.6">8014 3087 351 0,'-3'-6'801'16,"0"1"343"-16,-2 2 49 0,-1 1-248 16,-2 1-256-16,2 2-198 0,-2 1-135 0,-1 2-94 15,0 1-62-15,0 1-67 0,1 4-62 0,-3 1-33 16,3 1-18-16,-2 3-11 0,2 3-5 16,1-1 1-16,0 4-2 0,1-2-6 0,4 1-1 15,-1-5-4-15,3 0 2 0,3-3-2 0,-1-3 0 16,3-2 3-16,1-4 2 0,3-1 3 0,-1-5-1 15,2-3-1-15,2-3 2 0,1-3-4 16,0-4-3-16,1 0-1 0,-1-2-4 0,1 2-2 16,-1 0-2-16,-1 0 5 0,-2 2 4 15,-1 4 0-15,-1 0 1 0,-2 2 1 0,-1 3-3 16,-2 0-2-16,0 4 3 0,1-1-4 0,-3 4 2 16,-1 2 5-16,0 0 1 0,0 5 9 15,-1 2-3-15,-1 0-7 0,0 6-23 0,1-4-36 16,-1 4-28-16,2 0-35 0,-1 1-74 0,1-1-101 15,-2-1-122-15,2-3-181 0,0 1-260 16,2-1-232-16,-1-4-55 0,2-2 235 0,2-2 395 16</inkml:trace>
  <inkml:trace contextRef="#ctx0" brushRef="#br2" timeOffset="50075.68">8202 3052 114 0,'4'-10'402'0,"0"2"240"0,-2 1 188 0,-1 1-130 15,1 4-206-15,-1 2-159 0,1 0-109 0,1 2-35 16,0 5-3-16,1 3 22 0,0 1 6 16,1 6 5-16,1-1 6 0,-3 5-20 0,2 2-47 15,-2 2-48-15,1 3-23 0,-3 3-15 0,1 0-21 16,0 2-23-16,-1 2-11 0,-1-2-3 0,-1-2-9 16,-1-2-3-16,0-4-6 0,1-2 5 15,-3-4 12-15,1-4 38 0,0-3 29 16,1-1 17-16,-1-5 2 0,0-3-8 0,-1-5-14 15,0-2-34-15,1-5-26 0,3-4-17 0,-1-6-4 16,2-4-1-16,-1-3-1 0,2-3 3 16,1-3-3-16,0-6-1 0,2 2-1 0,-1-3-1 15,3 2 2-15,-1-1-2 0,-1 5 7 0,4 2-1 16,-4 0 0-16,1 4 1 0,1 5-5 0,-1 2-3 16,2 4-6-16,-5 2 1 0,2 2-3 15,-2 4 4-15,2 2-1 0,-2 1 2 0,2 3 5 16,-1-1-1-16,1 3 4 0,0 3-1 0,0-1 4 15,-2 4 6-15,2 1 1 0,-2 3 0 0,1 1-1 16,-2 4 2-16,1 0-4 0,-3 3 0 16,0 0-25-16,-2 3-30 0,1 0-72 0,-1 0-136 15,-2-3-163-15,2 1-297 0,-1-2-270 0,3-2-227 16,0-1 9-16,0-5 383 0,2-3 429 16</inkml:trace>
  <inkml:trace contextRef="#ctx0" brushRef="#br2" timeOffset="50373.57">8512 2951 22 0,'8'-3'266'0,"-3"3"180"15,0 4 224-15,-1 1 107 0,0 2-93 0,-1 2-87 16,0 3-57-16,0-1-71 0,0 3-87 0,-2 2-110 16,3-2-82-16,-1 3-63 0,-3-3-40 0,3 4-22 15,-1 0-26-15,-1-2-11 0,3 0-11 16,-3-1-6-16,2 0-7 0,-1-5-6 0,2 1 4 15,-2-3-5-15,1-2-3 0,-1-3 3 0,1-1 2 16,0-4-3-16,0-3 0 0,1-1 0 16,-1-1 1-16,3-4-1 0,-1-3-5 0,-1 0-4 15,1-1-6-15,0-3-13 0,0-1-22 0,0 2-40 16,1-1-52-16,-3 0-62 0,0 1-74 0,2 1-78 16,-2 0-62-16,2 3-44 0,-2 1-23 15,0 2-8-15,0 3 0 0,0 4 11 0,0 0 31 16,-1 6 59-16,-2-2 73 0,3 4 96 0,-3-1 85 15</inkml:trace>
  <inkml:trace contextRef="#ctx0" brushRef="#br2" timeOffset="50503.73">8684 3002 12 0,'0'11'123'0,"2"-1"84"16,0-1 95-16,-1 1 63 0,1-3 32 0,0 1 9 15,-1-2-6-15,-1 0 4 0,0 0-17 16,0-2-28-16,0-1-40 0,0 2-51 0,0-3-68 16,0 3-70-16,0-5-54 0,0 2-37 0,0 0-65 15,2-2-89-15,-1 3-121 0,1-1-247 16,2 2-238-16,-1 0-169 0,2 2 15 0,0-2 218 15,0 4 293-15</inkml:trace>
  <inkml:trace contextRef="#ctx0" brushRef="#br2" timeOffset="53363.57">12106 10859 55 0,'0'0'228'16,"2"-1"116"-16,-2 1 45 0,1 0-41 0,-1-1-65 15,0 1-56-15,4-1-36 0,-4 1-22 16,0 0-19-16,1 0-10 0,-1 0-10 0,0 0-1 16,2 0-4-16,-1 0-12 0,-1 0-6 0,0 0-15 15,3 0-15-15,-3 0-17 0,0 0-8 16,0 0-4-16,0 0-5 0,2 0-1 0,-2 0 2 16,1 0-2-16,-1 0-6 0,0 0-8 15,2 0-8-15,-2 0-7 0,1 0-6 0,-1 0-6 0,0 0-1 16,2 0-1-16,0 0 1 0,-1 0 0 15,2 0 0-15,1 0 23 0,-1 0 21 16,0 0 10-16,3 0 8 0,-3 0 0 0,2 0 0 16,0 0-19-16,0 0-20 0,0 0-11 15,1 0-4-15,1 0-5 0,-2 1-1 0,0-1-2 16,0 0 0-16,1 1 0 0,0-1 0 0,-1 0 1 16,0 0 1-16,-2 0-1 0,2 0-1 15,0 0 2-15,-2 0-2 0,3 0 0 0,-3 0 0 16,0 0-2-16,2 0 2 0,-2 0 0 0,2 0 0 15,-2 0-3-15,1 1-2 0,0-1 2 16,-1 0-1-16,0 0-1 0,-1 0 5 0,0 3 0 16,-1-3 0-16,2 0 2 0,-3 0-1 0,2 0 2 15,0 0 0-15,-2 0-1 0,1 0-1 16,-1 0 1-16,0 0 0 0,2 0-2 0,-2 0 0 16,2 0 0-16,-2 0 0 0,0 0 3 15,0 0 0-15,0 0 1 0,0 0 1 0,0 0-1 16,1 0 29-16,-1 0 58 0,0 0 60 0,0 0 44 15,0 0 25-15,0 0 11 0,-1 0-15 16,1 0-30-16,-2 0-8 0,0 0 12 0,1 0-3 16,-1 0-15-16,0 0-16 0,-1-3-22 0,-2 3-39 15,1 0-43-15,-2-1-27 0,-1 0-10 16,2 0-4-16,-3 1-4 0,2-3-2 0,-3 1-1 16,1 2 1-16,0-2-1 0,1 2-2 0,-2-5 0 15,1 4-1-15,0 0 0 0,3 1-1 16,-2-2 15-16,2 1 10 0,0-1 5 0,0 2 2 15,2-1 3-15,0 1-1 0,1-2-15 16,-1 2-7-16,0 0-8 0,3 0-4 0,-1 0-5 16,1 0-2-16,-2 0-4 0,2 0-6 0,0 0 0 15,2 0-1-15,-2 2-1 0,1-1 4 16,2-1 1-16,0 3 2 0,0-1 5 0,1-1 0 16,0 0 5-16,1 4-3 0,0-5 0 15,0 2 2-15,4-2-1 0,-1 2 1 0,0 1-1 16,1-2 3-16,1-1-1 0,1 0 1 0,0 0 1 15,-1 0 0-15,1 0 1 0,1 0 4 16,-1-1 0-16,1 1-1 0,0 0-1 0,-2-3 2 16,2 3 3-16,-4-2-4 0,0 2 1 0,0 0-1 15,0 0 1-15,-4 0-3 0,1-2-2 16,-1 2 3-16,-3 0 0 0,2 0 4 0,-1 0 17 16,0 0 18-16,-2 0 14 0,0 0 13 0,0 0 6 15,-2 0 2-15,0 0-17 0,-1-3-13 16,2 1-13-16,-6 2-15 0,2-1-8 0,-1 0-4 15,-2 1-4-15,0-2 0 0,0 1-1 0,-1-1-2 16,-1 2 1-16,-1 0-1 0,2-1 1 16,-1 1-1-16,1-2 2 0,-2 2 0 0,3 0-1 15,0 0-2-15,2 0 0 0,-2 0-2 0,3 0 0 16,0 0 0-16,1 0 0 0,0 2 1 16,1-2 0-16,0 1 1 0,1-1-1 15,-2 0 0-15,4 0 0 0,-2 0 0 0,2 2-4 16,0-2 0-16,0 1-2 0,0-1-1 0,0 2 0 15,2-1-1-15,2 2 3 0,-2 0 0 0,1-1 2 16,0 3 2-16,2-3 1 0,0 2-1 16,1-2 2-16,2 2 0 0,-2-3 1 0,1 2-2 15,-1-1 3-15,1-1 2 0,0 0-1 16,0 1 0-16,-1-2 0 0,-1 0 1 0,-2 0 0 16,3 0-1-16,-3 0 3 0,0-2 3 0,-1 2 0 15,-2-1 2-15,0 0 1 0,0-1 0 16,0-1-1-16,-2 2 4 0,-1-3-1 0,0 2 0 15,-1-2 0-15,1 2 0 0,-4-3-2 0,2 3-4 16,-3-1-3-16,1 0-1 0,0 2 0 16,-1-2-3-16,2 1 1 0,-1-1-1 0,-2 3 0 15,4-2-1-15,1 2-4 0,-1 0 1 0,1 2-4 16,1 0 1-16,-1-1-10 0,2 4-29 16,2-3-68-16,0 3-76 0,0-3-140 0,2 4-222 15,2-4-314-15,3 1-319 0,-1 1-215 16,2-2-14-16,3-1 503 0</inkml:trace>
  <inkml:trace contextRef="#ctx0" brushRef="#br2" timeOffset="55813.64">23164 12160 79 0,'0'0'217'15,"0"0"72"-15,2 0 7 0,-2 0-27 16,2 0-41-16,-2 0-38 0,0 2-27 0,1-2-2 16,-1 0 2-16,0 2 19 0,2-2 25 0,-2 0 32 15,0 1 22-15,0-1 13 0,0 0 1 16,0 1-23-16,1-1-36 0,-1 0-43 0,0 0-47 16,2 0-45-16,1 0-39 0,-3 2-25 15,0-2-14-15,1 1-12 0,2 1-1 0,1 0-1 16,-1 2 0-16,2-1 1 0,0-2 3 0,1 4 6 15,1-2 30-15,2-1 15 0,0 2 10 16,3-2 36-16,1 0 48 0,1 1 27 0,-1-2-18 16,3 2-14-16,0-3-7 0,1 0-29 0,1 0-42 15,-3 0-24-15,1 0-10 0,1-3-7 16,-2 2 1-16,-3 0-5 0,1 1 0 0,-5-2-3 16,1 2-3-16,-2 0 4 0,-2-2 9 0,-1 2 13 15,-2 0 20-15,0 0 37 0,-1 0 60 16,-1 0 60-16,0 0 26 0,0 0-6 0,-3 0-20 15,-2-1-36-15,0 1-49 0,-3-1-51 16,-1 1-33-16,0 0-18 0,-1-2-11 0,-2 2-3 16,0-2-3-16,-2 2 1 0,3-1-5 0,-2 1 1 15,-1-1 3-15,0-1-3 0,0 1 2 0,1-1 0 16,-3-1 1-16,5 2-1 0,-2-1-1 16,1 1 2-16,2-1-4 0,0 0 1 0,2 0 1 15,0 2-2-15,3-2 1 0,0 2-4 16,2-1 0-16,-2 1-1 0,4-2-1 0,-1 2-2 15,1 0-4-15,1 0 0 0,-2 0 0 0,4 2 0 16,-2-1 0-16,3 1 4 0,3-1 1 16,-2 2 4-16,3 2 3 0,1-2-1 0,2 1-1 15,0-1-1-15,3 0 2 0,1 1 1 16,1-2 1-16,0 1 0 0,-2 1 2 0,3-2-1 16,-4-1 0-16,0 2-1 0,-2-1-1 0,0-2 0 15,-3 2 3-15,-1-2 0 0,-2 0 2 0,-1 0 1 16,1 0 0-16,-3 0 2 0,1 0 3 15,0 0 11-15,-2 0 2 0,0 0 7 0,0 0 5 16,0 0-2-16,0-2-3 0,0 2-9 16,-2 0-7-16,0-5-4 0,-3 4-7 0,2 0-2 15,-3-3 0-15,2 2 0 0,-4-2-1 0,-2 0-1 16,-1 1-1-16,0 0 2 0,0-1-1 16,-3 1-1-16,-1 0 1 0,1-1 0 0,1 3 0 15,1 0 0-15,1-1-1 0,1 1 0 0,1 1-1 16,3-2 1-16,-1 2-2 0,4 0-1 15,0 0-1-15,-1 0-2 0,4 0-2 0,-1 0-1 16,1 2 1-16,1-1 1 0,3 2 1 0,-1 2 1 16,2-1 2-16,1 2 1 0,5-2 1 0,-1 2 1 15,1 3-1-15,1-6 3 0,3 4-1 16,0-1 3-16,3 0-1 0,1-1 0 0,-3-1 1 16,3-1-2-16,-1 0 1 0,0 0-1 15,-1-3 0-15,-1 1 2 0,-2-1-2 0,1 0 2 16,-6-1 1-16,4-1 0 0,-4 1 2 0,-1-1 0 15,1 0-1-15,-1-2 0 0,-3 2 0 16,0-2-1-16,0 2 4 0,-1-2 11 0,-2 1 7 16,-2-1 4-16,-2 4 1 0,1-4-1 0,-7 0-4 15,2-1-11-15,-2 1-6 0,-6 0-4 16,-1-1-3-16,0 1 0 0,-1-2-2 0,-2 3-1 16,1-2 0-16,0 2 1 0,0 0-1 15,4 1 1-15,0 0 0 0,0 2 0 0,5-2-1 16,0 2 0-16,2 0-2 0,1 0-1 0,-1 0 0 15,5 2 0-15,-3 0-1 0,1-1 1 16,1 0 0-16,2 2 0 0,0 1 0 0,0 1 0 16,4 0 0-16,1 2 1 0,-1-2 0 15,2 2 1-15,2-1 1 0,0 2 1 0,5-2 0 16,-2 1-1-16,2 1 1 0,1-2 0 0,0-1 1 16,3 0 0-16,-1-2 0 0,2 2 1 15,-2-4 0-15,2 2 0 0,0-3 0 0,-6 0 1 16,3 0-1-16,-3-1 0 0,-4-1 2 0,0 2 0 15,0-1 0-15,-3-1 0 0,-4 1 3 16,-1-1-2-16,0-1-5 0,-1 0-16 0,-6 0-49 16,-2 0-77-16,-1-1-144 0,-1 1-247 0,-3 0-308 15,1 0-364-15,-2 0-331 0,0 3-54 16,-2-1 590-16</inkml:trace>
  <inkml:trace contextRef="#ctx0" brushRef="#br3" timeOffset="60859.68">4348 4731 148 0,'-2'-2'356'0,"2"1"172"0,0 1 140 15,0 0-115-15,0 0-83 0,0 0-31 16,0 1-13-16,0-1-8 0,2 0-20 0,-2 0-47 15,0 0-53-15,0 0-47 0,0-1-40 16,1 1-11-16,-1 0 10 0,0 0 7 0,2 1-2 16,-2-1-10-16,0 2-16 0,0-2-31 0,0 0-43 15,0 0-33-15,0 0-22 0,0 0-17 0,0 0-10 16,1 0-12-16,1 1-6 0,-2-1-6 16,0 0-3-16,2 0 0 0,-2 0-5 15,1 0 1-15,-1 0-4 0,0 0 2 0,3 0-2 16,-3 0 1-16,2 0 1 0,-1 0 1 0,2 0 1 15,2 0 0-15,2 0 0 0,1 0 6 0,2 2 7 16,3-2 6-16,3 1 8 0,0-1 5 16,4 0 5-16,1 1-2 0,1-1 3 0,3 0 2 15,2 0-2-15,0-1 0 0,0 1-2 16,1-1-5-16,1-1-6 0,-2 1-8 0,0-1-5 16,1 1-4-16,1-2-2 0,-4 1-3 0,2 1 0 15,-2-3 1-15,-4 3-1 0,1-2 0 0,-2 2-1 16,-4-2 2-16,1 0-2 0,-2 1 0 15,-3 1 0-15,-2 0-1 0,0-1-1 0,-1 0 1 16,-5 1-1-16,1 0 0 0,0 1 0 16,-2-2-1-16,-1 2-1 0,0 0 0 0,-2 0-2 15,0 0 0-15,0 0-1 0,0 0-3 0,-2 0-8 16,0 0-19-16,1 2-32 0,-1-2-78 16,-1 1-118-16,-2 0-222 0,2 1-298 0,-3 0-352 15,1 0-385-15,0 2-146 0,2-3 432 16,0 0 754-16</inkml:trace>
  <inkml:trace contextRef="#ctx0" brushRef="#br3" timeOffset="63043.67">5658 4497 115 0,'-9'1'328'15,"1"1"178"-15,2 1 208 0,-1-2-56 16,2 1-59-16,-1-1-42 0,3-1-42 0,0 2-64 16,1-2-96-16,2 1-104 0,-1-1-85 0,-1 0-62 15,2 0-43-15,0 0-23 0,0 0-17 16,0-1-3-16,0 1-3 0,0 0 2 0,0 0 5 16,0 0 2-16,0 0 6 0,0 0-1 15,-1 0 6-15,-1 0 2 0,2 0 8 0,0 0 6 16,0 0 15-16,0 0 17 0,0 0 21 0,0 0 21 15,0 0 12-15,0 0 4 0,2 0-13 16,-1 0-20-16,-1 0-24 0,0 0-25 0,2 1-26 16,-2-1-15-16,1 0-10 0,-1 0-3 15,0 0-3-15,0 0-1 0,0 0 13 0,0 0 6 16,2 0 6-16,-2 0 2 0,0 0 3 16,0 0 9-16,0 0-6 0,0 0-4 0,0 0 2 15,0 0 4-15,0 0-1 0,-2 0-9 0,2-1-1 16,0 1-5-16,0 0-7 0,0 0-4 15,0 0-3-15,0 0-2 0,0 0 0 0,0 0-2 16,0 0 1-16,0 0-1 0,0 0 1 0,0 0 0 16,0 0 0-16,0 0 9 0,0 0 5 15,-1 0 9-15,-1 0 4 0,2 0 11 0,-3 1 8 16,3-1 2-16,-2 0-1 0,-1 0-6 0,0 0-7 16,-3 0-7-16,1 1-12 0,0-1-8 15,-3 2-6-15,2-2-2 0,-2 2-2 0,2-1-2 16,-2 2 1-16,1 0-2 0,1 1 1 0,-3-2 0 15,4 2 0-15,-1 0-1 0,-1 2 0 16,2 0-1-16,-1-1 1 0,3-1-1 0,0 2 0 16,1-2 0-16,-1 2 0 0,3-1 0 0,0 1 0 15,3 1-1-15,1-1 1 0,2 4 0 16,2-3 2-16,1 1 1 0,1-1 1 16,2 2 0-16,1 1 1 0,3-2 1 0,-2-1-1 15,2 2 0-15,-2-2 0 0,-1 0 0 0,3 0 1 16,-5-1-2-16,-1-1 0 0,-1 0 1 0,-3-3-1 15,0 1 2-15,-2 0 3 0,0-2 2 16,-4 1 0-16,0 0 1 0,-2-1-1 0,-4 2-1 16,0 0-1-16,-4 0-3 0,-2 1-2 0,-1 1 0 15,0 0-1-15,-2 0 0 0,0-2 0 16,0 2 0-16,0 0 1 0,1 1 0 0,1-3 2 16,1 0-2-16,4-1-1 0,3-1-1 15,0 2-2-15,1-3-1 0,0 2-3 0,4-1 0 16,0-1-1-16,4-1-7 0,0 1-12 0,4-2-17 15,0 0-50-15,3 0-71 0,-1-2-96 16,1 2-148-16,3-3-219 0,-1-1-319 0,1-1-279 16,0 1-187-16,2 0 88 0,0-1 511 15</inkml:trace>
  <inkml:trace contextRef="#ctx0" brushRef="#br3" timeOffset="63245.61">5837 4521 116 0,'1'-5'428'0,"-2"2"287"0,-2 0 252 0,1 2-56 16,1 1-233-16,1 1-173 0,0 2-121 0,-2 0-104 16,2 2-103-16,0 2-80 0,0 1-48 15,2 4-25-15,-2 0-8 0,3 1-7 0,0 2-1 16,-2 0-1-16,1 2 2 0,1 1-1 0,-1 0-1 16,-1-2-1-16,-1 1-6 0,2-1-61 15,-4-1-119-15,2-3-162 0,-1 0-294 0,-1 1-256 16,-1-5-217-16,1 1 19 0,-2-3 345 0</inkml:trace>
  <inkml:trace contextRef="#ctx0" brushRef="#br3" timeOffset="63445.7">5828 4386 317 0,'-2'-15'913'0,"0"4"366"15,-1 1 139-15,0 2-213 0,1 1-454 0,1 2-277 16,-1 3-143-16,2-2-85 0,-2 1-112 15,2 2-66-15,0-1-42 0,2 2-20 0,-2 0-9 16,3 3-6-16,-1 0-4 0,1 3-28 0,2 0-56 16,0 1-59-16,2 1-115 0,-2 0-158 15,0 0-255-15,0 1-293 0,1-1-228 0,-1 0-155 16,4-1 241-16,-2 3 490 0</inkml:trace>
  <inkml:trace contextRef="#ctx0" brushRef="#br3" timeOffset="63847.59">5965 4438 247 0,'3'-2'423'16,"2"0"164"-16,-2 0 72 0,2-1-145 16,1 0-126-16,0 0-81 0,2 0-3 0,0 0-18 15,0 0-45-15,3 0-57 0,0 2-43 16,-1 1 27-16,2 0-19 0,0 1-17 0,0 2-11 15,-2 0 26-15,1 3 23 0,-2 0-23 0,1 0-18 16,-2 3 10-16,-2 0 55 0,0-1 29 16,-1 3-3-16,0-1-5 0,-4 0-12 0,-1 1-21 15,-1-1-47-15,-4 4-44 0,0-2-25 0,-4 3-20 16,-1-1-11-16,-1 2-9 0,-1-2-7 16,-1 3-7-16,-3-2-3 0,5 2-1 0,-3-4-3 15,4 0-2-15,-1 0-3 0,5-1-2 0,-2-3-1 16,3 0-5-16,2-2 3 0,0-1-1 15,3 0-1-15,2-1 2 0,-1-1 0 0,4 0 1 16,1 0-1-16,2-3 0 0,0-1 3 16,3 0-2-16,2-1 1 0,-1-3 2 0,2 2 0 15,-1-4-5-15,2 0-29 0,0 0-62 0,-2 0-59 16,1 0-107-16,-1 0-161 0,-1 0-244 16,0 0-294-16,-3 3-227 0,0 0-173 0,-1 1 196 15,0 1 495-15</inkml:trace>
  <inkml:trace contextRef="#ctx0" brushRef="#br3" timeOffset="64371.6">6428 4423 325 0,'0'-6'609'0,"2"2"312"0,-2 1 124 16,1-2-230-16,-1 3-204 0,0-2-145 0,0 1-108 15,-1 0-103-15,1 2-85 0,0-1-55 16,0 1-30-16,0-2-18 0,1 3-10 0,-1 0-9 15,0 0-6-15,2 0-9 0,-2 0-9 0,0 0-7 16,2 0-5-16,-2 0-7 0,1 3-3 16,-1-3 10-16,0 3 60 0,3 0 39 0,-3 0 24 15,2 3 7-15,-2 1 0 0,0 0-6 16,0 4-40-16,-2 0-32 0,1 2-20 0,-1 1-11 16,-1 1-7-16,1 1-9 0,1-1-8 0,-1 4-5 15,0-2-3-15,1 1 1 0,1-1-2 0,0 1 2 16,0 0-1-16,1-3-1 0,1 1 0 15,1-1 0-15,-1 1 0 0,3-1 0 0,-2-3-1 16,3-1 0-16,2 0-2 0,-2-1 0 16,4-3 0-16,-2-1 1 0,3 1 1 0,-2-4 1 15,3 0 4-15,0-2-1 0,-1-2 1 0,3-2-4 16,-3 0-8-16,1-1-37 0,0-2-54 0,-1-3-50 16,2 1-64-16,-4-3-101 0,1-1-133 15,-2 0-128-15,3-3-162 0,-2 2-240 16,-1 1-172-16,2-2 48 0,-4 1 307 0,-1 1 364 15</inkml:trace>
  <inkml:trace contextRef="#ctx0" brushRef="#br3" timeOffset="64619.86">6463 4309 7 0,'0'0'338'0,"0"0"232"16,0 2 172-16,3-2 66 0,-1 0-277 0,3-2-221 16,1 2-113-16,3 0-1 0,1-2 35 0,0 2-3 15,3-3-24-15,0 2-22 0,3-1-11 0,-2-1-52 16,0 3-55-16,1-2-24 0,-1 2-15 16,-1 0-4-16,-2 2-17 0,1 1-80 15,-4-1-137-15,-3 2-253 0,0 3-261 0,-2-1-226 16,-1 2-121-16,-4-1 187 0,0 0 390 0</inkml:trace>
  <inkml:trace contextRef="#ctx0" brushRef="#br3" timeOffset="64821.56">6409 4559 133 0,'0'7'405'0,"0"-3"195"0,2 1 132 16,1-2-108-16,2 0-212 0,1 0-154 0,0-2-72 15,4 0 4-15,0 1-11 0,2-2-30 16,1-2-23-16,2 2-15 0,0-1-7 0,2 1-38 16,-1 0-27-16,3 1-11 0,1 3-76 0,-2-2-121 15,4 4-239-15,-2 3-249 0,1 1-191 0,0 1-86 16,-1 2 173-16,-2 2 322 0</inkml:trace>
  <inkml:trace contextRef="#ctx0" brushRef="#br3" timeOffset="66575.53">12454 10824 127 0,'-2'-2'320'0,"1"1"155"0,-1 1 88 16,1-2-85-16,-1 2-77 0,2-1-33 15,-2 1 1-15,2 0 13 0,-1 0 1 0,1 0-13 16,0 0-33-16,-2 0-40 0,2-2-53 0,0 2-54 16,0 0-50-16,0 0-40 0,0 0-35 15,0 0-22-15,0 0-20 0,2 2-6 0,-2-2-8 16,1 1-5-16,1-1 1 0,1 2-5 16,0 1 2-16,-1-2-3 0,4 2 2 0,-3-1 0 15,2 0-2-15,0 2 1 0,0-1 0 0,-1 0 5 16,4-2-5-16,-3 0-1 0,1 1 3 15,1 1 1-15,-1-3 1 0,3-3 5 0,-1 1 10 16,-1 1 2-16,-1-2-1 0,3 0 16 16,-4 2 26-16,2-3 27 0,-4 3 43 0,0 0 39 15,-1-1 28-15,-1 0-10 0,-1 2-21 0,0-1-28 16,-3 0-41-16,-2-1-35 0,0 1-27 16,0 1-15-16,-4 0-8 0,1 0-10 0,-1 0 0 15,-1 1 1-15,1 1-2 0,1-2-5 16,0 2 2-16,-1 0 0 0,2 0-4 0,2 0-1 15,-1 0-2-15,3 1 3 0,0 2-1 0,-1-3-1 16,0 3 0-16,2-3 0 0,2 3 0 0,0-3 1 16,0 2 0-16,0 0 0 0,2-1 1 15,-2 0 1-15,4 0 3 0,0 0-1 0,-1-2-1 16,0 2 2-16,2-1 0 0,-2-2 2 16,3 0-2-16,-2 0 1 0,2 0 2 0,-2-2-2 15,1 1 4-15,-2-2-3 0,2 1 3 0,-1 0-1 16,-1-2 1-16,1 2 2 0,-1-2 1 15,-1 2-1-15,-1-2-1 0,1 3 0 0,-2-3-1 16,0 2 0-16,0 2-3 0,0-2-1 16,0 2 0-16,0 0-8 0,-2-5-60 0,-1 4-74 15,0 0-166-15,-1-2-278 0,1 1-310 0,-1 1-371 16,1-1-262-16,3 2 48 0,0 0 696 16</inkml:trace>
  <inkml:trace contextRef="#ctx0" brushRef="#br3" timeOffset="68978.05">23770 12207 61 0,'0'0'291'16,"-2"-1"168"-16,2 1 161 0,-2 0-74 0,2-3-128 16,0 3-75-16,-1 0-47 0,1 0-42 0,0 0-37 15,0 0-41-15,0 0-29 0,1 0-39 16,-1 0-30-16,0 0-24 0,2 0-17 0,-2 0-12 15,2 0-12-15,-2 3-7 0,0-3-1 16,1 0-5-16,1 0 13 0,0 0 52 0,-1 0 31 16,2 0 36-16,2 0 23 0,-2 0 38 15,3 0 1-15,1 0-38 0,-2 0-20 0,1 0-19 16,0 0-19-16,4 0-34 0,-2 0-15 0,0 1-12 16,2 0-9-16,2 0-14 0,-4 2-1 15,4-1 17-15,-2-2 18 0,1 2 13 0,1-2 1 16,1 4 5-16,-3-4-2 0,2 2-22 15,-4-1-13-15,0 1-11 0,1 0-6 0,-2-2-4 16,-2 0 4-16,-1 1 58 0,0-1 34 0,-1 1 28 16,0-1 15-16,0 2 10 0,-3-2-1 15,1 0-41-15,-1 0-25 0,0-2-14 0,-1 2-7 16,1-1-4-16,-3 1-5 0,1 0-7 0,-1-1-9 16,0-1-9-16,-2 0-11 0,-1-1-12 15,-1 2-4-15,-3-2-6 0,2 1-1 0,-2 0-1 16,-1-1 0-16,0 1 1 0,1-2-1 15,0 3-1-15,-2-2 0 0,3 1 1 0,-1 0-1 16,2 0 0-16,2 0-1 0,0 2 1 0,0-1 0 16,2 1 0-16,1-1-1 0,2 1 0 0,-3 0 0 15,4 0 0-15,-1 0-1 0,1 0 1 16,-2 0-2-16,2 0 3 0,0 0-4 0,0 0 1 16,0 0-1-16,0 0-2 0,0 0-1 15,0 1-1-15,3 0 1 0,1 3 1 0,-1 0 0 16,4 0 2-16,0 1 2 0,1 1 1 15,1 0 1-15,4 2-1 0,0-2 1 0,-1-1 0 16,2 0 0-16,-1-1 0 0,1 1 1 0,1-2 0 16,-1 0 0-16,-1-1 0 0,0-1 0 15,-3-1-1-15,1 0 2 0,-1 0 1 0,-4 0 2 16,0-1 8-16,-2-1 8 0,-3 1 5 0,2-1 1 16,-3 1 1-16,-1-4 0 0,-2 1-7 15,-1 1-8-15,0-1-5 0,-3-2-2 0,-2 1-3 16,1-1-1-16,-2 0 0 0,1 4-1 0,0-4 1 15,-1 1 0-15,2 3-1 0,0-2-1 16,2 2-1-16,1 0-1 0,2 0-3 0,1 1-2 16,1 1-1-16,1 0-1 0,0 1-1 0,0 3 0 15,1-2-8-15,3 4-14 0,0 0-26 16,3 1-69-16,2 0-75 0,-1-1-129 0,3 0-175 16,0 0-306-16,0 0-327 0,2 2-221 15,3-2-101-15,-4-1 371 0,6 1 569 0</inkml:trace>
  <inkml:trace contextRef="#ctx0" brushRef="#br0" timeOffset="92730.01">12740 10735 85 0,'1'0'305'0,"-1"2"156"0,2-2 142 0,-2 0-104 16,0-2-138-16,0 2-72 0,0-1-27 15,0 1-4-15,0-2 4 0,0 1 9 0,0-1 4 16,0 1 2-16,-2-1-7 0,2 1-8 0,0 0-26 16,-1-1-36-16,-1 0-32 0,1 0-31 15,-2 0-29-15,3-2-20 0,-2 4-15 0,2-3-7 16,-1 1 0-16,-1 1-3 0,1-4-2 16,-1 5 6-16,0-2 9 0,-1-1 13 0,1 0 7 15,1 2 7-15,-1-3-1 0,-1 3-10 0,1-2-4 16,1 0-15-16,-2 0-18 0,1 0-4 15,-2 0-6-15,1 0-8 0,-1 0-7 0,-1 0-6 16,1 0-4-16,0 2-8 0,-2-2-4 0,0 0-1 16,1 0 1-16,0 0 2 0,-1 0 3 15,1 0-1-15,0-1 1 0,-1 1-1 0,0 0-2 16,1-2-6-16,-1 3-1 0,-1 2-1 0,1-5 2 16,0 3-2-16,1-2-1 0,0 0 1 15,-1 1 1-15,0 0-1 0,-2 0-2 0,3 0 1 16,-1 0-1-16,-1 0 0 0,0 0-1 0,0 0 2 15,1 0-1-15,-1 0 0 0,1 2 0 16,0-2 1-16,0 2 1 0,-1-1-2 0,2 0 1 16,-1 1-1-16,0 0 1 0,1-1-2 15,0 2 0-15,1-2 2 0,-1 0-1 0,0 2 0 16,-1 0 0-16,1 0-1 0,0 0 1 0,1 0-1 16,0 0 0-16,0 0 1 0,0 0-1 15,-2 0 2-15,2 0-2 0,0 0 1 0,-2 0-1 16,3 0 1-16,-1 0 1 0,-3 0 0 0,4 0 1 15,-2 2-2-15,0-2 0 0,0 0 0 16,2 0-2-16,-2 0 1 0,-1 2 1 0,0-2-1 16,1 0 1-16,0 2 0 0,0-2 0 15,1 0 0-15,-2 1 0 0,1-1-2 0,0 1 1 16,0-1 1-16,0 2 0 0,-1 0-2 0,2-2 0 16,1 0 0-16,-2 1-1 0,1-1 3 0,1 1 0 15,-2-1 0-15,2 0 0 0,0 2 0 16,-3-2 0-16,3 0-1 0,-2 1 0 0,0 1 1 15,0-2 0-15,1 1 1 0,-4 1-1 16,3-1 0-16,0 1-1 0,1 1 1 0,-1-2-2 16,0 2-2-16,-1 0 1 0,4-1 2 0,-1 0-2 15,0 0 0-15,0 0 3 0,1-1-2 0,-1 2 1 16,1 0 1-16,-1-2-1 0,1 3-1 16,-1-2-2-16,-1 3 3 0,2-3 0 0,-1 3-1 15,0-2 1-15,1 2 1 0,-1-1 0 16,0 2 0-16,0-2 3 0,-1 0-1 0,0 2 1 15,-1 0 0-15,2-1-2 0,-2 1-1 16,2-2-1-16,-2 2 1 0,2 0-1 0,0-1-1 16,-2 1 1-16,1-1 1 0,1 2 0 0,-1-2-2 15,1-1 2-15,1 0-1 0,-1 1 2 16,2-1 0-16,-3-1-1 0,1 2 2 0,2-3-1 16,-4 3 1-16,4 1-1 0,-3-1-2 15,1-1 2-15,0 1-3 0,1 1 1 0,-1-1 0 16,0 1-1-16,1 1 4 0,-1 0-2 0,2 1 0 15,-1-1 1-15,0 1-1 0,0-1 0 16,0 0-1-16,2 0 1 0,-2 0 0 0,2 1 1 16,0 0 1-16,-1-1-1 0,1 1 1 15,-2-1 0-15,2 2-1 0,0-2 0 0,0 0 2 16,-1 5 0-16,-1-6 1 0,2 6-3 0,0-4 1 16,0 1-2-16,0 0-2 0,0 0 1 0,0 1-3 15,0-1 2-15,2 0 1 0,-1 1 0 16,1-1 0-16,-1-1-2 0,1 1 3 0,2-1 0 15,-2 1-2-15,0 0 0 0,1-1 1 16,-2 1-1-16,4-2 1 0,-2 2-1 0,-1-1-1 16,3 0 0-16,-2 0 2 0,3 0-1 0,-3 0 0 15,4 1 0-15,-3-1 1 0,1 1 0 16,2-1-1-16,0 1-1 0,0-1 0 0,-1 1 1 16,2-1 0-16,1 1-1 0,-1-1 2 15,0-3-1-15,0 3-1 0,1-2 2 0,1 0-2 16,-2-1 3-16,1-1 0 0,1 1 0 0,-2-1 1 15,0-1-1-15,3 0 0 0,-2 0-1 0,-1 0 1 16,2-1-2-16,-1 1 0 0,1-2 4 16,-1 0-1-16,1-1 0 0,-1 2 0 0,-1-2 1 15,1 0 1-15,-1 0-3 0,1-2 1 16,0 2 0-16,-1-2 0 0,0 0-1 0,0-1-2 16,2 0 2-16,-1 0 2 0,0 0-2 0,0-2 0 15,1 1 1-15,-2 1 2 0,0-3-1 16,3 2-1-16,-2-1 0 0,1-1 0 0,1 0 1 15,-2 0-1-15,1-1 0 0,-1 2 1 16,1-1 0-16,-2 0 2 0,0 0-1 0,1 0-2 16,-1 0 4-16,-1 2-2 0,-1-1-2 0,1 1 0 15,-2-1 0-15,0 2-2 0,0 1 1 0,1-4 0 16,0 3 0-16,-1 0 0 0,0-2 2 16,1 3 2-16,-1-3-4 0,0 1 2 0,3 0 0 15,-2-1 0-15,0-1-2 0,2-1 1 16,-3-1 0-16,3 1 0 0,-2-1 0 0,1 0 0 15,-1-1 0-15,2 2-3 0,-2 0 4 0,0-1-2 16,-1 0 0-16,0 1 0 0,0 0 0 16,2 1 0-16,-2 0-3 0,-1 0 4 0,0-1-1 15,0 4 0-15,0-4 2 0,1 1-1 16,-1 2 1-16,0-3-4 0,-1 3 2 0,0-2 2 16,-1 2 0-16,1 0-2 0,0-1 0 0,-3 0 2 15,3 2-2-15,-1 1-1 0,1-3 0 16,-2 2 1-16,2-1 0 0,-1 0 1 0,0 2 0 15,-1-3-1-15,1 3-1 0,0-4-1 16,-1 2 3-16,1-1 2 0,-1-1-2 0,1 2 1 16,-2-2 1-16,0 0 1 0,2-2-1 0,-2 3 0 15,-2-3-1-15,2 1 5 0,0-1 3 0,-2 1 1 16,-1-1 4-16,2 0-2 0,-1 1 2 16,-1 0-4-16,1-1-6 0,-1 1-1 0,1-1-3 15,-2 0 0-15,2-1-2 0,-1 2 1 16,0-3 0-16,1 2-1 0,-1-1 0 0,0 0-3 15,0 2 4-15,-1-5 0 0,1 6 1 0,-1-1 2 16,1-2-1-16,0 3 2 0,1 0-2 0,-1 2 0 16,1-1-2-16,-1 2 2 0,1 0-2 15,-1 2 0-15,3-1-1 0,-2 1-5 0,2-1-13 16,-3 1-43-16,2 1-67 0,-4 0-86 16,2 1-158-16,2 1-256 0,-3-1-313 0,1 2-286 15,1 2-194-15,-1-2 113 0,0 0 564 0</inkml:trace>
  <inkml:trace contextRef="#ctx0" brushRef="#br0" timeOffset="95101.53">24221 12124 74 0,'0'-3'284'0,"-2"-2"149"0,0 3 137 16,1-3-104-16,-1 2-108 0,2-1-38 0,-1-1 10 16,-1 1 19-16,0 0 2 0,2-1-2 15,0-1-15-15,-1 1-23 0,1-2-40 0,-2 3-42 16,1-1-36-16,-3-1-29 0,3 0-26 0,-3 0-1 15,1 1 1-15,2 1 15 0,-4-1 19 16,2-1 9-16,0 1-7 0,-2 0-26 0,0-1-22 16,-1 1-27-16,-2-2-29 0,0 3-18 15,0-2-11-15,0-1-6 0,-2 1-10 0,1 0-3 16,0 0 1-16,-2-2-4 0,1 3-1 0,-1-1-5 16,0 0-1-16,0 0-3 0,-2 0-2 15,1 1-3-15,-1-1 0 0,-1 1 0 0,0-1-1 16,0 2 1-16,1 0-2 0,-3 1 1 0,5-2-1 15,-2 2 0-15,-1-2 1 0,1 3 1 16,1 0 1-16,-1-1-2 0,2 1 0 0,-1-2 1 16,0 2 0-16,-2-2-2 0,2 3 0 0,0-1 0 15,-2 1 2-15,1-1-1 0,0-1-1 16,0 2 1-16,-3-2-3 0,3 3 1 0,-1-2-2 16,1 0 1-16,1 2 0 0,-2-3 0 15,1 2-1-15,-1 1-1 0,3-1 3 0,-2 0-2 16,0-2-1-16,0 3 1 0,1-2-1 0,-1 2 2 15,-1 0-3-15,1 0 0 0,2 0 0 16,-3 0 0-16,3 0 0 0,-1 0 0 0,0 2 2 16,3-2 0-16,-2 3 1 0,1-3 0 15,2 1 0-15,0 0-3 0,-1-1 0 0,1 1 1 16,-2 2 0-16,3-3 0 0,-1 0 1 0,-2 4 2 16,2-4-1-16,-1 3-1 0,3 0-2 15,-4-2 3-15,-1 2-4 0,3 2 1 0,0-2 1 16,0 2-1-16,-1-1 3 0,1 0 0 0,2 0 0 15,-2 1 1-15,-2 1-2 0,2-2 1 16,2 2-1-16,-1-2-1 0,0 3 1 0,1-1-1 16,-1 0 0-16,1 0 0 0,-1 2-1 15,1-1 2-15,2-1-2 0,-1 2-1 0,2 1 1 16,-2-1 0-16,1 2 0 0,1-1 0 0,-1 1 1 16,1 1 1-16,1-1 1 0,-1 1 0 15,1-1 1-15,-1 3-2 0,-2-3 1 0,4 2-1 16,-3 0-2-16,1 0 2 0,0 0 1 0,-1 1 0 15,1-1-3-15,-1 1 1 0,3-1 0 16,-3-3 2-16,4 4-1 0,-3-2-1 0,3 1 2 16,0-1 0-16,0 2 2 0,0-2-4 0,2 0 1 15,-1 0-2-15,3 1 1 0,-3-1 1 16,3 2 0-16,0-3 1 0,1 1-2 0,-1 0 3 16,1 0-1-16,2 0 1 0,-2-1 0 15,-1 1 0-15,2-1 0 0,1-1 0 0,-2 1-1 16,-1 0-1-16,1 0 1 0,0-2 0 0,1 3 1 15,-1-2-1-15,0 1 3 0,-1-1-1 16,1 1-2-16,2-2 0 0,0 3-2 0,0 1 3 16,-3-1-2-16,3-1 0 0,0 1 1 15,-2-1 1-15,3 2 0 0,-1-2-2 0,1 3 2 16,-1-2-1-16,1-1 0 0,0 0-1 0,0 2 1 16,1-1 0-16,-2-3 0 0,1 3 0 15,0 0-3-15,-1-2 2 0,3 0 1 0,-2 0 0 16,1-2 0-16,1 0 0 0,0 1 3 0,0 0-1 15,2-1 1-15,-3-1-2 0,5 1 0 16,-3-3-1-16,2 2-1 0,1-2 0 0,-1 2-2 16,3-1 2-16,-3 1 1 0,4-2 0 0,-3 2 0 15,2-2 1-15,0 1 1 0,1 0 1 16,-1-3 1-16,1 3 0 0,-1-3-2 0,1-2 2 16,-1 3-3-16,-2-3-1 0,4 0 0 15,-6 0 0-15,6-3 1 0,-5 1 1 0,4-1-1 16,-3-1 0-16,1-1 1 0,3-1-2 0,0 0 0 15,-1-3 1-15,2 1 3 0,0-1-1 16,2-2-1-16,-1-1 0 0,-1 2 1 0,0-3-2 16,1 0-2-16,-2-1 1 0,3 0 0 0,-4-4 1 15,0 4 2-15,2-3 1 0,-3-1-1 16,1-1-1-16,1 0 0 0,-1-1-1 0,-1-1-1 16,-2-2 0-16,2 2 1 0,-2-2 3 15,-1-2 1-15,0 0-1 0,-2-2-1 0,-1 2 1 16,0-3-2-16,-3 3 1 0,-1-1 3 0,-3-1 5 15,1 5 4-15,-4-3 6 0,-4 5 4 16,3 0-1-16,-4 4-4 0,0 0-3 0,-1 1-5 16,-3 4-6-16,0-2-5 0,0 5-1 0,-2 1-2 15,1-1-3-15,1 2-4 0,-4 1-18 16,2-1-59-16,-2 4-67 0,1-2-99 0,1-1-165 16,-2 4-273-16,4 0-322 0,-3-3-247 15,2 3-173-15,2-2 198 0,-2 0 568 0</inkml:trace>
  <inkml:trace contextRef="#ctx0" brushRef="#br0" timeOffset="96640.09">12878 4329 102 0,'6'-9'370'16,"0"3"209"-16,-1 1 182 0,-4 3-35 0,-1-1-134 16,0 3-73-16,-1 5-48 0,-1 1-55 15,-1 7-61-15,-1 0-70 0,1 6-81 0,-2 3-67 16,0 5-49-16,0 0-29 0,0 4-19 0,-2 0-19 16,2-1-8-16,0 2 0 0,2-1-4 15,0 1-1-15,-1 1 2 0,4-3-7 0,0 4-52 16,-1-2-143-16,2 1-215 0,-1-2-279 15,2 0-273-15,1-2-249 0,0-2-10 0,-1 0 442 16</inkml:trace>
  <inkml:trace contextRef="#ctx0" brushRef="#br0" timeOffset="97029.66">15336 5298 54 0,'11'9'487'0,"-5"0"352"0,-1 3 194 16,-3 4 47-16,-2 1-332 0,-2 7-249 0,-3 1-140 16,-1 5-74-16,0 3-51 0,-2 3-73 15,-2 3-60-15,-4 3-39 0,3 0-32 0,-3 4-14 16,0-1-21-16,-2 0-19 0,3 1-46 0,-2-3-128 15,3-1-170-15,1-5-298 0,2-3-267 16,7-4-247-16,1-7-65 0,4-2 370 0,5-5 465 16</inkml:trace>
  <inkml:trace contextRef="#ctx0" brushRef="#br0" timeOffset="97385.49">18178 6363 132 0,'1'15'689'0,"-2"4"412"0,-3 3 98 0,-4 4-117 15,0 2-420-15,-2 6-292 0,-2 0-161 16,-2 5-80-16,1 2-44 0,-4 2-31 0,3 2-18 16,-2 3-13-16,0 4-10 0,-1 0-1 0,1 4-3 15,0 5-8-15,0-3-47 0,2 0-135 16,1 0-174-16,5-7-293 0,2-3-270 0,2-3-256 15,5-8-58-15,4-4 380 0,3-7 460 0</inkml:trace>
  <inkml:trace contextRef="#ctx0" brushRef="#br0" timeOffset="97743.53">21619 7586 305 0,'22'18'778'0,"-9"2"306"16,-5 1 23-16,-2 2-238 0,-4 3-344 0,-5 5-220 16,-3 3-122-16,-2 2-59 0,-2 3-29 15,-4 5-18-15,1 2-29 0,-4 2-24 16,3 4-14-16,-4 0-9 0,2 0-7 0,1 2-10 16,2-1-21-16,1-4-54 0,4 0-98 0,0-2-123 15,3-1-156-15,1-2-290 0,4-2-223 0,4-3-74 16,1-3 182-16,3-4 333 0</inkml:trace>
  <inkml:trace contextRef="#ctx0" brushRef="#br0" timeOffset="97963.52">23491 8001 114 0,'62'19'559'0,"-7"5"324"0,-9 4 131 16,-3 6-54-16,-7 2-440 0,-3 5-260 0,-4 2-130 15,-5 6-69-15,-2 1-82 0,-3 1-111 16,-5 4-132-16,0 4-216 0,-4 1-255 0,0 2-175 16,-3-3 13-16,-1 1 239 0,2-6 296 0</inkml:trace>
  <inkml:trace contextRef="#ctx0" brushRef="#br0" timeOffset="98144.63">27215 8232 65 0,'103'18'258'0,"-8"3"109"0,-8 9 35 15,-10 4-311-15,-4 7-281 0,-10 7-127 0,-5 6-8 16,-7 5 60-16</inkml:trace>
  <inkml:trace contextRef="#ctx0" brushRef="#br0" timeOffset="105855.88">3995 3103 49 0,'8'-2'255'16,"-2"-1"133"-16,-1-1 133 0,-2 1-61 0,0-1-76 16,-1-1-11-16,-1 0 25 0,-1 1 36 0,0 0 29 15,-1-1-6-15,-4 1-41 0,2 1-58 16,-5-2-56-16,0 2-48 0,0 2-38 0,-6-1-24 0,0 2-14 16,-5 3-6-16,-2 2-20 0,-1 2-24 15,-5 2-19-15,-1 3-26 0,-1 2-22 0,-1 4-22 16,2 3-5-16,-1 2-6 0,3 5-10 15,-1 3-6-15,6 3-12 0,-1 4 1 0,2 2-2 16,2 4-2-16,2 1-2 0,5 0-3 0,3-1 2 16,4-5-3-16,6-1-5 0,2-5-3 0,5-2 3 15,4-4-1-15,4-4 4 0,5 0 1 0,2-5-11 16,5-1-52-16,2-4-52 0,3-4-117 0,2-1-170 16,-2-2-305-16,1-3-303 0,0-2-231 15,0-1-125-15,-5-1 342 0,-5-2 534 16</inkml:trace>
  <inkml:trace contextRef="#ctx0" brushRef="#br0" timeOffset="107017.62">4076 4578 227 0,'-2'-5'479'0,"-1"2"252"16,-3 0 219-16,-4 0-157 0,-1 2-141 15,-3 1-103-15,-5 0-95 0,0 1-90 0,-5 3-93 16,-1 1-93-16,-2 3-46 0,-3 2-29 0,0 3-16 16,0 5-13-16,-2 3 4 0,1 7 8 0,-1 5-16 15,2 5-7-15,0 6-7 0,6 6-6 0,2 2-23 16,5 7-22-16,5 1-8 0,6 1-2 16,2 0-7-16,5 1 2 0,7-3 6 0,5-2 0 15,4-5 3-15,5-4-4 0,5-6-28 0,5-3-38 16,5-7-111-16,3-5-170 0,3-8-292 15,4-4-295-15,2-1-266 0,2-6-163 0,-1-4 299 16,0 0 554-16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46:29.41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7111 1436 145 0,'2'8'375'16,"1"0"167"-16,0 3 137 0,-1 3-112 0,0 3-137 16,-1 3-15-16,2 6 8 0,-1 4 17 0,4 5-6 15,-3 5-48-15,3 4-66 0,-1 5-61 16,0 7-46-16,0 3-17 0,1 7-6 0,-3 1 0 16,0 4-3-16,-1 4-14 0,-2 0-17 0,0 2-29 15,-2 0-36-15,1-2-27 0,-1-2-12 0,-1-5-8 16,1-7-8-16,1-4-3 0,-2-7 0 0,1-7-1 15,2-5-7-15,0-7-4 0,0-6 1 16,0-5 4-16,0-5 2 0,0-3 6 0,2-6 5 16,2-4 0-16,1-10-2 0,0-5-6 0,3-8-7 15,4-10-8-15,1-4-6 0,4-9-4 0,3-5-2 16,2-8-2-16,4-3-3 0,1-5 1 0,5-2 1 16,-1-4-5-16,3 1-2 0,-1-2-2 15,0 1 0-15,-1 2-2 0,1 2-2 0,-3 3 5 16,-3 5 1-16,-2 3 3 0,-4 7 8 0,-1 1 4 15,-2 6 2-15,-4 6 1 0,-3 5 1 0,-2 5 1 16,-2 5-5-16,-4 5-5 0,-1 5-1 0,-5 5-3 16,-4 6-6-16,-4 7-4 0,-5 8-1 15,-4 7-2-15,-4 10 0 0,-1 6 1 0,-4 7 5 16,-1 4 10-16,0 7 3 0,0 5 2 0,0 6 1 16,2 2 5-16,-1 2 2 0,4 4-3 0,1 0 0 15,5-2 1-15,2-1-1 0,2-5-4 16,6-5-4-16,3-6-2 0,4-6-3 0,4-10-1 15,7-5-1-15,2-7-2 0,5-6-3 0,3-4-7 16,6-6-15-16,2-7-36 0,3-5-73 0,3-4-100 16,2-5-167-16,3-6-290 0,0 0-328 0,0-6-344 15,-2-1-181-15,-4-4 219 0,0 0 653 0</inkml:trace>
  <inkml:trace contextRef="#ctx0" brushRef="#br0" timeOffset="518.04">7976 2157 195 0,'11'-18'456'0,"-3"3"248"0,-2-1 231 15,-1 4-100-15,0 4-158 0,-2 0-115 0,0 2-91 16,-1 3-85-16,1 2-96 0,0 1-82 0,-1 3-41 16,-1 4 7-16,2 4 11 0,-1 4-3 15,1 3-8-15,0 3-17 0,2 4-25 0,0 1-33 16,1 5-28-16,2 0-16 0,-2 3-10 0,1-1-10 0,2-1-4 15,-3 2-11-15,2-4-2 0,1 1-6 16,-3-6-5-16,3 0-1 0,-4-6-2 0,3-1-1 16,-2-5 2-16,2-2 9 0,-2-3 10 0,-1-5 8 15,3-6 1-15,-3-6 3 0,6-7-5 16,-2-6-6-16,1-8-11 0,2-6-6 0,1-3-1 16,1-7-3-16,1-1 1 0,2-1-7 0,-3 0-1 15,2 3-2-15,-2 4-4 0,0 3-2 16,-4 5-2-16,0 6 5 0,-4 2-1 0,1 7-1 0,-2 5 1 15,-1 5-3-15,-1 1 0 0,0 7-1 16,0 7-11-16,-1 1-26 0,-2 7-52 0,3 1-51 16,-3 4-53-16,6 2-78 0,-3-2-100 0,4 1-108 15,-1 0-89-15,4 0-164 0,0-1-240 0,2-3-137 16,2 0 69-16,-2-2 302 0,1-4 339 16</inkml:trace>
  <inkml:trace contextRef="#ctx0" brushRef="#br0" timeOffset="849.87">8578 2203 47 0,'8'-9'313'0,"0"-2"245"0,-1 3 300 15,-2-1 62-15,-1 1-111 0,-1 2-133 0,0 3-131 16,-1 0-122-16,1 3-117 0,0 3-50 0,1 1-10 16,-1 7-11-16,3 2-15 0,0 4-11 0,-3 6-20 15,2 4-51-15,-2 0-56 0,2 6-31 16,-1 1-19-16,-1 1-12 0,3-1-8 0,-2-1-6 16,3 0-4-16,1-3-4 0,4-3 0 0,-2-3 1 15,4-4-2-15,2-5-7 0,0-6-24 0,1-6-38 16,2-6-53-16,2-6-46 0,1-5-42 15,0-5-38-15,0-5-23 0,0-5 10 0,0 1 43 16,0-1 40-16,-4 2 30 0,-1 3 38 0,-2 2 48 16,-3 2 34-16,-1 4 36 0,-3 2 40 0,-1 4 38 15,-3 4 19-15,-1 1 10 0,-1 5 2 0,-4 5-10 16,-4 4-21-16,0 6-17 0,-1 4-5 0,-1 5-3 16,-4 8-2-16,2 1-6 0,-2 5-6 15,-1 4-15-15,0 3-15 0,1 5-10 0,-1 3-8 16,2 1-2-16,0 6-1 0,3-5-7 0,2-1-24 15,2-5-71-15,3-6-157 0,2-6-215 0,3-12-284 16,2-9-271-16,2-7-215 0,4-12 108 16,1-11 482-16</inkml:trace>
  <inkml:trace contextRef="#ctx0" brushRef="#br0" timeOffset="1113.56">9271 1713 124 0,'3'-35'745'0,"-3"11"488"0,-5 8 166 15,-1 6-95-15,0 8-402 0,-3 6-344 0,-1 5-174 16,0 4-96-16,-2 6-83 0,2 0-77 0,4 4-48 16,-2 2-30-16,5 1-17 0,1 2-14 15,4 1-6-15,1 2-4 0,3 0-2 0,2 5-2 16,2-4-2-16,2 5-3 0,1-2-2 0,3 3 0 16,-2-1-2-16,-1 1 1 0,-1 1 2 0,0-3 1 15,-3-1 2-15,-3 1 1 0,-3-4 0 16,-4 0 1-16,-3-1 1 0,-3-2-2 0,-3-3-5 15,-1-3-7-15,-3-1-15 0,-2-3-38 0,-1-2-68 16,-1-6-83-16,-4-3-151 0,2-2-258 0,-1-6-316 16,-1 0-311-16,2-5-207 0,0-4 62 15,-2 0 589-15</inkml:trace>
  <inkml:trace contextRef="#ctx0" brushRef="#br0" timeOffset="1525.74">9758 1136 33 0,'8'-7'404'16,"-2"7"309"-16,-1 3 282 0,0 6 134 0,-2 3-316 16,0 5-199-16,-1 4-70 0,-1 2-55 0,1 8-90 15,-1 3-87-15,-1 4-60 0,0 3-55 0,-1 4-57 16,-2 7-39-16,-1 1-22 0,1 6-17 15,-4 4-15-15,0 3-13 0,1 3-10 0,-1 2-10 16,1 0-6-16,0-3-5 0,3 1 0 0,1-6-1 16,1-3-3-16,2-6-8 0,1-6-17 0,-1-4-46 15,3-8-69-15,-2-6-63 0,0-7-109 0,-4-4-161 16,0-6-234-16,-2-7-261 0,1-6-210 0,-3-6-157 16,-2-7 204-16,-3-6 487 0</inkml:trace>
  <inkml:trace contextRef="#ctx0" brushRef="#br0" timeOffset="1705.84">9526 1737 58 0,'3'-5'537'15,"3"5"383"-15,-3 1 168 0,2 4-57 0,1 1-332 16,1 5-286-16,2-1-153 0,2 3-73 0,0 1-33 16,5 2-27-16,0 1-41 0,3 0-36 0,1 1-22 15,3-2-15-15,2 2-5 0,3-3-5 0,2 2-48 16,0-4-133-16,4 2-222 0,1 0-279 0,-1-6-267 15,6 1-242-15,-4-4-1 0,0-1 426 16</inkml:trace>
  <inkml:trace contextRef="#ctx0" brushRef="#br0" timeOffset="2361.69">10343 1827 457 0,'-10'7'1223'0,"-4"4"290"0,0 2-151 16,-5 2-243-16,2 6-504 0,-2-1-247 15,0 5-138-15,0 0-65 0,1 3-47 0,0 1-43 16,3 2-31-16,4-1-18 0,0-2-12 0,5 1-7 16,4-2-7-16,2-4-2 0,5 1 2 0,3-5-1 15,4-3 1-15,3-4 0 0,5-3-2 0,5-7-5 16,-2-4-14-16,5-7-18 0,2-5-27 16,-1-4-33-16,1-1-35 0,-2-2-28 0,-1-1-16 15,0 0 1-15,-2 2 22 0,-6 2 33 0,0 1 41 16,-4 4 35-16,-1 2 22 0,-5 3 16 15,-1 3 24-15,1 3 24 0,-4 4 28 0,-2 3 19 16,-1 3 24-16,-2 4 14 0,0 2-1 0,-2 1-13 16,1 4-18-16,-1 0-19 0,1 1-19 0,-1 1-18 15,2 1-14-15,0-3-7 0,0 0-7 0,2-1-2 16,1-2-3-16,2-1-5 0,0-4 1 0,2-2 2 16,3-3 0-16,-1-6 0 0,1-3 0 15,4-7-1-15,-1-5-6 0,1-8-8 0,0-5-4 16,2-6-3-16,-2-6-1 0,3-6-1 0,-1-8 3 15,0-5 4-15,0-10 4 0,3-4 7 0,1-8 5 16,0-5 3-16,3-4-1 0,-1 0 0 0,3 2 2 16,-4 3-5-16,0 9 1 0,-4 8 5 0,-3 10 15 15,-2 10 16-15,-2 9 12 0,-3 9 8 0,-3 8 2 16,0 6-5-16,-4 9-10 0,-2 7-17 0,-3 12-13 16,-3 5-6-16,-4 10-2 0,1 9 4 0,-3 6 4 15,-1 6 8-15,1 9 9 0,-2 4 8 0,3 9 8 16,-4 5-1-16,3 9 1 0,0 5-6 0,2 3-4 15,3 1-10-15,3-7-11 0,6-3-7 16,6-10-6-16,5-9-4 0,4-10-2 0,5-10-7 16,2-6-11-16,2-9-19 0,3-10-21 0,0-6-17 15,-1-11-24-15,1-6-37 0,0-5-14 0,-4-4 6 16,-1 0 14-16,-2-2 12 0,-6 0 31 0,0 3 63 16,-4 2 57-16,-2 2 45 0,-2 4 31 15,-1-1 12-15,-4 5-1 0,-2 3-12 0,-2 3-27 16,-3 5-28-16,-1 2-22 0,-1 4-10 0,2 1-8 15,-5 3-18-15,3 0-58 0,0-2-67 0,-2 1-134 16,1-1-211-16,1-2-306 0,3-2-340 16,1-5-274-16,0-4-106 0,0-4 456 0,4-7 613 15</inkml:trace>
  <inkml:trace contextRef="#ctx0" brushRef="#br0" timeOffset="2506.71">11161 1813 123 0,'1'-52'709'16,"-1"8"438"-16,0 5 94 0,-3 7-133 0,0 7-399 15,1 4-335-15,1 3-168 0,-1 6-80 0,0 3-44 16,2 5-34-16,0 0-20 0,0 8-22 0,0 0-28 16,0 4-97-16,0 0-173 0,0 2-293 15,2-1-273-15,1 3-265 0,1-1-173 0,0-3 251 16,4 0 534-16</inkml:trace>
  <inkml:trace contextRef="#ctx0" brushRef="#br0" timeOffset="2795.62">11859 827 278 0,'5'-14'883'0,"-3"8"345"15,1 0-1-15,1 4-158 0,0 5-387 0,0 5-222 16,1 3-104-16,2 7-54 0,-1 2-39 0,0 4-31 15,0 4-75-15,-1 5-46 0,-2 4-29 0,-1 6-19 16,0 8-15-16,-1 6-13 0,-4 9-11 0,1 6-6 16,-1 6-5-16,0 6-4 0,-3 5-3 0,-2 5 1 15,3 1-3-15,0-3-6 0,1-5-18 0,-1-5-60 16,0-9-72-16,1-10-81 0,-3-9-149 0,2-8-208 16,-3-12-325-16,0-9-257 0,-4-9-183 15,-1-9-4-15,-2-10 467 0,-2-12 496 0</inkml:trace>
  <inkml:trace contextRef="#ctx0" brushRef="#br0" timeOffset="2970.65">11611 1427 342 0,'0'4'998'0,"0"2"333"0,3 3-77 0,-1 2-213 16,1 1-509-16,2-1-268 0,2 1-134 0,3-2-61 15,1 2-29-15,8-2-14 0,3-2-6 0,5-2-2 16,6-4-7-16,7 0-5 0,4-2-23 15,5-2-41-15,2 1-141 0,3 0-205 0,1-1-281 16,2 4-284-16,3-1-255 0,0 4-76 0,5-1 437 16</inkml:trace>
  <inkml:trace contextRef="#ctx0" brushRef="#br0" timeOffset="3491.73">14196 1703 102 0,'5'0'483'0,"1"2"310"16,-1 0 269-16,1 1-1 0,2 4-251 0,0 1-123 16,3 4-99-16,0 4-85 0,2 2-105 15,-1 5-89-15,1 2-70 0,1 4-82 0,-1 0-51 16,0 3-31-16,-1 1-23 0,1 0-14 0,1-1-12 15,-1-2-9-15,1-3-7 0,-3-3-5 0,2-5 1 16,-1-5 6-16,0-3 8 0,0-4 7 0,-1-7 8 16,2-7 3-16,1-6 0 0,1-8-7 0,0-4-6 15,-2-7-7-15,3-2-4 0,-4-4-3 16,-2-4-3-16,-1 0-1 0,-1 1-2 0,-1-1-2 16,-4 1-2-16,-2 1 0 0,1 5-1 0,-2 3-1 15,-2 4 1-15,2 5 0 0,-1 3-1 0,-1 7-2 16,1 1-2-16,-1 5-3 0,0 2-2 0,2 8-5 15,-1 1-13-15,-1 7-17 0,2 2-36 16,0 4-73-16,2 0-87 0,1 0-158 0,2 5-262 16,1-1-316-16,5 0-330 0,0 1-189 0,3 1 95 15,2-2 619-15</inkml:trace>
  <inkml:trace contextRef="#ctx0" brushRef="#br0" timeOffset="3832.87">15116 1609 233 0,'-5'-15'984'0,"-5"2"537"0,0 2-27 16,-1 2-269-16,-1 1-465 0,-3 1-296 0,1 3-178 15,1 1-110-15,-2 3-62 0,0 3-41 16,1 1-30-16,3 2-19 0,0 3-13 0,0 1-6 16,6 2-4-16,0 4-2 0,5-1-1 0,0 1 0 15,4 2 2-15,2 0 0 0,3 0-1 0,-1 1 1 16,3 1 0-16,0 1-2 0,2-1 0 15,1-1 0-15,-3 4-3 0,2-4 0 0,1 2-3 16,-3 0 0-16,-1-3 0 0,-1 0 0 0,-1-1 3 16,-3-2 1-16,0-2 4 0,-4 1 4 0,-1-5 1 15,-3 2 4-15,0-1 1 0,-3 0 3 0,-4-2 1 16,-2-1 2-16,-3 2 4 0,-2 0-1 16,-1 0 0-16,-4-1-3 0,2-1-4 0,1 1-5 15,-2-4-5-15,2 2-6 0,3-3-19 0,-1 0-64 16,1-3-85-16,2 0-168 0,4-1-280 0,4 1-323 15,4-2-385-15,2 0-257 0,7 1 99 0,3-2 720 16</inkml:trace>
  <inkml:trace contextRef="#ctx0" brushRef="#br0" timeOffset="4691.64">18611 1234 39 0,'-15'0'470'15,"3"-1"401"-15,1 1 222 0,3-1-27 0,1-3-376 16,6 3-298-16,1-1-161 0,1-2-116 0,7 2-35 15,4-3-6-15,5 3-2 0,6-3 21 0,6 2 28 16,7-1 7-16,5-1-16 0,8 2-23 0,1 0-12 16,3 3 15-16,4 0 20 0,1 2 7 0,-2 1 3 15,0-1 1-15,-4 3-3 0,-4 0-33 0,-6 1-33 16,-6 1-2-16,-6 2 1 0,-5 2 8 0,-9 1 11 16,-3 3 8-16,-8 2 5 0,-9 5-6 15,-4 1-10-15,-9 6-11 0,-6 3-13 0,-6 2-7 0,-2 4-12 16,-8 1-4-16,-2 5 1 0,-3 0-5 15,1 3-1-15,-1 0 0 0,5-3-3 0,1 1-3 16,1-3-4-16,5-3 0 0,6-3 0 0,2-5-4 16,10-5-2-16,0-2-3 0,6-7 0 15,4-1 5-15,8-5 3 0,4-3 3 0,6-4 0 16,6-8 1-16,7-3-1 0,7-8-4 0,5-6-7 16,4-5-12-16,1-2-24 0,6-2-54 0,-1-6-66 15,1-1-93-15,-2 2-157 0,0-1-218 0,-1 0-310 16,-4 2-257-16,0-1-199 0,-5 1 68 15,-5 0 517-15</inkml:trace>
  <inkml:trace contextRef="#ctx0" brushRef="#br0" timeOffset="4871.63">19746 1275 125 0,'3'6'578'0,"-3"2"397"0,0 6 204 16,0 3-95-16,0 4-313 0,0 2-174 0,0 7-110 15,0-1-87-15,-1 5-72 0,-3 3-55 0,1 2-59 16,0 1-75-16,-2 2-47 0,0 0-32 0,1 0-21 15,1-2-17-15,1-2-11 0,2-2-10 16,3-4-17-16,-1-2-68 0,2-5-79 0,-1-2-161 16,2-4-278-16,0-4-316 0,0-3-370 0,-2-7-248 15,2-5 62-15,-1-10 684 0</inkml:trace>
  <inkml:trace contextRef="#ctx0" brushRef="#br0" timeOffset="5044.79">19731 1066 63 0,'2'-16'615'0,"0"5"448"0,-1 4 142 0,-1 2-113 16,2 2-363-16,1 3-366 0,0 3-186 0,1 3-92 15,2 2-41-15,3 2-18 0,2 2-13 0,1 3-5 16,3 1 0-16,1 0-16 0,1 0-64 0,2 2-120 16,-1-4-165-16,2 2-291 0,2 1-267 15,-1-1-209-15,1 2 31 0,2 1 348 0</inkml:trace>
  <inkml:trace contextRef="#ctx0" brushRef="#br0" timeOffset="5447.67">20531 1411 288 0,'-9'-4'1012'16,"-2"0"499"-16,-2 2-30 0,-1 0-267 0,-2-1-492 15,-1 3-273-15,-2 3-157 0,-2 0-105 16,-2 3-64-16,-2 3-37 0,-4 5-24 0,1 1-13 16,-1 3-9-16,2 4-6 0,0 3-7 0,0 3-4 15,4 2-6-15,2 1-3 0,4 1-5 0,1-2-2 16,8-2-5-16,3-2-2 0,7-4-1 0,4-3-2 16,7-6-3-16,1-5-4 0,8-3-10 15,7-6-15-15,1-5-27 0,4-6-50 0,1-6-55 16,0-2-41-16,2-4-30 0,-1-1-14 0,-3-2 18 15,-1-2 56-15,-4 4 76 0,-1-1 46 0,-5 2 43 16,-3 3 36-16,-5 2 48 0,-1 2 50 0,0 4 44 16,-5 2 21-16,-3 4-3 0,-4 1-21 0,-1 4-33 15,-1 2-39-15,-4 5-38 0,-3 3-25 0,0 3-17 16,-5 4-6-16,4 3 0 0,-3 3-2 0,0 3-1 16,2 1 3-16,1 5-1 0,-2-1-17 0,5 4-64 15,-3-3-63-15,5 2-127 0,1-4-202 16,1-1-308-16,4-3-332 0,4-1-244 0,-1-5-108 15,4-3 425-15,1-4 589 0</inkml:trace>
  <inkml:trace contextRef="#ctx0" brushRef="#br0" timeOffset="6082.07">21039 1401 185 0,'13'-18'831'15,"-5"4"525"-15,-2 6 116 0,-3-1-208 0,-1 7-465 0,-2 0-311 16,-2 4-164-16,-2 0-110 0,-1 3-84 15,0 2-49-15,-1 3-30 0,0 0-20 0,1 4-9 16,0-1-8-16,0 3-7 0,0 3-1 0,-1 0-1 16,3 4 2-16,2 2 0 0,-3 2-1 0,4 3 2 15,0 0-1-15,0 5 0 0,2-1-3 16,0-1 0-16,-1 3 0 0,2 0 1 0,0-3 0 16,-1 2-1-16,-1-6-1 0,-1 0-1 0,2-5 1 15,-1-3-1-15,-1-2-2 0,2-5 0 0,0-3 2 16,-1-4 3-16,2-2 0 0,2-4 2 15,2-2 2-15,-1-5 2 0,0 0-2 0,1-1-3 16,-3-1 0-16,1-3 0 0,-2 0-1 0,3 1-1 16,-3 0 0-16,-1-1 1 0,1-1 0 0,-1-1 0 15,0 2-1-15,-2-4 0 0,1 2 0 0,1-4 1 16,1-2 2-16,0 0 2 0,0-3 0 16,3-1 1-16,2-3-1 0,-1-4 0 0,2 0-1 15,1-3 0-15,-1-2-1 0,2-1 1 0,3-1 0 16,-1-1-2-16,0 3 2 0,-1 1 3 0,1 5 2 15,-2 1 3-15,-1 4 2 0,-1 5-1 0,0 1-2 16,0 2-4-16,-3 3-2 0,0 1-5 0,2 1-1 16,0 3-3-16,0-1 0 0,2 1 0 15,0 1-2-15,2 0 0 0,-3 4 0 0,4-2-1 0,-2 1 0 16,1 3 0-16,-1 1 1 0,-1 1-2 0,-1 4 1 16,1 0 0-16,-2 2 1 0,0 2 0 0,-1 2 1 15,-3 1 1-15,-1 1 0 0,-1 4 1 0,-4-2 1 16,0 3 1-16,-3-2-1 0,-2 4 2 15,-1-1 0-15,-2-2-1 0,-4 2 1 0,1 1-1 16,-1 1 2-16,-3 2 2 0,-2-1 3 0,3 1 3 16,-3 2 3-16,1 0 3 0,0 0 1 0,2 1-2 15,-1 0-2-15,4-4-3 0,0 1-4 0,4-2-4 16,2-3-2-16,1-4-3 0,6 2 0 0,3-6-2 16,3-2-1-16,2-4-1 0,5-4-5 15,5-3-14-15,2-2-20 0,1-6-51 0,1-1-77 16,1-3-136-16,3 1-216 0,-4-1-301 0,3 1-356 15,0 0-320-15,1-2-99 0,-4 3 505 0,0 0 657 16</inkml:trace>
  <inkml:trace contextRef="#ctx0" brushRef="#br0" timeOffset="7425.71">22008 1180 68 0,'5'-6'553'0,"-3"3"471"16,-2 1 213-16,0 0-78 0,0-1-402 0,0 2-247 15,0 1-132-15,0 0-103 0,0 2-51 0,0 2-32 16,-2 1-22-16,0 4-30 0,-2 4-39 0,-1 4-19 16,-1 6-13-16,-1 2-1 0,-1 5-2 15,-4 2-3-15,2 1-8 0,-1 0-5 0,0-1-6 0,-1 4-11 16,0-4-5-16,-2 3-5 0,1-2-2 15,1-2-3-15,1-2-3 0,0-4-3 0,2-3-3 16,1 0-4-16,1-7-1 0,2-2 0 0,-1-4-1 16,5-1-1-16,-1-4 1 0,2-2 3 0,0-4-2 15,5-4 0-15,2-6 0 0,3-6 0 0,1-3-3 16,5-6 0-16,3-3 1 0,-3-3-5 16,4-2-4-16,-1-2 0 0,0-2 0 0,2 0-2 15,-4-1-2-15,0 3 5 0,0 0 4 0,-4 4-1 16,-1 6 1-16,-3 5 0 0,0 1-1 0,-2 7-4 15,-2 3-1-15,0 4 0 0,-2 6-1 0,0 4 2 16,1 6-1-16,-4 4 4 0,4 8 1 0,-4 5 3 16,1 2 6-16,-1 4 3 0,2 2 1 0,-1 1 1 15,-1-1 2-15,2 1 1 0,0-1-5 0,1-2-3 16,2-4 1-16,-1-3-2 0,1-2-2 0,3-4 1 16,1-5-1-16,1-3 3 0,2-5 1 0,3-6 2 15,2-5 1-15,2-5 0 0,2-6-1 16,1-7 1-16,-1-3 5 0,1-4 5 0,-2-4 6 15,-1-1 5-15,-2-4-1 0,1-1-1 0,-6-2-5 16,-2-3-7-16,-1-2-9 0,-1 1-4 0,-4 1-4 16,-1 1-2-16,-2 5-1 0,1 5-2 0,0 4 1 15,-2 4-2-15,0 7-1 0,0 4-7 0,0 3-12 16,0 6-12-16,0 4-27 0,1 6-68 0,1 1-78 16,-1 6-135-16,5 2-189 0,1 3-309 0,-1 3-332 15,5 1-229-15,3 3-53 0,1 1 463 0,4-1 555 16</inkml:trace>
  <inkml:trace contextRef="#ctx0" brushRef="#br0" timeOffset="7775.69">23141 1323 499 0,'6'-2'1193'0,"-3"0"359"0,-3 0-140 0,0 2-341 15,-2 0-455-15,1 2-228 0,-4 0-154 0,1 4-95 16,-5 3-53-16,3 6-30 0,-2 3-15 0,-3 5-5 15,3 2 2-15,0 7 4 0,1 2-2 0,0 4-2 16,2 4-3-16,5 2-6 0,4-3-9 0,5 1-8 16,7-3-6-16,4-4-6 0,9-5-3 0,5-8 3 15,6-6 0-15,7-9 1 0,4-8 1 16,8-9 1-16,4-8 1 0,2-6-4 0,3-4 0 16,0-7-2-16,-5-4 1 0,-2-1 1 0,-8-2 2 15,-4 0 4-15,-9 1 0 0,-7-4 4 0,-6 3 4 16,-9 0 0-16,-6 0 1 0,-11 1-2 15,-2-2-1-15,-11 4-8 0,-6 0-8 0,-9 5-4 16,-6 2-5-16,-10 8-3 0,-6 6-2 0,-5 9 9 16,-5 6 4-16,-2 11-5 0,-3 7-14 0,4 7-30 0,0 6-65 15,7 7-74-15,2 3-131 0,8 3-222 0,5 5-302 16,6 0-319-16,6 4-225 0,2-1-93 16,5 2 462-16,5 0 613 0</inkml:trace>
  <inkml:trace contextRef="#ctx0" brushRef="#br0" timeOffset="12271.8">10305 7611 319 0,'-2'-8'745'15,"-8"1"331"-15,-5-1 94 0,-5-1-238 0,-7 0-254 16,-3-1-138-16,-5 1-99 0,-3-1-78 15,-3-2-64-15,-5 0-50 0,-4 3-65 0,-1 0-56 16,-6-1-37-16,-5 3-19 0,-6 4-17 0,-3 2-14 16,-8 5-8-16,-6 3-9 0,-7 7-7 15,-4 4-3-15,-6 8-3 0,-7 3-2 0,-4 8-2 16,-6 8-1-16,-11 10-3 0,-3 10-1 16,-12 10-1-16,-1 8-3 0,-9 13 2 0,-6 8 0 15,-2 13 0-15,-3 10-1 0,-3 12-1 0,6 5 2 16,2 4 0-16,6 0-1 0,6 5 0 0,4 4-2 15,6 3 4-15,6-2 0 0,5 4 1 16,8-5-2-16,6-3 0 0,11-4 1 0,10-7-2 16,9-9 0-16,13-4-2 0,8-6 3 15,8-6-1-15,10-8 0 0,9-11-1 0,10-8-3 16,9-7 0-16,12-9-2 0,10-6 3 0,11-9 0 16,9-2-1-16,10-10 4 0,13-4 1 15,10-2 2-15,7-7-1 0,9-1 0 0,4-3-1 16,2 2 0-16,-2 0 0 0,2 3 1 0,-5 4 0 15,-3 5 0-15,-7 5 3 0,-5 7 0 0,-7 7 1 16,-9 8 1-16,-13 11 1 0,-9 8 6 16,-12 11 3-16,-12 9 9 0,-10 11 4 0,-11 9 3 15,-10 17 0-15,-12 11 2 0,-11 15-2 0,-5 7-8 16,-7 7-9-16,-7 4 0 0,-4 4-2 16,0-2-7-16,0-5-6 0,5-10 1 0,3-11 2 15,8-11-3-15,6-12 0 0,6-8 0 0,5-12 0 16,8-7-2-16,6-15 1 0,7-7-2 15,6-13-1-15,8-8 0 0,8-8 0 0,6-10 1 16,11-5-1-16,5-8 1 0,10-3 1 0,7-6 1 16,8-1 1-16,6-4 0 0,5 0 1 0,5 1 1 15,3 0-2-15,2 5 0 0,0-1-1 0,-1 6-2 16,0 0 1-16,-3 5 0 0,-1 0-1 0,-1 3 3 16,-2 4 1-16,-2 1 3 0,2 3 0 15,-3 3 0-15,-2 2 0 0,2-1 0 0,-2 3-2 16,0-2-2-16,-3-2-1 0,3-3-2 0,-1-3-1 15,3-4-3-15,0-5 2 0,1-6 2 0,3-6 1 16,4-8 2-16,4-4 2 0,7-9 2 0,9-6-1 16,5-9-1-16,6-7-1 0,7-5 0 0,6-8 1 15,8-5-2-15,6-1 2 0,7-2-2 16,1 0 0-16,0 5 1 0,3 0-1 0,0 5 2 16,-1 6-1-16,-2 4 1 0,-3 5-1 0,-2 6-1 15,-6 5-1-15,-6 7 0 0,-7 5 0 0,-4 4 1 16,-1 5 0-16,-4 4 3 0,-3 2-4 0,-6 3-2 15,-3 1 1-15,-1 0 0 0,-7 3 0 16,0-2 1-16,-5 1 1 0,-2-2 3 0,-3 0 0 16,2 0-1-16,0-3 1 0,0-3-1 0,2-3 0 15,1-3-2-15,1-5-1 0,3-5-1 0,1-8-1 16,5-8 0-16,4-7 1 0,3-11 0 0,8-6-1 16,6-12 2-16,7-8 2 0,10-13-1 15,4-8 1-15,5-8 1 0,7-11 1 0,2-6-3 16,6-5-3-16,-1-3 1 0,-7 3 2 0,-7 3 0 15,-6 0 1-15,-4 4 1 0,-6 3 3 0,-3 2-3 16,-9 0-3-16,-4 6-1 0,-3-1 0 0,-7 5 0 16,-5 0 2-16,-7 2 1 0,-6 4 2 0,-5 1 0 15,-6 1 0-15,-8 1 1 0,-2 1-2 0,-10 2-2 16,-6 2 0-16,-8 2 0 0,-9 1-1 16,-10 4 0-16,-11 0 1 0,-9 3 0 0,-10 3 1 15,-11 4 2-15,-9 3 0 0,-12 5-1 16,-13 5 0-16,-11 3 0 0,-12 6-3 0,-12 2 1 15,-7 5 0-15,-5 3 1 0,-4 1 0 16,-6 2 1-16,1-2 1 0,1 1 0 0,5-5-1 16,5-4 2-16,8-7-1 0,8-6-1 0,6-7 0 15,9-7-3-15,9-6-3 0,11-9 1 0,9-5 1 16,12-9 1-16,11-4 1 0,10-8 0 16,13-8 0-16,11-3-4 0,14-6 0 0,10-5 1 15,12-5-2-15,12-8 0 0,7 2 2 0,10 0 2 16,11-3 2-16,5 6-1 0,10-7 1 15,9 0 1-15,3 3-1 0,1 1 0 0,5 1-1 16,0 0 1-16,3 0 0 0,2-2 0 0,3-1 2 16,-3 3-4-16,1 0-3 0,-2 4 2 0,-6 5 1 15,1 5 2-15,-5 4 1 0,1 1 2 16,2 0-1-16,-5 3-3 0,-3 4-2 0,0 2 0 16,-6 0 2-16,1 3 1 0,-4-1 2 15,-1 1 0-15,-2 0 2 0,-1 0-5 0,-6-1-1 16,-2 0-1-16,-4 4 0 0,-5-2 1 0,-2 1-1 15,-7 3 2-15,-2-4 0 0,-6 5-1 16,-7 1 0-16,-5-1-1 0,-4 2-1 0,-8 2 2 16,-6 3 1-16,-4 2 1 0,-7 0 0 0,-6 3 0 15,-5 1 0-15,-6 3 1 0,-4 1-1 0,-4 3 0 16,-9 2 2-16,-2 2-1 0,-4 3 0 0,-3 3 0 16,-5 3 0-16,-3 5 0 0,0 0 0 15,-5 5-1-15,0 3 0 0,-1 2 1 0,2 0-1 16,1 5 0-16,5-2 0 0,2-2-1 15,6 1 0-15,4 0 0 0,5-4-2 0,7-1 0 16,6-5 0-16,8-4 0 0,7-1-1 0,3-4 0 16,7-2 1-16,10-2-1 0,0 0 0 15,8-3 3-15,2 0 0 0,3 1 0 0,2-4 1 16,2 5 1-16,1-2-1 0,-1-1-2 16,1 0-1-16,-1 0-1 0,0 4 0 0,-2-1 0 15,-2 4 0-15,-4 2 3 0,-1 0 0 0,-4 0 3 16,-4 2 1-16,0 0 0 0,-6 2 0 0,-6-1 0 15,-1 2-1-15,-4 0 1 0,-7 0-2 16,-4-1 0-16,-4 2-2 0,-8 1 0 0,0 2 0 16,-10 1-1-16,-3 3 1 0,-6 1 0 0,-5 2 0 15,-8 4 1-15,-1 0-2 0,-9 4 0 16,-4 0 0-16,-3 2-1 0,-4 3-2 0,-3 0 0 16,0 4 1-16,-1 1 1 0,1-1 2 0,-1 3 2 15,3-2 0-15,3 1 2 0,0 0 0 16,4-1-1-16,2 0-2 0,2 1-1 0,4 1 1 15,3-1-1-15,3-1-1 0,6 2 1 0,1-2 0 16,4 3 0-16,3 1-1 0,3 0 1 16,3 0-1-16,2 4 1 0,1-3-1 0,0 3 0 15,2 1 0-15,1-1 0 0,1 4-1 16,0-1 1-16,2 1 1 0,-1 2 0 0,0 1 0 16,-1-1 0-16,-1 4 2 0,2-1-1 15,-1 1 1-15,-2 1-1 0,-1 0 0 0,-1 0-1 0,2 1 1 16,-3 0 0-16,0 1 0 0,-1 1-1 15,-1 0 0-15,-1-1 0 0,-2 1-1 0,-2 2 1 16,-1-1-1-16,-2 0 1 0,-1 1-1 16,-2 1-1-16,0-1 0 0,-3 4-1 0,-3 1-1 15,-1 0 0-15,-2 4 1 0,0-1 0 0,-5 5 2 16,-2-2 2-16,0 1 1 0,0 3 1 16,-3 0 0-16,-1 2 0 0,-2-2-2 0,0 4 0 15,0-2-1-15,1 2 0 0,1-1-1 16,1 0 1-16,3-1-1 0,2 3 1 0,1-1 1 15,4-2-1-15,0 1 1 0,4-1 0 0,3-1 0 16,1 1-1-16,4-2-1 0,3-1 1 0,4-1 0 16,1 1-2-16,4-3 2 0,3-1-2 15,3-2 0-15,4 0 0 0,0-1 0 0,3-2 0 16,3 2 0-16,-1-1 0 0,3 1 0 16,-1-2 1-16,2 2-1 0,0 0-1 0,-1 1 2 15,-1-2 0-15,-2 3 1 0,0-3 1 16,0 3 0-16,-3-1 2 0,-1 3-2 0,-3-4 1 0,0 1-1 15,-3 1 1-15,-1 1 0 0,-3 0-1 16,-2 0 0-16,-1 1 0 0,-2 1-1 16,-1 1-1-16,-1 0-1 0,-2 0 2 0,-1-2-1 15,0 2 1-15,1-1 0 0,-1 0 1 0,-1-3 1 16,0 0 0-16,-1-2 0 0,1-2 1 0,-3-3-1 16,1 3-1-16,1-4 0 0,-1 0-1 15,-2-1 2-15,4-1-1 0,-2-1 0 0,0 0 0 16,4-2 0-16,-2-1 0 0,4-1-1 15,1 0 0-15,1-2 0 0,2 0 0 0,1-2 0 16,2 2-1-16,1-2 1 0,2-1 0 0,0 0-1 16,3-1 1-16,-1 1-1 0,1-2 1 15,2 0-1-15,1 2 0 0,1 1-1 0,-1-1 2 16,2 0-1-16,1 0 0 0,0 1 1 16,2-1 0-16,-1 2 0 0,2-1 0 0,1 1-1 15,-1-1 1-15,1 1-1 0,1 1 1 0,-1 0-1 16,0-2 0-16,-1 4-1 0,2-2 2 0,-1 3-2 15,-2 0-1-15,2 1 1 0,-1 1 1 16,1 1 1-16,1 1-1 0,-2 2-1 0,2-2 2 16,0 2-2-16,0 0 1 0,2-2-1 15,0 0 1-15,0-1 1 0,1-1-1 0,0-1 0 16,2 1 1-16,-2-3 0 0,2 1 0 0,-2 1-1 16,2-2 1-16,0 2 0 0,0 2 0 15,0-4 0-15,0 3-2 0,-2 2 2 0,2-1 0 16,-1 1 0-16,-1 0 0 0,2 1-1 15,-3 1 1-15,1-2 0 0,-1 0 1 0,0 3-1 16,0-3 2-16,-2 1 0 0,-1-1 0 0,1 1 1 16,-3-2-1-16,0 1-1 0,-3 1 0 15,2-1 0-15,-3-1 0 0,-1 2 0 0,0-1 0 16,-3 0 0-16,2 2-1 0,-4-3 1 16,2 1 0-16,-2 0-1 0,0 0 0 0,-1 0 0 15,0-2 0-15,0 1 0 0,-1 1 0 0,-1-2-1 16,2 2 0-16,0-1 1 0,2-1 1 0,-1 1 0 15,2-4 0-15,1 3 0 0,2-2-2 16,-1 0 1-16,3-1-1 0,0 0-2 0,3 0 0 16,1 0-11-16,1-2-21 0,1 0-54 15,1 0-79-15,2-2-142 0,2 0-225 0,2 2-309 16,5-2-361-16,0 0-314 0,1-1-71 0,0 0 541 16,4 0 639-16</inkml:trace>
  <inkml:trace contextRef="#ctx0" brushRef="#br0" timeOffset="23304.07">23659 5155 55 0,'8'-10'461'0,"-3"-1"365"16,-5-2 274-16,-5 2 44 0,0 1-386 15,-3-2-213-15,-3 2-95 0,-3 0-65 0,0 1-71 16,-5 2-59-16,-3-1-46 0,-2 2-40 0,-3 3-46 16,-5 2-40-16,1 1-25 0,-3 1-18 0,0 2-7 15,-1 3-3-15,2 3-14 0,1 2-6 16,2 3-5-16,2-1-4 0,4 3-5 0,4 0-2 15,1 3-2-15,7 0 1 0,3 1-4 16,6 0-1-16,3 1 4 0,3 0 0 0,6 2 2 16,4-3 0-16,5 4 6 0,3-2 0 0,4 0 0 15,0 2 0-15,3-2 0 0,2 0 2 16,0-1 1-16,-1 2 1 0,-2-3 0 0,-1 3-1 16,-2-2 0-16,-3 2 1 0,-2-4-2 15,-6 2 0-15,-1-1 1 0,-4-2 3 0,-3-1 1 16,-5 3 2-16,-4-3-1 0,-2 1 1 0,-6-2-1 15,-3-1-3-15,-4 2 1 0,-1-4-3 0,-2 1 1 16,-4-1 1-16,0-1 0 0,-3-1 0 16,2-3 2-16,2 0 0 0,-2-2-1 0,3-3 0 15,2-1-1-15,4-2-1 0,0-5-10 16,5-1-36-16,2-6-53 0,5-2-55 0,6-2-71 16,1-5-119-16,7 1-152 0,5-5-184 15,1 1-238-15,7 0-222 0,0 0-100 0,4 0 212 16,1 1 421-16</inkml:trace>
  <inkml:trace contextRef="#ctx0" brushRef="#br0" timeOffset="23655.67">24213 4995 47 0,'14'-14'490'0,"-5"4"423"15,-2-1 269-15,-3 4-17 0,0 2-375 16,-3 0-233-16,2 3-168 0,-3 0-119 0,-3 2-86 0,0 3-53 15,-3 3-26-15,-1 2-35 0,-2 3-11 16,-4 8-8-16,2 0-3 0,-3 4 28 16,0 3 4-16,-2 4-2 0,2 1-7 0,-2 1-2 15,5 2-4-15,-2-1-28 0,4 1-15 0,1-1-8 16,1 0-4-16,6-1-5 0,-1 1-1 16,2-2-1-16,2 1-2 0,-1-1-2 0,4-1-1 15,0 1 2-15,1-2 0 0,3 1 0 0,-1-1 0 16,2-1 4-16,1 0-1 0,2-3 1 15,1-1-4-15,0-4 3 0,2 0 1 0,1-5-4 16,2 0 0-16,2-3 2 0,3-4 3 0,-1-3-2 16,2-3-7-16,2-2-33 0,-3-2-54 15,2-3-53-15,-1-1-79 0,0-3-139 0,-1-2-177 16,-3-1-245-16,0 0-232 0,-2-1-209 16,-3-2-10-16,0-1 367 0,-5 0 436 0</inkml:trace>
  <inkml:trace contextRef="#ctx0" brushRef="#br0" timeOffset="23939.64">24133 5044 125 0,'2'-2'663'0,"-2"1"404"16,1 1 98-16,1 0-117 0,1 0-425 15,5 0-292-15,5 1-149 0,1 3-63 0,3-2-26 16,6 2-11-16,4 3-12 0,-1-5-7 0,4 5-19 16,2-1-20-16,1 0-12 0,1 2-7 0,-3-1 0 15,2-1-5-15,1 0-1 0,-6 2 1 16,1-2 1-16,-3 0-3 0,0 1-1 16,-6 1-1-16,-2-1-18 0,-3-1-60 0,-5 2-115 15,-4-1-151-15,-2 1-252 0,-4-2-279 0,-4 1-231 16,-4-1-30-16,-6-1 301 0,-2-1 404 0</inkml:trace>
  <inkml:trace contextRef="#ctx0" brushRef="#br0" timeOffset="24149.73">24058 5260 32 0,'-4'13'384'15,"4"0"244"-15,0-2 165 0,4-1 36 0,4 0-352 16,2 1-249-16,3 1-113 0,6-4-44 15,5 3-15-15,0-5-1 0,6 1 1 0,5-5 4 16,2 2-5-16,4-4-9 0,2 0-8 0,1-2-11 16,2-1-13-16,-2 0-6 0,-1 0-6 0,0 0-24 15,-5 0-72-15,-3 3-111 0,-5-2-230 16,-2 4-226-16,-4-2-141 0,-3 4 3 16,-3-1 199-16,0 1 265 0</inkml:trace>
  <inkml:trace contextRef="#ctx0" brushRef="#br0" timeOffset="24796.03">25151 5109 5 0,'5'-9'366'16,"-1"1"316"-16,-3 1 295 0,2 2 118 0,-3 1-301 16,2 1-223-16,0 0-151 0,-2 1-101 15,0 2-95-15,-2 0-80 0,0 4-50 16,-1 0-30-16,-2 4-7 0,0 3 18 0,-2 4 29 15,-1 4 18-15,0 5 3 0,-2 2 25 0,0 4-1 16,-2 2-17-16,-2 4-26 0,0 1-20 0,-2 2-12 16,0 3-28-16,1-1-17 0,-1 4-16 15,4-4-4-15,0-3-2 0,4-1-3 0,1-6-5 16,4-6-2-16,2-2 3 0,2-7 0 16,-1-2 0-16,7-7 4 0,-2-4 5 0,4-4 1 15,2-7-2-15,0-4 0 0,0-4-3 0,3-4 1 16,-1-1-4-16,0-4 1 0,-4-2 0 15,1 1 0-15,1-2 1 0,-3-4 0 0,0 0 1 16,-2 0 0-16,2-3 1 0,-4 1 0 0,1-1-2 16,2 2 3-16,-4 1 2 0,0 4 7 15,0 4 5-15,2 3 5 0,-4 5 3 0,2 2-2 16,-3 4-4-16,2 3-8 0,0 2-9 16,-2 2-6-16,1 0-3 0,-1 7-3 0,0 3 0 15,-1 0 2-15,1 5 2 0,0 3 0 0,0 0 1 16,0 0 0-16,1 0-1 0,3-2 0 15,0 1 0-15,3-2 2 0,5-4 0 0,-1 0 1 16,7-3 3-16,-2-5 1 0,6 0 1 0,0-5-2 16,0-3 0-16,5-2 1 0,0-3-1 0,-4-2-2 15,1 0 1-15,-3-1 1 0,-1 2 1 16,-4-1 0-16,1 0 1 0,1 0-1 16,-5 1-1-16,-1-1-1 0,1 2-2 0,0 1-4 15,-4 0 0-15,-1 3 1 0,-2 3-1 0,1 1-1 16,-4 0-1-16,0 4 0 0,-1 1 1 0,0 6-1 15,-2-1 2-15,-2 5 3 0,-3 5 0 16,0 3 1-16,-1 3 0 0,-4 4 0 0,-1 1-2 16,-2 4 2-16,-1 0-1 0,2 2 1 15,-4 2 2-15,1-1-1 0,3 1-2 0,-1 0-10 16,0-1-51-16,4 1-69 0,0-1-91 16,-3 0-171-16,4 1-299 0,-4 3-328 0,1-3-284 15,-2 2-173-15,1-1 204 0,-1-1 631 0</inkml:trace>
  <inkml:trace contextRef="#ctx0" brushRef="#br0" timeOffset="26441.63">26153 5563 46 0,'4'-3'284'0,"2"0"174"0,-2 2 181 16,-1-1-3-16,-3 1-67 0,1 1-71 0,-2 0-52 15,-2 1-33-15,-3 2-31 0,-4 3-44 0,-1 3-61 16,-6 5-42-16,-3 7-7 0,-3 4 13 15,-6 8 2-15,-1 6-18 0,-3 4-8 0,-5 6-18 16,-4 5-32-16,-3 3-33 0,-4 3-31 0,-2 4-24 16,-2 3-21-16,-6 2-13 0,1 2-8 0,-2 1-18 15,0 0-10-15,0-1-7 0,3-2-4 16,6-3-3-16,2-5 1 0,8-6 1 0,2-3 1 16,7-5-16-16,6-8-69 0,6-2-67 15,3-7-138-15,5-5-188 0,8-6-316 0,0-8-331 16,8 0-232-16,0-8-74 0,5-3 443 0,1-4 544 15</inkml:trace>
  <inkml:trace contextRef="#ctx0" brushRef="#br0" timeOffset="27096.22">26241 6504 44 0,'-6'1'451'15,"-2"4"338"-15,-5-2 190 0,4 4-5 0,-4 2-353 16,4 3-200-16,-3 6-109 0,0 5-52 0,1 5-29 16,-1 6-5-16,0 6-23 0,3 0-36 0,-3 3-41 15,2 4-31-15,2-2-19 0,1 2-21 16,4-4-18-16,3-2-12 0,5-3-13 0,3-6-5 16,7-6-1-16,5-3 0 0,6-8 6 15,8-10-4-15,2-5 6 0,5-9 1 0,2-6-11 16,2-9-2-16,0-4-6 0,-1-6 4 0,-1-1 4 15,-5-2 39-15,-7-1 62 0,-4 1 46 16,-11 1 19-16,-3 3 2 0,-10-1-8 0,-6 1-37 16,-7 1-44-16,-6 1-34 0,-4 2-21 0,-2 2-14 15,-5 2-6-15,0 5-5 0,-2 7-3 16,-1 0-2-16,2 7 0 0,-2 4-3 0,2 6 0 16,-1 4-1-16,2 6-3 0,6 2 0 15,1 7-1-15,6 1 1 0,1 4 1 0,7 1-14 16,3 0-47-16,6 3-55 0,3 0-64 0,7-2-116 15,3-3-172-15,4-2-262 0,7-5-249 16,3-2-228-16,5-6-120 0,3-5 269 0,3-4 492 16</inkml:trace>
  <inkml:trace contextRef="#ctx0" brushRef="#br0" timeOffset="27617.84">26861 6772 42 0,'20'-16'318'0,"-4"-1"216"0,-2 2 217 0,-6 0 26 15,0-3-121-15,0 3-81 0,-3 3-64 16,0 2-64-16,-4 3-70 0,1 1-81 0,-2 4-84 15,0 5-72-15,-2 2-45 0,-1 7-24 0,-2 1 19 16,0 6 17-16,-4 3 14 0,3 6-1 16,-1 0-6-16,-2 4-10 0,0 1-36 0,1 2-26 15,-1 2-16-15,0-1-8 0,1-2-5 16,2 1-5-16,1-4 2 0,2-2-4 0,0-6-1 16,0-1-2-16,1-6-2 0,2-2 3 15,0-6 14-15,2-1 20 0,1-2 7 0,0-8 13 16,2-1 0-16,0-6 0 0,3-4-16 0,-2-4-16 15,1-2-10-15,2-6-6 0,-1-3-6 0,1-2-1 16,0-5 2-16,3-5-1 0,0-4-1 16,-1-3-2-16,4-2 0 0,-1-6 1 0,2-3-2 15,-1 0 0-15,1 3-1 0,0 2-1 16,-3 7 0-16,-1 5 0 0,-2 6 2 0,-4 7-2 16,3 4-2-16,-2 6 0 0,-2 2-4 0,-1 5-4 15,0 4-4-15,0 1 0 0,4 3 2 16,-2 4 1-16,6 4 4 0,-3 3 5 0,5 1 2 15,-2 1 2-15,3 5 1 0,0 0-1 16,-2 5 1-16,2-1-1 0,-1 3 2 0,-3 0 0 16,0 0 1-16,-2 3 1 0,-2-2 9 0,-2 1 7 15,-4 1 2-15,-2 1 11 0,-2-1 7 0,-6 1 3 16,-3-2-7-16,-1 1-5 0,-5 0-5 16,-2-3-9-16,-2 1-8 0,-1-3-4 0,-4-1-1 15,2-3 0-15,0-2-1 0,0-3 1 16,3 1 1-16,5-7-1 0,-1 2-5 0,4-3-16 15,2-3-42-15,2 0-66 0,4-3-61 0,1 0-103 16,5-4-139-16,3 0-168 0,3-1-217 16,4-1-219-16,1-1-186 0,5 1 49 0,-2 0 336 15,3-1 395-15</inkml:trace>
  <inkml:trace contextRef="#ctx0" brushRef="#br0" timeOffset="27912.86">27696 6479 191 0,'12'-6'509'0,"-2"2"264"0,-4 1 143 16,1 2-206-16,-1-1-160 0,-3 5-85 0,0 0-64 16,0 5-24-16,-1 1 22 0,-1 8 20 0,-2-1-58 15,-2 3-64-15,-1 4-52 0,-2 2-42 16,-2 4-59-16,-1 3-50 0,1-1-27 0,-5 4-23 15,2 2-10-15,-2-1-12 0,1 3-8 16,1 2-5-16,-2-1-2 0,2-2-1 0,1 3-3 16,0-2-1-16,0-2-1 0,4-1-8 15,-2-5-24-15,2-6-49 0,-1 0-62 0,4-9-62 16,-2-4-113-16,5-5-158 0,-1-4-188 0,1-3-254 16,0-6-211-16,1-3-155 0,-1-3 180 0,0-3 444 15</inkml:trace>
  <inkml:trace contextRef="#ctx0" brushRef="#br0" timeOffset="28157.65">27566 6344 81 0,'2'-10'597'16,"-2"3"419"-16,1 1 146 0,1 1-93 15,3 2-401-15,1 0-305 0,2 2-177 0,5 1-70 16,4 0-27-16,5 1-16 0,0 0-6 0,7 3-5 15,2 0-2-15,6-1-16 0,3 2-12 16,2-3 2-16,7 3 2 0,-2-5-2 0,5 2-4 16,0 1-8-16,-1-2-3 0,0 1-11 0,-2 0-8 15,0 1 1-15,-2-1-17 0,-4 2-75 16,-2-3-149-16,-2 2-263 0,-2 1-272 0,-4-1-278 16,-1 2-213-16,-6-1 129 0,-2-1 496 15</inkml:trace>
  <inkml:trace contextRef="#ctx0" brushRef="#br0" timeOffset="33361.72">16453 5577 110 0,'-4'4'305'15,"0"1"127"-15,0-2 97 0,3-2-187 0,-1 1-152 16,0 1-90-16,2-3-49 0,0 2-33 16,0-2-14-16,0 0-10 0,2 0 0 0,0 0-4 15,-1 0-2-15,4 0 6 0,0 0-1 0,1 0-1 16,5 1 0-16,0-1-4 0,3 1 49 0,4 3 22 15,2-2 24-15,4 2-15 0,3 0 53 16,9 1 74-16,6 3-8 0,6-2-8 0,7 0-7 16,5-2 119-16,8 1 20 0,7-2-42 15,3-1-17-15,7-2-11 0,7-2-12 0,3-1-89 16,7-2-59-16,3-2-28 0,4 0 6 0,0-3 9 16,3 2 5-16,-2-3 2 0,-2 4-1 15,-1-1 0-15,-5-1-26 0,-6 1-20 0,-4 4-14 16,-9 1-14-16,-4 2-6 0,-6 1-4 15,-7 2-5-15,-4 3 4 0,-5 2-27 0,-7 1-87 16,-6 3-129-16,-3 1-205 0,-8 0-274 0,-3 3-259 16,-4 0-144-16,-9 0 175 0,-1 2 388 15</inkml:trace>
  <inkml:trace contextRef="#ctx0" brushRef="#br0" timeOffset="34470.71">14553 17862 168 0,'8'0'313'0,"-1"-2"106"0,-1 2-2 0,-3-1-166 15,2 1-117-15,1 0-75 0,-1 0-34 16,1 0-19-16,2 0-6 0,6 0 21 0,3 1 23 15,4 1 34-15,6 0 40 0,7 1 57 0,4 1 52 16,7-1 44-16,6-2 52 0,8 1 37 0,7-2 17 16,8-2 12-16,7 0-18 0,9-4-48 0,5-2-52 15,7 0-58-15,6-2-50 0,7-2-57 16,7 1-42-16,6-2-29 0,5 0-13 0,6 2-5 16,3 0-10-16,1-1-5 0,-1 0-2 0,1-1-1 15,-3-3-5-15,-2 3-3 0,-1-6 3 0,-4-1-1 16,-3-3-2-16,-2 1-9 0,-11-3-67 0,-5-1-113 15,-9-1-145-15,-8-2-271 0,-7 0-271 16,-6-7-232-16,-10-3-24 0,-11-5 297 0,-9-4 404 16</inkml:trace>
  <inkml:trace contextRef="#ctx0" brushRef="#br0" timeOffset="35875.58">19336 6523 86 0,'2'6'308'16,"0"0"144"-16,-2 0 110 0,0 0-115 0,1 3-176 15,-1 3-89-15,0 2-27 0,0 4 0 16,0 4 15-16,0 7 21 0,0 4 17 0,2 2 31 16,-1 7 24-16,3 7 19 0,-1 4 14 15,0 7-1-15,1 7-18 0,-4 6-40 0,3 6-48 16,-3 6-51-16,-3 5-33 0,2 3-23 0,-4 5-19 15,1 1-11-15,-1 5-9 0,-2-2-5 16,1 3-18-16,-2-3-8 0,2 0-5 0,-1-2-3 16,1 2-1-16,0-2 6 0,-2 0-1 15,3 1-8-15,-1 0 7 0,-1-1 24 0,3-1 10 0,-4 1 9 16,3-1 6-16,-1 3-1 0,1-2-11 16,0 3-24-16,-2-3-3 0,3 1-7 15,0-1-2-15,-1 2 6 0,0 0 24 0,0 1 23 16,0 0 11-16,-1-1 13 0,2 0 6 0,-3-2-2 15,2 0-17-15,-1 1-18 0,-2 0-18 0,0-1-15 16,0-2-10-16,2-2 0 0,-2-2-3 16,0-2-4-16,2-2 3 0,-1 0 0 0,-2 0 1 15,1-2-2-15,0 2-3 0,0-2 1 0,-2 1-2 16,1 0 0-16,1-1 0 0,-1-1 1 16,1 1-2-16,-1 0 2 0,1 2 0 0,-3 0-1 15,3-3-2-15,0-2 2 0,-1-1 2 16,1 0-4-16,0 0 5 0,-1 0 2 0,0 2-2 15,0-1-5-15,-1 2 0 0,-1-2 2 0,3 2 0 16,-1-2 0-16,1-2 2 0,-5 4 2 0,5-4-3 16,-1 1 1-16,-2 0-4 0,1-2-5 15,2 1 0-15,-1-4-1 0,3 1 4 0,-2-3 4 16,1-2 0-16,-2-2 3 0,4 2 1 0,-1-3-3 16,1 1 1-16,-2 0-7 0,3-3-3 15,-2 4-1-15,1-4 5 0,0 2 4 0,-1-2-1 16,1 3 3-16,-3-1 4 0,4 0 0 0,-5 0-5 15,3 0-5-15,1 2 0 0,-4-3 1 16,3 3 3-16,-1-4 6 0,1 1 2 0,-2-1 5 16,2-3 1-16,-1-3-3 0,1-1-3 0,0-3-4 15,0-5-2-15,-1 0-2 0,2-6 1 0,1-3-2 16,-3-5 0-16,0-5-1 0,0-5 1 16,2-4-2-16,1-4-1 0,0-4 4 0,-1-1-2 15,1-3 2-15,-1-1-2 0,-1-3 2 0,1 0-1 16,2 0-3-16,-2-1-1 0,0-1-2 0,4 0-5 15,-4-1-12-15,2-1-24 0,2 1-40 16,-1-2-48-16,0-2-46 0,2-1-92 0,-3 0-130 16,1-3-143-16,-1 0-218 0,2-3-238 0,-1-1-203 15,-1-3 57-15,0-4 359 0,-2 0 383 16</inkml:trace>
  <inkml:trace contextRef="#ctx0" brushRef="#br0" timeOffset="36197.07">18351 16417 5 0,'-3'1'360'0,"1"3"280"0,1 3 223 16,-1-2 98-16,2 3-273 0,3-1-175 0,-1 3-109 15,3 2-63-15,0 0-50 0,0 2-51 0,4 2-55 16,0 1-50-16,1 2-22 0,2 3-1 0,1 1 16 15,0 1 14-15,3 4 7 0,0-1-6 16,1 1-14-16,2 0-24 0,-2 1-29 0,4-4-19 16,1 1-21-16,-3-5-13 0,3-3-10 0,-2-5-6 15,1-6-3-15,1-3-4 0,0-8 0 0,-2-6 0 16,1-8 4-16,0-9 5 0,-2-7 1 16,0-7-1-16,-3-7-4 0,1-7-30 0,-1-8-57 15,1-5-57-15,-4-7-126 0,1-6-168 0,-2-9-306 16,-2-9-281-16,-2-6-229 0,-1-15-122 0,-2-10 350 15,-5-16 518-15</inkml:trace>
  <inkml:trace contextRef="#ctx0" brushRef="#br0" timeOffset="37059.71">19068 6913 53 0,'6'-3'351'0,"0"-3"215"0,-3 0 176 0,0-3 40 16,2 0-169-16,2-3-89 0,-1-3-50 16,3-3-36-16,-1-4-44 0,4-5-67 0,0-3-68 15,2-4-58-15,3-6-24 0,1-3 1 0,3-1-10 16,1-1-5-16,-3 2-21 0,1 2-17 15,-4 5-34-15,1 4-32 0,-4 7-23 0,-2 5-16 16,-1 3-9-16,-4 9-7 0,3 8 2 16,-2 8-1-16,-2 13 2 0,-1 7 2 0,0 9-3 15,-1 4-4-15,0 6-6 0,1 4-2 0,1 3 0 16,2 1 1-16,1 3 2 0,0-2-1 0,2 1-40 16,0 0-58-16,1 0-107 0,3 1-175 15,-2 0-300-15,1-1-318 0,0 0-274 16,1-1-160-16,-1-5 295 0,3 2 588 0</inkml:trace>
  <inkml:trace contextRef="#ctx0" brushRef="#br0" timeOffset="37887.76">20253 10562 169 0,'-17'6'435'0,"3"-2"218"16,-2 0 151-16,2 1-156 0,1-1-221 16,5 1-123-16,0-1-91 0,5 2-63 0,3 0-52 15,2 1-13-15,6 4 5 0,3-3 40 16,8 3 24-16,4-1 9 0,4-1 50 0,5 0-6 16,4-2-19-16,4-1-46 0,3-2-27 0,4 0-6 15,-1-4-42-15,3 1-21 0,-2-1-12 0,-4 0-3 16,-3 0 0-16,-6 1-10 0,-4-1-8 15,-3 2 6-15,-6 1 79 0,-7-1 79 0,0 4 42 16,-8-1 14-16,-4 7-3 0,-5-1-11 0,-7 4-62 16,-5 3-58-16,-7 1-37 0,-2 4-19 15,-7 1-12-15,1 4-8 0,-3 0-9 0,0 1-4 16,-1 2-4-16,2-1 0 0,5-1-4 0,0 2-2 16,3-3-1-16,6-1-3 0,3-1-1 15,3-3-3-15,5-1-1 0,4-3 0 0,6-3 1 16,4 1 1-16,5-3 3 0,3-3 2 15,3-4-1-15,6-3 2 0,3-2 1 0,2-5-1 16,2-2 0-16,5-2 1 0,-1-1-13 0,0-3-52 16,1 1-69-16,-2-2-100 0,-3 1-160 0,3-2-262 15,-3 1-325-15,-1-1-274 0,0-1-177 16,0-1 177-16,-1-3 549 0</inkml:trace>
  <inkml:trace contextRef="#ctx0" brushRef="#br0" timeOffset="38083.68">21383 10645 263 0,'4'-2'866'0,"2"2"352"0,-6 2-11 16,-3 6-161-16,-3 2-476 0,1 3-259 15,0 5-102-15,-1 4-46 0,0 3-18 0,-2 3-24 16,0 4-20-16,0 1-25 0,2 3-27 16,-4 1-22-16,2 1-17 0,2 1 0 0,-1 2-2 0,3-2-2 15,-4 1-10-15,5 0-36 0,-2 0-40 16,4-2-99-16,-1-1-155 0,0-2-204 0,2-3-300 15,4-1-251-15,-3-4-185 0,4-1 145 0,-2-5 464 16</inkml:trace>
  <inkml:trace contextRef="#ctx0" brushRef="#br0" timeOffset="38403.64">21662 11329 147 0,'13'-10'766'0,"-7"0"459"0,-1 0 114 0,-3 0-111 15,-1-6-401-15,-1 2-318 0,0-6-166 16,0-4-86-16,0-2-69 0,3-7-65 0,1-5-45 16,0-6-27-16,2-2-17 0,2-6-10 0,4 0-5 15,2-6-2-15,2 1-5 0,2-1-3 16,4 6-3-16,-2 4 0 0,0 6-2 0,-1 8-3 16,-3 3 0-16,1 9-2 0,-1 6-2 0,0 5 2 15,0 7 0-15,1 4 0 0,-2 8 2 16,2 5-1-16,-4 6 0 0,0 6 0 0,0 1 0 15,0 5 2-15,-4 6 2 0,1 0-2 16,-2 5 2-16,-1 3 1 0,2 5-1 0,-5 0 0 16,0 2-3-16,-3 0-9 0,2-1-38 0,-3-4-70 15,2 0-68-15,-4-6-123 0,2-7-173 16,-3-6-259-16,2-3-287 0,-1-8-206 0,-3-5-115 16,0-6 294-16,-1-5 491 0</inkml:trace>
  <inkml:trace contextRef="#ctx0" brushRef="#br0" timeOffset="38581.06">21793 10993 478 0,'-10'-19'955'16,"-2"4"270"-16,4 1-59 0,2 3-352 15,3 3-326-15,3 1-211 0,2 0-133 0,5 2-73 16,3 1-32-16,4 0-18 0,3 1-9 16,9 0-4-16,0 0-3 0,4 2 0 0,2 1-1 15,5 0-2-15,-1 0-4 0,2 2-42 0,3 1-126 16,-1 3-166-16,-1 0-286 0,4 5-269 15,-2 0-251-15,0 2-74 0,3 2 357 0,-4-2 446 16</inkml:trace>
  <inkml:trace contextRef="#ctx0" brushRef="#br0" timeOffset="39153.64">22725 10637 384 0,'8'-13'870'0,"-3"2"306"0,-2 3-13 16,1 2-295-16,-1 0-353 0,-1 3-223 16,1 1-131-16,-1 7-65 0,1 3-25 0,0 6 0 15,0 8 18-15,1 1 48 0,-3 5 21 16,2 6 1-16,-3-1-8 0,0 5-18 0,0-1-26 15,-1 3-43-15,-1 1-20 0,1-1-14 0,-4 1-9 16,1-5-2-16,1-3-5 0,2-3-3 0,-3-7 2 16,1-3 20-16,-3-5 11 0,3-2 4 15,-2-3 4-15,0-4 0 0,1-5-5 0,-4-2-20 16,-2-5-13-16,2-4-6 0,0-3-5 16,0-5-3-16,-1-4-3 0,3-3 1 0,1-4-2 15,2-4-1-15,1-3-2 0,4-1 0 0,3-1 2 16,3 1 0-16,6 0-2 0,-2 1 0 0,7 3 3 15,2 2 1-15,4 1 1 0,2 4-1 16,3 1 1-16,0 2 1 0,0 3-1 0,2 3-1 16,-1-1 0-16,1 2 0 0,-2 3 0 15,0 1 1-15,-5 1-2 0,1 3 1 0,-9 0-1 16,0 4 0-16,-5 1 1 0,-4 3 1 0,-2 6 2 16,-6 3 2-16,-5 4 2 0,-1 5 0 15,-5 5 4-15,-5 4 5 0,-2 5 10 0,0 2 4 16,-4 2 3-16,1 4 2 0,-3 2-2 15,2 0-3-15,3 1-11 0,2-2-5 0,2-1-6 16,5-3-3-16,3-5-3 0,5-3-3 0,7-5 2 16,3-2-2-16,6-6 1 0,1-3-11 15,3-3-51-15,4-3-68 0,1-4-103 0,1-2-174 16,2-2-304-16,0-1-327 0,0-1-274 16,0-2-149-16,-1-1 265 0,-1 1 614 0</inkml:trace>
  <inkml:trace contextRef="#ctx0" brushRef="#br0" timeOffset="39819.65">23869 10613 457 0,'4'-13'974'16,"-3"0"274"-16,-1 1-35 0,0 3-245 0,2 1-352 15,-1 1-212-15,-1 5-121 0,0 2-66 0,0 0-53 16,-3 7-63-16,2-1-47 0,-6 10-16 16,2 2 4-16,-3 4 1 0,-1 4 5 0,1 4 3 15,-1 2 0-15,-4 3-6 0,0 5-15 0,-1-2-10 16,0 5-9-16,-2-2-3 0,3 0-2 15,1-4 0-15,-1 0-3 0,4-8-1 0,1-3-2 16,2-5 0-16,1-5-3 0,3-4-2 16,1-3 1-16,2-3 3 0,2-3 4 0,5-4 3 15,-2-6 1-15,4-2-3 0,0-2 1 0,2-4-2 16,-1-6 0-16,3 1-3 0,-2-4 1 16,-1-2-1-16,3-5 1 0,-5-1-1 0,1-4 0 15,1-1 0-15,-2-2 2 0,-1-1 0 16,2-1-2-16,-2 3 3 0,0 0-3 0,-2 7 2 15,0 1-4-15,-3 7 0 0,2 3 1 0,-2 7-8 16,0 0 0-16,1 7-2 0,1 5-1 16,-1 6 1-16,2 4 0 0,2 6 6 0,-1 3 0 15,1 4 3-15,2 4 4 0,0 2 0 0,0 0 3 16,0 4-1-16,2-1 1 0,-1 1 1 16,0-1-4-16,2-3 1 0,-3-4-1 0,3-3 2 15,-2-5 3-15,2-4 0 0,-2-3 4 0,3-7 8 16,-3-4 5-16,2-8 4 0,1-5 0 15,-1-3 1-15,-1-5-3 0,1-5-7 0,0-2-3 16,-1-5-2-16,1-1-3 0,0-3-3 16,-1-1 0-16,0-3-1 0,3 0-5 0,0 1-3 15,-1 2-1-15,-1 2-3 0,2 3-1 0,0 7-5 16,-2 3-16-16,0 3-53 0,-3 7-57 16,2 3-52-16,-4 5-68 0,4 3-97 0,-3 4-112 15,0 3-71-15,1 3-65 0,2 1-123 16,1 5-213-16,1-4-68 0,1 4 109 0,-1 1 253 15,-2 1 268-15</inkml:trace>
  <inkml:trace contextRef="#ctx0" brushRef="#br0" timeOffset="40059.58">24575 10467 85 0,'4'22'315'16,"0"1"217"-16,-4 3 242 0,-2 4 21 15,-1 1-64-15,0 2-86 0,-2 4-79 0,0 3-95 16,-1 4-93-16,1 3-107 0,4-3-93 0,1 1-56 16,4-6-38-16,5-1-27 0,4-5-26 15,5-8-12-15,-1-5-8 0,7-8-5 0,3-4-2 16,1-10-3-16,4-7 12 0,3-7 29 15,1-7 44-15,2-5 36 0,0-5 21 0,-2-3 11 16,-3 0-7-16,-3-3-19 0,-4 0-29 16,-6-2-29-16,-2 3-20 0,-9 0-14 0,-1 1-8 15,-3 0-12-15,-10 6-6 0,-1 1-6 0,-5 7-3 16,-8 5-1-16,-4 7-11 0,-5 5-42 16,-4 7-67-16,-2 6-61 0,-1 2-124 0,2 6-182 15,1 3-309-15,4 3-274 0,5 3-210 0,3 3-94 16,4 3 359-16,7 3 527 0</inkml:trace>
  <inkml:trace contextRef="#ctx0" brushRef="#br0" timeOffset="41247.01">25961 10597 107 0,'-1'-4'325'16,"-3"-1"165"-16,1 1 154 0,2-2-121 0,-1 2-116 16,0-2-59-16,4 0-19 0,1 1-7 15,0-3-1-15,5 1-7 0,2-1-33 0,2 0-13 16,4 0-12-16,5-1-35 0,2 0-48 0,6 0-43 15,1 0-10-15,1 3-27 0,4-1-31 16,-1 6-13-16,-3 0-8 0,-1 3 34 0,0 3 42 16,-1 2 16-16,-4 1 4 0,-3 3 24 0,-1 1 11 15,-1 1-28-15,-4 2-48 0,1 1-22 16,0-2-11-16,-4 1-28 0,2 0-16 0,0-2-7 16,-2 0-5-16,3 2-3 0,-2-5-4 0,4-1 5 15,-2 0-2-15,1-3 0 0,1-1 0 0,-1-3 0 16,2 0 2-16,1-4-2 0,1 1 2 15,0-4-1-15,1 0-1 0,1-3-21 16,2-1-68-16,1-1-66 0,-2-3-138 0,3-1-214 16,-1-2-314-16,1 0-319 0,-2 0-221 0,-4-4-57 15,-2 2 472-15,-2 0 558 0</inkml:trace>
  <inkml:trace contextRef="#ctx0" brushRef="#br0" timeOffset="45121.64">28263 10176 195 0,'23'-13'501'15,"-5"1"338"-15,0-2 250 0,-9 1-188 16,-1-2-193-16,-3 2-110 0,-3 1-85 0,-5 2-95 16,-2-1-98-16,-7 1-60 0,-2 0-48 15,-3 1-55-15,-5 1-51 0,-3 1-34 0,-2 1-17 16,-2 2-18-16,-1 2-8 0,0 1-7 0,3 2-4 15,-1 1-3-15,1 2-9 0,3 1-2 16,2 1 0-16,3 0-1 0,2 1 0 0,2 0-7 16,1 2 1-16,6-2-2 0,2 4 0 0,-2 0 1 15,8 1 0-15,3 3 1 0,2 2 1 16,4 1 1-16,4 1 1 0,4 5-1 16,4-1-1-16,1 3 2 0,4 0-1 0,0 2-1 15,3 0-2-15,-1 1 2 0,-1 0 1 0,-2 1-1 16,-2-2 2-16,-1 0 0 0,-4-1 0 0,-3-1 1 15,-3-1 1-15,-4-1 2 0,-4-1 2 16,-4-1 2-16,-5 0 2 0,-3-3 0 0,-8-1-1 16,-3-2-1-16,-2-1-1 0,-4-2-1 15,-3 0 1-15,-4-3 0 0,1-2-2 0,-4-2 2 16,0-2-2-16,2-2 7 0,1-2 4 0,4-4 1 16,2-1 3-16,4-3-2 0,5-2 0 0,3-2-9 15,7-5-4-15,6-2-5 0,7-4-3 16,7-2 0-16,9-6-4 0,6 0 3 0,7-5-1 15,9 1 2-15,2-5 0 0,6-1-1 0,4-1 4 16,-2-1-3-16,3 1 2 0,-1 2-1 16,-2 2 1-16,-6 1 2 0,-4 5-1 0,-8 2 5 15,-6 4 1-15,-6 4 1 0,-8 3 0 16,-5 2 0-16,-10 2-1 0,-4 3-2 0,-8 3-2 16,-3 3-2-16,-10 3-2 0,-1 5 2 0,-5 2-2 15,-2 4 0-15,1 2 0 0,-1 5 2 16,0 2-1-16,2 1-2 0,4 4 0 0,0 1 2 15,5 2-3-15,4 2 0 0,4 0-15 0,3 0-61 16,3-1-60-16,7-4-111 0,4 1-161 16,6-5-285-16,5 0-322 0,5-4-243 0,4-4-169 15,1-4 254-15,5-2 557 0</inkml:trace>
  <inkml:trace contextRef="#ctx0" brushRef="#br0" timeOffset="45469.67">28828 10291 425 0,'-5'14'868'0,"-5"5"275"0,-5-2 12 0,-1 7-297 16,-3 1-331-16,0 3-214 0,1 1-117 0,0 0-71 15,3 2-50-15,1-1-38 0,3-1-20 0,5-2-9 16,0-3 0-16,6-4 1 0,6-4-1 16,2-4 3-16,4-3-7 0,9-7-1 0,1-4-3 15,5-4 0-15,-2-6 0 0,5-5 5 0,4-4 4 16,-4-4 0-16,1-2 11 0,-2-2 27 15,-2 1 45-15,-2 0 50 0,-7-2 35 0,-1 4 12 16,-4 0-4-16,-6-4-28 0,-2 2-38 16,-5 0-43-16,-3 3-31 0,-4 1-17 0,-5 2-14 15,1 1-3-15,-7 3-7 0,1 4-4 16,-4 1 0-16,-2 8-6 0,0 2 2 0,-4 6-1 16,1 2 1-16,-3 10 0 0,1 1-2 0,3 3 2 15,-1 6 0-15,5 2-2 0,-1 2-12 0,5 3-48 16,4 0-53-16,5 1-62 0,4-2-124 15,7-4-170-15,5-2-281 0,5-2-249 16,7-5-222-16,5-3-93 0,4-5 314 0,2-4 492 16</inkml:trace>
  <inkml:trace contextRef="#ctx0" brushRef="#br0" timeOffset="45787.6">29370 10363 330 0,'3'-4'853'0,"-5"2"328"0,-2 4 16 15,-7 2-268-15,-2 4-353 0,-2 5-247 0,-3 4-137 16,1 6-75-16,-4 0-45 0,4 4-30 0,-2 2-18 16,3 0-12-16,0 1-7 0,3 1 2 15,5-3-3-15,2 0-1 0,6-6-4 0,6-5 2 16,2-2-1-16,7-4 1 0,4-6 3 16,1-5-11-16,4-7-5 0,3-4-5 0,1-3-2 15,1-5-3-15,-2-4-1 0,-1-1 15 0,-2-1 7 16,-5-2 7-16,0-2 2 0,-5 1 12 15,-1 0 16-15,-5 0 22 0,-3 0 17 0,-4-1 6 16,-1 1 3-16,-1 1-10 0,-6 0-13 16,-1 3-22-16,-4 1-23 0,-1 4-9 0,-3 5-13 15,-1 2 0-15,-4 6-18 0,1 6-35 0,1 2-41 16,-3 3-122-16,6 6-168 0,-3 1-299 0,3 1-275 16,7 4-237-16,-1 1-89 0,4 2 366 15,0 0 489-15</inkml:trace>
  <inkml:trace contextRef="#ctx0" brushRef="#br0" timeOffset="46498.31">30033 10783 144 0,'-2'-1'492'0,"0"1"349"0,1-1 233 16,1-2-132-16,0 1-278 0,0 0-186 0,1-3-137 15,4 0-120-15,2-3-86 0,2-2-52 0,0-2-17 16,7-2-9-16,0-3 5 0,3 0 8 15,0-4 12-15,5-1 27 0,-2-2 26 0,1 1 26 16,-2 1 8-16,1-3-4 0,-3 6-4 0,-5 2-17 16,-2 3-20-16,-2 2-24 0,-3 6-20 15,-2-1-14-15,-2 1-16 0,-1 5-16 0,-2 2-11 16,-4 5-13-16,-1 3-7 0,-3 7-3 0,-2 1-3 16,-2 5 1-16,3 2-2 0,-4 2 4 0,4 1 0 15,1 1 3-15,-1-3-1 0,2 0-1 0,2-2 1 16,2-2-2-16,2-2-1 0,2-1-1 0,1-8 0 15,3 3-1-15,5-4 3 0,2-6 4 16,4-3 0-16,2-5 0 0,9-4 0 0,2-4 0 16,4-5 1-16,2-3-2 0,-2-2 0 0,-1 2 1 15,-1-3 0-15,-4 2 0 0,-3 1 0 16,-7 2-1-16,-1 5 3 0,-3-1 1 0,-4 3 2 16,-3 2-1-16,-2 4-2 0,-1-1-2 0,-6 7-5 15,-2 0-2-15,-2 0-4 0,-3 8 0 0,-3 1 2 16,-1 3-1-16,-1 3 1 0,0 1 2 0,0 1 0 15,6 4-1-15,-4-2 0 0,5 1-3 0,3 0-24 16,1 0-63-16,2-2-61 0,2 0-101 16,2-4-158-16,2 1-277 0,3-3-307 0,3-1-232 15,2-3-175-15,-1 0 196 0,0-4 541 0</inkml:trace>
  <inkml:trace contextRef="#ctx0" brushRef="#br0" timeOffset="47137.66">30781 10837 108 0,'-7'0'694'0,"-1"2"477"16,2-1 190-16,-2-1-65 0,2-1-411 0,1-1-335 16,3 1-185-16,1-4-99 0,2-1-87 15,4-1-83-15,4-4-48 0,3-2-18 0,4-3-6 0,2-1-2 16,3-3 3-16,1-2 8 0,4-1 6 15,0-1 0-15,3 2 0 0,-4-2-5 0,2 4 1 16,-4 1-5-16,-3 2-4 0,-2 3-6 0,-1 1-5 16,-5 4-3-16,-3 1-5 0,0 4-4 0,-5 0-1 15,2 2 0-15,-3 2 1 0,-1 3 0 16,0 3 2-16,-4 3-1 0,0 3 2 0,-2 4-1 16,-2 0 0-16,1 2-1 0,-2 1 0 0,-1 0 0 15,2 1 0-15,-1 0-1 0,2 0-1 0,0-2-1 16,2 1 2-16,1-3-3 0,2-1-1 15,2-3 2-15,2-2-1 0,3 0 1 0,4-4 0 16,1-5 1-16,6-1 2 0,-1-6-1 0,5-2 0 16,3-3 0-16,0-3 0 0,1-1-1 0,1-1 0 15,2-1 1-15,-6 2 0 0,2-2 0 0,-4 1 0 16,0 3-2-16,-6 3 0 0,0-1-2 0,-6 3 0 16,1 2 0-16,-4 3-3 0,-1 1 3 15,-2 2 1-15,-1 4 2 0,-2 3-1 0,-2 1 6 16,-1 3 5-16,-2 2 1 0,0 0 1 0,-2 4 0 15,2-2 0-15,2 0-5 0,-2 1-4 16,3-2-2-16,1 1-2 0,4-2 0 0,2-5 0 16,3 1 2-16,6-5 0 0,3-2-1 0,9-4 1 15,2-4-1-15,7-2 0 0,7-5-1 0,3-2 4 16,3 0 4-16,3-1 3 0,0 1 1 0,-1 0 2 16,-4 3 0-16,0 0-4 0,-6 3-4 0,-7 1-3 15,-6 4-1-15,-4 1-1 0,-7 2-1 16,0 3 1-16,-7 2 0 0,-2 3 5 0,-4 2 3 15,-3 2 2-15,-1 3 1 0,-4 2 0 0,0 2 0 16,-2-2-6-16,0 1-3 0,2 2-4 0,0-1-4 16,4 0-13-16,-3-2-31 0,3 0-84 0,-2-2-147 15,3-2-259-15,-2 0-318 0,0-3-393 16,1 0-436-16,-1-2-49 0,1 1 719 0</inkml:trace>
  <inkml:trace contextRef="#ctx0" brushRef="#br1" timeOffset="55959.62">6996 3391 202 0,'-13'3'383'0,"-1"-1"141"15,1 3 112-15,-1-2-216 0,5 2-101 16,-1-1-54-16,2-2-35 0,2 1-27 0,3 0-39 15,3 3-53-15,3-1-65 0,5 1-32 16,3 1-14-16,3 0 34 0,7 1 21 0,2-2 81 16,7-1 64-16,4 0 28 0,2-4 13 0,5-1-10 15,5-4-6-15,0 0-76 0,4-2-46 16,2-1-24-16,-1-3-14 0,3 3-22 0,0-2-18 16,-2 0 21-16,-3 1 4 0,3-2 5 15,-3 3-3-15,0-1-2 0,-2 1-2 0,1-1-14 16,-1 2-13-16,-2 0-9 0,2 2-3 0,-3-1-2 15,2 1 0-15,-2 0 2 0,1-1-2 16,1 2-2-16,-2 1 2 0,3 2-1 0,-4-2-4 16,3 2-2-16,-5 2 1 0,0-2-1 15,2 2-1-15,-2 1 3 0,-1 0-2 0,0 0 0 16,0 0-1-16,-2-2 1 0,3 2-3 0,-3-1 10 16,2-1 4-16,-1 1 2 0,2-2 4 15,0 0 2-15,3 0 3 0,-1-2-11 0,2 1-2 16,2-2-2-16,3-2-5 0,-2 3-3 0,2-4 2 15,0 0 3-15,0 1 12 0,2-1 7 16,-1 1 4-16,1-1 5 0,0 2-1 0,-1-2 2 16,1 1-11-16,0-1-3 0,2 2-3 0,3-2-2 15,2 1 47-15,-1 0 24 0,4 0 9 16,-1-2 1-16,1 1-1 0,3-1-6 0,-2-2-40 16,4 1-21-16,0-2-10 0,0 2 16 0,2-3 7 15,1 1 8-15,6-1 0 0,-2 0-2 16,5-1-4-16,0 2-18 0,2-1-10 0,1 1-7 15,-1 0 8-15,1-1 6 0,0 3 3 0,-1-3 4 16,3 3 0-16,1 0 1 0,-3-1-10 0,2 0-5 16,0 2-2-16,-2-3 0 0,0 1 4 0,-1-1 2 15,-2-1 1-15,0 0 0 0,0-1-1 16,-1-2-2-16,-4 0-5 0,0 0-3 0,-4-3-1 16,-5 4-4-16,-5-2-1 0,-7 1-3 0,-5 5-2 15,-9-3-2-15,-6 5-5 0,-9 1-21 0,-8 3-72 16,-8 1-102-16,-6 5-196 0,-9 1-286 15,-7 1-331-15,-7 2-374 0,-7 1-184 0,-7 2 295 16,-8 0 713-16</inkml:trace>
  <inkml:trace contextRef="#ctx0" brushRef="#br1" timeOffset="57404.21">1255 6856 234 0,'8'0'466'0,"-5"3"221"16,5-3 201-16,0 0-178 0,-2 2-96 0,2-2-77 16,-3 0-86-16,0-2-82 0,-1 2-98 0,-1 0-93 15,0-3-65-15,-1 0-37 0,1-2-10 0,-1-3 9 16,6-4 40-16,6-3 41 0,2-6 14 0,6-4 3 16,1-3-5-16,4-5-13 0,-1-4-34 0,1-4-37 15,5-1-22-15,-1-3-16 0,4-2-14 16,-1 0-13-16,1-3-11 0,0 0-5 0,-2 3-2 15,2-1-2-15,-2 1 0 0,-1 2 2 0,0 3 3 16,-4 2 0-16,-1 2-2 0,-4 4 1 0,-3 6-1 16,-3 2 2-16,-4 5 0 0,-1 3 1 0,-4 4-1 15,-3 4-16-15,-2 2-56 0,-4 4-60 0,-6 0-101 16,-4 4-165-16,-5 4-267 0,-1 0-311 0,-7 5-246 16,-1 2-179-16,-4 2 201 0,-2 1 550 0</inkml:trace>
  <inkml:trace contextRef="#ctx0" brushRef="#br1" timeOffset="57643.6">1333 6169 263 0,'12'8'459'0,"-2"-1"157"0,1 3 93 16,4 5-245-16,0-1-125 0,5 4-61 0,2 2 60 15,-1 1 46-15,4 1 19 0,2 3-21 16,-2 1-54-16,2 1-35 0,0 0-87 0,-1 0-71 15,0 0-47-15,1 1-43 0,0-2-23 0,0 1-12 16,0 1-7-16,-2-3-2 0,-1 0 0 0,1 0-1 16,-3-2 0-16,0-1-6 0,-1 2-15 0,1-4-59 15,-3-2-110-15,-3 0-127 0,-2-4-178 0,-3 3-294 16,-1-4-252-16,-1-3-91 0,-3-1 206 0,-2-4 358 16</inkml:trace>
  <inkml:trace contextRef="#ctx0" brushRef="#br1" timeOffset="58282.08">2349 5779 280 0,'12'-3'633'15,"-3"2"244"-15,-3 5 157 0,0 5-121 0,0 5-317 16,-2 4-169-16,0 3-92 0,0 3-51 0,0 3-59 15,3 1-24-15,2 4-8 0,-1 1-6 0,0 1-7 16,0 1-8-16,1 1-23 0,-1 2-46 0,0-3-36 16,0 3-25-16,1-4-12 0,-2 0-9 15,1-2-8-15,0-2-3 0,-2-2-1 0,0-5-3 16,-1-2-3-16,0-2 1 0,-2-3 1 0,0-3 0 16,-1-1 1-16,1-4 14 0,-2 0 12 15,-2-1 4-15,-2-2 0 0,0-3-1 0,0-1-2 16,-2-1-13-16,-2-2-9 0,-1-4-7 0,-1-1-1 15,1-5-4-15,-3-4-1 0,0-5-2 0,0-5-3 16,-2-5 1-16,2-6-5 0,0-4 2 0,0-2 2 16,5-5 3-16,1-3 3 0,2 0 1 0,6 0 3 15,0 1 0-15,5 3-3 0,5 3 0 16,1 1-1-16,5 4-3 0,1 1 1 0,4 2 0 16,3 3 0-16,0 1-1 0,3 4-2 0,-2 3 1 15,2 3-4-15,0 6 2 0,-1 2 0 16,-1 2 0-16,-1 6 0 0,-6 1 3 0,1 5 2 15,-2 4 2-15,-3 3 5 0,-5 5 3 0,-1 2 7 16,-4 5 7-16,-4 5 7 0,-3 5 4 0,-5 4-1 16,-3 4 1-16,-2 4-5 0,-7 2 1 0,-2 4-7 15,0 2-2-15,-5 1 0 0,1-3 0 16,-4 3 3-16,3 0-10 0,-3-1-2 0,0-2-4 16,0-4-3-16,4-1-4 0,0-4-6 0,5-5 3 15,0-4 0-15,7-3-2 0,0-5 0 0,5-3-2 16,3-3 0-16,3-1 0 0,3-3 0 0,4-3 0 15,5-2 2-15,3 0 2 0,0-3 6 0,7-3 5 16,1-3 2-16,1-4 1 0,5-2 0 16,3-4 0-16,1-2-7 0,3-3-4 0,0-1-5 15,-1-4-17-15,3 2-35 0,-3-2-74 0,1-1-101 16,0 0-163-16,-2 0-275 0,-1-1-320 0,-2 0-334 16,1 0-176-16,-4 0 198 0,-3-1 602 0</inkml:trace>
  <inkml:trace contextRef="#ctx0" brushRef="#br1" timeOffset="58523.66">3304 5691 70 0,'2'-3'625'16,"-2"3"450"-16,-2 1 140 0,1 1-102 0,-3 2-358 16,3 1-350-16,-1 2-180 0,2 3-87 15,0 1-44-15,2 4-6 0,1 2 37 0,0 4 14 16,5 1 10-16,-2 5 0 0,-1 2-5 0,3 4-28 15,-2 3-50-15,3 3-29 0,-2 1-17 0,1 2-11 16,0 1 0-16,1 0-1 0,1-1 3 16,-2-2-24-16,1-4-51 0,-1-1-47 0,-2-6-75 15,-1-3-121-15,-1-5-152 0,-3-4-159 0,-1-6-179 16,0 0-240-16,-3-5-118 0,1-6 159 0,-4-3 335 16,-2-5 319-16</inkml:trace>
  <inkml:trace contextRef="#ctx0" brushRef="#br1" timeOffset="58823.64">3228 5423 27 0,'5'-19'484'0,"-2"4"383"16,0 4 191-16,1 1-37 0,-1 3-353 0,3 5-308 16,-2-1-150-16,4 6-52 0,2-1-2 0,2 4 5 15,1 0-4-15,3 3 15 0,2 2-3 0,0 3-23 16,4 2 25-16,-2 4 10 0,2 1 5 0,0 5-18 15,-1 1-29-15,1 4-18 0,-2 0-51 16,1 4-30-16,1 1-18 0,-2 0-11 0,-2 1-3 16,1 1-3-16,-3-2 0 0,-1-1 0 0,-2-1 12 15,1-1 10-15,-6-3 8 0,0 0 1 0,-3-4 4 16,-1 0-2-16,-4-1-11 0,0-1-9 0,-4-2-7 16,-1-1-4-16,-3 0-2 0,0-1-11 15,-3-1-51-15,0-1-65 0,-2 0-102 0,-4 0-164 16,1 0-301-16,-3 1-321 0,-3 1-282 0,3-2-172 15,-3 0 240-15,0-1 599 0</inkml:trace>
  <inkml:trace contextRef="#ctx0" brushRef="#br1" timeOffset="74663.63">11170 7274 25 0,'0'-4'204'15,"1"3"108"-15,-1-1 57 0,0 1-25 16,2-1-52-16,-2 1-38 0,0-1-18 0,2 1 6 15,-1-1 16-15,-1 1 30 0,0-1 31 16,0 2 27-16,0-1 15 0,0 0-3 0,0 1-27 16,0 0-39-16,0 0-44 0,0 0-52 0,0 0-48 15,0 0-38-15,0 0-26 0,0 0-23 16,0 1-14-16,-1 0-11 0,-1 1-8 0,2 1-7 16,-2 0-8-16,-1 1-7 0,0 4-3 15,-1 0-2-15,-1 3 0 0,0 3 2 0,0 0-1 16,-1 3-1-16,-2 1 5 0,2 2 5 0,-1 0 2 15,1 2 0-15,-2 0 3 0,0-2-1 16,2 4-3-16,1-3-7 0,-3 1-2 0,3-1-2 16,-2 0 4-16,2-1-3 0,-1-1 3 0,-1 1 0 15,2 0 1-15,-1-1 1 0,0-1 0 16,1 4-2-16,0-2 2 0,-1 1 11 0,-2 2 28 16,2-1 24-16,-1 0 25 0,-1 3 16 0,-1-3 3 15,1 1-10-15,-1 2-25 0,-1-1-23 16,1-1-22-16,-1 0-17 0,1 0-8 0,-1-2 7 15,1 1 8-15,-1-1 7 0,-1 0-3 16,3 0 3-16,-3 0 2 0,0-1-11 0,0 3-11 16,1-4-5-16,0 1-4 0,-2 2 2 0,1-4-1 15,-1 3-3-15,2-3-1 0,1 0 3 16,-2 0 1-16,1 0-1 0,-1-1-2 0,0 2 4 16,0-2-2-16,1 0-2 0,0-2 1 0,0 3-1 15,0-1 0-15,0-1 0 0,0 1 4 16,0-3-2-16,1 5 2 0,-2-2 1 0,3-3 0 15,-1 1-1-15,-1 1 0 0,2 0 1 0,-3-2-2 16,2 0-1-16,-1 1 1 0,-1 1 0 16,0 0 0-16,1-1 1 0,-4 1 7 0,0-1 5 15,-2 3 5-15,2-1-1 0,-5-1-1 16,3 1 3-16,-3 2-3 0,2 0-2 0,-2 0-4 16,0-1 0-16,1 1 1 0,0 0-3 0,2-2-5 15,0 0-3-15,1-1-2 0,2-2-1 16,1 1-2-16,4-3 0 0,-1-2-2 0,3-2 1 15,2-1-2-15,1-1 1 0,0 1-2 0,1-2 2 16,2 0 0-16,2 2-1 0,1-1 2 16,-1 0 0-16,1 2 2 0,2-1 0 0,-2 4 0 15,2-2 1-15,1 3 1 0,-1 1 0 0,-2 1 1 16,0 2-1-16,0 0 3 0,-1 2 0 16,-2 2 2-16,0-1 0 0,-2 3 2 0,-1-1 6 15,0 0 1-15,0 1 1 0,-1-1 1 16,-3 2-1-16,1-1-1 0,-1 0-7 0,-1 1-1 15,2 1-2-15,-3 0-2 0,0-1 1 0,0 0-1 16,0-1-2-16,-1 0-1 0,0 1 0 16,-2-2 0-16,2-1-2 0,1-1 1 0,-4 4 1 15,2-3 5-15,1 1 4 0,-5-1 2 16,4 1 3-16,-2-1 0 0,-1 3 0 0,0 0-2 16,-1-1-3-16,1 1-2 0,-2 1 0 0,2-2-1 15,-2-1-2-15,4 0 1 0,-2 0-2 16,2-1 0-16,0-3-2 0,2 0 0 0,1-3 0 15,2-2-1-15,0-2 0 0,2-2 0 16,2-1-1-16,1-2-1 0,-1-1-1 0,1-1-1 16,1-2-1-16,1 4 1 0,-2-5 0 0,2 0 0 15,0 0 1-15,0 2 0 0,0-2 1 0,0 0-1 16,0 0 0-16,0 0 0 0,0 0 1 16,0 0-2-16,0 0 3 0,0 0 1 0,0 0 0 15,0 0 0-15,0 0 1 0,0 0 1 16,0 0 1-16,0 0-1 0,0 0 1 0,0 0 0 15,0 0 1-15,0 0 1 0,0 0-2 0,0 0 2 16,0 0 1-16,0 0 1 0,0 0 0 16,0 0 0-16,0 0 2 0,0 0-1 0,0 0 2 15,-2 0-3-15,2 0 1 0,0 0 1 16,0 0-1-16,0 0 1 0,0 0-1 0,0 0 2 16,-1 0 2-16,1 0 1 0,0 0 0 0,0 0 2 15,0 0 2-15,0 0 1 0,0 0 2 0,-2 0 2 16,2 0 2-16,0 0 3 0,0 0 5 15,0 0 2-15,0 0 5 0,-1 0-2 16,-2 0-2-16,1 0-7 0,-4 0-5 0,1-2-7 16,-1 2-8-16,-4 0-4 0,1-3-2 0,-1 1-1 15,-4 2 0-15,3-1-1 0,-3 0 1 0,-2-1 0 16,0 0 1-16,-1 2 0 0,-2 0-1 16,1 0 1-16,-4 0 0 0,-1 2-1 0,-1 0 0 15,-2 0 1-15,-2 0 0 0,1 1-1 0,-3-1-1 16,-2 4 0-16,-1-1 1 0,-2 1-1 15,-1 0 0-15,-2 1 0 0,0 0 0 0,2 1-1 16,-1 1-1-16,1-1 0 0,0 3 0 0,1-2-1 16,2 3 0-16,0 0 1 0,1 0 2 15,0 3-1-15,2 0 1 0,0-2 1 0,2 6 0 16,1-3-1-16,0 2 0 0,0 1-1 16,2 3 1-16,-2-2-1 0,3 5 0 0,-1-2 0 15,1 2 0-15,0 0 0 0,2-2-1 0,-3 1 1 16,0-1 0-16,1 2 0 0,-1-3 0 15,0 0 1-15,-1 2 1 0,0-4-1 0,0 1 2 16,2 0-1-16,-1-4 0 0,0 1 0 16,0-2-1-16,-1 1 1 0,4-2-2 0,-2-2 1 15,1 2 0-15,1-3-1 0,-1 0 0 0,1-2 1 16,0 2 0-16,1-4 0 0,-1 2 1 0,0 0 1 16,0-1 0-16,0-1 0 0,-2 0-1 15,1 0 1-15,-1 1-1 0,0-1 0 0,0 1 1 16,1-1-1-16,-2 0 0 0,2-1 1 15,-4 1-1-15,2-1 0 0,1 1 0 0,-4 2 0 16,1-3-1-16,0 1 0 0,0 2 0 0,-1-2-1 16,-1 1 0-16,-1 3 0 0,0-1-1 15,0 1 0-15,2 1 0 0,-1 1 0 0,1-1-1 16,-1 1 0-16,3 0-1 0,0 0 2 16,1 1-1-16,1-1 2 0,0 0-1 0,2 0 1 15,3-1 1-15,0 2 0 0,2-4 0 0,0 0 0 16,1-1 0-16,5 1 0 0,-2-3 0 15,2 1 0-15,3 0 0 0,-2-1-1 0,1-2 0 16,1 2 0-16,0-1 0 0,2 0 0 16,-2 1 0-16,0 0 1 0,0 2-1 0,0-1 1 15,-3 1-1-15,3 0 1 0,-3 2 1 0,0-1 0 16,0 2 0-16,-2-1 1 0,-1-1 0 0,3 3 0 16,-3-1 0-16,1-2 0 0,-2 1-1 15,0 0 0-15,1 1 1 0,-2-2-1 0,-1 1 0 16,1-1 0-16,-3 1 0 0,0 0-1 15,-3-1 0-15,2-1 0 0,0 0 0 0,-2 1-1 16,0-2 1-16,3 1-1 0,-1-2-1 0,1 0 0 16,1 2 1-16,-1-1-5 0,3-2-6 15,-1 1-12-15,1 0-16 0,0-3-26 0,2-1-55 16,2-1-79-16,2 1-141 0,-1-3-240 16,5 1-305-16,1-4-362 0,3 1-297 0,1-6-41 15,-1 0 595-15</inkml:trace>
  <inkml:trace contextRef="#ctx0" brushRef="#br1" timeOffset="76211.56">9831 10212 70 0,'-2'1'353'0,"2"-1"206"0,-3 2 161 0,1-2-19 15,1 1-226-15,1-1-130 0,0 0-73 0,0 0-52 16,0 0-35-16,1 0-49 0,-1 0-58 16,0 0-46-16,2 2-29 0,1-2-13 0,-1 1-6 15,4-1 1-15,3 3 5 0,1 0 5 16,1 2 3-16,5-1 2 0,0 4 2 0,6 1 3 15,0-1 1-15,3 5-3 0,-1-1 3 0,3 1-3 16,2 3 0-16,-1 2 0 0,0-2 44 16,-1 3 65-16,-2 2 30 0,2 1 15 0,-4 3 6 15,0 0 33-15,1 3-21 0,-2 1-47 0,-1 1-24 16,-1 0-15-16,-1 0-6 0,-1 1-36 0,0-5-21 16,0 3-12-16,2-3-8 0,-2-3-3 15,1 0-1-15,0-4-7 0,0 1 2 0,3-4-1 16,0-1 3-16,3 0 2 0,-1-2 0 15,2-1 3-15,2-4 5 0,0 1 1 0,2-3 1 16,4 2-4-16,-1-4 0 0,3 2 1 16,3-2-3-16,1 3-1 0,-2-1 1 0,3-1 1 15,0 2-3-15,-3 0 0 0,2 1 0 0,-1 2-6 16,-1-1-2-16,-1 2-6 0,-1-1 2 16,-1 3-3-16,-1 0 1 0,0 1 4 0,-3-2 6 15,-1 4 12-15,-1-2 11 0,-4 0 11 16,2 1 4-16,-2 0-2 0,-3-1 0 0,-1-2-7 15,1 5-10-15,-3-4-9 0,0-1-3 0,-1 1 1 16,-1-1-6-16,-1 1 2 0,-1-1 0 0,1-1-1 16,-3 1-1-16,1-2-3 0,-1 1 2 15,1-1-3-15,-3 1-2 0,3 0 1 0,-3-1 2 16,2 0 3-16,1-1 1 0,1 2-2 16,0-2 0-16,1 1-1 0,2-1-2 0,0 2 0 15,0-1 0-15,2 0 3 0,4 0-1 0,-3-1 1 16,4 1 0-16,0 2 0 0,2 2-1 15,0-2-4-15,-1 3 2 0,1 0 0 0,-1 2 1 16,1-1 57-16,0 1 36 0,-2 1 36 16,-2 0 20-16,0 1 9 0,-1 1 2 0,0-1-38 15,-2 3-21-15,-2-2-25 0,0 0-20 0,-1 1-15 16,3-1-4-16,-3 1-12 0,1-3-10 16,-2 1-3-16,3-5 0 0,0 3-2 0,2-2-3 15,-1-3-3-15,4 0 3 0,-2-1-2 16,2-3 0-16,1-1 0 0,-1 0 2 0,-2-2 0 15,2-2 0-15,-4 0 0 0,1-2 0 0,-4 1-3 16,-1 0 1-16,-2-2 0 0,0 1 0 0,-2 0-1 16,-1 1-1-16,0-1 2 0,0 2 2 15,0 0 4-15,1 3 4 0,1 0 3 16,1 2 1-16,1 0-1 0,0 3 0 0,0 0-5 16,0 1-6-16,0-1 0 0,0 3-2 0,0-2-2 15,0 1-2-15,-2-2-11 0,-2 0-45 0,2-2-77 16,-4-4-99-16,-2 2-169 0,-1-4-274 15,-1-3-328-15,-4-3-287 0,-1-4-148 0,-6-1 225 16,-2-4 577-16</inkml:trace>
  <inkml:trace contextRef="#ctx0" brushRef="#br1" timeOffset="78419.83">6306 13359 44 0,'8'0'227'0,"-1"-1"97"15,2-1 88-15,-4 2-135 0,-2 0-103 0,0 0-60 16,0 0-19-16,1 0 4 0,-3 0 21 0,1 0 24 15,-2 0 11-15,2 0 20 0,-1 0 16 16,-1 0 13-16,0 0 2 0,2 0-10 0,-2 0-22 16,1 0-33-16,-1 0-34 0,2 0-35 0,-2 0-31 15,4 2-19-15,-2-1-11 0,1 0-1 16,2 3 0-16,1-2 1 0,1 1 1 0,2 0-1 16,1 0 5-16,1 0 0 0,4 0 1 0,1-1 0 15,3 1 83-15,3-2 54 0,2-1 23 16,3 0 7-16,2-3 2 0,2 2-7 15,1-2-70-15,3-2-47 0,1 1-26 0,0-1-13 16,-1 1-7-16,1-2 36 0,-1 2 15 0,2 0 9 16,-1 1 1-16,-2 2-2 0,0-2 0 0,-1 3-36 15,-1 0-22-15,-2 3-10 0,-2-2 10 16,0 2 9-16,1 1 6 0,-5 0 6 0,3 2 4 16,-4 0 3-16,1-1-12 0,1 2-11 0,-4 0-10 15,1 1-2-15,2-1-3 0,-1 0 23 16,-2 3 14-16,0-2 10 0,-1 2 6 0,1-3 2 15,-1 4-3-15,2-2-22 0,-1-1-19 16,1 2-8-16,0-1-6 0,-1-2-5 0,3 1 1 16,1-2 0-16,0-2 5 0,0-1 5 15,1-3-5-15,2 0 6 0,1-4 2 0,1-1-1 16,0-3-7-16,3 0 0 0,-1-3 1 0,-1 0 3 16,1 0 2-16,-2 0-3 0,-2 0 6 0,1-1-1 15,-1 4 1-15,-1-2-5 0,-2 3-3 16,-1 1 4-16,-2 1-2 0,2 3 23 0,-4 0 32 15,1 2 10-15,0 0 7 0,-1 2 1 0,-1 0-2 16,0 2-21-16,-2-2-26 0,1 3-12 16,2-2-5-16,-2 3-4 0,-1-1-5 0,2-1-2 15,-3 3-2-15,1-3 0 0,-1 2-2 16,3-2-3-16,-3 1 3 0,0 1-1 0,0-2 0 16,1-1-2-16,-1 2 2 0,3-1 2 0,-2-1 0 15,-1 0 0-15,3 1 2 0,-1 0 0 16,0-2-1-16,0 3-3 0,1 0 1 0,-1-2 0 15,0 2 1-15,1-3-1 0,0 3 1 0,2 0 2 16,-1-1 1-16,2 0-1 0,-3 1-2 16,3 1 0-16,0 0-1 0,-1 0 1 0,3 1 2 15,-1-1-3-15,1 2 2 0,-1 1 0 16,0-1-1-16,2 0-1 0,0 1 2 0,-2 0 2 16,2 2-1-16,0-1-2 0,-1 1 2 0,1 0 1 15,-1 3-5-15,-2-2 2 0,0 0 11 16,0 1 10-16,-2 0 4 0,0 0 1 0,-1-1 1 15,-2 0-2-15,2 0-13 0,-1-1-5 0,-1-1-4 16,-1-1-5-16,1 2 2 0,1-2 0 16,-1-2 1-16,0 1-2 0,-1-2 1 0,3-2 1 15,-3 1-2-15,3-1 1 0,0-2 2 0,0-1-2 16,3-1 1-16,-3-3 0 0,5-1 3 16,1-2-2-16,2-3 1 0,3-2 0 0,0-2 0 15,3-2 0-15,4-4-1 0,-1 2 1 16,5-3-1-16,2 1-1 0,-2 0-1 0,3 2 0 15,1 1-1-15,-1 0-2 0,-2 2 1 0,1 4 1 16,1 2 1-16,-2 4 2 0,0 1 7 0,-1 3 5 16,-3 3 4-16,0 1 2 0,0 4-1 15,0 1 1-15,-3 2-8 0,0 3-3 0,0 0-3 16,-1 1-3-16,0 3 0 0,0 0 0 16,-1 2-1-16,0-1 0 0,-1 1-1 0,1 0 1 15,-3 0-2-15,0-1 3 0,0 1-1 0,-1 0-2 16,-3-2 0-16,0-2-1 0,0-1 2 15,-1 0-3-15,-2-2 1 0,0-2 0 0,1 0 0 16,-2-1 1-16,1-3-1 0,-2 1 1 16,1-2 1-16,0-1-2 0,0 2 3 0,-3-3-1 15,3-2 0-15,0 2 0 0,-2-2 0 0,2 0 2 16,-2 0-1-16,1-2-3 0,-1 0 1 0,2 0 0 16,-1-2-1-16,1 2 0 0,0 0-2 15,-1-2 3-15,1 1 1 0,3 0 0 0,-1-1 0 16,1 0 1-16,1 0-1 0,1 2 1 15,-1-4-2-15,4 3-1 0,-1-1 1 0,1 1-1 16,1-2 0-16,-1 3-1 0,4 0 0 0,-3 0 1 16,4 0 0-16,-2 0 0 0,2 0 0 0,-2 3 2 15,0-2 0-15,-3-1-1 0,-4 2-9 16,-1-2-34-16,-4 0-74 0,-7-2-94 0,-3 1-169 16,-5-2-286-16,-6 1-327 0,-3-3-338 15,-5-1-182-15,-6-1 174 0,-5-2 651 0</inkml:trace>
  <inkml:trace contextRef="#ctx0" brushRef="#br1" timeOffset="79341.56">9631 13833 13 0,'5'-8'302'16,"0"2"212"-16,0 1 198 0,-2 0 94 15,-1 0-95-15,-1 3-93 0,-1-2-83 16,0 3-26-16,0-1-7 0,0 2-63 0,0 0-86 16,-3 3-74-16,-2 1-48 0,-1 2-53 0,-2 2-53 15,-3 3-36-15,0 2-31 0,-2 4-10 0,-3 3-8 16,-1 5-6-16,-2 1-8 0,0 5 0 15,0 1 1-15,-3 4-5 0,0 2-3 0,1 1-2 16,-1 2-2-16,0-1-8 0,0 2-4 16,1 2-3-16,-4-1 0 0,3 2 1 0,0-2 1 15,1 2 2-15,-1 1 0 0,0 0-1 0,4-2 0 16,-2 0 0-16,2 1 0 0,1-1 0 16,4-2-2-16,-2-3-1 0,3-2-2 0,2-2-1 15,3-3 0-15,1-2-2 0,1-3 1 16,3-3 1-16,2 0 1 0,2-1 1 0,0-3-1 15,1-1 1-15,2 1 0 0,0-2 1 0,-1 0 0 16,2-1-1-16,1 0 1 0,-1-1 1 0,-1 1-1 16,1 1 3-16,0 0 0 0,-1 3-1 15,-2-1 2-15,-1 3-1 0,0 2 1 0,-1 2 5 16,-2 2 5-16,-1 3 4 0,0 0 0 16,-3 5 1-16,1 1 0 0,-4 3-7 0,2-2-5 15,-1 4-4-15,-2 0 0 0,0-2-3 0,-1 1 0 16,0 0 0-16,-2 0 3 0,1-1 1 15,-2 1-2-15,0-2 3 0,-1 2 3 0,-2 1 4 0,2-2-2 16,-5 4 3-16,2 2 4 0,-1 1 1 16,-2 0 2-16,1 4 2 0,-2 1 3 0,-1-1 3 15,0 3-1-15,-2 0 0 0,2-1-1 0,-1 0-4 16,-1 1-1-16,1-3-3 0,0 2-2 0,-1-5-7 16,1 0-1-16,0-2-7 0,1-4 0 0,0 0-1 15,3-6-2-15,-1-3 2 0,1-1-10 16,1-4-16-16,-1-2-55 0,2-5-83 0,-1 2-203 15,-2-5-275-15,2-4-330 0,0-1-403 0,-2-6-328 16,-5-4 120-16,-3-4 881 0</inkml:trace>
  <inkml:trace contextRef="#ctx0" brushRef="#br1" timeOffset="95217.61">6453 11296 45 0,'4'1'489'15,"0"1"378"-15,-2 0 243 0,0-2 13 16,-1-2-369-16,1 2-275 0,-1-2-170 0,1-1-99 16,-2 1-77-16,3-3-57 0,-1 0-35 15,-1 3-21-15,3-3-9 0,0 1-4 0,-1-1-1 16,2 1-11-16,-2-1-40 0,2 1-112 0,-2-1-151 15,1 0-271-15,0-1-270 0,2 3-256 16,-1 0-92-16,0-4 292 0,-2 0 435 0</inkml:trace>
  <inkml:trace contextRef="#ctx0" brushRef="#br1" timeOffset="95418.58">6908 10989 6 0,'9'1'285'0,"-3"-1"178"16,-1 0 146-16,0-1 28 0,0-1-259 15,1 1-187-15,1-4-94 0,2 2-50 0,0-1-24 16,0-2-35-16,1 0-44 0,0 0-66 16,0-1-122-16,0 1-199 0,1 0-110 0,0 0 9 15,-1-1 109-15,-1 2 154 0</inkml:trace>
  <inkml:trace contextRef="#ctx0" brushRef="#br1" timeOffset="95598.77">7369 10755 89 0,'8'1'339'0,"-4"-1"169"15,1 0 126-15,-1-1-117 0,-1 1-199 16,0-2-145-16,2 0-81 0,2 0-43 0,-2-3-34 15,3 1-45-15,0-2-63 0,3 0-123 0,-3 2-228 16,3-4-116-16,0 0-5 0,0-1 101 0,2 0 159 16</inkml:trace>
  <inkml:trace contextRef="#ctx0" brushRef="#br1" timeOffset="95776.64">7916 10366 128 0,'8'0'438'0,"-3"-1"231"16,1 1 143-16,-1-2-138 0,-2 2-252 16,0-1-186-16,0-1-110 0,2-1-62 0,0-1-52 15,1-2-70-15,2 0-77 0,0-3-100 0,0 1-175 16,4-4-213-16,0 0-91 0,2 0 63 0,0 0 179 16,3-2 197-16</inkml:trace>
  <inkml:trace contextRef="#ctx0" brushRef="#br1" timeOffset="95952.57">8624 9910 148 0,'19'-7'354'0,"-3"-1"172"16,-2 4 165-16,-1-3-153 0,-2 3-148 16,0-2-89-16,0-1-51 0,3-1-60 0,-1-2-70 15,2-1-62-15,2-1-70 0,0-4-76 0,2 0-86 16,2-2-120-16,1-1-233 0,0-1-160 15,2 1-14-15,-1-2 129 0,4 0 193 0</inkml:trace>
  <inkml:trace contextRef="#ctx0" brushRef="#br1" timeOffset="96606.61">6327 10964 168 0,'14'-8'288'0,"-4"1"107"16,2-3-18-16,0-1-141 0,-1 0-96 0,3-1-56 15,-1-3-27-15,2 0-28 0,-2-1-44 16,4 3-99-16,-2-2-180 0,0 3-89 0,-2 0-7 16,1 0 58-16,-3 4 104 0</inkml:trace>
  <inkml:trace contextRef="#ctx0" brushRef="#br1" timeOffset="96810.66">7093 10497 108 0,'18'-2'430'0,"-2"2"225"0,-3 0 131 15,-4 0-92-15,1-1-268 0,1 0-187 0,-3-3-96 0,1-1-40 16,4-3-19-16,-2 0-12 0,3-3-20 16,2 0-26-16,1-4-70 0,-1 0-92 0,3 0-156 15,0-4-269-15,3 3-179 0,0-3-64 16,2-2 130-16,0 0 241 0</inkml:trace>
  <inkml:trace contextRef="#ctx0" brushRef="#br1" timeOffset="96989.9">7941 9970 318 0,'15'-1'621'0,"-3"-2"212"15,-1-1 57-15,-1 1-276 0,2-1-279 0,-2-2-170 16,4-5-80-16,2 3-34 0,3-4-16 0,2-3-7 15,4-1 3-15,3-4 1 0,2-1-31 16,5 0-71-16,2-5-99 0,5 1-183 0,1-4-261 16,1 1-183-16,0-2-37 0,2-2 151 15,-3 1 262-15</inkml:trace>
  <inkml:trace contextRef="#ctx0" brushRef="#br1" timeOffset="97112.76">9048 9220 61 0,'2'-6'195'0,"-4"0"16"0,0-1-134 16,-2 2-168-16,-4-3-89 0,2 2-3 0</inkml:trace>
  <inkml:trace contextRef="#ctx0" brushRef="#br1" timeOffset="97720.57">6321 10624 90 0,'12'-7'304'15,"-2"-1"139"-15,1-1 109 0,3-3-141 0,-1 0-177 16,2-5-97-16,2 1-59 0,1-2-39 15,0-1-54-15,4-3-122 0,0 3-233 0,0 0-114 16,-1-1-18-16,1 1 72 0,0 0 135 16</inkml:trace>
  <inkml:trace contextRef="#ctx0" brushRef="#br1" timeOffset="97910.55">7102 10131 56 0,'16'-5'243'0,"-1"1"106"16,1-4 92-16,0-1-137 0,2-2-137 0,0-2-78 15,4-2-42-15,-1-1-22 0,4-2-5 16,1-1-10-16,0 0-18 0,1-1-70 0,-1 0-160 16,2 0-120-16,1 1-29 0,-2-1 39 0,-2-1 88 15</inkml:trace>
  <inkml:trace contextRef="#ctx0" brushRef="#br1" timeOffset="98096.96">8058 9561 146 0,'13'-4'346'0,"3"0"141"0,-4 0 100 15,3-5-208-15,2-3-171 0,2-2-94 16,3-1-48-16,2-6-29 0,4 1-23 0,1-1-34 15,2-3-56-15,3 2-102 0,-1 0-187 0,2-1-119 16,-2 1-12-16,3 1 79 0,-3 0 135 16</inkml:trace>
  <inkml:trace contextRef="#ctx0" brushRef="#br1" timeOffset="98230.61">8950 9008 125 0,'26'-15'284'15,"-1"-2"146"-15,0 3 46 0,-3-2-72 16,-1 1-82-16,1 0-57 0,-2 0-58 0,-2 0-58 15,2-2-55-15,-2 2-56 0,-2 0-76 16,-1 0-151-16,-4 3-248 0,1-1-137 0,-2 2-31 16,-3-1 82-16,-2 0 176 0</inkml:trace>
  <inkml:trace contextRef="#ctx0" brushRef="#br1" timeOffset="98588.59">6861 9717 157 0,'-22'20'352'0,"6"0"162"16,-1-5 143-16,4-1-197 0,3-4-155 0,2-5-84 0,3 1-54 15,3-3-46-15,5-6-55 0,5-3-34 16,5-3-26-16,4-7-43 0,5-3-62 15,5-3-123-15,3-2-241 0,3-4-142 0,1 0-31 16,2 1 103-16,-1 0 174 0</inkml:trace>
  <inkml:trace contextRef="#ctx0" brushRef="#br1" timeOffset="98784.66">8033 9051 114 0,'33'-17'242'16,"-3"-1"98"-16,2 2-4 0,-2-2-111 0,2-1-76 16,1 0-45-16,0 0-27 0,2-2-26 15,3-2-18-15,3 0-10 0,-2 0-13 0,1 0-38 16,2-2-45-16,-2 1-70 0,1-1-113 0,0 0-97 16,-3 1-2-16,2 1 72 0,-2-2 89 15</inkml:trace>
  <inkml:trace contextRef="#ctx0" brushRef="#br1" timeOffset="101535.54">10573 9265 233 0,'3'-2'485'0,"1"2"190"0,-2 0 89 15,-1 0-242-15,2 0-218 0,-1 2-137 0,0 0-73 16,-1 2-34-16,1 1-16 0,-1 2-7 16,3 3-13-16,-1-2-4 0,0 4 1 0,0 0-2 15,3 1-4-15,-1 0-3 0,-2 2-19 0,2 0-61 16,2 0-87-16,-3 0-198 0,2 0-225 16,-1 0-135-16,0-2 3 0,-2 1 163 0,2-2 217 15</inkml:trace>
  <inkml:trace contextRef="#ctx0" brushRef="#br1" timeOffset="101703.71">10765 9762 127 0,'3'20'341'0,"-1"-1"144"0,-1-2 116 0,-1-2-153 16,0 1-183-16,2-3-102 0,-2-1-51 16,2-2-22-16,1 0-28 0,0-3-24 0,2 1-17 15,1-2-4-15,3-2-23 0,-1 1-47 16,4-3-57-16,-2 2-88 0,2-3-169 0,-1 2-155 15,1 0-36-15,0 0 81 0,0 1 142 16</inkml:trace>
  <inkml:trace contextRef="#ctx0" brushRef="#br1" timeOffset="101852.59">11078 10313 24 0,'3'11'105'0,"-1"-1"-18"0,1 0-34 16,0-1-30-16,1-2-29 0,-1 1-40 0,0-2-41 16,1 0-7-16</inkml:trace>
  <inkml:trace contextRef="#ctx0" brushRef="#br1" timeOffset="101929.99">11127 10451 83 0,'2'11'160'16,"0"1"4"-16,-1-2-40 0,2 1-45 15,-3 0-54-15,2-2-116 0,-1-2-63 0,-1-1-14 16,0-3 18-16</inkml:trace>
  <inkml:trace contextRef="#ctx0" brushRef="#br1" timeOffset="102265.81">10920 8781 241 0,'3'2'404'0,"-1"3"131"16,1 0 57-16,0 2-264 0,0 2-185 0,2 1-69 15,2 3-35-15,0 2 8 0,1 0 5 16,0 3 4-16,0 1-2 0,3 1-1 0,-1 1-1 16,1 1-28-16,3 3-18 0,-3-2-44 15,3 3-67-15,-1 0-103 0,3 0-231 0,-5-1-108 16,4 3-12-16,-3-3 105 0,0 3 160 16</inkml:trace>
  <inkml:trace contextRef="#ctx0" brushRef="#br1" timeOffset="102477.74">11326 9683 18 0,'2'28'208'0,"1"-4"100"0,-1 1 92 0,-1-1-86 15,-1 0-129-15,2-1-79 0,1-3-46 16,1 3-21-16,0-4-12 0,2 1-10 0,-1-2-7 16,3 2-2-16,2-1-2 0,0 2 2 15,0-3-6-15,0 3 1 0,2-1 7 0,-1 1-2 16,-1-2 0-16,2 0 6 0,-2 1-1 0,2 0-1 15,0-1-18-15,-1 0-43 0,0 1-85 16,0-2-132-16,-1 1-105 0,0-1-11 0,1 1 60 16,-1-1 101-16</inkml:trace>
  <inkml:trace contextRef="#ctx0" brushRef="#br1" timeOffset="102590.61">11693 10618 13 0,'3'25'154'0,"1"-5"57"16,-1 3-7-16,-2-2-61 0,4 0-52 15,-2-3-48-15,-1 0-81 0,4-6-129 0,-3 1-46 16,0-2 5-16,2-5 33 0</inkml:trace>
  <inkml:trace contextRef="#ctx0" brushRef="#br1" timeOffset="103055.64">11290 8276 193 0,'5'12'348'0,"-2"1"118"0,3 4 41 15,-1-2-223-15,2 5-139 0,3 1-72 0,0 2-36 16,1 1-15-16,5 2-8 0,-2 2-1 16,5 0 1-16,1 6 4 0,-2-2-22 0,4 4-73 15,0 2-190-15,-1 1-151 0,1 1-52 16,0 1 35-16,-3-1 106 0</inkml:trace>
  <inkml:trace contextRef="#ctx0" brushRef="#br1" timeOffset="103268.16">11851 9615 78 0,'4'29'260'15,"-1"1"109"-15,0-4 95 0,0-2-166 16,2-1-131-16,1-4-74 0,2 2-44 0,0-3-23 15,0 1-13-15,4-2-5 0,-2 1-6 16,4 2 0-16,-1 0 4 0,0 0 4 0,2-1 4 16,0 5 1-16,0-1-1 0,1 3-14 0,-2 0-39 15,2 0-75-15,-2 3-82 0,1 1-69 0,0-1-51 16,0 2-33-16,0 0 45 0,0 2 91 16</inkml:trace>
  <inkml:trace contextRef="#ctx0" brushRef="#br1" timeOffset="103384.53">12250 10518 114 0,'11'33'231'0,"3"4"78"0,-3-1-15 15,1-1-49-15,-2 0-53 0,1 2-40 0,-1-1-30 16,-1-2-32-16,1-1-24 0,-2-1-7 16,0-4-21-16,1 2-21 0,-1-9-26 0,0 2-66 0,-3-5-134 15,2-3-164-15,-2-4-51 16,-1-1 32-16,0-4 88 0</inkml:trace>
  <inkml:trace contextRef="#ctx0" brushRef="#br1" timeOffset="103842.62">11743 7825 113 0,'7'16'307'0,"-1"0"120"16,1 1 92-16,-1 0-162 0,2 3-190 15,3 1-106-15,0 0-24 0,2 0-19 0,0 2-4 16,3 0 23-16,2 1 8 0,1 1 6 0,2 0-21 15,-1 2-54-15,2-1-143 0,-1 3-221 16,3 1-96-16,0 1 2 0,-1 0 93 0</inkml:trace>
  <inkml:trace contextRef="#ctx0" brushRef="#br1" timeOffset="104002.63">12376 9042 180 0,'4'36'305'0,"-3"-2"108"0,2-1-18 15,-1-2-132-15,0 0-100 0,1-3-55 0,3 0-29 16,-2 0-22-16,3-3-22 0,3 1-13 16,0 0-28-16,0-1-53 0,1 0-118 0,3 2-185 15,-3 2-75-15,1 1 11 0,0-1 85 16</inkml:trace>
  <inkml:trace contextRef="#ctx0" brushRef="#br1" timeOffset="104169.58">12663 9962 81 0,'9'29'239'15,"2"-1"103"-15,-3 3 21 0,2-1-61 16,-1-1-83-16,0 3-67 0,-2 3-35 0,1-1-24 16,1 2-32-16,1 2-24 0,-1-1-15 0,0 2-11 15,1 2-14-15,0 1-11 0,2-1-4 16,-1 1 6-16,1-2 2 0,0-1 1 0,1-1-21 16,-1-3-62-16,1-1-180 0,1 1-129 15,-3-4-30-15,1-2 49 0,-2-5 101 0</inkml:trace>
  <inkml:trace contextRef="#ctx0" brushRef="#br1" timeOffset="104550.28">12446 7517 166 0,'14'30'260'0,"-3"4"84"16,4-4-73-16,2 6-106 0,2-2-57 0,2 3-37 16,2-2-19-16,4 3-39 0,1 1-93 15,2 0-176-15,-1 1-74 0,-1 1 2 0,1 0 48 16</inkml:trace>
  <inkml:trace contextRef="#ctx0" brushRef="#br1" timeOffset="104869.61">13216 9070 72 0,'2'43'224'0,"-1"1"93"0,2-2 16 16,-1 0-97-16,2-1-97 0,0-1-59 0,0 1-31 15,4-4-16-15,0 1-12 0,3-2-10 16,-1-2-3-16,1 1-2 0,3-2-4 0,1 1-2 16,0 0-4-16,1-2 0 0,1 1-9 0,1-1-33 15,1-1-12-15,0 1-8 0,0-1 4 16,1 1 1-16,1-4 9 0,0 3 32 0,-1 0-4 16,0 0-5-16,0 0-6 0,0 3-3 15,0 0-2-15,-2-1-5 0,2 2 21 0,0 1 24 16,0-1 22-16,0 3 16 0,0 1 18 0,0 2 19 15,0-1 4-15,-2 0-11 0,3-2-17 16,-1 1-10-16,-2-4-7 0,0-2-28 0,0-3-63 16,-1-5-141-16,-1-2-96 0,-2-7-19 0,-1-4 33 15,-1-7 71-15</inkml:trace>
  <inkml:trace contextRef="#ctx0" brushRef="#br1" timeOffset="105239.64">13286 7324 20 0,'20'47'198'0,"4"1"88"16,2 2 82-16,4 5-75 0,2-1-84 15,1 4-58-15,2-1-40 0,0 2-20 0,-2-3-30 16,2 2-32-16,0-5-19 0,-2 0-12 0,0-1-11 15,0-4-11-15,-3-1-5 0,4 0-3 0,-4-2 7 16,0 0-16-16,-2-4-58 0,1 0-157 16,-1-3-92-16,-1 2-15 0,0-5 44 0,-2 4 87 15</inkml:trace>
  <inkml:trace contextRef="#ctx0" brushRef="#br1" timeOffset="105344.75">14271 9135 90 0,'-2'41'174'0,"-1"3"14"0,0 1-174 16,-1-2-127-16,1 0-50 0,0 0 9 0</inkml:trace>
  <inkml:trace contextRef="#ctx0" brushRef="#br1" timeOffset="105584.55">14468 7799 58 0,'15'67'7'16,"-3"3"-45"-16</inkml:trace>
  <inkml:trace contextRef="#ctx0" brushRef="#br1" timeOffset="106414.68">8566 10787 204 0,'19'7'475'0,"-3"-1"190"16,1-2 101-16,2 1-199 0,2-2-276 0,2 0-147 15,2-2-79-15,4-1-40 0,1 0-16 0,3 0-11 16,2 0-45-16,0 0-66 0,3 0-127 16,0 3-244-16,4 0-147 0,-2 3-37 0,1 0 108 15,0 4 194-15</inkml:trace>
  <inkml:trace contextRef="#ctx0" brushRef="#br1" timeOffset="106570.75">9728 10992 13 0,'24'2'199'0,"-4"3"93"16,1-5 88-16,-1 0-97 0,1 0-116 16,1 0-72-16,0 0-37 0,2 0-20 0,-2-3-13 15,5 1 0-15,-2 1-28 0,4 0-73 16,1 1-101-16,0 0-128 0,1 0-45 0,3 1 22 15,-3 0 82-15</inkml:trace>
  <inkml:trace contextRef="#ctx0" brushRef="#br1" timeOffset="106712.48">10833 11131 169 0,'38'16'302'0,"0"3"108"0,0-3-13 15,-2 0-140-15,-1 1-98 0,0-1-59 16,0-2-39-16,-2 0-24 0,-1-2-31 0,-1-2-87 15,-1-1-222-15,-3 0-104 0,-2-2-15 16,-5-5 54-16,-2-2 100 0</inkml:trace>
  <inkml:trace contextRef="#ctx0" brushRef="#br1" timeOffset="107081.86">7976 11308 165 0,'17'11'339'16,"1"1"129"-16,4-2 93 0,5 2-241 16,3-1-149-16,6 1-71 0,7-4-35 15,6 1-20-15,6-2-14 0,7-3-12 0,6 0-7 0,3-3-18 16,3-1-45-16,2 0-109 0,-1 1-217 15,4 1-105-15,-2 1-7 0,-1 0 79 0,0 0 134 16</inkml:trace>
  <inkml:trace contextRef="#ctx0" brushRef="#br1" timeOffset="107233.79">10096 11607 54 0,'59'19'240'0,"-4"-2"104"15,-1 1 87-15,0-3-130 0,-2 4-123 16,-1-2-69-16,1-3-37 0,1 3-15 0,1-2-4 15,0-1-12-15,3 3-9 0,3-3-9 16,-2 3-29-16,1 0-96 0,-2 0-213 0,-2 1-103 16,-1-1-9-16,1 2 56 0,-1-2 112 0</inkml:trace>
  <inkml:trace contextRef="#ctx0" brushRef="#br1" timeOffset="107332.64">12482 12066 21 0</inkml:trace>
  <inkml:trace contextRef="#ctx0" brushRef="#br1" timeOffset="107696.59">7935 11608 90 0,'19'15'268'16,"0"-3"110"-16,3-1 95 0,2 1-180 0,5 0-124 16,2-1-70-16,4 1-34 0,7 1-18 15,3 0-9-15,5 1-17 0,4 2-31 0,4 2-76 16,4 2-145-16,1-1-148 0,2 6-49 0,2-3 37 15,1 1 96-15</inkml:trace>
  <inkml:trace contextRef="#ctx0" brushRef="#br1" timeOffset="107878.84">9906 12169 82 0,'75'12'239'16,"-5"2"104"-16,-1-2 35 0,-4 0-106 15,-2 2-86-15,-3-1-50 0,-1 0-41 0,-4 0-22 16,-1 2-20-16,-2 0-12 0,0-2-2 0,-1 2-3 15,3 0-7-15,-1 4-5 0,-2-2-3 16,3 2-7-16,-2 2 0 0,-3-1-4 0,-2 3-8 16,-4-1-30-16,0-1-80 0,-5 0-196 0,-7-2-121 15,-1 0-27-15,-8-1 52 0,-6-2 112 16</inkml:trace>
  <inkml:trace contextRef="#ctx0" brushRef="#br1" timeOffset="108171.59">7828 12237 154 0,'6'6'367'0,"5"-1"151"0,2 3 98 0,5 1-200 15,9 2-207-15,3 2-100 0,7 0-47 0,6 1-25 16,7 1-16-16,10 3-21 0,5-1-35 16,8 1-65-16,7 1-125 0,4 2-173 0,3 0-112 15,2 3 3-15,3 0 96 0,2-1 141 0</inkml:trace>
  <inkml:trace contextRef="#ctx0" brushRef="#br1" timeOffset="108323.42">9992 12822 169 0,'73'22'292'15,"-5"-1"108"-15,0 3-33 0,-2-1-106 0,0 1-46 16,-4 1-17-16,-3 1-25 0,1 1-9 0,0 0-19 16,0-2-22-16,-3 4-31 0,1-1-29 15,-1-1-19-15,-2 0-24 0,-4 0-44 16,-2-1-98-16,-4-3-256 0,-3 1-155 0,-7-4-56 15,-5-1 47-15,-6-3 154 0</inkml:trace>
  <inkml:trace contextRef="#ctx0" brushRef="#br1" timeOffset="109088.62">7054 13600 217 0,'-3'24'445'16,"-3"4"207"-16,-5-2 156 0,1 3-228 15,-1 1-192-15,-3-1-95 0,1 3-77 0,1 0-65 16,-2 2-86-16,1-4-107 0,-3 2-113 0,3 1-192 15,-1-2-254-15,0 1-167 0,-2-2-27 16,3 0 160-16,-2-2 247 0</inkml:trace>
  <inkml:trace contextRef="#ctx0" brushRef="#br1" timeOffset="109415.66">6523 14884 197 0,'-17'40'398'0,"1"-2"148"0,-1-4 89 16,2-3-246-16,1-3-192 0,1-2-100 0,4-2-55 16,-2-5-24-16,5-2-14 0,-1 2-10 0,2-2-4 15,-1-3 1-15,0 4 9 0,1 0 9 16,0-1 5-16,-1 4 3 0,-2 1 12 0,2 3 1 16,-4 0-5-16,2 4-2 0,-4-1 2 15,1 4-3-15,-2 1-3 0,-1 3-6 0,1 0-5 16,-3 1-8-16,0 1-13 0,-1 4-10 0,3-2-9 15,-3 2-4-15,-1-1-2 0,4-2 3 16,-2 0 14-16,3-2 6 0,2-2 9 0,-1-4 6 16,4-2-21-16,1-1-14 0,1-2-11 0,0-5-5 15,3 2-3-15,1-3-1 0,1-2 24 16,-1 0 13-16,2-1-5 0,-2-2-20 0,2 1-36 16,0-3-86-16,-1 0-159 0,-1-1-112 0,2-2-7 15,-3-3 73-15,1-2 112 0</inkml:trace>
  <inkml:trace contextRef="#ctx0" brushRef="#br1" timeOffset="109700.51">7601 13672 337 0,'-12'19'597'16,"-2"4"194"-16,-4-3 60 0,2 1-300 0,-4 2-261 16,2 3-136-16,-1 1-72 0,-1 1-39 15,2 4-20-15,0-1-35 0,0 3-66 0,-2 1-85 16,-1 3-142-16,2 1-259 0,-2 1-161 0,0-1-27 15,-2 4 139-15,-1-1 220 0</inkml:trace>
  <inkml:trace contextRef="#ctx0" brushRef="#br1" timeOffset="109907.6">6825 15331 287 0,'-22'53'537'0,"0"-4"183"0,-2 1 104 16,2-2-259-16,0-5-254 0,1-2-127 0,5-4-70 16,1-2-33-16,2-4-45 0,3-1-22 0,1-3-28 15,3-1-37-15,1-3-54 0,0 1-59 16,2-2-65-16,1 0-104 0,-2 1-123 0,2-1-149 0,-1 2-17 16,0 0 95-16,-2 2 153 0</inkml:trace>
  <inkml:trace contextRef="#ctx0" brushRef="#br1" timeOffset="110028.96">6449 16551 108 0,'-10'41'213'16,"-1"-3"51"-16,0-1-42 0,2-3-59 15,-1-4-42-15,1-5-36 0,3-5-31 0,1-9-30 16,2-5-45-16,3-10-82 0,3-9-126 0,3-9-56 16,5-14 7-16,2-8 52 0</inkml:trace>
  <inkml:trace contextRef="#ctx0" brushRef="#br1" timeOffset="110287.66">8419 13470 242 0,'-3'14'516'15,"-7"4"195"-15,-1 5 83 0,-6 3-228 16,-2 4-283-16,1 1-144 0,-2 1-72 0,2 1-33 16,1 4-14-16,1-4-6 0,-1 2 0 15,4-1-19-15,1-3-30 0,2-1-29 0,4-1-36 16,0-3-42-16,1-2-49 0,3 0-67 0,2-3-115 16,0 0-161-16,-1 0-43 0,-1 1 62 15,0 2 132-15</inkml:trace>
  <inkml:trace contextRef="#ctx0" brushRef="#br1" timeOffset="110496.12">7959 14799 159 0,'-24'70'428'0,"-3"-1"207"0,0-1 165 0,0-3-132 15,2-2-192-15,0 1-105 0,1-4-64 16,2-2-41-16,0 0-54 0,4-3-53 0,1-1-49 16,1-2-43-16,0-1-29 0,4 0-19 15,-2 2-18-15,2-2-20 0,-2 1-35 0,3 1-46 16,-2-1-53-16,1 2-49 0,-1 2-44 0,-1-1-17 15,1 3 15-15,-1-2 33 0,3 1 48 16,-2 1 33-16,1-4 17 0,1-2-10 0,-2-2-46 16,4-6-99-16,-1-3-176 0,-1-6-87 0,5-5 17 15,-1-13 106-15,3-6 144 0</inkml:trace>
  <inkml:trace contextRef="#ctx0" brushRef="#br1" timeOffset="110881.74">8594 13887 210 0,'10'-18'429'15,"-1"4"163"-15,-4 4 91 0,1 2-241 0,-2 4-214 16,-1 2-114-16,3 4-52 0,-1 4-30 0,-2 2-8 15,0 9-3-15,0 2-2 0,-3 4-3 16,0 5-3-16,-3 6 0 0,0 1-3 0,-2 5-7 16,-1 0-1-16,0 1-6 0,-1-1 3 15,-1 1-7-15,-1 0-3 0,1-3-6 0,0 1 4 16,-2 0 8-16,1-2 3 0,-2 3 6 0,1 0 7 16,-4 2 11-16,1 3 0 0,-4 5-3 15,1 4-6-15,-4 5 1 0,-4 5-1 0,-1 5 2 16,-5 6 40-16,0 4 62 0,-3 7 53 15,-4 3 33-15,-1 7 15 0,-1 5-3 0,-4 2-44 16,-1 2-36-16,0-2-37 0,1-3-31 0,0-2-20 16,2-3-57-16,5-7-93 0,-1-3-151 0,4-7-303 15,3-6-230-15,3-7-160 0,2-7 46 16,3-9 272-16</inkml:trace>
  <inkml:trace contextRef="#ctx0" brushRef="#br1" timeOffset="113131.54">9851 16536 101 0,'5'0'286'0,"-2"-3"120"0,4-5 75 0,3-5-201 15,3-7-150-15,3-5-87 0,6-8-45 0,7-8-2 16,4-4 24-16,6-5 3 0,4-6 13 0,6-3 3 16,0-3-13-16,5-3-62 0,1-3-77 0,2-1-99 15,0 2-152-15,0-1-42 0,-2 4 45 16,-1 2 97-16</inkml:trace>
  <inkml:trace contextRef="#ctx0" brushRef="#br1" timeOffset="113288.89">10983 15259 21 0,'13'-5'225'0,"-2"-3"126"16,0-1 128-16,-1-1-45 0,1-1-107 16,1-1-54-16,1-5-29 0,3-1-33 0,1-5-35 15,4-7-39-15,2-1-41 0,6-7-43 0,2-3-31 16,1-3-35-16,3-2-71 0,3-2-144 16,-1 0-243-16,2-1-139 0,-3 2-30 0,-1 0 89 15,-2 4 189-15</inkml:trace>
  <inkml:trace contextRef="#ctx0" brushRef="#br1" timeOffset="113414.64">11823 14268 35 0,'13'-12'229'16,"-1"2"110"-16,-1-3 93 0,-1 0-118 16,4-1-247-16,-4 2-270 0,-1 2-124 0,-1-1-25 15,-3 4 41-15</inkml:trace>
  <inkml:trace contextRef="#ctx0" brushRef="#br1" timeOffset="113855.6">10580 16714 48 0,'-3'23'348'16,"2"-10"202"-16,2-8 143 0,5-10 20 0,2-11-322 16,5-8-177-16,6-12-86 0,6-11-40 15,5-7-26-15,5-7-24 0,5-5-19 0,5-6-21 16,3 0-1-16,4-3 1 0,2 0 2 0,-2 0 2 15,0 3-1-15,0 1 7 0,-4 5-16 16,1 3-25-16,-5 5-36 0,-3 4-39 0,-5 2-38 16,-1 9-39-16,-2 3-39 0,-4 3-21 0,-1 3 10 15,-2 5 23-15,-4 0 38 0,0 2 40 16,0 2 42-16,-3 3 41 0,0 0 47 0,0-1 34 16,-1 2 31-16,0-2 26 0,0 1 20 15,1-1 14-15,1-3-7 0,1-3-16 0,4 0-17 16,0-3-14-16,2-2-22 0,0-4-16 0,3-4-17 15,3-2-14-15,1-4-10 0,0-3-13 16,1 0-64-16,0 0-231 0,-2 2-126 0,-1 1-29 16,-3 3 45-16,-4 5 110 0</inkml:trace>
  <inkml:trace contextRef="#ctx0" brushRef="#br1" timeOffset="114229.75">11013 17265 182 0,'0'14'536'0,"2"-6"254"0,-1-3 107 16,1-5-192-16,3-6-295 0,1-7-224 0,4-9-110 15,2-5-32-15,4-9-18 0,5-6 6 0,2-6-1 16,4-7-7-16,3-5 9 0,3-3-16 0,4-6-12 15,1-2-3-15,2-1-6 0,2 1-68 16,-1 2-142-16,2 2-296 0,-4 4-200 0,-1 6-125 0,-3 5 15 16,-3 4 243-16</inkml:trace>
  <inkml:trace contextRef="#ctx0" brushRef="#br1" timeOffset="114395.07">11911 15948 52 0,'17'-24'306'0,"0"-3"165"0,0-3 127 16,2-3-52-16,3-3-244 0,2-3-149 0,1-2-91 15,4 0-91-15,3-2-150 0,1 0-231 16,4 1-116-16,3 1-16 0,3-1 86 0,2 2 157 16</inkml:trace>
  <inkml:trace contextRef="#ctx0" brushRef="#br1" timeOffset="117298.6">9494 16416 161 0,'8'-10'295'0,"-2"-1"123"0,1-1 10 15,1-4-96-15,2-3-66 0,0-2-22 0,1-1-26 16,3-2-36-16,-3-2-45 0,5 2-45 0,-2-1-52 16,-1-1-102-16,1 2-165 0,-1-1-238 0,-1 5-121 15,1-1-16-15,-3 2 104 0,1 0 180 16</inkml:trace>
  <inkml:trace contextRef="#ctx0" brushRef="#br1" timeOffset="117466.58">9976 15666 14 0,'16'-26'154'16,"3"-1"59"-16,1-1 0 0,1-2-82 0,3-2-57 15,0 0-44-15,1 1-92 0,0 1-111 16,-4 0-34-16,2 3 12 0,-2 0 35 0</inkml:trace>
  <inkml:trace contextRef="#ctx0" brushRef="#br1" timeOffset="117617.56">10427 15024 39 0,'11'-18'197'0,"0"-1"87"15,1 2 23-15,1-1-83 0,1-3-90 0,-1-1-54 16,0 3-37-16,4-3-24 0,-2 0-46 16,2-2-91-16,0 4-140 0,-1-5-45 0,4 3 16 15,-2-2 54-15</inkml:trace>
  <inkml:trace contextRef="#ctx0" brushRef="#br1" timeOffset="117756.52">10900 14447 9 0,'8'-7'195'0,"-2"-2"94"15,0 2 69-15,-1-2-79 0,-2 0-101 16,3-1-80-16,-1-4-42 0,2 0-22 0,0 1-13 16,1-3-7-16,0-2-26 0,0 0-64 0,3-1-128 15,-3 3-113-15,2-3-23 0,0 3 35 16,-3-2 81-16</inkml:trace>
  <inkml:trace contextRef="#ctx0" brushRef="#br1" timeOffset="118284.52">9278 15541 171 0,'15'-19'265'15,"1"-2"80"-15,3-5-69 0,1-1-127 0,1-5-79 16,4 1-32-16,-1-3-59 0,1-1-105 0,-1 2-136 16,0 2-39-16,-2 0 18 0,-2 3 54 15</inkml:trace>
  <inkml:trace contextRef="#ctx0" brushRef="#br1" timeOffset="118492.53">10019 14568 8 0,'30'-36'143'0,"-1"1"57"0,-1-3-7 0,0 3-55 15,-1 0-45-15,-2-1-29 0,1 1-17 16,-2 4-18-16,-2 0-12 0,0 3-36 16,-3 5-83-16,-2 2-97 0,0 1-24 0,-4 7 17 15,-2-1 42-15</inkml:trace>
  <inkml:trace contextRef="#ctx0" brushRef="#br1" timeOffset="119131.38">12223 16921 218 0,'16'-13'441'0,"3"-3"200"0,0-3 214 0,2-2-128 15,4-6-109-15,3-5-74 0,5-5-75 0,4-7-72 16,5-6-109-16,4-6-110 0,6-5-81 0,3-5-51 16,1-7-79-16,3 0-159 0,-2-4-309 15,-2 4-262-15,-6 0-255 0,-7 0-198 0,-7 7 116 16,-8 1 500-16</inkml:trace>
  <inkml:trace contextRef="#ctx0" brushRef="#br1" timeOffset="129433.71">11293 7178 198 0,'7'-4'312'0,"-1"2"134"0,-1-1-32 16,-2 1-49-16,3-2-7 0,-3 0 23 0,0 1 43 15,-1 0 47-15,-2 0 21 0,2 2-20 16,-1-2-37-16,-1 1-11 0,0 0-8 0,0 2-51 15,0 0-51-15,0 0-43 0,0 0-30 0,0 0-50 16,-1 0-53-16,1 0-31 0,0 0-22 16,0 0-15-16,0 0-11 0,0 0-13 0,0 0-9 15,0 0-8-15,0 2-5 0,-2-2-5 16,2 2-5-16,-2-1-3 0,-1 2-2 0,-3 1-3 16,1 1-3-16,1 3 0 0,-3 1-1 0,-1 1 0 15,-1 4-1-15,-1 1 1 0,1 1-1 16,-4 2 0-16,2 3 1 0,-2 1-2 0,-1 2 0 15,1 1 1-15,-2 0-2 0,0 2 0 16,-2 0-1-16,1 2 0 0,-1 0 0 0,-1 0 0 0,0 0 0 16,-1-1 2-16,1-1 1 0,-2 0 1 15,1-1 0-15,0-1 1 0,-2 0-1 0,4 0 0 16,-4-3 0-16,2 3 0 0,2-2-1 16,-2 1-1-16,1-1 0 0,1 1 0 15,0-1 0-15,2 0-1 0,1 0 0 0,2-2 0 16,0-2 0-16,0 0 0 0,4 0 0 0,-2-2-1 15,1-3 0-15,1-1 0 0,2 2 0 0,-1-2 2 16,1-3 0-16,0 0 1 0,1-3 0 16,2 0 1-16,0 1 0 0,1-4-3 0,-1 1 1 15,1-3-1-15,1 2 1 0,1-4-2 16,-2 2 0-16,2-2 0 0,0 0 1 0,0 0-1 16,0 0 0-16,2-2 1 0,-1 0 1 0,1-4 0 15,3-3 1-15,-2-3-1 0,3-2 1 16,2-7 0-16,2-1 0 0,-1-3 0 0,5-3 0 15,-1-6-1-15,4 0 0 0,1-4-2 16,2 0-1-16,4-2 1 0,0-1 2 0,1 0 1 16,0-2 1-16,2 4 1 0,-3-1 2 0,-2 3-1 15,0 1 0-15,-3 6-1 0,-3 2-1 0,-2 3 0 16,-3 4 0-16,-3 3 1 0,2 7 0 16,-6 0 2-16,-2 1 0 0,1 5 1 0,-1 0 0 15,-2 2-1-15,-2 5-1 0,-3 1-3 16,-1 4-1-16,-5 4-1 0,0 2-2 0,0 6 0 15,-5-1 0-15,3 7-1 0,-4-1 1 0,1 2 0 16,-1 4 1-16,0 1 1 0,-1 0 0 16,-1 3 2-16,3 0 0 0,-3 2 0 0,3 0 1 15,-2 0-1-15,0-2 1 0,1 2-2 16,0 0 0-16,0 1 0 0,2-5 0 0,0 2-2 16,0-2 0-16,0-1 0 0,1 1 0 0,2-3 1 15,0 0 0-15,-2-1 0 0,3-2 1 16,0-1 0-16,2 2-1 0,-1-2 0 0,1-2 0 15,1 2 1-15,1-2-1 0,-1-3 1 0,2 2 2 16,-1-1-1-16,2-2 0 0,-2-1 0 16,2 1 0-16,-1-2 1 0,0-1 0 0,1 0 1 15,0 0-1-15,-1 0 0 0,0-2-1 0,-2 1 1 16,0 0-1-16,2 0 1 0,-3 1-1 16,2-3 1-16,-3 3-1 0,2-1 0 0,0 0-1 15,-1 1 0-15,1 0 0 0,0 0 0 16,-1-1 0-16,1 3-1 0,1-1 0 0,-1-2 0 15,2 2 0-15,0-1-1 0,0 0 1 0,1-1 0 16,0-1 1-16,2-1 0 0,-2-1 0 0,2-1 0 16,0-1 0-16,-2-1 1 0,2-1 0 15,1-1 1-15,-1 0 0 0,0-2 0 0,-2 1 1 16,2-1-1-16,1 2-1 0,-2-5 0 16,1 2-2-16,1 1 0 0,-1-1-1 0,1 0 0 15,-1 0-1-15,0 0 0 0,1 2 1 0,2-1-1 16,-3-1 1-16,2 2 0 0,-1-2 1 15,0 2 1-15,0 0 0 0,0 0 0 0,0 1 0 16,-1 2 1-16,0-1-1 0,1-1 1 0,-2 1-1 16,0 3 0-16,-1-2 0 0,1 1 1 15,-2 3-1-15,-1 2 0 0,3-2 1 0,-3 2 0 16,2 0 1-16,-2 2-1 0,0 0-1 0,2-2 0 16,-1 3 0-16,0-1 0 0,0 0 0 15,-1-1 0-15,2 1 0 0,-1-1 0 0,1 1 2 16,-2 0-1-16,0-2-1 0,1 2 1 15,-1 0 0-15,-2 1 0 0,3 0-1 0,-2 1 0 16,1 1 0-16,-1 0 0 0,-1-1 0 0,1 1-1 16,0 0 0-16,2 0 1 0,-2-1-2 15,0-1 1-15,2-2 1 0,-1 0 0 0,-2-2-1 16,4-3 1-16,-1 0-2 0,-2-2-12 16,-3-2-24-16,1 0-73 0,-1-2-115 0,-6 1-239 15,-2-1-295-15,-2-3-355 0,-1 2-419 0,-3-4-180 16,-2 2 460-16,-1-2 814 0</inkml:trace>
  <inkml:trace contextRef="#ctx0" brushRef="#br1" timeOffset="131785.16">6419 11821 32 0,'-3'0'239'0,"1"0"128"15,-3 0 136-15,2 0-55 0,2 0-82 16,-3 0-31-16,3-1-9 0,-1 1-5 0,2 0-21 16,0-2-25-16,0 0-42 0,2 1-37 15,-1 0-21-15,1-2 7 0,1-2 0 0,2-3 11 16,0 0 1-16,4-4-3 0,-1 0-15 0,2-5-39 15,2 1-26-15,-1-2-34 0,2-2-20 16,4-1-11-16,-2 0-11 0,2 1-2 0,0-4-4 16,-1 5-5-16,3 0-5 0,0-1-7 15,0 3-8-15,1 1-7 0,-2 3-2 0,2-1 4 16,0 2 1-16,0 3-2 0,0 1 6 16,-2 2 3-16,1-1 0 0,1 3-3 0,0-1-1 0,0 2-1 15,0 2-2-15,-2-1 0 0,4-1 1 16,0 2 19-16,-1-3 52 0,4 3 22 0,0-2 11 15,2 0 6-15,0-1 9 0,3-2 17 16,-3 0-26-16,3 0-13 0,2-4-8 0,1-1-7 16,-2 2-9-16,1-3-30 0,3-2-9 0,-2-1-3 15,2 1 0-15,1-4-1 0,1 0-3 16,2 1 5-16,1-5 1 0,-1 2-2 0,1-4-1 16,2-1 2-16,1-3-1 0,1-2-4 15,2-2-7-15,0 0-3 0,0-5-4 0,1 3-2 16,-1-2-3-16,0 2-1 0,0-2-1 0,-2 3-2 15,-1 1-1-15,-2 2-2 0,2 3 2 16,-5 4-2-16,-4-2 0 0,1 6-1 0,-5 1-3 16,0 3 0-16,-3 1-2 0,-2 2-1 0,-1 3 1 15,-3 0-4-15,-1 2-21 0,-2 1-74 16,-1 0-87-16,-1 1-166 0,-5 1-288 0,0-2-326 16,-2-1-374-16,-1 2-210 0,-4-3 152 0,-3-1 679 15</inkml:trace>
  <inkml:trace contextRef="#ctx0" brushRef="#br1" timeOffset="133247.6">11145 7272 58 0,'-8'3'569'0,"-3"-2"447"0,-2 1 200 0,-4-1-58 16,-1 1-278-16,-4-1-273 0,0 2-156 0,-3 0-99 15,2 0-66-15,-5 2-49 0,0-2-71 16,-1 1-55-16,-1-1-30 0,0 0-14 0,0-1-6 16,-2 0-4-16,2 1-6 0,-3-2-3 15,3 0-2-15,-3 0-1 0,3-1 0 0,-2 0-1 16,-1-1-2-16,0 0-5 0,-2 0-4 16,-1-2-6-16,1 1-2 0,-3 2-4 0,0-2-2 15,-4 1-3-15,-1-1 2 0,-3 2 0 0,-2 0-4 16,0 0-3-16,-2 0-3 0,0 2-2 0,-1 1-1 15,-3-1-2-15,2 2 0 0,-3 1 1 16,1 1 1-16,0-1-1 0,-3 3 0 0,1 0-1 16,-1 0-1-16,-2 1-2 0,-1 0 0 0,1 2 0 15,-1-3-2-15,0 3 0 0,0-2 1 16,2 2 1-16,-1-3 1 0,1 1 0 0,-1 1 2 16,1-1 0-16,1-2 0 0,-1-1 3 15,0 0 1-15,-2 0 0 0,0-1-1 0,-3-1 1 16,1 2-1-16,1-1-4 0,-3-3-1 0,1 3 1 15,-3-2 0-15,1 2 0 0,0-2 0 16,2 0 2-16,-3-2-2 0,-1 2 0 0,-1-2-1 16,0 1-1-16,-1 0-1 0,-1-2-1 15,-1 5 1-15,-2-3 0 0,0 2 2 0,-1 2 0 16,1-2 1-16,-1 3 0 0,0-1 0 0,-4 3-2 16,1 0-1-16,-1 2-1 0,1-1-1 15,1 3 1-15,-3 0 2 0,3 1 2 0,-1 0 0 16,-1 0 2-16,1 1 3 0,-3 0 2 0,0 2-1 15,-1-1 0-15,0 1 0 0,1 0-1 0,-2 2 0 16,3-2 2-16,-2 1 0 0,2 1 2 16,0-2-1-16,1 0 3 0,1-1-1 0,1 0 0 15,2-1-2-15,3-2-7 0,1 0-3 16,2-2 0-16,5-1 0 0,0-1 0 0,4-1 0 16,5-3 0-16,2-1 0 0,2 0 0 0,5-2 0 15,1-2 0-15,5 0 0 0,4 0 0 16,3-2 0-16,2 1 0 0,5-2 0 0,1 3 0 15,7 0 0-15,-1 0-20 0,6 0-32 16,0 0-34-16,2 4-78 0,3-1-124 0,2 3-220 16,2 2-301-16,3-2-358 0,0 1-412 0,3 1-143 15,1 0 460-15,0 2 774 0</inkml:trace>
  <inkml:trace contextRef="#ctx0" brushRef="#br1" timeOffset="134367.49">6178 11790 157 0,'-4'6'458'0,"1"-2"288"0,-4 2 265 16,1-1-86-16,-2-2-216 0,-3 1-146 0,0-1-101 15,1 0-80-15,-2-1-72 0,-1 0-45 16,-3 1-31-16,2-2-27 0,-3-1-22 0,-1-1-24 16,-1 1-30-16,-3-5-30 0,0 5-17 15,-5-4-9-15,2 2-8 0,-2-2-6 0,-3 0-6 16,2 0-5-16,-2 1-5 0,-2-2-4 0,0 2-4 15,-1 0-3-15,-2-1-5 0,-1 1-5 0,-1 0-4 16,-2 2-4-16,-2-3-4 0,1 3-2 16,-4-2-4-16,1 1 0 0,-2 1-1 0,-1-1 3 15,-2 1 0-15,1-1 3 0,-4 2 0 0,2 0 0 16,0-1-2-16,-1 1-3 0,2-2-2 16,-1 0-2-16,0 2 4 0,2-3 1 0,-1 3 2 15,1-1 1-15,2-1 1 0,-4-1-1 16,2 1-2-16,1 0-3 0,-1-1-2 0,1 0 0 15,0 0-1-15,0 0 0 0,-1-1-2 16,1 1 4-16,3-1 3 0,-1 0-1 0,1 1 1 16,1-1 0-16,2-1-1 0,0 1-2 0,4-1-1 15,0-1-1-15,1 2-1 0,4 0 1 0,1 0 1 16,1-1-1-16,2 1-1 0,3 1 1 0,-1 0 0 16,5-1 0-16,0 2-1 0,3-1 0 0,3 0 0 15,1 2-1-15,2-3-1 0,5 4-2 16,-2-1-1-16,3 1-3 0,2-2 0 0,0 2-2 15,1 0-3-15,4-1-8 0,3 1-19 0,0-1-31 16,4-1-77-16,0-1-106 0,3-1-181 0,0-2-291 16,2-3-332-16,2-1-371 0,-2-3-173 15,2-2 274-15,-3-3 686 0</inkml:trace>
  <inkml:trace contextRef="#ctx0" brushRef="#br1" timeOffset="135185.51">4118 8667 35 0,'0'2'283'0,"0"0"192"0,0-2 267 0,0 3 99 16,2-3-105-16,-2 2-87 0,1-2-80 0,-1 0-85 15,0 0-120-15,0 0-108 0,0 0-70 16,2 0-33-16,-2 0-7 0,0 0 2 0,2 3 10 16,-2-2 7-16,1 1-13 0,-1-2-9 15,2 1-20-15,-2 1-23 0,1 0-25 16,1-1-9-16,-2 4 4 0,0 1-16 0,0 3-5 0,-3 7 1 15,1 3 1-15,-1 6-3 0,0 3-2 16,-2 6 3-16,-1 4-3 0,1 6 2 0,-1 1 1 16,-1 5-4-16,-1 3-6 0,-1 4 4 15,0 2 1-15,-1 6-6 0,-2 2-7 0,-1 4-5 16,-3 1-7-16,2 3-11 0,-2 0-3 0,0-1-4 16,-1 0 0-16,2-5 0 0,-2 0 1 15,3-2 0-15,0-4-1 0,1-4 0 0,3-4-1 16,0-6 0-16,0-5 0 0,2-6 0 0,3-3 0 15,-2-6 0-15,2-5 0 0,0-5 0 0,3-2-1 16,-3-4 0-16,4-3 0 0,-2-1-1 0,1-3-1 16,-1-1 1-16,2 0 0 0,-1-2 0 0,0 0 0 15,1 0-6-15,1-2-12 0,-2 1-13 16,1-2-20-16,-1 1-25 0,0-2-51 0,-1 1-62 16,0-2-64-16,0-1-102 0,-2-3-139 0,-1-1-162 15,1-1-192-15,0 0-218 0,1-3-171 0,-1 3 80 16,-2-4 357-16,0 3 377 0</inkml:trace>
  <inkml:trace contextRef="#ctx0" brushRef="#br1" timeOffset="135637.54">3554 10388 167 0,'4'0'364'0,"0"2"162"0,-1 0 125 16,-2-1-147-16,3 0-45 0,-1 4 0 0,0-3 22 15,0 4 1-15,2 3-29 0,1 1-55 0,0 4-63 16,2 2-33-16,1 2-29 0,1 5-30 15,0 1-24-15,-2 4-21 0,4-1-30 0,-2 3-34 0,0 1-33 16,0-2-22-16,0 4-22 0,-2-6-12 16,3 0-9-16,-2-2-14 0,-2-2-9 0,1-3-7 15,1-4-2-15,-1-2-1 0,-3 1-1 0,1-5 0 16,-1-2-1-16,1-2 5 0,-1-2 6 16,-2-2 9-16,2-2 11 0,1-2 7 0,1-3 2 15,0-6 2-15,0-1-6 0,1-5-9 0,0-4-9 16,1-3-7-16,-1-4-3 0,2-2-5 15,2-4 0-15,-2-4-1 0,1-3 1 0,4-4-2 16,-2-5-2-16,4-4-3 0,-2-4-18 0,0-2-52 16,0-5-78-16,2-2-138 0,-4 0-225 15,2-1-310-15,-2 1-353 0,-3-1-302 0,-1 4-68 16,-4 2 526-16,-5 2 625 0</inkml:trace>
  <inkml:trace contextRef="#ctx0" brushRef="#br1" timeOffset="136255.54">3837 8878 123 0,'1'3'366'0,"-1"0"180"0,2-1 168 15,1-4-87-15,0-1-105 0,0-2-72 16,4-2-14-16,-1-4-2 0,2 0-33 0,2-4-63 15,-1-4-64-15,3 2-46 0,0-4-41 0,5-3-26 16,-1 1-22-16,1-2-18 0,1-2-8 16,2 1-17-16,-1 1-18 0,0-1-22 0,0 2-17 15,0 2-10-15,0 1-12 0,-2 2-6 16,-1 3-9-16,0 1-3 0,-2 3-4 0,-1 2 4 16,1 1-4-16,-2 5 4 0,0-1 8 0,-1 5 1 15,0 0 6-15,0 5 27 0,-1-1 19 16,-1 8 8-16,0 1 0 0,1 4 6 0,-3 3-5 15,-3 5-26-15,2 2-18 0,-3 2-8 16,-1 5-5-16,-2 1-7 0,-2 3-24 0,-1-1-62 16,-4 3-85-16,0-5-170 0,-1 2-291 0,-4-5-311 15,1 0-330-15,-2-3-209 0,-1-3 166 0,1-2 648 16</inkml:trace>
  <inkml:trace contextRef="#ctx0" brushRef="#br1" timeOffset="137567.6">444 9616 154 0,'0'0'465'0,"0"0"355"0,4-3 283 16,-4 3-137-16,0 0-208 0,0 0-110 0,0 0-121 15,0 0-135-15,0 0-112 0,0 0-68 16,0 0-57-16,0 0-63 0,5 3-36 0,-3 3-24 16,4 4-15-16,1 4 5 0,-1 6 6 15,5 1 5-15,0 4 1 0,0 0 4 16,3 6 4-16,-2 0-9 0,3 2-5 0,-2 2-2 16,1 2-1-16,2 1 0 0,1 1-3 0,-1 1-3 15,0-1-4-15,0 2-1 0,1-4-5 16,-1-1 0-16,-2-1-1 0,-1-7-2 0,-1-3-1 15,-2-3-4-15,-2-6-1 0,-2-3-3 0,0-2-1 16,-1-2-1-16,-2-3 2 0,0-2 4 16,-3-4 4-16,5-2 3 0,0-5 4 15,0-3 1-15,1-5-1 0,0-4-1 0,-1-3-3 16,0-4-3-16,0-3-3 0,1-4-5 16,-2 0 0-16,0-5-3 0,1 0 0 15,-2-3 5-15,0-1 2 0,2-4 3 0,0 1 0 16,-1-2 2-16,1 1-1 0,1 0-3 0,-1 1 0 15,1 4 0-15,-1 0 0 0,3 5 2 16,-3 4-1-16,-1 4 1 0,0 5-1 0,-3 3 0 16,1 4 8-16,0 3 8 0,-1 3 9 15,-1 2 9-15,0 8-4 0,0 0 0 16,0 0-9-16,0 0-8 0,-5 4-11 0,-1 3-8 16,-1 0 0-16,1 5 0 0,-3 1-1 0,4 6 2 15,-3-1 2-15,3 3 6 0,0 2 3 16,1 5 1-16,1 1 0 0,0 3 0 0,1 3-3 15,0 2-6-15,1-1-2 0,1 2 1 16,3-2 1-16,-1-2 1 0,1-2 1 16,2-4 1-16,1 0-2 0,0-5-9 0,2-2 2 15,0-3 1-15,3-1-2 0,0-5 1 0,0-3-1 16,3-3 7-16,-1-3-8 0,1-5-16 16,-3-4-38-16,3-3-68 0,-4-2-75 15,1-6-140-15,1-2-192 0,-2-1-306 0,-2-5-293 16,-1-1-213-16,-1-1-43 0,-3-3 440 0,-2 0 516 15</inkml:trace>
  <inkml:trace contextRef="#ctx0" brushRef="#br1" timeOffset="138151.65">1035 9351 67 0,'0'0'433'0,"5"3"271"16,-2 1 186-16,0 2 19 0,2 4-314 0,1 1-197 15,4 3-64-15,-1 0-13 0,2 6-20 16,2 3-23-16,-2 2 2 0,3 4-27 16,-1 4-49-16,0 0-46 0,2 6-32 0,0 1-30 15,2-1-39-15,-3 2-19 0,5-4-14 0,-2-2-8 16,-1-4-2-16,2-2-6 0,-6-7-1 0,0-2-4 16,-3-5 5-16,-1-5 25 0,-2 0 15 15,-1-3 16-15,-2-1 7 0,-1-5 5 0,1-1-4 16,-3-4-22-16,-3-4-15 0,1-4-15 0,-1-1-6 15,0-7-8-15,0-1 0 0,-4-4-4 0,-4-2 1 16,-1-7 0-16,-4 0-3 0,0-7 5 0,0 0-4 16,0-5-1-16,3 1 1 0,1 1-3 15,1 0-3-15,3 2-2 0,0 4 1 0,4 2 0 16,-1 2-3-16,5 3 1 0,0 1 0 16,3 3 1-16,0-1-2 0,2 5 5 0,2 0 1 15,2 2 1-15,-1 5 0 0,2 1 0 16,-2 1-1-16,2 5-3 0,-2 0 0 0,1 5 2 15,2 1 2-15,2 1-2 0,1 4 4 16,-1 2 2-16,-2 2 0 0,0 5 3 0,-3 2 2 16,-3 2 2-16,1 3 2 0,-1 5 9 0,-2 1 6 15,-1 1 2-15,-2 5-1 0,0 0 4 0,0 3 2 16,-2 2-3-16,2-1-8 0,-2 1-2 0,2 1-2 16,-1-3-7-16,1 3-5 0,1-4-2 0,-1 0-2 15,2-2-2-15,1-3 0 0,0-2 1 0,2-1-1 16,-2-2-2-16,3-2 0 0,-1-4-2 0,2-3 0 15,-1 1 0-15,-1-5 0 0,2 2 2 0,0-5 0 16,-1 0 1-16,1-5 1 0,1-1 1 0,-1-1-1 16,3-5-2-16,-2-2-15 0,1-1-37 0,-1 0-61 15,0-5-57-15,-3 1-102 0,0-2-144 0,1-3-173 16,-3-1-233-16,3 0-230 0,1 0-198 0,-2-5 68 16,2 1 375-16,-4-2 404 0</inkml:trace>
  <inkml:trace contextRef="#ctx0" brushRef="#br1" timeOffset="138747.57">1503 9057 296 0,'0'-13'685'0,"3"5"334"15,-3 2 126-15,-1 1-265 0,-3 4-274 0,1 2-183 16,-3 2-137-16,3 3-92 0,-2 2-65 0,2 1-32 16,1 6-14-16,4-2 6 0,1 4 13 0,4 0 22 15,0 5 14-15,1 0 1 0,0 3-10 0,3 3-21 16,-3 2-14-16,3 4-24 0,3 0-25 0,-1 7-16 15,0-3-8-15,4 4-7 0,0 0-1 0,-2 1-5 16,4-1-4-16,-2-1-3 0,0-4-3 0,0-2 0 16,-2-5-5-16,0-5 3 0,-2 0 1 15,-1-8 0-15,-3-2 2 0,2-4 1 0,-3-4 5 16,0-1-1-16,-3-6 3 0,1-4 3 0,-1-4 2 0,-2-4 0 16,0-4-1-16,0-4-1 0,-1-4-1 0,0-3-3 15,-1-1 1-15,-1-4-3 0,0-1 2 0,0-1-6 16,-3-1 0-16,3 2 0 0,-3-4-3 0,0-1-1 15,-1 2 0-15,1-1 0 0,0 4 1 16,-3-2 3-16,1 5 5 0,0 1 10 0,2 1 7 16,-2 4 5-16,-1 2 6 0,0 4 1 0,3-1-1 15,-2 6-3-15,2 1-2 0,1 2-3 0,-1 2-4 16,1 4-3-16,2-2-5 0,-1 3-5 0,-1 1-6 16,2-2-4-16,0 4-1 0,2 3-1 0,-1 0-1 15,1 3 2-15,1 1-1 0,-1 5 3 0,3 2 0 16,-2 2 2-16,4 4 1 0,-2 2 1 0,2 5 2 15,-1 2 0-15,0 2 0 0,4 4-2 0,-2 5 0 16,1 1-1-16,0 1-2 0,-1 3 1 0,2-1-2 16,0 3-2-16,-1 0 0 0,2-1 0 0,-3 0-1 15,3-2 2-15,-2 1 2 0,1-3 0 0,-1 0 3 16,-2 0 0-16,-1-3-1 0,-1 1 0 0,0-5-1 16,-2 3 1-16,1-4-1 0,-1 0 0 0,-1-2 0 15,0-2 1-15,-1-1 0 0,-1-5-1 0,2-4 2 16,-2-2 0-16,0-4-1 0,0-3-1 0,-2-2-2 15,2-4-2-15,0-1-5 0,-3-4-12 16,1-4-35-16,1-1-63 0,-1-3-63 0,-4-1-114 16,2-2-169-16,-1-3-267 0,0 0-289 0,3 0-228 15,-3 0-136-15,2-3 265 0,-3 1 530 0</inkml:trace>
  <inkml:trace contextRef="#ctx0" brushRef="#br1" timeOffset="139276">2188 8661 30 0,'-10'-15'526'15,"4"4"474"-15,-5 4 245 0,1 4-13 0,-2 3-287 16,2 1-288-16,-1 5-200 0,0 2-116 0,0 1-74 16,0 1-68-16,0 2-75 0,0 0-49 0,3 4-28 15,-1-2-17-15,2 3-10 0,1-1-7 0,1 4-8 16,0-1-2-16,4 2-1 0,-1-1 0 0,2 4-4 15,0-3 0-15,3 2 0 0,0 1 0 0,2-1 0 16,3 2-2-16,-1-2 3 0,2 1-2 0,2-1 0 16,-1-1 2-16,2-1 0 0,1 1 0 0,1-2 2 15,0 0 0-15,2-3 1 0,-2 1 0 16,2-1-2-16,-3-2 2 0,2 1-2 0,0-3 2 16,-1 1-1-16,0-2 2 0,-1 1-1 0,-1 4 0 15,0-4 3-15,-3 2 1 0,2 1-1 0,-3 1 0 16,-3 3-1-16,0 0 0 0,1 3-1 15,-5 1-1-15,1 1 0 0,-2 2-2 0,-2 0 1 16,-2 3 1-16,1-1-2 0,0-1-1 0,-1 1-1 16,-1-3 1-16,1-5-8 0,-1 1-20 0,2-6-59 15,-2-2-63-15,2-4-114 0,0-5-166 0,0-4-244 16,1-5-317-16,-1-6-241 0,3-3-161 16,0-10 239-16,0-3 515 0</inkml:trace>
  <inkml:trace contextRef="#ctx0" brushRef="#br1" timeOffset="139492.49">2416 8631 399 0,'7'-13'779'0,"-2"5"284"16,-2 5 75-16,-1 3-291 0,1 5-290 0,-1 3-173 16,1 4-78-16,2 6-24 0,1 3-26 0,0 7-29 15,-1 4-30-15,1 5-28 0,1 2-37 0,0 7-47 16,1 2-40-16,0 4-19 0,2 3-10 0,1 3-2 15,-2 0-5-15,1-4-24 0,2 1-58 0,0-3-56 16,-2-6-104-16,0-2-152 0,-2-4-205 16,0-5-296-16,1-5-234 0,-4-6-193 0,0-6 142 15,-2-7 446-15</inkml:trace>
  <inkml:trace contextRef="#ctx0" brushRef="#br1" timeOffset="139723.54">2262 8941 66 0,'-6'-16'593'16,"-1"3"462"-16,3 0 179 0,-1 2-91 15,2 3-374-15,1-1-308 0,-1-2-180 0,6 1-102 16,0-3-55-16,2-3 5 0,3 1-12 0,2-3-16 16,2 0-11-16,1-1-5 0,4 0-8 15,1 0-36-15,4 0-19 0,3 1-12 0,3 1-4 16,4 2-4-16,0 2 1 0,1 2-29 0,2 3-51 15,-2 1-84-15,2 3-159 0,0 4-278 0,1 0-304 16,-2 6-275-16,1 3-191 0,0 0 176 16,-3 1 553-16</inkml:trace>
  <inkml:trace contextRef="#ctx0" brushRef="#br1" timeOffset="140149.46">2899 9429 100 0,'7'14'349'15,"-1"-4"204"-15,-2-5 231 0,1-5 33 16,0-5-112-16,2-5-102 0,-1-7-74 0,0-8-69 16,0-2-83-16,1-9-77 0,1-1-38 0,-1-5-21 15,1-3-13-15,-3-4-18 0,0-4-26 16,0-1-40-16,-2-4-42 0,0-1-30 0,0-1-22 15,-3 0-13-15,2 2-8 0,-1 2-3 0,-1 5-2 16,0 5-4-16,0 2 0 0,0 8-1 0,0 5 0 16,0 6-2-16,0 5-2 0,0 4-3 15,0 3-1-15,0 4-3 0,0 3-4 0,0 4-3 16,2 4-2-16,-1 4 1 0,3 4 1 0,-1 6 0 16,3 2 2-16,-1 5-2 0,4 3 0 0,-1 8 1 15,4 1-2-15,0 9 1 0,-1 5-1 0,2 5 0 16,1 4 0-16,0 4 0 0,2 3 1 15,0-1 1-15,0 0 2 0,-2 1-1 0,3-5-1 16,-2-3-7-16,0-3-12 0,-2-9-32 0,-1-2-51 16,-2-9-56-16,0-4-49 0,-3-7-62 0,-2-6-85 15,-3-7-93-15,-1-5-70 0,-4-5-73 16,1-5-121-16,-2-3-162 0,-4-4-101 0,0-3 88 16,-3-2 225-16,-5-1 254 0</inkml:trace>
  <inkml:trace contextRef="#ctx0" brushRef="#br1" timeOffset="140328.98">3024 9196 190 0,'-9'-4'481'16,"2"0"264"-16,1 3 186 0,3 1-153 0,0 1-189 16,1 3-146-16,2-3-108 0,2 2-84 0,1 0-78 15,0-1-52-15,3 2-25 0,1-2-10 0,-1 1-6 16,4-1-4-16,2-2 6 0,-1 0-17 0,5-4-18 16,-2 1-16-16,5-1-7 0,-3 2-6 15,3-5-11-15,3 2-4 0,-3-2-31 0,2 1-85 16,-1-2-141-16,-1 2-220 0,-2-1-281 0,3 1-266 15,-3-2-167-15,3-1 155 0,-5-3 428 0</inkml:trace>
  <inkml:trace contextRef="#ctx0" brushRef="#br1" timeOffset="140611.56">3468 8355 482 0,'0'-15'978'0,"0"3"268"0,-4 6-19 0,1 2-229 15,1 4-307-15,-1 0-228 0,1 4-124 16,-1 0-75-16,0 5-58 0,0 2-80 0,1 2-51 16,-1 2-25-16,3 5-16 0,-2 2 5 0,2 6-4 15,0 6-5-15,2 1-2 0,-1 8-1 0,1 5 4 16,1 3-7-16,2 2-5 0,0 3-2 0,1-1-3 16,2 0-1-16,0-4-6 0,3-5-4 15,0-4-1-15,0-6-1 0,2-3-1 0,1-6-1 16,0-3 0-16,2-6-2 0,0-3 3 0,3-5-4 15,0-4-5-15,-2-4-25 0,4-2-68 0,-2-6-87 16,0-1-156-16,1-2-258 0,-2-2-321 0,4 1-355 16,0-1-223-16,0-2 77 0,0 2 611 0</inkml:trace>
  <inkml:trace contextRef="#ctx0" brushRef="#br1" timeOffset="148455.51">663 12591 317 0,'0'0'717'15,"0"0"375"-15,2-5 104 0,1 2-330 0,-3 3-227 16,0 0-182-16,0 0-158 0,0 0-113 0,2-6-72 16,1 0-40-16,2-1-20 0,1-1-5 15,1-2-1-15,5 1 33 0,1 0 23 16,4-3 3-16,2-1-6 0,5 1-6 0,0 2-10 0,1 0-33 16,0 1-22-16,-1 1-9 15,1 2-5-15,-3 3-5 0,0 2 16 0,-1 2 17 16,-2 6 11-16,-6 1 11 0,1 5 13 0,-6 5 4 15,-3 7-9-15,-4 2-12 0,-2 6-12 16,-4 5-10-16,-2 1-6 0,-2 4 3 16,-4 2-6-16,2 1-1 0,-3 0-6 0,1-2-5 15,-1 1-6-15,3-1-11 0,0-4-4 0,0-1-4 16,3-6 1-16,3-3 1 0,-1-4 0 16,4-5-2-16,1-4 0 0,2 0 0 0,1-8-1 15,4 1 2-15,2-6 1 0,3-2 1 16,2-4 1-16,1-2 7 0,5-7 1 15,0-2 2-15,2-5-3 0,1-2-8 0,3-3-14 16,-1-4-28-16,-2-1-50 0,2-1-65 0,-1-4-64 16,1 0-90-16,-3 0-117 0,1 2-133 15,-2-2-90-15,-2 3-73 0,-1 0-110 0,-3 1-63 16,2 4 38-16,-3-1 157 0,1 4 229 0,0 1 236 16,-1 5 160-16,-2-2 133 0,-3 8 136 0,3 4 129 15,-5 3 109-15,2 3 79 0,0 3 61 0,3 3 18 16,-1 4-8-16,-2 6-10 0,-2 2-54 15,0 4-92-15,-3 2-80 0,0 2-47 0,5 2-36 0,2 2-24 16,4-1-21-16,-1 1-26 0,1-2-28 0,-1-1-42 16,-1 0-34-16,1-7-36 0,0-1-24 0,1-4-10 15,0-3-5-15,0-3 1 0,1-7 0 0,0-2 2 16,0-5 2-16,0-5 0 0,-2-7 3 0,1-5 1 16,-4-6-3-16,-1-4 3 0,-1-4-1 0,0-5 6 15,-2-1 0-15,-1 0 4 0,-2 2 0 16,-1 1 4-16,-4 1 0 0,-1 3 6 0,-2 2 0 15,-1 0-2-15,-5 4 0 0,0 1-3 0,-2 3-2 16,-1 4-10-16,1 2-6 0,-2 5-8 0,0 4-2 16,-2 4-3-16,4 4-2 0,-1 5-1 0,0 5 1 15,0 3 0-15,2 6-2 0,1 4 0 0,-1 5 0 16,4 1 0-16,0 5 0 0,3 1-2 0,1 5-1 16,2 1 2-16,2 5-2 0,2 2-1 0,5 1 1 15,1 0-7-15,0-2-23 0,5-1-62 0,-1-7-61 16,1-3-107-16,5-9-167 0,2-4-283 0,-1-7-308 15,5-7-237-15,3-3-165 0,-2-6 250 0,-3-4 551 16</inkml:trace>
  <inkml:trace contextRef="#ctx0" brushRef="#br1" timeOffset="148761.65">2042 12564 172 0,'5'6'746'0,"-2"6"419"0,-1 4 76 16,-2 4-164-16,0 3-415 0,0 2-300 0,1 3-160 15,2-1-86-15,2 0-47 0,0-2-32 0,3 3-20 0,1-4-15 16,1-1-5-16,0-1 0 0,2-3 0 16,-1-6 3-16,2-3 1 0,1-6 10 0,0-4-1 15,0-2-1-15,-1-9 2 0,-2-3 0 16,0-5 1-16,-1-5-3 0,-1-3-1 0,-3-5-1 0,-1-2-1 16,-3-1-6-16,-2-2 2 0,-3-3-3 15,-2 2 30-15,0 0 52 0,-4 1 48 0,-1 0 28 16,-1 5 10-16,-5 0 0 0,0 3-27 0,-1 4-39 15,-3 4-40-15,2 3-23 0,-1 5-20 0,0 4-10 16,-3 6-7-16,3 4-6 0,-2 8-7 0,1 5-34 16,-2 5-54-16,3 7-58 0,-2 2-127 0,3 7-175 15,1-1-310-15,4 5-279 0,3-1-235 0,2 1-93 16,3 0 385-16,2 0 518 0</inkml:trace>
  <inkml:trace contextRef="#ctx0" brushRef="#br1" timeOffset="149661.6">2901 12894 124 0,'-2'4'460'0,"1"1"349"0,-1-2 267 0,-1-1-93 16,3-1-254-16,-2 0-178 0,2 1-134 15,0-2-125-15,0 0-95 0,0 0-67 0,0-3-32 16,0 0-14-16,2-3-12 0,-1-3 10 0,4-1 3 16,-3-6-3-16,3-1-6 0,2-3-1 0,0-5 6 15,-1 0-9-15,4-3-10 0,-1-1-8 16,2 1-2-16,-1-1-15 0,2 2-13 0,-4 2-11 0,2 2-3 15,-1 4-2-15,-3 4-4 0,1 1-4 16,-4 4-5-16,2 2-1 0,-2 1 0 0,0 7 1 16,3 0 5-16,-1 4 5 0,0 5 6 0,3 5 13 15,-2 2 5-15,2 3 1 0,0 6-1 16,-2-1-2-16,1 5-3 0,2-1-10 0,-3 0-4 16,1 1-5-16,-1-1-3 0,2-2 0 0,-2-2-2 15,-1-4 1-15,1-3-4 0,-1-2 1 0,0-3 0 16,1-4 2-16,0-1 2 0,1-2-2 15,-1-5 5-15,2-3 4 0,0-6 1 0,1-1-2 16,1-7 0-16,2-3 2 0,0-1 1 0,0-3-4 16,-1 0 0-16,1 1-1 0,0-2-1 0,-2 3-1 15,-1 2-4-15,0 1 1 0,-1 6-1 0,-3 1 0 16,0 4-3-16,-2 0-1 0,2 4-1 0,-1-1 0 16,-1 5 1-16,2 2 2 0,0 1 3 15,0 4 2-15,0 2 1 0,0 1 1 0,1 1-1 16,-2 1 1-16,3 2-2 0,-2-2-2 0,1 1-2 15,0 0-2-15,-1-2-2 0,1 0-1 0,1-2 0 16,-1 0 1-16,0-2 1 0,0 1 2 16,1-4 1-16,-1 1-1 0,1-1 1 0,0-1 0 15,-2 0 2-15,3-2-9 0,-3-1-39 0,0 2-59 16,-2-2-80-16,1 0-151 0,-2 0-236 16,-2 0-311-16,0 0-285 0,0 0-207 0,0 0 52 15,0 0 527-15</inkml:trace>
  <inkml:trace contextRef="#ctx0" brushRef="#br1" timeOffset="151009.51">3668 12844 41 0,'1'2'283'0,"1"-2"160"0,1 1 137 0,-3-1-64 16,2 0-169-16,1 0-123 0,0-1-65 15,0-4-18-15,0-1 7 0,0-2 39 0,2-3 34 16,0-4 48-16,3-2 29 0,1-1 11 0,1-4-21 15,1 0-43-15,1-2-41 0,0 1-30 0,3-3-35 16,-2 2-39-16,1 1-21 0,-1-1-12 16,0 5-13-16,-1 0-25 0,-1 2-12 0,-1 2-6 15,1 4-5-15,-3 1-2 0,-2 4-1 0,-1 0-2 16,1 3 9-16,-3 2 12 0,2 1 15 16,-2 2 12-16,2 6 11 0,-2 1 6 0,0 3-6 15,3 2-12-15,-2 4-15 0,0 0-12 16,-2 1-7-16,3 1-7 0,-2 3-5 0,2-1-2 15,-2 0 4-15,1 3-3 0,1-3-1 0,-2 0 0 16,2-1-1-16,-2-1 2 0,1-4-1 16,-1-1-3-16,0-3 0 0,-1-1 2 0,2-4 3 15,-1-2 3-15,-1 0-3 0,3-5 3 16,-1-2-1-16,1-2-2 0,3-6 3 0,0 1-4 0,0-6 2 16,2-1 1-16,0-2 1 0,0 0 2 15,0-2-2-15,2 2 2 0,-4 2-6 0,2 1-1 16,-1 1 0-16,-3 2-6 0,1 3 1 15,-1 2 1-15,-1 1-1 0,-2 3 0 16,3 1 5-16,0 2 3 0,-1 3-1 0,2 3-1 16,-3 1-2-16,4 3 3 0,-3 0-1 0,1 2 1 15,-1 2 0-15,2-3-2 0,0 3 1 0,-2 1-1 16,1-1 0-16,-1-3 0 0,0 1-3 16,0-4 2-16,1 0-2 0,-3-2 1 0,2-2-1 15,1-1 1-15,-1-1 3 0,1-2 4 16,2-4 0-16,0 0-1 0,0-3 2 0,0-4 2 15,4 0-3-15,-2-6 0 0,2 3 2 0,-2-4-1 16,1 0-1-16,2 0-5 0,-2-2 0 16,0 3-2-16,0-1 0 0,-2 2 1 0,1 0-2 15,1 4 2-15,-5 2-1 0,2 1-4 0,-1 1 1 16,0 4 0-16,1 2 1 0,-1 2 4 16,-1 5 2-16,3 4 6 0,-1 1-6 0,-1 2 0 15,-1 2 36-15,3 5 21 0,-1-1 11 16,-1 1 1-16,1 0 5 0,1 4-1 0,-1-3-33 15,0-1-25-15,2 1-7 0,-1-2-7 16,2 0-5-16,-1-3-3 0,0 2-3 0,2-4-41 16,-1 1-46-16,1-2-125 0,0-2-198 0,0 1-291 15,-1 2-305-15,2-4-243 0,-1 3-112 0,1 0 401 16,1 2 553-16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5:49:37.0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3098 3863 92 0,'5'0'232'0,"-2"-2"97"16,1 2 11-16,-1-2-89 0,-2 0-54 0,1 2-32 16,1 0-5-16,-3-3 5 0,2 2 14 15,-1-1 27-15,1 2 35 0,1-3 45 0,-2 1 62 16,1 2 45-16,-1 0 17 0,1-2-13 0,0 0-33 16,-2 1-53-16,0-2-61 0,0 2-54 0,-2-2-26 15,2 1-4-15,2 1 20 0,-2-2 12 0,1 1 0 16,-1 1-6-16,0-1-14 0,0-1-30 0,-1 1-38 15,-1 0-23-15,-1 0-16 0,0-1-13 16,-3 2-11-16,3-2-8 0,-4 0-7 0,2 2-4 16,-1-1-7-16,-3 0-4 0,2 2-5 0,-1-1-4 15,0 1-2-15,-1 1-5 0,1 1 0 0,-2 0-4 16,1 2-1-16,0 0 1 0,1 1 0 0,-2 2 1 16,1 2 2-16,1 0 0 0,1 2-5 0,-1 2-4 15,1 2-2-15,2 0-3 0,0 3 0 16,0-2-2-16,2 3 7 0,0 0 3 0,3-1 1 15,-2 1 3-15,4-2 0 0,-2 1 0 0,3-1 1 16,0-2-1-16,2 0 0 0,-2-2 1 0,2 1-1 16,2-2 0-16,0-2 0 0,-2 1 1 15,1-3-1-15,1 0-1 0,2-2 1 0,-1 0-1 16,0-2 1-16,0-2 0 0,3 0 0 0,-3-2 1 16,2-2 0-16,0 1 2 0,0-4 0 0,0 1 2 15,0-2-1-15,-2-1 1 0,0-4 0 0,0 3 0 16,1-2 0-16,0-2 0 0,-3 0 0 0,2 0 1 15,0-1-2-15,-2 0 1 0,-1 0-1 16,1 1 0-16,-3-1-1 0,2 2 1 0,-2-2 0 16,0 3 0-16,0-2 1 0,-1 1-1 0,0 3 0 15,-1-2 0-15,-1-1 0 0,2 1-1 0,-2 1 0 16,0 1 0-16,0-1 1 0,0-1 0 0,-2 3 0 16,2 2 1-16,0-1-1 0,-1-2 0 15,-1 3 0-15,2 1 0 0,-3 0 0 0,3-1 0 16,-2 1 0-16,2 0 1 0,-3 1-1 0,3 2 1 15,-3-2-1-15,2 1 6 0,-1-1-2 0,-1 2 4 16,3-1-4-16,-2 1 5 0,1-1-4 0,-1 2-3 16,-1-1 1-16,3 1-1 0,-2 0 6 15,1-2-10-15,-1 2 1 0,0 0-6 0,2 0 3 16,0 2-7-16,-1-2 4 0,-1 0 1 0,2 1 1 16,-1 1 0-16,-1-2-1 0,0 3 2 0,2-2-6 15,-2 2 1-15,0 0 2 0,0 1 1 0,1 0 1 16,1 2 1-16,0-1 0 0,-2 2 1 0,2-1 0 15,0 0 0-15,2 2 0 0,-2-3-1 16,1 2 2-16,1 3-2 0,0-1 1 0,0 2 0 16,2-1-1-16,0 0 2 0,1 4 0 0,0-1-1 15,1 1 1-15,2 1 0 0,0 0 0 0,0 0 0 16,0 1 0-16,3-1 1 0,0-1 0 0,-1-1 0 16,2 1-1-16,-1-1 1 0,2-2-1 0,0-1-1 15,-1-2 0-15,4 3 0 0,-3-4 0 16,2-3-2-16,0 1 2 0,0-2-1 0,0-1 2 15,0-2 0-15,0-2 0 0,-1-1 1 0,0 0 0 16,-1-2-3-16,-2 1-9 0,0-3-34 0,0 1-68 16,-3 2-89-16,0-2-160 0,-3 0-277 0,-2 0-322 15,1 0-334-15,-2 0-209 0,-2-1 132 16,0-1 626-16</inkml:trace>
  <inkml:trace contextRef="#ctx0" brushRef="#br0" timeOffset="1317.95">4147 3471 36 0,'-2'-5'265'0,"0"1"154"16,-2-1 161-16,1 0 6 0,1-1-71 0,-3 2-3 16,1 0 20-16,-1-2-8 0,-2 1-43 0,-2-2-71 15,1 1-56-15,-2 1-52 0,0 0-41 16,0 2-23-16,0-2-18 0,-2 0-15 0,1-1-30 16,0 2-40-16,-2-1-29 0,2 0-27 15,-1 1-18-15,0 1-14 0,4-1-12 0,-2 1-3 16,2 1-7-16,0 1-6 0,1-1-4 0,0 1-3 15,0-1-4-15,1 2-3 0,1 2-3 16,2-1 0-16,-2 1-4 0,3 1-2 0,-2 3 1 16,1 1-3-16,3 4 1 0,0 2 0 15,0 2 2-15,1 3 3 0,1 0-1 0,2 0 2 16,-2 3-1-16,1-1 2 0,0 1-2 0,1 0-2 16,-1 0 2-16,0 1-3 0,2-1 3 0,-2 1 6 15,1-2 4-15,0 1 2 0,-3 0 1 16,2 2-1-16,-3-2 0 0,2-2-7 0,-2 2-1 15,0 2 1-15,0-3-1 0,-2 1 2 16,1 1-2-16,-1-1-6 0,-1 0-4 0,1 1-4 16,-2-1-2-16,-1 0 0 0,2 1 0 0,-2 0 6 15,0 0 2-15,2-1 4 0,-2 0-2 16,-1-3 4-16,3 0-3 0,-2 0 2 0,2-2 7 16,0 1-6-16,1-3 8 0,1-1-7 15,-1-1 5-15,-1 0 3 0,3-1-5 0,0-2 3 16,0 1-5-16,0-1 4 0,1-1-12 0,1-1-1 15,1 1-7-15,1-1 3 0,0-1-4 0,1-1-5 16,4 0 7-16,-1 1-2 0,2-4 6 16,0 0-4-16,2-2 6 0,1 0 4 0,1 0 1 15,0-2 0-15,2 0 2 0,-2-4-1 16,3 1 0-16,0-3 1 0,-2 1-1 0,1-1 3 16,1-1-3-16,-2 2-13 0,-1-1-40 0,-3 2-58 15,3-1-72-15,-4 3-119 0,-1 0-168 16,-1-1-265-16,0 3-271 0,0 0-231 0,-2 2-100 15,-1-2 284-15,-2 1 492 0</inkml:trace>
  <inkml:trace contextRef="#ctx0" brushRef="#br0" timeOffset="1795.95">4338 4078 150 0,'2'-7'453'0,"-1"3"228"0,-1-1 182 15,2-1-77-15,-2-4-167 0,0 2-116 0,1-4-74 16,1-1-49-16,0-4-72 0,-1 0-79 0,1-2-71 16,-1-3-63-16,1-3-32 0,1 0-16 0,0-2-6 15,0-2-3-15,0 1-8 0,2 0-2 16,-3 0-8-16,3 3 13 0,-2 0 20 0,0 3 23 15,0 3 21-15,0 2 5 0,-1 4 1 16,-1 2-20-16,-1 2-26 0,2 2-24 0,-1 2-19 16,1 1-6-16,-2 1-10 0,0 1-1 0,3 1-5 15,-1 2-1-15,1 1-3 0,0 2 13 16,2 2 11-16,3 3 17 0,-2 3 16 0,2 3 16 16,0 2 5-16,1 2-9 0,1 2-9 0,-2 5-9 15,3-1-10-15,-2 4-13 0,1 1-2 16,-2 1-1-16,3 1-2 0,-3-1-4 0,1 2-1 15,2-1-1-15,-3-2-4 0,0-2 1 0,0-1-1 16,1-5 1-16,-2 1 1 0,-1-3-1 16,1-2-1-16,-1-4-1 0,-3 1-2 15,2-5 0-15,-2 1-4 0,0-4-21 0,-3-1-35 16,2-2-42-16,-2 1-41 0,-2-2-51 0,0-3-97 16,-2-2-125-16,-3-1-116 0,0-3-227 0,-1 2-242 15,-2-4-190-15,-2 1 80 0,-3-4 367 16,0-3 361-16</inkml:trace>
  <inkml:trace contextRef="#ctx0" brushRef="#br0" timeOffset="2038.01">4316 3934 70 0,'3'5'281'15,"-1"-2"128"-15,1 1 107 0,3-1-110 0,-3 2-143 16,2-2-78-16,0 0 10 0,1-2 10 0,1 2 53 15,0-1 35-15,1 0 4 0,0 0-17 16,3-1-51-16,-1-1-32 0,1 0-58 0,3-1-53 16,-1-1-31-16,1 1 2 0,0-3-1 15,2 1 0-15,-2-3 2 0,3 1 1 0,-2-2-4 16,-1 1-40-16,0-2-77 0,1-1-99 0,-3 0-127 16,-1 2-235-16,-3-1-255 0,1 1-159 15,-2-2 35-15,-2 0 240 0,-2-2 294 0</inkml:trace>
  <inkml:trace contextRef="#ctx0" brushRef="#br0" timeOffset="2384.26">4423 3417 114 0,'-3'9'347'16,"-1"0"173"-16,1-1 150 0,1 1-82 15,0 3-156-15,2 0-82 0,0-2-26 0,0 0-8 16,2 3-16-16,1-2-40 0,0 0-41 0,2-1-42 16,-2 1-35-16,2-2-43 0,-1-2-33 15,1-1-28-15,0-1-14 0,3 0-8 0,-4-4-1 16,3 0 7-16,-1-3 3 0,-1-2 14 0,3-2 11 16,-4-1 2-16,3-3 1 0,-4-1-3 15,0-1-5-15,1-1-14 0,-3 2-10 0,-1-3-3 16,-1 2-7-16,-3 1-3 0,0 1-5 0,-1-1 2 15,-2 2-4-15,0 2 1 0,2 0-2 16,-3 1 2-16,3 1-3 0,-1 2-19 0,0 2-30 16,-1 1-56-16,2 1-77 0,1 2-98 15,-1 3-109-15,3 2-115 0,1 1-209 0,-1 1-160 16,2 1-11-16,0 0 156 0,2 0 246 0</inkml:trace>
  <inkml:trace contextRef="#ctx0" brushRef="#br0" timeOffset="3006.92">4686 3319 286 0,'-5'-3'568'15,"2"0"286"-15,0 3 187 0,1-1-229 0,-1 1-206 16,3 0-135-16,-2 0-100 0,2 0-95 0,0 0-97 15,0 0-71-15,2 0-49 0,-2 0-28 16,1 0-17-16,3-2-7 0,-1 2-6 0,2 0-1 16,1 0 1-16,3 0 1 0,-1 0-3 15,2 0 1-15,2 0 2 0,3 0 0 0,-1 0 2 0,0-1-1 16,2-1 4-16,0 2-14 0,0-1-8 16,1-1-6-16,0 0-7 0,-1 2 1 15,0-1-4-15,-2 0 16 0,0-1 6 0,-2 2 5 16,-1-2 4-16,-2 2 0 0,1 0 2 15,-4-1-1-15,-1 1 2 0,1 0-2 0,-3-1-1 16,0 1 4-16,-1-2 23 0,-1 2 12 0,-1 0 6 16,0 0 0-16,0 0 1 0,2 0-3 15,-2 0-20-15,0 2-10 0,2 0-20 0,-1 4-8 16,2 1 12-16,1 0 7 0,-1 4 8 16,3 1 4-16,0 3 11 0,1 0 11 0,2 4-14 15,1 0-6-15,2 6-12 0,0-1-5 0,0 2-1 16,2 5-3-16,0-3-1 0,1 4-3 0,-1 1 2 15,0 0-2-15,1-2 3 0,0 1 1 16,-2-2 4-16,1 1-1 0,-1-2 1 0,-1-1 2 16,-2-2 1-16,0 1 2 0,-4-4-5 15,0 0 11-15,0-2 37 0,-4-1 62 0,-2-1 53 16,0-2 24-16,-2 0 11 0,-4-2-14 0,-2-4-29 16,0 1-44-16,-3-3-40 0,-3 0-21 15,0-1-16-15,-5-3-7 0,-2 1-6 0,-3-4-7 16,-4 1-6-16,0-1-4 0,-2-2-1 15,-1-2-4-15,1-1 8 0,0 1 0 0,2-2 0 16,1-1-3-16,2 2-12 0,1-2-27 0,5 1-70 16,0 0-59-16,3 1-109 0,5 0-165 15,0 0-303-15,5 0-298 0,6 0-234 0,3 1-172 16,5-1 262-16,3 1 580 0</inkml:trace>
  <inkml:trace contextRef="#ctx0" brushRef="#br0" timeOffset="13160.21">763 5224 172 0,'0'0'247'15,"0"0"64"-15,0 0-104 0,0 0-100 0,0 0-59 16,5 0-33-16,-5 0-15 0,8 2-9 0,0-2 0 16,1 0 0-16,-1 0 4 0,0 0 1 15,3 0 2-15,-1 0 2 0,1 0 4 16,3 0 1-16,0 0 13 0,0 0 11 0,2 0 2 15,3 0 2-15,-1 0 0 0,2 0 1 16,-1 0-14-16,2 0-9 0,1 0 1 0,0 0-7 16,0 0 3-16,2 0-6 0,1 0 3 0,0 0-1 15,0 0-2-15,-2 0 2 0,1 0 5 16,-2 0 2-16,-2 0-3 0,1-2 5 0,4 2 0 16,-1 0-1-16,1-1 7 0,-1 1 11 0,1-1 5 15,-1 1 1-15,1 0 3 0,0-2 2 0,-1 2-14 16,3 0-13-16,-2-2-5 0,2 2-5 0,-2 0-2 15,1 0 0-15,-2 0 0 0,1 0 0 0,-2 0 2 16,1 0-2-16,1 0 2 0,-2-1 0 0,-1 1-2 16,1 0 0-16,1 0-1 0,-3-2 1 0,2 1 0 15,1 1 4-15,-3-3-2 0,1 3 4 0,0-2-2 16,1-1 2-16,0 0-1 0,-1 2-1 0,3-3 0 16,-3 2-2-16,1-3-2 0,0 2-2 15,1-1-2-15,1 1 2 0,0-2-4 0,-2 1 4 16,2-1 0-16,2 1 0 0,-2 1 0 0,2-2 0 15,1 1 0-15,0 1 0 0,0 0 0 16,0-2 0-16,1 1 2 0,-1 2-2 0,-1-1-2 16,0 0 2-16,1 2 0 0,-1-3 2 0,-3 3 0 15,3-2 2-15,0 0 2 0,-2 0-2 0,2 0 2 16,-2 0-2-16,2 0 3 0,-1 0-1 16,1 0 0-16,-1-2 6 0,1 1-2 0,0 1 2 15,1 1-1-15,-1-3-5 0,0 2 2 0,0 0-6 16,0 0-2-16,2-2-2 0,-1 1 2 0,0 2 2 15,1-3 0-15,1 3-2 0,0-3 0 16,0 0 4-16,3 1-2 0,-1 1 0 0,-1-1 31 16,1-1 12-16,0 1 10 0,-1-1 4 0,-1-1 2 15,0 2 2-15,0-2-30 0,0 2-9 0,0-3-10 16,0 1-7-16,-1 0-1 0,1 0 2 0,0 0 2 16,0 0-4-16,0 2-1 0,0-2-1 15,2 1 4-15,-1-1-8 0,1 2 0 0,-2-2-2 16,3 1 2-16,-1 1 0 0,-1-2 0 15,3 1-2-15,-1 0 2 0,0 2-2 0,0-2-2 16,-1-1 4-16,1 0-2 0,2 1 2 0,-4-1 0 16,3 1 0-16,0 0 2 0,-2 1-2 0,3-2 2 15,-2 0 2-15,0 1 26 0,1-1 16 16,-1-1-19-16,-1 4 26 0,2-4 12 16,1 1 8-16,-2 0-20 0,3 0-15 0,1 0 15 15,3 0-17-15,0 1-19 0,0-1-6 0,3 0-7 16,1-2 4-16,-3 1-5 0,5-2 1 0,-2 1 2 15,1-1 25-15,0 0 14 0,0 0 3 16,-1 0-2-16,-3 0 2 0,3-2 2 0,-4 3-21 16,-1-1-11-16,1 2 0 0,-1 1 4 15,-2 0-3-15,-2 0 1 0,-1 2-2 0,-2 1-4 16,-2-2-10-16,-3 3-42 0,-4 0-69 0,-2 2-109 16,-5 2-263-16,-5-1-154 0,-3 4-46 15,-8-1 102-15,-6-1 191 0</inkml:trace>
  <inkml:trace contextRef="#ctx0" brushRef="#br0" timeOffset="14890.03">2610 3523 18 0,'-2'6'133'0,"2"2"34"16,0-1-25-16,0 2-24 0,0 2-14 0,2-1-3 16,-2 4-3-16,1-2-14 0,1 2-8 15,0 4-3-15,-1-1-4 0,1 4-4 0,-2 1-7 0,3 3 0 16,-1 0 1-16,-1 4 5 0,-1-1-9 16,2 4 4-16,-2 0-5 0,1 1 3 0,-1 3-3 15,2 0-3-15,-2 3 0 0,0-1 3 0,2 1-11 16,-2 0-2-16,1 2-4 0,2-1 1 15,-3 2-1-15,3 0 0 0,-3-1 2 0,2 1-1 16,1 1 1-16,0 0 0 0,-1 0 7 0,1 0 1 16,0 2-1-16,-1 1 3 0,0-1-9 0,-1 4 0 15,2-3-17-15,0 2-6 0,0 0-2 0,0 2-1 16,1-3 1-16,-1 4 0 0,0 1 2 16,0-3 19-16,-1 2 11 0,3 1 5 0,-2-3 1 15,1 0-2-15,-2 3-1 0,3-3-19 0,-2 0-11 16,0-1-9-16,2 0-4 0,-2 0-1 15,2-1-1-15,1 2 4 0,-3-2-1 0,2-1 1 16,-2 2 1-16,0-2 3 0,2 1-2 0,-2 0-6 16,3-2 1-16,-4 1-3 0,1 1-3 0,0-3-5 15,1 3 0-15,-1 0 3 0,0-3 2 16,-1 4 0-16,-1-4 3 0,1 3 6 0,1-3-1 16,-1 3-3-16,0 0 2 0,0-1 22 0,-2-2-10 15,0 2-4-15,2-1-7 0,-2 0 1 0,0 0-3 16,-2 2-24-16,2 0 7 0,0-3 4 0,-2 3 4 15,0 0-1-15,0-2 2 0,2 3 2 16,-3-3-2-16,3 4 4 0,-2-3 0 0,1 2 23 16,-1 0-9-16,0-1-4 0,1-1-3 0,-1 2-4 15,-1 0-5-15,1 0-23 0,1 0 7 0,-1 0 4 16,-1 2 3-16,1-2 2 0,2 0 2 0,-4 0 3 16,2-2 0-16,1 2 2 0,1-1 0 15,-2 1 25-15,1-1-7 0,-1 0-6 0,2-1-1 16,-2 2-2-16,1-3-2 0,-1 4-27 0,2-1 10 15,-3-2 1-15,3 2 2 0,0-1 3 0,0 1 2 16,-2-2 1-16,2 2-1 0,0-3 2 0,0 0 3 16,0 0 8-16,0 0 33 0,0 0-7 0,0-6-2 15,0 3-4-15,2-1-3 0,-2 0-9 16,0-3-35-16,0 3 6 0,2-2 7 0,-1 0-1 16,-1-1 1-16,2 0 1 0,-1 1 7 0,1 1-1 15,0-2-4-15,-1 3 5 0,1-2 2 0,1 1 5 16,1 2-2-16,-2-3 4 0,1-1 10 0,0 4-4 15,-1-3 3-15,1 0-1 0,-1 2-2 16,1-2 2-16,-1 1-7 0,1 0 0 0,0 1 2 16,1-1-1-16,0-1 4 0,-1 2 2 0,0-1 3 15,0 2 4-15,2-3-3 0,-2 4 2 0,2-3-1 16,-2 1 22-16,2 2 11 0,-2-3-11 0,3 2-9 16,-3-1-3-16,2-1 2 0,0 2-21 15,-2-1-9-15,3 2 13 0,-1-3 6 0,0 2 2 16,-2 1 0-16,2-1-1 0,0 0-3 0,-2-1 3 15,3 4 22-15,-1-2 11 0,-1 1 6 0,1 3-3 16,0-2 6-16,-2 2 0 0,3 0-22 0,-1-2-9 16,0 4-27-16,0-2-10 0,1 3-17 15,-1 0-5-15,1-2 11 0,0 4 6 0,1 1 18 16,-1 0 9-16,-1 4 7 0,4 0-1 0,-2 3-14 16,-1-2-5-16,2 3 4 0,-2 1-16 0,0-3-10 15,1 5-1-15,-1-3-2 0,-1 0-2 16,1 0-6-16,-1 0 34 0,0-1 18 0,-2 2 5 0,3-1 7 15,-2-1 0-15,-1-1-15 0,1-1-28 16,-2-1-13-16,-1 1-10 0,1-2-9 0,1-3-5 16,-3-4 13-16,0-4-3 0,-2-2-25 0,-1-8-55 15,0-6-87-15,-3-2-111 0,0-9-123 16,-2-7-194-16,-2-9-197 0,-4-8-51 0,-2-9 139 16,-8-10 244-16</inkml:trace>
  <inkml:trace contextRef="#ctx0" brushRef="#br0" timeOffset="16121.99">1331 5851 125 0,'-2'-3'243'16,"-1"2"98"-16,0-3-25 0,1 2-76 0,-1-1-45 15,3 0-16-15,-2-2-5 0,2 3 5 0,2-4 0 16,-2 4 12-16,3-1 25 0,-1 0 22 0,1 0 22 15,2 1 24-15,-2-1 17 0,2 0 29 0,1 2-5 16,-5 1-17-16,1-2-27 0,0 2-42 0,-4 0-39 16,2 0-57-16,-3 0-39 0,1 2-35 0,1-1-27 15,-2 0-16-15,0 4-13 0,1 0-6 0,1 3-3 16,-1 0-5-16,0 3-1 0,1 2 0 0,-1 4-1 16,2 1 0-16,-2 0 1 0,2 3-1 0,2-1 1 15,-2 4-1-15,3-3-2 0,-1 2 4 0,3 0 2 16,-2-2 4-16,3 1-3 0,0-1 2 0,1 0 4 15,-1-1-6-15,3-3-2 0,-1 0 1 16,2-3 0-16,-2 1 1 0,1-5 0 0,1 1 3 16,-1-3-2-16,2 0-1 0,-1-2 1 0,-1-2-2 15,2 1 0-15,-1-5-1 0,1 2 4 0,0-4-2 16,0 2 1-16,-1-6 1 0,0 1-2 0,0-1 1 16,0-2-4-16,-1-3-1 0,1 1 0 0,-2-2-3 15,1-3-2-15,-3 0 2 0,1 0 4 0,-1-3 1 16,-1-1 2-16,-2 2 2 0,1-3 5 0,-2 1-15 15,1-1-10-15,-3 0 0 0,0 0-6 0,-1-1 0 16,-1 0-7-16,-2 1 15 0,-1-1 7 0,0 0 0 16,-1 0 6-16,-3-1 0 0,0 1 1 15,0 0 1-15,1 3 1 0,-5-2 2 0,2 4 5 16,-3-1 19-16,0 2 13 0,-1 2 7 0,-2 1 1 16,4 1 4-16,-4 4-4 0,4 2-16 0,-2 1-13 15,0 2-7-15,1 2-10 0,0 4-5 0,-2 2-2 16,5 2-3-16,-3 3 1 0,1 2-1 0,2 5 4 15,-1 1 1-15,0 1-1 0,3 3-10 16,-4 3-11-16,2 2-31 0,1 1-70 0,-2 3-109 16,1-1-127-16,4 5-145 0,-5-4-295 0,4 5-233 15,0-3-65-15,-1 0 196 0,1 1 334 16</inkml:trace>
  <inkml:trace contextRef="#ctx0" brushRef="#br0" timeOffset="17108.41">1078 6880 207 0,'0'0'349'0,"0"0"120"0,0 0-7 0,0 0-167 16,0 0-122-16,0 0-69 0,5-4-25 0,-2 0-5 15,2-2 14-15,2-1 7 0,1 1 23 16,0 0 10-16,3 0 2 0,0-1 49 0,2 1 30 15,1 1 6-15,-1-1-13 0,2 3 25 16,0-1 8-16,-1 3-43 0,2-1-44 0,1 2 11 16,-1 0 20-16,1 3-6 0,-2 0-3 0,-4 0 0 15,-5 3 3-15,-3 0-29 0,-1 1-16 0,-2 2-11 16,1 3-3-16,4 1-1 0,0 2-4 0,-3 1 1 16,1 0-10-16,-3 4-22 0,-3-1-18 0,1 4-18 15,-4-2-11-15,-4 2-13 0,-2 0-6 16,0 3 0-16,1-3-3 0,2 0-1 0,-1 1-6 15,4-4-2-15,1 3-5 0,0-4 2 16,1-1-2-16,1-3-3 0,3-2 3 0,0 1 0 16,0-3 0-16,3-3-5 0,1 1-5 15,0-1 6-15,0-4-1 0,4 1-1 0,4-2 0 16,0-3 6-16,3-2-10 0,-3 1-22 0,-3-4-23 16,1-1-15-16,1-1-16 0,2-2-13 0,2 0 0 15,3-3 13-15,1 1 14 0,-2-2 9 0,2 4-9 16,0-3 0-16,-3 1 1 0,3 1 7 0,-3 1-1 15,-1 2 2-15,0-2 18 0,-1 3 12 16,-1 4 8-16,2 0 6 0,-3-1 6 0,-1 1 7 16,3 4 6-16,-3 1 0 0,3-1 1 0,-3 4-1 15,2-1 2-15,-1 2 3 0,1 0-2 0,0 1-3 16,-1 1 3-16,1-2 1 0,1 2-1 0,-1-1-1 16,1-1 3-16,-1 0 0 0,1-4 0 0,-1 0-2 15,0 1 2-15,1-4 0 0,-2-2 2 0,1 0 3 16,0-3 1-16,-1-1 6 0,-1-2 1 0,-1-3 19 15,1 0 10-15,-3-3 4 0,0 0 15 0,-2-3 5 16,-1-2 10-16,-1 2-13 0,-2-3-3 0,-2 1-1 16,-2 0-9-16,-2 2-4 0,-1-1-8 15,-1-1-7-15,-2 0-1 0,-3 3-8 0,-2-2-10 16,0 0-3-16,-2 1-2 0,0 1 0 0,-2 2-7 16,-1-1 5-16,1 3 0 0,-2 3-1 0,2 0-1 15,-2 1-5-15,0 4 0 0,-2 1-4 0,-1 3 3 16,3 3-1-16,-1 3-1 0,-1 2-2 0,2 1-3 15,0 6-8-15,5 0-12 0,-2 3-24 0,2 1-45 16,-2 2-81-16,-4 2-103 0,0-1-115 0,-2 1-137 16,2 1-240-16,6 1-200 0,4 1-12 0,-1-2 180 15,0 1 285-15</inkml:trace>
  <inkml:trace contextRef="#ctx0" brushRef="#br0" timeOffset="17924.5">1108 8013 89 0,'0'0'335'0,"0"0"171"0,0 0 163 0,0 0-42 16,0 0-151-16,0 0-97 0,1 5-53 16,1-1-29-16,0 2-35 0,-2 1-49 0,1 1-47 15,-1 4-21-15,0 2-15 0,0 2-6 16,0 3-6-16,0 2 7 0,0 1-4 0,0 5-15 16,0-4-13-16,0 2-14 0,0 2-18 15,2-5-28-15,-2 0-17 0,3-1-8 0,-1-3-5 16,2-1-2-16,-1 0-1 0,-1-3 0 15,4-1-2-15,-1 0 2 0,0-3 0 0,0-2 0 16,2-1-2-16,0 0-4 0,-1-3 4 16,2-2 1-16,0-2 1 0,1 0 0 15,-1-3 1-15,2-4 1 0,1-1-2 0,-2 0-1 16,1-2-1-16,4 1 2 0,-1-2 1 0,2-1 3 16,0 5 4-16,-3 0 0 0,-2 1-2 15,-2 0-1-15,0 3-4 0,-2 0 0 0,0 2-3 0,-2-1-1 16,-1 5 3-16,2 0-1 0,-2 3 1 0,0 3 1 15,1 1 5-15,-2 5 4 0,-2 1-3 0,1 2 2 16,-1 2-1-16,0 1 0 0,0 0-5 0,0 1-2 16,0 2 0-16,0-2 1 0,0 1-1 0,2-3 0 15,-2 2 3-15,2-3-2 0,-1-1-2 0,1-2 0 16,1 2 0-16,-1-6-10 0,1-1-34 0,0-2-78 16,-3-2-91-16,0-2-105 0,-3-4-123 15,0-1-156-15,3-2-249 0,3-4-99 0,0-3 72 16,-1-3 211-16,1-3 261 0</inkml:trace>
  <inkml:trace contextRef="#ctx0" brushRef="#br0" timeOffset="18305.98">1653 8346 187 0,'10'11'301'0,"-2"4"102"0,1-2-40 0,1 3-117 16,-2 1-73-16,0 1-40 0,2-3-17 0,0 4-12 15,0-1-12-15,0-3-14 0,0 0-21 16,1-1-16-16,2-3-14 0,-2-1-13 0,1-3-4 16,1-1-6-16,-2-3 3 0,2-1 3 0,0-2 4 15,-1-2 13-15,-1-4 27 0,1-1 11 0,-2-2 12 16,0-3 3-16,-2-4 3 0,3 0 23 0,-5-2 9 0,2-3 14 16,-3 1 19-16,0-2 24 0,1 1 38 0,-5 0 7 15,1 0 10-15,-2 0 3 0,-2 1-13 16,-4-4-38-16,0 4-46 0,-2-4-43 0,-2 0-40 15,-2 3-33-15,2-2-21 0,-4 2 15 0,3 2 31 16,-2 2 21-16,-1 2 12 0,1 5 11 0,-2 1 3 16,2 3-15-16,-1 3-27 0,1 3-19 0,0 3-13 15,-2 3-7-15,2 3 7 0,-1 4 5 0,-1 2 7 16,2 4-1-16,0 3-3 0,-1 0-6 0,2 4-25 16,1 1-44-16,-1 0-62 0,2 3-97 0,-3 0-105 15,-1 0-111-15,5 0-136 0,2 3-237 0,3-2-145 16,2 1 42-16,4-1 196 0,1 0 258 0</inkml:trace>
  <inkml:trace contextRef="#ctx0" brushRef="#br0" timeOffset="19334">471 9771 37 0,'12'0'215'0,"-1"-2"96"16,-1 1 91-16,1-4-115 0,-2 0-106 15,3 0-60-15,0-1-30 0,1-2-5 0,1 1-9 16,-1-1-17-16,4-1-6 0,-3 1 6 0,2 2 3 15,0-1-14-15,1 1-5 0,-2 3 16 16,0 0 9-16,-2 2 16 0,-3 1 57 16,2 0 62-16,-2 4 74 0,-1 1 57 0,2 2 51 15,0 5 10-15,-1 0-33 0,-1 4-43 16,-2 1-39-16,-4 3-61 0,0 5-55 0,-3-4-41 16,0 5-29-16,-3-1-37 0,-2 3-35 15,0-2-15-15,0 0-11 0,-2 4-7 0,2-4-5 16,0 1 8-16,0-1 2 0,2 0 2 15,-2-3 2-15,4-1 1 0,-2-2-3 0,3-3-1 16,0-1 2-16,0-1 0 0,3-4 1 16,0 1-3-16,0-2 3 0,0 0 2 0,2-3 2 15,0 1-3-15,0-1-1 0,4-1 5 16,-3 0 0-16,1-1-2 0,1-1 0 0,2-1-2 16,0 0 1-16,0-1-3 0,2-2-4 15,1-2-1-15,1-1-9 0,2-1-29 0,0-4-65 16,1 0-94-16,0-5-105 0,4 0-115 0,3-4-153 15,0 1-262-15,-1 0-129 0,0-3 54 16,0 1 209-16,1 0 270 0</inkml:trace>
  <inkml:trace contextRef="#ctx0" brushRef="#br0" timeOffset="19931.97">1246 9743 166 0,'-8'-6'371'16,"0"6"172"-16,-2 0 163 0,-1 4-143 0,0-2-101 16,3 2-69-16,-1 0-41 0,1 1-40 15,1-1-64-15,2 1-75 0,2 1-65 16,-1-2-41-16,1 2-29 0,3 1-20 0,1-1-15 16,4 4 13-16,-2-2 6 0,2 2 4 0,1 0 4 15,2 1-1-15,3-1 2 0,0 0-15 16,0 3-6-16,2-2-4 0,3 2 0 0,1 0 3 15,2 0 1-15,2 1-1 0,-4 1 0 16,-1-1-13-16,-1 1-10 0,-2 0-5 0,1-1-5 16,-4 5-1-16,0-2-2 0,-1 0 15 0,-5 1 9 15,1-1 7-15,-3 2 4 0,1-1 3 0,-3 0 0 16,-3 0 14-16,3-5 12 0,-3 3 24 0,-2-3 12 16,2 1 6-16,-3-4 0 0,1 1-12 0,0-3-13 15,-1 1-22-15,-1-2-16 0,0-1-6 0,0-2-5 16,3-1-2-16,-3-1-4 0,2-2-5 0,-2 0 0 15,2-3-2-15,-2-2-2 0,-1-1-2 0,-2-4-4 16,2-5-10-16,1 1-14 0,4-5-18 16,1-4-18-16,4-1-16 0,3-3-13 0,3-1-8 15,3-1 1-15,-2-1 10 0,-1-1 19 0,0 4 17 16,3-3 22-16,-3-1 20 0,0 5-8 0,1-3 1 16,-1 1-6-16,-1 1-1 0,1 0-4 0,-1 2-2 15,-2 3 25-15,-2 1 15 0,1 1 37 0,-1 4 35 16,-3 1 45-16,3 2 53 0,-3 2 29 0,-3 2 21 15,1 0-9-15,-3 3-24 0,-1 0-34 16,-3 4-47-16,1 2-32 0,1 2-28 0,-2 1-22 16,-2 4-12-16,0 4-5 0,-5-2-3 0,0 3-4 15,-1 3 2-15,2 3-1 0,1 0-4 0,3 2 1 16,2-1 1-16,-1 2-1 0,4-1-23 16,1 1-41-16,2-3-73 0,0-2-90 0,6-1-105 15,0-3-134-15,2 0-208 0,3-3-202 0,3-1-57 16,-3-2 122-16,1-3 247 0,1-3 262 15</inkml:trace>
  <inkml:trace contextRef="#ctx0" brushRef="#br0" timeOffset="20408.5">1824 9676 114 0,'-3'2'354'0,"1"-1"167"0,-1 3 139 0,2 1-113 16,-1 1-165-16,-1 1-95 0,3 3-40 0,-2 3-7 15,2 0 6-15,2 3 29 0,-1 5 16 0,1 4 9 16,1 1 0-16,0 2-16 0,1 6-30 0,-1 0-57 16,4 3-47-16,0 1-34 0,1 3-30 0,1-3-25 15,4-1-18-15,0 0-10 0,2-4-17 0,-2-5-13 16,4-2-7-16,1-5-1 0,-1-4 1 0,-1-4 0 15,3-4 3-15,-3-4 2 0,3-3-1 0,-2-5-2 16,1-3-4-16,-3-3 6 0,1-4 3 0,-2-5 1 16,-1-2 2-16,-2-4 3 0,0 1 0 15,-1-5-3-15,-4 1-6 0,-1-1 1 0,-1 0-1 16,-2 1 0-16,-2-1 3 0,-3 3 14 0,-3-2 16 16,-2 0 15-16,0 1 13 0,-6 1 8 0,1-3 3 15,-4 3-9-15,-1-1-10 0,-4 1-11 0,0 0 3 16,0 4 3-16,-2-1 9 0,0 4 2 0,1 4-1 15,2 3-1-15,-1 3-15 0,0 2-12 0,1 6-16 16,1 0-8-16,-1 6-6 0,4 2-5 0,-2 3-3 16,3 3 8-16,-1 4 2 0,1 4 2 0,3 0-1 15,0 2-17-15,1 1-37 0,2 1-48 0,4-1-42 16,1 3-75-16,1-1-117 0,2-3-130 0,4 2-144 16,2-3-257-16,2-2-241 0,4 0-85 15,4-3 207-15,-3-3 382 0</inkml:trace>
  <inkml:trace contextRef="#ctx0" brushRef="#br0" timeOffset="21421.04">3581 5652 81 0,'9'7'342'0,"-3"-5"167"0,-1 4 121 0,2-3-86 15,-1-1-247-15,3-1-153 0,-4-1-73 0,5 0-33 16,-1-1-17-16,0-1-6 0,1-1-9 0,3-3-21 16,-1 1-40-16,1-1-62 0,1 0-100 15,-1 0-224-15,1-1-108 0,-1 1 13 0,-2-2 103 16,3 2 151-16</inkml:trace>
  <inkml:trace contextRef="#ctx0" brushRef="#br0" timeOffset="21594.26">3973 5610 54 0,'8'4'251'16,"-2"-1"112"-16,0 0 94 0,-1 0-120 0,0-1-156 15,0-1-93-15,1 1-45 0,0-1-19 16,2-1-10-16,0 0-5 0,2-1-1 0,2-2 4 15,3 0-12-15,0-3-41 0,1 0-86 16,1-1-193-16,3-3-78 0,0 1-3 0,-1 0 75 16,3 0 106-16</inkml:trace>
  <inkml:trace contextRef="#ctx0" brushRef="#br0" timeOffset="21732.96">4431 5496 57 0,'13'6'247'15,"-1"1"113"-15,-2 1 110 0,0 1-131 0,-1 0-128 16,-1 1-78-16,0-2-40 0,0 0-28 0,0 0-30 15,-2 0-11-15,2-1-11 0,0-2 1 16,1-2-6-16,-2 2-4 0,1-3-98 0,-2 0-232 16,2 0-109-16,-4-1-23 0,1 0 58 0,-3-1 102 15</inkml:trace>
  <inkml:trace contextRef="#ctx0" brushRef="#br0" timeOffset="22122.04">3696 6691 268 0,'3'7'487'0,"-1"-1"162"0,1 1 77 0,-1-5-287 16,1 2-220-16,3-2-116 0,0-2-57 15,1 0-24-15,1-2 13 0,4-2 7 0,-1 0 5 16,5-2 6-16,-2-1 2 0,5-3-32 0,-1 0-78 16,2 0-95-16,1-1-178 0,0 0-225 0,1 1-123 15,0 1 35-15,-3 1 151 0,3 1 194 16</inkml:trace>
  <inkml:trace contextRef="#ctx0" brushRef="#br0" timeOffset="22335.9">4278 6676 147 0,'8'8'369'0,"0"-2"154"0,1-2 101 16,-4 0-187-16,1 0-204 0,-1-3-119 15,2 0-50-15,0-1-31 0,0-1-12 0,2 0-10 16,-1-3-5-16,3 0 2 0,2 0-5 0,1-1 3 16,2-2-2-16,1 2 0 0,1-1 3 15,2 0 16-15,-1 0-2 0,0 2-11 0,2 0-35 16,-4 1-30-16,2 2-26 0,-2 0-48 0,-1 2-51 15,0 0-57-15,-2 2-81 0,-1-1-112 16,-4 2-16-16,1 0 61 0,-2 2 114 0</inkml:trace>
  <inkml:trace contextRef="#ctx0" brushRef="#br0" timeOffset="22912.03">3751 8276 234 0,'5'6'458'0,"-2"-1"164"0,1 0 84 15,-3 0-255-15,1-3-228 0,1 0-117 0,0-2-60 16,2 0-25-16,-1 0-18 0,3 0-3 16,1-2 2-16,1 0 4 0,2-3-1 0,2-1 7 15,4 0-12-15,-1-2-13 0,6 1-13 16,0-1-40-16,2 1-36 0,2 1-23 0,0 0-10 16,1-2-5-16,3 4 1 0,-1 0 35 0,1 0 26 15,-2 3 23-15,-1-3 11 0,0 2 17 0,-2 2 5 16,-1 0 5-16,-2 0-1 0,-2 0-2 15,0 0 3-15,-1 2 3 0,-1 1 2 16,-3-2 12-16,2-1 16 0,-1 1 10 0,1 0 3 16,-4 2 28-16,3-3 16 0,-2 0-5 0,2 0-7 15,-2 2-4-15,2-2-2 0,-2-2-25 0,1 2-17 16,0 0-3-16,-2-3 0 0,1 1-28 16,-1 1-97-16,-2-2-233 0,-2 3-112 0,-2 0-24 15,-2 3 56-15,-2-1 125 0</inkml:trace>
  <inkml:trace contextRef="#ctx0" brushRef="#br0" timeOffset="23262">3891 9606 40 0,'0'25'445'0,"0"-1"305"15,-2-4 172-15,4-4 6 0,-1 0-359 16,5-2-290-16,-1-2-145 0,3-1-71 0,2-2-33 16,4-2-17-16,0 1-5 0,3-2-7 15,3-2 1-15,3-1 2 0,2 0 1 0,4-3-20 16,3-3-11-16,1 0-4 0,3-1 19 0,-1-1 7 15,4-1 5-15,1-1 22 0,-2 0 12 16,3-1 2-16,0-1-37 0,0 1-40 0,-1 2-52 16,-1-1-49-16,-1 1-57 0,-1 0-53 15,-2 1-39-15,1 2-36 0,0 2-61 0,-3 1-142 16,0 0-65-16,-1 1 38 0,-2 1 114 0,0-1 152 16</inkml:trace>
  <inkml:trace contextRef="#ctx0" brushRef="#br0" timeOffset="25254.1">5546 4753 114 0,'0'1'181'16,"0"-1"3"-16,2 3-41 0,-1-3-37 0,1 0-17 15,-2 0 7-15,3 0 3 0,-1 0-2 16,2 0 12-16,-2-3 7 0,1 3-6 0,0-1-17 16,0 1 6-16,-1-1 6 0,3 0-40 15,-2 1-30-15,0-3-21 0,2 3 13 0,1 0-13 16,-1-1-12-16,1 1 23 0,-1 0 7 0,3 0 33 16,1 1-2-16,-1-1-4 0,2 3-3 15,2-2 1-15,-1 1 37 0,3 1-5 0,-1-1-3 16,2 0 1-16,0 2-6 0,1 1 0 15,1-2 15-15,2 2 7 0,-1-3 8 0,2 2 2 16,2-2 2-16,-2 1 5 0,2 0-48 16,0-2 58-16,0 1 34 0,2 0 19 0,1-2 0 15,-2-2 1-15,3 2-5 0,-2-3-74 0,3 2-27 16,-1-2-15-16,3 0-5 0,-1-2-6 16,-1 1-5-16,0 0-3 0,1-3-17 0,2 3 41 15,-2-3 28-15,0 4 10 0,2-4 5 0,-1 3 4 16,-1-2-3-16,0 1-48 0,-1 1-30 0,0-1-14 15,0-1-10-15,-2 3-6 0,-1-1-4 16,1 1 0-16,-1 0 0 0,0 0 0 16,-2 0 0-16,2 1 0 0,-2-1 3 0,0 2-1 15,-3-2 0-15,3 1-2 0,-3 0 3 0,0-1-1 16,0 2-3-16,-3 0-1 0,1 0 2 0,1-2 1 16,-3 1-1-16,4 0 16 0,-3-1 9 15,1 2 3-15,-1-3 1 0,0 3 3 16,-2-2-2-16,2 2-15 0,0-2-9 0,-2 0-3 15,2 1-1-15,-2-1-5 0,2 0-2 0,0 0 1 16,-2 0 1-16,2 1-3 0,0 0 1 0,-1-1 2 16,1 0 3-16,1 0 4 0,0 0-3 15,1 1 5-15,0-1-4 0,1 2 6 0,1-2-3 16,0 1 2-16,0 0-2 0,2-2 2 16,0 3 1-16,2-3-6 0,0 3 10 0,2 0 82 15,-2-1 38-15,3 0 15 0,0 1 1 0,0 1 1 16,0-3-10-16,0 1-70 0,-1 1-27 0,0 0-19 15,-1-2-7-15,2 1-5 0,-2-1-5 16,2 0 0-16,0 0-1 0,1 0-3 0,-1-1-2 16,0 0 0-16,-1-1-1 0,1 2 2 15,-1-1-2-15,1-1 2 0,0-1 0 0,0 2 2 16,-2 0-1-16,1 2 0 0,-1-3 3 0,0 0 0 16,0 0-1-16,-1 1 1 0,-2 1-1 0,2-1 1 15,0-1-4-15,-1 2 0 0,-2 0 1 16,0-1-2-16,-1 1 4 0,-1 0-1 0,0 0-3 15,-3 0 2-15,1 0-1 0,-1 1 1 16,-2 1-6-16,-1-2-35 0,1 0-53 0,-3 3-46 16,-1-2-73-16,1 2-125 0,-3-2-177 15,-2 2-261-15,3 0-225 0,-2 2-223 0,-1-2-38 16,-3 2 337-16,-1-2 464 0</inkml:trace>
  <inkml:trace contextRef="#ctx0" brushRef="#br0" timeOffset="27698.06">5372 4686 59 0,'3'0'205'0,"-3"0"85"0,2 0 3 16,-1 0-76-16,1 0-74 0,-2 0-80 0,3 3-48 16,-3-3-28-16,2 0-20 0,-1 1-10 0,1-1-8 15,-1 0 24-15,3 0 29 0,-1 2 19 16,0-2 9-16,0 0 8 0,3 0 1 0,-3 1 27 16,2-1-6-16,0 2 1 0,2-2-2 15,-1 0-3-15,0 2 0 0,0-2-26 0,2 0-13 16,-1 1 24-16,2-1 10 0,-1 0 12 0,0 0-1 15,2 1 5-15,0-1 0 0,-2 0-30 16,2 0-15-16,1 0-6 0,-2 0-28 0,1 0-16 16,1 0-9-16,0 0-2 0,-1-1-4 15,2 1-5-15,-2-1 27 0,-1 1 9 0,2 0 8 16,-1-2 4-16,-2 2 0 0,2 0 0 16,-3-2 2-16,1 2 0 0,-2-1-2 0,0 1 0 15,-1 0 2-15,-2 0-2 0,1 0 0 0,-1 0 0 16,-3 1 16-16,3-1 17 0,-1 2 18 0,-1-2 14 15,-1 2 8-15,0 0 5 0,2 2-13 16,-2 0-14-16,0 2-18 0,1-1-14 0,1 5-5 16,0-3-4-16,2 4-5 0,-1 0-3 15,0-1-4-15,2 2 2 0,0-2-3 0,2 1-1 16,0-1-2-16,1-1 2 0,0 0 2 0,2-1 0 16,0-2 2-16,2 0 2 0,-1-1 4 0,3-4 2 15,0 0 1-15,2-2-11 0,0 0-23 16,1-3-55-16,-1 0-128 0,0-1-199 15,3 1-91-15,-3 2 11 0,1-1 100 0,-1 0 136 16</inkml:trace>
  <inkml:trace contextRef="#ctx0" brushRef="#br0" timeOffset="29361.33">8363 4457 203 0,'0'2'321'15,"2"0"101"-15,-1-2-60 0,1 3-118 16,1-3-100-16,-1 0-81 0,0 1-46 0,-1-1-17 15,2 2-2-15,-1-2 2 0,3 0 0 16,-2 0 39-16,3 0 16 0,-1 0 12 0,0 0-12 16,1 0-7-16,-1 0 16 0,4 0-9 0,-3 0-4 15,2 0 0-15,-1 1-2 0,2-1 3 0,-1 2 1 16,-2-2 10-16,3 0 7 0,0 2 2 16,-1-2-2-16,1 0 4 0,-2 1-23 0,2-1-23 15,-1 1-12-15,0-1-3 0,-2 2-1 16,3-2 50-16,-2 2 59 0,1-2 34 0,-2 0 13 15,2 1 3-15,0-1 2 0,-2 0-50 0,1 1-56 16,2-1-31-16,-3 2 28 0,2-2 39 16,1 2 17-16,1-2 10 0,-2 1 4 0,2-1 0 15,1 0-39-15,-2 0-44 0,1 0-22 16,-2 0-12-16,4 0-8 0,-4 0-4 0,2-1-1 16,1 1 0-16,-2 0 1 0,-1 0 2 0,2 0 40 15,-1 0 34-15,-1 1 19 0,3-1 4 16,-3 0 2-16,0 0 0 0,2 0-38 0,0 0-33 15,-2 0-19-15,2 0-8 0,1 0-6 16,-2 0 12-16,3-1 7 0,0 1 8 0,1-2 4 16,-1 2 3-16,1-2 3 0,-2 1-15 0,3 1-6 15,-1-1-5-15,1 1-2 0,1 0-4 0,2-2-3 16,1 0 2-16,2 1 32 0,3 0 19 16,3-1 9-16,-1-1 7 0,2 1-3 15,3-2-4-15,0 2-29 0,2 0-15 0,1-2-12 16,0 2-6-16,3-3 3 0,-2 1-2 0,0-2 3 15,1 2-6-15,0-2 4 0,2 0 2 0,-3 0-5 16,4-1-1-16,-5 1 0 0,2 0 5 16,-3 0-2-16,-1 1-7 0,-1-1 4 0,0 4 3 15,0-3-6-15,-3 1-3 0,2 3 6 16,-4 0 4-16,-1-1 1 0,1 2-1 0,-3 0 0 16,-2 0-2-16,-2 2 0 0,-2-1-3 0,0-1-2 15,-2 1 0-15,-1 1 3 0,-4 0-1 16,1-2-3-16,-1 0-15 0,-1 0-16 0,-3 0-18 15,1 0-15-15,0 0-16 0,-4 0-34 16,1-5-63-16,-3 2-96 0,0-3-118 0,-1 2-214 16,-3-1-280-16,0-1-213 0,1 0-6 0,-4-1 263 15,-1-1 370-15</inkml:trace>
  <inkml:trace contextRef="#ctx0" brushRef="#br0" timeOffset="31149.97">6534 2706 164 0,'-1'8'256'0,"-1"5"89"0,2-1-78 15,0 3-77-15,2 0-46 0,-1 3-20 0,-1 2-13 16,0 0-8-16,0 4-1 0,0 2 2 0,0 1 6 16,0 1 10-16,0 4 7 0,2 2 7 15,-2 2-1-15,0 1-9 0,2 5 16 0,-1-1 8 16,-1 3-4-16,2-1-14 0,-1 4 2 15,2-3 19-15,-3 5-20 0,3-1-20 0,-1 1-14 16,-1 0 14-16,1 3-11 0,0-2-34 0,-1 2-22 16,2-1 22-16,-1-1 21 0,1 3-6 15,1 1-3-15,-3-1 12 0,1 1 3 0,-2 0-24 16,0 1-9-16,0 2-8 0,-2 0-2 0,1 2-5 16,-1-1-1-16,0 1 0 0,1-1-17 15,-1 0-7-15,2 1-7 0,-3-1-3 0,3-2 0 16,-2 1 19-16,2-1 17 0,0 0 9 0,0-3 5 15,0 2 4-15,0 1-3 0,0 0-23 16,0-1-15-16,0 1-7 0,0-1-2 0,2 1-3 16,-2 1 0-16,0-3 2 0,0 1-6 15,0-1 0-15,0-2-4 0,0 3 1 0,0-3-3 16,0 2 0-16,0-1-1 0,0 1-2 0,0 0 12 16,0-2 10-16,0 2 8 0,0-2 2 15,0 1 4-15,0 1 3 0,0 1-11 0,0 0-7 16,0 0-11-16,-2 1-2 0,1-1-5 15,-1 1 3-15,2 0-4 0,-2 2-1 0,1-3 10 16,1 1 3-16,0 0 4 0,-2 0-2 0,2 0 2 16,0-1-3-16,-1 1-7 0,1-1 0 15,0 1 4-15,0-3 1 0,0 3 6 0,0-2 16 16,1 1 17-16,-1 0 16 0,0 0 5 0,0 1 22 16,0 1 10-16,0 0 3 0,0 0-11 15,0 1-9-15,-1 2-7 0,-1 0-16 0,2 2-14 16,-3 0-18-16,0 4-7 0,2-4-5 0,-1-1 0 15,0 1 0-15,1-2-2 0,-1 0 5 16,0-1 0-16,1-3-2 0,1 1-5 0,-2-1-3 16,1 0-2-16,-1-2-3 0,0 1 1 0,1 2-4 15,-1 1-1-15,-1 1 5 0,0 1 4 0,0 2 5 16,0 1 3-16,0 5 3 0,-1 1 1 16,1 1-8-16,0 4-7 0,1-1-5 0,-2 2-6 15,-1-2-1-15,0 2 0 0,2-1 4 16,0 1 3-16,-2 0 4 0,2 1 1 0,-2 0-2 15,0 4-2-15,-1 0-4 0,0 2 2 0,1 2 2 16,-1 3 0-16,1 2 3 0,-3 1-1 0,2 2 0 16,1 0-6-16,-1 4-2 0,-1 1 1 15,1 3 1-15,-2 2 3 0,4 1 3 0,-3 3 1 16,2 1-2-16,-1 3-4 0,0 1 0 16,3 0-8-16,-2 0-2 0,2 2-2 0,-1 0 6 15,1 0 4-15,0-1-5 0,-1 1 4 0,2-4 0 16,-1-1 3-16,-2-5-5 0,2-2-2 0,1-5 1 15,-3-4 8-15,2-6 5 0,0-3 0 16,-3-5 3-16,3-6-7 0,-2-6 0 0,2-3-10 16,1-7-4-16,-1-2-5 0,1-8-10 15,1-5-17-15,-1-7-58 0,2-7-59 0,-1-6-106 16,-1-8-148-16,2-9-197 0,0-8-307 0,-2-9-236 16,-2-10-186-16,-4-6 150 0,-2-12 442 15</inkml:trace>
  <inkml:trace contextRef="#ctx0" brushRef="#br0" timeOffset="32962">7483 3634 137 0,'1'0'278'0,"1"0"108"15,1-2-13-15,-1 2-91 0,0 0-87 0,-1 0-52 16,1 0-35-16,-1 0-20 0,2 0-19 0,-3 2 6 16,3-2 21-16,0 2 26 0,1 1 33 15,0 0 42-15,1 0 53 0,2 3 33 0,2 0 15 16,-1 3 9-16,0 1 33 0,3 1-7 16,0 3-30-16,-1 0-41 0,0 1-43 0,0 1-42 15,0 4-52-15,0-2-34 0,0 1-15 0,-2-2-4 16,0 4 17-16,1-3 29 0,-1 3 24 15,-3-1 13-15,0-1 3 0,0 1-14 0,-1-2-18 16,-2-2-24-16,-1 1-28 0,-1-3-14 16,0 2-10-16,-3-4-2 0,0-2-6 0,0 1-4 15,-2-2-4-15,0-2-4 0,-1 2-5 0,-2-3-6 16,-3 2-1-16,0-4-6 0,-3 3 0 0,0-5-3 16,-2 2-2-16,0-3-2 0,-3-1-3 15,1 0-1-15,1-3-1 0,0-1 0 0,-2-3-3 16,2 0 1-16,-1-4 0 0,1-1 6 15,2-4 2-15,-2-2 1 0,4-1 2 0,-1-4-2 16,0-1-1-16,4-2-5 0,0-1-3 16,1-2 1-16,3-2-1 0,1-1 1 0,2-1-4 15,0-3-4-15,3 2-3 0,3-2-2 0,2 0 1 16,1 2-3-16,2 1 7 0,2 0 2 0,4 1 3 16,-1 4 2-16,2-1-2 0,0 2 1 15,4 0 1-15,1 1 0 0,-1 4-2 0,3-1 0 16,0 3 1-16,1 2-1 0,0 1 0 0,1 4 1 15,-2 0 0-15,2 3 0 0,-2 4 1 16,3 2-1-16,-1 0 2 0,-2 3 0 0,2 2-1 16,1 3 0-16,-3-1 1 0,3 2 2 15,-4 2-1-15,4-1 0 0,-3 1 0 0,-1 1 0 16,0-2 8-16,1 1 3 0,-3-1 0 0,1 0 2 16,-1 0 2-16,0 2 0 0,2-4-7 0,-1 2-3 15,-2-1-1-15,1-3 0 0,-2 2-14 16,1-3-54-16,0 3-68 0,-3-4-127 0,0 0-186 15,0 0-308-15,-2-3-342 0,1 2-282 16,-3-1-142-16,1-3 402 0,-4 3 605 0</inkml:trace>
  <inkml:trace contextRef="#ctx0" brushRef="#br0" timeOffset="35327.12">8953 3019 213 0,'-5'-3'350'0,"-4"0"131"16,1 0 8-16,2 0-132 0,-5 0-68 15,3-1-21-15,0-1 4 0,-2 1 14 0,0-1 5 16,0-1 1-16,0 2 13 0,-2-2-4 0,2 1-11 15,2 1-24-15,-4 0-29 0,4 1-27 0,0 2-42 16,-1 0-35-16,1 1-36 0,1 0-27 0,-1 0-21 16,3 0-16-16,-2 1-14 0,2-1-9 0,0 1-3 15,2 2-1-15,-2-1-1 0,2 0-2 16,0 1 4-16,-2 0-1 0,2 1-5 0,0 2-1 16,0 2-2-16,0-1-2 0,-1 3-3 0,3 1 5 15,-3 3 2-15,3 1 2 0,-2 1 4 16,0 2 0-16,1 2 2 0,-1 1-1 0,2 1-1 15,-1 3-3-15,2 1 2 0,-2 1-2 16,1 0-3-16,-1 3 1 0,0 0 0 0,1 0-1 16,-1 3-2-16,-1-2 3 0,1 3-1 0,-1 0-4 15,0-1 2-15,0 0 1 0,0 2-2 16,2-4-1-16,-1 0 2 0,2 0 3 0,0-3-5 16,0-2-1-16,2-2 1 0,-1-2-3 15,2 0 3-15,2-3-3 0,-2-3 4 0,0 1 3 16,2-3 3-16,0-1 1 0,1 0-3 0,-1-2 1 15,2-1 4-15,0-1-4 0,-1 0 0 16,1-1-4-16,0-1 1 0,1-1-1 0,-1-1-2 16,-1-1-1-16,3 1 1 0,-1-2 1 15,-1 0-1-15,1 0 4 0,1-1-5 0,-1-1 4 16,2-1-1-16,-1-3-1 0,4 0 1 0,-2-2-5 16,1-1 2-16,1-3-2 0,0 1-1 15,3-5-1-15,-2 0-8 0,2-1-31 0,-2-1-61 16,0-2-99-16,-1 1-121 0,1-2-157 0,-1 1-291 15,1-2-221-15,-2 1-72 0,1-2 173 16,1 0 326-16</inkml:trace>
  <inkml:trace contextRef="#ctx0" brushRef="#br0" timeOffset="35699.21">9186 3021 298 0,'-5'0'553'0,"0"5"200"15,0-3 110-15,1 2-249 0,0 2-166 0,2 0-85 16,0 1-59-16,2 0-26 0,0 2-36 0,0-1-46 16,2 0-59-16,0 3-39 0,2-3-31 15,-1-1-29-15,0-1-17 0,0 0-11 0,2-1-4 16,0-2-4-16,0 0 0 0,1 0 4 0,-2-3 2 15,3 0 1-15,-1 0 23 0,-1-3 15 16,1 0 2-16,0-2 2 0,-1 0 1 0,-2-1-3 16,2 0-20-16,-3-3-12 0,1 2-3 15,-3 1-2-15,2 0-5 0,-2 0 0 0,-2 2-3 16,2-1-1-16,-3 2 1 0,1 0-4 16,-1 0 1-16,0 2 1 0,-2-1-6 0,3 4-14 15,-2-1-38-15,-2 4-56 0,1-1-77 0,0 3-112 16,0 1-121-16,0 2-148 0,1 4-252 0,-1 2-141 15,4 0 19-15,-1 3 224 0,0-2 282 16</inkml:trace>
  <inkml:trace contextRef="#ctx0" brushRef="#br0" timeOffset="36006.04">9579 3617 50 0,'7'6'280'16,"-1"0"140"-16,0-1 125 0,-1-3-76 15,-2 1-131-15,0-2-82 0,2-1-28 0,-3 0 23 16,0-1 40-16,-1 0 31 0,2-3 1 16,0-1-8-16,-1 2-20 0,-1-4-35 0,-1 1-37 15,2 0-41-15,-2 0-29 0,0-2-31 0,-2 3-22 16,1-4-24-16,-1 1-25 0,-2 2-14 15,1-2-18-15,-1 3-8 0,1-1-9 0,0-1 1 16,-2 3-1-16,3 1-2 0,-2 0-8 0,-1 1-30 16,0 2-55-16,1 0-101 0,-1 2-119 0,-2 1-126 15,1 3-271-15,-2 2-228 0,0 3-110 16,0-3 139-16,-2 1 296 0</inkml:trace>
  <inkml:trace contextRef="#ctx0" brushRef="#br0" timeOffset="36287.89">9233 3923 228 0,'-3'-2'628'0,"-2"-2"273"0,1 0 80 16,2-6-174-16,1-1-330 0,1-3-198 15,3-5-90-15,3-3-47 0,0-4-18 0,4-3-36 16,1-7-34-16,3 1-35 0,2-5-24 0,1 1-11 16,2-4-11-16,2-2 11 0,2-1 25 15,3-2 14-15,-1 1 8 0,0-1 2 0,-1 3-1 16,-2 4-20-16,0 1-68 0,-3 3-94 0,-1 3-114 16,-4 5-157-16,0 4-274 0,-4 3-207 15,-2 4-62-15,-1 0 149 0,-4 4 293 0</inkml:trace>
  <inkml:trace contextRef="#ctx0" brushRef="#br0" timeOffset="37037.97">9601 2946 177 0,'5'-2'385'0,"-2"-3"144"16,-1 3 98-16,1-3-188 0,2 0-185 0,-2-1-81 15,2 2-34-15,-1-2-16 0,1 0 25 0,0 0 37 16,2-1 17-16,-1 1 3 0,3-2 1 0,-2 1 16 16,1 2-27-16,2 1-55 0,0-2-38 15,-2 1-10-15,4 0 8 0,-2 1-7 0,3 0-6 16,-1 1-3-16,-1 0-4 0,1 0-14 0,0 1-27 15,-1-1-14-15,2 3 16 0,-1 0 11 0,0 2 7 16,0-1 3-16,1 4 13 0,-1-2 8 0,-2 3-22 16,1-1-11-16,0 5-9 0,-1-3-4 15,-1 1-5-15,0 3-10 0,-1-1-2 0,0 0-6 16,0 1-3-16,0-3-1 0,-2 3-6 0,2 1-2 16,-1-4-2-16,-1 1 7 0,2 0-4 15,-2 0 0-15,1-3 2 0,-1 1-5 0,-1-3 2 16,4 1-2-16,-1 0 0 0,0-3 0 0,1 2-2 15,1-2 1-15,-2 0-2 0,4 1-2 0,-2-3 5 16,-2 2-3-16,0-2 1 0,3 2 1 0,-2-2 2 16,-1 3 3-16,2-3-3 0,-4 0 2 0,2 1 1 15,0 0 0-15,0-1-1 0,-2 4-4 16,0-4-3-16,1 4 1 0,-1 0-1 0,3 2 1 16,-2 2 2-16,-1 1 5 0,2-1-1 0,0 4 0 15,-3 1 3-15,0 2-1 0,-1 0 1 16,1 3-5-16,-3 0 3 0,-1 2-2 0,1 3 1 15,-2 3 12-15,-2 0 18 0,-1 2 46 16,3 1 32-16,-3 3 31 0,1-1 19 0,-1 5 6 16,0-3-14-16,-2 3-34 0,2 0-22 0,-3 0-21 15,1 2-20-15,0-2-16 0,0 0-10 16,-1-2-1-16,-2 0-2 0,1-2-3 0,-2 0 2 16,0-2 3-16,-2 1 2 0,1-4-1 15,-1-2-2-15,-1-2 0 0,-1-1-4 0,1-5-5 16,-1 0-3-16,1-3-2 0,-3-2-4 0,2-5-3 15,-1 1-1-15,0-2-2 0,-2-3-1 16,2-2-3-16,-2-1 0 0,0 0-1 0,0-3-3 16,0-1 0-16,2 0-1 0,0-1-2 0,-2 0-5 15,5 1-8-15,0-1-20 0,-1-1-45 16,2 1-63-16,2 1-57 0,-1 0-94 0,2-1-144 16,-1 2-187-16,3 0-258 0,4 2-209 0,-1-2-194 15,2-1 93-15,0 3 434 0</inkml:trace>
  <inkml:trace contextRef="#ctx0" brushRef="#br0" timeOffset="38101.94">10106 4350 101 0,'-2'0'299'0,"1"1"142"0,-1 1 115 16,2-2-149-16,-1 0-117 0,-1 0-63 0,2-2-27 15,0 2-17-15,0-1-15 0,2 1-17 16,-1 0-22-16,-1 0-31 0,0 0-28 0,2 0-23 16,-2 0-17-16,1 0-18 0,1 0 31 15,3 0 44-15,0-2 22 0,2 2 61 0,3 0 77 16,1 0 35-16,1 0 10 0,3 0-15 0,2 0-25 15,2 2-48-15,3-2-58 0,0 0-24 16,3 0-36-16,2-2 13 0,3 0 26 0,-1-1 10 16,6-1 3-16,-1 0-9 0,1-2-10 15,0-2-25-15,0 1-4 0,0-3-7 0,3 2-2 16,-1-3-5-16,-2 1-2 0,0-1-12 0,0 1-26 16,-2 1-13-16,-1-2-11 0,1 3-6 0,-3-1-2 15,-1 3-1-15,-3 1-3 0,1-1-3 16,-5 1 3-16,-1 2 0 0,1 3-3 0,-3 0-39 15,-3 1-58-15,0 2-50 0,-4 2-105 16,-2 1-150-16,2 2-236 0,-4 0-270 0,-1 3-227 16,-1 1-191-16,-3-1 151 0,0 2 468 0</inkml:trace>
  <inkml:trace contextRef="#ctx0" brushRef="#br0" timeOffset="46081.66">10917 2163 17 0,'0'1'204'0,"0"-1"96"0,0 3 85 16,3-1-102-16,-3-1-117 0,0 2-73 0,2 0-39 16,-1 2-12-16,1-1-3 0,-1 2 2 15,-1 2 8-15,2 2 3 0,0 0 3 0,-1 3 2 16,-1 0 8-16,3 2 0 0,-3 2-10 0,2 2 14 16,-2 2 7-16,3 3 4 0,-1 4 10 0,-1 1 11 15,-1 5 12-15,2 1-2 0,-2 5-2 0,0-1-10 16,0 4-15-16,0 0 14 0,0 2 0 15,0 2-9-15,-2 2-4 0,1 2 19 0,1 1-10 16,-2 1 13-16,2 1 12 0,2 2-1 0,-2 1 1 16,1-1-22-16,-1 5 5 0,0-3-39 0,2 3-26 15,-2 1 8-15,0 1 4 0,2 0 22 16,-1-1 23-16,2 1 14 0,-1-1 5 0,-1-2-20 16,2 1-8-16,1-1-25 0,-1-2-26 15,0-1-16-15,2 0-7 0,-2 0-2 0,0-3-3 16,0 2 16-16,0 1 23 0,0-2 19 0,-1 2 12 15,-2 0 4-15,0 0 0 0,0 3-16 16,-2-1-17-16,-1 1-11 0,2 2-6 0,-4 0-1 16,4 0-7-16,-2 2 0 0,1 0-7 15,2 0-9-15,0 0-3 0,0-1 1 0,3-1-2 16,0-1 1-16,2 0 5 0,-1-3-3 0,1 2-3 16,0-3-2-16,0 0 0 0,1 0 1 15,2-2-7-15,-2 1-1 0,1 1 3 0,-1-2 1 16,-1 1 3-16,1 1 2 0,-3 0 4 0,2 1 1 15,-2-1-4-15,-1 0-1 0,-1 2 4 16,1-3-3-16,0 0 2 0,-1 0 2 0,2-2-2 16,-3-1-5-16,2-3-5 0,0 0 4 15,0-3-2-15,-2 3 2 0,4-2 5 0,-4 0 4 16,1-1 2-16,-1 2-4 0,3-1-4 0,-3 3 0 16,2-1-2-16,1 0-1 0,-1 2-2 15,-1-1-1-15,1-2-1 0,1 2-5 0,-1-1 2 16,1 0 4-16,1 1 6 0,0-1 2 0,-1 1 3 15,0 0 6-15,0 2-2 0,2-3-2 16,-2 5-3-16,2-1-4 0,-2 0 0 0,2 0-5 16,-2 1-1-16,0 1-7 0,0 0 2 0,0-2 4 15,-3 1 2-15,2-1 6 0,1 2 4 16,-1 0 10-16,-2 3 4 0,3 1 3 0,-1 0-3 16,-1 6-1-16,2-1-6 0,0 3-7 15,-1 1 1-15,1 0-1 0,0 3-2 0,-1 3 4 16,1 2 1-16,-1 2 3 0,1 1-8 0,-1 2-7 15,1 2-4-15,0 3 2 0,1 1 3 0,-1 0 2 16,-1 2 1-16,3 1 0 0,-2 2 3 16,0 1-6-16,-1-5-7 0,3-2 3 0,-2-1 5 15,3-4 1-15,-1-1 0 0,0-3 6 16,-1-5 2-16,1-2-3 0,-2-8-5 0,3-4-4 16,-3-9 3-16,2-5-3 0,0-3-6 0,0-10-7 15,0-1-10-15,-2-6-8 0,3-5-39 16,-3-1-74-16,0-2-96 0,2-4-112 0,-2-3-143 15,-1 0-274-15,0-2-219 0,-2-5-61 16,-2-1 156-16,-3-7 307 0</inkml:trace>
  <inkml:trace contextRef="#ctx0" brushRef="#br0" timeOffset="47208.02">11853 2890 127 0,'0'-1'321'0,"-2"0"161"0,-1-1 94 0,1 0-90 15,-5 0-62-15,2-1-12 0,0 2 11 0,-3-1 5 16,-1 2 7-16,-2-3-26 0,-2 3-54 0,-1 3-68 16,-2-2-67-16,-1 1-55 0,1 3-57 15,-5 1-41-15,1 3-27 0,-1 2-19 0,-1 0-8 16,0 3-6-16,1 2-3 0,-1-2-3 0,4 3-1 15,1-4 0-15,0 2-4 0,4-2-1 16,1 2 0-16,2-4 1 0,2 0 0 0,4-2 2 16,0-1 2-16,2 3 1 0,4-3 2 15,2 3 2-15,0-1 2 0,4 0-1 0,2 1 3 16,4-3 2-16,1 2-2 0,0-2-3 0,4-1 0 16,0 4-5-16,3-5-4 0,-1 0-2 15,1 1 5-15,0-1 1 0,0-2-1 0,-3 2 0 16,0-2 1-16,-1 1 0 0,-1 0-2 0,-4-1 2 15,-1-1 1-15,-4 3 1 0,0-4-1 16,-3 5 3-16,-2-1-2 0,-3 4 0 0,-5-2 0 16,1 3 1-16,-3 1 0 0,-3 1-4 15,-2 1 2-15,2 1-5 0,-4 0 2 0,0-2 1 16,1 2-1-16,-1-2 2 0,1 2-1 0,1-4 2 16,2-1 2-16,2-3-3 0,2-2-7 15,0 1-18-15,4-2-42 0,1-3-80 0,-1-1-89 16,2 0-92-16,0-3-99 0,3-1-105 15,3-4-116-15,-1 1-125 0,3-1-65 0,0-2 65 16,5-3 177-16,-4 0 222 0</inkml:trace>
  <inkml:trace contextRef="#ctx0" brushRef="#br0" timeOffset="47443">12046 2925 61 0,'10'-9'302'0,"-3"3"159"15,1 0 121-15,-3 1-106 0,-2 2-175 0,2 3-108 16,1 0-41-16,-3 2 27 0,2 2 69 16,0 5 66-16,0 1 41 0,0 7 9 0,-1 2-19 15,1 1-48-15,-1 4-65 0,-2 4-57 0,1 3-47 16,-1 0-43-16,-2 4-30 0,0-1-20 0,0 2-13 16,0-3-9-16,1-1-6 0,-1-4-21 15,2-1-63-15,0-5-118 0,-1-3-128 0,1-6-178 16,1-1-290-16,-1-5-216 0,-2-2-40 15,-2-5 239-15,1-7 333 0</inkml:trace>
  <inkml:trace contextRef="#ctx0" brushRef="#br0" timeOffset="47631.03">12084 2866 85 0,'-2'-14'559'0,"-1"4"365"0,-2 1 149 16,2 2-15-16,-2 2-377 0,2 1-273 0,2 1-152 15,-1 0-76-15,0 1-42 0,2 0-53 0,0 2-41 16,0-3-27-16,0 3-14 0,4 3-6 16,0-1-11-16,1 2-53 0,2 0-101 0,1 0-120 15,2 2-139-15,0 2-297 0,4-2-252 0,-3-1-105 16,4 1 165-16,0-1 328 0</inkml:trace>
  <inkml:trace contextRef="#ctx0" brushRef="#br0" timeOffset="47996.05">12528 2814 168 0,'3'5'470'15,"0"-3"219"-15,-1 1 110 0,0-1-178 0,-1-1-263 16,1 1-180-16,0-1-97 0,1-1-36 0,0 2 3 16,1-2 5-16,1 0 4 0,0 0 42 0,1 0 16 15,-1 1-3-15,4 1 8 0,-1-1 27 16,0 1 48-16,0 1-6 0,1 1 19 0,-4 1 16 15,2 1-14-15,-4 1-24 0,2 1-37 0,-4 3-9 16,1 1-18-16,0 2 9 0,-4 1 11 0,0 1 13 16,-1 4 1-16,-2 1-7 0,-1 0-10 15,1 4-25-15,-4-3-25 0,1 3-25 0,0 0-19 16,0 1-11-16,0-2-14 0,0-1-9 0,2 2-3 16,1-1-2-16,0-3-5 0,1 1 1 15,2-3-2-15,-1 0-1 0,3-1 0 0,2-3 1 16,-1 0 2-16,4-3-2 0,-1 0-2 0,1-1-11 15,0-4-40-15,3 0-49 0,1-3-40 16,-1-3-39-16,2-1-59 0,2-5-84 0,0-4-87 16,0-3-84-16,2-2-117 0,1-3-253 0,0-1-183 15,2-1-9-15,1-2 243 0,-3-3 320 16</inkml:trace>
  <inkml:trace contextRef="#ctx0" brushRef="#br0" timeOffset="48236.33">12944 2719 273 0,'0'-11'654'0,"-3"4"278"0,1 1 92 15,-1 2-236-15,1 1-260 0,-1 3-183 0,2-2-128 16,-1 4-67-16,2-2-47 0,0 3-41 0,2 0-30 16,-1-1-17-16,4 3-12 0,-2-2 0 0,2 0-2 15,3 2-1-15,-2-3 0 0,4 3 0 16,-1-3 3-16,4 1 1 0,-2-1-1 0,5-2-1 15,-2 1-2-15,2-1-4 0,0 0-30 0,-1-1-44 16,0 1-65-16,-3-2-79 0,1 2-101 0,-2-3-128 16,-2 3-213-16,-1 3-174 0,0-3-39 0,-4 2 124 15,-1-2 247-15</inkml:trace>
  <inkml:trace contextRef="#ctx0" brushRef="#br0" timeOffset="48501.92">12762 2764 4 0,'-8'17'440'0,"2"-2"372"16,-1-4 216-16,0 2-8 0,2-3-327 0,2-1-310 15,1 0-202-15,1 0-99 0,2-2-45 0,1 0-21 16,4 1-13-16,0-1-1 0,4 1 0 15,0-3-1-15,3 0 0 0,0 1-1 0,4-3 3 16,1 0-3-16,1 0 1 0,0-2-1 0,3 0-34 16,0-1-69-16,0 0-95 0,-1 2-115 0,1 0-226 15,-2 0-245-15,-2 2-127 0,1-2 63 16,-3 2 236-16,1-2 272 0</inkml:trace>
  <inkml:trace contextRef="#ctx0" brushRef="#br0" timeOffset="49556.01">13584 3083 119 0,'0'5'405'0,"0"-2"212"0,0 0 128 0,-1-3-128 16,1 0-238-16,1 0-125 0,-1-5-65 0,2-2-11 16,1-2 13-16,0-1 30 0,3-7 21 0,1 0-3 15,-1-2-8-15,2-3-20 0,3-2-23 16,-1-1-28-16,-1 2-30 0,-1-1-32 0,3 3-25 16,-5 0-20-16,3 6-17 0,-5 1-7 0,2 2-6 15,-3 4 1-15,2 1-6 0,-3 2 0 0,1 1-3 16,-3 4-3-16,3 2-1 0,-1 2 1 15,1 6-2-15,0 4 4 0,-1 3-4 0,-2 2 0 16,3 3-4-16,-2 1-4 0,1 1 2 0,-1 0-1 16,-1-1 2-16,2-2 1 0,1-2 2 15,1 0-1-15,0-6-3 0,0 0-3 0,0-2 0 16,2-4-4-16,-1-2 1 0,3-4 1 0,0-2-1 16,1-4 1-16,1-2 1 0,1-5-1 15,0-3 0-15,0 0 1 0,0-4 3 0,3 2 1 16,-4-1 0-16,1 2 1 0,-2 0-2 0,-1 2-1 15,-1 3 1-15,-1 0 1 0,-1 4-6 0,-1 1 1 16,-2 2 0-16,1-1-2 0,1 4-2 16,-3 1 2-16,2 2 2 0,-1 2-4 0,1 4-2 15,0 3 0-15,-1 1 1 0,2 2-1 0,-2 3-2 16,-1-2-1-16,3 3 6 0,-1-1-2 0,0-3-2 16,0 4-13-16,2-5-47 0,0 0-88 15,-1-1-128-15,3-3-171 0,-2-1-292 0,1-1-260 16,0-1-128-16,0 1 138 0,1-6 362 0</inkml:trace>
  <inkml:trace contextRef="#ctx0" brushRef="#br0" timeOffset="50278.28">14122 2938 91 0,'1'1'497'16,"1"1"327"-16,-1 1 165 0,1-3-77 0,-2 0-289 15,3 0-220-15,-1 0-133 0,1-5-60 16,-1 1-21-16,1-2-20 0,0-2-19 0,0 1-25 16,2-3-20-16,-1-2-20 0,1-2-19 0,0 0-12 15,2-2-16-15,-1 0-2 0,3 1 3 0,-1-3 3 16,0 1 1-16,0-1-2 0,1 2-2 0,-1 0-5 15,1 3-14-15,-2-2-6 0,-1 3-5 16,-1 0-4-16,0 3-2 0,-2 3 0 0,1 0-1 16,-1 4-2-16,-2-2 0 0,1 1-1 0,-2 3 2 15,3 0 28-15,-2 3 23 0,2 3 11 0,-1 0 6 16,1 3 24-16,-1 2 16 0,1 0-18 0,-1 3-15 16,1 0-8-16,-1 1-7 0,-1-2-21 15,2 1-19-15,2 1-9 0,-2-2-4 0,0-3-6 16,2 3-4-16,-2-4 0 0,2 0 0 0,-2-3-1 15,5-1 1-15,-4 0 4 0,5-2 1 0,-3-1 1 16,0-2 5-16,4-2 0 0,-2-2-1 16,0-1 0-16,1-1 3 0,0-1-5 0,1-2 0 15,-2 1-2-15,1 0 0 0,-1 2-2 0,0-1-3 16,-1 1 2-16,0 1-3 0,0 3 2 0,-1 0 0 16,1 0-2-16,-1 2 0 0,1 2 0 15,0 1 1-15,-1 2-2 0,-1 2 1 0,4 0 3 16,-4-1-3-16,2 4-1 0,-1 0-1 0,0-1 2 15,0 1 2-15,-1 0-2 0,2-2 2 16,-1-1 0-16,0 0 0 0,2-1-1 0,-2-1-1 16,2-2-1-16,0-3 0 0,3 0 3 0,-3-3 1 15,4-2 0-15,-2-2 0 0,1-1 0 0,2-4 2 16,0 0 1-16,0 0-1 0,-1-1 0 0,-1 0-2 16,0 0 2-16,0 0-4 0,-1 1-1 15,-1 3 1-15,-1 1 1 0,-2 1 0 0,-1 1-2 16,0 3 0-16,0-1-2 0,0 4-1 0,1-3 1 15,-2 6 0-15,0-1 2 0,0 2-1 0,1 2 3 16,2-1 0-16,-1 3-2 0,0-1 0 0,0 4 2 16,-1-1 2-16,0-1 2 0,3 1 1 0,-2 3-7 15,-1-3-41-15,0 1-53 0,0-3-53 16,-1 3-104-16,4-4-152 0,-2 0-209 0,-1 0-263 16,5-1-232-16,0-1-179 0,0-2 146 0,1-1 439 15</inkml:trace>
  <inkml:trace contextRef="#ctx0" brushRef="#br0" timeOffset="51692.53">11064 4234 157 0,'3'6'346'0,"1"-1"132"15,2-1 89-15,-2 0-223 0,3 0-173 0,-1 0-87 16,5-1-42-16,0 0-23 0,2 0-13 15,3 0-4-15,1 0-4 0,2-1 0 0,6-1 2 16,0 1 0-16,4-4 0 0,1 1 33 0,3-2 18 16,4-1 11-16,-1 0 2 0,5 0 4 0,3-4 20 15,3 1 22-15,3-2 7 0,3-3 8 16,3 1-1-16,3-2 1 0,2-2-21 16,1 1-44-16,4-3-22 0,-1 1 16 0,0 0-15 15,0 0-8-15,1 0-7 0,2 0-4 0,0-1 7 16,3 0 31-16,0 2 45 0,2 0 39 0,0 0 18 15,-2 1 4-15,0 0-10 0,0 3-54 16,-3-2-30-16,0 3-31 0,0 1-14 0,2-1-7 16,-1 0-4-16,-1 3-2 0,2-2-2 0,1 0-5 15,-3 0-5-15,0-1-1 0,0 0-9 16,0-1-3-16,-2 3 4 0,-1-3 8 0,2 1 6 16,-1 1 61-16,-1 0 49 0,3-2 30 15,3 0 1-15,-3 1-1 0,2-1-6 0,-2 1-52 16,3-2-42-16,-5 2-26 0,2-3-5 0,-1-2-7 15,-1 4 1-15,-1-3 1 0,3 1 21 16,-2-1 17-16,2 0-2 0,0 1 0 0,0 0-2 16,2 1-2-16,-4 0-19 0,2 0-15 15,0 1-7-15,-3-1-5 0,0 2 3 0,3-1 2 16,-5 2 1-16,2-1 3 0,0-1 3 0,-1 0-1 16,1 3-3-16,2-3 0 0,-2 1 9 0,-2 2 20 15,-1 0 9-15,-1 0 1 0,-2 0-1 16,-2 3 7-16,-1-1-11 0,-2 1-18 0,0 1-10 15,-2 2 3-15,3 0 0 0,-3-1-6 16,-1 1-2-16,3 1 2 0,-2-2 1 0,-1 3-6 16,-1-1-2-16,-1-1 2 0,1 1-1 0,-5-1-3 15,-2 0-2-15,-2 1 7 0,-2-2 1 0,-4 1-4 16,-6 0 4-16,-3 0 1 0,-6 1-7 16,-3-1-22-16,-6 1-20 0,0 1-20 15,-8-3-40-15,-1 0-84 0,-4 0-112 0,-5-2-123 16,-1 0-178-16,-2 0-273 0,-4 0-206 0,0-1 5 15,-5-1 262-15,-1 0 349 0</inkml:trace>
  <inkml:trace contextRef="#ctx0" brushRef="#br0" timeOffset="52973.98">15806 1521 148 0,'-2'3'373'0,"-1"0"161"16,0 2 109-16,0-3-184 0,-1 3-172 0,1 0-103 16,0 0-56-16,-1 1-28 0,1 3-39 0,1 0-32 15,-1 4-3-15,-1 1-8 0,4 5 19 16,-3 0 16-16,2 3 49 0,-1 2 40 0,0 5 17 16,2 2 26-16,0 1 34 0,0 4 19 0,0 1 8 15,0 3-16-15,2 4-5 0,-2 3-20 0,0 0-44 16,0 4-26-16,0 3-29 0,0 2-16 15,-2 1-18-15,-1 2-15 0,2 4-14 0,-5 2-15 16,2-1-8-16,-2 4-10 0,1 3-7 0,-1 0-8 16,-1 0 6-16,0 0 9 0,0 1 3 0,1 0 1 15,-1 0-1-15,-2 3 4 0,3-1-3 16,0 2-9-16,-3-1-8 0,2 0 0 0,1 0 3 16,-1-1 2-16,2-2 0 0,0 0 11 15,-2 0 6-15,4 0 7 0,0 0-3 0,-2 1-3 16,0 1-2-16,0-1-10 0,0-1-1 0,2-1 0 15,-3 2 1-15,1 0-2 0,2-2 7 0,-2 2 8 16,0-1 6-16,1 1 1 0,-4 0 2 16,3-1-1-16,0-2-3 0,1 1 0 0,-1-2-6 15,0-2 0-15,-1 1 0 0,0-1-4 16,-1-3 0-16,2 3-9 0,-3-5-2 0,1 1-6 16,0 0-2-16,-1-1 6 0,0-3-1 0,1 1-2 15,-3-2 7-15,2 1 0 0,-1-3-1 0,1 2-3 16,-2-4 3-16,2 2 4 0,-2-1-6 15,0 0 2-15,0 1 0 0,-1-2 0 0,2 0 1 16,-1-1-4-16,-1-1-1 0,3 1 2 16,-1-2 1-16,-2-2-1 0,3 3-4 0,0-3 4 15,0 0 2-15,0 3 3 0,0-2 2 0,0 1 1 16,2 0 3-16,-2-2-3 0,0 1-6 0,3-1-8 16,-3-2-2-16,2-2 1 0,0-2-2 15,1 2-3-15,0-2 2 0,-1 0 3 16,1 1 8-16,2-1 23 0,-3 4 22 0,3-1 16 15,-2 1 13-15,2 0 5 0,0-2-4 0,-1 2-14 16,0 1-13-16,-1 0-10 0,0 2-9 0,2-5-5 16,0 4-7-16,-2 0-6 0,2-4-5 15,-2 4 0-15,4-3 1 0,-7 1 0 0,5-1 4 16,-2 2 2-16,0-2-5 0,0 4-5 16,0-2-3-16,1 2-2 0,-4-2 6 0,3 1 0 15,-1 4 5-15,-1-2 3 0,-2 0-2 0,3 4 0 16,-1 1-7-16,1 1-1 0,-2 0 1 15,1 4 0-15,-2 1-6 0,1 2 3 0,2 4 0 16,-3 1-4-16,-1 1-2 0,2 5-4 0,-1 2 9 16,1 2-1-16,0 1-1 0,2 2 1 15,-5 5-1-15,3 3 1 0,-2 3-7 0,1 2-3 16,-1 1 0-16,1 1 3 0,-2 1 2 0,1-2 3 16,1 1 2-16,-2 0 0 0,0 1-5 15,1-2 1-15,-4-1 0 0,3-2 2 0,-2-3-7 16,-1-5-5-16,0-4-11 0,-4-6-46 0,-2-6-62 15,1-4-63-15,-5-9-119 0,1-6-175 16,-3-6-301-16,1-5-263 0,-4-8-222 0,-1-2-117 16,-2-8 363-16,-5-6 534 0</inkml:trace>
  <inkml:trace contextRef="#ctx0" brushRef="#br0" timeOffset="54345.18">11219 10654 53 0,'3'3'268'16,"-3"0"141"-16,0-1 115 0,0-1-90 0,2 2-128 15,-2-1-84-15,0-1-43 0,0 1-19 16,0 1-42-16,0-1-18 0,0 2-19 0,0-2-18 15,0 2-21-15,0-2-14 0,0 3 17 0,0 1 10 16,0-4 3-16,0 4 1 0,0-1 11 16,0 2 27-16,0-1 25 0,3 1 16 0,-2 1 13 15,1-1 8-15,-1 2-4 0,-1 0-18 16,2 0-23-16,0 0-14 0,-1 2-7 0,1-1-6 16,1 2 25-16,-1-2 15 0,-1 4 7 0,1-1-2 15,1 2-8-15,-3-1-10 0,3 1-33 16,-3 0-21-16,2 1-15 0,1 1-13 0,-2 0-9 15,1 1-4-15,-1-2 0 0,-1 4-2 0,2-2 4 16,0 3-1-16,-1-2 1 0,-1 2-2 16,2 0-4-16,-2 0-5 0,0 1-1 0,2 1-2 15,-2 0-4-15,0-2 1 0,0 4 1 0,0-3 0 16,0 2-2-16,0-1-2 0,0 1 1 16,0 1-2-16,0 1 0 0,1 0 0 15,-1 0 0-15,2 3 3 0,-1 0-1 0,1 0 3 16,0 2-2-16,-1 1-1 0,2 2 1 0,-1-1-2 15,2 3 1-15,-2 1-2 0,1-1 1 0,0 2-2 16,-3-1-5-16,2-1-1 0,1 0 0 16,-1 0 0-16,-1-1 0 0,1 4 4 15,0-5 6-15,-1 0 4 0,2 2 0 0,-1 1 0 16,0-1 1-16,-1 0 1 0,2-1-3 0,0 2-4 16,0-3-2-16,1 1-1 0,-1-3-3 0,0 2-1 15,-1-3 0-15,1-4 3 0,-1-1 0 16,1-5 2-16,-2-4-4 0,2 0-51 0,-1-8-95 15,-1 1-105-15,1-6-119 0,-1-1-143 16,3-3-282-16,-1-3-197 0,0-3-16 0,0-3 170 16,-1-5 289-16</inkml:trace>
  <inkml:trace contextRef="#ctx0" brushRef="#br0" timeOffset="60664.08">21326 3679 203 0,'0'9'433'0,"-4"1"164"0,0 5 107 16,-1-1-192-16,-2 5-158 0,1 6-30 0,-2 3 18 16,0 7 25-16,0 5 18 0,2 7-9 15,-5 10-45-15,2 4-67 0,-1 7-62 0,-4 7-43 16,-1 3-20-16,0 5 1 0,-3 5 7 0,-1 3 16 16,1 5 11-16,-5 4-10 0,1 5-26 15,-3 1-28-15,0 5-26 0,1 0-33 0,-3 1-18 16,2 3-11-16,-4-2-9 0,2 1-4 0,2-3-6 15,-2-1 1-15,3-2-2 0,-3-3 1 16,4-6 1-16,-1-2-3 0,3-5-2 0,3-8-1 16,5-3-2-16,-1-9 2 0,4-8 0 0,4-7-1 15,1-7-18-15,2-10-49 0,3-5-49 16,3-9-52-16,-1-3-92 0,2-8-136 16,1-5-151-16,-2-6-200 0,2-4-234 0,0-6-196 15,-2-4 39-15,0-3 331 0,-1-6 386 0</inkml:trace>
  <inkml:trace contextRef="#ctx0" brushRef="#br0" timeOffset="61052.06">20783 6453 320 0,'-5'25'886'0,"-1"-2"307"0,0-4-31 0,3-1-168 16,3-3-523-16,1 0-246 0,7-3-113 16,5 0-57-16,1 2-22 0,8-4-8 0,3-1 4 15,9 0 2-15,2-2 9 0,8-1 8 0,5 0 3 16,7-4 13-16,4 0 12 0,4-2 1 0,6-2-7 15,4 0 0-15,2-4 0 0,5 1-14 16,4-3-22-16,2 1-8 0,5-3-4 0,3 2-11 16,1-3-5-16,0 1 0 0,1 0 2 0,1-1 5 15,-1 0-1-15,2 2 2 0,-4 0 1 16,1 0-4-16,-4 0-10 0,-6 2-37 0,-4 1-33 16,-8 2-46-16,-5-2-103 0,-8 3-165 0,-12 1-299 15,-4-1-248-15,-8 0-231 0,-7 1-95 16,-6-3 287-16,-7-2 493 0</inkml:trace>
  <inkml:trace contextRef="#ctx0" brushRef="#br0" timeOffset="61449.9">23529 3552 46 0,'24'-20'422'0,"-6"8"281"16,-3 5 181-16,-3 4 90 0,0 7-294 0,-2 7-196 15,-2 5-90-15,0 7-50 0,-1 5-38 16,0 3-34-16,1 9-17 0,-4 0-4 0,1 7-13 15,1 2-9-15,-4 4-17 0,-2 5-27 16,-2 5-46-16,-4 6-46 0,0 7-27 0,-4 6-18 16,-3 8-11-16,-1 6-12 0,-3 10-7 0,-4 5-4 15,1 9-3-15,-2 4-3 0,-1 2-3 0,-2 7-1 16,0 0-2-16,-2 2-2 0,5 0 2 16,-4-9-2-16,1-4-4 0,2-10-14 0,-1-7-36 15,3-9-65-15,1-9-60 0,1-12-80 0,5-9-121 16,-4-13-152-16,6-12-155 0,0-7-182 15,2-12-219-15,0-9-105 0,-1-9 177 0,-3-12 371 16</inkml:trace>
  <inkml:trace contextRef="#ctx0" brushRef="#br0" timeOffset="61823.94">21198 3675 12 0,'10'9'294'0,"0"3"201"15,4 1 160-15,4 5 70 0,7 6-318 0,6 2-151 16,6 4-39-16,7 0-46 0,7 0-12 16,6-1 76-16,7-2 8 0,6-2-2 0,11-3-34 15,2-5-16-15,6-3-26 0,1-6-81 0,6-3-35 16,1-5-19-16,3-3-8 0,-1-4-5 16,3-1 1-16,2-3 1 0,-1-3-10 0,-4 0-13 15,-3-4-12-15,-4 0-5 0,-9 1-58 0,-9-1-88 16,-8 2-110-16,-9 0-169 0,-9 4-261 0,-10 2-213 15,-7 1-24-15,-9 2 191 0,-5 1 297 16</inkml:trace>
  <inkml:trace contextRef="#ctx0" brushRef="#br0" timeOffset="62207.91">21393 3559 99 0,'0'18'659'16,"0"-2"420"-16,0-3 107 0,0-6-119 16,3-4-386-16,2-3-363 0,7-6-167 0,5-9-76 15,6-6-35-15,9-11-14 0,8-5-3 0,4-11-4 16,15-7-3-16,4-8 1 0,9-6 1 16,9-9-6-16,9-7-9 0,5-3-3 0,8-6 7 15,0 4-5-15,1 0-5 0,2 6 4 0,-3 2 2 16,-2 5-11-16,-2 3-70 0,-9 7-100 0,-5 7-127 15,-8 9-211-15,-9 6-285 0,-10 7-230 0,-10 10-49 16,-7 5 217-16,-11 9 361 0</inkml:trace>
  <inkml:trace contextRef="#ctx0" brushRef="#br0" timeOffset="62703.93">23291 4146 136 0,'-11'24'568'16,"1"-9"303"-16,8-9 115 0,6-9-52 0,10-12-454 16,10-12-249-16,7-12-117 0,14-12-51 15,12-9-22-15,9-13-11 0,15-9 8 0,7-11-5 16,10-6 8-16,7-8-2 0,4 3 6 0,3-5 2 16,-1 3-10-16,-4 3-4 0,-4 4-11 15,-7 4-10-15,-6 7-24 0,-11 4-41 0,-6 4-59 0,-10 5-65 16,-6 5-80-16,-11 5-96 0,-3 7-192 15,-10 4-209-15,-8 4-74 0,-5 5 62 0,-7 3 195 16,-5 3 237-16</inkml:trace>
  <inkml:trace contextRef="#ctx0" brushRef="#br0" timeOffset="63001.89">23174 2114 289 0,'12'18'492'0,"1"-4"185"16,9 1 91-16,7-1-319 0,9 0-222 0,7 0-75 15,9 0-33-15,12-4-42 0,7 1 2 0,8-3 20 16,6 0 13-16,5 0 32 0,4-1 17 0,7-5 4 15,0 4-24-15,2-1-10 0,3-1-12 16,-1 0-56-16,-1 1-33 0,-3-1-11 0,0 2 2 16,-5 0-14-16,-5 2-80 0,-3 0-107 0,-4 4-216 15,-10 1-269-15,-10 4-211 0,-7 0-95 16,-12 3 175-16,-11 2 318 0</inkml:trace>
  <inkml:trace contextRef="#ctx0" brushRef="#br0" timeOffset="63337.91">25319 2545 147 0,'-1'18'341'0,"-4"5"143"0,0 7 131 16,-1 7-151-16,-7 6-93 0,4 7-29 0,-5 7-3 15,-2 3 17-15,-3 6-12 0,0 6-54 0,-5 6-50 16,-3 7-26-16,-1 5-29 0,-7 5-50 16,-2 4-21-16,-3 4-11 0,-5 3-17 0,1 3-29 15,-5 4-18-15,-2-1-9 0,0 1-15 0,-2-1-14 16,-1-2-40-16,1-5-67 0,2-4-94 15,-1-3-109-15,6-6-173 0,2-7-290 0,6-4-187 16,3-8-26-16,0-3 184 0,3-9 307 0</inkml:trace>
  <inkml:trace contextRef="#ctx0" brushRef="#br0" timeOffset="63734.22">23406 6653 218 0,'25'-38'523'0,"2"-5"219"16,2-4 94-16,2-6-165 0,4-4-273 15,3-3-118-15,7-6-39 0,0-1-19 0,6-5-17 16,1-2-29-16,3-2-41 0,2-4-47 15,2 1-44-15,1-1-30 0,0 1-7 0,0 2-5 16,0 0-48-16,-3 2-105 0,-1 2-141 16,-3 4-291-16,-2 1-238 0,-7 4-176 0,-4 2 43 15,-4 4 298-15</inkml:trace>
  <inkml:trace contextRef="#ctx0" brushRef="#br0" timeOffset="64742.86">22404 3136 203 0,'3'33'392'0,"-8"0"145"0,1 3 92 15,-1 0-260-15,-2 3-174 0,-2 0-90 0,0 3-45 16,-3-2-27-16,1-1-20 0,-1 2-25 0,-3 2-47 16,-2 0-104-16,3-1-223 0,-5 1-128 0,3 2-24 15,-5 1 74-15,3-2 147 0</inkml:trace>
  <inkml:trace contextRef="#ctx0" brushRef="#br0" timeOffset="64953.92">22089 4909 211 0,'-3'45'559'0,"-7"-1"243"15,-2-2 95-15,-1-3-154 0,0-1-371 0,-1-2-193 16,1-4-95-16,1 0-46 0,2-6-20 0,2 0-9 16,-1 0-2-16,3-4 2 0,1 2 4 15,0-1-4-15,5-2-37 0,-1 1-49 0,2-1-56 16,-1 2-73-16,3-1-89 0,1 1-145 15,1 1-191-15,-4 1-63 0,2-1 57 0,2 2 158 16,-4-1 187-16</inkml:trace>
  <inkml:trace contextRef="#ctx0" brushRef="#br0" timeOffset="65180.13">21281 6663 171 0,'5'0'432'0,"-2"-6"183"0,5-4 106 0,-2-6-170 15,5-4-262-15,3-5-142 0,2-5-75 0,3-4-39 16,2-4-26-16,4-2-18 0,2-1-16 16,0-1-27-16,1 0-31 0,1 2-33 0,-1 1-60 15,1 2-128-15,-4 0-192 0,1 1-65 0,-1 2 41 16,0 1 114-16,-1-2 153 0</inkml:trace>
  <inkml:trace contextRef="#ctx0" brushRef="#br0" timeOffset="65380.29">21961 5451 13 0,'7'-11'482'0,"-4"5"405"0,-2-1 215 15,-1 1-41-15,-1 1-321 0,1 2-359 0,1 0-191 16,-1 0-98-16,5 0-53 0,-1-1-23 15,3-1-13-15,3-2-8 0,3 1 0 0,0-3-2 16,8 0 5-16,-4-2-4 0,7-1-9 16,1 2-51-16,2-1-77 0,1 1-88 0,2-1-104 15,-1 2-132-15,1 3-243 0,-2-1-141 0,1 1 7 16,1 1 160-16,0 2 237 0</inkml:trace>
  <inkml:trace contextRef="#ctx0" brushRef="#br0" timeOffset="65635.97">22966 5260 24 0,'30'6'229'0,"0"0"115"0,-3-1 103 15,1-1-71-15,-2-1-174 0,1-1-95 0,3-2-56 16,0 0-23-16,0 0-13 0,4-2-1 16,-3-1 2-16,4 0 3 0,3 1 7 0,0-3-4 15,-2 0-5-15,4 0-1 0,2 1-2 0,-2-2-2 16,0 0-3-16,0 2-3 0,0-1 0 15,-2 1-8-15,-3 0-12 0,-2 0-7 0,0 2-13 16,-1 0-15-16,-4 0-31 0,-2 2-61 16,-3 0-95-16,-2 2-51 0,-2 0 23 0,1 0 42 15,-4 2 54-15,2 0 63 0,-2 0 78 0,1 1 15 16,-4-1-62-16,1 1-29 0,-5-2-2 16</inkml:trace>
  <inkml:trace contextRef="#ctx0" brushRef="#br0" timeOffset="66202.03">22214 5263 170 0,'-3'2'425'16,"-2"-2"184"-16,-1 0 110 0,-2 0-143 15,0-2-203-15,2 2-88 0,-1 0-26 0,2 0-12 16,1 2-17-16,-1-1-35 0,2 2-56 0,2 1-46 15,-3 4-20-15,4 3-17 0,0 1-1 0,4 1-1 16,-1 1 4-16,3 1-1 0,2-2-16 16,0 0-16-16,0 0-10 0,4-3-8 0,-1-1-1 15,3-3-1-15,-1 0-1 0,0-3 0 16,1-1 3-16,-3-4-1 0,2-1-1 0,-4-2 1 16,-2 0-1-16,-3-3 3 0,1-1 1 15,-5 0-3-15,-1 1-6 0,-6-3-32 0,-2 3-72 16,-7 2-98-16,-2 0-126 0,-4 5-229 0,-3 1-247 15,-3 2-129-15,-4 4 61 0,0 2 244 16,-4 3 284-16</inkml:trace>
  <inkml:trace contextRef="#ctx0" brushRef="#br0" timeOffset="66537.98">20908 6786 330 0,'11'-2'663'0,"0"2"226"0,-1 0 55 16,-1 0-287-16,5 2-277 0,2 0-192 0,3 4-93 15,3 1-44-15,1 1-24 0,3-1-13 16,1 2-5-16,2 0 1 0,-1-1-1 0,0 2-3 16,4-3 0-16,-2-3 0 0,2 1-2 0,-1-1-5 15,1-4-5-15,0 0-5 0,-1-4-5 16,2-1-18-16,-2-2-63 0,-1-1-63 0,0-2-84 16,0-2-113-16,-2 0-222 0,4-1-178 0,-2-2-8 15,1 4 123-15,3-4 212 0</inkml:trace>
  <inkml:trace contextRef="#ctx0" brushRef="#br0" timeOffset="66839.89">23523 6603 65 0,'3'-9'530'0,"-3"1"381"16,-1-2 174-16,-3-2-38 0,0-4-368 0,-4-1-281 16,3-5-165-16,0-3-85 0,1 0-42 0,-3-5-36 15,1-1-33-15,3-1-22 0,-2-3-14 16,4-1-11-16,-3-3-12 0,1-1-48 0,2-3-96 15,1-1-123-15,-4-3-181 0,4 1-274 16,0-1-234-16,0-1-71 0,-1-3 193 0,-1-1 345 16</inkml:trace>
  <inkml:trace contextRef="#ctx0" brushRef="#br0" timeOffset="67203.97">23370 3711 29 0,'-11'-4'374'0,"1"4"255"0,-3-3 207 0,0 2 73 15,1 1-333-15,3 0-210 0,-4 0-83 16,2 1-49-16,1 2-50 0,0-1-42 0,-2 3-34 16,2-1-28-16,2 4-40 0,-4 1-22 0,4 1-15 15,-2 2-6-15,2 4 0 0,1 1 0 0,1 2 3 16,-2 0 4-16,5-1 0 0,1 0 5 16,2 0-3-16,4-2-8 0,-1-1-2 0,4-1-1 15,3-5-3-15,0 0-4 0,3-6-23 16,0-3-70-16,3-3-96 0,-3-4-113 0,0-4-206 15,1-1-253-15,-6-3-150 0,-4-1 55 0,-4-4 232 16,-4-2 270-16</inkml:trace>
  <inkml:trace contextRef="#ctx0" brushRef="#br0" timeOffset="67484.03">21425 3451 30 0,'3'22'466'0,"0"-2"344"0,-1 0 190 0,1-2-14 15,4-1-337-15,2 3-330 0,2 1-165 16,2-3-80-16,4 1-42 0,1-3-22 0,4-4-7 15,3 0-3-15,2-3 0 0,3-3-35 0,0-3-69 16,1-5-94-16,3-3-143 0,4-4-284 16,0-2-214-16,4-4-69 0,-1-6 128 0,1 1 271 15</inkml:trace>
  <inkml:trace contextRef="#ctx0" brushRef="#br0" timeOffset="67698.91">23211 2494 154 0,'4'-3'608'16,"-4"6"314"-16,-4-1 105 0,0 6-69 0,-4 5-466 16,3 2-253-16,2 1-123 0,2 5-60 15,2-1-28-15,6 1-17 0,5 0-11 0,4 0-38 16,6-2-69-16,6 1-95 0,6-3-123 0,5 1-290 15,8-4-213-15,6 0-91 0,6-1 113 0,2-1 268 16</inkml:trace>
  <inkml:trace contextRef="#ctx0" brushRef="#br0" timeOffset="67877.56">25770 3104 74 0,'16'7'261'0,"-5"1"110"0,-7-3 95 0,0 3-149 16,-4-2-147-16,-4 1-106 0,-2 0-116 15,-2 1-201-15,-3 1-123 0,2-1-22 0,-5 1 49 16,1 1 100-16</inkml:trace>
  <inkml:trace contextRef="#ctx0" brushRef="#br0" timeOffset="70380.1">18753 8712 12 0,'3'3'237'15,"0"0"130"-15,1-2 124 0,-3 2-50 0,2 0-140 16,-1 0-107-16,1 0-82 0,-3 2-33 0,0 0-19 16,0 3-7-16,0-2 1 0,0 5-2 15,0 1 62-15,0 3 25 0,0 3 3 0,0 1 39 16,1 5 22-16,-1 2 17 0,0 4-13 0,0 4-8 15,0 2-7-15,0 3 0 0,-1 5-10 16,1-1-15-16,-3 5-3 0,1 3 9 0,-1 1 9 16,2 4-29-16,-4 5-23 0,2 0-14 15,-4 3-31-15,2 2-28 0,-2 3-22 0,-1 3-8 16,0 0-5-16,0 5 1 0,-3 2 2 0,1 4-2 16,1 1-5-16,-4 2-9 0,2 2-9 15,-1-3-1-15,2 1 1 0,0-1 0 0,2-3 9 16,-1 4 0-16,1-4 2 0,3-1-4 0,0-2-11 15,-2 0-3-15,5 1 0 0,-2-2 3 16,0 0 6-16,1 0-1 0,0 2 6 0,-2 0 2 16,3 1-6-16,-2 2-4 0,-2-2-5 0,3 0 4 15,-4-2 0-15,4-2 2 0,-2-1 1 16,0-2 6-16,1-4 2 0,-1-4-4 0,0-1 1 16,2-7-5-16,0-2 0 0,0-7-2 15,-1-2-1-15,3-7 2 0,-1-2-4 0,1-4-2 16,1 0 4-16,-5-5-1 0,5 0-2 0,-3-1-2 15,2-2 0-15,1-2 3 0,-4-2-1 16,3-1 1-16,-1-1 2 0,2 0 4 0,-2-3 2 16,1 0 2-16,-1-1 0 0,1-2-3 15,1 1-1-15,0-5-2 0,0 1 0 0,0-2-1 16,0-4 1-16,0 0-4 0,0 0-2 0,1-3 2 16,1 0 0-16,-1 1 2 0,1-2 1 15,0-1 0-15,-1 2 0 0,3-2 2 0,-3 3 2 16,1-3 0-16,-1 0-2 0,4 0 1 15,-4 0 1-15,1 0 0 0,-1-3-4 0,1 3-2 16,1-2 3-16,-1 2 4 0,1-1-4 0,0 1-1 16,-1-3 2-16,1 1-1 0,0 1 1 0,2-2-1 15,-2 0 3-15,0 0-1 0,0 0-5 16,0 0 6-16,-1 0-3 0,1 0 1 16,1 2 1-16,-3-2 2 0,1 1-2 0,-1 0-1 15,4 1-1-15,-5 0 0 0,1-1-3 0,-1 2-1 16,0 0 5-16,2-1 0 0,-2 1-3 0,1-2 0 15,-1 2 1-15,0 0-2 0,0 0-2 16,0 0-1-16,0 0 3 0,2 0-8 0,1 0-14 16,1 0-50-16,-1-1-102 0,2 0-127 15,-1-1-186-15,2-2-285 0,2-1-259 0,0 0-118 16,0-2 177-16,2-2 375 0</inkml:trace>
  <inkml:trace contextRef="#ctx0" brushRef="#br0" timeOffset="105552.2">18333 12878 91 0,'3'5'282'0,"-2"-4"116"15,4 4 96-15,-2-5-170 0,0 2-152 0,4-2-86 16,1 3-37-16,1-3-23 0,0 1-11 0,3-1 1 16,0 0-2-16,2 0-2 0,4-1 1 15,-2 1-1-15,4-3 2 0,-1 3 0 0,3-2 13 16,0-1 12-16,3 1 5 0,1 0 3 16,-2 1-2-16,3-4-4 0,-2 1-16 0,2 2-11 15,-1-2-7-15,1 3-7 0,2-2-4 0,0-1-1 16,1 1-1-16,1 0-4 0,2-1 33 15,0 2 18-15,0-1 15 0,1 1 12 0,1 0 9 16,-1-2 7-16,5 3-27 0,1-2-14 0,2 0-9 16,-1 0-8-16,4 0-5 0,2 0-4 15,-2-2-1-15,3 0-6 0,1 2-7 0,-2-2-6 16,2-1-3-16,2 0-9 0,0 0-5 0,-1 0 7 16,0-2 9-16,0 1 6 0,2-1 5 0,0 1 10 15,0-1 9-15,5 0-4 0,0-1-3 16,1 1-3-16,-1 0-4 0,3 0-9 15,-1 1-5-15,-2 0-7 0,2 1-7 0,-3-2-7 16,4 2 8-16,-3 1 10 0,3-1 9 0,0 2 7 16,0 0 5-16,4-1 8 0,-1 2-5 0,2-3-6 15,0 3-10-15,0 0-4 0,1-1-9 16,-1 2-6-16,2-1-8 0,-2 1 3 0,0-2 10 16,0 3 8-16,2-2 10 0,1 3 8 15,3-2 9-15,-2 1-4 0,3 1-5 0,2-1-6 16,-5 1-14-16,3 0-10 0,0-2 0 0,-2 2 2 15,1 0 6-15,0-2 73 0,3 2 51 16,-1-1 31-16,3-1 7 0,-2 1 2 0,2-2-8 16,-2 1-66-16,-1-1-44 0,1 0-33 15,-2-2-6-15,1 1-3 0,-3-2 2 0,0 0 5 16,1-1 8-16,3-1 7 0,1 0-5 0,1-2-4 16,-3 0-7-16,-2-1-6 0,1-1-11 0,1 0-11 15,-2-1 8-15,0 1 9 0,1 0 8 16,-3-1 3-16,5 0 11 0,-1 1 15 15,0-1-8-15,3 0-11 0,-3-1-14 0,1 1-8 16,-1-2-9-16,-2 2-5 0,1 0 2 0,-4 0 3 16,4 0 13-16,-3-2 8 0,2 0 11 15,0 3 7-15,1 0-2 0,0 0 16 0,1 1 53 16,-2 0 18-16,2 1 5 0,-3 0 4 0,-2 1 8 16,0 2-14-16,-1 0-40 0,1-1-25 0,-1-1-4 15,3 2-7-15,-2 1-7 0,2-1-8 16,-1 0-7-16,-5 1-6 0,3 0-6 0,-2-2-4 15,0 3-1-15,-4-1 0 0,3 0 7 16,-4-1 4-16,0 1 7 0,-2-1 7 0,-1-1 0 16,-2 0-1-16,0 3-3 0,-4-3-3 0,1 1-4 15,-4 0-2-15,-2-1-3 0,-3 0 0 16,-3 1-1-16,-2-1-1 0,-1 1-3 0,-4-1 1 16,-1 1 0-16,-4-1-2 0,1 1-1 0,-6-2 3 15,-1 3 1-15,-2-2-1 0,-3 1 4 16,-4 3 2-16,-1 0 2 0,-2-1 1 0,-4 3 49 15,0-2 46-15,0 3 32 0,-3 0 14 16,-1-3 6-16,0 4 2 0,-2-1-40 0,-2 0-38 16,0-1-32-16,-1 2-14 0,1-3-12 15,-2 2-10-15,0-1-4 0,0 1-2 0,0-1 3 16,0 0-6-16,-1-1-5 0,1 1-20 0,-4 0-43 16,2-2-98-16,-2-1-121 0,0-1-137 15,-3 0-212-15,1 2-270 0,2-3-168 0,-2 3 76 16,0-3 288-16,0-1 318 0</inkml:trace>
  <inkml:trace contextRef="#ctx0" brushRef="#br0" timeOffset="105846.03">27388 11656 123 0,'7'2'354'0,"-2"-2"164"0,0 1 115 0,-2 1-172 16,2-1-186-16,0 1-101 0,-1 1-60 15,5 1-30-15,1-1 11 0,0 4 22 0,4-4 29 16,-1 2 10-16,2 1 6 0,0 2 10 0,3-2-27 16,-2 1 22-16,3-1-2 0,3 2-15 0,-2 1-14 15,0-1-12-15,0 1-6 0,0-3-42 16,-2 4-26-16,0-3-15 0,-1 1-10 16,-2-1-6-16,-3 0-3 0,-2 1 0 0,-2-1-4 15,-2 1-1-15,-3 1 1 0,-3-1-2 0,-3 2-1 16,-2 3-5-16,-3-4-13 0,-1 2-49 0,-4 1-86 15,-1 0-103-15,-1 0-117 0,0-1-178 16,-1 2-252-16,-1-1-109 0,-1 0 78 16,2 1 231-16,1-3 249 0</inkml:trace>
  <inkml:trace contextRef="#ctx0" brushRef="#br0" timeOffset="106393.87">27490 12487 133 0,'8'2'312'0,"2"-1"129"0,0-2 106 15,2-1-192-15,2-1-102 0,3-1-41 0,4-1 11 16,0-2 33-16,5 1 8 0,1-2 14 0,3 2 0 16,2-1-20-16,-1 0-43 0,3 4-52 15,-3-1-29-15,-1 1-16 0,0 3 4 16,-3 0 3-16,-3 3 23 0,-3 3 22 0,-3 0 12 16,-2 3-21-16,-5 2-35 0,-3 2-21 0,-1 4-28 15,-6 1-26-15,-2 3-17 0,-6 3-8 0,-1 1-7 16,0 2-1-16,-6 0-4 0,1 1-7 15,-4 2-1-15,1-3-6 0,-3 4-3 0,3-3-3 16,-2 0-5-16,0-2 3 0,6 0-1 16,0-7 1-16,2 1-8 0,5-5-14 0,3-3-28 15,4-3-82-15,3-3-111 0,4-5-125 0,0-4-145 16,7-1-257-16,2-5-218 0,4-3-33 16,2-2 196-16,-1-3 308 0</inkml:trace>
  <inkml:trace contextRef="#ctx0" brushRef="#br0" timeOffset="106657.86">28336 12734 75 0,'19'14'307'0,"-6"3"170"16,-4 1 143-16,4 1-56 0,-5 2-96 0,0 0-75 15,-1-1-53-15,0-1-45 0,1 0-40 16,-2-5-67-16,2 1-53 0,1-5-10 0,1 0-10 16,2-3-6-16,1-4 25 0,2-5 22 0,2-1 3 15,2-8-22-15,-2-3-11 0,4-5 1 0,1-2-22 16,0-6-22-16,2-3-19 0,-2-1-7 15,-1 0-5-15,-3-2-15 0,0 2-8 0,-6 1-9 16,-3 1-3-16,-5 1-3 0,-1 2-4 0,-6-1-2 16,-1 3-5-16,-5 0-3 0,0 3-1 15,-7 5-5-15,2 1-12 0,-7 3-35 0,-2 3-88 16,-4 3-127-16,0 4-151 0,-5 4-271 16,-2 2-268-16,-1 4-182 0,-2 1 88 0,-2 2 351 15,1 2 351-15</inkml:trace>
  <inkml:trace contextRef="#ctx0" brushRef="#br0" timeOffset="106843.9">28235 12679 122 0,'28'5'350'0,"1"-4"194"16,1 1 189-16,3-2-81 0,2-2-50 0,4-2-6 16,5-2-43-16,2-3-71 0,5 1-84 0,3-4-93 15,1-1-102-15,5-1-84 0,-1-2-59 16,1-1-30-16,0 1-17 0,-2-2-13 0,-1 0-24 15,-4 0-94-15,-3 1-158 0,-4 1-280 16,-5-1-266-16,-5 3-264 0,-6 1-170 0,-6-4 235 16,-8 4 495-16</inkml:trace>
  <inkml:trace contextRef="#ctx0" brushRef="#br0" timeOffset="108068.5">18698 8940 164 0,'3'-8'352'16,"-1"-2"137"-16,2 0 103 0,2-3-207 16,-1-2-120-16,3-3-45 0,0 1-19 0,3-6-4 15,0 3-13-15,-1-3 4 0,0 3-21 16,3-1-29-16,-3 0-22 0,2 3-18 0,0 2-12 15,-3 0-32-15,0 4-20 0,-1 2-15 0,-1 1-10 16,-1 1 5-16,0 4 38 0,1 4 26 0,-3 0 40 16,1 4 27-16,0 4 16 0,3 2-3 15,-5 2-34-15,2 2-21 0,-4 4-36 16,2 0-28-16,-1 1-15 0,1 1-8 0,-1 1-8 16,0-2-8-16,-1 1-1 0,2-1 1 0,-1 0-17 15,1-5-71-15,-2 1-110 0,2-1-129 0,-1-2-265 16,0-3-252-16,-1-3-175 0,1-1 59 15,0-4 294-15,-1-4 321 0</inkml:trace>
  <inkml:trace contextRef="#ctx0" brushRef="#br0" timeOffset="108321.93">19309 8250 176 0,'7'6'408'16,"-4"3"166"-16,0 2 134 0,2 1-158 15,-4 4-165-15,2 0-81 0,-3 2-44 16,2 3-21-16,1 0-40 0,-1 2-50 0,0-1-46 16,-2 2-39-16,1-1-23 0,-1-1-13 0,0 1-8 15,2-1-8-15,-2-3-36 0,0 1-87 0,0-4-119 16,0 2-258-16,0-5-225 0,0 0-151 15,-2-1 22-15,1-3 229 0,-3-1 282 16</inkml:trace>
  <inkml:trace contextRef="#ctx0" brushRef="#br0" timeOffset="108546.92">19237 8288 257 0,'4'4'449'0,"3"-2"151"16,3 3 84-16,0 1-283 0,1 1-168 0,5-1-69 15,0 1-32-15,4-1-16 0,3-2-15 16,1 2-18-16,-1-1-18 0,2 0-25 0,-4 1-15 16,1 0-29-16,-1 3-68 0,-4-2-106 0,-1 2-283 15,-5 2-172-15,1-2-80 0,-7 5 62 16,-1 2 196-16</inkml:trace>
  <inkml:trace contextRef="#ctx0" brushRef="#br0" timeOffset="108716.81">19303 8944 147 0,'6'17'330'15,"3"-2"127"-15,1-2 96 0,5-1-225 0,3-1-151 16,3-2-80-16,6-2-46 0,2-1-24 0,2 1-17 15,4-2-40-15,4 0-79 0,1 1-208 16,1 0-124-16,3 0-32 0,2 3 57 0,3 1 116 16</inkml:trace>
  <inkml:trace contextRef="#ctx0" brushRef="#br0" timeOffset="111393.63">19207 12043 144 0,'-4'2'267'0,"2"0"102"0,0 0-42 16,0 0-96-16,2-1-77 0,0-1-51 15,0 1-41-15,0 2-25 0,2-3-19 0,0 1-9 16,2 0 5-16,-1-1 6 0,4 1 3 0,1 2 11 15,1-1 28-15,4 0 17 0,1-2 2 16,6 4 11-16,1-1 8 0,6-1-3 0,0 1-4 16,5-2-10-16,4 1 0 0,2-2 10 0,1 0 15 15,1-3 4-15,4-2-20 0,0-2 22 16,4-3 8-16,-4-5-9 0,5-3-14 0,-3-2-4 16,3-7-1-16,0-1-19 0,-2-4-16 15,1-4-17-15,-4-5-10 0,3-2-11 0,-4-4-6 16,-2-2-12-16,-1-4 0 0,-6 1 3 15,-2-4 2-15,-2 1 12 0,-3-3 21 0,-5 3 16 16,0-4 4-16,-3 1-3 0,-3-3 1 0,-2-2-13 16,-1-3-25-16,-2-2-8 0,-2-2-2 0,0 0-1 15,-1-5 0-15,-4-5 2 0,2 0 4 16,-1-4-7-16,2-2-11 0,-1 0-12 0,0-3 4 16,2 0 1-16,0-2 4 0,0 1 0 0,0 3 5 15,4 3 5-15,0 3-5 0,0 6-7 16,-2 6-5-16,1 5 2 0,0 6-5 0,-2 7 0 15,1 4-1-15,-4 6 2 0,3 2 7 16,-2 5 2-16,-2 7 23 0,0 3 29 0,-2 4 30 16,-2 3 26-16,4 4 15 0,-4 1 8 15,1 5-12-15,-1 1-21 0,-1 1-28 0,0 3-28 16,0 0-15-16,0 4-15 0,-1 4-7 0,-1 2 0 16,-2 6 3-16,-1 3 5 0,2 7 2 15,-2 1 5-15,-1 6 1 0,-2 5 0 0,0 6-3 16,0 6-4-16,-2 3 10 0,1 9 6 15,0 3 0-15,1 5 7 0,0 3 17 0,-2 6 13 16,2 1-9-16,4 2-2 0,-1 4-5 0,3 2-11 16,1 3-19-16,1 0-10 0,3-3-6 0,0 3 1 15,2-3 3-15,0 2-1 0,1-2 5 0,0-1-4 16,0-1-5-16,-1-3-5 0,2-1-6 16,-2-5 5-16,-2-4 4 0,3-1 2 0,-3-6 3 15,2-4 2-15,-2-4 6 0,0-1-1 16,0-5-3-16,1-5-3 0,-3 1 2 0,2-6-2 15,2-1-1-15,-4-1-3 0,2-5 0 0,1-2-1 16,-1-1-5-16,0-4 2 0,2-2-3 16,0-1 2-16,1-4 0 0,0-1 0 0,1-2 2 15,1 0-3-15,2-2 0 0,0-5 2 16,1 2-3-16,3-4 7 0,1-1 2 0,0-2 4 16,3-2 1-16,1 1 2 0,3-3 3 0,0 0 0 15,3-4 0-15,2 3-3 0,2-3-1 16,4 2 0-16,2-3 0 0,1 1-4 0,2-1-1 15,1 0 0-15,3 0-1 0,-3 0-2 16,5-1-2-16,-1 0 0 0,1 0-5 0,1-1 1 16,-1 0 1-16,-1-1 4 0,-2 3-1 0,1-2 2 15,-1-2 6-15,2 0 4 0,0 0-2 0,0-2 1 16,1 1 4-16,-2 1-4 0,1-3-5 16,0 0 2-16,0 0-3 0,-4-1-2 0,2-1-6 15,-3 1 4-15,0-3 0 0,-1 2-3 16,-1 0 2-16,-2-3-1 0,0 0-2 0,-1 1 1 15,-1-3-6-15,-1-1 0 0,1-2 1 0,-1 2 3 16,0-2 4-16,-3-4-1 0,0 1 3 0,-1-2 6 16,-3-3 0-16,2-2 3 0,-1-3 1 15,-3-2 3-15,0-2 4 0,-1-4-1 16,-3-4-3-16,2-3-2 0,-2-3-4 0,0-3-6 16,-4-4-6-16,2 2-5 0,-4-5 2 0,1 1 3 15,0-3 5-15,-4 3 5 0,1-1 6 0,-1 5 1 16,-2-1 0-16,-3 3-4 0,1 4-6 15,0 2 1-15,-1 5-2 0,3 5 0 16,-2 2-1-16,-1 5 0 0,0 5 1 0,0 2-2 16,2 5-1-16,-2 2 1 0,-1 6 1 0,0 1-3 15,-1 4 4-15,-1 0-3 0,-1 4-1 0,2 1 1 16,-1 3 1-16,1 3 3 0,0 3-1 16,-1 4 11-16,2 4 1 0,-1 4 3 0,0 6 5 15,-2 3 0-15,0 5 6 0,0 3-3 16,-2 5 14-16,0 4 23 0,-2 4 36 0,-1 5 42 15,-2 2 29-15,-1 5 13 0,-1 2-8 0,0 4-21 16,-4 2-36-16,-1 1-37 0,1 3-30 0,-1 2-22 16,3-1-14-16,-2-3-4 0,5 0-2 15,0-2-1-15,5-4-1 0,0-1 0 0,3-3 1 16,3-3-2-16,2-3-1 0,5-4-2 0,0-4 0 16,1-4 0-16,7-3-3 0,-4-5 1 15,6-4 1-15,-2-4 1 0,4-2 0 0,0-5 1 16,1-4-1-16,4-1 0 0,-1-5 0 15,4-1 0-15,0-4 0 0,2-3 0 0,1-1 1 16,1-2 0-16,0-1 1 0,4-3 1 0,-2 0-1 16,2 1 1-16,2-2 0 0,2 0 0 15,3 2-1-15,2-1 0 0,1 0-3 0,2 1-2 16,1 1 2-16,0-1 0 0,1 2-1 0,1-2-2 16,0 3-1-16,0-3 2 0,4 1 3 0,-2-2 0 15,0-2 1-15,2 1 4 0,-1-3 1 16,4-3 0-16,0 0 0 0,2-1-6 0,0-2 0 15,-1-1 0-15,-1-1-1 0,1 0-1 16,-5 0-1-16,1 1 3 0,-1-2 0 0,-2 1 2 16,-2 2-2-16,0 0 1 0,-5-1 2 0,1 0-3 15,-2-1 2-15,-1 2-4 0,-2-1 0 16,-2-2 1-16,2-1 0 0,-4-1 0 0,-4-1 2 16,0-3 3-16,-2 2 0 0,-3-4 1 0,-3 2 0 15,-2-3 0-15,-4-1 1 0,-3 0-4 16,-1-3 1-16,-6-1-2 0,0 1-2 0,-5-5 1 15,-1 1-3-15,0 0 3 0,-5 1 1 16,0-3-1-16,0 3 2 0,0 1-2 0,-3 2 0 16,1 3-3-16,-1-1 2 0,1 5 0 0,0 0 0 15,1 5 1-15,-1 1-2 0,2 2 0 0,0 4-2 16,0 2-1-16,0 2-6 0,0 3 0 16,2 1 2-16,-1 4 3 0,3 4 4 0,-1 1 2 15,2 4 2-15,-4 3 0 0,4 0 2 16,0 5-1-16,1 2-2 0,-1 0 3 0,0 2 0 15,1 2-2-15,-1 2-1 0,2-1 4 0,0 2 3 16,-2 3 1-16,-1 0 4 0,1 4 0 16,2 1 1-16,-1 0-2 0,-3 2-1 0,2 2 1 15,-2 1-2-15,2 1 1 0,1-2-2 0,2 1-2 16,0-2-1-16,1-2-2 0,4-1-2 16,1-1 1-16,3-4-1 0,1-2 1 0,4-1-1 15,3-4 2-15,2-1 2 0,3-5 2 0,3 0 4 16,5-5 1-16,5-5 1 0,4-2-1 15,4-4-2-15,6-4 0 0,2-3-5 0,2-4-3 16,4-4-1-16,2-4-2 0,2-2 4 16,1-4-2-16,-1-2-1 0,4-4-4 0,-2-2-32 15,2-2-72-15,-1-2-90 0,-4-2-161 0,-4 0-279 16,-6 1-323-16,-7 0-335 0,-7 0-194 0,-9-1 134 16,-8-3 624-16</inkml:trace>
  <inkml:trace contextRef="#ctx0" brushRef="#br0" timeOffset="112351.93">22321 7891 147 0,'7'-6'416'0,"-2"3"221"15,-5 0 189-15,-4 3-67 0,0 2-172 16,-4 0-91-16,-5 3-48 0,0 3-49 0,-2 2-71 16,-1 2-84-16,-8 3-61 0,1 3-49 0,-3 5-39 15,-4 0-27-15,-1 5-14 0,-4 3-15 0,-2 6-7 16,-2 1-16-16,-1 5-13 0,-1 0-4 16,2 0-7-16,0 4 5 0,0-3-2 15,5 0 5-15,0-2 5 0,4-1-3 0,5-6 3 16,2 1-4-16,3-7 3 0,6 0-2 0,-2-5-5 15,5-4-13-15,2-3-35 0,2-3-95 16,-1-3-135-16,3-4-161 0,2-1-287 0,2-5-265 16,-1-1-190-16,-1-4 115 0,0-2 383 0</inkml:trace>
  <inkml:trace contextRef="#ctx0" brushRef="#br0" timeOffset="112586.38">21422 8537 255 0,'-9'16'538'0,"-3"5"200"16,3-1 85-16,-2 5-188 0,1 2-238 0,2 1-99 15,-1 2-48-15,3 2-27 0,2 0-22 16,1-3-40-16,3 3-54 0,3-4-49 0,4-1-31 16,5-3-15-16,3-1-11 0,5-7-3 15,5-2-5-15,5-4-3 0,3-7 5 0,6-3 5 16,3-6 5-16,7-6-31 0,2-3-84 0,3-6-105 15,4-3-161-15,2-4-282 0,-1-2-222 16,-1-1-79-16,1-1 159 0,-3-1 297 0</inkml:trace>
  <inkml:trace contextRef="#ctx0" brushRef="#br0" timeOffset="113502.22">22986 7566 61 0,'1'-6'310'0,"4"0"183"15,-5 1 193-15,0-1 11 0,0-1-115 16,-3 3-46-16,1 0-21 0,2 0-33 0,-3 1-63 16,2-1-80-16,-1 3-66 0,0-2-39 0,1 1-5 15,1 1 6-15,-2-1-7 0,2 1-9 16,-2 0-18-16,2 1-33 0,0 0-46 0,-1 0-42 16,1 0-25-16,-2 0-18 0,2 1-15 0,0 0-10 15,-1 4-5-15,-1 4-6 0,-3 3-2 16,4 5-2-16,-5 4 2 0,3 3 0 0,-2 4 0 15,1 4 4-15,0 3 0 0,-1 0 3 16,2 2-2-16,-2 0 1 0,2-1 0 0,2-2-3 16,1-1 0-16,0-4-1 0,1-3-2 0,1-2 0 15,-1-5 0-15,4 0 1 0,-4-6-3 16,1 0 3-16,-1-4-1 0,3-3-1 0,-4 0 2 16,1-1 3-16,-1-5 2 0,3 0 3 15,-1-6 0-15,1-4 1 0,1-3-1 0,-3-2-2 16,2-5-2-16,2-2-2 0,-2-1-2 0,0-2 1 15,-1-2-1-15,-1-1-2 0,1-1 1 16,-1-4-1-16,-1 1 1 0,2-2-1 0,0-2 2 16,-1 1-1-16,1 0 2 0,0-1 0 0,-1 5 2 15,2-2 1-15,-3 3 2 0,5 2-1 16,-2 3-1-16,-2-1 0 0,3 3-4 0,-1 3 1 16,0 0-2-16,0 1-1 0,2 5 0 15,-2 0-1-15,2 3 1 0,-2 3-2 0,2 1-1 16,-4 3 0-16,4 1 0 0,2 3 0 0,-1 2 1 15,3 2 2-15,-1 4 1 0,2 3 2 16,2 3-3-16,-2 3 1 0,1 2-2 0,1 3-1 16,0 4-1-16,2 1 0 0,-5 4 3 0,3-1 1 15,0 0 2-15,-2 2 2 0,-1 0 1 16,2-2 0-16,-1-1 0 0,-1-2-2 0,0 1 0 16,-1-4 0-16,2-3-2 0,-2-2 0 0,0 0-2 15,0-5 2-15,-2-2-1 0,-1-1-2 16,0-3 3-16,1-3 0 0,-2 0 3 0,1-4 4 15,0-1 3-15,2-6 7 0,0-2 1 16,1-6 5-16,0-5-4 0,0-1 0 0,1-5-1 16,-1-3-1-16,0-2-1 0,0-4-3 0,0-2 0 15,-2-3 0-15,-1-4-2 0,2-2-5 0,-4 0-2 16,-2-1-1-16,4 3-1 0,-5 2-1 16,0 7-1-16,0 2-1 0,0 6 0 0,-5 4 1 15,5 3-1-15,-1 5 0 0,-1 2-4 16,2 4 0-16,-1 1-1 0,1 2 0 0,0 5-1 15,0 5-5-15,0-1-8 0,0 5-17 0,1 3-44 16,-1-1-60-16,3 4-54 0,2 0-59 0,-4 2-91 16,2 1-115-16,-1 0-101 0,1 1-153 15,-1 3-237-15,1 1-185 0,0 2 4 16,1 1 278-16,-3 0 372 0</inkml:trace>
  <inkml:trace contextRef="#ctx0" brushRef="#br0" timeOffset="113709.98">23608 7692 207 0,'8'0'446'0,"-3"1"239"0,0 3 218 0,0 3-144 16,0 0-131-16,-1 4-92 0,-1 0-72 16,0 3-87-16,-3 0-102 0,2 3-85 15,-4 0-72-15,2-1-45 0,-3 4-32 0,2-2-16 16,-1 1-11-16,0-4-24 0,0-1-94 0,0-2-147 15,0-3-225-15,4-3-281 0,0-2-272 0,2-4-201 16,-1-6 153-16,4-3 453 0</inkml:trace>
  <inkml:trace contextRef="#ctx0" brushRef="#br0" timeOffset="113886.35">23813 7341 140 0,'-10'-8'528'0,"0"3"281"16,0-1 152-16,2 1-91 0,-1 1-376 0,5 2-225 16,-1 2-117-16,5 0-88 0,0 0-121 0,5 0-126 15,-1 0-180-15,3 0-270 0,3 0-196 16,2 0-64-16,2-2 158 0,4-1 277 0</inkml:trace>
  <inkml:trace contextRef="#ctx0" brushRef="#br0" timeOffset="114441.85">24691 7501 178 0,'0'-1'478'0,"0"0"230"0,0-1 119 0,0 0-198 16,4 2-244-16,-3-3-147 0,2 2-83 16,1-1-47-16,2-1-22 0,3-1 39 0,1 0 19 15,1-2 0-15,3 1-17 0,1-3-12 0,2 1-5 16,-1-1-47-16,3 0-29 0,-2 1-16 16,4 0-13-16,-3-2-3 0,0 3-5 0,2-2-3 15,-2 3-3-15,-1 2-62 0,-3-2-102 16,1 3-128-16,-2-1-286 0,-3 3-225 0,0 0-152 15,-4 0 83-15,-1-2 283 0</inkml:trace>
  <inkml:trace contextRef="#ctx0" brushRef="#br0" timeOffset="115240.05">25266 7191 65 0,'7'12'308'16,"0"1"171"-16,-3 0 161 0,1 5-26 0,2 2-161 15,0 1-66-15,0 2-2 0,1 1 6 16,0 1-5-16,1 3-28 0,-3 1-52 0,2 1-56 16,-3 2-64-16,3-3-54 0,-4 1-43 0,0 1-33 15,-3-1-21-15,1-3-10 0,0 0-4 16,-2-3-3-16,0-2-7 0,-2-1-2 0,0-3-2 15,2-3-2-15,0-1-5 0,0-2 0 16,-1-3 3-16,1-2 2 0,0-2-3 0,-2-2 0 16,0-2 3-16,2-2-1 0,0-3-2 0,0-4-3 15,0-4-4-15,2-1 3 0,-2-4-5 16,2-4 5-16,-2-2 0 0,-2-4 4 0,0-2 5 16,2-3 1-16,-3-4 2 0,2-3-1 15,-2-2-2-15,1-4 0 0,1-1-3 0,-1-3-2 16,4 1-2-16,-1 1 1 0,1 2-3 15,2 2-3-15,3 0-3 0,-2 7-1 0,1 3 2 16,0 3-2-16,4 5 1 0,-2 2 0 0,1 2 0 16,2 3 4-16,-1 3 2 0,1 2-1 15,0 2-2-15,0 4 1 0,0-1 2 0,1 5-3 16,-2 0-2-16,1 5 2 0,2 1 3 0,-4 3 1 16,4 4 2-16,-4 2 9 0,1 2 8 0,0 5 4 15,-1 1 1-15,-3 2 12 0,1 3 2 16,-3-2-3-16,0 4-6 0,0 0-6 0,-2 0 0 15,-2 0-9-15,0-1-7 0,0-2-5 16,0-2-2-16,0-3 1 0,0 0-1 0,0-4-2 16,0-2 1-16,0-2-1 0,0-2 2 0,0-3 1 15,0-1-2-15,0 1 2 0,0-4 2 16,0 0 5-16,0-2-1 0,0 0 1 0,0-3 3 16,0-2-5-16,1-2-3 0,1-4 0 15,1-4-2-15,-1 0-1 0,1-4-2 0,2-4 3 16,-4-2-1-16,4-2-6 0,-2-2 3 15,3-2-1-15,-3 1-2 0,1-2-1 0,0 2 3 16,0 3 1-16,-3 5 2 0,3 2 9 0,-1 3 1 16,-2 7 3-16,2-2-2 0,-1 3 5 0,-2 3-4 15,1 2-5-15,-1 1-2 0,2 0-5 16,-1 1 1-16,1 1-1 0,0 2 2 0,2 2 1 16,0 3-3-16,1 0 6 0,-2 1-3 15,3 3-4-15,-2-1 3 0,1 2 2 0,-1-1 0 16,0 2-1-16,1 0 3 0,-2-2 0 0,3 1-4 15,1 0-3-15,-2 0 1 0,-1 0-9 16,1-2-26-16,2 0-72 0,-1-3-115 0,0-2-142 16,0 0-231-16,1 0-280 0,-1-1-236 0,3-2-27 15,-1-2 284-15,2-1 386 0</inkml:trace>
  <inkml:trace contextRef="#ctx0" brushRef="#br0" timeOffset="116237.25">25920 6909 39 0,'1'-2'275'0,"-1"1"161"0,0-2 156 0,2 0-38 15,0 1-117-15,-2-1-72 0,1 0-23 0,-1 0 6 16,4-1-3-16,-3 3-11 0,1-3-27 16,-1 3-35-16,1 0-39 0,0-1-48 0,-2 2-40 15,1 0-39-15,1 0-34 0,-1 2-26 16,1 0-6-16,0 2-4 0,0 3-3 0,3 2 2 15,-2 1 5-15,1 3 5 0,-3 5-2 0,4-2-1 16,-2 3 3-16,2 1-1 0,-1 1-1 16,0 0-10-16,-3-2-10 0,2 1-9 0,1-3-7 15,-3 0-3-15,1-3-3 0,-1-1-1 16,3-4 0-16,-3 0 5 0,-1-4 0 0,2 1 6 16,-1-4 43-16,1 1 54 0,1-3 37 0,2-5 15 15,-2-1 4-15,2-2-8 0,-2-3-29 16,2 0-35-16,-2-3-27 0,2 1-13 0,-4-3-10 15,4 2-8-15,-4-1-10 0,1-2-7 16,1 1-6-16,-1-4-5 0,1 2-2 0,-2-1-1 16,3-1-1-16,1 0 0 0,-2 1 1 0,-2 1-2 15,4 0-1-15,-1 3 2 0,0-2-2 0,-1 4-2 16,2 1-1-16,-4 2-1 0,4 0 0 16,-3 1 0-16,1 5 0 0,0-2 0 0,0 3 0 15,0 0 0-15,0 0 0 0,1 1-1 16,0 2 1-16,1 0-2 0,3 2-16 0,0 0-44 15,-2 0-56-15,2 2-48 0,5-2-60 0,-4 3-94 16,4-3-117-16,-1 3-97 0,0-3-103 16,2 2-243-16,-5 2-195 0,4 0-21 0,-1-1 233 15,-2 1 344-15</inkml:trace>
  <inkml:trace contextRef="#ctx0" brushRef="#br0" timeOffset="116534.64">26334 6919 181 0,'0'15'323'0,"-1"0"129"0,1 2-2 15,0 1-113-15,-2-2-94 0,2 1-64 16,0 0-46-16,2-2-36 0,-1-1-31 0,3-2-28 16,0-1 5-16,2 0 3 0,1-4 24 0,-1-1 47 15,2-2 52-15,0-2 60 0,3-1 45 16,-1-2 35-16,-1-2 8 0,2-3-13 0,-1-2-19 16,-1 1-32-16,4-4-42 0,-5 1-37 0,-2-1-31 15,2 0-23-15,-4 0-18 0,0 1-14 16,-3 0-13-16,-1 1-9 0,-1-1-9 0,-3 1-11 15,0 0-16-15,-2 0-12 0,-2 0-10 16,0 0-2-16,-5 2-5 0,4 1-2 0,-4 1-1 16,-1 0-2-16,1 2 0 0,-3 3-1 0,4 1-11 15,-2 4-16-15,1-3-14 0,1 6-42 16,0-1-83-16,1 1-119 0,1-1-130 0,1 2-209 16,4 0-275-16,1-1-190 0,0 2 31 15,3-1 286-15,1-1 347 0</inkml:trace>
  <inkml:trace contextRef="#ctx0" brushRef="#br0" timeOffset="117166.35">26562 6784 106 0,'0'-11'394'0,"-1"1"253"0,-1 3 226 16,0-1-43-16,1 1-158 0,-1 2-130 0,1 1-104 16,-1 1-95-16,0 2-89 0,2-1-89 0,0 2-70 15,0 2-49-15,0 0-26 0,0 3-12 16,2 1-8-16,0 1-4 0,-1 1-1 16,2-1-1-16,2 2 1 0,1 0-1 0,-1 1-2 15,0-2 2-15,1 3-1 0,1-1-1 0,-1 1 3 16,-2-1 2-16,0 2 4 0,0 1 1 15,0-1 4-15,-3 1 2 0,-1 0-2 0,2 2 2 16,-2 0-3-16,-2 0 1 0,2 0-4 0,-1 0 5 16,-1-2-1-16,0-1 1 0,1 1-1 15,-1-2-1-15,2-4 2 0,-1-1-4 0,-1 0-1 16,2-3-2-16,-2 0 0 0,2-2-1 0,0-2 0 16,2-1-3-16,0-2-2 0,-1-2 3 15,1 0-3-15,1-3 1 0,0-1-4 0,4-3 2 16,-1 0-3-16,-2-1 0 0,4-1-3 15,1 1 4-15,1-5 6 0,2 0 4 0,2-1 7 16,3-1 0-16,0 1 7 0,-1 0-1 0,2 2-3 16,-1 0-4-16,0 1 0 0,-2 1-2 15,0 2 0-15,0 3-2 0,-1-1 0 0,-1 3 0 16,-2 2 0-16,0-1-3 0,-2 4 0 16,-1 1-1-16,-2 0 3 0,1 3-2 0,-2 0 0 15,-1 2 0-15,0 0 7 0,-3 4 10 0,1 0 6 16,-2 3 11-16,-2 4 9 0,-1-1 13 15,0 3 4-15,-2 1 6 0,-2 1 20 0,3 1 20 16,-4 1 11-16,3-1-3 0,-3 2-10 16,3-2-8-16,-2 0-29 0,2-4-26 0,2 2-22 15,1-2-9-15,1-2-2 0,-1-4-9 0,2 1-1 16,2-1-42-16,-1-2-41 0,1-2-92 0,1-1-153 16,0-3-222-16,3 0-308 0,1-1-246 15,2-1-198-15,4-1 137 0,3-1 481 16</inkml:trace>
  <inkml:trace contextRef="#ctx0" brushRef="#br0" timeOffset="118147.82">27122 6028 93 0,'4'-5'363'0,"0"1"195"0,-1 1 136 15,0 2-120-15,0-1-219 0,-1 0-153 0,-1 1-98 16,3 1-29-16,-3 3 19 0,5 0 56 16,-3 3 83-16,2 3 64 0,-2 3 47 0,2 5 19 15,0 2-26-15,-2 5-49 0,3 5-60 16,-4 2-55-16,1 5-31 0,-1 3-10 0,-1 3-10 15,2 1-10-15,-1 4-15 0,1-3-6 0,-1 1-19 16,1-1-32-16,0-5-15 0,3-1-10 16,1-2-7-16,1-5-6 0,-2-2-2 0,3-3 0 15,3-4 0-15,-3-2-1 0,3-4 1 0,1-3 5 16,1-2 0-16,1-3 3 0,-1-6-2 16,5-2-2-16,0-2 3 0,-3-4-1 0,3-3 3 15,-2-2-2-15,1-1 0 0,-1-1 4 16,-1 0-2-16,-1-4-3 0,0 3 1 0,-4 1 2 15,0-2 1-15,-2 3-4 0,-1-1-1 16,-3 5 3-16,3 0-1 0,-7 3-2 0,4 1-4 16,-5 1 0-16,2 2 1 0,-4 1-1 0,2 2-2 15,-5 4-5-15,4 5 3 0,-7-2-1 0,3 3-2 16,1 3-1-16,-3 0 5 0,4 0 1 16,-2 2-7-16,2 0 10 0,-1-3 1 0,2 1-3 15,0 0-5-15,2-2 4 0,0-1 2 16,2-2-7-16,0-3 1 0,4-1 7 0,-2-1 7 15,4-2 2-15,0-2 4 0,5-2 3 0,-2-5-2 16,3 0-4-16,0-3 0 0,4-1-4 0,-4-2-2 16,2-2 1-16,0 0 1 0,-1 1 1 15,0-2-5-15,0 2-1 0,-2 0 3 0,-2 1-4 16,2 1-1-16,-4 3-4 0,0-1 1 16,0 3-1-16,-5 0-6 0,1 3-1 0,2 0 0 15,-4 3 0-15,0 2 1 0,0 0 2 0,2 3 5 16,-4 1 0-16,2 1 6 0,1 2 1 15,-3 0 1-15,1 2 0 0,-1-2-1 0,1 2-2 16,0-1-3-16,-1 0-2 0,3-1-1 16,-1 0 0-16,-2 2-2 0,4-3-16 0,-4 1-45 15,2 0-38-15,-1 1-59 0,0-3-112 0,-1 2-154 16,-1 2-193-16,-1-3-243 0,1 6-236 16,-4-1-103-16,1 3 221 0,-3 2 415 0</inkml:trace>
  <inkml:trace contextRef="#ctx0" brushRef="#br0" timeOffset="120169.11">18170 13916 190 0,'1'6'369'0,"-2"2"136"0,1 3 86 16,-2 7-216-16,2 3-127 0,2 7-42 16,-1 5-3-16,2 9 14 0,2 5 0 0,3 10 17 15,0 4 25-15,1 12 23 0,3 4 0 0,2 9 4 16,-3 7-7-16,1 9-35 0,-1 4-30 16,-1 6-47-16,1 6-34 0,-3 3-43 0,-2 5-30 15,1 3-24-15,-1 4-9 0,-3 3-7 0,0 0-2 16,-1 2-4-16,-1 1 0 0,2-3 16 15,-1-2-12-15,0-1-6 0,-1-5-6 0,3-6 4 16,0-5-1-16,2-6-8 0,-1-13-2 0,3-8-3 16,0-11 2-16,4-10-3 0,-2-10 1 0,1-10-2 15,0-7-6-15,2-9-5 0,-3-7-14 0,0-7-20 16,0-4-31-16,-4-7-53 0,-4-6-75 0,0-4-83 16,-4-9-105-16,-1-4-106 0,-2-4-228 15,0-7-169-15,-1-7-23 0,-5-6 140 0,1-7 267 16</inkml:trace>
  <inkml:trace contextRef="#ctx0" brushRef="#br0" timeOffset="120775.5">17898 14347 89 0,'-2'-6'276'0,"0"-1"114"0,-1 0 103 16,2-2-156-16,-3-1-146 0,3-1-55 15,-2-2-20-15,-2 0-4 0,4-4 1 0,-3-1 6 16,3-2 12-16,-1-2 11 0,-1-1 3 0,3-3 22 16,0-1 21-16,3-2 6 0,0-1 31 15,2-2 5-15,3 0 4 0,0-4-21 0,3-1-38 16,3-1-22-16,1-3-49 0,0 0-30 0,3 0-31 16,1 0-15-16,-1 4-10 0,2 2-9 15,-2 3-6-15,-2 7-7 0,2 4-4 0,-2 6 32 16,1 6 19-16,0 8 12 0,-3 5 6 15,4 11 2-15,-4 6 1 0,-1 8-25 0,3 5-12 16,-4 5-4-16,1 8 0 0,-2 1-2 0,1 1 4 16,-2 4-4-16,0 2-7 0,2-3-2 15,-1 0-5-15,2-4-33 0,1 0-81 0,1-3-115 16,0-7-139-16,1 0-275 0,5-5-263 16,-1-2-169-16,1-2 73 0,2-5 307 0,1 1 337 15</inkml:trace>
  <inkml:trace contextRef="#ctx0" brushRef="#br0" timeOffset="122512.68">18389 17237 90 0,'7'2'292'0,"-1"-2"127"16,-2 0 95-16,0 0-158 0,-1 0-166 15,0 0-98-15,0 0-51 0,1 0-23 0,0 0-10 16,2 2-8-16,2-2 2 0,-1 0-2 0,2 0 0 15,4 1 0-15,0 0-2 0,2 1 2 16,3 0 19-16,2-1 15 0,2 2 3 0,2 2 2 16,2-2 5-16,2 1-1 0,2 0-18 0,2 2-9 15,3-2-5-15,1 0 1 0,3-1 0 0,-1 0-5 16,4-2 5-16,0 1 2 0,2-4 36 0,0 1 28 16,4-3 14-16,4-2 11 0,3-2-5 15,3 1 3-15,2-1-42 0,1-4-28 0,4 0-12 16,1 0-8-16,2-1-2 0,0-2 4 0,4 1 1 15,0-1-1-15,4-1 0 0,3 1-1 0,0-2 41 16,3 1 20-16,2-1 14 0,0-1 30 0,3 0 10 16,0-2 18-16,2 1-34 0,-1 0-41 15,2 0-27-15,3-1-11 0,2-1-10 0,0 0-13 16,2 0-15-16,-1-1 6 0,-1 2 20 0,-2-1-9 16,2 1 0-16,-1-1 3 0,3 0 6 0,1 0 7 15,1 1-12-15,-3-2-9 0,1 3-1 0,-3-2 3 16,1 1 2-16,0-1-19 0,3 0-12 15,-2 0 1-15,4 2 9 0,-2-2 1 0,0 0-2 16,2 0 28-16,-4 0 15 0,1-1 8 0,-1-3-11 16,1 1-8-16,-1-1-5 0,1 0-5 0,-1 2-10 15,-1-4-10-15,-4 2 1 0,-3 2 6 0,-1-3 3 16,-1 3 40-16,0-2 31 0,-3 2 18 16,2-2 0-16,-3 2-7 0,-5 1-3 0,2 1-40 15,-4-1-26-15,-1 2-17 0,-3-1 3 0,-1 2 6 16,-1 0 2-16,-3 2 7 0,2 1 7 15,-1-1 5-15,-1 2-7 0,-1-2-5 0,0 2-5 16,-4 0-3-16,-1 2-6 0,-4-1-2 0,1 2-4 16,-3 0-3-16,-1 1-1 0,-2 2 5 0,0-2 4 15,-3 2 3-15,-2 2 8 0,2-2 2 16,-2 2 1-16,-3 1-1 0,1-1-2 0,-1 0-1 16,-1 3-6-16,-1-2 4 0,-1 2 34 0,-1 0 18 15,-3-1 9-15,3 0 4 0,-5 1 4 16,3-1 15-16,-2 3-20 0,1-3-10 0,-3-1-9 15,-2 2-5-15,1 2-2 0,-2-3-21 16,-1 2-10-16,-1 0-9 0,-1 0-1 0,0 0 0 16,0 1-1-16,0 1 11 0,-2 1 6 0,2-2 5 15,-2 2 3-15,1 0 3 0,1 2-1 16,-1-2-9-16,0 1-8 0,0 1-2 0,3 1-3 16,-2 0-3-16,-2 0-1 0,2 0 2 15,-2 0 1-15,4 0 0 0,-2 2-2 0,-1-3-1 16,1 3-1-16,0 1-3 0,-3-4-1 15,1 4 1-15,1-2-3 0,-3 1 1 0,0-2 2 16,-1 2 5-16,0-3 2 0,0 1-3 0,-5 1 2 16,4-1 3-16,-4 1-3 0,2-1-1 15,-3-2-6-15,-2 1-1 0,-3-1 1 0,2 1-2 16,-5-1 4-16,-2-1-1 0,1 0 16 0,-1 1 39 16,-3-1 51-16,2 2 54 0,-4-2 28 0,2 0 4 15,-3 0-16-15,0 0-32 0,-3 0-43 16,2 0-43-16,-4 0-27 0,-2-2-15 0,-2 1-6 15,3 1-3-15,-2-3-2 0,-1 3-4 16,-3-1-4-16,3-1-12 0,-4 1-34 0,4-1-57 16,-4 1-44-16,-3-3-52 0,3 3-93 0,-4-2-129 15,3 0-121-15,-3 2-163 0,1-2-247 16,-2 0-196-16,2 0 30 0,-2 0 305 16,0-2 366-16</inkml:trace>
  <inkml:trace contextRef="#ctx0" brushRef="#br0" timeOffset="122868.32">27139 15352 291 0,'11'-1'553'0,"-5"2"196"15,-1 1 74-15,2 1-263 0,-1 0-230 0,3 3-114 16,-1 1-32-16,4 1-2 0,-2-1 5 15,5 3 13-15,-1-2-1 0,2 2-3 0,-1 1-19 16,3 1-19-16,1 1-13 0,-3 0-19 0,3 1-21 16,-3-2-16-16,1 4-17 0,0-2-12 15,-3 2-16-15,-1-1-9 0,1 1-8 0,-4 1-3 16,1 0-3-16,-5 0 3 0,-1 1 3 16,-2 3 5-16,-1-2-1 0,-5 4-4 0,-1 0-1 15,-2 1-10-15,-3 2-3 0,-2-1-9 16,-2 1-3-16,-3 2 1 0,0-1-5 0,-3 0-2 15,0 0-1-15,2-2-9 0,-4 1-16 0,-1-2-25 16,3-1-45-16,-1 0-80 0,1-2-101 0,1-3-105 16,3 0-128-16,0 0-211 0,6-4-205 0,0 1-47 15,4-3 137-15,3-2 267 0,2-1 263 0</inkml:trace>
  <inkml:trace contextRef="#ctx0" brushRef="#br0" timeOffset="123832.48">27301 16656 39 0,'15'-7'386'0,"-2"1"267"16,-1-1 196-16,-4 1 67 0,4-3-355 0,-3-1-204 15,0-1-102-15,3 1-56 0,0-1-37 0,-1-1-35 16,3 3-14-16,2-1-11 0,-2 0-16 0,2 3-16 16,1 1-7-16,0 2 12 0,1 0-2 15,-2 2 13-15,2 2 8 0,-2 2 10 0,-1 2-3 16,0 0-15-16,-1 4-14 0,-1 2-14 0,-1 2-12 16,-1 4-7-16,-1 0 1 0,0 3-4 15,-3 4-4-15,-1 2-2 0,-2 1-5 0,-3 0-2 16,-1 6-9-16,-1 0 1 0,-4 2-2 0,2 2-2 15,-4 3-2-15,1-5-6 0,-2 2 1 0,3 1-4 16,-1-5-2-16,3 0 1 0,-2-3 4 0,3-4-3 16,2-2 0-16,0-5 1 0,5-3 1 0,2-5-5 15,1-1-1-15,2-4 3 0,5-5 0 16,0-3-5-16,3-4-7 0,2-1-8 0,1-6-5 16,5 0-3-16,0-1-5 0,4-4 3 0,0 0 8 15,2-1 9-15,0-1 0 0,3-1 3 0,-2 1 2 16,3-1-4-16,-3 2 3 0,2 0-2 15,0 4 0-15,-4 1 5 0,3 5 0 0,-4 2 7 16,0 5 2-16,-4 3 1 0,3 5 3 0,-7 2 2 16,4 3 4-16,-4 4-2 0,-2 2-1 0,-1 1 0 15,0 2 0-15,-1-1-3 0,-4 0 1 16,0-3-2-16,-2 1-3 0,0-3-1 0,-3-5 2 16,0 0 0-16,-1-2-3 0,-1-4-2 0,-1-4 5 15,2-4-2-15,-5-3-1 0,0-3-1 16,0-4 0-16,-1-6-1 0,0 0 1 0,-2-5-2 15,0-1-1-15,-2-3 4 0,0-1 0 0,-1 0 3 16,-2 1 0-16,1-2 2 0,-4 0 2 0,2 1-4 16,-2 0 1-16,-5 0-4 0,4 0-3 0,-1 4-1 15,-2 1 2-15,0 1 2 0,1 4-1 16,-1 2 0-16,1 5-1 0,-1 1 2 0,2 5-3 16,-2 3-2-16,4 1-1 0,-2 5 1 0,0 3 2 15,2 3-4-15,-1 1-3 0,1 5-5 0,0 2-31 16,-5-1-64-16,4 4-109 0,-4-1-119 0,0 4-156 15,1-3-279-15,-2 5-229 0,1-1-76 16,-2 1 182-16,0-1 323 0</inkml:trace>
  <inkml:trace contextRef="#ctx0" brushRef="#br0" timeOffset="124093.91">28170 16943 147 0,'18'-7'429'16,"-1"0"225"-16,-4 1 146 0,0-2-94 0,-1-2-224 15,3 1-97-15,0-2-43 0,0 0-20 0,1-1-17 16,6-1-41-16,-2 0-47 0,2 0-51 16,1-4-39-16,2 2-39 0,1 0-30 0,-1 0-22 15,2 0-10-15,2 0-9 0,-3 1-4 0,0-1-6 16,0 3-3-16,0 1-13 0,-5-1-66 0,1 1-94 15,-5 3-108-15,-1 2-130 0,-2 1-231 16,-3 4-268-16,-1 0-127 0,-4 1 84 0,0 0 260 16,-4 1 303-16</inkml:trace>
  <inkml:trace contextRef="#ctx0" brushRef="#br0" timeOffset="126343.84">19447 16551 69 0,'-6'10'267'15,"-2"1"117"-15,1-2 96 0,3 4-139 0,-1-3-161 16,5-2-91-16,5 3-52 0,3-3-21 15,1 2-13-15,7-3-8 0,2 1 1 0,5-2 2 16,6 0 15-16,2-5 15 0,6-1 1 0,2-2 34 16,4-6 28-16,1-3 26 0,3-4-23 0,1-5 5 15,4-3 6-15,0-6-21 0,5-5-29 16,0-6-20-16,2-3 8 0,2-5-16 0,-2-5 50 16,-1-2 19-16,-1-4 20 0,-3-5 7 0,-5-2 7 15,-2-3-1-15,-4-5-52 0,-2-1-26 16,-6-2-29-16,-4-1-17 0,-4-2-15 0,-6 0 12 15,0 1 30-15,-7-2 24 0,-2-1 15 0,-4-1 11 16,-4 1 9-16,-4-3-8 0,-7 2-26 0,-3 0-15 16,-5-3 2-16,-4 3 6 0,-5-2 1 0,-4-1 3 15,-4 1-6-15,-3-2-1 0,0 2-11 16,-4 1-7-16,1 4-2 0,2 4 11 0,-1 2 9 16,6 7 7-16,-1 3 1 0,3 7 0 15,6 4-6-15,3 5-15 0,5 6-14 0,1 3-10 16,6 6-5-16,2 3-6 0,2 6-4 15,1 5-4-15,5 2-1 0,-1 4 1 0,4 5 0 16,3 5 4-16,0 5 5 0,6 5 4 0,-1 6-3 16,4 8 0-16,-1 8-1 0,3 8 2 15,-2 2 3-15,3 8 25 0,-2 5 23 0,0 10 13 16,-1 1 21-16,4 9 14 0,-2 5-1 0,1 6-28 16,2 10-8-16,-2 1-5 0,2 5-16 0,-1 4-14 15,0 4-12-15,3 2-6 0,-2 1-4 16,2 0-3-16,-3 2 7 0,2-4 6 0,1-2 4 15,-1-1 11-15,1-4-8 0,2-1-9 0,-3-4-2 16,2-7-3-16,1-5 0 0,-1-5-1 0,2-4 1 16,2-6 1-16,-1-7-6 0,0-3-4 15,2-7 0-15,0-4-1 0,1-4-1 0,-1-6 1 16,0-5 0-16,0-3 0 0,1-6-2 0,-1-3 2 16,0-4 0-16,2-5 1 0,-2-5-1 15,2-6-1-15,-2-2 2 0,1-6-1 0,-1-7-5 16,4-2-1-16,-3-6 5 0,6-4 1 0,-3-2-1 15,6-4-1-15,-2-4 5 0,0-1 2 0,1 2-5 16,4-5-5-16,-2 2 6 0,2 0 4 0,1-2 2 16,-3-1-1-16,3-1 1 0,-1-1 1 15,0-4-2-15,1-1-5 0,-1-3-5 0,-1-2-7 16,1-3-2-16,-2-1-1 0,2-2-5 0,-4 1 0 16,0 1 8-16,0-2 8 0,-4 2 10 0,-1 0 0 15,0 0 8-15,-3 0 2 0,1-2-2 16,-4 3-5-16,1 1-6 0,-4-3-1 0,-3 4-4 15,0 2-3-15,-3 3-3 0,-3 1-1 16,0 5 0-16,-7 3 7 0,-4 0 9 0,0 5 3 16,-5 4 10-16,-1-1 12 0,-3 5 13 0,-1 2 20 15,1 4 19-15,-3 5 20 0,1 1 7 16,-2 5-5-16,2 2-15 0,-2 6-24 0,-1-1-25 16,2 8-22-16,-1 5-22 0,2 3-1 15,-2 6 1-15,5 5-6 0,1 5 4 0,2 4-1 16,2 3 8-16,4 3-2 0,0 1-4 0,4 3 4 15,1 3-4-15,5 1 2 0,0 2-1 16,1 2-3-16,3-1 0 0,0 2 1 0,2-1 2 16,0-2 2-16,0-1-5 0,4-3 7 0,0-1-2 15,3-4 0-15,2-5-2 0,3-3-4 16,0-7-1-16,4-5-4 0,2-5 3 0,-1-7 1 16,5-3 5-16,2-7 4 0,2-4 1 15,1-5 6-15,3-8-4 0,2-3-1 0,1-5-1 16,1-5 0-16,-1 3 3 0,2-7-4 0,-4 4-1 15,1 0 3-15,-2 0-5 0,-1 4 1 0,-2 2-2 16,-2 4-1-16,-1 1 4 0,2 4 1 16,-4-1 0-16,2 6-3 0,0 2 0 0,1 2 5 15,-1 1-1-15,3 4-5 0,0 3 2 16,0 3 2-16,1 0-4 0,-2 3 0 0,3-1-3 16,-4 0 5-16,4 1-3 0,-3 1-2 0,0-3 4 15,1 0 1-15,-3 0 1 0,3-4 2 0,-1 0-2 16,-3 0-6-16,0-4-45 0,-1 0-50 15,-8-2-120-15,-3-1-190 0,-6-1-292 0,-6 1-299 16,-10-1-237-16,-8-1-114 0,-8 0 369 16,-9-2 534-16</inkml:trace>
  <inkml:trace contextRef="#ctx0" brushRef="#br0" timeOffset="127375.86">21215 13672 151 0,'3'-6'440'0,"-2"2"258"0,-1 1 215 0,0-2-81 15,0 3-187-15,0-2-122 0,0 3-94 0,0-1-84 16,2 1-90-16,-2 1-83 0,0 0-66 16,2 0-44-16,-2 1-28 0,1 4-16 0,1 3-8 15,0 0 3-15,-1 4 1 0,2 5 3 16,-1-1 7-16,2 4 3 0,-2 4 3 0,1-1-5 15,-1 5-3-15,1 0-3 0,-1 2-8 0,-1-1-2 16,2 0-4-16,-3 1 1 0,4-4-2 16,-4-2-1-16,1-3 0 0,-1-3 0 0,0-4-1 15,0-3-3-15,0 0-1 0,0-5 3 16,0 0 2-16,0-4-2 0,-1-4 1 0,-3-4 5 16,3-3-3-16,-2-3-2 0,-1-4-1 0,-1-3 1 15,2 0-4-15,-3-2-1 0,2-2 1 0,-3-2-3 16,2-2-1-16,2 0-2 0,-2-1-3 15,4-1 4-15,1 0 1 0,0 0 2 0,0 0 2 16,1 2 4-16,6-3 3 0,-3 2-1 16,5-2 1-16,0 1-1 0,0-2-1 0,3 2-1 15,-2 1 0-15,3-1-1 0,0 1-4 0,1 1 3 16,-3-1 0-16,3 6-5 0,-3-1 4 16,-1 5 1-16,-1 4 0 0,-1 0-1 0,-1 5 1 15,-4 2 1-15,0 1-1 0,0 0 0 16,0 5 0-16,-1 1 0 0,-1 2 0 0,1 6 0 15,-2 1 0-15,0 3 4 0,0 2-5 0,-2 5-1 16,1-1 2-16,-1 3 0 0,-1 0-1 16,2 1-1-16,-1 1 2 0,1-1 0 0,-3 1 2 15,4 1 2-15,-1-2 2 0,2 0 1 16,-1 2 1-16,4-4 0 0,-1 1-7 0,3-1-1 16,-2-2 2-16,4-3-4 0,-1-2 0 0,4 0 1 15,-2-2 0-15,3-1 0 0,1 0-1 0,0-4 4 16,1-2-4-16,2 1-3 0,0-4 2 15,-2-1 0-15,4-1 1 0,-2-1-2 0,-1-1 4 16,0-1 0-16,0 1-8 0,-2-3-18 16,-2 2-45-16,2 0-99 0,-7 0-135 0,1 1-170 15,-3 1-272-15,2-1-258 0,-3 1-151 0,-1 2 156 16,-2 0 370-16</inkml:trace>
  <inkml:trace contextRef="#ctx0" brushRef="#br0" timeOffset="127843.21">21754 14022 50 0,'9'-8'369'15,"-6"-1"246"-15,2-3 221 0,-2-3 37 0,1-3-219 16,1-1-145-16,-1-6-99 0,1-1-64 16,-1-3-58-16,1-4-58 0,2-4-50 0,-1-2-48 15,2-4-30-15,0-1-21 0,-2-3-13 16,1 1-14-16,2-3-14 0,-3 2-10 0,1 2-9 16,-1 3-5-16,0 5-8 0,0 3-6 15,-1 6-1-15,-2 4 2 0,1 5 3 0,-3 5-3 16,2 2-2-16,1 3-1 0,-4 3-1 0,3 2-2 15,0 0 0-15,1 8-2 0,1 0 2 0,2 4 3 16,1 3 1-16,1 4-1 0,0 4 2 16,3 3 3-16,0 2 2 0,-1 1-6 0,1 4-1 15,0 1-2-15,-1 3-5 0,0 1-2 16,2 1-1-16,-5 4 2 0,1-3 1 0,0 4 3 16,0-2 5-16,-1-2 2 0,0 0 1 0,-1-3 4 15,0 0-4-15,-3-5-4 0,1-1-8 16,2-3-22-16,-6-4-47 0,2-2-94 15,-3-3-115-15,-3-5-138 0,2 0-181 0,-1-3-277 16,-3-1-177-16,0-5 31 0,-1-1 259 0,-4-3 329 16</inkml:trace>
  <inkml:trace contextRef="#ctx0" brushRef="#br0" timeOffset="128043.86">21826 13731 216 0,'-1'-4'382'0,"1"-1"136"15,1 2 15-15,3 0-176 0,-1 3-149 16,3-2-60-16,4-1-28 0,2 1-5 0,0 1 35 16,3-2 9-16,1 0 0 0,5 0-19 0,-1-1-14 15,1-1-19-15,1 1-40 0,0-1-23 16,-3 1-22-16,3-1-9 0,-2 2-21 0,-3-1-62 16,1 1-76-16,-2 1-120 0,2 1-261 15,-4 0-164-15,2 1-44 0,-5-2 127 0,1 0 206 16</inkml:trace>
  <inkml:trace contextRef="#ctx0" brushRef="#br0" timeOffset="128627.9">22287 13296 220 0,'0'-3'579'16,"0"0"312"-16,-4 0 170 0,2 1-179 15,2 1-254-15,-2 0-184 0,2 1-117 0,0-2-87 16,0 2-75-16,0 0-55 0,0-2-40 0,0 2-19 16,0-1-9-16,0 1-5 0,0 0 9 15,0 0 21-15,0 0 27 0,2 0 14 0,-2 0 8 16,0 0-6-16,0 1-13 0,2 1-23 16,-2 1 2-16,2 2 9 0,0 2-3 0,-2 3 5 15,0 2-5-15,0 4 0 0,0 4-28 0,0 3-22 16,-2 1-14-16,0 2-10 0,0 2-3 15,2 0-4-15,0 1 0 0,0 0 0 0,0-1-2 16,2-1-1-16,0-3-1 0,1-3 2 0,0 2 0 16,2-7-4-16,2-1 1 0,-1-3 2 15,2-3 1-15,0-2 0 0,0-3 0 0,1-4 4 16,0 0-2-16,1-4 3 0,0 0 1 0,0-4 0 16,2 2-1-16,-3 0-4 0,4 2 3 15,-4-1-1-15,4 1-1 0,-4 2 1 0,4 2-1 16,0 0 2-16,-4 2-2 0,4-1 3 0,-1 3-2 15,0 1-1-15,-3-2 0 0,4 1-1 16,-4 1 1-16,4-2-1 0,-5 0 2 0,0-1-2 16,-2 1 1-16,2-6 4 0,0 1-1 0,-3-3 0 15,-1-2-1-15,3-4 2 0,-1 0 0 16,-2-4-1-16,1-2-1 0,0-1 0 0,-2-3 2 16,-1 1-2-16,0-3 0 0,-1-2 0 0,-1 2-2 15,-1-1 0-15,-3-4 0 0,1 3 0 16,0-2 0-16,0 0-2 0,-4-1 2 15,1 2 2-15,0 1-3 0,0 1-1 0,1 4 1 16,-2-3-4-16,0 5-19 0,0 4-55 0,2-1-56 16,2 3-55-16,-2 1-113 0,2 2-163 0,2 2-224 15,1 0-244-15,0 3-216 0,4 3-150 16,3-1 213-16,4 1 469 0</inkml:trace>
  <inkml:trace contextRef="#ctx0" brushRef="#br0" timeOffset="129088.36">23111 13523 250 0,'6'4'465'0,"0"-1"169"0,0-2 125 0,4-1-196 16,1 0-109-16,2 0-47 0,1-3-19 15,0-2-21-15,3 3-24 0,3-4-62 0,-2 0-72 16,4-1-58-16,-1 0-40 0,1-2-22 0,0 0-35 16,-2 2-21-16,2-1-12 0,-4 1-6 15,0-2-5-15,1 3-3 0,-5 0 1 0,2 1-6 16,-3 1-33-16,-4-1-88 0,0 1-120 0,-2 2-142 15,-2 2-232-15,0-3-282 0,-4 1-195 16,-1 2 46-16,0-1 296 0,-3 0 348 0</inkml:trace>
  <inkml:trace contextRef="#ctx0" brushRef="#br0" timeOffset="129316.44">23281 13314 82 0,'5'2'311'0,"-2"2"153"16,0 2 137-16,2 0-88 0,1 1-165 15,-1 1-91-15,0 1-41 0,1 3-23 0,-1 0-30 16,4 1-40-16,-2 2-27 0,1 0-32 16,-3 1-26-16,1 1-16 0,1 1-8 0,0-1-6 15,-1 2-8-15,1-1-41 0,0-1-71 0,1-1-114 16,0 0-275-16,0-2-165 0,1-2-68 0,1 0 93 15,1-3 209-15</inkml:trace>
  <inkml:trace contextRef="#ctx0" brushRef="#br0" timeOffset="130186.15">24016 13066 195 0,'0'-6'418'0,"-1"2"199"15,-4 0 149-15,2 0-197 0,-5 4-162 16,2 0-91-16,-1 2-60 0,-1 2-57 0,-1 4-54 16,3 1-45-16,-2 6-32 0,1 2-16 0,1 7 9 15,2 1 6-15,0 6 1 0,4 2 12 16,0 3 10-16,4 1-5 0,-1 0-18 0,4-1-14 15,1-3-8-15,0-1-21 0,6-3-13 16,-2-3-10-16,2-6-6 0,3 0-6 0,0-6 2 16,1-4 0-16,-1-4 7 0,3-3 6 0,-2-6 10 15,3-2 5-15,-4-5 4 0,0-5 4 16,1-1-2-16,-1-6-3 0,-4 0-4 0,3-3-1 16,-7-1 0-16,1-1-3 0,-2 2-4 15,-4-1-1-15,0 1 12 0,-6 2 10 0,-1-1 0 16,-5 2 1-16,0 1 1 0,-1-2-1 0,-5 4-15 15,-2-1-9-15,-3 3-3 0,-1 1-2 16,0 2 2-16,-2 4 2 0,1 2 4 0,-1 4-3 16,0 4-2-16,1 3-1 0,-1 3-2 15,0 5-2-15,0 2 0 0,5 6 1 0,-2 0 1 16,1 3-2-16,3 4-1 0,2-1-6 0,0 3-14 16,5 0-43-16,4 0-65 0,0 1-75 0,4-2-92 15,4-1-109-15,0 0-169 0,6-1-220 16,2-1-80-16,3-2 59 0,2-2 206 15,2-4 249-15</inkml:trace>
  <inkml:trace contextRef="#ctx0" brushRef="#br0" timeOffset="131411.96">24545 12987 96 0,'-2'4'320'0,"-1"2"150"16,-1 3 113-16,0 0-142 0,-1 0-180 0,2 6-97 16,2-2-42-16,1 3-16 0,0 0-11 15,0 3 0-15,1 1-7 0,1 1 1 0,-1 1-10 16,5 3-37-16,-3 0-17 0,1 0 35 16,-1 3 15-16,2-3-3 0,-4 2-3 0,3 0 19 15,-1-2 9-15,0 1-38 0,1-2-29 0,1-1-15 16,-2 1-10-16,2-3-5 0,2 0-2 15,-1-3-4-15,2-1 2 0,1 0-2 0,-1-4 1 16,5 0-2-16,-4-3 0 0,6-1 2 16,-1-2 0-16,2-2 2 0,-1-2 5 0,1-1 1 15,3-4 4-15,0-1-1 0,-1-3 3 0,0-3-4 16,0 0-22-16,-1-3-62 0,-1-1-84 16,0-2-139-16,-2-1-252 0,-1 0-153 0,0 0-26 15,-4-2 139-15,-1-2 217 0</inkml:trace>
  <inkml:trace contextRef="#ctx0" brushRef="#br0" timeOffset="131791.88">24926 13006 121 0,'3'3'364'15,"0"-1"169"-15,-2 1 118 0,1-1-143 16,-1 2-168-16,3 2-97 0,-3 0-29 0,3 3 12 16,-3-2 31-16,2 4 23 0,-1 1 11 0,1 3-6 15,-1 0-15-15,-1 0-36 0,1 4-35 16,1-1-37-16,-3 3-33 0,-3-1-30 0,1 2-27 16,2 1-14-16,-3 2-15 0,2-2-15 15,-1-1-11-15,0 2-8 0,2-1-3 0,2-1-5 16,0-3-1-16,-1 3-1 0,2-4 0 0,5 0-1 15,-2-2 1-15,2-1-2 0,2 1 1 0,2-4 0 16,0-3 5-16,2 2-2 0,-2-4 3 16,6-2-1-16,-2 0 2 0,1-4 1 0,1 0-3 15,-1-2 3-15,0-2-4 0,2-1-13 16,-2-2-29-16,1-2-66 0,-2-2-91 0,-4-1-112 16,1-1-132-16,0-2-213 0,-4 2-244 0,4-1-109 15,-5-2 87-15,-4-2 261 0,1 4 293 16</inkml:trace>
  <inkml:trace contextRef="#ctx0" brushRef="#br0" timeOffset="132068.03">24933 13123 203 0,'0'5'433'16,"2"0"164"-16,-1-3 93 0,3 2-235 0,1-3-207 16,1 0-114-16,2 1-51 0,3-1-6 0,2-2 6 15,1 1 6-15,0-2 6 0,2 0 26 16,1 0 13-16,2-1-15 0,-1 0-14 0,0 0-10 16,0 2-4-16,-2-3-39 0,-1 1-18 15,-2 2-14-15,-2 1-31 0,2-3-71 0,-5 3-92 16,-2 3-148-16,1-2-266 0,-3 4-175 15,-2-1-46-15,-2 1 150 0,-2 1 236 0</inkml:trace>
  <inkml:trace contextRef="#ctx0" brushRef="#br0" timeOffset="132267.89">24986 13369 87 0,'1'8'286'16,"3"-1"129"-16,-2-2 99 0,3-3-145 15,2 2-158-15,1-3-81 0,1-1-42 0,4-1-27 16,0-4-10-16,4 1-10 0,-1-2-14 0,2-2-3 16,4 0-7-16,-1-2-3 0,5 0 0 0,0-4-1 15,4 0-9-15,2 1-27 0,-2 0-106 16,-1 0-240-16,-3 0-119 0,1 1-25 0,-4 3 63 16,-1 0 133-16</inkml:trace>
  <inkml:trace contextRef="#ctx0" brushRef="#br0" timeOffset="133064.28">25613 12977 326 0,'-7'-2'653'0,"0"0"291"15,2 2 129-15,-1-1-272 0,3 1-230 0,-2-2-163 16,1 2-111-16,2 0-87 0,0-1-81 15,2 1-55-15,0 0-37 0,0 0-20 0,0 0-11 16,0 0-7-16,2 0-1 0,0 0 1 0,2 1 0 16,1 1 1-16,0-1 1 0,-1 1-1 15,3 1 2-15,-1-2-2 0,2 1-1 0,0 1 0 16,0-2 1-16,1-1 2 0,1 0-2 16,-2 0 1-16,1-1 5 0,4-4 11 0,-4 1 2 15,1-2 3-15,1 1 4 0,-2-3 0 0,-1 1-6 16,1-1-8-16,0 3-1 0,-5-1 0 15,1-1-1-15,0 3-2 0,-1-1 7 0,0 1 4 16,-1 2 0-16,-3 0 9 0,1-1 3 16,-1 3 7-16,2-1 7 0,0 1-4 0,-2 1-2 15,0 2-10-15,0 1-6 0,0 2-6 0,-2 5-8 16,0-1-1-16,2 2 19 0,0 5 26 0,2-2 17 16,0 2 6-16,-2 1-5 0,1 2 5 15,2 0-23-15,1-1-22 0,0 1-15 0,0-1-8 16,2 1-1-16,0-2-5 0,0 0 3 15,-1-2 0-15,3 1-2 0,1-2-1 0,-1-2 3 16,1-3 1-16,1 2-5 0,-2-1 2 0,0-3-1 16,2-2 4-16,1 1-3 0,-3-1-1 0,0-3-1 15,-1 0-2-15,1-2 4 0,-1 1-4 16,-1 0 3-16,3-2-5 0,-4-2 6 16,0 2 0-16,0-2-3 0,0 2 3 0,-2 2-5 15,2 1 3-15,-1 0-4 0,-1 3 4 0,-1 2-3 16,1 0 1-16,-1 5 4 0,-1-2-1 0,2 6-2 15,-3 0 4-15,0 2-1 0,0 3-3 16,0-2-1-16,0 4 3 0,-3 0 3 0,2 3-5 16,-1 0-3-16,-1 1 4 0,-2 1-2 15,-1-1 1-15,0 4-1 0,-2-1 2 0,-2 3 4 16,-2 0 1-16,0 3-1 0,-5 0-1 0,3 1 2 16,-5-3 1-16,1 1 13 0,-1-3 27 0,2-5 22 15,3-3 12-15,-2-6 2 0,7-4-2 16,-3-6-12-16,4-4-22 0,-1-7-22 0,4-6-14 15,1-3-6-15,2-7-1 0,0-5-3 16,4-4-3-16,0-2 2 0,2-7-1 0,1-1 0 16,4-2 1-16,-1-3-1 0,4-3 1 0,2 0 1 15,2-3 1-15,4-2-1 0,2 1-2 16,1-1 0-16,2 3 1 0,0 0-2 0,0 4-1 16,0 2-13-16,-1 2-55 0,2 5-65 0,-3-1-66 15,4 4-128-15,-2 1-179 0,4 0-304 16,-4 3-243-16,2 3-205 0,2-2-70 0,-3 4 363 15,1-3 496-15</inkml:trace>
  <inkml:trace contextRef="#ctx0" brushRef="#br0" timeOffset="134173.92">15233 16731 55 0,'-22'9'422'0,"-5"5"273"15,-7 0 167-15,-5 4 28 0,-4 2-357 16,-5 3-195-16,-3 0-72 0,-2 4-24 0,-4 2 1 15,1-1-8-15,-2 1-16 0,-2-1-35 0,0 1-37 16,0-1-36-16,-2 1-35 0,0-4-23 16,2 2-21-16,0-2-14 0,3 0-11 0,2-1-3 15,2-2 4-15,3-1-2 0,1-2-2 0,6 1-1 16,2-2-2-16,0-1-18 0,5-2-58 0,3 0-95 16,3 0-112-16,4-2-113 0,6-2-135 0,2-1-164 15,7-2-206-15,6-4-15 0,1-2 140 16,8-5 234-16,4-3 230 0</inkml:trace>
  <inkml:trace contextRef="#ctx0" brushRef="#br0" timeOffset="134401.95">14096 17061 227 0,'-12'12'477'0,"-4"2"216"15,1 3 112-15,-2 3-207 0,3-1-207 0,0 4-94 16,2 1-66-16,2-1-54 0,4 5-34 0,1-2-36 15,3 0-41-15,2 3-30 0,3-2-18 16,2-2-9-16,0-1-5 0,3 1-1 0,3-5 3 16,0-3 0-16,5-3 3 0,-2 0 1 0,3-4 0 15,3-3 0-15,0-1-1 0,2-4-34 0,-3 0-78 16,3-2-101-16,-1 0-182 0,-4-2-260 0,0 1-190 16,-4 1-45-16,-2-1 171 0,-6-1 273 15</inkml:trace>
  <inkml:trace contextRef="#ctx0" brushRef="#br0" timeOffset="135916.74">1220 10909 140 0,'8'5'400'0,"0"-2"174"16,-3-1 106-16,-2 3-149 0,3-5-261 0,-1 2-141 15,-5-2-70-15,8 0-29 0,0-2-12 16,3-4 5-16,0 0 8 0,2-1 12 0,2-2 1 16,-2-3 0-16,4-2 0 0,-2 0-5 0,4-5-8 15,-2 3-11-15,-1-4-6 0,4 1-1 0,-4 1 1 16,3 0-3-16,-3 0-1 0,3 2-1 0,0 0-2 15,-2 2-3-15,4 1-6 0,-2 3-3 0,3 2 0 16,0 2-3-16,3 2 5 0,-2 2-1 0,4 2 4 16,-1 4 4-16,0-2-1 0,0 3 5 0,1 1 0 15,0-2 24-15,0 2 11 0,0-1 6 0,0-1-1 16,3 1 4-16,-2-1-3 0,1-2-21 0,1-1-62 16,0-1-87-16,0 0-164 0,2-1-253 0,-1-1-156 15,1 0-51-15,-1 1 126 0,1 1 224 16</inkml:trace>
  <inkml:trace contextRef="#ctx0" brushRef="#br0" timeOffset="137707.82">3544 15127 228 0,'-1'16'378'15,"-2"3"125"-15,-2-1 41 0,0 3-195 0,-1 2-112 16,3 5-48-16,-2 2-5 0,3 3 13 16,-1 4-6-16,3 5 20 0,3 1 13 0,1 7 25 15,2 4 12-15,3 7 32 0,1 5 5 0,3 7-32 16,1 2-29-16,0 7-34 0,3 1-47 0,-1 7-36 15,1 4-32-15,1 7-18 0,-1 6-9 0,2 5-22 16,-1 8 1-16,-1 6-17 0,-1 9-13 0,1 4 1 16,-1 4-17-16,-2 1-1 0,-1 4 17 0,1-1 18 15,-3 2 1-15,0-4-9 0,-3 1 9 0,2-6-1 16,-4-3-13-16,2 26-19 0,-5-18 8 0,2-21 3 16,-4-16 3-16,-1-13 7 0,0-14-11 15,0-51-2-15,-1-30-7 0,-1 0-15 0,2 0-25 16,-3 0-60-16,-3 0-116 0,0 0-125 15,-4 0-132-15,0 0-180 0,0 0-272 0,0 0-153 16,-1 0 113-16,-2 0 271 0,0-48 288 0</inkml:trace>
  <inkml:trace contextRef="#ctx0" brushRef="#br0" timeOffset="138495.84">3313 15211 123 0,'3'-2'338'16,"2"1"161"-16,-3 0 140 0,1-1-136 0,-1 2-125 15,-1 0-66-15,1-1-23 0,-2 1-10 0,3-2-16 16,-3 2-15-16,2 0-25 0,-2-1-25 0,3 1-26 15,-3-2-35-15,3 1-31 0,-2-1-33 16,1-1-1-16,-1-2 5 0,3-2 2 0,-1-5 5 16,2-5 2-16,1-2-3 0,1-6-23 0,3-2-27 15,-2-3-12-15,4-2-12 0,0-1-6 0,1 1-3 16,1 0 1-16,0 0 1 0,2 2-3 16,-2 2-1-16,2 2-3 0,0 1-1 0,1 3-2 15,-1 3 3-15,1 3 0 0,-2 4 0 0,2-1 17 16,1 7 12-16,-1 2 3 0,0 6-1 0,2 3 6 15,-2 5 4-15,1 5-12 0,1 4-7 16,-3 7-2-16,3 4-13 0,-2 4-60 0,-3 5-105 16,2 5-135-16,-3 5-222 0,-2 2-285 0,3 2-244 15,-4 3-76-15,-1 1 225 0,2-2 381 16</inkml:trace>
  <inkml:trace contextRef="#ctx0" brushRef="#br0" timeOffset="140424.03">3438 18079 128 0,'-3'2'288'0,"0"1"113"16,2 0 56-16,-1-2-148 0,-1 0-96 0,3-1-50 16,-2 0-31-16,2 0-23 0,-1 0-21 0,1 0-24 15,0 0-19-15,0 0-20 0,0 0-11 0,0 0-8 16,1 0-6-16,-1 0-4 0,0 0-2 0,2 0-2 15,-2-1-1-15,3 1-3 0,0-1 16 0,3 1 25 16,1-1 15-16,1-1 45 0,1-1 68 0,5 3 36 16,1-2 0-16,2 2-17 0,3 0-7 0,0-3-38 15,3 1-61-15,1 1-26 0,1 0 54 0,2-1 43 16,0 0 20-16,2 0 7 0,1 0 5 0,0-1-4 16,3 0-59-16,0-1-48 0,0-1-24 0,5 1-12 15,-2-1-8-15,4 1-5 0,0-1-5 16,0-1-2-16,2 0-1 0,-1 1-1 0,3-3-1 15,1 3 2-15,2-1 2 0,-1-2 1 0,4 2 0 16,2-1 2-16,-1 0 58 0,3-1 22 0,1 1 13 16,2-1 6-16,1 1 2 0,-2-1-8 0,3 1-51 15,-1 1-25-15,2-2-14 0,-2 1-7 16,1 1-4-16,1-2-1 0,0 2-4 0,0 0 1 16,0 2 0-16,-1-3-1 0,-2 3 3 0,3 0-1 15,0 2 4-15,0-3 1 0,0 3-4 0,0-2 0 16,-1 2-4-16,-1-2 1 0,2 2 3 15,0-2-1-15,-1 2-1 0,1-1 19 0,0 0-3 16,-2 1-2-16,2-1-5 0,-2 2-1 0,2-1 2 16,0 1-16-16,1-1 1 0,1 1 0 0,-2-1 2 15,2 1 3-15,-2-1-1 0,3 1-1 16,-3 1 1-16,2-3 17 0,1 3-6 0,-3-2-4 16,2 1-1-16,-2 1-1 0,0-1 1 0,3 1-16 15,-1 0 4-15,-2-2 2 0,3 2 2 16,-3-2-2-16,2 2 4 0,1-2 0 0,-1 2 0 15,0-3 12-15,-1 1 12 0,1 0-7 0,1 1-7 16,-1-2 2-16,1 1-1 0,2 2-11 0,-1-3-10 16,1 1 6-16,0 0 7 0,0 0 0 0,-2-2-4 15,2 0 15-15,-2 3 1 0,1-2 5 16,-3 0 2-16,-1 0-12 0,0 0-4 0,2 0-15 16,-2 0-4-16,2 0-7 0,-2 0-2 0,2 0 11 15,-1 2 8-15,-2-2 2 0,-1 0 2 0,2 0 13 16,-3 2 7-16,-1 1 5 0,-1-2 7 0,0 2-1 15,-1 2-11-15,-2-2-17 0,2 1-9 16,1 0-11-16,-1 1-7 0,-2 0 1 0,0-1 10 16,0 0 8-16,-2-1-1 0,0 0 2 0,-4 0 5 15,1-1 15-15,1 1 8 0,-4-3-1 0,-1 0 5 16,1 2 1-16,-1-3-4 0,-1 2-13 0,-2-3-5 16,-2 2-2-16,2 0-1 0,-3-2 3 0,1 1-15 15,-1 0-8-15,-1 0-5 0,-1-2-3 16,0 2-4-16,-1-1 1 0,-2 1 14 0,0-1 8 15,-4-1 3-15,-1 2 15 0,0-2 11 0,-2-1 1 16,-1 2 5-16,-2-1-6 0,-3 1 5 0,0-1-14 16,-3 2-6-16,-2-1-6 0,-1 2-1 15,-2-1 2-15,-2 1-2 0,-2 0 2 0,-1 1 0 16,-3 1 2-16,3-1-1 0,-3 1-4 0,-1 1-1 16,-2-2 1-16,3 2-1 0,-3 0 0 0,2 0-1 15,0-1 5-15,-2 1 0 0,0 0-4 16,1 0 1-16,-1 0 0 0,0 0 3 0,2 0-1 15,-2 0-1-15,1 0-1 0,1 0 2 0,-2 0-1 16,2 0-1-16,-1 0-1 0,1 0-1 16,-1 0 3-16,-1 0-2 0,2 0 2 0,-2 0-1 15,3 0 1-15,-2 0 2 0,-1 0-2 0,0 0 0 16,0 0-2-16,-1 0-5 0,-2 1-20 0,3-1-45 16,-2 0-106-16,-1 0-131 0,0-1-156 0,1 1-241 15,-1-2-259-15,-2 2-147 0,0-1 140 16,-2-1 331-16,1-1 317 0</inkml:trace>
  <inkml:trace contextRef="#ctx0" brushRef="#br0" timeOffset="140752.34">10974 17437 160 0,'0'0'358'15,"0"0"143"-15,0 1 88 0,2 1-211 0,2 0-171 16,2-1-86-16,1-1-22 0,1 2-1 15,4-2 15-15,0 1 31 0,0-1 23 0,4 2 21 16,0-2 0-16,1 0-6 0,0 1-12 0,1-1 3 16,1 2 15-16,-3-1-13 0,3-1-17 15,-3 3 8-15,-1-2 15 0,0 3-9 0,-3-2-11 16,-1 2-2-16,-1-2 3 0,-1 3-15 0,-4 1-10 16,1 2-5-16,-2-1 1 0,-3 3 15 0,-1 1-5 15,-1 1-9-15,-3 2-14 0,0 1-16 0,-3 2-26 16,-2-1-29-16,-1 1-18 0,-1 3-9 15,0-2-15-15,-1 2-12 0,-4-3-8 0,3 3-3 16,0-4-3-16,-1 1-42 0,1-2-39 0,-1 0-46 16,2 0-88-16,0-2-126 0,-2 0-159 0,3-1-157 15,0-2-244-15,2 0-199 0,2 2 8 16,1 1 280-16,-2-2 355 0</inkml:trace>
  <inkml:trace contextRef="#ctx0" brushRef="#br0" timeOffset="141861.82">10301 18287 24 0,'9'-6'199'0,"-1"2"96"16,0-2 97-16,1 2-100 0,4-2-86 15,0-1-29-15,2 1-13 0,1-3-17 0,3 1-19 16,-2 0 11-16,3 1-8 0,0-1-20 0,0 1-17 16,-2-1 4-16,2 2 58 0,-4 2 4 0,3 1 25 15,-4 2 53-15,0-1 50 0,-2 4 59 16,1 0-23-16,-3 3-7 0,-3 2-29 0,1 1-44 16,-4 2-46-16,-1 2-57 0,-3 3-36 0,1 1-32 15,-4 3-20-15,2 0-18 0,-3 3-8 0,0 1-14 16,-1 2-5-16,1 1 1 0,-1 1-2 0,2 2-17 15,-1 0-10-15,2 0-1 0,-1 0-4 0,2 1 12 16,0 0 4-16,0-4 16 0,2 1 11 0,-1-2 2 16,1-5 3-16,-1 0-14 0,1-3-4 0,2-4 2 15,-1 0-2-15,2-3 0 0,-1-1-5 16,0-3-12-16,3 0 7 0,0-5-13 0,0 2-6 0,1-3-3 16,1-3 3-16,1-1 11 0,-1-2-8 15,4-4 9-15,-1 2 1 0,1-4-3 0,1 1-2 16,1-2-9-16,0-1-13 0,1 0-10 0,1 1-7 15,1 0-2-15,-1-1-1 0,1 4 5 0,2-2 14 16,-1 1 10-16,0 3 12 0,0 1 8 0,0-2 4 16,-1 3 5-16,2 2 0 0,-2-1 0 0,2 2 0 15,1 2-3-15,-2 1-1 0,3 0 3 0,-2 0-1 16,1 1 1-16,1 1-2 0,-2-1 0 0,1 2 2 16,1-1-5-16,-1-1 2 0,-2-1 1 0,1 0 0 15,-1-3 3-15,1 0 0 0,-3-1 4 16,-3-2 19-16,2-2 9 0,-3 0 3 0,-3-4 10 0,0-1 9 15,-2-2 9-15,-2-3-2 0,-1-1 0 0,-4-2 3 16,-1 0-3-16,0-2-9 0,-4 0-1 0,2 1-4 16,-4 1 11-16,0 2 26 0,-3-2 27 0,0 6 17 15,-2-2 2-15,-3 2-5 0,-2 2-16 16,-3 0-29-16,2 3-26 0,-4 1-21 0,2 3-12 16,-3 0-11-16,3 2-3 0,1 1-2 0,0 3-5 15,2 1 0-15,0 4-1 0,3-1-3 0,1 3-3 16,2 3-6-16,2 1-1 0,2 2-11 0,1 0-28 15,4 2-32-15,-1 0-38 0,5 2-37 16,-3 0-75-16,2-1-96 0,1-1-93 0,3-2-107 16,1 1-148-16,-1 1-242 0,2-2-111 0,1-1 83 15,-1 0 263-15,0-4 292 0</inkml:trace>
  <inkml:trace contextRef="#ctx0" brushRef="#br0" timeOffset="142135.85">11241 18317 243 0,'-1'-3'579'0,"-1"2"272"0,0 0 98 16,-1 0-225-16,3 1-297 0,0-3-181 0,0 3-114 15,3-2-74-15,2 2-37 0,3 0-15 0,1-2 14 16,3 2 18-16,2-3 32 0,0 1 15 0,2 0 3 15,3-3-1-15,0 0-15 0,0 1-9 0,1-3-26 16,4-1-11-16,-2-2-3 0,2-2-19 0,1-3-13 16,0 1-6-16,2-4-8 0,-6 0-15 15,3-1-87-15,-4-1-108 0,-4 1-204 0,1 0-258 16,-7-1-203-16,-2 2-98 0,-8-3 192 0,-5 1 336 16</inkml:trace>
  <inkml:trace contextRef="#ctx0" brushRef="#br0" timeOffset="142983.24">3936 14391 163 0,'5'8'353'0,"-2"2"159"0,2-1 119 16,0 1-237-16,3 2-163 0,0 1-70 0,0 2-34 15,4 2-3-15,-2 3-5 0,1 1 14 16,3 0 0-16,-3 1-14 0,2 2-13 0,-1-1-38 15,-4-2-23-15,2-2-14 0,-1 1-10 0,-1-3-33 16,-3-1-78-16,0 0-124 0,1-1-273 16,-3-1-175-16,-3-2-79 0,-2-1 82 0,-2-3 215 15</inkml:trace>
  <inkml:trace contextRef="#ctx0" brushRef="#br0" timeOffset="143212.82">3707 14614 89 0,'5'-6'281'0,"-1"3"119"16,3 2 95-16,1-2-157 0,4 1-165 16,0-1-55-16,2 2-59 0,5-1-26 0,3 0-15 0,0 1-6 15,4-2-6-15,0 3-24 0,3 2 8 16,-1-1 10-16,2 4 4 0,0-1 4 0,-3 2-10 15,1 3-57-15,-1 0-211 0,-6 2-133 16,0 2-42-16,-3-1 39 0,-5 3 97 0</inkml:trace>
  <inkml:trace contextRef="#ctx0" brushRef="#br0" timeOffset="143915.31">3789 14355 231 0,'7'-6'478'16,"-1"1"179"-16,0 1 68 0,-1-1-242 0,0 1-222 15,1 0-129-15,1-5-63 0,2 5-31 16,0-5 4-16,3-1-6 0,0 2-15 0,1-2-10 16,4 1-8-16,-1 0-3 0,1-2 2 15,1 2 0-15,1 2 2 0,3-1 1 0,-3 0 4 16,3 4 5-16,0 1 4 0,-3 2-39 0,3 2-78 16,-1 2-176-16,-2 3-238 0,0 3-144 15,0 3-31-15,-5-2 121 0,3 5 212 0</inkml:trace>
  <inkml:trace contextRef="#ctx0" brushRef="#br0" timeOffset="146121.88">4310 17311 22 0,'11'1'208'0,"0"3"96"0,0-2 89 16,3 2-98-16,2-3-124 0,4 2-64 0,-2-3-30 16,4-2 1-16,3 0 4 0,0-4 2 0,-1-5 5 15,3-1 9-15,2-4 14 0,-1-5-14 16,-1-2-6-16,1-5-5 0,-1-5-11 0,0-5-15 0,-1-3-17 15,-1-2-6-15,-2-2-5 0,-1-4 3 16,-1 1-6-16,0-2-4 0,-4 1-3 0,1-1-4 16,-1-1-2-16,-3-1-10 0,0 4 15 0,-1-2 10 15,1 1 11-15,-3-1 5 0,-1 1 1 16,1 1 4-16,-2-2-11 0,-1 0-11 0,0 3-8 16,0-1 2-16,0-1-7 0,0 4 3 0,-2-4 15 15,3 2 1-15,-2-3 3 0,1 0-2 0,0 2 1 16,3-1-7-16,-2 2-14 0,1-1-8 15,2 1-3-15,0 5-1 0,0-2-2 0,-1 4 3 16,1 3-2-16,0 3-2 0,-1 4-1 16,0 3 0-16,2 3-2 0,-4 2-4 0,1 3 1 15,1 4 1-15,-2 2 0 0,-1 5 21 0,3-1 13 16,-3 3-15-16,2 3-10 0,-1 0-7 0,2 3 2 16,-1 1-24-16,2 1-7 0,-2 3 15 15,1-1 11-15,3 1 27 0,-3 1 11 16,3 0 9-16,-1 2 3 0,0 1 1 0,1-2-1 15,-3 2-17-15,3 1 23 0,-1 1 29 0,1 2 16 16,-1 2 10-16,-2 0 8 0,3 3 1 0,-3 3-28 16,0 0-48-16,2 4-31 0,-2 1-17 15,1 2-13-15,0 0 14 0,-1 3 16 0,1 2 45 16,0 0 27-16,0 2 10 0,1 2 7 16,-2 1-17-16,3 1-18 0,-1-2-25 0,-1 2-16 15,3 1-25-15,-1-2-14 0,0 1-9 0,0 2-7 16,0-2-8-16,2-1-1 0,-2 4 15 15,1-4 13-15,2 1 4 0,-1-2 5 0,0 3 1 16,1-2 2-16,-1 0-3 0,0 1 0 0,1 0 0 16,0 0 1-16,1-2 3 0,1 1 19 0,0-2-5 15,-2 0-5-15,2-1-2 0,0-2-3 0,2-1-7 16,-1-1-19-16,-2-1 8 0,4-2 2 0,0 1 2 16,-1-3 4-16,1-1 2 0,0-1 3 0,1 0 2 15,0-5 20-15,0 2-7 0,1-3-6 16,1-1-8-16,1-2-1 0,-1-3-2 0,2 1-20 15,1-4 9-15,-1 0 7 0,2-3 4 0,-1 0 0 16,0 1 2-16,1-5-3 0,1 2 0 0,0-3 3 16,-3 2 1-16,3-3 0 0,-3 2-2 0,3-2 2 15,-3-2 2-15,1 2-2 0,1-2 0 16,-1 1 0-16,1 0 4 0,-1-1-2 0,-1 0 0 16,1 0-1-16,-2-2-1 0,1 1 3 0,0-1 1 15,-2 2 21-15,3-1 10 0,-3 0-10 0,2 0-7 16,-3 1-9-16,2 0-4 0,-1 0-21 15,0 0-13-15,0 1 12 0,-2-2 5 0,0 3 4 16,1-2 4-16,-1 1 3 0,0-2 1 0,-1 2 0 16,-2-2 0-16,0 0 0 0,0 0 0 15,-1-2-1-15,-3 1-1 0,1 0 1 0,-1-2 1 16,1-2 1-16,-4-3 2 0,3 0 1 0,-5-1-1 16,1-1-1-16,0-1 1 0,-3-3 2 0,2-2 2 15,-3 2 17-15,2-3 10 0,-2 1 6 16,-1-2 2-16,1-2 1 0,0 1-2 0,0-1-17 15,0-2-27-15,0 0-14 0,-2-1-8 0,2-1-8 16,1 0-2-16,1-2-3 0,0 1 17 0,0-2 10 16,2 4 3-16,-1 1 3 0,1 1 3 0,1 1 1 15,0 2 1-15,-1 2 0 0,0 0 18 16,0 3 12-16,1 3 3 0,-1-1 0 0,1 2 2 16,-2 3 0-16,2 0-18 0,-2 1-8 0,1 1-6 15,-2 1-1-15,1 2-1 0,0 1-2 0,0-2-2 16,0 2 1-16,3 1-1 0,-4 1 2 0,4 1 0 15,-3 1 2-15,1 1 2 0,1 1 0 16,-1 0 0-16,-1 2-1 0,3 0 2 0,-3 1-3 16,3 4 0-16,-3-1-1 0,3 0 1 0,-1 3-15 15,0-1-15-15,1 2-3 0,-3 0-4 0,3 2-4 16,-1 2 1-16,1-1 16 0,-1 2 12 16,0 1 5-16,1 3 21 0,0-1 12 0,0 3 3 15,2 0 1-15,1 1 2 0,-2 1 1 0,2 1-14 16,1 0-9-16,-1 0-25 0,0 0-11 0,1-2-8 15,0 0-6-15,0 0-4 0,1-3 1 16,1-1 17-16,0 0 12 0,0-3 7 0,-1-1 3 16,2-3 0-16,-1-2 3 0,-1 1 3 0,0-2 18 15,1-4 9-15,0 0 2 0,0-1 5 16,-1-1-1-16,0-1 0 0,0-1-16 0,0 0-6 16,0 0-2-16,0-2-3 0,-1 1-2 0,0 0-1 15,-2-2 0-15,3 0-4 0,0 0-2 0,-3-2 0 16,1 0 0-16,-1 0 0 0,1-3-19 0,0 2-7 15,0-3-6-15,-1 0-3 0,-1-1 0 16,1-1 2-16,0 0 18 0,-2 0 24 0,4-2 14 16,-4 2 6-16,3-3 1 0,-2 2 2 0,0-3 0 15,0 2-16-15,2-1-6 0,-3 2-4 0,2-4-2 16,-2 1 0-16,2 0-2 0,-2 0-1 0,2-1 0 16,-2 0 1-16,2 1 0 0,-2 0-1 0,2-1 1 15,-1 1 3-15,0 0-2 0,1 0-2 16,0 2 1-16,-2-1-2 0,3-1 0 0,-1 2 0 15,2 1 0-15,-2-1-2 0,2 0 1 0,-2 2 1 16,2-1-2-16,0 0-1 0,0 2 1 0,-1-1-1 16,1 2 1-16,1 2-1 0,-1 1 2 15,0 0-1-15,3 3 1 0,-1 0-1 0,1 0 1 16,1 3 0-16,0 1 1 0,0 0 0 0,0 3 0 16,2 2 0-16,-1-1 0 0,0 2 0 15,2-1-3-15,0 4 2 0,-1-2 0 0,3 1 1 16,-3-2 0-16,1 0-1 0,2-1 0 0,-2-1-1 15,0-2 0-15,1 1-1 0,-4-5 2 0,3-2 2 16,-3-2 1-16,2-3-5 0,-5-3-45 16,2-4-82-16,-3-3-112 0,-2-1-177 0,0-3-281 15,-5-5-229-15,-3 1-82 0,-4-3 156 0,-6-1 319 16</inkml:trace>
  <inkml:trace contextRef="#ctx0" brushRef="#br0" timeOffset="146745.9">8196 14812 37 0,'0'-1'325'16,"-2"2"214"-16,-2 2 199 0,-3 2 63 0,2-1-194 15,-4 2-115-15,0 3-65 0,-1 0-54 0,-1 3-54 16,-2 0-63-16,-1 4-61 0,0 1-56 16,-2 5-41-16,-1 0-31 0,-2 5-18 0,1 3-20 15,-1 4-16-15,1 3 0 0,-2 1-7 16,0 5 2-16,-2 1 1 0,1 0 0 0,1-1-1 15,-1-1-4-15,2-1-1 0,0-4-1 16,3-3-10-16,1-2-51 0,0-3-76 0,1-4-109 16,1-4-130-16,1-1-214 0,1-5-276 0,-1-2-163 15,0-2 23-15,1-5 255 0,0-5 323 16</inkml:trace>
  <inkml:trace contextRef="#ctx0" brushRef="#br0" timeOffset="146970.16">7536 15454 65 0,'5'11'286'0,"0"3"134"0,0 0 123 16,1 3-93-16,3 0-180 0,1 4-100 16,0-4-55-16,2 3-27 0,1-3-24 0,3 0-22 15,-2 0-13-15,2-2-14 0,0-4-3 0,2 1-1 16,-1-5 0-16,3 0 1 0,0-4 1 15,1-4 1-15,3-5-14 0,-1-5-50 0,1-4-83 16,-3-3-255-16,4-3-140 0,-3-2-40 0,-1-3 66 16,1-4 154-16</inkml:trace>
  <inkml:trace contextRef="#ctx0" brushRef="#br0" timeOffset="147475.82">8273 14147 118 0,'-10'6'326'16,"1"0"145"-16,1 1 128 0,-1-1-121 15,3-1-131-15,1-3-43 0,2 2-36 0,-2-3-18 16,3 2-33-16,1-3-44 0,-1 2-90 0,2-2-58 16,0 0-33-16,0-2-24 0,3 2 2 15,-1-3 7-15,1 2 28 0,4-5 22 0,-1 2 31 16,3 2 33-16,2-3 2 0,2-2-3 16,1 3-3-16,1 0-5 0,2-1-23 0,2 0 24 15,0 1 18-15,3 1 8 0,2 0 2 0,-5 0 0 16,4 2 1-16,-4-1-44 0,-1 2 17 0,-1 2 21 15,-1 1 22-15,0 3 14 0,-2 1 5 16,-3 2 6-16,0 5-27 0,-3 1-23 0,-3 3-25 16,-1 5-12-16,-2 2-11 0,-2 3-15 15,-2 2 20-15,-2 4 15 0,-1-1 3 0,-1 4 1 16,-1-1 2-16,1 3-1 0,-3-1-27 0,2 0-21 16,-1-1-12-16,2-1-6 0,0-5-9 15,1-4 1-15,2 0-8 0,1-5-5 0,-1-4-3 16,3-3-2-16,3-3-12 0,-1-3-43 15,1-3-35-15,5-4-72 0,-4-5-129 0,3-3-153 16,1-4-235-16,0-5-252 0,1 1-233 0,2-4-39 16,-3-2 322-16,3-3 405 0</inkml:trace>
  <inkml:trace contextRef="#ctx0" brushRef="#br0" timeOffset="148208">8884 14172 27 0,'-3'0'335'0,"-2"0"251"0,-2 0 234 16,1 1 78-16,0-1-207 0,-2 1-142 0,3 2-93 15,0-3-82-15,-1 2-65 0,1 2-75 0,-1-2-67 16,3 2-58-16,-2-2-41 0,2 1-26 15,1 2-23-15,2-1-12 0,-1 2-6 0,1 1-3 16,1 1-4-16,1 1 0 0,3-1 1 16,0 3-1-16,2-3 0 0,0 4-2 0,2-1 1 15,-1-1-2-15,3 2 2 0,-1-1 1 0,1 2-1 16,1-1 3-16,0 2 1 0,0-3 3 16,1 3 0-16,-2 2 0 0,3-2 0 0,-3 3 1 15,-2-1 2-15,-1 0 1 0,0 4-1 16,-3 0 4-16,0 1 3 0,-2 0-2 0,-3 3 2 15,0-2-1-15,-1-1-1 0,-3 2-6 0,1-4 0 16,-2-1 1-16,-1 0-2 0,0-2-2 0,-2-3-1 16,3-1 2-16,-3-3 0 0,2-2-1 15,-1-1-2-15,-2-3-1 0,3-3 1 0,-1-3-3 16,1-3-1-16,-2-3-1 0,2-1-1 16,0-5-10-16,1-3-16 0,1-2-21 0,0-2-35 15,-1-3-34-15,2-2-42 0,0-1-32 0,1 0-18 16,2-4-3-16,-1 0 21 0,1 1 32 15,1 0 42-15,-1-1 41 0,2 1 33 0,1 0 22 16,0-1 15-16,3 2 6 0,-3 3 6 16,1 1 2-16,-1 3 0 0,2-1 5 0,-2 5 8 15,0 1 5-15,0 2 7 0,-1 1 21 0,2 6 26 16,-2-1 30-16,-2 4 20 0,3 1 23 16,-3 0 8-16,2 4-13 0,-2 1-21 0,-2 0-29 15,2 3-27-15,-3 3-29 0,0 1-26 0,-2 2-36 16,1 2-61-16,-1 0-83 0,0 3-102 15,0 0-145-15,0-1-282 0,-1 1-189 0,3-2-46 16,0-4 156-16,3 2 275 0</inkml:trace>
  <inkml:trace contextRef="#ctx0" brushRef="#br0" timeOffset="148598.25">9195 14246 187 0,'8'31'457'0,"0"1"231"0,-1 5 178 16,0 0-175-16,1 2-208 0,0 3-117 16,2 2-74-16,0-3-71 0,2-3-68 0,-1-2-41 15,1-4-39-15,1-7-36 0,1-3-18 16,1-5-7-16,0-6-7 0,-2-5-1 0,4-5-1 15,-4-5 0-15,3-4-2 0,-2-3-1 0,-3-6 0 16,3-1 0-16,-4-5-1 0,-2 1-2 16,1-4 2-16,-6 1 10 0,1-2 19 0,-4 1 23 15,-2-1 24-15,-1 1 23 0,-4 1 14 16,-2 0-3-16,-2 0-10 0,-2 0-20 0,-3 3-20 16,-4 1-20-16,1 1-13 0,-3 2-12 0,-2 3-4 15,-1 3-5-15,1 2-6 0,-1 3-4 0,-1 3-4 16,3 4-3-16,-1 4-11 0,3 2-37 15,-1 2-71-15,2 3-102 0,4 2-121 0,0 4-229 16,5-1-264-16,1 2-166 0,6 2 23 16,-1-1 253-16,5 3 322 0</inkml:trace>
  <inkml:trace contextRef="#ctx0" brushRef="#br0" timeOffset="149777.66">9941 14698 98 0,'2'-5'319'0,"-2"1"150"0,0-5 151 16,0-1-92-16,2-4-146 0,-2-2-70 16,1-6-30-16,2-1-4 0,-3-3-14 0,5-4-3 15,-2-1-6-15,1-4-12 0,0 1-6 0,2-3-18 16,-2 3-39-16,0 1-43 0,1 1-42 16,-1 3-27-16,0 3-30 0,-1 5-16 0,0 2 9 15,0 5 10-15,-1 3 4 0,-2 1 4 16,3 3-3-16,-3 5-4 0,2-1-16 0,-1 6-11 15,3-1-8-15,-1 9-6 0,0 2 0 0,2 3 0 16,-1 4 4-16,1 1-3 0,0 1 1 16,0 0-3-16,0 3 2 0,1-2-1 0,0-1-1 15,0-1 0-15,1-1-2 0,-1-3-1 16,2 0 0-16,-2-4 0 0,-1-1 0 0,1-1 0 16,1-4 0-16,0-1 2 0,-2-2 0 0,0-2 0 15,1-2 1-15,-1-2 1 0,2-3 4 0,0-2 1 16,-2-4 0-16,1 0 1 0,-1-3-1 15,2-2-1-15,-1 0 0 0,-2-2-2 16,1-1-2-16,0 3 0 0,0 0 1 0,0 0-2 16,-1 6-1-16,-1-3-2 0,0 3-3 0,-1 5-1 15,1-1 2-15,0 3 0 0,2 1 0 0,0 4 4 16,3 1 1-16,-2 4 2 0,2 1-1 16,0 5 2-16,1 1-3 0,-1 1 0 0,0 3 0 15,0-1-1-15,0 4-2 0,0-2 0 16,0 2 3-16,-2-2 3 0,2 0 2 0,-2-3 1 15,-1 0 3-15,2-3-3 0,-3 1-2 0,1-5-4 16,0 0-3-16,-2-3 1 0,0-1-2 16,0 0 3-16,0-5-3 0,-1 0 0 0,1-4 0 15,2-2-6-15,-2-2-37 0,3-4-87 16,-3 0-112-16,-1-1-144 0,1-2-249 0,0 0-269 16,-1 0-180-16,1-3 63 0,-1 2 301 0,0-2 343 15</inkml:trace>
  <inkml:trace contextRef="#ctx0" brushRef="#br0" timeOffset="149994.79">10653 14158 191 0,'8'29'447'15,"-2"-1"219"-15,0 4 172 0,1 1-141 0,-2 1-186 16,-1 1-90-16,1-2-72 0,0 1-62 15,1 1-66-15,-3-3-72 0,0-1-52 0,1-4-43 16,0-2-25-16,-2-4-32 0,0-3-81 16,-1-5-114-16,2-4-154 0,-1-2-279 0,-2-4-238 15,2-5-149-15,-2-6 100 0,-2-1 306 16</inkml:trace>
  <inkml:trace contextRef="#ctx0" brushRef="#br0" timeOffset="150206.85">10553 13864 13 0,'0'8'396'0,"-3"1"293"0,0 0 192 16,0 0 22-16,1-2-319 0,2 2-299 16,0-3-144-16,2 1-78 0,1-1-33 0,3 1-19 15,2 0-5-15,-1-1-2 0,2 2-14 16,0-1-56-16,1-1-72 0,1 3-93 0,0-2-166 15,0 3-244-15,-1 0-139 0,2 1 30 0,-2 0 174 16,2 0 226-16</inkml:trace>
  <inkml:trace contextRef="#ctx0" brushRef="#br0" timeOffset="150825.88">10966 14664 143 0,'3'2'442'15,"-1"0"221"-15,1-2 136 0,-3-3-135 16,2 0-189-16,-1-4-132 0,2-4-56 0,0 0-10 16,0-6 0-16,1-3-17 0,0-2-25 0,1-4-23 15,0-2-39-15,3-1-29 0,-2-3-31 16,1 0-19-16,-1-2-23 0,2 2-18 0,-1-2-7 16,0 2-12-16,1 1-5 0,-2 0-4 15,4 3 4-15,-6 2-3 0,3 5-4 0,-2 3 3 16,-2 3 5-16,0 4 4 0,1 3-5 0,-2 0 2 15,1 5 1-15,-3 2-1 0,3 2-13 16,-1 6-9-16,1 5 2 0,0 1 0 0,1 5-3 16,0 1-5-16,-2 2 0 0,4 2 3 0,-1-1-5 15,0 0 0-15,1 3-3 0,-1-3 0 16,1 0-1-16,2-4 0 0,-2-2-2 0,1-3-3 16,-1-3 0-16,2-2 6 0,-2-3 5 15,1-3 5-15,-1-4 10 0,0 0-3 0,2-10 2 16,-2 0-2-16,-1-3-5 0,3-2-4 0,-3-2-7 15,2-4 5-15,-2 4-1 0,2-1 3 16,-2 1-2-16,-1 1-3 0,2 2-1 0,-2 2 4 16,-1 2 0-16,-2 3-8 0,3 0-1 0,-3 5-1 15,2-2-2-15,-1 2-4 0,1 4-3 16,0 0 6-16,-1 5 7 0,4 0 6 0,-3 2 4 16,2 4 3-16,-2 3 1 0,0 0-3 15,1 1-5-15,-1 5-5 0,0 0-32 0,0 2-36 16,0 1-80-16,0 3-139 0,-1 1-171 0,-2 0-299 15,1 2-255-15,1 1-219 0,0 0 55 16,-1-3 414-16</inkml:trace>
  <inkml:trace contextRef="#ctx0" brushRef="#br0" timeOffset="151052.87">11796 14508 391 0,'-5'16'1057'0,"-7"1"313"0,1 4-97 16,-2-4-220-16,-1-1-531 0,1-4-255 0,5-3-143 16,-1 2-96-16,2-4-110 0,3-4-188 15,0 0-298-15,1-2-286 0,3-1-277 0,0-1-198 16,-1-2 168-16,-4 0 562 0</inkml:trace>
  <inkml:trace contextRef="#ctx0" brushRef="#br0" timeOffset="173419.79">8504 11151 142 0,'-1'0'249'0,"-1"0"66"16,2 0-39-16,-1 0-54 0,1 0-56 0,-2 0-38 15,2 0-23-15,0 0-16 0,0 0-7 0,0 2-9 16,0-2-4-16,0 3-30 0,0-3-10 0,0 0-7 15,0 0 6-15,0 0-1 0,0 0 5 16,-2 0 30-16,2 0 17 0,0 0 10 0,0 0 12 16,0 0 13-16,-1 0 0 0,1-3 2 15,-2 3 7-15,2-2 6 0,0 2 1 0,-2 0 24 16,2 0 25-16,0 0 24 0,0-2 19 0,0 2 9 16,0 0 11-16,0 0-14 0,0 0-16 15,0 0-20-15,0 0-20 0,0 0-20 0,0 0-27 16,0 0-26-16,0 2-21 0,0-2-16 15,-1 0-20-15,1 5-14 0,-2-4-11 0,2 1-5 16,0 5-6-16,0-1-5 0,0 0 0 0,0 3 1 16,0 0 5-16,0 4 1 0,2-1 2 15,-1 4 4-15,1 0 5 0,1 0 6 0,-1 4-1 16,1-1-4-16,0 4 4 0,1-3 0 16,-1 5-4-16,0-3-3 0,1 3-3 0,-1 1-2 15,1 0 0-15,-3-1-2 0,3 1-3 0,-3-1-2 16,2 0-2-16,-1 0 3 0,0 0-3 15,-1-4 1-15,1-1-2 0,-2-3 0 0,1-1 0 16,-1-2-1-16,0-5 1 0,0-1 1 0,0 0-3 16,0-2-2-16,0-2 2 0,0-2-1 15,-1 0-8-15,1 1-10 0,-2-3-10 16,2-3-10-16,-1 1-21 0,-1-3-51 0,0-1-83 16,-1-3-106-16,0-1-115 0,0-2-155 0,-1-2-286 15,1 1-178-15,-1-2 15 0,-1-1 223 16,2-1 310-16</inkml:trace>
  <inkml:trace contextRef="#ctx0" brushRef="#br0" timeOffset="173921.92">8383 11101 58 0,'1'2'287'0,"-1"-2"152"0,2 0 132 0,-1-3-81 16,1 0-150-16,-2-3-76 0,4-2-34 16,-2-2 8-16,0-2 66 0,2-2 44 0,0-1 27 15,2-1-2-15,-1-1-22 0,4-6-37 16,-1 3-71-16,0-3-57 0,0-1-52 0,1 2-38 16,1-3-23-16,-2 3-21 0,0 1-14 0,3 1-14 15,-2 2-5-15,-1 2-10 0,0 2-7 16,-2 4-1-16,-1 3-1 0,0 1 7 0,-2 2 18 15,2 0 33-15,1 4 30 0,0 4 20 16,-1 0 10-16,0 2 1 0,0 4-15 0,-2 2-25 16,3 3-23-16,-3 1-18 0,0 4-13 0,-1-1-9 15,1 4-1-15,-1-2-2 0,-1 3-11 16,-1-1-39-16,2-1-44 0,-2 3-38 0,0-3-85 16,0 0-136-16,-2 1-166 0,1-1-241 15,-2-1-245-15,-1 2-222 0,1-4 15 0,-2 1 363 16,-1-3 416-16</inkml:trace>
  <inkml:trace contextRef="#ctx0" brushRef="#br0" timeOffset="174435.78">8414 11550 147 0,'2'10'387'16,"-2"-1"171"-16,0-2 116 0,0 0-181 15,0-3-201-15,0-2-117 0,3-2-57 0,-3-3-10 16,3-5-8-16,0-5 12 0,0-5 14 15,0-7 27-15,2-3 15 0,2-4-10 0,-1-9 12 16,2-4 10-16,-2-5 1 0,4-5-27 0,-1-4-25 16,0-2-12-16,0-1-3 0,-3 1-21 15,0 2-13-15,-1 2 4 0,-4 7 12 0,1 3 12 16,-4 6-6-16,-2 5-2 0,2 6 6 16,-1 8-5-16,-2 4-11 0,2 4-22 0,-2 7-20 15,0 4-15-15,-4 4-15 0,3 8-11 0,-1 6-8 16,1 6 4-16,-2 5 3 0,1 7 1 0,0 1-1 15,2 5-1-15,0 3-3 0,1 1-3 16,-1 3-2-16,2 0-1 0,0 1 0 0,3 0 1 16,0-4 0-16,0-1-2 0,1-3 0 15,3-6 1-15,0-5 1 0,2-5-3 0,-1-1-1 16,2-5 2-16,1-4 4 0,2-4 0 0,0 0-1 16,1-4-6-16,0 0-11 0,2-4-50 15,1-1-113-15,-1 0-148 0,2 1-273 0,1-1-273 16,2 4-250-16,-1 2-91 0,0 2 285 15,1 5 445-15</inkml:trace>
  <inkml:trace contextRef="#ctx0" brushRef="#br0" timeOffset="177255.85">303 16217 185 0,'5'-11'300'0,"-4"4"123"0,1 1-34 0,-5 0-66 16,1 2-33-16,2 4-9 0,0 0 14 16,0 0 11-16,0 0-2 0,0 0-24 15,0 0-15-15,0 0-16 0,2 8-17 16,4 0-16-16,-1 5 14 0,1 4 10 0,2 3-10 15,0 5-21-15,-1 6-31 0,0 6-24 16,-1 5-31-16,1 5-12 0,1 5 10 0,3 3 12 16,0 5 4-16,2-2 6 0,1 7-15 0,0-3-18 15,0 3-32-15,1-1-23 0,-1 1-18 16,-3 0-20-16,2-3-5 0,-1 1 6 0,-1 0 2 16,2-1-2-16,-2-2-2 0,0 0-3 15,1-2 0-15,0 1-11 0,-3-4-4 0,2 0 0 16,-3-1 1-16,2-4 1 0,-1-1-3 15,-3-4 4-15,1-1-3 0,1-2 4 0,-1-3-1 16,-2-3 0-16,-2-1 1 0,2-4-2 0,0-1 3 16,-2-4-3-16,2-3 2 0,-3 1-2 15,2-4-1-15,-1-2 2 0,0-1-3 0,1-2 2 16,-1-3-3-16,-2 0 3 0,3-2 0 0,-3 0 0 16,1 0 3-16,1-3-2 0,-1 1-2 0,-2-1-2 15,4-1 1-15,-2-1-3 0,-1 1 0 16,-1-6-1-16,0 0 1 0,3 3 0 0,-3-3-2 15,0 0 3-15,4 3 1 0,-4-3 3 0,0 0 1 16,3 3-2-16,-3-3 0 0,5 1 0 0,-5-1 1 16,0 0-2-16,5 3-1 0,-5-3 4 0,4 0 3 15,-4 0-3-15,0 0 0 0,8 2-3 0,-8-2 1 16,6 0 0-16,-6 0 1 0,7 0 0 16,-7 0 2-16,6 0 0 0,3-2 2 0,-4 2-1 15,2-1-3-15,-1-1 5 0,0 2 0 0,2-3 0 16,0 0 1-16,0 2 4 0,0-2 1 0,1 0-1 15,-1 0-3-15,2-2 0 0,2 3 2 16,1-3-3-16,1-1 8 0,-1 1 3 0,4-3 5 16,-1 2 1-16,1-1 3 0,3 1-1 0,0-1-8 15,0-2-2-15,3 0-4 0,-1-1-1 0,5 2-2 16,-2-1-2-16,3-2 0 0,2 2 6 0,2-1 5 16,1-2 1-16,-1 1 4 0,1-2 2 15,-1 4-2-15,-2-2-7 0,1 1-4 0,-2-1-2 0,1 1-4 16,-2-1-1-16,1 1 0 0,-2 0 2 0,0 2-3 15,1-2 0-15,-3 2 0 0,2 0-1 0,-3 1 0 16,1 1-1-16,1-2 1 0,-1 2 1 0,2-1 0 16,0 0 1-16,-1 1 0 0,3 0 0 0,-1 2 0 15,-2-2-1-15,2 2-1 0,-1-2 1 0,2 0-2 16,-3 1 1-16,1 1 1 0,0 0 0 0,0-2 1 0,1 2-1 16,1 0 2-16,-4-1-1 0,4-1-2 15,-1 1 0-15,1 1 2 0,-1 1-1 0,1-2-2 16,-3 1 0-16,3 1 0 0,-2-1 0 0,-2 1-1 15,1-2 0-15,0 2 1 0,-2 0 1 0,1 1-1 16,-4-2 0-16,4 3 0 0,-3-2 0 0,0 1-1 16,-1 0 1-16,-1-1 1 0,-1 2-1 0,-1 0-1 15,-1-1 0-15,-2 1 0 0,-3 1 0 0,-1-3 0 16,-1 3 0-16,-1 0 0 0,-4 0 1 0,0-2 2 16,-2 2-1-16,-2 0 2 0,1 0 8 0,1 0 8 15,-3 0 4-15,0 0 1 0,0 0 1 0,0 0-1 16,0 0-7-16,0 0-7 0,-3 0-3 0,3 0-3 15,-3 2-3-15,1-2-1 0,1 0-3 0,-3 0-4 16,1 0-9-16,0 3-13 0,-3-3-21 0,1 0-54 16,-1 1-69-16,-1-1-82 0,-1 0-137 0,-1 0-175 15,1 0-270-15,0 0-257 0,-3 0-195 16,3-1-25-16,-1-2 386 0,1-2 462 0</inkml:trace>
  <inkml:trace contextRef="#ctx0" brushRef="#br0" timeOffset="177533.86">2658 17701 82 0,'4'-3'294'0,"1"0"134"0,-2 0 121 0,0 0-96 15,2 0-102-15,-2 0-43 0,2-1 30 0,1 1 36 16,2 0 18-16,0-2-3 0,0 2-25 0,0 0-47 16,1 0-50-16,1 0-54 0,-1 2-45 15,2 0-44-15,-1-1-11 0,1 2 3 0,1 2 5 16,-2-1 30-16,0 3 28 0,-3 2 15 0,1 2-11 15,-1-1-15-15,-1 2-26 0,0 1-36 0,-1 1-30 16,-2 3-24-16,0-1-14 0,-3 2-14 0,0 0-8 0,0 2-4 16,-3-2-2-16,0 1-2 0,-2 0-5 0,-1 1 1 15,0-1-4-15,-4 0-13 0,-1 0-51 16,-3-1-64-16,-1-2-72 0,-2 1-140 0,-3 0-183 16,-3-1-304-16,0-1-256 0,-4 0-198 0,-5-2-30 15,-3 0 410-15,-5-2 473 0</inkml:trace>
  <inkml:trace contextRef="#ctx0" brushRef="#br0" timeOffset="178449.93">233 16290 162 0,'10'2'423'16,"-2"-1"253"-16,0 0 207 0,0-1-145 16,1 0-143-16,-1-2-94 0,0-2-49 0,0-3-73 15,-5-1-70-15,0-4-63 0,-3-1-56 16,-3-4-44-16,1-2-47 0,-1-1-33 16,0-1-20-16,0 0-13 0,3 0-7 0,-1 3 16 15,1-1 8-15,1 4 7 0,-1 1 1 16,3 3 2-16,-3 1-2 0,2 3-23 0,-2 2-18 15,0 5-9-15,0 0-6 16,0 0-9-16,0 0-4 0,4-3 2 0,3 3 4 16,1 0 0-16,4 3 4 0,-2 2 6 15,3 2 5-15,1 3-2 0,-3 1 7 0,3 3 5 16,-1 1-2-16,1 3 1 0,-1 1-3 0,-1 0 0 16,1-2-2-16,0 4-3 0,-1-3 1 15,-1 1-28-15,2-2-38 0,-1-2-54 0,-2 1-111 16,-2-6-150-16,-5 1-206 0,0-4-280 15,-3 0-252-15,-4-4-144 0,-4-3 183 0,-2-3 434 16</inkml:trace>
  <inkml:trace contextRef="#ctx0" brushRef="#br0" timeOffset="179297.95">267 15498 43 0,'9'-3'237'15,"-1"-1"122"-15,-3 3 103 0,1-1-111 16,-6 2-121-16,0 0-85 0,0 0-54 0,0 0-15 15,0 0 1-15,0 0 41 0,6 0 34 16,1 0 16-16,1 2 74 0,1-1 30 16,2 3 4-16,2 0-38 0,3 2 51 15,0-1 27-15,1 1-45 0,2 2-49 0,-2 2-4 16,-1-3 21-16,0 1-54 0,0 1-38 16,-5-2-24-16,-2 4 2 0,-1-2-8 0,-5 2-19 15,-3-1-8-15,0 0-2 0,-1 1-4 16,-1-1-14-16,-1 1-10 0,2-1-20 0,-3 0-10 15,3 1-2-15,-2-2 27 0,-1 2 11 16,3-2 3-16,-4-2-1 0,0 1-5 0,-2-1-7 16,-1-1-28-16,0-1-14 0,-2 1-9 15,-1-4-3-15,0 1 2 0,-3-1 1 16,1-2 4-16,-4-2-2 0,2 2-3 0,1-5-1 16,-2 1-2-16,2-2-10 0,2 0-11 15,-1 1-4-15,0-5 0 0,2 3-2 16,3-2 0-16,-3-1 8 0,3-3 8 0,2 0 1 15,-1 0 3-15,4-2-1 16,-3 0-1-16,3-2-1 0,3 0-2 0,0 1 11 16,0-1 6-16,2 0 5 0,1-2 0 15,3 3-1-15,-1 0 0 0,1 1-9 16,2 0-7-16,-1 0-4 0,2 4 0 16,-1-1 4-16,1 3 1 0,2-1-1 0,-1 2-1 15,1 2 4-15,3 0 1 0,-3 1 0 16,3 2-4-16,-1-2 1 0,0 5 6 15,-1-4-2-15,1 2 5 0,1 0 2 0,-1 1 6 16,1-1 2-16,-1-1 0 0,2 0 0 0,-2 0-2 16,0-2-4-16,1 0-3 0,1-1 0 15,-3-3-1-15,1 0 0 0,-2-1-2 16,1-1 4-16,-2-3 1 0,1 0-33 0,-3 1-49 16,-2-2-122-16,-1 1-185 0,0 1-294 15,-5 0-312-15,-2 2-296 0,-1-1-166 0,-2 2 355 16,-1-3 593-16</inkml:trace>
  <inkml:trace contextRef="#ctx0" brushRef="#br0" timeOffset="181448.38">2548 18024 147 0,'2'-1'221'16,"-2"1"11"-16,1 0-30 0,-1-2-34 0,0 2-27 15,2-2-21-15,-2 2-11 0,0 0-8 0,2-2 0 16,-2 2 4-16,1 0-3 0,-1 0 4 0,0 0 4 16,2-3 8-16,-2 3 1 0,0 0 10 0,0-1 11 15,0 1 7-15,0 0 12 0,0 0 12 0,0 0 13 16,0 0 8-16,0 0 7 0,0 0 0 0,0 0-4 16,0 0-10-16,0 0-15 0,0 1-15 0,0-1-23 15,0 3-21-15,0-3-22 0,0 2-22 16,0 2-22-16,0-3-19 0,0 4-9 0,0-1-10 15,1 0-3-15,-1 1 0 0,2 1-4 0,-2 1 0 16,0-1 2-16,2 1 0 0,-1 1-1 0,-1 0-1 16,2 0 0-16,-2 2 1 0,3-1-1 0,-3 0 4 15,4 0-3-15,-2 1 3 0,0 0-3 0,-1-1-2 16,1 2 0-16,1 0-3 0,-1-2 0 0,1 0-1 16,0 1 0-16,0-1 1 0,-1-2-1 0,1 2 1 15,3 0-1-15,-3-2 4 0,0-1-4 0,2 0 2 16,0 0-1-16,-2-2 2 0,2 1-5 0,1-1 0 0,-1-1 0 15,1 1 2-15,1 0-1 0,-1-3-1 16,2 2 2-16,-2-1 1 0,2-1 3 0,-1-1-2 16,-1 1 2-16,3-1 2 0,-2-1 2 0,-1 1 1 0,2-1 2 15,-1-3-1-15,0 3 2 0,1-2-1 0,-2 0 1 16,2 0-3-16,0-1 1 0,-3-1-3 0,1-1 5 16,1 0-2-16,0 0-1 0,-2-1-2 15,0 0-18-15,0 1-44 0,-2-1-66 0,0 0-71 16,0 1-87-16,0 0-98 0,-1 0-100 0,-1 3-155 15,-1 0-123-15,-1 0 8 0,1 1 142 0,-2 1 202 16</inkml:trace>
  <inkml:trace contextRef="#ctx0" brushRef="#br0" timeOffset="181830.31">2504 18130 35 0,'0'0'246'15,"2"-1"140"-15,-1-1 138 0,1 2-79 0,-2-1-112 16,3 1-80-16,-3-2-59 0,1 2-41 0,-1-1-41 15,0 1-37-15,2 0-26 0,-2-2-23 0,3 2-14 16,-3-1-12-16,3 1-8 0,-1-2 1 0,3 2-3 16,0-3 7-16,-1 2 1 0,4-2 0 0,-2 0 0 15,1 0 2-15,1 0 4 0,1-1-1 0,1 0 1 16,-1-2 4-16,2 2-3 0,0-1 3 0,-1-1-3 16,2 0 3-16,-2 0 1 0,1 0 0 0,1-1 4 15,-2 1 2-15,1-2 4 0,2 3 1 0,-2-1 0 16,0 0-12-16,-2-2-51 0,1 3-76 0,-2-1-142 15,1 1-230-15,-1 3-119 0,0-2-2 16,-1 2 128-16,2-2 182 0</inkml:trace>
  <inkml:trace contextRef="#ctx0" brushRef="#br0" timeOffset="182989.78">2971 17912 209 0,'-4'0'345'0,"3"0"145"0,-2 0-15 0,-1 0-100 15,1 0-57-15,0 0-25 0,1 0-8 16,-3 0-1-16,2 0 6 0,-1 0 7 0,1 2-2 16,1-2-10-16,-1 2-21 0,-2-1-21 0,2 0-30 15,0-1-33-15,-1 2-32 0,1 0-33 0,-1-1-22 16,1 0-21-16,1 1-14 0,-3 1-5 0,4-1-6 16,-3 1-3-16,3 0-7 0,-2-2-6 0,-1 3-5 15,1-2-10-15,-1 2-7 0,2-3-3 0,-1 2-3 16,2 0-1-16,-3 0-2 0,3 0 0 0,-1 1-4 15,0-1-2-15,1 2 2 0,-1-2 0 0,2 1-2 16,-3 2 2-16,3-1 4 0,0-1 1 0,0 2-2 16,-2-1-2-16,2 3 1 0,0-1 0 0,0-1 1 15,2 1-1-15,-2 1-2 0,0-2 2 16,2 1 0-16,-1 0 0 0,1 1 2 0,-1 1-1 16,1-2 6-16,1 1-5 0,1 0 4 0,-1-1-3 15,3 2-2-15,-3-1 3 0,3 1-4 0,-1-2 2 16,0 0 13-16,0 0 7 0,2 1 2 0,-2-1-2 15,3 1 4-15,-3-3 1 0,1 1-15 0,2 0-7 16,-2-1-5-16,1-1 2 0,-1 1-4 0,-1-1 2 16,4 0 1-16,-4 0 1 0,1-3 0 0,1 2-1 15,-1 0 3-15,2-1-2 0,-2-2 0 0,1 2 2 16,-1 1-2-16,0-2 2 0,-1-1-2 0,1 1 4 16,-1-1-4-16,0 0-1 0,0-1 4 0,1 1-2 15,0-1 3-15,-1-2-2 0,0 1 4 0,0 2-5 16,-2-2 1-16,4-4 1 0,-4 3-1 0,2-1-19 15,0-1-15-15,0 0-11 0,0 1-20 0,1 0-34 16,-3-2-70-16,0-2-74 0,-3 3-93 0,2-1-109 16,-2 0-131-16,1 1-199 0,-1-1-148 0,2 4 15 15,-2-4 183-15,0 3 254 0</inkml:trace>
  <inkml:trace contextRef="#ctx0" brushRef="#br0" timeOffset="184249.87">3152 18079 114 0,'-1'0'280'0,"-1"-3"117"16,2 0 25-16,-3 0-98 0,3-1-95 0,-3-1-60 16,1-1-39-16,-1-1-8 0,1-1-3 0,-1-1 9 15,1-1-1-15,-1 0 4 0,2-3 12 16,-4 2 3-16,2 0 3 0,2-3-15 0,-3 2-10 0,3 1-19 16,-1 1-17-16,1-1-5 0,-1 4-2 15,0 0 11-15,2 2 21 0,0 1 12 0,0 1 15 16,0 1-7-16,0-1-18 0,0 2-23 0,2 1-27 15,-2 0-17-15,0 1-24 0,2 2-11 0,-1 0-10 16,2 2-2-16,-1 1-2 0,1 1 0 0,2 0-1 16,-1 4-4-16,1-3 2 0,-2 1 0 0,2 0 0 15,0-2-3-15,1 2 3 0,0-3-2 0,-1 2 2 16,0-2-1-16,0-2 2 0,-2-1 2 0,2 0-6 16,-2 0 6-16,3-1 1 0,-3-2 0 0,2 0 1 15,-2-2 2-15,0-3 4 0,1 1-3 16,-1-2 0-16,0 0-2 0,3-1 3 0,-3-2-3 0,0 0-2 15,1 0 0-15,-1 2 0 0,2-1-1 0,-2-2-3 16,2 4 1-16,-1-1 2 0,-1 1-3 0,2 2 2 16,-2 1 1-16,2-2 1 0,-2 2 0 0,1 0-3 15,-1 3 3-15,3-1-1 0,-3-1-3 16,2 2 2-16,0 2 0 0,-1-1-1 0,3 2 2 16,0 0-2-16,-2 0 3 0,0 0 0 0,1 0 1 15,-1 1 1-15,3 1-1 0,-2 0-1 0,-1-1 1 16,0 0-3-16,-2 1-8 0,2 0-17 0,-2-2-24 15,1-1-32-15,-2 1-43 0,1-1-41 0,-3-2-40 16,3 0-32-16,-3 0-25 0,0-2-14 0,2 2-6 16,-2-5-1-16,-2-1-16 0,2 1-16 0,-1-1-16 15,-1-2-19-15,1 1 3 0,-1 0 25 0,0-1 63 16,-2 1 78-16,1-2 83 0,-2-1 66 0,0 2 55 16,0 0 64-16,2 1 69 0,-2 1 70 15,1 0 41-15,-1 0 14 0,4 3-11 0,-1-2-24 16,0 2-19-16,1 2-19 0,1-1-13 0,0 1-24 15,0-1-26-15,0 2-33 0,0-1-36 0,1 1-29 16,-1 0-26-16,2 1-12 0,0-1-5 0,-1 2-4 16,1-1 2-16,1 2 0 0,1-1 2 0,-2 1 0 15,1-2 0-15,0 2 0 0,1 0-2 0,-1-1 2 16,0 1 0-16,2-2 0 0,-2 2-1 0,3-1 3 16,-3-1 0-16,0-1-2 0,2 1 1 0,0-1 1 15,-2 0 0-15,0 0 0 0,2-1-2 0,0 0-1 16,-2-1 3-16,2-1 0 0,-2 2-2 0,0-2 0 15,0 0-1-15,-1 0-1 0,1 0 0 0,0 0 0 16,0 0 2-16,0 1-2 0,-1-1 0 0,-2 2-2 16,1-2 1-16,1 3-1 0,-2-2 0 0,2 2 0 15,-2 0 2-15,1 0 2 0,1 2 2 0,-2 0-1 16,3 0 5-16,-1 1-3 0,-1 2 3 0,1-1-6 16,1 1 1-16,-1 1-3 0,1 0 0 15,1 0 0-15,-2-2-2 0,1 2 2 0,-1-1-1 16,1 1 1-16,0-1-2 0,0-1-6 0,-1-1 5 15,1 0-7-15,-1 0 7 0,1 0-1 0,0-2 4 16,-2-1 0-16,1 0 0 0,1 0 0 0,0-1-17 16,-1-1-28-16,-2 1-39 0,3-2-59 0,-1-1-99 15,-1 0-183-15,-1 2-110 0,0-3-4 0,0 2 99 16,-1-2 143-16</inkml:trace>
  <inkml:trace contextRef="#ctx0" brushRef="#br0" timeOffset="184787.82">3358 17573 178 0,'3'-6'285'0,"-1"3"91"0,1-2-57 15,-2 0-80-15,3-1-59 0,-2 1-39 0,2-1-28 16,0 0-9-16,-2 1-5 0,3-1-3 0,-2-1 0 15,2 2-3-15,-2-1-3 0,0 2-15 0,3-2-17 16,-4 1-9-16,1 2-14 0,0-2-18 0,0 2-6 16,1 0-7-16,-1 0 0 0,0 1-2 0,0 1 30 15,0 0 15-15,0 1 11 0,-1-2 6 0,-1 2 25 16,1 0 33-16,0 2 14 0,-1-2 24 0,-1 1 34 16,2 0 27-16,-1 1 2 0,1 0-13 0,0-1-24 15,-1 2-30-15,1 0-38 0,1 2-30 0,-1-1-28 16,-2 0-21-16,3 2-13 0,1 0-9 0,-2-1-8 15,1 3-3-15,0-1 0 0,2-1-3 16,-2 1-3-16,2 1 0 0,0-2 0 0,1 2 0 16,0 0 0-16,-1-1 0 0,3 0 0 0,1 1 0 15,-1-1 0-15,2 1-5 0,2 0 1 0,1 0 2 16,0 1 2-16,1 0 1 0,-1 2-1 0,2-2 1 16,0 1 5-16,0 1-2 0,0-1-1 0,0 0-2 15,-2 3 3-15,1-2 1 0,-1 0-3 0,-3 0 1 16,2-1 5-16,-4 3-3 0,0-2 1 0,0 2 0 15,-2-1 4-15,-1-1-1 0,-2 1-1 0,-1-2 20 16,-2 2 26-16,0 1 15 0,0-2 5 0,-3-1 3 16,-1 0 2-16,1-1-20 0,-3 0-23 0,-2 0-18 15,2 0-7-15,-2 0-3 0,-3-3-6 16,1 2-15-16,-1-2-44 0,-3-2-78 0,0-1-104 16,-3 2-123-16,-1-2-159 0,1 1-246 0,-4-1-188 15,2-2-24-15,-3 1 194 0,0-2 289 0</inkml:trace>
  <inkml:trace contextRef="#ctx0" brushRef="#br0" timeOffset="186608.54">1018 17905 59 0,'8'-3'296'0,"1"0"153"0,-4 0 125 16,0 2-103-16,-5 1-182 0,4-3-125 0,-4 3-81 16,5-2-40-16,-3-2-24 0,3 1-9 15,-1 0 0-15,-1 0-6 0,-1-1-1 0,1 0 3 16,2-1-2-16,-2 1 2 0,2 0 2 0,-2-1-3 15,3-1 3-15,-1 2 0 0,1-1-6 16,-1 0-29-16,2 1-58 0,0 0-108 0,-4 1-219 16,-1 0-108-16,1 0-7 0,-1 1 97 15,1 1 149-15</inkml:trace>
  <inkml:trace contextRef="#ctx0" brushRef="#br0" timeOffset="187161.46">1468 17344 204 0,'2'-2'393'0,"-1"0"155"0,1-1 26 16,0 1-171-16,-1-2-155 0,-1 4-107 0,2-2-66 16,-2-1-37-16,1 0-19 0,1-2-17 0,-2 3-2 15,3-3-8-15,-1 2 4 0,-2 0 3 0,3-1 1 16,-1-1 0-16,2 1-4 0,-2 0-29 0,-1 0-41 16,1 1-63-16,1 1-113 0,0-2-194 0,4 2-90 0,-4 0 34 15,0-2 112-15,-1 2 141 0</inkml:trace>
  <inkml:trace contextRef="#ctx0" brushRef="#br0" timeOffset="187447.76">1653 16898 178 0,'0'-4'464'0,"2"0"251"15,1 1 167-15,0 1-195 0,-1-2-211 0,-1 4-158 0,1-2-107 16,-2-4-77-16,2 3-65 0,-2-1-36 16,1-1-21-16,-1 0-6 0,0 0-6 0,2-1-3 0,-1-1 0 15,1 2 2-15,0-4-2 0,-1 2-35 0,-1-4-68 16,-1 3-81-16,2-3-98 0,2 3-147 0,0-1-248 15,0 1-106-15,1 0 61 0,-1-2 183 0,0 3 213 16</inkml:trace>
  <inkml:trace contextRef="#ctx0" brushRef="#br0" timeOffset="187646.89">1819 16424 252 0,'-1'-2'446'0,"-1"-2"179"0,2 2 19 16,-1 0-181-16,1 0-176 0,-2 1-115 0,2-2-76 16,0 3-52-16,2-3-30 0,-2 2-14 0,1-1-7 15,1 1 2-15,-2-2-25 0,3 1-41 0,0 1-54 16,-1-2-64-16,5 1-98 0,-3 0-176 0,0 1-97 16,1-2 27-16,-3 2 108 0,3-2 147 0</inkml:trace>
  <inkml:trace contextRef="#ctx0" brushRef="#br0" timeOffset="187978.1">2055 16080 57 0,'3'-1'248'0,"0"-3"109"0,2 2 95 0,-2-2-120 0,1 0-115 16,-1-1-76-16,4-1-45 0,-2 0-21 0,0-1-16 15,1 1-32-15,1 0-17 0,2-2-8 0,-3 0-14 16,2 3-33-16,-1-1-97 0,0 0-201 0,1 0-94 16,-1 1-3-16,1 1 69 0,-1-3 119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EAC61C-9ACC-4A3E-AACC-7FE47BD14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E557801-D028-42DB-911C-7D5D11837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8FDEF5A-A12A-4672-BBD7-3FBF8195C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D5EB289-CE71-444C-BF50-7BC1BDFE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39D32E4-86C1-434B-B468-75E4A45A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95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33C92B-A9D0-4942-9D50-823151FA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3F27F6-3A1A-4870-A900-69F159DE7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6135C39-9710-46C9-9DA7-01370FB93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E1EAB0E-3A34-4C14-8D2F-B1A3D86C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FD445B-799B-4F45-9102-EBF8BC657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040E8A-4C2C-45F6-91CE-7D01C99F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89BFF44-25C2-4B6E-9CD3-34F46E022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DA50B0D-F65E-499C-A01F-6280AABA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F73F40F-D829-4871-AB9A-88556169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ED11716-55F1-426B-8555-552F1CCC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9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D3D2E9-8659-4F50-9F00-C4F92848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05F8D72-CDC3-4BEE-AD41-9D5BAA6BF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693E19A-EE95-4EBF-BD99-E57EB064A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80116D6-A34B-4D34-989C-973A15824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0673BEA-3558-4685-94BE-DB6A6DCA0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BA13952-4CC5-4383-8D56-14576F08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02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F2A058A-9891-4E3F-870D-80B5097E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599B4CC-D784-4571-894E-66155AE9D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B723F66-4BC6-4AA1-A039-0E7A0B314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320B00B-E18E-46B6-B1D5-ADB0AB272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59E7243-F1DD-4F87-B597-61776B577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6FE23601-C5A5-4D7E-B640-CFBDCF56E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AA5C514-8629-403F-AE68-183C5695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060B994-735C-444F-9ABC-FB493D64B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65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4CE1FD-90FF-4D6C-B62D-C1051B75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0DC423C8-E3CD-4C9D-BA60-320642117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89D215F-ABE3-4D1B-AC2B-C7862F5A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11C2986-367A-4AC9-9295-83708AD8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0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A9A060D-1886-4BE1-9E9C-AB52D5B8A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1590D35-0171-4339-8DDB-899C4961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08BBCD0-8D65-4182-8568-D51F81B2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95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CEE710-2D38-47F6-B68C-EBE064B76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EDEDB0-EC6C-426B-94C2-507217A52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0CC4023-9763-4CC6-A156-489BBDA2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8C0FFF8-B004-40B4-AD13-D08B9423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DFF28D9-0D62-4D85-B772-4D8BBB57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29E3F4B-C961-4102-A1E8-4E5CF532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92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F88208-D4FD-431C-AAA6-EE6C5C61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5263CB4-0FA7-448F-B85F-E9398EE5FA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E2C1F8A-140A-45C8-9114-0087F23DB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C105418-0E65-4C6F-A0C9-9A10A99D9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F9C461E-F2E8-4398-B40C-0715E4D8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1BE1C9B-24B4-4E25-B5D6-E6902207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18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56E261-F345-4E85-8C3A-3AD5130F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FDB6C15-ADD1-4484-AA95-03F1B7F86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BCBAA29-07D5-4FA1-BA15-2EDCD0134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3FCB63-CCA7-47E6-B288-6EBBCD6DD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C9257E-FFC1-4FEB-B49E-65A65D05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46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F5A6AC8-78C7-4583-B49B-5E746FD70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BDC5651-DE01-4C1D-917E-1D1D83A2B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A247DA2-D160-4E56-AABE-780554252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2F64C92-8F80-49C7-B7EE-067DC27B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64DFF86-B3A7-4876-A514-7E63D3DF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3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63C92B4-7F99-4696-9DD2-64E80369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9F4F8B0-495F-424F-8417-A1F74F3DA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2B04190-6A96-4A2D-BCDC-038D954B8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08C3CA7-54D4-4155-AC97-CCAC9D304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F79E16E-D4B5-4762-BCB7-3CB86F8A4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97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FB2264DA-1A2C-464B-91E7-A16F4726D2AA}"/>
                  </a:ext>
                </a:extLst>
              </p14:cNvPr>
              <p14:cNvContentPartPr/>
              <p14:nvPr/>
            </p14:nvContentPartPr>
            <p14:xfrm>
              <a:off x="300960" y="477720"/>
              <a:ext cx="11094480" cy="61077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FB2264DA-1A2C-464B-91E7-A16F4726D2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600" y="468360"/>
                <a:ext cx="11113200" cy="612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409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B4582CC2-AD36-4053-A673-7F9D62D81A5F}"/>
                  </a:ext>
                </a:extLst>
              </p14:cNvPr>
              <p14:cNvContentPartPr/>
              <p14:nvPr/>
            </p14:nvContentPartPr>
            <p14:xfrm>
              <a:off x="72720" y="438840"/>
              <a:ext cx="10766160" cy="58982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B4582CC2-AD36-4053-A673-7F9D62D81A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60" y="429480"/>
                <a:ext cx="10784880" cy="591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380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CF5148E0-D61C-4740-A48E-E08F852B750C}"/>
                  </a:ext>
                </a:extLst>
              </p14:cNvPr>
              <p14:cNvContentPartPr/>
              <p14:nvPr/>
            </p14:nvContentPartPr>
            <p14:xfrm>
              <a:off x="542880" y="438840"/>
              <a:ext cx="9456840" cy="47260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CF5148E0-D61C-4740-A48E-E08F852B75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3520" y="429480"/>
                <a:ext cx="9475560" cy="474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89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BDB7411F-0A38-4163-8F7D-40FDDCE9EEEF}"/>
                  </a:ext>
                </a:extLst>
              </p14:cNvPr>
              <p14:cNvContentPartPr/>
              <p14:nvPr/>
            </p14:nvContentPartPr>
            <p14:xfrm>
              <a:off x="319680" y="735840"/>
              <a:ext cx="9189360" cy="562572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BDB7411F-0A38-4163-8F7D-40FDDCE9EE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0320" y="726480"/>
                <a:ext cx="9208080" cy="564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493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20BA0AB4-B9BB-4AA1-B9DB-99720F7FD324}"/>
                  </a:ext>
                </a:extLst>
              </p14:cNvPr>
              <p14:cNvContentPartPr/>
              <p14:nvPr/>
            </p14:nvContentPartPr>
            <p14:xfrm>
              <a:off x="184320" y="227160"/>
              <a:ext cx="11414880" cy="65451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20BA0AB4-B9BB-4AA1-B9DB-99720F7FD3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960" y="217800"/>
                <a:ext cx="11433600" cy="656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9101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AEC9DFD7-61C3-4B69-B1BF-D4E708A3768F}"/>
                  </a:ext>
                </a:extLst>
              </p14:cNvPr>
              <p14:cNvContentPartPr/>
              <p14:nvPr/>
            </p14:nvContentPartPr>
            <p14:xfrm>
              <a:off x="1280160" y="421560"/>
              <a:ext cx="9700920" cy="57340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AEC9DFD7-61C3-4B69-B1BF-D4E708A376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0800" y="412200"/>
                <a:ext cx="9719640" cy="575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3911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7DFDA58D-CB0E-4B79-A749-DB706566A95A}"/>
                  </a:ext>
                </a:extLst>
              </p14:cNvPr>
              <p14:cNvContentPartPr/>
              <p14:nvPr/>
            </p14:nvContentPartPr>
            <p14:xfrm>
              <a:off x="159840" y="287640"/>
              <a:ext cx="11385360" cy="61484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7DFDA58D-CB0E-4B79-A749-DB706566A9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480" y="278280"/>
                <a:ext cx="11404080" cy="616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2416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E504CA97-CCC8-4758-A714-56C21CE1CDA4}"/>
                  </a:ext>
                </a:extLst>
              </p14:cNvPr>
              <p14:cNvContentPartPr/>
              <p14:nvPr/>
            </p14:nvContentPartPr>
            <p14:xfrm>
              <a:off x="80640" y="547560"/>
              <a:ext cx="10478160" cy="631080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E504CA97-CCC8-4758-A714-56C21CE1CD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280" y="538200"/>
                <a:ext cx="10496880" cy="632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240347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331022F6-5707-41E2-A63F-DB8B7F2632F1}"/>
</file>

<file path=customXml/itemProps2.xml><?xml version="1.0" encoding="utf-8"?>
<ds:datastoreItem xmlns:ds="http://schemas.openxmlformats.org/officeDocument/2006/customXml" ds:itemID="{A677C004-4A5A-4F26-A4BD-429D280FE09E}"/>
</file>

<file path=customXml/itemProps3.xml><?xml version="1.0" encoding="utf-8"?>
<ds:datastoreItem xmlns:ds="http://schemas.openxmlformats.org/officeDocument/2006/customXml" ds:itemID="{B1B6C315-55B5-4265-95F4-BA67F5C6F4D3}"/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0</Words>
  <Application>Microsoft Office PowerPoint</Application>
  <PresentationFormat>Panoramiczny</PresentationFormat>
  <Paragraphs>0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LG</dc:creator>
  <cp:lastModifiedBy>LG</cp:lastModifiedBy>
  <cp:revision>3</cp:revision>
  <dcterms:created xsi:type="dcterms:W3CDTF">2021-11-09T14:17:14Z</dcterms:created>
  <dcterms:modified xsi:type="dcterms:W3CDTF">2021-11-09T15:53:02Z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