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78" autoAdjust="0"/>
    <p:restoredTop sz="94660"/>
  </p:normalViewPr>
  <p:slideViewPr>
    <p:cSldViewPr snapToGrid="0">
      <p:cViewPr varScale="1">
        <p:scale>
          <a:sx n="83" d="100"/>
          <a:sy n="83" d="100"/>
        </p:scale>
        <p:origin x="37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ustomXml" Target="../customXml/item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0-25T06:23:32.727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1089 885 67 0,'0'0'320'0,"0"0"208"0,0 0 224 15,0 0 23-15,0 0-78 0,0 0-68 0,0 0-53 16,0 0-13-16,0 0-31 0,0 0-80 0,0 0-87 16,0 0-68-16,0 0-59 0,0 0-66 15,0 0-60-15,0 0-33 0,0 0-16 0,8 0-8 16,-2 0-3-16,2 0-1 0,0-2-1 0,3 1-1 15,0 1-5-15,0-2-3 0,3 0-2 0,-1 1-5 16,1 1-5-16,-1 0-3 0,1 0-5 16,-1 1-4-16,0-1-3 0,-3 4-1 0,0-1 0 0,-2-2 0 15,-2 4 2-15,-1-1 2 0,-2 1 2 0,0 2 1 16,-3 0-1-16,0 3 0 0,-3-1 0 0,0 4-1 0,-2 1-1 16,-3 2-1-16,2 2-2 0,-2 3-2 0,-2 2-3 15,-4 2-1-15,0 1-2 0,-3 4-2 16,-2 0-1-16,1-1 1 0,-2 5-2 0,2-2 1 15,-2 0 0-15,1 0 0 0,3-4-1 0,2 0 0 16,1-2 0-16,5-5 0 0,-1 0-1 0,4-3 0 16,0-3 0-16,4 0 0 0,1-3 0 15,1-2 0-15,4 1 0 0,0-3 1 0,3-1 0 16,1-2 0-16,1 1 1 0,2-1 0 16,1-3-1-16,1 1 0 0,0-1 0 0,2-1 0 15,2-1 0-15,-1-1 2 0,2-1 2 0,0-1 2 16,-3 1 0-16,3-3 0 0,-4 2 1 0,0-1-7 15,-1-1-5-15,0 2-1 0,-1-2-2 0,1 0-2 16,-1 2-1-16,-1-1 1 0,-4 1-1 0,0 0-5 0,0 2-8 16,0-3-12-16,0 4-17 0,0-1-23 0,0 1-40 15,1 0-66-15,-1 0-71 0,-8 0-127 0,-1 0-182 16,-1 0-298-16,-3 0-294 0,5 0-213 0,0 0-91 0,-3-1 416 16,1-1 567-16</inkml:trace>
  <inkml:trace contextRef="#ctx0" brushRef="#br0" timeOffset="486.54">1664 1021 195 0,'4'-7'637'0,"-1"1"388"15,0 1 149-15,-3-2-214 0,0 5-236 16,2-4-126-16,-2 1-100 0,4 4-80 0,-2 0-65 0,-1-1-54 16,-1-1-60-16,-1 2-77 0,-1-1-55 0,2 0-31 15,-3 1-15-15,2 1-7 0,1 0-5 0,-2 1-3 0,0 4-3 16,1 2-3-16,-1 4-3 0,1-2-4 0,-1 5-2 15,-1 1-2-15,1-1-3 0,-1 6-1 0,0 0-1 16,1 2-3-16,2 1-1 0,-3 3 0 0,0-1-2 16,2 1-3-16,-1 4-1 0,0-2-1 0,1 0-3 0,1 1-2 15,-2-1-2-15,4-1 0 0,-2 0-2 0,3-1-1 16,0-2 1-16,3-2-1 0,-1-3-1 0,1 1-1 16,2-2 0-16,3-3-1 0,-1-1 0 0,1-2 1 15,3-4-1-15,1 3 1 0,0-9 0 0,1 2 0 16,3-4-2-16,1-4 0 0,1 2 0 0,1-9 0 0,0 3-1 15,1-3 0-15,0-2-3 0,-1-2-2 0,2 0-6 16,-3-2-6-16,1-1-9 0,-2 1-10 0,-2-2-12 16,2 1-15-16,-5-1-28 0,2 1-57 0,-4 0-63 15,-1 2-103-15,-4-3-166 0,0 3-267 0,0-1-313 16,-4 2-244-16,1-2-177 0,-3 0 238 0,-2 1 593 16</inkml:trace>
  <inkml:trace contextRef="#ctx0" brushRef="#br0" timeOffset="735.03">1703 927 116 0,'-10'6'673'15,"2"0"446"-15,-1-1 110 0,2-3-124 0,2-2-388 0,4 3-185 16,2-1-113-16,4-1-69 0,0 4-41 16,4-4-34-16,-1 1-41 0,0-1-82 0,3-2-51 0,0 1-28 15,2-3-15-15,3-1-14 0,-2 3-8 0,5-3-8 16,-3 1-7-16,3 0-6 0,1-3-7 0,1 3-3 0,-1-2-2 15,1 1-1-15,-2 1-3 0,2-1-1 0,-3 0 1 16,0 2-1-16,-1-2-1 0,-2 3-1 0,-1 1-4 16,-3 0-8-16,-2 1-19 0,-1 3-41 0,-3-1-68 15,-2 4-88-15,-5-3-156 0,-1 3-245 0,-6 0-311 0,1 0-306 16,-2 4-205-16,-4 1 82 0,0 1 572 0</inkml:trace>
  <inkml:trace contextRef="#ctx0" brushRef="#br0" timeOffset="929.66">1630 1305 376 0,'1'9'872'0,"1"-2"283"16,1-1-11-16,-1-1-274 0,-1-4-325 0,2 1-216 0,5-2-56 15,0 0 9-15,3 0 3 0,5-3-16 0,-2-1-27 16,2 2-36-16,0-4-58 0,4 0-56 0,-2 0-38 0,4-2-24 16,0-1-12-16,3 1-7 0,-2 0-5 15,2 0-2-15,0-1-9 0,-1 2-44 0,-1 0-72 0,0 1-89 16,-3 1-162-16,2 4-299 0,-4-1-325 0,2 4-295 15,-1-1-160-15,-1 2 181 0,-1 0 611 0</inkml:trace>
  <inkml:trace contextRef="#ctx0" brushRef="#br0" timeOffset="1532.23">2393 1014 332 0,'-1'1'944'0,"1"1"442"0,-2-2 27 15,4 3-272-15,-1 0-376 0,-1 0-270 0,2-1-150 16,-1 2-107-16,-1 2-72 0,2 1-57 0,0 0-30 16,1 5-19-16,-2 1-12 0,3 4-7 0,-1 0-6 15,0 5-4-15,0 3-6 0,0 3-5 0,0 5-4 16,-1 0-2-16,-1 2-4 0,1 2-1 0,0 0-2 16,-1-2-1-16,1 0-2 0,-1-5 0 0,1 0-1 15,1-5-1-15,-1-2-1 0,-1-4-1 0,1-4-1 16,-2-2-1-16,2-3 2 0,-2-4 2 0,0-3 0 15,-2-5 0-15,2-5 0 0,0-6 1 0,0-3 0 16,0-7-1-16,0-2-1 0,0-8 0 0,0-3 0 0,2-3-1 16,-1-3 0-16,2-3-1 0,2-2-1 15,1 3 0-15,-1-1 0 0,3 3 0 0,1 3 0 0,1 3 0 16,-2 3 0-16,3 3 0 0,0 4 0 0,-1 2 0 16,2 2 0-16,-1 5 0 0,-1-1 1 0,4 3-1 15,-3 3 0-15,3 3 1 0,-1 2-1 0,-2 1 1 16,3 3 1-16,-3 0 0 0,2 3 0 0,-2 3 1 15,0-2 0-15,0 4 1 0,0 1 0 0,-3 0 0 16,1 1 1-16,-1 4 1 0,-3-1 0 0,0 2 1 16,-2 2 0-16,-3-1 2 0,0 5 0 0,-3 0 3 0,-2 1 2 15,-3 1 0-15,-1 3 1 0,-1-1-1 0,-4 2-1 16,-2 1-2-16,0 3-2 0,-4-1-3 0,1 1 3 16,-2 0 1-16,1 2 1 0,1-4 0 0,1 0 0 15,0-2 1-15,3-2-3 0,0-1-3 0,3-1-2 16,1-1-1-16,2-2 0 0,2 0-1 0,4-4 0 15,0-1 0-15,3 1 0 0,3-2 0 0,0-1-1 16,2 1 1-16,6-3 0 0,0 2 0 0,1-2 0 16,3-4-1-16,3 2 0 0,1-4-1 0,3-1-1 15,-2-1 0-15,6-3 3 0,-1 0 1 0,0-3-10 16,2-2-14-16,1 2-15 0,-4-5-49 0,3-1-81 16,-2 1-120-16,2-1-207 0,-2-3-292 0,2 1-363 15,-3-1-329-15,3-3-132 0,-3 1 385 0,3-3 720 0</inkml:trace>
  <inkml:trace contextRef="#ctx0" brushRef="#br0" timeOffset="1862.39">3184 1075 387 0,'-8'15'1358'0,"-2"2"395"0,2 1-259 0,-1 1-350 16,0 4-471-16,0 4-282 0,0 0-173 0,3 5-80 15,1 2-42-15,4-1-23 0,2 1-19 0,2-2-16 16,4-1-15-16,5-2-10 0,1-1-6 0,4-4-8 15,1-1-4-15,4-5-4 0,1-4 2 0,3-3 3 16,-2-5-2-16,1-3-1 0,2-5 2 0,-4-3-1 16,1-4-5-16,-3-6-4 0,-2-2-1 0,-2-4 1 15,-3-1-1-15,-2-5 1 0,-2-1 6 0,-3 0 6 16,-4-2 3-16,0 0 3 0,-3 0 4 0,-5 0 5 16,0 0 3-16,-5 0 4 0,0 0 4 0,-1 0 0 15,-6 2-2-15,1-1-3 0,-3 2-3 0,-3 2-5 0,2 3-3 16,-3 3-2-16,1 4-2 0,0 3-3 0,1 5-1 15,-1 5-1-15,3 4-2 0,0 5 1 0,2 2-2 16,2 5-1-16,0 2-7 0,4 2-17 0,-1 5-31 16,3-1-74-16,0 2-101 0,2 0-196 0,1 1-290 15,0-2-342-15,4 3-381 0,-1-4-196 0,3 2 267 16,0-1 757-16</inkml:trace>
  <inkml:trace contextRef="#ctx0" brushRef="#br0" timeOffset="3812.25">6795 6378 221 0,'0'0'507'15,"-2"0"290"-15,1 0 235 0,-2 0-151 0,3 0-180 16,-2 0-135-16,2 0-54 0,-1 0-54 16,1 0-70-16,0 1-69 0,0 1-55 0,0-1-43 15,0 1-58-15,-2 0-52 0,2 3-44 16,0 0-27-16,0 1-12 0,0 1-10 0,0-2-5 15,2 0-4-15,-1 4-2 0,1-2-4 0,1-1 0 16,-2 0-3-16,2-2 0 0,1 1-1 0,-1-2-1 16,0-1 0-16,2 2 0 0,-2-3 1 15,0-1 2-15,3 0 0 0,-1-3 1 0,-2 0 2 16,1 0 1-16,0-1 4 0,-2-1 4 16,1-2 4-16,-1 0 5 0,-1 1 6 0,1-3 6 15,-2 4 4-15,-3-3 4 0,1 4 2 0,1-4 0 16,-3 4-1-16,1-1-4 0,0 2-3 15,-2 0-7-15,2 0-4 0,-3 2-5 0,3 1-5 16,0 0-4-16,-1 0-5 0,1 1-3 16,0 1-3-16,1 2-2 0,1-1 0 0,-1 3-1 15,2 0 0-15,0 0 2 0,0 2-1 0,0-2 0 16,2 1-2-16,-1-1 1 0,1-1-2 16,1-1 1-16,0-1 0 0,2-1 2 0,-2-2 1 15,3-2 2-15,-1-1 1 0,0-2 0 0,1-3 1 16,-1-1 0-16,0-2 0 0,-1 1 2 15,0-1-1-15,-3 1 0 0,1-1 1 0,-2 1 11 16,0 0 8-16,-2 2 7 0,-1 3 6 0,-3-1 4 16,0 0 2-16,-1 2-7 0,-1 0-5 15,-3 3-7-15,2 1-5 0,-1 0-5 0,-1 3-3 16,0 1-5-16,1 2-2 0,1 0-5 16,1 1-3-16,2 4-3 0,1-4-2 0,2 2 3 15,1 0-1-15,2 0-5 0,2 0-18 0,1-1-34 16,0 0-80-16,4-3-173 0,-1 1-271 0,3-4-335 15,1 1-429-15,1-3-448 0,-2-3 8 16,1 3 889-16</inkml:trace>
  <inkml:trace contextRef="#ctx0" brushRef="#br0" timeOffset="5760.57">6673 6254 50 0,'-3'-1'572'0,"0"1"481"0,0 0 192 16,0 0-90-16,-2 0-376 0,0 0-285 0,0-1-165 15,2 1-84-15,-2 0-54 0,-1-2-31 16,3 0-31-16,-3 0-40 0,1-2-35 0,0 0-40 16,0-3-46-16,-1 1-47 0,2-2-45 15,-3 0-107-15,1-2-165 0,-2 0-300 0,-3-1-252 16,1 0-235-16,-1 1-125 0,0-2 299 0,-2 2 508 16</inkml:trace>
  <inkml:trace contextRef="#ctx0" brushRef="#br0" timeOffset="5946.12">6256 5967 81 0,'-8'-3'580'0,"1"0"430"16,-2 3 175-16,1-2-67 0,0-1-405 0,0 0-281 16,-1 2-175-16,3-3-99 0,-1 2-55 15,1-3-43-15,-2 0-25 0,2 0-20 0,1-3-15 16,-1 1-48-16,-1-4-96 0,0 3-155 0,0-3-234 15,-1 0-281-15,0 1-254 0,-1-1-128 16,-1-1 216-16,1 2 442 0</inkml:trace>
  <inkml:trace contextRef="#ctx0" brushRef="#br0" timeOffset="6142.4">5868 5685 373 0,'-7'-3'702'0,"0"-1"278"15,-1 0 74-15,2-2-318 0,-3-1-252 16,2 0-164-16,1 0-102 0,-1-4-82 0,0 1-55 16,1-3-40-16,-1-3-58 0,-1-3-88 15,0 1-117-15,-1-3-166 0,1 0-293 0,-2 0-237 16,1 0-119-16,-2-1 116 0,1 2 320 16</inkml:trace>
  <inkml:trace contextRef="#ctx0" brushRef="#br0" timeOffset="6281.64">5468 5257 286 0,'-12'-4'700'16,"-1"-1"302"-16,1 0 77 0,1 1-224 15,-1-1-319-15,0-1-183 0,2-2-117 0,2-1-69 16,-1 2-47-16,4 1-37 0,2-1-35 0,1-2-78 16,2 2-119-16,2-1-154 0,1 4-302 15,1-2-263-15,0 3-231 0,4 0-42 0,1 1 308 16,1 2 414-16</inkml:trace>
  <inkml:trace contextRef="#ctx0" brushRef="#br0" timeOffset="7260.63">7040 6253 332 0,'0'1'739'0,"0"-1"281"0,0 2 41 15,0-2-288-15,0-2-302 0,0 1-207 16,0-2-126-16,2-1-69 0,-1-1-38 0,1-4-18 16,1 2-13-16,0-4-31 0,2 1-59 15,0-2-94-15,-2-2-131 0,3 3-259 0,-1 0-241 16,0 0-150-16,-2 2 44 0,2 1 262 0,-2-2 314 16</inkml:trace>
  <inkml:trace contextRef="#ctx0" brushRef="#br0" timeOffset="7428.86">7231 5941 133 0,'4'-6'551'0,"-1"2"319"0,0-1 131 0,-1-1-127 16,1 2-329-16,-2-2-244 0,3-1-149 16,0-1-71-16,2-3-36 0,1 0-25 0,-1-1-10 15,2 1-27-15,1-4-57 0,1 2-86 0,0-3-116 16,0 2-202-16,0 1-254 0,0 1-149 0,0 2 16 15,2 0 208-15,-3-1 278 0</inkml:trace>
  <inkml:trace contextRef="#ctx0" brushRef="#br0" timeOffset="7580.05">7523 5598 122 0,'4'-3'356'15,"2"0"171"-15,-3 0 121 0,2 0-177 0,-3 1-169 16,3-3-131-16,-2 3-74 0,2-2-42 0,2 0-27 15,-2 0-11-15,3-2-41 0,-1 0-76 16,3 1-152-16,-2-2-215 0,0 1-110 0,2 0-8 16,2 0 119-16,0-2 176 0</inkml:trace>
  <inkml:trace contextRef="#ctx0" brushRef="#br0" timeOffset="7780.91">7913 5251 305 0,'5'-6'653'0,"0"-1"267"16,-2 1 95-16,-2-2-262 0,4 4-253 0,-2-5-175 16,-2 4-109-16,3-3-68 0,-1 0-48 15,3-1-40-15,-1-2-27 0,3 1-13 0,-2-1-11 16,2-2-7-16,0 0-18 0,3-1-46 16,-3 0-72-16,3-3-86 0,0 0-104 0,2-3-161 15,-2 1-262-15,5 0-149 0,-2-3 8 0,0 2 182 16,1 1 264-16</inkml:trace>
  <inkml:trace contextRef="#ctx0" brushRef="#br0" timeOffset="10162.4">5230 6479 48 0,'6'2'236'0,"2"-2"115"15,1 0 103-15,-1 0-120 0,0 0-100 16,0 0-60-16,3 0-32 0,-3 0-28 0,2 0-18 16,1 0-6-16,-2 0-20 0,1 0-16 15,2 0-7-15,-2 0-7 0,1 0 12 0,0 0-4 16,0 0 24-16,0 0 11 0,0 0 6 0,0 0 2 15,2 0-5-15,-2 0 8 0,0 3-18 16,1-3-12-16,0 2-2 0,-3-2-3 0,2 3-5 16,-1-1-20-16,1-1-10 0,1 0-3 15,-2 0-9-15,0 2 0 0,0-1-6 0,2-2 0 16,-3 2-23-16,4 0-14 0,-2-1-5 0,1 0-5 16,-2-1-5-16,1 2-1 0,0 0 23 15,0-1 11-15,0-1 3 0,2 3 6 0,-2-2 3 16,-1 1-1-16,2-1 0 0,-1 2 2 0,0 0 4 15,0-1-3-15,1 1-1 0,0-2 2 0,-1 2-2 16,-1-1-2-16,2 0-1 0,-1 0 1 16,-1 1 0-16,2-2-1 0,0 3 3 15,0-3-2-15,-1 0-2 0,0-1 3 0,2 2 1 16,-2-2-2-16,-1 2 25 0,2-2 16 16,-1 0 10-16,3 1 4 0,-4-1 2 0,3 1 3 15,-1 1-22-15,1-2-12 0,-1 3-8 0,1-3-1 16,0 0-1-16,1 0-1 0,-1 0-1 0,2 2 1 15,-2-2 22-15,1 0 7 0,1 0 7 16,-1 0 0-16,-2-2 0 0,1 2-1 0,0 0-23 16,-2 0-9-16,3 0-12 0,-3-3 1 0,0 3-3 15,0 0-2-15,-1-2-2 0,-2 2-1 16,1 0 0-16,-1 0 0 0,0 0 1 0,0 0 2 16,-2-1 0-16,2 1-1 0,-3 0 1 15,3 0 0-15,-2-1 0 0,0 1 20 0,2 0 13 16,-3-2 7-16,2 2 1 0,-1-2 26 15,3 2 11-15,-1 0-15 0,-1-1-6 0,3 0-3 16,-2-1-4-16,2 0-19 0,1 2-13 0,0-1-5 16,0 0 15-16,2-1 9 0,-1 2 8 15,1-2 1-15,3 1 2 0,-2 0 1 0,2 1-19 16,-2-2-11-16,2 1-6 0,0-1-4 0,1 1-2 16,0-2-1-16,1 1 1 0,-1-1 1 15,1 0-3-15,-1 0 2 0,2 2 0 0,0-3-2 16,-2 0-2-16,1 2-2 0,-1-4 2 15,-1 3-3-15,1 1 1 0,-2-1 2 0,0 0-1 16,-2 1-1-16,3 2 13 0,-5 0 13 0,3 0 3 16,-3 0 12-16,2 2 6 0,-1 1 5 15,0-1-10-15,-3 0-9 0,4-1-6 0,-2 2-7 16,1-1-8-16,-2 0-3 0,1 0-2 16,1-2-4-16,1 0 0 0,-1 0-3 0,0 0 1 15,1-2 2-15,1 0-1 0,-3 0 10 0,3 2 3 16,-1-3 7-16,1 2 6 0,0 0 5 0,-1 0 2 15,3-1-1-15,-2-1-1 0,0 3-1 16,1 0-11-16,0 0 0 0,0 0-5 0,0-2-3 16,0 2 2-16,0 0-3 0,1 0 1 15,0 2-2-15,-2-2 2 0,2 0-5 0,0 0-4 16,-2 0-1-16,2 3 0 0,0-3 0 0,-2 0-1 16,2 2 4-16,-2-2 1 0,0 1 0 15,0-1 2-15,2 0-1 0,-2 1 0 0,1-1 1 16,1 1-3-16,-2-1-1 0,2 0-5 15,-2 3 3-15,0-3-1 0,0 0 3 0,2 2 4 16,-2 0 3-16,2 0 6 0,-1-1 0 0,0 2 3 16,0-1-5-16,2 0 0 0,-3 0-8 15,3 1 0-15,-1-2-5 0,3 2-4 0,-2-1 1 16,-1-1-2-16,3-1 14 0,-1 0 9 16,2 0 9-16,-1-1 12 0,0-1 2 0,2-1 3 15,-2 0-9-15,1 2-13 0,-1-2-9 0,0 0-8 16,2 0-5-16,-1-2-1 0,-2 3-3 0,2-2 6 15,-2 0 0-15,2 1-3 0,1 1 5 16,-2-1-2-16,1 0 2 0,-1 2-6 0,-1-1 2 16,-1 0 2-16,1 1-1 0,-1 0-1 15,-1 1-4-15,-2-2 4 0,0 2-3 0,-3 0 0 16,0 0-3-16,-3 0 2 0,3 0 5 0,-4 0-2 16,-1 2 5-16,-1-2 32 0,0 1 40 15,1 0 24-15,-3-1 14 0,0 2 7 0,0 0-4 16,0-2-27-16,1 1-32 0,-1 2-21 15,-2 0-13-15,3-3-9 0,-3 2-6 0,2 1-4 16,0 0-3-16,-1-2-1 0,-1 0-2 0,1-1-4 16,0 3 1-16,-1-3 1 0,1 0-1 15,-1 0-1-15,1 0 2 0,1 2 0 0,-1-2 0 16,1 0 0-16,-1 0 3 0,2-2-2 0,-2 2-1 16,1 0 1-16,0 0 1 0,0 0 1 15,-1 0-3-15,1 0 2 0,-1 0-1 0,1 0 1 16,-1 0 1-16,-1 0-2 0,-1 0 2 0,3 0 0 15,-3 0 0-15,0 0 0 0,0 0 1 16,0 0-1-16,0 0 1 0,0 0 0 0,2 0 0 16,-2 0 0-16,0 0-1 0,0 0 0 15,-2 0-3-15,2 0-1 0,0 0-1 0,0 0-1 16,0 0-3-16,0 0 0 0,-1 0-7 0,-1 0-31 16,1 2-61-16,-1 2-52 0,0-2-77 15,-1 0-141-15,0 1-212 0,-2 0-281 0,2-2-226 16,-2 2-213-16,1 0 9 0,-1-1 439 15</inkml:trace>
  <inkml:trace contextRef="#ctx0" brushRef="#br0" timeOffset="11060.52">5848 5678 165 0,'3'-4'538'15,"0"2"385"-15,-3-2 232 0,2 1-168 16,-2-1-193-16,-2 2-106 0,1 2-123 0,-2 0-121 16,-1 0-93-16,-2 0-66 0,0 0-72 15,-2 0-78-15,0 0-45 0,0 2-29 0,-1 4-17 16,-1-1-15-16,-1 2-8 0,0 2-5 0,0 1-5 16,-2 2-2-16,2 1 3 0,0 3 3 15,-3 2 1-15,3 1-3 0,-2 5 0 0,-1 4-3 16,3 1-7-16,-3 4-4 0,1 3-3 0,-1 2 3 15,4 1-2-15,-1 0 2 0,0-2 1 16,5 1 1-16,-2-2 1 0,3-5-3 0,2-1-1 16,1-6 0-16,2-3-1 0,0-2-2 15,2-5 0-15,1-2 1 0,2-3 1 0,0-1-3 16,1-4-7-16,-1-1-17 0,1-2-40 0,0-2-63 16,-1 0-58-16,0-4-73 0,-2 0-121 15,0-2-172-15,-3 1-269 0,2-1-211 0,2 1-216 16,-2-1-67-16,1-1 344 0,2-1 504 0</inkml:trace>
  <inkml:trace contextRef="#ctx0" brushRef="#br0" timeOffset="11461.75">5894 5857 28 0,'3'-7'547'0,"0"2"498"0,-3 2 224 0,0 2-51 16,0-1-323-16,0 4-273 0,-3 0-192 0,2 5-103 16,-3 2-61-16,3 4-55 0,-2 4-59 15,1 5-53-15,-1 3-38 0,1 7-25 0,2 3-13 16,0 4-10-16,3 1-4 0,-1 4-7 0,3-1-7 16,1-2-1-16,3-3-4 0,-2-2-4 15,2-9-3-15,2-2 12 0,2-7 2 0,-2-5 5 16,2-5 8-16,-2-5 3 0,1-5 3 0,-2-4-4 15,0-5 0-15,0-5-3 0,-2-4-5 16,0 0-3-16,0-3-1 0,0-1-2 0,-2-1-1 16,-1 1 3-16,-2 1 2 0,1-1 6 15,-3 2 5-15,1 1 5 0,-4 0 1 0,2 3 1 16,-3-1 1-16,0 2-5 0,-2 2-3 0,0-1-3 16,0 3-2-16,-4 1-7 0,4 2 1 15,-1 1 1-15,-2 3-3 0,2 1-2 0,-2 2-2 16,2 3 0-16,-3 1-39 0,0 4-68 15,1 3-67-15,-3-1-124 0,0 4-218 0,2-1-317 16,-1 1-308-16,-1-1-221 0,0 1-85 0,1-2 430 16,0-2 602-16</inkml:trace>
  <inkml:trace contextRef="#ctx0" brushRef="#br0" timeOffset="11645.38">5810 6156 241 0,'5'4'817'16,"-2"-1"370"-16,2 0 22 0,-2-2-203 16,2 3-427-16,2-3-283 0,-2 0-149 0,3-1-69 15,2 0-36-15,4-1-15 0,0 0-12 0,3-3-6 16,3 0-4-16,0 0-11 0,2-2-49 0,-1 0-109 16,4 1-196-16,-1 1-287 0,1 0-262 15,3 2-238-15,-1 0-36 0,3 1 353 0</inkml:trace>
  <inkml:trace contextRef="#ctx0" brushRef="#br0" timeOffset="12444.67">7578 5673 52 0,'8'-1'357'0,"-1"-1"230"0,0 0 232 0,-1 4 62 15,2 0-153-15,3 2-132 0,-3 0-83 0,3 4-58 16,3 1-57-16,-1 1-56 0,1 2-43 15,2 0-29-15,0 4-28 0,0 0-30 0,1 0-24 16,-1 3-31-16,1 1-45 0,-1 1-35 16,0 0-18-16,-2 3-12 0,2 2-18 0,-5-1-10 15,0 1-6-15,0 2-3 0,-3 0-5 0,-1 2-1 16,-3-2 2-16,2-1-1 0,-4 1 0 0,-1-1-1 16,-2 0 0-16,-1-2 0 0,-1-3-2 15,-1-1-2-15,1-4-6 0,-2 0-20 0,-2-5-57 16,-1-3-66-16,-1-3-71 0,-1-4-132 15,-1-6-178-15,-3-1-304 0,3-4-246 0,-1-3-208 16,-1-4-77-16,0-1 353 0,-3-4 511 0</inkml:trace>
  <inkml:trace contextRef="#ctx0" brushRef="#br0" timeOffset="13036.5">7476 5775 231 0,'-3'6'521'16,"-3"1"252"-16,3 2 182 0,-2 3-173 0,2-1-184 15,-2 4-123-15,0 1-82 0,1 4-67 0,-2 4-80 16,1 4-68-16,0 2-49 0,3 6-28 15,-1 3-13-15,2 5 7 0,-1 2 21 0,4 2 8 16,-1-1-5-16,2-1-14 0,-1-1-11 16,3-5-28-16,4-5-30 0,-1-5-19 0,2-4-10 15,2-7-3-15,1-6 1 0,1-5 4 0,2-5-1 16,0-8 4-16,1-3 3 0,0-7-6 16,-2-5-1-16,0-4-7 0,-2-4 2 0,0-3 6 15,-2-3 21-15,-2 1 28 0,-4 0 21 0,0 2 19 16,-5 1 8-16,0 1-8 0,-5 4-16 15,-1 2-22-15,-4-1-18 0,-4 2-17 0,1 3-8 16,-1 2-6-16,0 1-7 0,-2 5-1 0,2 2-3 16,-2 2-1-16,3 3-2 0,2 3-3 15,-1 4-1-15,2 3-3 0,1 3-26 0,-1 1-48 16,4 2-61-16,-2 3-52 0,3-2-91 0,2 0-162 16,-1 2-237-16,0-4-247 0,3 3-208 15,1 0-182-15,1-2 141 0,1 0 503 0</inkml:trace>
  <inkml:trace contextRef="#ctx0" brushRef="#br0" timeOffset="13262.57">7415 6173 9 0,'1'4'551'16,"4"-2"493"-16,-2 3 202 0,2-3-100 15,2 2-321-15,0 0-396 0,3-1-219 0,-1 1-104 16,5-2-49-16,-1-1-29 0,4-1-14 0,1-3-6 16,4-1-3-16,0-3-8 0,-1 1-52 15,3-5-141-15,-2 1-252 0,-2 0-272 0,-1 1-263 16,0 0-229-16,-3 2 47 0,0 1 465 16</inkml:trace>
  <inkml:trace contextRef="#ctx0" brushRef="#br0" timeOffset="16243.89">4006 4648 209 0,'-6'8'392'15,"-1"-1"147"-15,1 3 62 0,-2 1-236 0,2 0-148 16,-1-1-91-16,-1 1-52 0,1 1-30 16,2 0-14-16,-3 0-16 0,2 0-35 0,-2 2-35 15,3-3-104-15,-1 4-245 0,-1 0-125 16,1 2-23-16,-3 0 86 0,2-2 135 0</inkml:trace>
  <inkml:trace contextRef="#ctx0" brushRef="#br0" timeOffset="16411.77">3781 5220 133 0,'-3'16'315'0,"0"1"130"0,-1-1 59 0,0-1-164 16,1 0-146-16,0 0-84 0,1-1-49 16,-1-2-29-16,2 0-9 0,-1 0-15 0,0 0-33 15,-1 0-95-15,0 0-216 0,1-2-113 0,-4 3-23 16,3 0 64-16,0 0 118 0</inkml:trace>
  <inkml:trace contextRef="#ctx0" brushRef="#br0" timeOffset="16559.59">3683 5775 41 0,'0'16'231'0,"0"-4"107"15,2 0 94-15,-2-1-125 0,1-2-125 0,1-2-118 16,-2-1-197-16,0-1-171 0,0-2-66 0,-2-2 15 15,1 2 62-15</inkml:trace>
  <inkml:trace contextRef="#ctx0" brushRef="#br0" timeOffset="16744.34">3628 5859 13 0,'2'2'238'0,"-1"2"127"15,1-3 113-15,1 2-57 0,-1-1-164 16,1-2-119-16,-1 1-69 0,1 0-38 0,-2-1-13 16,2 0-7-16,0 2-3 0,-1 0-2 0,1-2-2 15,0 1-16-15,-1 2-29 0,1 0-38 0,-1-1-132 16,-1 2-169-16,-1-1-58 0,0 1 32 16,2 0 94-16</inkml:trace>
  <inkml:trace contextRef="#ctx0" brushRef="#br0" timeOffset="18473.89">3540 6234 133 0,'1'0'339'0,"1"0"163"0,-1 1 105 0,1-1-121 15,-2 1-104-15,0 1-63 0,0 0-27 16,0-1-9-16,0 2-3 0,-2-1 16 0,2 0-10 15,0 2-16-15,0 0-18 0,0-1-26 0,-1 2-29 16,1-1-40-16,0 0-29 0,0 3-21 0,0-2-25 16,0 0-12-16,0 1-12 0,0-1-9 15,0 2-7-15,0 1-4 0,0 0 2 0,1 3-2 16,-1-3-2-16,0 3-3 0,0 0-1 0,2 3 1 16,-2-2-4-16,0 1 1 0,0-1 2 15,0 1 2-15,0-2 2 0,0 0-2 0,0-1-5 16,0 1 0-16,0-1-8 0,0 2-2 0,2 0 16 15,-1-1 16-15,-1 1 10 0,2-2-5 0,-1-1 1 16,1 0-3-16,-2-1-21 0,4 0-18 16,-4-2-10-16,2-2-2 0,1 2-1 0,-1-2 2 15,-1-1-3-15,1 2 0 0,1-2-2 0,-1 0 0 16,1 0-1-16,0-1-2 0,2 0 0 0,-2 1 0 16,3-2 2-16,1 1 2 0,-1 0-1 15,1-1 1-15,2 0 0 0,-3 3 0 0,4-4-1 16,-1 1 3-16,-1 0-4 0,3 1 0 0,-3 1-1 15,4-3 2-15,-2 0-2 0,0 2-3 0,2-2 2 16,-2 3 1-16,1-3 1 0,1 2 0 0,0-1 0 16,0 0 1-16,-2 0 0 0,1-1 1 0,1 0 3 15,-2 0-1-15,1 0 4 0,0 0-1 16,-2 0 3-16,1-1 17 0,1 0 20 0,0 0 10 16,-1-1 4-16,2-1 4 0,-2 1-1 15,-1 2-16-15,2 0-21 0,-1 0-9 0,1 0-6 16,1 0-6-16,-4 0 0 0,2 2-2 0,1 1 2 15,-2 0 0-15,1-1 2 0,1 1-1 16,-2 3 0-16,1-4-1 0,-1 3 0 0,1-1-1 16,-4-1-3-16,1 0 1 0,0 0 0 15,0 0 2-15,-2 0-3 0,-1-1 1 0,1 1 2 16,0-2-1-16,-1 0-2 0,-1 1-2 0,1 0 4 16,-3-1-1-16,3-1-1 0,-3 0 0 15,1 0 0-15,1 0 1 0,-1 0-1 0,-1 0 8 16,1-1 3-16,1-1 3 0,-1 2 1 0,0-3 1 15,0 2 0-15,0-1-4 0,-1-1-2 16,1 0-3-16,-1 0-1 0,-1 0 0 0,2-1-9 16,0-2-4-16,-1 1 0 0,1-3-2 15,-2 0 0-15,1 0-1 0,1-2 8 0,1-1 1 16,-1-1 0-16,1 0 0 0,-1-2 1 0,2 1-1 16,-1-2 0-16,0 0 0 0,1-1 1 15,-1 2-1-15,-2-1-1 0,3-2 2 0,-3 4 0 16,3-2 1-16,-3 0 1 0,1 2 0 0,-1 0 1 15,-1 1-1-15,0 2 4 0,0 0 4 16,0 1 4-16,0 1 5 0,-3 2 2 0,3-1 2 16,-3 2-3-16,1 1-2 0,1 0-3 15,-1 0-2-15,-1 1-1 0,1 0 0 0,-1 0-1 16,0 2-1-16,1-2-2 0,-1 1-2 16,0 1 1-16,0-2-1 0,0 3 2 0,1-2-2 15,-1 1 1-15,0-1 0 0,-2 2 0 0,2-1 0 16,-2-1 2-16,1 2 1 0,-1 0 2 0,0-1 2 15,0 1-1-15,0 0 0 0,-1 0-2 16,-2 1 0-16,2-1 0 0,0 2-1 0,-3-1 6 16,0 1 3-16,1-1 1 0,0 1 1 0,-4-1-1 15,4 1 0-15,-2-1-7 0,-1 1-2 16,0-2-4-16,-2 0-1 0,1 0-2 0,-1 0-3 16,0-2 1-16,-2 1-1 0,0 1 0 15,0-2 0-15,0 1 0 0,0-1 1 0,0 2 1 16,0 0 0-16,0-1 3 0,1 1 2 0,0 0 1 15,0 1 1-15,1-1-1 0,-1 0 0 0,1 2-4 16,-2-2-5-16,0 0-4 0,2 1-2 16,-2-1-1-16,0 2-1 0,1-2 0 0,0 0 4 15,-2 0 1-15,2 0 3 0,2 0-1 0,0 0 1 16,1-2-1-16,2 2 0 0,1-1 1 0,1 1-2 16,1 0 1-16,0 0-1 0,3-2-1 15,1 2-1-15,-1 0-3 0,1 0-1 0,2-1-1 16,0-1-8-16,2 1-10 0,0-2-16 0,-1 0-37 15,4-3-68-15,1 2-76 0,-3-5-138 0,4 5-240 16,-1-2-310-16,4 1-316 0,-1 4-218 0,0 0-22 16,1 1 535-16</inkml:trace>
  <inkml:trace contextRef="#ctx0" brushRef="#br0" timeOffset="19377.16">4129 6432 22 0,'-3'3'287'0,"2"0"208"0,-1-2 201 16,0 2 12-16,2-1-115 0,0-1-81 0,0 2-57 15,0-1-57-15,2-2-53 0,0 1-60 16,-1 1-65-16,-1-2-71 0,2 1-46 0,-1 1-16 15,1-2-15-15,1 1 4 0,-1 1 1 0,1-1 4 16,1 0-6-16,1 3-17 0,0-3-9 0,0 0-13 16,3 1 7-16,1 0 7 0,-1-1 4 15,3-1 0-15,0 0 41 0,0 0 50 0,1-1-2 16,0 1-9-16,-1-4 2 0,0 3 2 16,3-2-35-16,-4 0-40 0,2 0-14 0,0-1-8 15,-1 1-16-15,1 0-10 0,-2 0-5 16,-1 0-4-16,2 1-1 0,-1-1-1 15,1 2 0-15,0 0-1 0,0 1 1 0,-1-2 8 16,0 2 4-16,2 0 7 0,-1 0 6 0,0 0 3 16,0 2-1-16,1-2-8 0,-2 0-5 0,0 0-8 15,0 0-5-15,0 0-2 0,0 0-2 16,-1 0-1-16,-1 0 1 0,-2 0-1 0,2-2 1 16,-3 2 0-16,1 0 1 0,-3 0 0 0,0 0 0 15,-1 0 1-15,1-2 1 0,-3 2-1 16,2 0 1-16,-2 0 0 0,1 0-1 0,1 0-2 15,-2 0-1-15,0 0 1 0,0 0 0 0,0 0-1 16,-2 0 0-16,1 0 0 0,1 0 1 16,0 0-1-16,-2 0-6 0,1 2-22 0,-3-2-59 15,3 0-63-15,-4 0-80 0,1 0-147 0,-1 0-231 16,-2 0-305-16,3 0-243 0,0 0-201 16,0-2 22-16,-1 1 478 0</inkml:trace>
  <inkml:trace contextRef="#ctx0" brushRef="#br0" timeOffset="19745.07">4521 6336 40 0,'2'-2'474'0,"0"-1"395"16,-1 3 244-16,1-2-30 0,1 1-332 0,-1 1-258 15,-1-1-168-15,1 1-97 0,3 0-62 16,1-2-39-16,-2 4-27 0,1-2-21 0,3 1-1 15,-1-1-7-15,0 1-8 0,1 1-3 0,0 1-1 16,3-3 17-16,-3 2 17 0,3-2 10 16,-1 4 18-16,1-2 6 0,-2 0-2 0,4 1-22 15,-4 1-18-15,1-1-10 0,2 3-16 0,-4-2-10 16,2 2-5-16,-2 0 0 0,1 2-10 16,-1-1-5-16,0 2-5 0,-3 0-3 15,3-1 2-15,-4 1-1 0,0-1 0 0,-3 0 1 16,1 0 1-16,-2-1 3 0,-2 1-4 0,1-2-5 15,-3 0-2-15,-2 1-3 0,0-2-4 0,0 0-4 16,-1 0-3-16,-1-1-3 0,-1-2-9 16,3 0-16-16,-2-2-37 0,1 0-69 0,-2 0-68 15,3-3-132-15,1 2-220 0,0-3-308 0,2-1-304 16,3 2-219-16,0-2-81 0,1 0 457 16,1-3 597-16</inkml:trace>
  <inkml:trace contextRef="#ctx0" brushRef="#br0" timeOffset="21278.22">8971 6315 141 0,'0'-4'383'0,"0"3"209"16,0-2 135-16,0 2-76 0,1-1-98 15,-1 2-73-15,0 0-51 0,2 0-38 0,-2 0-49 16,0 0-49-16,0 0-58 0,0 0-57 0,0 0-43 16,-2 2-35-16,2-2-20 0,0 3-20 15,0-2 0-15,2 2 5 0,-2 0 18 0,2 2 23 16,0-3 22-16,0 3 19 0,1 1 8 0,0 0 6 15,-1 1-10-15,0 1-19 0,-1 1-26 16,2 0-20-16,-1 2-21 0,-2-3-18 0,3 4-16 16,-3 1-8-16,2-1-6 0,1 1-4 15,-3 1-2-15,2 1-2 0,-1-2-2 0,2 0-2 16,-3 0-1-16,3 0-2 0,-3-1 1 0,3-1-1 16,-3-3 0-16,2 2-1 0,0-2 0 15,-1 0 0-15,1-2-2 0,-1-1 2 0,1-2 1 16,0 1-1-16,-1-2 1 0,3 1-1 15,-3 0 1-15,2-2-1 0,0 1 0 0,0-1 1 16,0-1-1-16,-1 1 1 0,1 1 1 0,0-2 0 16,1 2 0-16,-1-2 1 0,2-2 2 15,1 2-1-15,-2-3 2 0,1 2 0 0,2-1 0 16,-1 1-1-16,2-2 1 0,-2 0 0 0,2 0 0 16,0 1 0-16,1-1-1 0,1 2 1 15,-2-1 0-15,4 2 0 0,-2-1 0 0,0 1 0 16,-1 1 0-16,4-1 1 0,-2 0-2 0,1 2-2 15,1-1 0-15,0-1-1 0,1 2 0 16,0-1 0-16,2 1-1 0,-2-1 1 0,2-1-1 16,0 2-1-16,1 1-1 0,-1-2 1 15,1 1 0-15,1 1-2 0,-1-3 1 0,2 1 0 16,-1-1-1-16,1 1 0 0,1-1-2 0,-2-1 3 16,0 0 0-16,0-1-1 0,1-1 1 15,-2-1 1-15,-3-1-1 0,2-1 2 0,-3 1 0 16,0-3 1-16,-1 0-1 0,-2-1 0 15,-1 2 0-15,-1-3-2 0,-2 4 0 0,-1 1-1 16,-2-1-1-16,1 1 1 0,-3 1 1 0,2 1-2 16,-3 1-3-16,0 2-16 0,-1 0-36 15,-1 2-72-15,-3 1-65 0,-1 0-114 0,1 1-184 16,-4 1-308-16,1-2-294 0,2 0-209 0,-1-2-133 16,-4-1 309-16,3-1 584 0</inkml:trace>
  <inkml:trace contextRef="#ctx0" brushRef="#br0" timeOffset="21993.35">9123 6209 78 0,'-4'-2'558'16,"1"0"430"-16,0 2 203 0,1-2-81 15,-1 0-378-15,1 0-265 0,1 0-168 16,-1-2-98-16,4 1-51 0,-1-1-18 0,3 2 13 16,-1-3 39-16,3 3 14 0,2-2-1 0,0 0-12 15,3 1-24-15,0 0-31 0,2 0-45 0,0 2-25 16,2-2-15-16,1 1-10 0,1 1-6 15,1-2-3-15,1 3-6 0,1-2-2 0,-2 1-3 16,2-1-1-16,-2 2 0 0,2-1 0 16,-1-1-1-16,-1 1 0 0,1 1-1 0,-2-2 0 15,2 2-2-15,-2 0-4 0,-1-1 0 16,1 1-2-16,0 0 0 0,-2-2-2 0,1 2-1 16,-2-1 1-16,1 1-1 0,0 0-1 0,-4 0 1 15,2 0 0-15,0 0 0 0,-2 0 0 16,0-1-1-16,-2 1 0 0,-1-2 0 0,0 0 0 15,1 2 0-15,-2-1 0 0,-1 0 1 0,2-3-1 16,-2 4 0-16,-1-2 0 0,0 2 1 0,-2-3 0 16,0 3-1-16,1 0 0 0,-1-1 1 0,-2 1 0 15,1 0 0-15,2 0-1 0,-2 0 1 16,-2 0-1-16,2 0 0 0,-1 1 0 0,2-1 1 16,-3 0-1-16,2 3 0 0,1-3 0 15,-3 0 0-15,2 0 0 0,-1 0 0 0,1 2 1 16,-2-2-1-16,2 0 0 0,-1 2 0 0,1 0 0 15,-2-1-1-15,1 0 1 0,1 1 1 16,0 0 2-16,-2 0 0 0,1 1-1 0,-1 0 1 16,0 2 0-16,3 1 0 0,-3 0 0 15,0 0-3-15,0 1 3 0,0 2-2 0,0-1 0 16,-3 2 0-16,3 0 0 0,0 0 0 0,-1 0-1 16,1 1 0-16,-2-1 0 0,2 1 0 15,-2 0 0-15,2-1 0 0,-1 0 0 0,-1 1 0 16,2-3 0-16,-1 2 0 0,-1-3-1 15,2 1 0-15,-2-4-1 0,2 0-2 0,0 1-3 16,-1-1-11-16,-1-3-20 0,1-1-49 0,-1 0-67 16,-1 0-72-16,-2-1-135 0,1-1-212 15,-1 0-302-15,0 2-270 0,-1-2-201 0,1 2-56 16,0 0 450-16,-3 0 549 0</inkml:trace>
  <inkml:trace contextRef="#ctx0" brushRef="#br0" timeOffset="24743.91">2662 6972 221 0,'3'-2'746'0,"-3"1"397"0,0-1 81 15,2-1-217-15,-1 2-355 0,-1 1-190 16,0-2-99-16,2 2-45 0,-2 2-37 0,0-2-31 16,0 0-34-16,0 1-53 0,0 1-56 0,-2 2-47 15,2 2-26-15,-3 3-15 0,3 5-9 0,-3 0-4 16,0 3-2-16,2 2 0 0,-1-1-1 15,0 1 2-15,-1 4 0 0,3-4-2 0,-2 2 1 16,1-1 1-16,-1 3 0 0,2-2-1 0,0 0 0 16,0 2 0-16,0-1 0 0,0 1-2 0,2-1 0 15,-1-1 0-15,3 0 1 0,-1-3-2 16,0 1 0-16,3-5-1 0,-3 0-1 0,2-3 1 16,1 0 0-16,1-3-1 0,-2 0-1 0,4-1 2 15,-1-3 2-15,0-1-3 0,0-1 0 0,1-1 0 16,1-2 1-16,-1-1 0 0,2-1-2 15,-1 1 1-15,-1-4-1 0,2 1 2 0,-1-1-1 16,-2-1-1-16,4 2 7 0,-4-3 3 0,2 2-13 16,1 0-46-16,-3 2-67 0,0-2-61 0,-2 0-117 15,3 1-173-15,-4 0-303 0,1-1-271 16,1 1-207-16,-1-1-134 0,2 1 272 0,-3-2 535 16</inkml:trace>
  <inkml:trace contextRef="#ctx0" brushRef="#br0" timeOffset="25094.99">2993 7216 119 0,'-4'1'554'0,"0"3"412"0,-1-3 215 0,-2 2-116 16,1 0-333-16,0 2-197 0,1 0-104 16,0 1-73-16,0 1-55 0,1 2-40 0,-1 1-33 15,2 1-49-15,2 0-52 0,-1 3-48 0,2-1-29 16,3 1-20-16,-1 2-18 0,1-5-9 0,3 3-7 15,0-4-3-15,1-2-5 0,1-1 1 0,1-3 1 16,1-2 1-16,-1-3 3 0,2-4 5 16,-3-1 4-16,2-3 1 0,-1-3-2 0,-1-2 2 15,0 0-2-15,0-2-2 0,-3-1-2 0,2 2-9 16,-2 1-6-16,-2 2-5 0,-1 2 0 16,1-1 1-16,-3 5-1 0,2-1 5 0,-2 5 2 15,-2 1 0-15,2 1-1 0,-2 3-3 0,1-1 0 16,1 7 0-16,-2-1-8 0,1 1-20 0,-1 2-29 15,2 2-32-15,0 3-36 0,0 2-24 16,3-2-14-16,-1 2-22 0,-1-3-59 0,1 0-91 0,1 2-146 16,-1-3-271-16,3-2-252 0,-2-3-151 15,3-1 116-15,0-2 388 0</inkml:trace>
  <inkml:trace contextRef="#ctx0" brushRef="#br0" timeOffset="25595.44">3214 7367 113 0,'6'7'482'0,"-3"-4"299"0,-1-2 153 16,1 0-107-16,-1-1-250 0,1 0-151 0,-2-1-98 16,3-3-53-16,-1 1-25 0,0-3-22 15,0-2-41-15,2 1-57 0,-1-2-43 0,1-2-28 16,0 3-36-16,0-3-23 0,-2 4-12 0,2 2 5 15,-1-2 5-15,1 5 2 0,-3-2 2 0,-1 3 17 16,1-1 19-16,1 4-1 0,0 1 8 16,-1 1 19-16,3 3 29 0,-2 0 1 0,3 0-11 15,-3 2-2-15,0 1-18 0,1 0-20 0,-1-1-14 16,0-2-11-16,0 1-11 0,0-2-7 0,2-1-4 16,-2-1-4-16,2-3-1 0,-2 1-1 15,2-4 11-15,-2-1 0 0,2-2 3 0,2-2 2 16,-2 0 2-16,0-2 2 0,1 0-5 0,1 0 1 15,-2 2-4-15,2-1 3 0,-4 1-7 0,2 4-8 16,-2-1 3-16,1 3 1 0,-1 0 3 16,0 2 1-16,0 2 4 0,0 2 10 0,0 1-3 0,-1-1 1 15,1 5 0-15,-1-1 4 0,1 0-4 16,-2-1-2-16,3 1-1 0,-3 2-3 0,3-3 1 16,-1 3-6-16,-2-3 0 0,4 0-3 0,-4-2-2 15,1 0 1-15,-1-2-24 0,1 0-28 0,1-2-23 16,-1-2-34-16,-2-2-62 0,2-2-114 0,-1-1-115 15,-1-5-122-15,3 1-183 0,-1-2-235 16,1 1-128-16,-1-3 117 0,1 0 298 0,1 4 293 16</inkml:trace>
  <inkml:trace contextRef="#ctx0" brushRef="#br0" timeOffset="25942.61">3538 7308 245 0,'5'3'439'16,"1"-1"191"-16,-1 4 48 0,1 3-109 16,0 1-85-16,-1 2-24 0,0 3-24 0,1-1-28 15,2 4-33-15,-2-1-57 0,1 4-59 0,-1-2-73 16,1 5-54-16,0-3-34 0,0 1-29 15,-1-1-16-15,1 0-8 0,0-2-5 0,-2-1-4 16,-2-1-2-16,0-1-5 0,-1-2-1 0,1-3 13 16,-1 0 17-16,-1-3 39 0,-1-1 35 0,0-3 18 15,0 0 4-15,0-4-21 0,-3 0-23 16,0-4-33-16,-2 0-36 0,2-3-20 0,-2-2-11 16,-1-5-5-16,1-1 1 0,-1-2-5 0,1-5 1 15,0-2 1-15,2 1 1 0,0-5 0 0,2 0-1 16,1-1 1-16,1 1 0 0,2 1 0 0,0 0-3 15,2 1-2-15,-2 4 0 0,2 1-3 16,0 3-2-16,1 0-1 0,0 3 1 0,-1 2 1 16,-2 2 1-16,2 3-1 0,-2 1-1 0,1 1 1 15,-3 2 1-15,2 3 2 0,2 1 2 0,-4 1 6 16,1 3 1-16,-2 2 2 0,0 1 0 0,0 3 0 16,0 4-3-16,-2 0-5 0,1 2-1 15,-2 0 0-15,0 2-3 0,1 1-11 0,1-2-48 16,-1 3-54-16,0-4-62 0,2 0-112 0,-1-1-174 15,-1-4-294-15,2 0-252 0,3-4-223 0,-3 0-110 16,5-2 301-16,-3-5 522 0</inkml:trace>
  <inkml:trace contextRef="#ctx0" brushRef="#br0" timeOffset="26276.42">3903 7224 141 0,'-3'3'745'0,"-6"3"458"15,2 3 150-15,-1 2-59 0,-4 2-401 16,4 2-311-16,-2 3-173 0,1-1-100 0,0-1-83 16,2 1-89-16,1-1-59 0,1-3-37 0,2 1-20 15,1-3-12-15,2-1-7 0,2-3-5 0,1-1-1 16,0-1 0-16,2-5 0 0,1-2 0 16,2-2 4-16,0-7 0 0,1 0-1 0,0-6-4 15,1-2-2-15,-2 1-2 0,2-3-3 16,-2 1 1-16,-1 2 3 0,0 3 4 0,-2 3 4 15,-2 2 3-15,2 1 2 0,-4 3 0 0,1 4 1 16,0 2-2-16,0 0-2 0,-2 6-2 16,0 1-2-16,0 4 1 0,0 3-2 0,2 0-1 15,0 1 0-15,-1 4-26 0,4-2-64 16,0 2-66-16,0 0-117 0,1-2-186 0,3 0-316 16,1-2-316-16,3 0-239 0,2-2-124 0,4 0 345 15,0-2 596-15</inkml:trace>
  <inkml:trace contextRef="#ctx0" brushRef="#br0" timeOffset="27709.78">9254 7224 49 0,'4'-8'481'0,"-4"1"418"15,0-1 271-15,-4 1-39 0,2-1-318 16,1 2-179-16,-2-2-96 0,-1 3-93 0,1-1-78 16,-2-2-57-16,-1 2-48 0,-2 0-62 15,2 0-62-15,1 0-33 0,-3 2-18 0,2-1-13 16,-2 2-13-16,0 2-14 0,0 1-12 0,0 0-10 15,-3 1-9-15,3 2-6 0,-3 2-4 16,0 2-3-16,0 2-2 0,1 0-1 0,0 2-1 16,0 6 0-16,3-3 0 0,0 3-2 15,2 1 1-15,2-1-1 0,3 3 1 0,2 1-1 16,1-2 1-16,3-1 0 0,2 1-1 0,1-3 1 16,4-2-2-16,0-3 1 0,1-2 0 15,5-6 0-15,0 0 0 0,0-8 2 0,4-3 1 16,-1-5 0-16,-2-2 0 0,-2-6 1 0,1-3-1 15,-4 1 1-15,-1-2-1 0,-3 0 2 16,-3 2-1-16,-3 0 1 0,-2 5 0 0,-1 0 1 16,-4 4 1-16,0 4-1 0,-2 2 0 15,-1 1 0-15,-2 6-2 0,-1 2-1 0,-1 2 0 16,1 6-2-16,2 3 0 0,-1 3 1 0,0 3-1 16,2 0 2-16,3 5-1 0,2-2 0 15,0 3 0-15,2-3-1 0,4 1 0 0,0-3-1 16,2 0 1-16,2-3-2 0,-2-1 1 0,4-3 0 15,0-3 1-15,2-3 0 0,-2-2 0 16,4-8 2-16,-2-1-3 0,2-5-1 0,-2-3-2 16,2-2-4-16,0-5-2 0,-3-3-3 0,-1 1 0 15,-2-2 1-15,-2 1 1 0,1 3 5 16,-4 2 4-16,-2 1 4 0,0 6 2 16,-3 0 1-16,0 3 1 0,-3 5-1 0,0 1-2 15,1 7-1-15,-3-1 0 0,2 5 1 0,-1 4-1 16,2 2 1-16,1 2 0 0,1 2-1 0,1 0 0 15,1 1 0-15,2-1-1 0,1 0-1 16,2 3 1-16,1-4-1 0,2-2 0 0,0-1-1 16,1-5 0-16,3-1 1 0,1-5 0 0,0-4-1 15,-2-3 2-15,3-4-2 0,-2-6 0 16,-1-2-2-16,1-4-1 0,-3-3-2 0,1-3-1 16,-3-3 0-16,0 0 1 0,0-3 2 15,-4 0 2-15,2-1 2 0,-3 3 1 0,0-1 1 16,-1 2 0-16,0 1 0 0,-1 5 1 15,0 1 1-15,-2 4-1 0,0 2 2 0,2 5 2 0,-2 0 1 16,0 4 0-16,0 2-1 0,0 1 0 16,0 6-2-16,0-1 0 0,0 4-1 0,0 1-2 15,0 4 2-15,0 3-2 0,0 0 1 0,2 7 0 16,-1 0 0-16,1 5 2 0,-1 2 2 0,1 4 2 16,1 4 1-16,-1 1 0 0,1 2-1 15,0-1-2-15,2-1-2 0,1-2-2 0,2-6-2 16,0-2-1-16,0-2-3 0,3-6-9 15,-2-4-18-15,0-2-54 0,1-7-75 0,-3 0-100 16,-1-8-171-16,-1-2-280 0,0-7-339 16,1-1-287-16,-5-5-170 0,2-5 191 0,-3-2 622 15</inkml:trace>
  <inkml:trace contextRef="#ctx0" brushRef="#br0" timeOffset="27926.93">9679 7026 301 0,'-3'10'855'0,"-2"4"343"16,2-1 12-16,1 1-242 0,2 1-363 0,2-2-225 16,3-1-121-16,1-1-63 0,3-1-38 15,1-2-29-15,3-1-30 0,1-1-40 0,0-4-26 16,2-2-12-16,-2 0-9 0,3 0 0 0,-2 0-5 16,-1-2-24-16,-1-1-38 0,-2 0-37 15,0 2-57-15,-3-2-114 0,-2 0-165 16,-3-1-252-16,-3 3-242 0,0-2-236 0,-3 0-80 0,-2 0 297 15,-1-1 456-15</inkml:trace>
  <inkml:trace contextRef="#ctx0" brushRef="#br0" timeOffset="28657.76">9358 6836 173 0,'0'0'373'0,"2"0"179"0,-1 2 68 15,1-2-106-15,-1 0-107 0,-1 0-78 0,2 0-47 16,-2 0-37-16,0 0-23 0,2 2-12 16,-2-2-12-16,1 1-3 0,-1-1 3 15,0 1 2-15,2 3-2 0,-2-2-16 0,0 2-18 16,1-2-25-16,1 3-27 0,-2-3-23 0,0 0-16 16,0 3 11-16,0 1 13 0,2 0 19 15,-1 2 18-15,-1 1 17 0,3 1 7 0,-3 0-1 0,0 2-6 16,2 2-11-16,-2 2-18 0,0 0-20 15,-2 1-20-15,2 4-23 0,0 0-21 0,-3-1-15 16,3 0-8-16,-3 0-7 0,3 0-2 16,0-2-5-16,-2-3-1 0,2-1-5 0,0-3-3 15,0-4-33-15,2-1-59 0,-2-3-55 16,0-2-72-16,0-2-142 0,0-3-229 0,-2-4-284 16,2-1-231-16,-1-4-210 0,-1 0 3 0,1-3 472 15</inkml:trace>
  <inkml:trace contextRef="#ctx0" brushRef="#br0" timeOffset="80719.99">4313 1299 387 0,'-2'1'923'0,"-1"2"314"16,1-1-34-16,2 0-269 0,-1-1-352 0,1-1-182 16,0 1-68-16,0 1-49 0,0 0-31 0,1-2-27 15,1 0-35-15,1 0-45 0,2 0-45 0,3-2-22 16,4 0-10-16,1 0-3 0,1-2-9 0,2 1-8 16,0-1-7-16,3 2-8 0,0-4-6 0,1 4-8 15,0-3-4-15,0 0-4 0,0 0-4 0,-2 1-2 16,2-2-2-16,-2 2-1 0,-1-1-2 0,-1 2-3 15,-2-1 0-15,-1 1-1 0,-1 0-3 0,0 0-13 16,-4 1-28-16,2 1-71 0,-5 1-73 0,-1 0-166 16,-4 0-287-16,0 0-318 0,-2 0-358 0,-1 3-218 15,-4-1 57-15,-2-1 693 0</inkml:trace>
  <inkml:trace contextRef="#ctx0" brushRef="#br0" timeOffset="81022.55">4653 1086 255 0,'14'4'547'0,"0"1"285"0,1 1 194 0,2 0-195 15,0-2-197-15,1-1-79 0,0 2-61 0,3-1-68 16,1 0-85-16,2 2-39 0,-1 0-39 0,3-1-49 16,-4 0-45-16,2-1-38 0,-2 1-22 0,-3 0-30 15,1-1-19-15,-1 0-14 0,-1 2-6 0,-4 0 1 16,0-1 4-16,-4 1 1 0,-1 0 6 0,-2 0 3 15,-4 1-1-15,-2 1-4 0,-4 4-6 0,-3 1-8 16,-5 1-11-16,-3 3-8 0,-5 2-7 0,-1 0-5 16,-2 2-3-16,-1 0 2 0,-1-1 1 0,3-1-3 15,1-2-9-15,1-1-14 0,2-1-33 0,4-2-77 16,0-3-95-16,4 0-170 0,2-2-285 0,3-2-334 16,7-1-368-16,1 0-211 0,6 1 155 0,7-1 693 15</inkml:trace>
  <inkml:trace contextRef="#ctx0" brushRef="#br0" timeOffset="82053">6039 1530 74 0,'2'3'568'0,"-2"0"400"0,0-1 160 16,0-4-67-16,0-1-362 0,3-2-266 0,-1-4-152 16,1-3-56-16,3-3-4 0,-1-1-6 0,1-3-23 15,-1-5-6-15,3-1-2 0,3-1-13 0,-3-4-29 0,3 2-19 16,0 0-15-16,0-1-23 0,-3 4-21 16,1 2-13-16,-2 4-4 0,-3 4 4 0,1 1 3 15,-1 4 1-15,-3 1 0 0,2 3-3 0,-3 1-3 16,2 2-11-16,-2 2-10 0,0 2-8 0,0 7-6 15,0 1-6-15,0 6-4 0,0 3-1 0,3 1-3 16,-2 6 1-16,1-2-1 0,1 3-1 0,0 0-1 16,1-1 1-16,0-1 0 0,0-3 0 0,0-2-1 15,2-2 0-15,-3-3 0 0,2-3-1 0,2-3 0 16,-1-1 0-16,-1-2 2 0,4-5 1 0,-1-5 2 16,0-2 2-16,1-3 0 0,1-7 0 0,0-1-1 15,2-5 0-15,-2 2-1 0,1-3 0 16,-2 4-1-16,-1-2 1 0,-2 4-1 0,1 2 0 0,-2 3 0 15,-2 2-1-15,1 3 0 0,-1 2 0 0,-1 1 1 16,0 4 1-16,-1 2-1 0,-1 4 2 0,2 1 0 16,-2 5 0-16,0 2 1 0,2 2 0 0,-2 0-1 15,1 2 1-15,-1 1 4 0,2 0 3 0,-1 0-1 16,1-4 0-16,1 0 0 0,0 0-1 16,-1-4-7-16,2-1-3 0,-2-3-2 0,1-2 1 15,2 0 1-15,-2-4 0 0,2-2-2 0,0-4-3 16,2-3 0-16,0-3 0 0,-1-2-2 0,1-2 0 15,-1 0 3-15,3-1 3 0,-2 1 0 0,-1 1 2 16,0 2-1-16,-1 3-1 0,1 1 0 0,-3 3 0 16,1 2 0-16,-1 1-1 0,-2 4 2 0,3 2 0 15,-3 5 3-15,1 0-1 0,-2 4 1 0,2 2-1 16,-2 3 0-16,1-1-1 0,-1 4 0 0,3-2 3 16,0 0 1-16,0-2-8 0,2-1-19 0,-2 0-51 15,0-3-71-15,1-3-91 0,-3-1-173 16,4-4-293-16,-2-1-329 0,3-4-294 0,-1-2-187 15,0-4 139-15,0-4 655 0</inkml:trace>
  <inkml:trace contextRef="#ctx0" brushRef="#br0" timeOffset="82336.53">6643 1252 475 0,'0'17'977'0,"-3"0"271"15,1 4-39-15,-2-2-274 0,1 3-254 0,3-1-191 16,0 2-128-16,0-4-67 0,3 1-53 0,-1-5-71 15,2-2-68-15,1-1-43 0,0-5-24 0,1-2-24 16,4-3-12-16,0-4-4 0,0-5-3 0,1-5-4 16,0-3-6-16,2-3 2 0,-1-3-4 0,-2-1-3 15,-2-2 0-15,0 2 2 0,-2 3 6 0,-1 3 5 16,-4 0 6-16,1 6 5 0,-2 0 2 0,0 6 0 16,0 3-1-16,0 5 0 0,-2 3 1 0,1 10 0 15,-1 0 0-15,2 7-2 0,-2 2 8 0,2 2 1 16,2 0 0-16,1 1-2 0,2-2-36 15,3-4-64-15,3 0-76 0,0-6-160 0,2-4-293 16,6-4-320-16,1-6-313 0,1-1-210 0,4-7 62 16,2-2 645-16</inkml:trace>
  <inkml:trace contextRef="#ctx0" brushRef="#br0" timeOffset="83302.84">7956 726 37 0,'3'-12'582'16,"1"0"518"-16,-2 2 271 0,-1 4-17 0,1-1-354 16,0 5-340-16,-2 1-222 0,0 2-124 15,-2 4-92-15,0 5-78 0,-1 6-61 16,-1 3-31-16,1 8-17 0,-2 3-8 0,0 5-4 0,0 3-11 16,-1 1-2-16,3 1-4 0,-2 1-1 0,2-1-2 15,2-3-1-15,1-2-4 0,1-4 0 0,2-5 0 16,3-1-2-16,-1-5 0 0,2-5 0 15,2-2 2-15,0-7 0 0,3-3 1 0,-1-6 1 16,1-3 1-16,-1-7 1 0,1-2-1 0,0-3 0 16,-2-3 1-16,-1-2-2 0,0-1 2 0,-1 1-1 15,-1-1 1-15,-2 4 1 0,-1 1 0 0,-1 2 2 16,-1 3 2-16,-2 1 8 0,-2 4 5 0,1 3 3 16,-4 1 1-16,2 3-1 0,-2 6-6 0,0 0-11 15,1 6-6-15,-1 5-5 0,0 2 0 0,-1 4-1 16,1 3 5-16,2 3 2 0,1 0 1 0,2 2 0 15,0-1 0-15,2-1-1 0,0-1 4 0,1-2 2 16,3-3 1-16,0-3 1 0,2-4-1 0,0-1-5 16,3-4-8-16,0-3-2 0,1-4-2 0,1-6 0 15,-1-3 1-15,2-5 5 0,-1-2 2 0,-1-4 1 16,-1-2 0-16,0 0 0 0,-1-4 0 0,-2 2 0 16,-2 2 1-16,-3-1 0 0,0 3 2 0,-3 1 0 15,0 4 0-15,-1 1 2 0,-1 1 0 0,-1 2 1 16,1 3-1-16,-1 1-1 0,2 1 1 15,-1 1-2-15,2 2-1 0,-2-1-3 0,2 4 0 16,0-1-1-16,0 2-1 0,0 1 1 0,2 2 0 16,0-1 2-16,-1 2-1 0,2 0 0 0,-3-3 1 15,4 3 0-15,-1-1 0 0,-2 0 0 0,3-2-1 0,-3 1 1 16,2 0-1-16,1 0 0 0,0-1 1 16,-1 0-1-16,2 2 1 0,0 3 1 0,0-1-1 15,0-2 3-15,-1 2 3 0,2 3 4 0,-3-2 5 16,2 5 7-16,-3 1 5 0,-1 3 5 0,-2 1 1 15,-1 3-2-15,-3 1 3 0,-1 5-2 0,-3 0-2 16,-1 2-4-16,-4 3-2 0,1 0-3 0,-1 0-6 16,-2-1-6-16,0 0-3 0,1-3-2 0,0-2-2 15,3-4-2-15,1-2-3 0,0-5-2 16,3-1-8-16,1-6-17 0,3-3-22 0,-1-2-59 16,0-6-74-16,2-6-124 0,0-1-217 0,5-8-303 15,-1 0-357-15,7-5-293 0,-2-4-121 0,4-1 425 16,2-3 702-16</inkml:trace>
  <inkml:trace contextRef="#ctx0" brushRef="#br0" timeOffset="83452.98">8576 1062 56 0,'4'12'717'16,"-4"2"701"-16,0 3 196 0,-2 4-247 0,-4 5-421 15,2 0-375-15,-3 4-218 0,1 4-140 0,-1-1-89 16,1 1-45-16,0-2-30 0,4-2-24 0,-1-5-37 15,3-2-87-15,0-6-97 0,0-4-228 0,2-4-292 16,-1-3-357-16,1-5-402 0,1-5-164 0,-3-2 316 16,3-5 806-16</inkml:trace>
  <inkml:trace contextRef="#ctx0" brushRef="#br0" timeOffset="83619.09">8561 801 547 0,'-17'-9'1512'0,"3"9"197"15,-2 2-321-15,2 3-333 0,-2-1-474 0,3 4-297 16,2-2-147-16,0 0-64 0,6-2-30 0,4 2-22 16,2-1-27-16,3-1-61 0,5 0-68 0,2-4-155 15,3 0-275-15,4 3-310 0,0-3-361 0,3 3-291 16,1 0-26-16,2 1 672 0</inkml:trace>
  <inkml:trace contextRef="#ctx0" brushRef="#br0" timeOffset="84469.53">10131 757 428 0,'-3'-7'978'0,"-2"-1"318"0,0 2 69 0,-1 2-260 16,0-1-341-16,1 2-249 0,-1 0-131 16,-2 1-87-16,0 0-94 0,0 4-74 0,-2 0-47 15,1 4-28-15,-2 5-21 0,3 2-12 16,-3 5-8-16,2 5-4 0,1 5-1 0,1 4-2 16,0 5 3-16,2 7 2 0,2 2 2 0,1 5 1 15,4 2-1-15,1 1 0 0,2-2-3 0,4-2-3 16,2-7 2-16,2-2 0 0,7-7 0 0,-1-3 0 15,5-9 0-15,-2-6-5 0,5-6-6 0,0-8-4 16,0-7 0-16,-1-7 0 0,1-6 0 0,-3-7 5 16,0-5 3-16,-4-4 0 0,-2-5 2 0,-1-2 0 15,-4 1 4-15,-4-1 7 0,-4 2 8 0,-2 0 6 16,-6 3 5-16,-2 0 1 0,-6 0-4 16,-1 2 0-16,-4 1-8 0,-2 0-8 0,-2 4-2 15,1 2-2-15,-3 5 0 0,-4 2-7 0,1 5 0 16,-3 6 0-16,-1 5 0 0,-2 5-3 15,-1 3-7-15,2 7-10 0,0 1-16 0,3 3-25 16,3 2-63-16,-1-1-83 0,5-1-162 0,0-1-274 16,5-1-326-16,0-2-390 0,1-1-299 0,1-1 32 15,-2-2 755-15</inkml:trace>
  <inkml:trace contextRef="#ctx0" brushRef="#br0" timeOffset="84836.68">9554 613 185 0,'5'1'808'0,"-2"6"427"0,3-4 67 0,-4 3-97 16,1 0-385-16,-1 3-283 0,-1 3-167 16,1-2-87-16,-1 2-60 0,1 3-72 0,-2 0-69 15,2 0-40-15,-1 3-18 0,1-3-10 0,-2-1-10 16,3-1-3-16,-3-1-6 0,3-3-45 0,-3-1-68 15,3-1-71-15,-3-4-131 0,0-1-193 0,0-2-326 16,2-5-280-16,-1-1-211 0,-1-3-53 0,0-2 419 16,2-5 532-16</inkml:trace>
  <inkml:trace contextRef="#ctx0" brushRef="#br0" timeOffset="84986.28">9616 558 18 0,'0'6'425'0,"-2"3"341"0,2-1 241 15,-3 3 44-15,3 1-329 0,0 1-265 0,0 0-153 16,3 1-83-16,-1-1-61 0,1 1-49 0,0 1-46 16,3-2-75-16,-1 1-146 0,0-3-214 15,1 1-288-15,-1 0-259 0,3-2-204 0,-2 1 32 16,2-2 376-16</inkml:trace>
  <inkml:trace contextRef="#ctx0" brushRef="#br0" timeOffset="85351.8">10727 428 8 0,'4'0'477'0,"0"3"461"0,-2 1 297 16,-1 0 26-16,2 3-256 0,-1 3-275 0,1 1-205 15,-3 0-132-15,3 3-90 0,-1 0-79 16,-2 5-81-16,2-2-60 0,-2 4-32 0,1-3-18 15,-1 2-12-15,2-2-10 0,-2-1-2 16,3-4-2-16,-1 1-20 0,-1-6-68 0,-1 0-67 16,0 0-151-16,-1-6-280 0,1 1-324 15,0-3-370-15,0-4-249 0,1-2-21 0,-1-5 668 16</inkml:trace>
  <inkml:trace contextRef="#ctx0" brushRef="#br0" timeOffset="85518.55">10852 450 417 0,'-3'13'1016'0,"-2"2"302"16,2 2-39-16,-2-2-241 0,2 1-404 15,1 2-257-15,1-1-129 0,-1-1-73 16,1-1-76-16,-2-1-99 0,3-1-94 0,-2 1-181 16,2-3-297-16,-1-2-296 0,-1 1-305 0,2-2-236 15,-3 3 65-15,1 1 622 0</inkml:trace>
  <inkml:trace contextRef="#ctx0" brushRef="#br0" timeOffset="93712.16">5798 8110 43 0,'1'-2'322'0,"1"1"213"0,-1 0 193 16,1-1-9-16,1 2-136 0,-2-1-68 0,1 1-48 16,-2 0-38-16,1 0-43 0,-1 0-49 0,0 0-65 15,0 1-77-15,0 1-52 0,0-1-33 16,0 2-19-16,0 0 2 0,0 0 5 16,-1 2 5-16,1-2 1 0,0 3-5 0,-2 0-14 15,2 0-17-15,0 3-20 0,-1 0-14 0,-2 0-10 16,3 0-9-16,0 1-8 0,-2 1 0 0,2-1-5 15,0 0-3-15,0 3-4 0,0-2 4 16,0 0 0-16,0 0-5 0,2 0 1 0,1 0 2 16,-2-1 1-16,-1 0-5 0,2 1 0 0,-1-4 2 15,1 0 2-15,0-1 2 0,-1 0-3 16,1 0 5-16,-2-1-1 0,3-1-1 0,-3 0 0 16,2 0-1-16,-1-2 0 0,1 1 1 0,-2-1 0 15,0 0 3-15,2 2 2 0,-1-2-4 0,1 1 5 16,-2-1-5-16,3 0 0 0,0 0-3 15,-2 1 1-15,2-2 2 0,1 3-3 0,-1-3 2 16,0 0 2-16,0 1 0 0,2-1-3 16,-2 1-3-16,3-2 3 0,-1 0-2 0,0 1 3 15,3-1 1-15,-3 1 3 0,4-1 2 0,-1 0-4 16,2 0-1-16,-1 0 0 0,2-1 0 16,-1 1-3-16,-1-1 0 0,4 1 3 0,-4 0 5 15,5-2-3-15,-4 2 1 0,3-1 0 16,-1 1 3-16,1 0-3 0,1-2-2 0,0 2 0 15,0-1 2-15,-1 1-4 0,3 0-2 0,-2-1 4 16,2 1-2-16,0-2 0 0,0 0 4 0,0 2 2 16,1 0 2-16,-3-1-4 0,3 0 3 15,-1 1 31-15,2 0 16 0,-2-2 8 0,2 2 2 16,0-2 3-16,1 2 0 0,0-1-29 16,0 1-14-16,0 0-8 0,0-1-4 0,1-1-3 15,1 2-1-15,-2 0 0 0,3-2 14 0,2 1 6 16,-1 1 7-16,1-2 0 0,3 1 0 15,0-2 1-15,3 1-15 0,0 0-7 0,0 2-6 16,0-3-3-16,2 3 0 0,-1-1-4 0,-1 0 0 16,0 0-1-16,2-2-1 0,-2 2 0 15,-1-2 1-15,-1 1 0 0,0 1 0 0,-1-2-1 16,-3 0 2-16,0 0-1 0,-2 0 1 16,-2 0 0-16,0-1 0 0,-2 0 0 0,-2 2-13 0,-2-3-35 15,-1 1-59-15,-2 0-58 0,-3-1-83 16,-2 0-160-16,-2 1-276 0,-3-1-277 15,-1 3-228-15,-3-2-183 0,-2 3 115 0,-3 2 557 16</inkml:trace>
  <inkml:trace contextRef="#ctx0" brushRef="#br0" timeOffset="95550.12">5851 8545 20 0,'2'0'229'15,"-2"2"137"-15,1-2 120 0,-1 2-19 16,0-2-72-16,2 0-54 0,-2 1-34 0,0-1-22 16,3 0-15-16,-3 1-8 0,2-1-4 0,-2 2 14 15,3-2-1-15,-3 1-17 0,2-1-18 0,0 2-25 16,-2-2-29-16,0 0-47 0,2 1-35 15,-2 0-22-15,0-1-21 0,2 2-16 16,-1-2-15-16,1 2-7 0,-1-1-7 0,3 1-1 16,-3-1-5-16,4-1-1 0,-2 2 0 0,-1-1 9 15,4-1 3-15,-1 2-1 0,-1-2 4 0,1 0 6 16,2 0 0-16,-3 0-8 0,4 0-2 16,-2 0-2-16,-1-2 2 0,2 2-6 0,-1 0-3 15,0-1 2-15,2-1 1 0,-2 2 3 16,1-3-2-16,1 2-1 0,1-1 2 0,-1 2-4 15,0-2-2-15,0 2-5 0,-2-1 2 0,2 0-2 16,0 1 0-16,1-2 1 0,-2 1-1 16,-1 1 3-16,1-2-2 0,-1 1-1 0,3 0 0 15,-2-1-1-15,-1 0 1 0,-1 1 1 16,1 0-1-16,2-1 0 0,-2 0 0 0,-1 1 2 16,2 1-4-16,0-1-1 0,-1-1-1 0,1 2 1 15,1 0 2-15,-2-2-1 0,3 2 1 16,0 0 2-16,-3 0 1 0,5 0 2 0,-3 0-3 15,0-1 2-15,0 1 2 0,1 0-2 16,-3-2-2-16,2 2 1 0,0-1 1 0,2-2-1 16,-2 3 0-16,-2-2 2 0,2 2-1 0,1-2-3 15,-2-1 0-15,-1 1 25 0,2 1 21 16,-2-2 13-16,2 3 3 0,-3 0 4 0,3-1 5 16,-2 1-20-16,0 0-22 0,2 0-14 15,-3 0-1-15,2 0-6 0,-1 0-6 0,0 0-4 16,0 0 2-16,1 0 1 0,-1 0-2 0,-1 0 3 15,1-1-1-15,0-1-1 0,1 2 2 0,-1-2 1 16,1 1 3-16,0 0-6 0,-2-1 0 16,3 2 3-16,-2-2-1 0,4 1-3 0,-2 0 0 15,-2 1 1-15,2 0 3 0,1-2-2 16,-1 2 1-16,0-1 2 0,0 1-5 0,0 0 1 16,-2-2-1-16,2 2-3 0,-1 0 6 0,0 0-5 15,-2-1 2-15,0 1 5 0,1 0-2 16,-1-2 4-16,3 2-3 0,-2 0 3 0,-1 0-2 15,1 0-7-15,-1 0 2 0,4 0-3 16,-4 0-2-16,3 0-1 0,-1 0 7 0,1 0 2 16,-1 0 0-16,1 0 1 0,0 0 3 0,-1 0-3 15,0 0-5-15,1 0-1 0,-1 0 2 0,-1 0-3 16,3 0-2-16,-2 0 5 0,-1 0 0 16,-1 0 0-16,1 0 1 0,2 0-1 15,-3 0 3-15,0-1-1 0,-1 1 4 0,1-2-4 16,0 2-2-16,1 0 4 0,0-1-4 0,-1-1 1 15,0 2-4-15,1-2 5 0,0 1-1 0,1 0-3 16,-2-1 1-16,-1-1-5 0,3 1 1 16,0 0 0-16,-2-1 3 0,0 0 1 0,1 1 0 15,1 0 4-15,-1 0 3 0,0-1 1 16,1 1-3-16,-1 1 1 0,1-2 3 0,0 3-3 16,-1 0 1-16,1-2-5 0,-1 2 1 0,-1 0-2 15,0 0-3-15,2 0 1 0,0 0-2 16,-1 0 1-16,-1 0 2 0,0 0 2 0,-1 0-1 15,1 0-4-15,-2 0 4 0,2 0 0 16,-2 0 0-16,-1 0-1 0,1 0 3 0,2 0 2 16,-1 0 1-16,-1 0 0 0,1 0-2 0,-1 2-1 15,0-2-4-15,2 0-2 0,-2 0-2 0,2 0 0 16,-1 3 2-16,1-3 2 0,0 1 6 16,0-1-3-16,-2 0 0 0,2 2 1 0,0-2 1 15,-1 0 4-15,2 1-3 0,-2-1 1 16,-1 2 4-16,0-2-5 0,2 0-6 0,0 2-3 15,1-2 0-15,-2 0 2 0,1 0-6 0,0 0 6 16,0 0 1-16,-2-2 4 0,2 2-1 16,-1 0 0-16,1-2-1 0,-2 2 1 0,0-1 3 15,-1 1-6-15,1 0 2 0,-1 0-3 16,0 0 3-16,-1 0-1 0,1 0 3 0,-1 0 2 16,-1 0 1-16,0 0 6 0,0 0 0 0,2 0 26 15,-2 1 15-15,0-1 16 0,0 2 8 16,0-2 0-16,0 0-4 0,0 0-22 0,0 0-17 15,3 2-15-15,-2-2-7 0,-1 1-4 16,2 0-3-16,-2 1 1 0,3 0 2 0,-3-1-3 16,2 0 1-16,-1-1-2 0,1 2-1 0,-2 0 1 15,2-1-3-15,-1 2 1 0,1-3 9 0,-1 1 10 16,-1 1 5-16,2-1 5 0,-2 0 1 16,3 1 2-16,-3 1-6 0,0 0-8 0,2-1-2 15,-1 1-2-15,-1 0-1 0,0 1 0 16,2-1-1-16,-2 3 1 0,3-1 0 0,-2 2-2 15,-1-2 1-15,0 1 0 0,2 2 0 0,-2-1-1 16,0 1-2-16,1 3 0 0,-1-2-1 16,0 1 0-16,2 3-1 0,-2 2-1 0,0-2-1 15,0 2-2-15,0 0-1 0,0 0-3 16,-2 0 0-16,2-1-3 0,-1-2 0 0,1-1 0 16,0-1-1-16,-2-3-3 0,2-1-16 0,-4-4-42 15,2-2-71-15,-4 0-74 0,0-5-143 16,-1-3-241-16,-4-2-312 0,0-2-292 0,-2-1-200 15,-2-1-3-15,-3-1 511 0</inkml:trace>
  <inkml:trace contextRef="#ctx0" brushRef="#br0" timeOffset="96284.24">5914 8620 197 0,'2'2'610'0,"-2"0"398"0,0-1 177 16,0-1-221-16,0 0-255 0,0 0-146 15,0 1-94-15,0 1-87 0,0-2-63 0,0 1-45 16,0 1-42-16,-2-2-67 0,1 2-60 15,-1 0-37-15,-1 4-28 0,1-1-18 0,-1 2-12 16,0 2-5-16,-1 3-2 0,0 2-2 0,1 1-1 16,0 3 0-16,1-1-3 0,1 0 0 15,-1 2-2-15,2-3 0 0,2-1-13 0,-1-3-38 16,-1-3-66-16,2 2-67 0,-2-4-128 16,3-2-203-16,-1-4-307 0,1-1-285 0,3-5-213 0,0-1-69 15,-1-3 415-15,3-3 547 0</inkml:trace>
  <inkml:trace contextRef="#ctx0" brushRef="#br0" timeOffset="97068.29">7246 8235 229 0,'0'3'485'0,"-2"0"245"0,1-1 122 15,1 0-116-15,-2 0-129 0,2 0-101 16,0-1-80-16,0 2-74 0,-2-2-74 0,2 1-65 16,-1-2-46-16,-1 1-21 0,2 0 3 15,0-1 22-15,0 0 30 0,0 2 22 0,0-2-6 16,0 0-24-16,0 0-31 0,0 0-37 0,-3-2-37 15,1 1-31-15,2-2-21 0,-3-1-12 0,0-2-7 16,1-1-7-16,0-4-3 0,0-2 0 16,2-1 2-16,-2-4 3 0,2-3 0 0,2-1 5 15,-2 0 1-15,0-1 4 0,2-3-1 0,0 2-1 16,-2 0 2-16,0-1-4 0,2 3-2 16,-2 0-2-16,0 2-5 0,-2 1-2 0,2 1-4 15,-2 1-1-15,0 1-2 0,0 3-3 0,-1 0-17 16,0 0-58-16,-5 0-78 0,1 4-163 15,-2-4-273-15,-2 1-326 0,0-1-390 0,-3 2-299 16,-1-3 23-16,-2 0 734 0</inkml:trace>
  <inkml:trace contextRef="#ctx0" brushRef="#br0" timeOffset="103800.82">4735 9144 72 0,'8'0'249'0,"-2"0"112"0,2-1 82 16,1 1-124-16,-1-2-110 0,1 0-56 0,0 0-36 16,0-2-4-16,1 1-5 0,1-1-1 15,0-1 14-15,0 1-26 0,3-2-18 16,-1 0-20-16,1 0-17 0,0-2-2 0,0 0-17 16,1 1 17-16,-2 0 5 0,1-2 5 0,-1 0-1 15,2 2-15-15,-4 0-14 0,3 0-5 0,-1-1-6 16,-2 1-1-16,3-1-3 0,-4 1 1 15,2 1 0-15,-2 0-4 0,-2 0 5 0,4 0-1 16,-4-1-4-16,2 4 0 0,-2-2 2 16,3 1 5-16,-3 2-5 0,3-2 0 0,-2 2 0 15,1-1 3-15,0 0 1 0,0-2-4 0,0 2 3 16,-2-1 0-16,3-1 3 0,-3-1-3 16,0 2 1-16,0-2 1 0,-1 0-5 0,0 1 3 15,-1-2-1-15,-1 1-2 0,0-2 1 16,2 4-1-16,-5-2-2 0,3 1 0 0,-2 2-2 15,0 1-1-15,-1 0-1 0,1 0 0 0,-1 1-1 16,1 1 3-16,0 0-1 0,0 0 3 16,2 1 1-16,-2 1-1 0,2-2 4 0,-1 1-2 15,1 0 1-15,2 1 1 0,0-2 0 16,-2 2-1-16,3-1-3 0,-1-1 4 0,0 0 0 16,1-1-3-16,-2-1 1 0,1 0 2 0,1 0 0 15,-1-1-1-15,0-1 3 0,1-1 24 16,-3-1 10-16,4 1 10 0,-3-2 0 0,-1 2-1 15,2 1 0-15,-1-1-25 0,0 0-11 16,0 3-8-16,-1-2-2 0,0 2-5 0,0 0 1 16,-2 1 1-16,3-1-2 0,-1 2 0 0,0-1 2 15,-1-1 2-15,1 1 1 0,0-1 1 0,1 1-1 16,0-1 1-16,-1-1-1 0,2 0 1 16,-1-1 3-16,2-1-2 0,-2 1-21 15,2-2-13-15,-1 0-9 0,-1 1-4 0,3-1-4 16,-2 1-4-16,1-1 20 0,-2 2 12 0,3 0 9 15,-2-1 3-15,-1 2 3 0,2-1-1 0,-1 0 4 16,0 2 0-16,-1-1 0 0,1 0 2 16,0 0 0-16,0-1 1 0,-1 0-3 0,1 0 2 15,-1-2 4-15,2 1-5 0,-2-2 1 16,2-1-2-16,0 0 0 0,1 1 0 0,-1-2 0 16,0 2 2-16,3-1-2 0,-1 2 0 0,-1-1-7 15,1 1-11-15,1-1-36 0,-2 1-73 16,1 4-197-16,-1-2-211 0,1 3-102 0,-2 1 10 15,4-1 127-15,-2-1 197 0</inkml:trace>
  <inkml:trace contextRef="#ctx0" brushRef="#br0" timeOffset="128848.54">15159 400 218 0,'3'-11'562'0,"1"3"313"0,-3 0 187 0,2 4-180 15,-1-1-199-15,-2 2-152 0,0 2-80 16,0 1-58-16,0-2-40 0,1 4-38 0,-1-1-51 16,0 4-39-16,2 1-45 0,-1-1-38 0,-1 6-37 15,0 0-27-15,0 4-15 0,0 1-5 16,0 5-5-16,-1 2-3 0,-1 5-1 16,2 1-4-16,0 4 2 0,-1 3-3 0,1 2-7 15,-5 1-6-15,5 3-4 0,-1 0-4 0,-1-1-8 16,0 3-3-16,2 1 0 0,-1 3 0 0,-1-1-1 15,1 2 1-15,-1 2-1 0,0-1 5 0,2 0 1 16,-1 2-1-16,-1-3 0 0,2 0 0 0,-1 3 3 16,-1-3-4-16,0 2 0 0,1 0-1 15,-1 1 2-15,1 2-2 0,-3 2-2 0,0 1-1 16,1-1-2-16,-2 3-1 0,3 1-1 0,1-1-2 16,-1-1 0-16,2-1 1 0,0-1-2 0,0-2 1 15,2-2-2-15,-1-1 2 0,1 0-2 16,1-1 0-16,0-1-3 0,-1 1 0 0,2-1 0 15,0-2 0-15,-3 0 0 0,1-3 0 0,-1 3 0 16,1-2 0-16,0-2 0 0,-2 3 0 0,-2-3 0 16,0 2 0-16,1-2 0 0,-2 2 0 15,1 0 0-15,-2 0 0 0,0 0 0 0,3 2 0 16,-2-1 0-16,1 0 0 0,0-2 0 0,1 1 0 16,-1-3 0-16,2 0 0 0,0-1 0 15,0-1 0-15,2-3 0 0,-1 1 0 0,1-2 0 16,-2 0 0-16,0 2 0 0,2-2 0 0,-2 2 0 15,0-1 0-15,-2 2 0 0,2 1 0 0,0 0 0 16,-2 3 0-16,1 0 0 0,-1 1 0 16,1 1 0-16,1 0 0 0,0 1 0 0,-2-1 0 15,2 0 0-15,0 2 0 0,2-3 0 0,-2 2 0 16,1-1 0-16,2 1 0 0,-1-1 0 16,3 1 0-16,0 0 0 0,1-1 0 0,0-1 0 15,0 2 0-15,1 0 0 0,-1-2 0 16,3 0 0-16,-1-3 0 0,-1 1 0 0,-1-1 0 15,3-1 0-15,-2 1 0 0,-1-2 0 0,1-1 0 16,0 1 0-16,-2 2 0 0,1 0 0 16,1-1 0-16,-2 2 0 0,2 0 0 0,0 1 0 15,-1 3 0-15,1 0 0 0,-1-4 0 0,3 4 0 16,-2-5 0-16,-1 3 0 0,2-4 0 16,1 1 0-16,-2-2 0 0,-1 0 0 0,2-2 0 15,0 1 0-15,-2-1 0 0,0 1 0 0,-1-1 0 16,0-1 0-16,3 2 0 0,-4-2 0 0,0 3 0 15,0-2 0-15,1 5 0 0,-1 0 0 16,0 1 0-16,2 0 0 0,-1 1 0 0,0-5 0 16,1 4 0-16,-1-1 0 0,4-2 0 15,-2-1 0-15,-1 2 0 0,2-2 0 0,1 0 0 16,-1-1 0-16,0 2 0 0,-1-1 0 16,3 0 0-16,-3 2 0 0,1-3 0 0,0 1 0 15,0-2 0-15,0 3 0 0,-4-3 0 0,3 1 0 16,-1-3 0-16,0-2 0 0,-3-1 0 15,2-2-1-15,0-1 0 0,-2-3 1 0,2 1 1 16,-2-1-1-16,2 0 1 0,-4-3-1 16,2 0 0-16,-1-1 0 0,1 0 0 0,-1-3 0 15,-1 0 0-15,-1-4 0 0,2 2 0 0,-2-1 0 16,0-2 0-16,0 0 0 0,0 0 0 16,0 0 0-16,0 2 0 0,0 1 0 0,-2 2 0 15,1 0 0-15,-1 4 0 0,-1 2 0 0,3 2 0 16,-2 2 0-16,-1 5 0 0,2-4 0 15,-1 6 0-15,-1-2 0 0,0 3 0 0,2-4 0 16,-1 3 0-16,0-4-1 0,1 0 1 0,-1-2 1 16,2-2-1-16,-2-2 0 0,2-1 0 15,0-4 0-15,0-1 0 0,0-1 0 0,2-2 0 16,-2-3 0-16,2 1 0 0,-1-5 0 16,3 3 0-16,-3-1 0 0,2 0 0 0,2-1 0 15,-4 1 0-15,2 1 0 0,-1-2 0 0,1 3 0 16,-1-1 0-16,-1 0 0 0,-1-1 0 15,2 2 0-15,-2-1 0 0,0 1 0 0,0-1 0 16,0 1 0-16,-2 0 0 0,2 0 0 0,-1 3 0 16,-1-2 0-16,1 2 0 0,-1 2 0 15,0 0 0-15,2 2 0 0,-3 0 0 0,3 0 0 16,0 2 0-16,-1-1 0 0,1-1 0 16,0-1 0-16,0-1 0 0,1-1 0 0,-1 0 0 15,2-3-1-15,-1 0 0 0,1 0 0 0,1-3 0 16,0 1-1-16,1 0-2 0,1-1-3 0,-4 0-8 15,2-2-12-15,-1 0-18 0,2-2-37 16,-4 1-76-16,0-3-104 0,-6 0-196 0,2-1-295 16,-5-3-357-16,-2-4-388 0,-6-3-174 15,-7-1 289-15,-4-6 770 0</inkml:trace>
  <inkml:trace contextRef="#ctx0" brushRef="#br0" timeOffset="135662.1">16535 688 60 0,'4'-7'578'0,"1"1"480"0,-3-2 220 0,-2 2-31 16,-2 2-292-16,-3-1-277 0,1 1-184 16,-6 1-121-16,-4 2-79 0,0-1-71 0,-5 2-80 15,-3 2-46-15,-5 0-27 0,0 4-14 16,-3 2-7-16,-6 1-5 0,2 1-5 0,0 3-7 16,0 3-4-16,-1-3-5 0,5 2-5 15,0-1-5-15,2-1-3 0,6-1-4 0,1 1-2 16,2-3-1-16,6-1-2 0,0 0-1 0,3-2-2 15,3-1-1-15,3-2 0 0,2 2-1 0,4 1 1 0,4 0 0 16,4 3 1-16,5-2 0 0,3 1 1 0,6 0 0 16,1 3 1-16,3-1-1 0,2-2 1 15,3 3 0-15,-1-1 0 0,3-2 0 0,-2 4 0 16,0-3 0-16,-3 2 5 0,-1 0 2 0,-2 1 1 16,-4 1 2-16,-3 0 1 0,-2 1 0 0,-3 0-3 15,-3 4-3-15,-2 1 0 0,-5 1 0 0,-1 0-1 16,-4 0-1-16,-4 1 1 0,-1 2 0 0,-3-1 1 15,-5 2-1-15,-1-3 0 0,-5 3 1 0,1-3-1 16,-4 3 1-16,1-4-3 0,-5-2 0 0,2-3 0 16,1 0-1-16,-1-3-1 0,0-2 0 0,3-3 0 15,4-2-1-15,1-3-1 0,2-1-1 0,5-4-3 16,4-1-7-16,2-5-14 0,4-3-17 16,4-2-31-16,1-3-58 0,6 0-70 0,0-2-118 15,6 0-205-15,2-1-297 0,2 0-324 0,-1 1-270 16,4-1-137-16,0 4 396 0,-1-2 680 0</inkml:trace>
  <inkml:trace contextRef="#ctx0" brushRef="#br0" timeOffset="136001.92">16854 1276 470 0,'0'1'1071'16,"-1"1"318"-16,-1 0-92 0,2-2-274 0,2 0-359 0,-1-2-221 15,2-2-123-15,2-2-78 0,1-3-46 0,2-5-47 16,3 0-46-16,3-7-31 0,1-4-16 16,2-2-9-16,1-3-12 0,2-3-6 0,0-1-8 15,1-4-1-15,1 0-4 0,0-3-1 0,0 0-7 16,-2 2-3-16,-2 1-2 0,-1 5-7 0,-4 2-2 15,-1 4-5-15,-4 4 5 0,-2 2 0 16,-5 5-12-16,-1 3-29 0,-6 2-70 0,-2 4-77 16,-3 4-176-16,-4 0-287 0,-3 4-325 15,-3 4-360-15,-1 1-218 0,-2 4 91 16,-1 0 720-16</inkml:trace>
  <inkml:trace contextRef="#ctx0" brushRef="#br0" timeOffset="136413.04">16716 666 507 0,'-3'-8'1074'0,"0"2"277"15,-1 0-69-15,2 4-295 0,2 2-366 16,4 0-198-16,0 1-106 0,0 2-71 0,1 2-55 16,3 3-44-16,5 2-43 0,-1 2-41 15,0 5-18-15,3 0-18 0,-2 4-10 0,1-1-8 16,1 4-2-16,0-3-4 0,0 2-8 0,-2 0 2 16,-1 1-14-16,-1-1-50 0,-2 0-65 0,-1 0-105 15,-1-5-165-15,-1-1-283 0,-3 0-330 0,3-3-282 16,-3 1-191-16,1-3 226 0,-3-2 597 0</inkml:trace>
  <inkml:trace contextRef="#ctx0" brushRef="#br0" timeOffset="136825.91">17629 810 101 0,'4'-11'720'16,"-2"6"597"-16,-2 0 211 0,-2 0-161 15,-4 3-418-15,0-2-356 0,-4 1-178 0,-2-1-122 16,-1 4-90-16,-1 0-64 0,-2 4-38 15,0-1-28-15,-3 2-18 0,2 2-15 0,-1 1-9 16,0 1-8-16,0 4-5 0,-1 3-3 0,0 1-3 16,3 4-1-16,-1 5 0 0,1 1-6 0,2 6-3 15,1 3 1-15,-1 4 1 0,6 2-2 0,0 1-1 16,3 0 1-16,2-1 1 0,3-4-4 0,3-1-3 16,4-4-1-16,1-2-3 0,3-5-6 0,1-3-6 15,1-6-14-15,6-3-20 0,0-6-50 0,0-3-71 16,2-5-83-16,1-6-144 0,0-5-233 0,0-2-320 15,3-3-291-15,0-5-199 0,2 1 11 0,-1-4 526 16</inkml:trace>
  <inkml:trace contextRef="#ctx0" brushRef="#br0" timeOffset="137156.59">17886 976 19 0,'8'-12'547'16,"-3"5"515"-16,-1-1 265 0,-3 5-15 15,-1 3-321-15,0 5-311 0,0 2-215 0,0 5-122 16,0 1-82-16,0 6-82 0,0 2-57 0,3 2-47 15,3 5-27-15,-1 1-16 0,1 4-10 0,4 0 0 16,2-1-5-16,1 0-5 0,3-5-1 0,2-5-2 16,4-4-2-16,1-4-13 0,0-8-13 0,2-6-15 15,0-5-23-15,0-3-25 0,-1-8-17 0,-3-2-5 16,-1-3 5-16,1-3 12 0,-5-3 27 0,-2 0 28 16,-5-1 18-16,-2-1 13 0,-3 1 34 0,-2 2 32 15,-4-2 21-15,-2 1 7 0,-4 0 7 0,0-1-2 16,-6 0-19-16,-1 3-15 0,0-2-9 0,-3 3-4 15,-2 4-5-15,-2 2-6 0,-4 9-9 16,1 3-6-16,-2 8-9 0,0 3-11 0,0 9-6 16,4 5-4-16,2 3-3 0,-1 3-2 0,5 5-5 15,2 1-4-15,3 0-18 0,2 2-52 0,5-2-70 16,2 1-134-16,3-4-236 0,3-1-305 0,5-3-355 16,5 0-303-16,-1-3-105 0,6-4 523 0,3-2 678 15</inkml:trace>
  <inkml:trace contextRef="#ctx0" brushRef="#br0" timeOffset="137827.6">19224 688 144 0,'8'-6'584'0,"-2"0"415"0,1 0 211 0,-4 3-105 16,-2-1-184-16,1 1-202 0,-4 0-173 16,-1-1-122-16,-2 0-80 0,-4 3-73 0,-2-1-92 15,-3 1-50-15,-4 1-28 0,1 0-19 16,-5 3-18-16,-2 0-12 0,1 3-12 15,-4 0-9-15,-2 2-6 0,0 3-7 0,-3 6-6 16,0-2-4-16,0 4-4 0,2 2-5 0,3 0-2 16,0 2 0-16,4-1-1 0,2 2-2 0,3-1 3 15,3-2 0-15,4-1 2 0,4 0-2 0,1 0 0 16,6-2 0-16,2-2-1 0,5 1 0 0,5-2 1 16,3-1 0-16,5 2 1 0,2-4 0 0,4 1 5 15,4-4 3-15,4 2 0 0,1-4 1 16,1 2 2-16,0-1 0 0,4-1-8 0,-2 0-3 0,-2-1-2 15,-3 5-2-15,1-5 0 0,-4 3-1 0,-4 2 3 16,-2-1 3-16,-5 4 2 0,-5-2 1 0,-2 1 5 16,-3 2 3-16,-8 0 1 0,-1 0 0 15,-7 0 0-15,-3 0-1 0,-3 0-5 0,-6 0-2 16,-2 0-2-16,-5 2-2 0,1-4 0 0,-4 0-1 16,-1 0 1-16,0-3 0 0,-2-1-1 0,1 0 2 15,-1-1-1-15,2-3-2 0,3-3-6 0,2-1-10 16,3-1-16-16,3 0-28 0,2 0-71 0,4-1-82 15,2 0-159-15,3 0-280 0,3-2-329 0,5 3-388 16,0 0-229-16,3 3 58 0,2 0 710 0</inkml:trace>
  <inkml:trace contextRef="#ctx0" brushRef="#br0" timeOffset="141047.99">23684 6373 296 0,'0'8'875'0,"-3"-1"351"0,2 1-2 16,-1-1-239-16,0-1-398 0,2 2-259 0,0-1-137 15,2-1-67-15,0 0-40 0,-1 0-24 16,2-1-15-16,1-2-16 0,-3 0-11 0,4 0-7 15,-2-3 37-15,3-2 25 0,-3-1 47 0,2 0 37 16,0-3 26-16,-2-1 5 0,1 1-26 0,-3-1-19 16,-1-1-34-16,2 0-24 0,-2-1-21 15,-2 2-8-15,1-1-7 0,-1 2-3 16,-1 0-4-16,1 2-3 0,-1-1-2 0,1 3-4 16,1-2-5-16,-3 3-5 0,3 0-6 0,-1 1-7 15,2 1-5-15,-1 2-3 0,1 3-3 0,-2-2-2 16,2 4 2-16,0-1-1 0,2 2 2 15,-2-2-2-15,1 1 1 0,1 0-1 0,-1-3 0 16,1 0 0-16,0-1-1 0,-1-2 1 16,-1 0 2-16,0-2 0 0,0 0 3 0,2-2 1 15,-1 0 1-15,-1-4-1 0,0-1-1 0,0 1 1 16,0-3-2-16,0 0 1 0,0 0 0 16,0 0 0-16,-3 3 2 0,3 0-1 0,-1 0-1 15,1 2 3-15,-2 0 1 0,0 4-1 16,2-3 1-16,0 3-1 0,0 3 0 0,-1-3-3 15,-1 6-2-15,2 0 0 0,-1 1-1 0,-1 0-1 16,-1 1 1-16,3 1-1 0,-1-1 1 0,1 0 0 16,-2 0 0-16,2 0 0 0,-2-2 1 15,2-2-1-15,0-1-1 0,-1 1-1 0,1-2-1 16,-2-1-1-16,2 1-1 0,0-2-2 16,2 0-10-16,-2 0-23 0,1-3-66 0,-1 0-76 15,2-1-163-15,0-1-281 0,-1-2-328 0,2 2-393 16,-1-1-259-16,-1 4 30 0,2-4 728 15</inkml:trace>
  <inkml:trace contextRef="#ctx0" brushRef="#br0" timeOffset="142729.38">23661 6349 148 0,'-2'-2'442'0,"1"2"261"16,-3 0 216-16,1 0-84 0,2 0-144 16,-1 0-123-16,0 0-91 0,1 0-54 0,-1 0-40 15,1 2-50-15,1-2-43 0,-4 4-24 0,4-3-31 16,-4 0-39-16,1 4-45 0,1-2-41 15,-1 3-34-15,1 0-26 0,1 0-19 0,-1 1-9 16,2 2-10-16,0 0-4 0,0-1-3 0,2 0-2 16,-1-2-3-16,3 0-1 0,-3-2 0 15,2-1 1-15,3-2 0 0,-2-1 0 0,0 0 2 16,0-4 1-16,0-2 1 0,0-2 1 16,0-1-1-16,0 0 1 0,-3-1 2 0,2-1 4 15,-6 2 6-15,2 0 3 0,-1 2 4 0,-3 0-1 16,0 1 0-16,-1 1-6 0,0 2-6 15,-4 3-6-15,2 1-5 0,-1 2-2 0,1 1-4 16,-1 3-15-16,2 0-46 0,1 1-73 0,-2-1-110 16,0 1-216-16,3-2-300 0,4-2-348 15,-3 2-316-15,4-3-143 0,-1-2 385 0,1 1 700 16</inkml:trace>
  <inkml:trace contextRef="#ctx0" brushRef="#br0" timeOffset="143797.43">23534 6353 133 0,'-9'-6'391'0,"-5"-1"201"0,1 1 149 16,0-1-131-16,1 1-175 0,-3-4-94 0,1 3-66 15,0-2-38-15,-2 2-29 0,3-3-19 16,-4 0-25-16,3 1-24 0,-3-2-17 0,0 1-11 15,0-2-9-15,1 2-17 0,-1-1-18 16,-1 0-18-16,1-2-10 0,-2 3-12 0,3-4-9 16,-2 2-7-16,1 1-1 0,-1-4 0 0,-3 2 0 15,4 1 0-15,-4-1-2 0,-1-2 2 16,1 2-2-16,-1-4 0 0,-3-2-2 0,-2 0-1 16,-3-1 1-16,-1-4-1 0,-3 1-2 15,0-3-4-15,-3-1 2 0,-3-1-2 0,-3-2-6 16,0-2-7-16,-8-1-2 0,2-1 6 0,-3 1 9 15,-2-1 13-15,-3 3 11 0,2-2 18 0,-4-1 13 16,-3 0 5-16,-1-2 4 0,-3 3-2 16,1-4-2-16,1 3-6 0,0-2-13 15,-1 1-1-15,0 1-7 0,2-1-8 0,0 2 0 16,1 2-8-16,-1 1 0 0,1-1-7 0,4 3-6 16,-1 3-4-16,3-1-4 0,2 2-5 0,5 2-16 15,1 3-46-15,6 2-83 0,3 0-118 16,5 2-189-16,4 2-289 0,4 3-249 0,6 0-145 15,6 0 120-15,3 2 372 0</inkml:trace>
  <inkml:trace contextRef="#ctx0" brushRef="#br0" timeOffset="145610.56">23662 6388 106 0,'0'0'302'0,"0"0"144"16,0 0 63-16,0 0-86 0,0 0-113 0,0 0-89 15,2 0-54-15,0-2-29 0,-2 1-22 0,1 1-17 16,2-1-16-16,-1-2-2 0,-1 1-2 0,2 1-9 16,1-2-8-16,-3 1-7 0,2-1 14 15,2 0 4-15,-2 0-6 0,1 2-3 16,2-2-3-16,-2-2-3 0,1 3 10 0,0-2 23 16,2-1 10-16,-3 1 7 0,5 0-1 0,-1-3 1 15,1 1 5-15,1-1-12 0,0 0-10 0,1-4-4 16,5 2 1-16,-3-2 24 0,1-2-18 15,2 1-10-15,-1 0-4 0,1-3 9 16,1 2 2-16,1-1-24 0,-1-1-13 0,-1 2-10 16,3-1-7-16,-2-1-15 0,-1 3-8 0,1-1-5 15,0 0-5-15,-2 1-4 0,1 1-1 0,1-2-1 16,0 2 0-16,0-2 2 0,-3 3 0 16,3-2 2-16,-1 1 7 0,2 0 2 0,-1 0-2 15,-3 1-1-15,1-1-1 0,0 2 1 0,0-4-6 16,0 2 0-16,0 1 1 0,0-1 2 15,-2 1-2-15,3-1 0 0,-2 2 3 0,0-3 0 16,-1 0-3-16,1 3-1 0,-3-1-2 0,0 1 0 16,3-1-3-16,-4 2 1 0,0 0 2 15,0 2 0-15,0-2 0 0,0 2 2 0,0-1 1 16,2 1-3-16,-3-3-1 0,4 4 1 16,-4-3-1-16,4 0 1 0,-2 1-1 0,0-1 2 15,1-1 3-15,1 0-4 0,-1 0 0 0,2 0 0 16,-2-1 0-16,2 0-2 0,-1-1 1 15,3-2 3-15,-2 3-1 0,0-2-1 0,1 0 0 16,0 1 0-16,0-2 0 0,2 0-4 16,-3-1-4-16,3-1 1 0,0 2 0 0,0-2-2 15,-3 1-1-15,3 0 3 0,0 1 4 0,-4 0-5 16,4 0 2-16,-4 0 0 0,2 0-4 16,0-1 3-16,-2 2 2 0,3-1 5 0,-2-1 1 15,4 1 6-15,-4-1 5 0,2-1 0 16,0 1-2-16,-1 1 0 0,1-2-2 0,1 1-1 15,1-2 1-15,1-1 0 0,1 2 0 0,0-4-1 16,2 0 0-16,0-1-1 0,-2 3-6 0,4-2-2 16,0-2 0-16,-1 3-1 0,-2 1 1 15,3-2 2-15,-1 1 3 0,-1 0-3 16,-2 2 4-16,2-2-1 0,0 0-3 0,-1 0-4 16,1 0 3-16,-1 0 1 0,0 2-2 0,-2-3-1 15,2 3 5-15,-4 1-1 0,2 0-4 0,-4 1 2 16,2 2-2-16,-4 0 3 0,-1 2-2 15,-1 0-3-15,-1 0 3 0,0 1-4 0,-1 1 2 16,-3-1-4-16,0 2-24 0,0 1-36 16,1 0-79-16,-6 0-129 0,1 2-245 0,-2 1-276 15,-3 2-219-15,-1 2-102 0,-5 3 175 0,1 2 400 16</inkml:trace>
  <inkml:trace contextRef="#ctx0" brushRef="#br0" timeOffset="149511.07">21258 6567 179 0,'4'1'406'0,"1"0"178"0,-4-1 88 0,2 3-186 15,1-3-157-15,-3 0-90 0,3 0-27 0,-3 0 5 16,2-3 26-16,1 3 29 0,-1-1 23 15,0 0-2-15,3 0-19 0,-3-1-28 16,4 2-37-16,-3-3-34 0,1 3-39 0,2-2-30 16,0 2-31-16,0 0-18 0,1 0-15 0,-2 0-19 15,2 0-8-15,0 0-2 0,0 0 1 0,0 0-1 16,1 0-1-16,0 2 4 0,0-2-7 16,0 3-5-16,-1-3-4 0,0 2 0 0,0-2 0 15,1 1-4-15,1-1 1 0,-2 0 2 16,2 0-3-16,-2 0-3 0,2 0 2 0,-2 0 3 15,1 0-1-15,1 1 1 0,-1 0 1 16,1-1 3-16,-2 3 1 0,0-1-3 0,0 0 2 16,1 0 0-16,-1-1 1 0,-2 0-2 0,2 1-2 15,1 0-2-15,-1-1 5 0,1-1-1 16,0 1 2-16,-3 1 3 0,2-1-2 0,0-1 4 16,1 2 29-16,-1-2 13 0,4 1 11 0,-4 1 1 15,2-1 1-15,0-1 1 0,0 3-27 0,0-1-17 16,0-1-9-16,0 1-5 0,2 1-2 15,-2-2-4-15,2 1 1 0,-1-1 3 16,1 2 3-16,0-3 0 0,-1 2-1 0,0-1 2 16,2-1-2-16,-2 0 4 0,1 0-8 0,0 0 2 15,-3 0 3-15,4 0-5 0,-4 0-1 0,1 0 0 16,1 0 0-16,-2 0 2 0,3 0 0 16,-2 0 2-16,0 1 1 0,0-1 1 0,0 0 1 15,-2 2-4-15,0-2-4 0,2 0 1 16,-1 0 0-16,-1 0-2 0,0 0 1 0,1 0 2 15,-1-2 1-15,0 2-1 0,0-1 0 0,3 1-1 16,-3-1 1-16,0-1-2 0,0 0 1 16,1 1 0-16,-1 0 1 0,2-2 0 0,-1 3 0 15,-1-2 1-15,0 1-3 0,0-2 4 16,3 3 0-16,-3-2-4 0,0 2 3 0,3 0-1 16,-3 0 0-16,0 0-4 0,3 0 1 0,-3 0 1 15,-2 0-4-15,4-1 2 0,-1 1 1 0,-3-2 1 16,2 2 0-16,0-1 0 0,2-1 3 15,-2 2-2-15,-2-1 0 0,0-1 3 16,4 2-4-16,-4 0 1 0,0-1-3 0,3-1-1 16,-2 2 0-16,-1-1-1 0,1 1 4 0,-1-1 0 15,1-1 0-15,0 0 0 0,0 2 5 0,-1-1-5 16,1 0 0-16,-1-3 4 0,1 2 2 16,0 2 2-16,-1-4-4 0,1 3-1 0,0-2-3 15,0 0-3-15,-2 1-2 0,1 2-3 16,-1-3 4-16,0 1 1 0,1 2 2 0,0 0 1 15,0 0 3-15,-1 0 0 0,0 2-3 0,3-2 0 16,-4 3 4-16,1-3 3 0,2 2-5 0,-2 1 2 16,-1 0 1-16,2-2-2 0,-1 3-5 15,0-4 0-15,0 4 3 0,-2-2-1 0,0 0 0 16,0 0 0-16,2 0 0 0,-4-1-2 16,2 0-2-16,1 1 3 0,-4-2-3 0,1 0 2 15,3 1 0-15,-3-1 6 0,-1 0-4 0,3 0 0 16,-1 0 0-16,0 0 3 0,-1-1 2 15,1 1-5-15,-1 0 0 0,4-2 2 0,-4 1 0 16,2 1-2-16,1-1-1 0,-3-1 2 16,3 2 2-16,-3 0 2 0,2-2-5 0,1 2 0 15,-1 0 0-15,3-1-4 0,-2 1 2 0,1-1-2 16,2 1 2-16,-1 0 2 0,3-2 0 16,1 0 1-16,0 2-1 0,-2-2-1 0,2 2 0 15,2 0 1-15,0 0-2 0,-1-3 2 16,1 3-1-16,0-1 1 0,-1 1 6 0,2 0-4 15,-1 0 2-15,0 0-4 0,-2 0 5 0,2 0 1 16,-3 0-7-16,4 0 1 0,-4 0 1 0,-1 0 4 16,0 0-8-16,1 0 0 0,-1 0 6 15,-3 0-2-15,2 0 0 0,0 0-1 0,-2 0 2 16,-2 0 2-16,2 0-4 0,-2 0 7 16,1 0-4-16,-3 0 0 0,1 0-3 0,-1 0-3 15,4 1 0-15,-5-1-2 0,1 0 7 0,-1 3-2 16,3-3 1-16,-3 0 1 0,2 0 1 15,0 2 0-15,-1-2-1 0,1 2 0 0,-1 0 3 16,3-2 2-16,-1 1-1 0,0 0 23 16,2 1 13-16,1-2 8 0,0 0 2 0,-1 2 0 15,3-2-2-15,1 0-22 0,-2 0-15 0,2 0-4 16,-1-2-4-16,2 2-1 0,-2-2-3 16,0 2 0-16,0-1-1 0,-1 0 1 0,1 1-3 15,0-2 1-15,-1 2 3 0,-1 0 0 16,0 0-1-16,0-2-1 0,-1 2 2 0,-1 0 2 15,0 0-4-15,1 0 1 0,-2 0 0 0,2 0 1 16,-4 0-4-16,2 0-1 0,-1 0 5 0,0 0-1 16,-1 0-1-16,1 0 3 0,0 0 3 15,-1 0 0-15,1-2-2 0,-1 2-1 0,1 0 0 16,1 0-3-16,-2 0 0 0,2-3-2 16,-1 3 0-16,0 0 3 0,-1-1 2 0,1 1-1 15,0-1-2-15,1 1 3 0,-2 0-3 0,3-1-3 16,0 1-1-16,2-2 2 0,1 2 0 15,-1 0-3-15,2-3 2 0,1 3 3 0,-1 0 0 16,2 0 0-16,0-2 0 0,0 2 3 0,0 0-1 16,0 0-2-16,0 0 1 0,2-3-1 15,-3 3 4-15,2 0-4 0,-1-2 0 0,-1 2 0 16,0-1 1-16,0 1 0 0,-1 0-2 0,1 0 1 16,-5 0-1-16,3 0 5 0,-2 0-2 15,0 1-1-15,-2-1 0 0,0 2 0 16,1-2 0-16,-2 0-2 0,-1 3 1 0,1-3 3 15,0 0-1-15,-1 0-2 0,-1 0 1 0,2 0 0 16,0 0 2-16,-2 0-2 0,1 0 1 0,-1 0-1 16,2 0-1-16,-1 0 2 0,1 0-2 0,0 0 0 15,-1 0 3-15,1 0 0 0,-1 0 1 16,3 2 29-16,-2-2 18 0,2 0 8 16,-1 0 1-16,2 0 4 0,-2 0-1 0,2 0-26 15,-1 0-17-15,1-2-8 0,1 2-5 0,1 0-3 16,-3 0 0-16,3 0-2 0,-2 0-1 15,2 0 3-15,0 0-2 0,-1 0-1 0,1 0-1 16,-1 0 3-16,1 0-1 0,0 2-3 0,-1-2 2 16,2 0 1-16,0 0-1 0,-2 0 2 15,2 0-1-15,0 0 2 0,1 3 5 0,0-1 1 16,0-1 2-16,4-1 0 0,-4 0 1 0,2 1-1 16,3-1-6-16,-1 0-1 0,1 0-1 15,1 0-2-15,-1 0-1 0,2 0 0 0,2-1-1 16,-1 1 0-16,1 0 0 0,2-1 1 15,2 1 0-15,0-2-1 0,0 2 1 0,0 0 0 16,2-3-1-16,-2 3 0 0,1 0 0 0,0 0 1 16,0 0-2-16,-1 0 2 0,4 0-1 0,-5 0 1 15,0 0 0-15,1 0 0 0,-1 0 0 16,1 3 0-16,0-3 0 0,0 0 0 0,1 2-1 16,-1-2 1-16,1 1 0 0,-2-1 1 15,1 0-1-15,2 0 1 0,-1 1-1 0,2-1 2 16,-2 1-2-16,2-1 1 0,1 0 0 15,-3 3-1-15,1-3 2 0,-2 0 0 0,4 2 0 0,-4-2-1 16,2 0 1-16,-2 0-1 0,0 0 0 16,0 0-2-16,-3 0 0 0,3-2 1 15,-2 2-1-15,0-3 0 0,-2 2 1 0,0 0-1 16,1-2 0-16,-5 0 0 0,3 3 1 16,-1-2-1-16,-2 2 1 0,-1 0-1 0,0 0-1 15,-4 0-1-15,-1 2 2 0,1-2 0 0,-2 3 0 16,-1 0 0-16,-2-1 1 0,0 1 1 0,1-1 0 15,-4 0 0-15,2 1 2 0,-1-2 3 16,0 1 2-16,-2 1 0 0,1-2 1 0,-1 1 0 16,2-1-1-16,-2 2-2 0,2-1-3 15,-2-1-2-15,0 1 0 0,1-1-1 0,1 1-1 16,-1 1-1-16,-1-2 1 0,2 1-1 0,0-1 1 16,-1 1-1-16,-1-2 1 0,2 1 0 0,-1-1-1 15,1 1 0-15,0-1 1 0,0 0 0 16,0 0 0-16,0 0 2 0,1 0 0 0,-2 0 0 15,3 0-1-15,-1 0 1 0,0 0-1 16,0 0 0-16,2 0 0 0,-2 2-1 0,3-2 1 16,1 0-1-16,-3 0 1 0,1 0 0 0,2 2-1 15,0-2 7-15,1 0 5 0,0 0 5 16,5-2 1-16,-5 2 1 0,1-3 1 0,4 2-6 16,-4-1-5-16,1 1-4 0,1-1-1 0,-3 1-3 15,0-2 0-15,0 1 0 0,-1 2-1 16,0-1 0-16,-1 1 0 0,1 0 0 0,-3 0 1 15,1 0 0-15,0 1 0 0,-1-1 0 16,0 0 0-16,0 2-1 0,0-2 1 0,-1 0 0 16,-2 1-1-16,3-1 1 0,-3 0 1 15,2 0 3-15,-1 0 3 0,-2 0 1 0,1 2 1 16,-1-2 0-16,2 0 0 0,-1 0-5 0,3 1-1 16,-3-1-1-16,2 2 0 0,1-2-2 0,-1 0 0 15,2 1 0-15,-4 1-1 0,5-2 1 16,1 0-1-16,-3 1 0 0,1-1 1 0,2 0 0 15,-1 0 1-15,-2 0 0 0,1 0-1 16,-1 0 1-16,0 0-1 0,0 0 0 0,-3 0-1 16,2 0 1-16,-1 0-1 0,1 0 1 0,-2 1-1 15,2-1 0-15,1 2 1 0,-3 0-1 16,3-1 1-16,-1 0 1 0,-2 3 5 0,4-2 2 16,-2 2 0-16,3-2 2 0,1 3 0 15,-2-3-2-15,-1 1-3 0,1-1-2 0,2 0-1 16,-1 2-1-16,-2-4-2 0,1 2 1 0,2-2 0 15,-3 2 0-15,1 0-1 0,3-2 1 16,-3 1-1-16,1-1 1 0,1 0-1 0,-3 0-1 16,2 1 0-16,1-1 1 0,-1 0 0 15,-1 2 0-15,1 0 1 0,2-1 0 0,-2 0-1 16,1 2 1-16,-1-1 0 0,2 1 0 0,0 0 0 16,0 0 0-16,-2 1-1 0,3 1 2 0,-1-3-2 15,4 2 0-15,-2-2 0 0,3 0 0 16,-2 0 0-16,5-2-1 0,-1 0 1 0,-2 0 0 15,4-2-1-15,-2 0 1 0,0 1 0 16,2 0 0-16,-3-1 0 0,2-1-1 0,-3 2 1 16,1-1-1-16,-2 1 0 0,0-1 1 0,-2 2-2 15,0 0 2-15,-2 0-1 0,0 0 1 0,-2 2-1 16,-1-2 1-16,0 0 1 0,-2 3-1 16,0-3 1-16,0 1 0 0,0-1 0 0,-1 1 0 15,-1-1-1-15,1 2 1 0,-2-2 0 16,1 0-1-16,-1 0 1 0,0 0 0 0,2 0-1 15,-2 0 0-15,2 0 0 0,-2 0 0 0,0 0 0 16,1 0-1-16,1-2 1 0,-1 2 1 16,1 0-1-16,0 0 0 0,-1 0 0 0,3 0 1 15,-1 0-1-15,-2 0 0 0,4 0 0 16,-4 2-1-16,2-2 1 0,1 0 0 0,-3 2 0 16,4-2 0-16,-2 1-1 0,1-1 1 0,-1 0 0 15,0 0 0-15,1 0 0 0,-1 0 1 16,2 0 0-16,-3 0-1 0,1-1 1 0,-1 1-1 15,-1-2 1-15,3 2-1 0,-4 0 1 16,1-2 0-16,1 2-1 0,-1-1 1 0,-1 1-1 16,2 0-1-16,0-1 1 0,-2 1 0 0,0 0-1 15,0 0 1-15,0 0-1 0,0 0 1 0,2 0-1 16,-2 0 0-16,0 0 1 0,0 0-1 16,0 0 0-16,2 0 0 0,0 0 1 0,-2 0 0 15,0 0 0-15,1 0 0 0,-1 0 0 16,2 0 0-16,-2 0 0 0,0 0 0 0,1 0 0 15,-1 0 0-15,0 0 0 0,0 0 0 0,0 0 0 16,0 0 0-16,0 0 0 0,0 0 0 16,0 0-1-16,0 0-1 0,0 0 0 0,-1 0-4 15,1 1-13-15,-3 2-29 0,-1 0-75 16,-2 0-96-16,2 1-191 0,-3 0-290 0,1 0-348 16,1-1-403-16,2-1-200 0,-2 0 220 0,2-2 774 15</inkml:trace>
  <inkml:trace contextRef="#ctx0" brushRef="#br0" timeOffset="151242.82">21688 6728 305 0,'0'-4'786'0,"0"4"323"15,-2-2 32-15,-1 2-249 0,0 2-371 0,-2 2-227 16,-2 0-140-16,0 2-76 0,-1 1-43 0,0 1-19 15,-3 2-12-15,1 4-1 0,1-3-5 16,1 4-3-16,-1-1-7 0,0 0-49 0,1-1-85 16,4-1-126-16,-4 1-214 0,3-2-272 15,2 0-231-15,0-2-79 0,0 0 187 0,1-5 360 16</inkml:trace>
  <inkml:trace contextRef="#ctx0" brushRef="#br0" timeOffset="151428.21">21895 6814 203 0,'-2'11'544'0,"-3"-1"244"16,-1 2 105-16,-3 0-173 0,2-4-319 0,1 3-181 16,-2-4-104-16,2 2-57 0,1-3-31 15,0 1-17-15,4-1-22 0,-1-2-53 0,2 1-80 16,2 0-137-16,-1-1-274 0,4-1-186 0,0 1-80 15,2 0 106-15,1-3 238 0</inkml:trace>
  <inkml:trace contextRef="#ctx0" brushRef="#br0" timeOffset="151627.71">22287 6799 145 0,'9'2'445'16,"-1"2"219"-16,-5 1 125 0,1 1-125 15,-4 3-239-15,-4 0-150 0,1 3-83 0,-2 1-43 16,-1 0-23-16,0 3-28 0,-4-1-36 0,6-2-25 16,-3 0-21-16,6-1-30 0,-3-4-43 0,4-2-64 15,4-1-93-15,0-5-182 0,1 0-246 16,4-5-138-16,3 1-1 0,0-5 156 0,6 1 244 16</inkml:trace>
  <inkml:trace contextRef="#ctx0" brushRef="#br0" timeOffset="151798.29">22691 6820 302 0,'-1'15'560'0,"-2"-2"198"0,-3 2 83 0,-1 1-282 16,1-1-219-16,1-2-128 0,0-1-77 0,0 0-45 16,1-2-29-16,2-4-27 0,2 0-25 15,2-4-26-15,2-3-47 0,3-2-55 0,2-4-77 16,3-1-111-16,3-5-176 0,1 1-185 0,3-1-52 15,1-3 85-15,3 1 184 0</inkml:trace>
  <inkml:trace contextRef="#ctx0" brushRef="#br0" timeOffset="151944.76">23030 6756 67 0,'13'5'342'16,"-3"5"195"-16,-2-2 153 0,-3 5-75 0,-3 2-200 16,-2 0-137-16,-2-1-85 0,1 3-43 15,-3 2-25-15,0-3-22 0,-2 0-27 0,2-3-26 16,1 1-22-16,2-3-19 0,1-4-36 0,0-1-52 15,1-4-77-15,2-2-135 0,3-2-256 0,2-2-157 16,0-3-29-16,2-1 118 0,2-3 213 16</inkml:trace>
  <inkml:trace contextRef="#ctx0" brushRef="#br0" timeOffset="152115.67">23393 6767 10 0,'10'5'303'0,"-5"1"213"16,0 2 180-16,-4-1 24 0,-1 3-227 0,0 1-182 15,-1 0-109-15,-1 0-65 0,0 1-41 16,2 1-31-16,0-5-25 0,4 2-30 0,-3-4-50 16,2-2-76-16,3-1-102 0,2 0-213 0,0-4-206 15,0-1-89-15,5-2 53 0,0-4 186 16</inkml:trace>
  <inkml:trace contextRef="#ctx0" brushRef="#br0" timeOffset="152275.14">23746 6844 195 0,'3'15'551'16,"-3"-2"271"-16,0 3 115 0,-1-3-185 0,-1 2-274 16,0 0-197-16,1-2-122 0,-1 0-67 15,2-1-39-15,2-3-45 0,1-2-58 0,2-4-77 16,1-1-105-16,3-4-167 0,1-2-260 0,3-2-161 16,3 0-17-16,2-3 160 0,0 0 261 15</inkml:trace>
  <inkml:trace contextRef="#ctx0" brushRef="#br0" timeOffset="152411.35">24205 6853 66 0,'9'10'472'0,"-4"1"353"0,-1 3 213 15,0 1-32-15,-3-2-325 0,1 2-247 16,-1-2-159-16,3 0-99 0,-1-1-62 0,2-2-53 16,-1-3-54-16,4-2-73 0,0-4-112 15,2-1-154-15,2-2-295 0,2-4-247 0,4-3-166 16,-1-3 36-16,5-2 304 0</inkml:trace>
  <inkml:trace contextRef="#ctx0" brushRef="#br0" timeOffset="152593.31">24804 6810 109 0,'8'15'679'0,"-5"1"453"0,-3 2 119 16,-2 1-130-16,-3 0-411 0,-1 0-319 0,2 1-178 15,0-1-93-15,0 0-51 0,4-5-34 16,0 0-29-16,4-3-26 0,1-2-56 0,2-5-114 15,3-2-151-15,2-2-257 0,2-2-271 16,-2-2-241-16,6 1-76 0,-2-3 284 0,1 2 430 16</inkml:trace>
  <inkml:trace contextRef="#ctx0" brushRef="#br0" timeOffset="152726.43">25323 6984 114 0,'17'6'498'0,"-3"0"363"16,-2 2 217-16,-2 1-107 0,-2 0-263 15,1 3-204-15,-2-4-156 0,-1 3-111 0,1-1-76 16,-1-1-61-16,2 0-40 0,0-2-39 0,1-2-88 16,-1-4-149-16,1-1-203 0,-1-1-284 0,1-6-268 15,1 2-225-15,2-4 69 0,0-2 428 16</inkml:trace>
  <inkml:trace contextRef="#ctx0" brushRef="#br0" timeOffset="152844.47">25778 6982 138 0,'9'12'347'0,"1"0"150"16,-6 4 75-16,3 0-185 0,-2 0-179 0,-1 1-131 16,6 0-179-16,-6 2-259 0,4-2-115 0,1-3-17 15,0 1 64-15,0 0 125 0</inkml:trace>
  <inkml:trace contextRef="#ctx0" brushRef="#br0" timeOffset="154476.54">22050 5514 28 0,'1'-5'472'0,"2"5"430"0,-1-3 268 0,0 0-5 15,-2 0-355-15,0 1-216 0,0 0-86 0,0 2-65 16,0 0-67-16,0-2-56 0,-4 2-50 15,1 2-68-15,-2-2-75 0,0 2-50 16,-2 3-28-16,-3 1-17 0,2 5-10 0,-1 3-5 16,-4 3-3-16,0 5-2 0,1 8-2 0,-1 3-1 15,2 7-1-15,0 5-2 0,2 2-3 0,-3 7-3 16,3 1 0-16,1 0 1 0,3 4-1 16,0-3 2-16,2 0-1 0,2-2 1 0,2-2 0 15,-1-7-3-15,5-4-2 0,2-2 0 16,-1-9 0-16,2-4 0 0,1-5-3 0,-1-6-5 15,2-3-7-15,1-5-15 0,-3-4-27 0,0-4-44 16,-3-4-57-16,-1-2-51 0,2-4-53 16,-6-2-87-16,0 2-123 0,-1-4-180 0,-5 0-224 15,1 0-227-15,2 2-164 0,-4-2 136 0,6-2 454 16</inkml:trace>
  <inkml:trace contextRef="#ctx0" brushRef="#br0" timeOffset="154827.71">22203 5854 104 0,'3'6'646'0,"0"5"451"0,-1 2 143 16,0 2-101-16,1 6-369 0,-2 3-238 0,5 4-119 15,-3 4-76-15,1 0-53 0,1 2-48 16,-1 0-56-16,3 1-61 0,2-3-53 0,1 0-31 15,-2-7-17-15,6-1-9 0,-3-4-4 16,3-4-5-16,2-4 0 0,1-6-1 0,1-5 1 16,-3-4 1-16,3-4 1 0,-1-5 2 0,-2-5 2 15,0-3 0-15,-4 0 0 0,1-4 0 16,-3-3 0-16,-3-2-1 0,-3 3 1 0,-1-4-1 16,-4 2 2-16,-2 0-2 0,-4 1 0 0,-3 0-1 15,0 1-2-15,-2 2 0 0,-3 5-2 0,2 1-1 16,-2 4-2-16,2 4-13 0,-4 2-51 15,4 4-64-15,-3 4-78 0,0 2-150 0,1 6-283 16,-2 0-316-16,2 1-271 0,2 2-192 16,0-1 89-16,-2 0 578 0</inkml:trace>
  <inkml:trace contextRef="#ctx0" brushRef="#br0" timeOffset="155019.29">22168 6021 141 0,'3'6'772'0,"4"1"459"16,-2-1 56-16,-1 1-177 0,2-1-416 16,2-2-348-16,2 2-170 0,4-2-87 0,0-1-45 15,3 0-22-15,4-1-15 0,5-2-9 16,0-2-7-16,8-3-8 0,-1 1-23 0,3 0-98 16,5-2-236-16,4-1-274 0,2 2-267 0,1-1-256 15,4-1-120-15,-2 3 348 0</inkml:trace>
  <inkml:trace contextRef="#ctx0" brushRef="#br0" timeOffset="155844.75">24837 5560 47 0,'6'1'452'0,"-3"1"312"16,2 1 203-16,2 2 53 0,-2 1-329 0,5 3-221 16,0 3-120-16,1 3-54 0,5 3-39 0,-3 3-43 15,2 3-18-15,0 1-15 0,2 5-12 0,-3 0-14 16,3 1-14-16,-2 1-20 0,-1 0-29 16,-1 1-31-16,-1 0-22 0,-2-2-17 0,-1 2-9 15,-2-2-3-15,-1 5-5 0,-3-4 3 0,-2 2-2 16,-2 1 0-16,-2 0-1 0,-3-1-4 0,-2 2-1 15,0-4-6-15,0-1-11 0,-3-2-42 16,1-2-47-16,-1-5-61 0,-1-5-127 0,2-4-217 16,-2-5-295-16,2-7-247 0,0-4-213 15,1-5-15-15,-2-9 426 0</inkml:trace>
  <inkml:trace contextRef="#ctx0" brushRef="#br0" timeOffset="156312.19">24755 5734 337 0,'0'6'754'0,"-4"1"306"15,3-1 70-15,-2-2-262 0,-2 2-294 0,4 1-171 16,-2 4-99-16,-1 0-43 0,1 6-18 16,0 3-5-16,0 4-1 0,-1 4-13 0,0 5-30 15,-1 3-34-15,2 3-35 0,0 3-36 0,0 2-33 16,1-1-24-16,0-1-10 0,2-1-9 0,2-6-7 16,1-4-5-16,2-4-1 0,4-6-3 15,-1-2-1-15,0-6 0 0,0-1 3 0,0-5 1 16,-2-4 0-16,1-3 1 0,-1-6 0 15,2-4 0-15,-4-7-2 0,1-2 0 0,0-4-1 16,-2-6-1-16,1-1 2 0,-1-2 2 16,-2-4 1-16,-1-1 3 0,-1-1 0 0,-2 3 2 15,-1-3-2-15,0 4 1 0,-1 1-3 0,-2 3 1 16,1 3 1-16,2 5-1 0,-3 5 0 16,1 2-3-16,-1 4-1 0,1 5-2 0,-2 4-7 15,0 8-21-15,0 1-52 0,-1 6-60 0,-1 5-66 16,-1 2-113-16,1 7-173 0,0-2-299 15,0 2-244-15,3 0-211 0,0 0-105 0,6-3 297 16,-3-3 530-16</inkml:trace>
  <inkml:trace contextRef="#ctx0" brushRef="#br0" timeOffset="156561.85">24665 6003 119 0,'4'6'615'0,"0"1"370"0,1 0 125 16,2 4-68-16,1-1-426 0,2 0-280 16,4-1-152-16,-1-2-72 0,4-1-38 0,-3-1-31 15,6-4-18-15,0-1-13 0,2-1-3 0,-2-2-13 16,3-5-58-16,-1-1-138 0,-4-1-293 0,0-1-257 15,-1-1-235-15,-4 1-162 0,-1 1 148 16,-5 1 445-16</inkml:trace>
  <inkml:trace contextRef="#ctx0" brushRef="#br0" timeOffset="158850.51">26377 1042 350 0,'-1'2'795'0,"-3"-1"321"0,3 0 23 15,-1-1-292-15,2-1-314 0,0 0-189 0,3-1-105 16,1-1-38-16,3 0 11 0,0 3 26 0,2-1 6 15,5 1-18-15,1-3-16 0,2 1-35 16,1 0-43-16,4 2-44 0,-1-1-18 0,0 2-12 16,3-1-18-16,0 4-8 0,-2-1-3 0,-5 1 1 15,4 1-5-15,-5 1 2 0,-2 1 2 0,-1 2 5 16,-4 2 1-16,-1 2 1 0,-5 2-1 0,-3 1-4 16,-2 7 0-16,-4-3-1 0,-3 2-2 0,-2 4-3 15,-5 0-4-15,0 0-2 0,-4 1-5 0,0 1-4 16,-5 1-4-16,-2 0-1 0,0 1-1 0,-1 1 5 15,-2 2 4-15,2-2 0 0,-2 1 2 16,3 0 0-16,1-2 0 0,2-2-7 0,6-2-2 0,0-2-3 16,4-4-1-16,4-1-1 0,4-5 0 15,3 3 0-15,3-6 0 0,1-1-1 0,6-1 0 16,1-1 0-16,1-4 0 0,7-2-1 0,3-2 0 16,0-3-1-16,5-4 0 0,1 0-1 0,2-3 0 15,3-2 5-15,0-2 1 0,0 0 1 0,-1 3 0 16,1-1 0-16,-2 2-6 0,-1 0-15 15,0 3-20-15,-4 0-51 0,-1 5-74 0,-1-2-89 16,0 2-153-16,-3 0-289 0,-2 0-336 0,3 0-301 16,-3-2-188-16,3 2 108 0,-3-3 623 0</inkml:trace>
  <inkml:trace contextRef="#ctx0" brushRef="#br0" timeOffset="159258.76">27234 1246 121 0,'-1'-12'730'0,"-3"5"574"0,-1-1 210 0,-1 1-165 16,-2 1-442-16,-3 1-334 0,2 0-177 0,-4 4-131 15,2 0-97-15,-3 3-65 0,-4 4-38 0,2 4-22 16,-4 5-16-16,0 4-8 0,-1 6-3 0,-3 7 1 16,2 4 4-16,0 3-4 0,4 4-2 0,1 3 0 15,4-2-3-15,5-4-6 0,6-4-7 0,4-4-1 16,8-9 1-16,4-8-1 0,5-6 1 0,6-9 2 15,5-9 4-15,2-9 2 0,1-8-4 16,2-10-1-16,-2-3-2 0,2-7-2 0,-3-2-3 16,-2-2-1-16,-2-3 2 0,-2 1 2 0,-6 5 1 15,-4 0 1-15,0 2 0 0,-7 5 1 0,-2 1 1 16,-2 3-2-16,-5 3 3 0,0 2-1 0,-5 8 1 16,0 0 1-16,-2 6 1 0,-2 5-1 0,0 4 0 15,-3 3-1-15,2 7-1 0,-3 4-1 0,2 5-1 16,-3 6 1-16,1 4-1 0,0 5 2 0,2 4-1 15,1 6 0-15,-2 3 1 0,2 3-2 0,-1 3 0 16,1 4 0-16,-2 1 2 0,4 1 5 16,1-2-4-16,0-3-3 0,4 0-8 0,1-7-11 0,6-2-28 15,-1-5-48-15,3-6-66 0,2-1-73 16,0-7-141-16,2-3-225 0,0-5-301 0,3-4-289 16,0-3-210-16,3-5-33 0,-2-2 509 15</inkml:trace>
  <inkml:trace contextRef="#ctx0" brushRef="#br0" timeOffset="159737.39">28110 1146 109 0,'-2'-10'837'16,"-1"0"715"-16,-3 3 63 0,0-1-296 0,-2 0-438 15,-4 1-333-15,0 1-207 0,-1 2-130 0,-2 0-71 16,-2 0-40-16,0 4-27 0,-2 0-22 16,-1 2-17-16,-2 1-9 0,0 2-7 0,2-1-3 15,0 2-5-15,1 1-3 0,2-1-2 0,4 0-3 0,0-2-1 16,4 1-3-16,1 0-1 0,2 0-2 0,1 3 0 16,3-3 0-16,2 1 1 0,2 2 0 15,3-2 0-15,2 1 2 0,1 0 0 0,2 1 1 16,2-3 0-16,3 3 1 0,-1 0-1 0,0-1 1 15,1-1-1-15,0 2 0 0,0 1 0 0,0-2 0 16,-2 4 1-16,1-1-1 0,-3 1 1 0,2-1 1 16,-4 6-1-16,1-3 1 0,-4 2 0 0,3 2 0 15,-4 0 5-15,-1 3 2 0,-1-2 2 0,-3 1-1 16,0 1 2-16,-3 1 0 0,-1 0-2 0,-4 2-3 16,-1-2-1-16,-4-1 0 0,-1-1 0 0,-2-1 0 15,-2 1-3-15,0-3 0 0,-4 1 0 16,0-4-1-16,1-3-1 0,1 0-2 0,-2-2-1 15,2-6-8-15,3 0-15 0,1-4-25 0,0-4-63 16,4-1-73-16,1-6-130 0,3 0-212 16,5-2-308-16,3-2-350 0,3-2-272 0,2-2-120 0,4 0 443 15,4 1 663-15</inkml:trace>
  <inkml:trace contextRef="#ctx0" brushRef="#br0" timeOffset="159909.24">28235 1213 35 0,'11'8'883'16,"-3"3"821"-16,-2 1-4 0,-3 2-361 0,-3 4-404 16,-2 2-386-16,-1 5-243 0,-3 4-114 0,0-1-56 15,-2 4-34-15,-2 2-25 0,1 0-25 0,1 1-19 16,2-3-14-16,-1-1-10 0,3-4-16 0,2-3-20 16,1-5-31-16,1-5-73 0,0-5-98 15,1-4-186-15,1-8-289 0,1-8-349 0,1-4-402 16,0-6-220-16,2-3 197 0,1-5 775 0</inkml:trace>
  <inkml:trace contextRef="#ctx0" brushRef="#br0" timeOffset="160078.4">28366 825 606 0,'-10'-18'1571'0,"-3"10"163"0,-4 5-338 16,0 6-355-16,1 1-477 0,-3 6-303 0,2 0-137 15,-2 3-62-15,2 0-34 0,1 2-18 0,3-2-11 16,4-1-1-16,2 1-6 0,2-1-42 0,5 1-70 15,0-2-108-15,5-1-201 0,3-1-293 0,5 0-346 16,1 1-329-16,2 1-162 0,3 1 340 0,1-2 689 16</inkml:trace>
  <inkml:trace contextRef="#ctx0" brushRef="#br0" timeOffset="160925.94">28477 1692 332 0,'0'2'844'0,"0"-2"305"16,1-2-3-16,2-1-239 0,2-3-346 0,2-6-220 15,1-1-97-15,4-1-41 0,3-6-10 0,3-1 16 16,3-3 2-16,0-2-2 0,1-3-25 0,1-3-15 16,-2 1-22-16,1-1-37 0,-2 2-26 0,-4 2-18 15,-2 3-13-15,-1 6-6 0,-2 3-4 0,-5 1-6 16,1 7-7-16,-2 1-6 0,-4 5-6 15,-1 5-6-15,-1 4-5 0,-4 9-3 0,-2 2-1 0,1 5-2 16,-1 5 6-16,-2 1-2 0,1 1 1 16,-1 2-1-16,3-1 0 0,-1 0 1 0,4-1-5 15,0-5 1-15,1 0-2 0,2-8 1 0,2 0-1 16,3-6 1-16,1-3 0 0,7-6 2 0,-1-8 1 16,6-5 6-16,3-8-3 0,2-7-1 0,2-4-3 15,1-4 0-15,0-1-2 0,-2-1-5 0,0 3 3 16,-4 3 1-16,-3 3 1 0,-4 4 0 15,-1 6 0-15,-4 2 0 0,-1 4 0 0,0 2 0 16,-4 5-1-16,0 4 5 0,-1 3 2 0,-2 5 2 16,-2 4 6-16,1 4 3 0,-4 3 0 0,1 4 3 15,0 2 1-15,-2 0 1 0,3 3-5 0,-2-1-6 16,2 2-5-16,-1-2-7 0,3-1-4 0,1-1-4 16,0 0-3-16,1-4 3 0,3-4 2 0,0 0-3 15,3-6-10-15,0-2-17 0,3-6-69 0,-2-3-76 16,3-6-157-16,0-6-266 0,2-5-321 0,2-4-396 15,1-4-249-15,2-7 3 0,-2-3 679 0</inkml:trace>
  <inkml:trace contextRef="#ctx0" brushRef="#br0" timeOffset="161283.22">29446 821 497 0,'5'4'1022'15,"-4"3"272"-15,-1 5-31 0,0 5-253 0,-1 0-293 16,-2 9-225-16,-1 0-116 0,0 4-71 0,-4 4-59 15,0 5-65-15,-2 5-52 0,1 4-22 0,-2 5-17 16,1 5-18-16,1 0-12 0,1 0-15 0,2 1-11 16,3-5-15-16,4-5-8 0,7-6-4 0,5-6-4 15,5-14-2-15,5-5-2 0,4-11 0 0,3-7 0 16,0-7 0-16,1-8-1 0,-1-5 0 0,0-7-2 16,-1-4-2-16,-6-4-1 0,3-3 0 15,-9-6 1-15,2-1 0 0,-4-3 2 0,-3-2 3 16,-4 0 2-16,-3-4 0 0,-4 3 1 0,-4 2 0 15,-3-1 2-15,-2 4 5 0,-5 4 4 0,0 4 2 16,-5 7 0-16,-3 6-1 0,0 5-1 16,-1 8-3-16,0 5-6 0,0 7-4 0,-2 6-2 15,4 6 0-15,1 2-1 0,-2 10-4 0,4-1 3 16,1 5-4-16,0 4-7 0,4-1-12 0,0 1-19 16,2 1-39-16,2 0-76 0,3-5-113 0,-2 1-216 15,1-3-295-15,2-2-354 0,0-4-371 0,1-1-161 16,-2-2 411-16,2-6 763 0</inkml:trace>
  <inkml:trace contextRef="#ctx0" brushRef="#br0" timeOffset="161501">29316 1084 88 0,'-1'5'692'0,"2"0"481"0,2 0 109 0,-1-1-143 16,3 3-380-16,0 0-349 0,4-1-183 0,0 2-90 15,3-1-40-15,3 1-29 0,1-1-12 0,5-2-25 16,2 0-10-16,4-3-4 0,3 0-9 0,3-2-21 16,4-2-42-16,-2 1-82 0,0-2-170 0,-1 1-295 15,0 1-284-15,-3 2-268 0,-2 1-166 0,-2 2 214 16,-2 2 554-16</inkml:trace>
  <inkml:trace contextRef="#ctx0" brushRef="#br0" timeOffset="161926.03">30180 1129 120 0,'-4'0'758'0,"3"2"539"15,-3-2 104-15,3 1-197 0,-1 3-420 0,2-2-355 16,0-1-185-16,0 4-121 0,3-3-65 0,2 1-38 16,2 1-21-16,1 1-5 0,6 1 46 0,0-1 56 0,3-3 19 15,4 3 8-15,1-4 0 0,3 0-2 0,1-1-41 16,2-1-38-16,-1 0-19 0,1-1-10 16,-4-1-4-16,3 1-7 0,-3-2 1 0,-2 2-8 0,-4 0-47 15,-1-1-63-15,-4 2-72 0,-4-1-138 0,-3 4-229 16,-4-2-317-16,-2 2-275 0,-7 3-209 0,0 0-19 15,-4 2 484-15</inkml:trace>
  <inkml:trace contextRef="#ctx0" brushRef="#br0" timeOffset="162138.84">30211 1260 100 0,'2'1'654'15,"-1"4"439"-15,-1-2 125 0,4-1-122 0,-3 2-410 16,2-2-305-16,5 0-182 0,0 1-88 0,2-2-43 15,2 2-25-15,2-1-10 0,4-2-14 0,-1 1-6 0,5-1-6 16,3-1-2-16,2 1-3 0,3-1-2 0,-1 0-2 16,6-2-1-16,-2 2-5 0,-2 0-27 0,4-1-77 15,-1-1-150-15,-1 0-293 0,0 0-266 0,0 2-253 16,-1-1-148-16,0 2 198 0,-2 0 487 0</inkml:trace>
  <inkml:trace contextRef="#ctx0" brushRef="#br0" timeOffset="162908.16">31264 723 49 0,'0'-4'495'16,"4"4"388"-16,-4-2 211 0,1 2-16 16,-1 0-367-16,2 2-242 0,-2-1-155 0,3 2-64 15,3 2 8-15,-1 6 34 0,-1 2 2 0,3 4-17 16,-1 3-27-16,2-1-29 0,-2 4-47 0,2 1-49 15,0 1-32-15,0 2-14 0,0 2-10 0,2-1-8 16,-2 4-6-16,2-1-10 0,2 0-8 0,-3 3-4 16,4-1-4-16,-4 0-5 0,4 1-3 0,-2-1-3 0,-1-1-2 15,0-1-5-15,-2 1-3 0,0-4-3 0,0-1-2 16,0-1-1-16,-2-4 0 0,1-1-1 0,-2-4-1 16,-2-1 0-16,0-4 1 0,0-3-1 0,0 0 0 15,-2-3 2-15,-1 0 1 0,0-4-1 0,-1-2 1 16,-1 0 0-16,-2-2-2 0,1-3 0 0,0-1 0 15,-1-2-2-15,0-3 0 0,0-2 0 0,1-2 1 16,0 0-1-16,0-4-1 0,0 2 1 0,1-1 0 16,2 0 0-16,0 0-1 0,0 1 1 0,0 2 0 15,2 2 1-15,-2-2 0 0,3 5-1 0,-3 0 1 16,0 3 0-16,0 1 0 0,0 1 0 0,0 0 0 16,0 4 0-16,-3 0 0 0,1 2 1 0,-2 0-1 0,-1 4 1 15,-3 3-1-15,-2 2 0 0,-2 2 0 16,-1 3 0-16,-4 3-1 0,1 2 1 0,-3 1-1 15,-2 0 1-15,2 3 0 0,-1 0 0 0,-2 2 0 0,1 0 1 16,-1 4 1-16,-3-1-1 0,1 2 1 0,2-1-1 16,0-1 0-16,3-4-2 0,3-2 0 0,0-4-1 15,5-2-1-15,3-6 0 0,-1 0-6 0,2-3-12 16,2 1-23-16,2-5-51 0,-2-2-76 0,2-4-134 16,0 0-232-16,0-3-306 0,2-3-352 0,1 2-316 15,0-3-91-15,-3 1 512 0,-1 0 680 16</inkml:trace>
  <inkml:trace contextRef="#ctx0" brushRef="#br1" timeOffset="177724.19">20930 5839 10 0,'8'0'409'16,"2"-1"332"-16,-4 1 213 0,2-2 28 16,0 2-289-16,-2-1-252 0,2 1-169 0,0 0-86 15,0 1-43-15,-2-1-30 0,2 2-48 0,1-2-27 16,-1 0-17-16,2 1-7 0,1-1-4 15,-2 0-3-15,3 2 1 0,-2-2-17 0,0 1-44 16,-2-1-73-16,-2 0-97 0,3 0-138 16,-4 0-296-16,0 0-231 0,-2 1-106 0,1 1 96 15,0 0 281-15</inkml:trace>
  <inkml:trace contextRef="#ctx0" brushRef="#br1" timeOffset="177925.47">21319 5895 231 0,'7'4'544'15,"-3"-2"227"-15,-1 0 94 0,0 0-227 0,1 0-264 16,-1-2-176-16,2 3-97 0,-2-3-49 0,0 1-21 16,5-1-12-16,-4 0-7 0,4 0-4 15,-1-1 0-15,-1 0-10 0,3-1-43 0,1 0-71 16,-3 0-104-16,2 2-239 0,-1 0-212 15,-2 0-114-15,2 2 55 0,3 0 195 0</inkml:trace>
  <inkml:trace contextRef="#ctx0" brushRef="#br1" timeOffset="178109.75">21626 5995 125 0,'5'3'415'0,"1"0"216"0,-2-1 135 0,0 1-125 16,-1-3-194-16,0 1-148 0,2-1-93 15,-2 0-45-15,5 0-26 0,-4-1-31 0,1-1-38 16,2 1-24-16,-1-2-16 0,3 1-8 16,-2-1-49-16,-1 1-79 0,2 1-120 0,-1 0-281 15,-1-1-211-15,2 2-128 0,-2-1 56 0,2 1 229 16</inkml:trace>
  <inkml:trace contextRef="#ctx0" brushRef="#br1" timeOffset="178274.87">22020 6017 296 0,'1'2'566'15,"2"0"200"-15,-1-2 69 0,1-2-288 16,0 0-240-16,2 0-153 0,-1-3-78 0,1 1-47 16,2-2-65-16,-1-1-78 0,3-1-144 0,1 1-265 15,-2-3-171-15,2 3-53 0,0 0 105 16,0 3 217-16</inkml:trace>
  <inkml:trace contextRef="#ctx0" brushRef="#br1" timeOffset="178481.81">22371 5914 197 0,'6'3'451'15,"-3"-2"183"-15,2 1 102 0,-4 0-230 0,4-2-206 16,-2-2-143-16,2 0-77 0,3 1-38 0,-4-3-20 15,1 1-26-15,2-3-34 0,-1 1-51 0,3 1-44 16,-1-1-51-16,2 1-129 0,0 4-200 16,-1 0-69-16,0 0 44 0,-1 3 115 0,3-2 147 15</inkml:trace>
  <inkml:trace contextRef="#ctx0" brushRef="#br1" timeOffset="178624.62">22681 5961 49 0,'6'4'322'16,"-3"-1"186"-16,0-1 142 0,0 0-57 0,0-2-223 16,2 2-164-16,-2 0-97 0,2 0-51 0,1-2-23 15,1 2-18-15,-1 0-19 0,1 1-61 16,0 0-173-16,-1 1-233 0,2-1-128 0,1 2-21 16,0 1 89-16,0-2 186 0</inkml:trace>
  <inkml:trace contextRef="#ctx0" brushRef="#br1" timeOffset="178807.57">22987 6063 404 0,'5'3'770'0,"-4"-1"239"16,1 0 10-16,-1 1-329 0,1-1-279 0,0-1-191 16,-1 1-109-16,1-2-54 0,1 0-28 15,4-3-23-15,-3 1-47 0,2-3-76 0,-1 1-109 16,0 1-177-16,-2-1-276 0,4 1-199 15,-4 0-65-15,2-1 152 0,1 1 298 0</inkml:trace>
  <inkml:trace contextRef="#ctx0" brushRef="#br1" timeOffset="179640.58">23191 5932 382 0,'3'3'703'0,"1"-2"230"0,-3 1 34 0,2 0-283 16,3-1-195-16,-1 0-134 0,0 1-78 15,0 0-43-15,1-1-26 0,3 0-46 0,-2 1-59 16,2-2-39-16,-1 0-24 0,2 0-17 16,-1 0-6-16,1-2-10 0,1 1-1 0,-2 0 0 15,-1-3-9-15,3 4-36 0,-5-1-70 0,-1 0-107 16,2-1-143-16,-6 2-277 0,4 2-271 0,-2-1-190 16,2 0 14-16,-2-1 301 0,0 2 381 15</inkml:trace>
  <inkml:trace contextRef="#ctx0" brushRef="#br1" timeOffset="179859.8">23461 5922 238 0,'4'3'589'0,"-3"0"260"0,1 0 93 16,-1 0-212-16,3-2-257 0,-1 2-155 0,0 0-103 15,3-2-46-15,-1 3-27 0,1-3-26 0,1 2-26 16,-1-1-28-16,2-1-21 0,0-1-14 15,-2 1-7-15,2-1-5 0,1 0-4 16,-2 0-1-16,1 0-3 0,0 0-13 0,-1-1-47 16,0 1-73-16,-1 0-96 0,1-1-131 0,-1 1-242 15,1 0-242-15,0 0-119 0,-1 0 59 0,1 0 253 16,2 0 294-16</inkml:trace>
  <inkml:trace contextRef="#ctx0" brushRef="#br1" timeOffset="180040.23">23789 5959 29 0,'7'2'366'0,"-2"1"269"0,0-2 190 16,-2 1-10-16,1-1-260 0,-1 1-204 0,0-2-132 15,1-2-81-15,0 1-38 0,0-2-22 16,1 0-28-16,2 1-21 0,1-4-14 0,-1 3-8 16,1-1-11-16,0-1-40 0,3 2-61 0,-1-1-80 15,-2 1-101-15,1 1-179 0,0 1-230 16,1-2-99-16,-2 3 60 0,4-2 190 0,-3 2 227 15</inkml:trace>
  <inkml:trace contextRef="#ctx0" brushRef="#br1" timeOffset="180223.36">24106 5934 78 0,'8'1'278'0,"1"-1"142"0,-3 1 101 16,1-1-79-16,2-1-128 0,-3 1-83 15,0-3-50-15,3 0-41 0,-2-1-32 0,1-1-31 16,3-1 3-16,-2 2 7 0,1-3-3 0,0 1 0 15,0 1-4-15,2-1 0 0,-4 4-36 16,-1-1-49-16,1 1-50 0,-1 1-62 0,-2 2-80 16,-1 1-142-16,2 1-204 0,-3-1-97 15,-1 4 31-15,1-1 135 0,2 1 175 0</inkml:trace>
  <inkml:trace contextRef="#ctx0" brushRef="#br1" timeOffset="180407.39">24496 5941 28 0,'7'0'244'0,"1"0"128"16,-1 0 104-16,-1 0-69 0,3-1-146 15,-2-1-114-15,-1 2-60 0,1-2-40 0,-1 2-22 16,1 0-11-16,2 0-12 0,-1 0-8 0,-2 2-7 16,3-2-13-16,-1 0-55 0,-1 2-105 15,1-1-110-15,-1-1-37 0,3 1 3 0,-2 3 22 16,1-3 40-16,-1 0 90 0</inkml:trace>
  <inkml:trace contextRef="#ctx0" brushRef="#br1" timeOffset="180686.83">24921 5974 66 0,'8'2'314'0,"-1"0"180"0,2-1 169 16,-3 0-56-16,0-1-146 0,0 0-99 0,-1 0-56 15,-2 0-50-15,2-1-48 0,-2 1-50 0,2-1-50 16,-2 1-38-16,3-2-29 0,-2 0-18 16,-1 2-9-16,2-2-20 0,-1 2-14 0,1-2-44 15,2-1-89-15,-1 1-142 0,-2 2-267 16,3 0-181-16,-1 2-100 0,1-1 90 0,0 1 244 15</inkml:trace>
  <inkml:trace contextRef="#ctx0" brushRef="#br1" timeOffset="181114.66">25188 5986 155 0,'5'2'439'0,"0"-1"211"16,-1-1 165-16,0 2-131 0,0-2-168 0,1 0-134 15,0 0-82-15,-1 0-48 0,1-2-57 0,2 1-56 16,-1 1-50-16,2-3-36 0,-2 2-19 15,2-3-14-15,1 2-11 0,-1-2-2 0,4 0-3 16,-2-1-4-16,0 1-1 0,1 2-22 16,1-4-43-16,-2 3-64 0,-2-1-64 0,3 4-64 15,-3 0-53-15,0 0-18 0,-2 2 23 0,4 3 24 16,-4-2 0-16,0 2-12 0,-1-1 9 16,3 1 62-16,0 1 61 0,-2-2 79 0,2 2 96 15,-1-1 101-15,-1-1 72 0,2 1 7 16,-4-1 13-16,3 1 23 0,-1-3 20 0,2 2 23 15,-2-2 25-15,1 0 14 0,-1 0 3 0,2-2-3 16,-2 1-26-16,1 0-36 0,-3-1-47 16,3 2-50-16,0 0-47 0,-2-2-41 0,2 1-23 15,1-1-19-15,-2 0-9 0,2 0-5 16,1 0-3-16,-1 0-5 0,0 0 1 0,3 0-2 16,-1 0-15-16,-2 1-33 0,-1-1-38 0,1 2-32 15,-1 1-28-15,-2-1-14 0,-2 1 4 16,1 1 29-16,-1 0 36 0,-3 2 37 0,2-2 24 15,-2 2 10-15,0-2-2 0,-2 2-26 16,2-3-51-16,-1 2-82 0,-1-4-102 0,-1 2-145 16,2 0-227-16,1-3-129 0,0 0 26 0,1 0 177 15,4-2 228-15</inkml:trace>
  <inkml:trace contextRef="#ctx0" brushRef="#br1" timeOffset="181256.4">25787 6043 300 0,'4'-1'634'0,"0"1"244"0,-1-2 72 0,-1 1-262 16,-1-2-250-16,3 1-175 0,-3-1-104 16,1 0-55-16,-1 0-35 0,3-1-41 0,-3 0-56 15,2 0-87-15,1 1-114 0,-3-1-160 16,4 1-271-16,-2 0-191 0,2 3-46 0,-1-2 156 16,1 1 284-16</inkml:trace>
  <inkml:trace contextRef="#ctx0" brushRef="#br1" timeOffset="181424.13">26151 6003 191 0,'20'3'397'0,"-2"0"160"0,-2-1 47 0,-5 2-176 15,0-2-161-15,-5 3-106 0,-3-2-66 16,2 0-31-16,-3 3-19 0,-2-6-11 0,1 2-14 16,-1-2-16-16,2 0-30 0,0-2-49 15,1-1-77-15,0-1-135 0,1 0-205 0,1 0-89 16,0 0 30-16,0-2 126 0,1 0 164 0</inkml:trace>
  <inkml:trace contextRef="#ctx0" brushRef="#br1" timeOffset="181563.5">26330 5968 28 0,'8'-1'372'16,"-4"2"313"-16,2 1 291 0,-1 0 75 0,-2 2-276 15,1-1-222-15,-3 0-123 0,2 1-108 16,-1-1-91-16,1 1-75 0,-1 0-57 0,-1-3-31 16,3 1-32-16,-3-1-15 0,4 1-13 15,-2-2-17-15,0-2-10 0,0 2-22 0,0-1-40 16,1 1-77-16,-3-2-115 0,-1 2-131 15,0 0-202-15,0 0-264 0,0 3-180 0,0 2 19 16,0-1 269-16,2 2 343 0</inkml:trace>
  <inkml:trace contextRef="#ctx0" brushRef="#br1" timeOffset="181756.35">26413 6049 52 0,'2'2'416'16,"-1"0"347"-16,1-1 247 0,0 0-55 0,-1 1-255 15,-1 0-208-15,2-1-146 0,-1 0-94 0,1 1-62 16,1-1-37-16,1 1-27 0,-1-1-28 0,3 0-28 15,-2 1-25-15,1-2-19 0,2-2-14 16,-2 1-6-16,1-2-2 0,1 0-3 16,-2 1-10-16,2-2-12 0,-4 2-20 0,0-4-41 15,0 3-61-15,-1-1-76 0,1 0-82 0,-3 2-98 16,-3-1-118-16,1 1-157 0,2 2-163 0,0 0-40 16,0 0 117-16,0 0 231 0,2 5 238 15</inkml:trace>
  <inkml:trace contextRef="#ctx0" brushRef="#br1" timeOffset="181890.92">26506 6043 263 0,'2'-1'521'0,"0"1"236"16,-2-2 51-16,1 1-181 0,-1-2-189 15,0 1-146-15,0 2-108 0,-1-3-91 0,-1 0-104 16,-3 2-130-16,4-1-192 0,-5-1-269 0,1 2-182 16,0-3-59-16,-1 3 133 0,-2-2 269 15</inkml:trace>
  <inkml:trace contextRef="#ctx0" brushRef="#br1" timeOffset="183256.96">21001 4870 158 0,'-1'6'523'16,"-3"-1"298"-16,1-1 157 0,3 2-134 0,0-3-286 16,0 0-173-16,0-2-108 0,0 2-64 15,0-2-45-15,0 0-36 0,0-1-34 0,2 1-28 16,-1-1-15-16,-1-1 7 0,2 1 11 15,0-2 8-15,-2-2 18 0,1 1 21 0,2-1 23 16,-1-1 21-16,0 1 42 0,-1 1 25 0,3-2 0 16,-4 2-16-16,0-1-31 0,0 1-35 15,0 1-45-15,-2 1-36 0,2 0-23 0,0-1-16 16,0 2-10-16,0 0-9 0,0 0-6 16,0 0-2-16,2 3-2 0,-2 1 1 0,0 2 0 15,0 0 0-15,1 2-1 0,-1 0 1 0,0 2 1 16,2-1-2-16,-1-2 0 0,-1 1 0 15,0-2-1-15,3 0 0 0,-3-3 0 0,2-1 2 16,-2 0 1-16,0 0 0 0,0-2 1 0,0-2 0 16,0-2 0-16,0-2 0 0,1-5-2 15,-1-2 0-15,0-1 0 0,2-1 0 0,-2-1 1 16,-2 1 0-16,1 0 5 0,-4 0 3 0,1 3 5 16,-3 1 2-16,2 1 4 0,-3 4-1 15,2 0-2-15,0 3-4 0,-1 3-4 0,1 3-3 16,0 3-4-16,0 1-1 0,2 2-2 15,1 2 0-15,0 1-1 0,1-2-1 0,2 2 0 16,0 0 0-16,2 0-1 0,0-1 1 0,1-3-1 16,-2 2 0-16,3-3-1 0,2 1-8 15,-2-1-24-15,0-2-58 0,-1 0-69 0,0-3-102 16,0 0-182-16,2-2-302 0,-2-2-324 0,6 0-271 16,-2-3-163-16,3-1 245 0,0-2 645 15</inkml:trace>
  <inkml:trace contextRef="#ctx0" brushRef="#br1" timeOffset="184524.41">25733 4628 115 0,'-1'2'566'0,"-4"2"428"16,1-2 209-16,0 3-143 0,0 1-295 0,0 0-174 16,-1 1-109-16,4 2-85 0,-2 0-72 0,3 2-50 15,-5-1-58-15,5 1-62 0,0-4-65 16,0 2-42-16,5-3-23 0,-2 0-10 0,2-3-8 16,0 0-3-16,-1-3 2 0,3-2-1 15,0 0 0-15,1-3 2 0,-3-1-1 0,2-1 4 16,-3-1 7-16,2 1 6 0,-2-1 8 0,-3 1 5 15,1-1 5-15,-2 2 1 0,-2-1-3 16,1 2-5-16,-1-1-6 0,0 2-6 0,-2 1-6 16,-1 0-5-16,0 1-6 0,2 1-3 15,-2 1-5-15,0 1-3 0,1 2-20 0,-5 2-73 16,-3 0-89-16,3 1-199 0,-4 0-280 0,4 3-350 16,1-1-417-16,-3-1-235 0,1-1 197 15,2-2 830-15</inkml:trace>
  <inkml:trace contextRef="#ctx0" brushRef="#br1" timeOffset="189344.22">21030 4823 158 0,'-2'0'360'0,"0"0"170"0,2 3 97 16,-1-3-164-16,-1 0-117 0,2 1-70 0,0 0-40 16,0-1-27-16,2 1-17 0,-2 1 9 15,1-2-2-15,-1 3 0 0,0-3 4 0,2 0 9 16,-2 0 9-16,0 2-4 0,0-2-9 15,0 0-15-15,-2-2-19 0,2 2-19 0,-1 0-8 16,1 0-7-16,-2 0 7 0,2 0 4 0,0 2-2 16,2-2-11-16,-2 0-21 0,1 0-26 15,-1 0-27-15,0 0-19 0,0 0-14 0,0 0-4 16,2 0 7-16,-2 3 6 0,0-3 1 0,0 0 0 16,0 0-4-16,0 0-9 0,2 0-11 15,-2 0-10-15,0 0-4 0,0 1-4 0,1-1-4 16,-1 0 2-16,0 0-2 0,2 0-1 15,-2 0 1-15,1 2 3 0,-1-2 2 0,2 0-1 16,0 1 1-16,-1-1 1 0,-1 2 0 0,4-2-2 16,-4 2 0-16,1-2-1 0,1 1 2 15,-1 0 3-15,1 1-1 0,1 0 1 0,-2-1 2 16,2-1 0-16,-1 1-1 0,0 1-1 0,-1 0-2 16,3-1-2-16,-3 0 1 0,1 1 2 15,-1-1 0-15,3 1-3 0,-3-1 1 0,1-1 0 16,-1 1 1-16,1 1-2 0,1-2 0 15,-2 2 1-15,-1-1-1 0,3-1 1 0,-3 0-2 16,2 2 0-16,-2-2-1 0,3 0 5 0,-3 1 0 16,2-1 0-16,0 2 0 0,-1-1 0 15,1 1 1-15,-1-2-2 0,1 1 0 0,0 2-1 16,-1-2 0-16,2 1 1 0,-1-2-2 0,1 3 1 16,-2-3 0-16,2 1 1 0,-1 1-1 15,-2 0 0-15,2-2 0 0,-1 1 0 0,1-1-2 16,0 1 1-16,-1-1 0 0,1 3 2 15,-1-3 1-15,3 0-1 0,-3 1-1 16,1 0 0-16,1 0 0 0,-1 1-2 0,2-2 0 0,-1 3 2 16,0-3 0-16,1 2 0 0,-3 1 0 15,2-2 1-15,2 1 2 0,-2-1-2 0,1 3-1 16,0-3 0-16,-1 0 1 0,0 3 0 0,1-3-1 16,-1 0 0-16,0 1 2 0,0 1 0 15,-1-2 0-15,1 1-3 0,-1-1-5 0,2-1 5 16,-2 2-1-16,-1-1-5 0,2 0 2 15,1 1 3-15,-3-2 6 0,1 0-2 0,1 2-1 16,-1-2 7-16,-1 1-4 0,3-1-2 16,-3 2-1-16,2-2-2 0,-1 1 1 0,2 1-6 15,-2-2 4-15,-1 1 3 0,3 1-1 0,-3-1 0 16,3-1 0-16,-3 2 4 0,2-1-4 0,1 0 0 16,-3 1 0-16,2 0 0 0,-1-1 1 15,2 0 0-15,-2 1-1 0,1 0 0 0,-1 0 2 16,1-2 0-16,-1 3-1 0,-1-2-1 15,2 0 0-15,1-1-1 0,-3 1-2 0,2 1 2 16,-1 1 1-16,2-3 1 0,-1 0 0 0,-1 2-1 16,1-2 0-16,1 0-2 0,-1 3 2 15,0-3 0-15,0 1 0 0,0 1-1 0,1-1 0 16,0 1 3-16,-1-2 0 0,0 2-4 16,1-2-1-16,-1 1 3 0,2 0-2 0,-2-1 1 15,0 0 1-15,0 2 0 0,2 0 1 0,-2-2-2 16,0 0 4-16,0 1-2 0,0-1-1 15,1 0 1-15,-3 0 2 0,3 0-2 0,-3 0-2 16,2 1-1-16,0-1 0 0,-1 2-1 16,-1-2-1-16,1 0 4 0,-1 2 0 0,3-2 0 15,-3 1-1-15,2-1 1 0,-1 1 1 0,1 1-3 16,-1-2 2-16,1 1-2 0,-1-1 4 0,2 2 1 16,-2-1-3-16,1-1 0 0,-2 0 0 15,3 1 1-15,-3-1-2 0,1 2 1 0,-1-2-1 16,1 0 1-16,1 2 0 0,-1-2-2 15,0 1 0-15,-1-1 0 0,2 0 1 0,-3 2-2 16,5-2 3-16,-4 0-1 0,2 1 1 0,1-1-3 16,-3 0 3-16,3 2 2 0,-3-2-1 15,2 0 1-15,2 1 0 0,-2 1 1 0,2-2-4 16,-4 1-2-16,4 1 1 0,-2-1-2 0,1-1 0 16,-3 1 3-16,4 1 0 0,-2 0 2 15,0-1 1-15,1-1-2 0,0 1-1 0,-1 1-1 16,0 0 2-16,1-2-3 0,-3 1 3 0,2 0 0 15,-1 2 1-15,1-2-1 0,-1-1 1 16,1 1 1-16,-1 0-2 0,-1 1 2 16,4 1-2-16,-4-3 0 0,-1 0-2 0,3 2 0 15,-1-2-2-15,0 0-1 0,-1 0 4 0,2 3 1 16,-1-2-1-16,0-1 1 0,-1 2 0 0,2-2 1 16,-3 0-1-16,4 1 2 0,0 1-1 15,-2-2-1-15,1 2 0 0,-2-1 0 0,3 0 2 16,0-1-2-16,0 4 3 0,-3-4-3 15,4 1 0-15,-2 0 0 0,2 1-1 0,-1-2 0 16,0 2-2-16,-3-1 2 0,4 0 2 0,-3-1 1 16,1 2-2-16,-1-2-1 0,1 1 1 0,-2-1 0 15,4 2-1-15,-4-2 1 0,2 1 2 16,1-1 0-16,-3 3-1 0,3-3 2 0,-1 2-1 16,2-1 1-16,-2 1-3 0,3-2 2 0,-2 1-1 15,1 1 0-15,0-2 3 0,3 0-3 16,-1 1-1-16,-1-1 1 0,2 2 3 0,-2-2 0 15,0 0 18-15,2 0 14 0,-2 0 7 16,1 0 1-16,-1 0-1 0,-1 0 0 0,3-2-19 16,-4 2-10-16,1-1-6 0,0 1-2 15,-2 0-1-15,2 0-3 0,1 0-1 0,-1 0 0 16,0 0-2-16,-2 0 1 0,2 0 1 0,0 1 0 16,-1-1-1-16,2 2 2 0,1-2-1 0,-2 0-1 15,-1 1 0-15,1-1-1 0,3 2 1 16,-4-1 0-16,3-1 0 0,-2 1 1 15,0 1 0-15,-1 1 0 0,2-3-1 0,1 1 0 16,-2 1 3-16,-2 0-3 0,2 0 0 0,-1-2 2 16,2 4-1-16,-2-4 0 0,0 1-1 0,1 0 0 15,-2 1 0-15,2 1 0 0,0-3-1 16,1 2 1-16,-3-2 0 0,4 3 0 0,-3-2 1 16,1 1-1-16,0-2 1 0,3 1-1 0,-4 1 0 15,3 0 0-15,-2-2 0 0,1 1-1 16,2 0 2-16,-4 1-1 0,1 0 1 0,2-2 0 15,-1 1-1-15,-1 0 1 0,2 1 0 16,-2-2-1-16,0 2 0 0,0-1 0 0,0 0-1 16,1 1 0-16,-2-2 2 0,3 1 0 15,-2 1 0-15,0-1 0 0,-1 0-1 0,4 1 0 16,-2 0-1-16,-1-1 0 0,2 2 1 0,-1-1-1 16,2-1 1-16,-4 1 1 0,4-1 0 0,-3 1 0 15,2-1-1-15,0 2 1 0,0-1-1 16,-1-1-1-16,-1 0 1 0,1 1-1 15,0 1 1-15,1-2-1 0,-3 3 1 0,3-3 0 16,-1 2-2-16,0 0 2 0,-1-1-1 0,0 1 0 16,0 0 1-16,0 0 0 0,-1-1 0 0,1 0 0 15,-2 0 2-15,2 0-3 0,-2-1 0 16,0 2 1-16,2-1-1 0,-2 0 0 0,2 0-1 16,-1-1 1-16,1 1 1 0,-2 0 0 15,2 0 0-15,0 1 0 0,0-1 0 0,0 1 0 16,1 0-1-16,-3 0 0 0,2-1-1 0,-1 2 2 15,1-2 0-15,2 2 0 0,0-2 0 16,-2 2 1-16,1 0 0 0,-1-1 0 0,2-1 0 16,0 2 1-16,-2-1-2 0,0 2 0 15,0-2 0-15,0 0 0 0,-1 2-2 0,2-3 1 16,1 1 1-16,-2 0-1 0,-1 0-1 16,1 2 0-16,3-2 2 0,-4 0 2 0,3 1-1 0,-2-1 0 15,1 0 1-15,1 0 0 0,-1 0 0 0,0 1-2 16,0-2 0-16,1 4 1 0,0-4 1 15,1 1-2-15,-1 1 0 0,-1 0 0 0,1-2 2 16,0 3-2-16,0-2 0 0,-1 1 0 16,1-1-1-16,-3 0 1 0,4 2 0 0,-3-2 1 15,1 0-2-15,1 1 1 0,-3-1 1 0,2 0-2 16,1 0 2-16,-2 2-2 0,-1-3 2 16,1 3 0-16,3-2-2 0,-4 2 1 0,3-2 0 15,-1 1 1-15,-1 0-1 0,3 0 0 0,-4 0 1 16,3 0-1-16,-2 0 1 0,1 0 0 15,1 1 0-15,-1-2-1 0,-2 1 1 16,3-1 2-16,-1 1-2 0,-1 0 1 0,3-2 1 16,-4 3-2-16,1-2 0 0,2 1-2 0,-2 1 1 15,2-3 0-15,-1 2 0 0,-1-1 0 0,2 1 1 16,-1-2-1-16,3 2 1 0,-2-2-1 16,-1 2 0-16,2-2 2 0,0 1 0 0,0 0-1 15,-2 0-2-15,2-1 0 0,1 1 0 0,-1-2 1 16,-1 1-1-16,1 1 1 0,3-2 1 15,-3 1 0-15,0-1 0 0,-2 0-1 0,3 3 0 16,-2-3 1-16,2 2 0 0,-2-1 0 16,2 0 1-16,-3 2-2 0,2-3 0 0,0 2 0 15,0 0 0-15,-2-1 1 0,2 1 0 0,-3-2 0 16,4 1-1-16,-2-1 1 0,-2 3 1 16,-1-3-2-16,4 2 0 0,-2-1-1 0,1 0 1 15,-2 2 0-15,-1-2 0 0,1 1 1 0,0 0-1 16,1 0 1-16,-3 2 0 0,4-2 1 15,-4 1-2-15,2 0 2 0,-1 1-2 0,1 0 0 16,1 1 0-16,-3-4 0 0,2 3 0 0,-2 0 0 16,2-2-2-16,-2 2 2 0,1-3-2 15,0 2 1-15,-1-3 1 0,0 2-2 0,1-1 4 16,0 0 7-16,0 1 4 0,-1 0 1 16,0 0 2-16,3 0 0 0,-1-1-1 0,0 1-7 15,-1 1-3-15,1-1-2 0,0 2-2 0,3-3 2 16,-4 2-2-16,1 0 1 0,0-1-1 15,0 0 1-15,0 2-1 0,2-2-1 0,-2 1 2 16,0 0-2-16,0 2 1 0,0-4 0 16,-1 3 0-16,0-2 0 0,0 1-1 0,1-1 0 15,-4 0 0-15,3 2-1 0,0-1 0 0,-2 0 0 16,1 0 1-16,0-2 0 0,-1 3 0 16,2 0 0-16,-2-3 0 0,0 3 0 0,-1-3 0 15,2-2 1-15,-1 4-2 0,0-2 0 0,-1-1 1 16,2 1-1-16,-1 0 1 0,1-2-1 15,-1 2 1-15,1-2 0 0,0 2-1 0,2-2 1 16,-4 2 0-16,4-2 0 0,-2 0 1 0,0-2-1 16,1 2 2-16,-1 0-1 0,0 0 1 15,0 0-2-15,2 0 0 0,-2 0 1 0,0 0-1 16,0 0 0-16,0 0 0 0,2 0 1 16,-1 2 0-16,0-2-1 0,1 1 0 0,-1-1 0 15,1 1-1-15,0-1 0 0,-2 0 1 0,2 2 0 16,0-2 2-16,-1 0-1 0,3 2 0 15,-4-2-1-15,2 1 1 0,0 0 0 0,-1 1-1 16,2-1 0-16,1 2 1 0,-2 0-1 0,-1-1 0 16,1 1 0-16,2 0 0 0,-1-2 1 15,-2 2 0-15,0-1 0 0,0-1-1 0,0 2 1 16,-1-1-1-16,0-1-1 0,-1-1 1 0,-1 1 0 16,4 1 0-16,-5-2-1 0,1 2 0 15,1-2 0-15,-1 0 1 0,-1 1 1 0,4-1 0 16,-4 0 0-16,1 0 0 0,-1 0 0 15,3 0-1-15,-3 0 1 0,2 0-2 0,0 0 1 16,-2 0 0-16,1 1 0 0,-1-1 0 16,2 0 0-16,0 0 0 0,-2 2 0 0,1-2 0 15,1 2 0-15,-1-2-1 0,-1 0 0 0,5 1 0 16,-4 0 1-16,-1 1-1 0,2-2 0 0,-1 3 1 16,1-3-1-16,0 2 1 0,-2-2 0 15,1 3-1-15,1-3 1 0,-2 1-1 0,1 1-2 16,-1-1 0-16,0 1-1 0,0-2-1 15,0 2-11-15,-1 0-34 0,-1 0-67 0,-1 0-67 16,-2-1-126-16,-1 0-227 0,-2-1-310 0,2 2-309 16,-1-2-226-16,3 0-86 0,-2 0 437 15,2 0 618-15</inkml:trace>
  <inkml:trace contextRef="#ctx0" brushRef="#br1" timeOffset="191753.8">23577 5892 99 0,'-3'0'356'15,"3"0"196"-15,-2 0 159 0,2 0-108 16,0 0-166-16,0 0-96 0,0 0-43 0,0 0-14 16,0 0-9-16,0 0-4 0,2 0-14 15,-2 0-27-15,3 0-32 0,-3 0-35 0,0 0-37 16,1 0-34-16,-1 0-24 0,2 0-19 0,-1 0-5 16,1-2 1-16,0 1 4 0,3-2 5 15,-2 3 2-15,2-2-2 0,-1-1-15 0,2 0-5 16,1 2-4-16,-1-3-6 0,1 2-4 15,1-2 1-15,-1 0 14 0,1 1 10 0,2-1-1 16,1 1-2-16,-3-2 4 0,1-1 42 0,2 2 11 16,-1-2 2-16,-1-2-1 0,-1 4-2 15,3-2-4-15,-3 1-40 0,0-1-26 0,1 0-14 16,-1 1-4-16,-1 1-4 0,1-2-4 0,-1 2 1 16,1-1 0-16,-3 2 2 0,3-1-4 0,-1-1 2 15,-1 1 2-15,2 1-3 0,-4-2 0 16,3 1-1-16,0-1-1 0,1 1-2 0,0-1-1 15,0 1 4-15,0-2 2 0,0 1-1 16,0-1-2-16,0 2 1 0,0-1-1 0,0 1-2 16,0-1-3-16,-2 1 2 0,2 0 1 15,-2-1 0-15,1 2 2 0,-3-1 0 16,1 2 2-16,0-1-4 0,1 0 2 0,-3 0-1 16,0 1 3-16,2 2-2 0,-2-3 0 0,1 1 0 15,-1 1 1-15,3 0-2 0,-3-3-2 0,0 3 4 16,2 0-2-16,-2-3 2 0,4 3 0 15,-3-2-1-15,4 1 0 0,-2 0-3 0,1-1 3 16,-1 0 0-16,1 0 0 0,0-2 2 16,0 2-1-16,-1 0 0 0,1 0 0 0,-3 1-3 15,2-2-3-15,1 2 5 0,-4 0 2 0,2-1 0 16,0 2-1-16,-1-3 3 0,1 1-2 0,-1-1 0 16,1 2 0-16,2-1 1 0,-2-1-1 15,1 0 1-15,1 0 1 0,-2 0-4 0,0-1 0 16,2 2 1-16,-3-1 1 0,2 1 0 0,1-2-2 15,-4 2 0-15,2-1-4 0,0 1-1 16,-1 0 3-16,2 0 0 0,1 2-2 0,-2-3 1 16,1 2 4-16,0-2 0 0,2 1-1 0,-2-1-3 15,1 2 2-15,-1-3 0 0,2 1 0 16,1 0 0-16,-1 0-2 0,1 0 4 0,-2 0 1 16,1-1 0-16,0-1-1 0,0 1 3 0,1 0 3 15,1-1-5-15,0 0-2 0,-1 0 0 16,0 0 2-16,1-2-2 0,2 0-2 0,-2 1 2 15,0 1 0-15,-1 0 1 0,2 0-1 16,-1 0 0-16,-2 2-1 0,2-2-4 16,-2 2 3-16,1-1 4 0,0 0-2 0,-3 1-2 0,0 1-1 15,3-2 1-15,-5 2 1 0,4 2 0 0,-2-3 1 16,1 0 4-16,-1 1-1 0,3-2 2 16,-1 1-2-16,2 0-4 0,0-1 1 15,-1 0-5-15,0 0 3 0,1 1-2 0,1-2 6 16,-2 0 0-16,3 1 0 0,-2-1 0 0,2 1-1 15,-3 0-1-15,4 0 0 0,-2 0-4 0,0 2 3 16,-2-1-1-16,3 1-1 0,-2 0 1 16,-2 1-3-16,2-1 3 0,-2 2 0 0,1-1 1 15,-2-1 5-15,1 2-2 0,-2-1 0 16,2 1 1-16,-4-2-2 0,3 0-1 0,-2 0 1 16,-1 0 2-16,1 0 0 0,1 0-2 0,-1 0 1 15,-2-3 0-15,0 4-2 0,2 2 2 16,-1-5-2-16,-1 3-1 0,3-2 0 0,-3 2 0 15,0-2 0-15,2 2 1 0,0-3 2 16,0 2-1-16,1-1 0 0,1-2 1 0,-2 1-2 16,3-1 0-16,-3 0 1 0,3 2-1 0,0-2 0 15,-3 1 2-15,1 1 0 0,0-3-4 0,0 5-4 16,1-2 0-16,-2 2 2 0,-2-2-1 16,2 3-1-16,-1 0 1 0,2-1 2 15,-2 0 2-15,0 1 0 0,1 1 0 0,0-1 4 16,-2-1 0-16,4 1 3 0,-1-2-1 0,-2 0-2 15,1 1 2-15,2-1-1 0,1-1 0 0,-2 1-4 16,0-1 0-16,0-1 0 0,1 0-1 16,-1 3-3-16,2-3 0 0,-2 2 2 0,1 0 0 15,-2 1 0-15,-1-3 1 0,4 3 2 16,-3-2 3-16,1 2 0 0,-1-2-1 0,1 3-1 16,0-4-1-16,1 1 2 0,-1 0-3 0,2-2 0 15,-1-2 1-15,2 1 3 0,-3 1-3 16,2-2-2-16,0 1-1 0,0-1 2 0,-2 2 3 15,1 0-2-15,-3 0 4 0,1 3-1 16,0-1 0-16,-1 1-5 0,1 1-2 0,0 1 1 16,-2-1-4-16,4 0 1 0,-1 1-1 0,-2 1 5 15,1-1-3-15,3-1 5 0,0-1 2 0,1 1 1 16,1-3 2-16,-2 0 2 0,4 1 0 16,-3-1-4-16,0 1 0 0,2-1-4 0,-1 0-2 15,-2 0-1-15,0-1-1 0,-1 0 3 16,1 0 0-16,-1 0 0 0,1 0 1 0,1 0 0 15,-3 0 0-15,2 1 0 0,-1-1-2 0,0 2 2 16,0-1 0-16,-3 0 0 0,1 2-2 16,2-1 1-16,-1-1 1 0,-2 3 1 0,1-2 1 15,0 0 0-15,2 1-1 0,-3-1 0 16,4-1 0-16,-3-1-2 0,3 2-2 0,-3-2 2 16,1 0-1-16,1-2-1 0,2 2-1 15,-5 0 3-15,3 0 0 0,-2 0-1 0,2 0 1 16,0 2 0-16,-3-2 0 0,1 1-1 0,2-1 0 15,0 3-2-15,-2-1 2 0,0 1 0 16,0-2 1-16,0 3 1 0,2 0 0 0,-2-1 0 16,0-3 2-16,1 4 0 0,1-3-2 0,0 2 1 15,-1-2 1-15,-1 0 0 0,2 0 0 0,-1 1 0 16,-1 0 30-16,1-1 23 0,-1-1 11 16,0 2 7-16,-1 1 0 0,0-2 1 0,-1 3-26 15,-2-2-20-15,4 3-9 0,-4 0-10 16,1-1-5-16,-1 0-3 0,1 2-2 0,-2-1-2 15,2 1-2-15,-2 0 0 0,0 0 1 0,0 0 0 16,0 1 0-16,0 3-17 0,-2-2-65 16,-1 2-67-16,0-2-144 0,-6 3-285 0,2-1-313 15,-3-1-348-15,1 3-233 0,0 0 9 16,-4-1 612-16</inkml:trace>
  <inkml:trace contextRef="#ctx0" brushRef="#br1" timeOffset="192867.77">25525 4901 192 0,'1'-4'467'0,"1"3"218"0,0-3 124 16,-1 3-211-16,1 1-187 0,-1-1-92 0,1 1-27 15,1 1 17-15,0-1 13 0,2 3 2 16,-1 0-16-16,5 1-44 0,-3 1-53 0,4 3-50 15,0 0-22-15,2 2 3 0,0 0 16 16,1 2 25-16,1 0 9 0,3 1 4 0,1 1-20 16,-2 0-29-16,1 2-30 0,-1-1-31 0,3 0-24 15,-2 2-21-15,1-1-7 0,-1 1-1 0,0 1-7 16,1 0-1-16,-2 0-1 0,1 1-1 16,-1-1 1-16,-1 2-2 0,2 0-2 15,-4-1-2-15,0 1-1 0,1 0-1 0,-2 1-4 16,-1-1 2-16,0 2 1 0,-3 0 0 0,0 0 1 15,-2 1-1-15,0 1 0 0,-3 1-5 0,0-1-4 16,1 3-2-16,-4-2-1 0,0 0-1 16,0 1-1-16,-4-2 0 0,4-1 0 0,-1-2-1 15,-1-3 1-15,1-3-1 0,1 0 0 16,0-3 0-16,-2-3-1 0,2 2 0 0,-3-5 0 16,3 0 0-16,0-4 1 0,-1 1-1 0,1-3 0 15,0-1 1-15,0-3-2 0,1-4-1 16,2-3-1-16,-1-1-6 0,1 0-8 0,2-3-14 15,-4 2-28-15,4-1-50 0,-2-1-63 16,1 3-60-16,-1-1-81 0,1-1-140 0,-1 1-198 16,4 1-247-16,-3-2-214 0,5 4-185 0,-5-2 55 15,7 1 451-15</inkml:trace>
  <inkml:trace contextRef="#ctx0" brushRef="#br1" timeOffset="193304.63">26446 5020 53 0,'5'-10'586'0,"-2"5"483"16,-1 1 191-16,0 2-92 0,-4 2-352 0,2 4-243 15,-2 2-130-15,-1 2-80 0,2 3-56 16,-3 3-43-16,0 5-48 0,-1 2-59 0,1 6-56 15,-1 3-31-15,1 3-17 0,0 4-9 16,0 1-7-16,3 1-9 0,1 1-7 0,1-1-5 16,3-1-6-16,2-5-4 0,2-3-5 0,3-5-1 15,2-5 0-15,2-3-1 0,1-9 0 16,1-3 1-16,1-7 1 0,3-5 0 0,-5-5-1 16,2-5 0-16,1-5 0 0,-4-2 0 0,0-2 1 15,-4-2 1-15,1-1 2 0,-3 1-1 16,-3-2 2-16,1 0 1 0,-6 0-2 0,3 0 0 15,-4 0-1-15,-2 0 1 0,-1 0-1 0,-4 3-1 16,1 0 1-16,-3 4 5 0,1-1 2 0,-2 6 2 16,-1 2-1-16,0 4 0 0,0 2 0 15,-2 4-6-15,4 5-2 0,-2 2-3 0,0 5-2 16,1 1 0-16,1 5 0 0,-1 1-1 16,1 2-1-16,2 0-3 0,-1 3-6 0,2-1-13 15,2-1-28-15,-1 1-60 0,2 0-68 16,-1-1-91-16,1-1-159 0,1 0-276 0,1-1-305 15,1 2-250-15,1-4-184 0,-1 0 128 0,2-3 588 16</inkml:trace>
  <inkml:trace contextRef="#ctx0" brushRef="#br1" timeOffset="193560.51">26424 5164 10 0,'-3'9'565'0,"3"0"513"0,0-1 208 0,0-2-94 15,5-1-255-15,2-3-319 0,3 1-181 0,5-3-97 16,-1 0-53-16,3-3-46 0,2 1-63 16,0-3-71-16,2 0-43 0,1-1-24 0,-1-1-18 15,-1 1-10-15,0 1-6 0,0 1-4 0,-3 1-33 16,-3 0-83-16,0 3-134 0,-4 0-270 15,-4 0-296-15,0 3-375 0,-2 0-391 0,-1-2-51 16,-3 2 613-16</inkml:trace>
  <inkml:trace contextRef="#ctx0" brushRef="#br1" timeOffset="-213124.86">25809 4420 132 0,'0'0'287'0,"2"1"103"0,0-1 29 0,-2 2-46 16,0-2-64-16,1 0-48 0,-1 2-29 0,0-2-11 15,0 0-1-15,0 1 10 0,0-1 13 16,0 2 18-16,0-2 24 0,0 0 19 0,0 1-4 15,0-1-16-15,0 0-32 0,-1 0-43 16,1 0-46-16,0-1-38 0,0 1-17 0,0 0 4 16,0 0 16-16,0 0 15 0,0 1 8 0,0-1 17 15,0 2 9-15,0-2-7 0,-2 0-17 16,2 0-18-16,-2 0-15 0,2 0-24 0,-1 0-27 16,-1 0-20-16,2 0-13 0,-1 0-8 15,-1 0-6-15,0-2-1 0,2 2-3 0,-1-1 1 16,-1 1-1-16,1-2-2 0,-1 1-1 0,-1 1-1 15,3-2-1-15,-1 0-3 0,-1 1-1 16,0-2 3-16,1 2 1 0,-1-2 1 0,1 1-1 16,-1 0 3-16,0-2 3 0,-1 2-3 0,3-2 0 15,-1 1 1-15,-3-1-1 0,3 1-2 16,-1 0-1-16,1-1 1 0,-1-1-1 0,0 1-2 16,-2-2-1-16,2 2-1 0,-1 0 2 0,2-1 1 15,-3 1-1-15,1-1 0 0,2-1 0 16,-3 2 0-16,3-1-3 0,-3 1 0 0,1-1 2 15,-1 1 1-15,1-2 0 0,0 2-1 16,-1 0 0-16,0-1-1 0,0 3-4 0,-1-3-1 16,2 0 0-16,-3 1-1 0,2-2 0 0,0 1-1 15,-1 1 1-15,1 0-1 0,-1 0 0 16,2-1 0-16,-3 2-1 0,1-2 2 0,2 1 0 16,-2 1 0-16,2-2 1 0,-2 3 0 15,2-2 0-15,-2-1-1 0,1 3 0 0,0-2-1 16,-1 2-1-16,2-2 1 0,0 2-1 0,0-1 0 15,0 0-1-15,-2 0 1 0,4 1 0 0,1 0 1 16,-4 1-1-16,3-1 0 0,-1 1 0 16,2 0 1-16,0 1-1 0,-1-2 0 15,1 2 0-15,0 0-1 0,-2 0 0 0,2 0 1 16,0 0-1-16,0 0-1 0,0 0 1 0,0 0-2 16,0 0-1-16,0 0 1 0,-2 0-2 0,2 0 0 15,0 0 0-15,0 2 0 0,0-2-1 16,0 1 0-16,0-1-3 0,0 1-7 0,0 1-11 15,0-2-16-15,0 3-26 0,-1-1-49 16,1-1-66-16,-2 2-65 0,1-1-89 0,-3-1-135 16,3 1-171-16,-4 0-229 0,1 0-207 0,0 1-188 15,3-2 27-15,-2 3 378 0,1-4 441 16</inkml:trace>
  <inkml:trace contextRef="#ctx0" brushRef="#br1" timeOffset="-212573.83">25518 4275 8 0,'0'1'256'0,"0"1"176"0,0-1 180 16,-1-1-6-16,1 2-123 0,0-2-103 0,-5 0-58 16,5 1-19-16,-1-1 1 0,-1 0 15 15,2 2 10-15,0-2-8 0,-1 1-25 0,1-1-40 16,0 0-47-16,0 1-36 0,0-1-33 15,0 0-16-15,0 0 1 0,0-1 10 0,1 1 28 16,-1 0 23-16,0-1 4 0,2-2-8 0,-1 0-22 16,-1 0-25-16,0-2-28 0,0-1-31 0,0 1-18 15,0-1-12-15,0-2-8 0,0 2-2 16,0-1-5-16,0-2-3 0,-1 3-1 0,-1-1-3 16,2 3-2-16,0-2-2 0,0 1-4 15,0 1-3-15,0-1-4 0,0 1-3 0,0 1-1 16,0 0-1-16,0-2-2 0,0 1 0 0,0-1-1 15,0 0 1-15,2 0-1 0,-1-1-1 16,-1 0 0-16,2-2 1 0,1 1-1 0,-2-1 0 16,2 0 2-16,1 0 5 0,-3-1 5 0,3 1 1 15,-1 1 2-15,-3 1 1 0,1 0-1 16,3 0-6-16,-3 3-3 0,-1-2-2 0,2 2-1 16,-1 0 0-16,1 1 4 0,1 1 1 15,0 0 1-15,0-1 3 0,0 2 1 0,1-1 1 16,0 1-3-16,1 1-1 0,0-1 0 15,3 2 0-15,-4-1-1 0,3 2-1 0,-1-2-1 16,1 3 0-16,0-1-3 0,0-2 0 0,-1 2-1 16,1-1-1-16,-3 1 0 0,4-2-1 0,-3 2 0 15,-1-2-1-15,1 3 0 0,0-4-1 16,-2 2-1-16,0 2 0 0,0-3-2 0,-1 3 0 16,-1 0-5-16,-1-1-14 0,0 3-28 15,0 0-78-15,-3 2-105 0,-3 0-217 0,2 0-298 16,-1-1-363-16,-2 1-422 0,1-2-175 0,-3-1 348 15,1-3 822-15</inkml:trace>
  <inkml:trace contextRef="#ctx0" brushRef="#br1" timeOffset="-211370.55">20712 4396 150 0,'0'0'438'15,"0"2"261"-15,0-1 212 0,-3-1-89 16,3 2-150-16,0-2-126 0,-2 0-97 0,2-2-71 16,0 2-61-16,0 0-46 0,0 0-21 0,2 0-3 15,-2 0 0-15,3 0-13 0,-3 0-26 16,1 0-35-16,1-1-39 0,-1-1-38 0,1 1-27 16,1-2-22-16,1-3-12 0,-1 2-10 15,2 0-6-15,-2-3-3 0,2-1-5 0,2 1-4 16,0-4-2-16,-1 2-1 0,0-3 0 15,4-1-2-15,-2 3 1 0,0-3-3 0,-2 1 0 16,2 2 0-16,-2 1-1 0,-1 0 0 0,-2 3-3 16,0 0 0-16,1 4-10 0,-6 2-43 15,0 2-75-15,-3 5-90 0,1-1-166 0,-4 4-298 16,0-2-333-16,2 1-316 0,1 0-165 16,2-2 175-16,-1-1 649 0</inkml:trace>
  <inkml:trace contextRef="#ctx0" brushRef="#br1" timeOffset="-211119.01">20838 4154 378 0,'-3'3'1095'0,"-3"1"378"0,1-3-115 16,4 2-292-16,-1-1-413 0,2 1-229 16,2-2-152-16,1-1-79 0,2 3-42 0,1-1-25 15,0 0-44-15,2 0-30 0,-1 3-19 16,2-1-10-16,0 2-6 0,-1 2-4 0,2-1-3 15,-1 2-4-15,-2 1-1 0,1 3-2 0,-4 0-3 16,0 0-1-16,-2 3-12 0,-2-2-48 0,-2 3-74 16,-2-2-111-16,0 1-214 0,-3-1-302 15,2 0-348-15,2-5-310 0,1 2-125 0,2-5 382 16,4-1 688-16</inkml:trace>
  <inkml:trace contextRef="#ctx0" brushRef="#br0" timeOffset="-203747.45">20918 9607 21 0,'1'-10'354'0,"1"0"274"16,-1-1 247-16,1 3 90 0,0-1-229 15,-2 3-169-15,2-1-109 0,-2 2-75 0,0-1-62 16,0 3-50-16,0 2-40 0,2-1-12 15,0 1 9-15,-2 1 3 0,1-2-15 0,-1 2-21 16,0 2-26-16,2-1-34 0,-1 3-36 0,-1 4-26 16,4 0-14-16,-4 4-9 0,1 3-7 15,-1 4-7-15,3 4-6 0,-3 2-6 0,2 6-1 16,0 1-4-16,-1 3-3 0,1 2-1 16,-1 4 0-16,1 2 3 0,2 1 0 0,-2 1-1 15,0 5 1-15,-1 0-3 0,2 3 0 0,-1 0-5 16,0 2-1-16,-1-1 0 0,1 1 0 15,-1-2-1-15,1 1 0 0,0-1 0 0,-1-3-1 16,1 1-2-16,-1 1-1 0,-1 2 0 0,2 2 0 16,-2 1-1-16,0 4 0 0,0 1-2 15,0 0-1-15,0 2-1 0,0 1-2 0,0-1 1 16,2 1 2-16,-1-1 0 0,4 0 2 0,-4 1 1 16,2-1 1-16,1 1-2 0,0 0 0 15,1 1-2-15,0-4-1 0,3 3-1 0,-4-2-1 16,3-2 2-16,-1-1 0 0,1-2 1 15,0 0 1-15,1-2 2 0,-1 1 1 0,-1-3-1 16,2 2-1-16,-4 0-1 0,3 0 0 0,-2-1-1 16,0 1-1-16,-2 1-2 0,3 0 1 0,-5-2 0 15,1 3 0-15,-1 0 2 0,-1 1 2 16,0-1 0-16,0 2 1 0,0-1-1 0,-1 0-2 16,-1 1 0-16,2-4-2 0,0 0 0 15,2-1-2-15,-1-5 0 0,1-3-4 0,1-2-2 16,1-5-5-16,-1-2-5 0,2-2-11 0,-2-4-12 15,2-2-22-15,1-2-36 0,-2-4-58 16,1-1-53-16,0-4-48 0,-2-2-63 0,0-4-84 16,-3-4-100-16,0-3-102 0,-1-3-228 0,-2-6-227 15,-5-4-134-15,0-8 133 0,-6-8 386 16</inkml:trace>
  <inkml:trace contextRef="#ctx0" brushRef="#br0" timeOffset="-202961.83">20816 9555 129 0,'2'2'638'0,"-2"0"440"0,-2 0 158 16,2-1-120-16,0-1-322 0,-1 1-197 16,1-1-138-16,0 0-98 0,0-1-67 0,0 0-59 15,-2-3-61-15,2 0-61 0,2 0-43 0,-2-5-20 16,3-2-12-16,0-2-2 0,2-2-6 0,1-5-1 16,3 1 0-16,-1-4-2 0,2 1 1 15,2-4 1-15,0 1-3 0,2 1 0 0,-3 1-1 16,0 3-2-16,2 1-4 0,-4 2-3 15,2 5 2-15,-1 4 0 0,-2 2 1 0,-2 4 1 16,0 5 2-16,-1 3-1 0,1 6-3 0,-3 3-4 16,-1 3-5-16,0 3-1 0,-1 3-5 15,2-1-1-15,1 2-2 0,1-1-2 0,-2 2-1 16,3-2-11-16,-2-4-27 0,1 3-78 16,0-6-106-16,-2 0-215 0,1 0-297 0,-1-4-370 15,-2 4-429-15,1-3-186 0,1 0 366 0,-3 2 826 16</inkml:trace>
  <inkml:trace contextRef="#ctx0" brushRef="#br0" timeOffset="-201461.67">20723 13498 376 0,'2'4'727'0,"-1"-4"243"0,1 0 66 16,1 2-249-16,0 0-229 0,2-2-159 0,3 0-93 16,0 2-39-16,1-1-18 0,5-1-24 0,1 1 3 15,0 1 7-15,1-2-5 0,5 0-17 16,1-2-29-16,-1 1-42 0,4-2-36 0,2-1-32 16,3 2-18-16,1-3-16 0,2 1-10 0,2-3-5 15,0 5-8-15,2-3-1 0,-1 2 0 16,2 0 0-16,0 2-2 0,0 1 0 0,3 0-1 15,-2 1-5-15,1 0-4 0,1 3-1 16,-2-2 0-16,3 3-1 0,-3-2 0 0,4 2 0 16,-2-1 0-16,3-1 0 0,-1 1-1 0,4 0 0 15,-1-2 0-15,4-1 2 0,0-1-2 0,0-1-1 16,2-1 1-16,-2 0-1 0,2 0 0 16,0 0-1-16,0-1 1 0,-1 0 2 0,1 0-1 15,-1 1 1-15,-1-3-1 0,2 4 1 16,1 1 0-16,0 0-1 0,2 0 1 0,1 1-1 15,-4 1 1-15,3 1-2 0,-1-1 0 0,0 1-1 16,-2 0 0-16,3 0-1 0,-1-1 1 0,-2 4 1 16,1-4 1-16,-1 2 1 0,1-3-1 15,1 0 2-15,2 2 0 0,0-3-1 16,4 2-1-16,-1-2-1 0,-1-2 1 0,2 2-1 16,-1-1-1-16,-1-1 1 0,1 1-2 0,0 0 3 15,-1-1-1-15,2 0 9 0,0 1 5 0,5-2 5 16,2 1 1-16,2 0-1 0,1-2 0 15,1 0-8-15,1-1-5 0,1-1-4 0,0 1 0 16,1-1-1-16,1 0 1 0,2 2 1 16,2-2 0-16,2 0 1 0,1 0-1 0,0 1-1 15,0-1-2-15,4 0 0 0,-5 2-1 0,1 1 1 16,1-1 1-16,-2 4 1 0,4-2 0 16,1-1 1-16,-1 1 0 0,1 1-2 0,-3-2-1 15,1 1-2-15,-3 1 0 0,-1-2 1 0,2 1 0 16,-4 1 2-16,1 0 0 0,-1-1 2 15,1 0-2-15,-3 1 0 0,1 0-1 0,-4-1 0 16,-1 2-1-16,0 0-2 0,-4 0 0 0,-2 0 1 16,-3 0 1-16,1 0 1 0,-4 0 0 15,1-1 3-15,0-1 0 0,-3 1 0 0,0-1-1 16,-1 1-1-16,-2-2 0 0,-2-1-1 0,-3 2 0 16,1 0 0-16,-5-1-1 0,1 1 0 15,-4 0-2-15,1 0 1 0,-4 1 1 0,-2 0 0 16,-2-1 2-16,1 0 0 0,-3 0 1 15,-2 2 1-15,-1 0-2 0,-2-2 1 16,-4 0-1-16,2 1 0 0,-2-1-1 0,-3 2 1 16,-2-1 1-16,-2-2-1 0,0 3-1 0,-2-2 0 15,-2 2 1-15,-5 0-1 0,3-3 0 0,-2 3 0 16,-2 0 0-16,2 0 0 0,-4 0 0 16,4 0 0-16,-2 0 0 0,-2 0 1 0,0 0-1 15,2 0 1-15,-2 0 0 0,2-2 8 0,-3 2 4 16,3-1 3-16,1 1 0 0,-2-3 1 15,-1 1-1-15,1 1-6 0,-1 0-5 0,-2-3-2 16,1 3-1-16,0 0-1 0,0-1-1 0,0 0 0 16,1 2-1-16,-3-1 0 0,0 0-1 15,-1-1 0-15,-1 2 0 0,3-1-1 0,-4 1 1 16,0-2-7-16,-2 2-15 0,-1-1-35 0,-2-1-77 16,-4 1-88-16,-1-2-174 0,-3-2-290 15,-1-1-340-15,0 2-363 0,-3-2-192 0,2 2 132 16,0-1 709-16</inkml:trace>
  <inkml:trace contextRef="#ctx0" brushRef="#br0" timeOffset="-201178.71">28674 13127 22 0,'4'-2'566'0,"0"0"495"0,1-1 198 15,0-1-92-15,1 4-297 0,0-2-293 0,6 2-150 16,-2-5-86-16,3 4-53 0,3-2-34 15,-2 1-49-15,3 1-63 0,3-2-51 0,-1 1-28 16,-1 2-15-16,3 0-16 0,0 0-8 0,-1 4-6 16,-2 0-8-16,0 0-4 0,-1 6 0 15,-4-1-1-15,0 2-1 0,0 2-2 0,-7 1 0 16,-1 0-1-16,-2 3 0 0,-3 0 0 16,-3-1 0-16,-2 1 1 0,-1 0 1 0,-5 0-2 15,0-1-1-15,-3-1-2 0,-1 0-7 0,0-3-36 16,-1 1-72-16,-2-3-65 0,1-3-136 15,-2 2-247-15,1-3-320 0,3 0-314 0,0 1-219 16,1-2-55-16,6 2 520 0</inkml:trace>
  <inkml:trace contextRef="#ctx0" brushRef="#br0" timeOffset="-200478.76">28841 13735 496 0,'9'-8'991'16,"-1"3"248"-16,-2-1-53 0,5-1-298 0,0 0-298 15,2 1-144-15,3 0-85 0,0 0-54 0,-1 2-42 16,3-3-41-16,1 3-57 0,-1 1-62 15,2 1-36-15,-1 0-16 0,-1 0-12 0,-2 4-10 16,2 0-2-16,-4 0-1 0,-3 4 4 16,0 0-3-16,-5 3 1 0,-1 1-1 0,-5 4-3 15,-1 2 0-15,-4 1-4 0,-3 3-1 0,-4 2-1 16,-5 4-1-16,0 1 1 0,0 0-1 16,-2 4 1-16,-2-1 0 0,4 3-1 0,0-2-1 15,0 0-4-15,5-3-3 0,2-2-5 16,6-3-3-16,0 0-3 0,4-4-1 0,4-1-2 15,0 0 1-15,6-5-1 0,4-3-2 0,2-4 1 16,5-3 0-16,2-3-1 0,4-6 0 0,0-4-6 16,8-6-9-16,-2-3-10 0,2-3-22 15,0-2-51-15,-1-5-71 0,0 2-70 0,-3-2-106 16,-2 1-163-16,-2 3-212 0,-4 0-250 16,-5 3-196-16,-3 4-156 0,-3 2 146 0,-4 2 462 15</inkml:trace>
  <inkml:trace contextRef="#ctx0" brushRef="#br0" timeOffset="-200229.59">29466 13852 108 0,'4'-3'401'16,"-3"3"400"-16,-1 2 317 0,-1 4 3 15,1 1-286-15,-2 3-206 0,0 5-99 0,4 2-73 16,0 3-75-16,1 2-52 0,0 4-48 16,2 3-54-16,1 3-69 0,5 1-59 0,0 1-33 15,3-2-23-15,2-2-15 0,5-5-12 0,2-6-6 16,1-5-5-16,3-8-1 0,2-4-2 16,-1-8 0-16,0-6 0 0,-1-3-1 0,-2-8 0 15,-4 0 0-15,1-7-1 0,-4 0 1 16,-2-3 5-16,-7 2 2 0,0-3 3 0,-5 5 0 15,-4-2 2-15,-4 3-2 0,-2 0-4 0,-5 3-4 16,-2 1-2-16,-2 0 0 0,-1 3-1 16,-5 3-1-16,4 2 0 0,-5 1-1 0,-4 3-1 15,5 4-3-15,-5 1-8 0,5 3-18 0,-2 3-56 16,1 1-76-16,-1 3-112 0,1 0-209 0,2 3-306 16,1-1-353-16,1 3-299 0,1-1-119 15,3 2 362-15,-2 0 689 0</inkml:trace>
  <inkml:trace contextRef="#ctx0" brushRef="#br0" timeOffset="-200042.6">29496 13899 114 0,'18'9'654'16,"-1"1"419"-16,1-1 133 0,1 0-96 16,1-1-400-16,-1-4-278 0,3 0-152 0,0-4-77 15,-1 0-52-15,1-4-37 0,0 1-28 0,-1-3-34 16,-2 0-26-16,0 0-13 0,-2 1-27 15,1-1-37-15,-6 2-92 0,2 1-201 0,-1 0-284 16,-5 0-285-16,3 0-264 0,-5 2-165 0,-1-1 264 16,0 2 590-16</inkml:trace>
  <inkml:trace contextRef="#ctx0" brushRef="#br0" timeOffset="-198980.88">20111 8584 169 0,'2'0'772'0,"-2"0"454"0,0 2 129 16,0-1-108-16,0 3-394 0,0-2-296 16,0 4-153-16,0 0-91 0,-2 3-79 0,2 2-67 15,0 2-57-15,-1 4-36 0,1-1-23 0,0 6-15 16,-2 0-10-16,0 1-8 0,2 3-6 15,-1 0-6-15,-1 0-3 0,0-1-3 0,2-3-3 16,0 2-2-16,0-4-2 0,0 1-11 0,0-5-33 16,0-3-64-16,0-1-66 0,-3-1-92 0,3-4-172 15,-1-3-296-15,-2-1-298 0,1-2-233 16,-1-2-168-16,2-5 185 0,-1-2 594 16</inkml:trace>
  <inkml:trace contextRef="#ctx0" brushRef="#br0" timeOffset="-198746.57">19967 8442 129 0,'2'-4'718'0,"-2"3"433"0,2 1 90 16,4 1-125-16,-2 2-338 0,4-2-260 0,2 1-129 15,4 3-56-15,1-3-44 0,-2 2-43 0,4-1-65 16,0 1-68-16,0-2-42 0,1 0-33 15,0 0-16-15,2-2-9 0,-2 1-6 0,0-1-4 16,1-1-2-16,0 1-1 0,-3 0-3 0,-1 0-7 16,-2 0-41-16,0 2-69 0,-4 3-75 0,-2 1-151 15,-6 3-275-15,-1 1-325 0,-1 2-301 16,-6 5-195-16,-2 1 59 0,-4 1 593 16</inkml:trace>
  <inkml:trace contextRef="#ctx0" brushRef="#br0" timeOffset="-198527.7">19874 9156 121 0,'2'2'705'16,"-1"2"436"-16,4-3 110 0,-1-1-95 0,3 0-346 16,1-1-261-16,4-3-150 0,0 2-80 15,2-3-53-15,2 1-59 0,2 0-63 0,0-2-67 16,4 1-33-16,2-1-20 0,-2-1-12 0,3 4-8 15,2-1-3-15,2 1-3 0,1 0-4 16,0 3-65-16,-2 3-70 0,0 0-153 0,-1 3-279 16,-1 2-305-16,1 4-379 0,0 0-248 0,3 4 25 15,0 2 649-15</inkml:trace>
  <inkml:trace contextRef="#ctx0" brushRef="#br0" timeOffset="-195977.79">22966 13041 14 0,'0'3'426'0,"0"0"412"0,0-2 300 0,0 3 18 16,0-4-354-16,0 1-265 0,0-1-157 0,0 0-87 16,0 0-34-16,0 1-2 0,0 1-5 15,2-2-16-15,-2 2-30 0,2-2-42 0,-1 1-47 16,1-1-46-16,1 1-19 0,0 1-15 16,5 0-6-16,1 0-1 0,1 1 1 0,1 1 5 15,3 1-7-15,-1 1-3 0,4 0-1 0,-1 0-3 16,3 0 0-16,0-1-3 0,0-1-1 15,3 1 0-15,-1-1-3 0,1-1 2 0,0 1-5 16,2-4-2-16,-1 1-2 0,0-1-1 0,0 0 0 16,1 0-1-16,0 0 4 0,-3 0 3 15,2-1 3-15,-1 1 0 0,-3 0-1 0,2-2 0 16,-2 0-5-16,-2 2-4 0,2-1-3 0,-3-1-1 16,0 1 0-16,-2 1-1 0,2-3 1 15,-3 1 0-15,0 2-1 0,-1-6 0 0,-3 3 0 16,4-3 0-16,-2-2 0 0,-1 1 0 15,0-4-1-15,2 0 1 0,-3-1 0 0,0-2-1 16,1 0 0-16,-2 0 1 0,1-1 0 0,-1 0 1 16,-1 1-1-16,-1-4 1 0,3 3 0 0,-2-2 0 15,-1 1 0-15,1-1 0 0,-3-2-1 16,4 3 2-16,-3-3-3 0,1 0 2 0,1 0-1 16,-3-1 0-16,2 1 1 0,1-3-1 15,-1 2 10-15,-1-1 3 0,1-2 1 0,0-1 3 16,-1 0-2-16,2-3 1 0,-3 0-9 0,0-2-2 15,0-3-4-15,1-1-2 0,0-2-1 16,-4-1-2-16,2-2 1 0,-1 1 1 0,0-1 0 16,-2 0 2-16,1 0 1 0,-1-1 0 0,2 1 1 15,-1-2 0-15,-1 1-2 0,0 2 1 16,0-2-1-16,0 2 0 0,0-3-1 0,4 3-1 16,-4-3-1-16,1 2 0 0,3-1-1 0,-3 0-1 15,2-2 0-15,3 1 0 0,-3-4 2 16,2 0 1-16,2 1 2 0,-1-4 0 0,2 3 2 15,0-2-1-15,-2 1 1 0,1 2-2 16,-3 0-1-16,2 4 1 0,1-1-2 0,-4 3 1 16,2 0 0-16,0 3-2 0,-1-2 0 0,2 4-1 15,-1-2 0-15,2 3 0 0,-3 1-1 0,1 3 1 16,0-1 0-16,1 2 1 0,-3 5 2 16,4-3 0-16,-4 3 0 0,0 1 2 15,0 4 0-15,0-1 0 0,1 1-1 0,-3 3 1 16,2-1 0-16,-1 5-1 0,-1-4-1 0,-1 3 1 15,0 0-1-15,0 3 0 0,2-1 0 0,-1 2 1 16,-1 0-1-16,2 1 0 0,0-1 0 16,-2 2 0-16,1-1-1 0,1 1 1 0,-1 0-1 15,1 0 1-15,0 2 0 0,-1-2 0 16,1 2 0-16,0 0-1 0,-2 1 0 0,3-1 0 16,-3 2 1-16,1 0-1 0,2 0 0 0,-1 0 1 15,-1 2 0-15,1 1 1 0,-1 1 1 16,3 2-1-16,-4 3 1 0,1-1 0 0,-1 7-1 15,2-3 0-15,-2 1 0 0,1 3 0 0,-1 1 0 16,0 0 1-16,2-1 0 0,0 1 1 16,-2 2 1-16,0 0 5 0,1 0 1 0,-1 1 0 15,0 3 1-15,0-4 0 0,0 3 0 0,0 0-3 16,0 0-2-16,0 1 0 0,0 0-2 16,-1 0-1-16,1 2 0 0,0-2-1 0,0 2-1 15,0 0-1-15,0 0 1 0,0 0-1 16,0 2-1-16,0 0 1 0,1-1 0 0,-1 0 0 15,0 1-1-15,2-2 1 0,0 5-1 0,-1-4-1 16,-1 2 0-16,2-2 0 0,-1 1 2 0,1 0 0 16,1 1 0-16,-2-1 1 0,1 1 2 15,-1 0-1-15,3 0 0 0,-3-1 0 0,3 1-1 16,-1-1 0-16,0 0 1 0,0-1-1 16,0 2 1-16,2-3-2 0,-2 1 2 0,-2-1-1 15,3-1-1-15,-1 0 1 0,-1-3-1 0,-1 0 0 16,1 0 0-16,-1 0 0 0,1-3-1 15,-2 2 1-15,2-2-1 0,-2 0 1 0,0-2 0 16,1 1-1-16,-1-1 0 0,0 0 0 16,2 1-1-16,-2 0 1 0,0-2-1 0,0 1 1 15,1 0 0-15,-1 1 0 0,0 0 2 0,0-1-1 16,2 1 1-16,1 0 1 0,-3-1-1 16,1 0 0-16,-1-1 0 0,3 2 0 0,-1-2 0 15,0 0-1-15,-1-2 1 0,1 1 0 16,0-1 0-16,-2-1 0 0,1 0-1 0,1 1 2 15,-1-2-1-15,-1 1-1 0,0 0 0 0,2 1 0 16,-2-3 0-16,0 3-1 0,0 1 1 0,0-1 0 16,0 1 1-16,0-1 0 0,0 1-1 15,0 1 0-15,0-2 0 0,2 1 0 0,-2-1-1 16,0-1 0-16,1 1 1 0,-1-1 0 0,2-3 0 16,-1 4 0-16,1-3-1 0,0 1 1 15,0-2 0-15,0 3-1 0,0-1 1 0,-1-2-1 16,1 4 1-16,-2-2-1 0,1 0 1 15,1 1-1-15,0 1 1 0,-2-2-1 0,1 0 0 16,1 0 0-16,-1 1 0 0,-1 1 0 0,4-2 0 16,-4 1 0-16,1-4 0 0,1 1 1 15,-1 0-2-15,-1-2 1 0,4 2-1 0,-3-1 2 16,2-3-1-16,-1 1 0 0,-2 0 1 16,1 0 0-16,2-2 0 0,-1 3 0 0,0 0-1 15,-1 0 1-15,2 1 0 0,1-2 1 0,-3 0-1 16,3 1 1-16,-1-1 0 0,-2 1-1 0,4-1 0 15,-4 0 1-15,2-2-1 0,-1 0 1 16,1 2-1-16,-1-3 0 0,1 2 0 0,-1-1 0 16,1-1 0-16,-1 0 0 0,1 0 1 15,1 0-1-15,-2 0 1 0,1-1 0 0,0 0 0 16,0 0-1-16,0 1 0 0,2-1 0 0,-1-2 0 16,-1 3 0-16,3-2 1 0,-3-1-1 15,2 2 1-15,0-2 1 0,-1 0-1 0,3 0 0 16,0-2 0-16,0 2 0 0,1-1-1 15,-2-2 1-15,3 1 0 0,1-4-1 0,0 3 1 16,-1 0-1-16,4 0 2 0,-4 0 3 16,5 2 1-16,-1-1 3 0,1 0 0 0,0 2 1 15,1 2 0-15,1 0-2 0,1-1-3 0,0 0-1 16,1 3 0-16,-1-2 0 0,2 0-1 0,-1 1 0 16,2-2 1-16,0-1 2 0,0 0-1 15,2-1 0-15,-2-2-1 0,1-1-1 0,-1-1-1 16,2-1-2-16,-2 0-1 0,-3 0 0 0,2-1-1 15,-7 0 0-15,3 1-1 0,-3 0 0 16,0-1-1-16,-3 1 0 0,-3 1-3 0,1 3-7 16,-4-2-12-16,-2 2-26 0,-1 2-79 15,-1 0-130-15,-6 1-228 0,-1 3-303 0,-1-1-390 16,-2 4-467-16,-3-1-138 0,-1 1 558 0,3 4 793 16</inkml:trace>
  <inkml:trace contextRef="#ctx0" brushRef="#br0" timeOffset="-195150.75">24040 13471 119 0,'2'-1'422'0,"-1"-3"272"0,-1 3 226 15,0-2-70-15,0 0-161 0,0 2-123 0,0-1-111 16,0 1-78-16,0 1-47 0,0 0-34 0,0 0-20 15,2 0-4-15,-1 1-4 0,-1-1-19 16,0 0-38-16,0 2-40 0,0 1-40 0,2 1-37 16,-2 1-25-16,2 2-20 0,-2 0-11 0,0 6-8 15,1-1-6-15,1 1-7 0,-1 4-6 16,-1-3-2-16,4 5 0 0,-3-2-3 0,1 0-1 16,-1 1-2-16,1-1 0 0,0 1-2 0,-2 0-1 15,1-4 0-15,2 2-2 0,-1-3 0 16,-1 1-7-16,-1-4-22 0,0-1-66 0,-1-3-77 15,-4 0-158-15,4-5-282 0,-3 1-326 16,1-2-378-16,2-2-260 0,-1 1 41 16,-1 0 701-16</inkml:trace>
  <inkml:trace contextRef="#ctx0" brushRef="#br0" timeOffset="-194200.86">23895 14349 18 0,'-2'-9'434'16,"0"3"414"-16,1-1 309 0,-1 2 20 0,1-1-357 0,-1 4-231 15,-1-1-151-15,3 1-108 0,0 1-83 16,0 1-60-16,0-1-41 0,3 1-42 0,-1-2 13 16,1 2-1-16,2 0-5 0,-1 0 7 15,3 0-2-15,-1 2-3 0,3-1-36 0,-1 0-21 16,1 1-5-16,0 1-10 0,-3 1 0 15,2 1 1-15,-1 3 0 0,2 0-1 0,-5 0 0 16,1 1-2-16,0 3-2 0,-3 2-5 0,-1 1-3 16,-1 2-3-16,0-1-6 0,-1 0-4 0,-2 2-2 15,-2 1 0-15,0 0-2 0,-3-1 0 16,4 1 0-16,-3 0-1 0,1-2-1 16,-2 1-3-16,0-2-3 0,3 2-1 0,-1-1-1 15,1 0 0-15,0-1-2 0,2 0 1 0,-1 1-1 16,2 0 0-16,1-3 0 0,1 0 0 0,0-1-2 15,0 0 0-15,0-3 0 0,1 1-1 16,1-4 0-16,2-1 0 0,-1-1-1 0,2-1 1 16,1-1-1-16,-1-1 1 0,3-1 0 15,3-1-2-15,-1 0-7 0,-1-3-10 0,4 2-18 16,0-3-38-16,-1 0-72 0,1 0-74 0,0-2-111 16,-1-2-183-16,-1 1-309 0,3-2-298 15,-3-1-216-15,1 0-116 0,0-2 315 0,-1-1 599 16</inkml:trace>
  <inkml:trace contextRef="#ctx0" brushRef="#br0" timeOffset="-193880.02">24213 14577 433 0,'1'4'867'0,"4"5"277"16,-1 2 5-16,0 2-326 0,-1 0-280 0,3 4-190 16,2 1-93-16,0 3-34 0,5 2-21 15,-2 0-16-15,3-1-25 0,-1-1-22 0,2-2-35 16,0-2-33-16,-1-3-29 0,0-3-1 15,-1-3 20-15,1-6 19 0,-3-4 11 0,2-3 3 16,-4-5 4-16,-1-7-11 0,-1-2-21 0,0-5-16 16,-2-5-6-16,-2-2-5 0,0-4-1 0,1-1-4 15,-3-2-5-15,-1 3 2 0,0 0-4 16,-1 2-2-16,-4 3-1 0,0 2-1 0,-1 1-1 16,-4 4-5-16,2 3-5 0,-1 3-2 15,-4 3-5-15,4 2-5 0,-3 5-2 0,0 5-3 16,3 2-2-16,-3 4-2 0,2 5-2 15,0 5-12-15,2 4-22 0,-3 3-55 0,5 1-75 16,-2 0-103-16,0 1-185 0,0 1-299 0,2-1-337 16,-1 3-291-16,-1-3-143 0,2 3 254 0,0-2 661 15</inkml:trace>
  <inkml:trace contextRef="#ctx0" brushRef="#br0" timeOffset="-193730.54">24266 14609 196 0,'5'-8'991'0,"-2"2"586"16,1-2-77-16,-1 5-305 0,3-1-460 0,-3-1-293 16,3 1-197-16,2-1-108 0,3 1-51 0,-1-2-24 15,4 2-16-15,2-5-24 0,-2 2-75 16,3 1-79-16,-1-2-180 0,2 2-278 0,-2 4-308 16,-1-1-391-16,-2 1-262 0,-2 4 62 15,-2 1 730-15</inkml:trace>
  <inkml:trace contextRef="#ctx0" brushRef="#br1" timeOffset="-178398.32">23198 13102 172 0,'-2'-1'438'0,"0"-1"251"0,-1 2 205 0,2-2-115 15,-1 2-123-15,0 0-99 0,1-1-82 16,-1 0-53-16,0 1-31 0,2 0-25 0,-1 0-31 16,-1 0-34-16,2 0-33 0,0 0-44 15,0-2-51-15,0 2-55 0,0-2-39 0,0 2-26 16,0 0-15-16,0 0-11 0,2 0-5 0,-1-1-6 15,-1 1-3-15,0 0 2 0,2 0-1 16,-2 0-1-16,2 0-2 0,-2 0 1 0,0 0-3 16,1 1-3-16,-1-1-3 0,2 0-1 0,0 0 0 15,1-1 1-15,2 1 1 0,-1 0 1 16,2-1-1-16,1 1 2 0,-1 0 0 0,2-2-2 16,-1 2 0-16,2 0 0 0,0-1 0 0,1-1 6 15,-1 2 5-15,2-1 2 0,-3-1 1 16,3 1 1-16,0-1-2 0,-1 1-6 0,2-1-5 15,-2 0-1-15,0 1-2 0,0 0-1 16,-1 1 0-16,0-2 0 0,0 2 0 0,-1 0-2 16,0 0 2-16,0 0-2 0,0 0 0 0,-2 0 1 15,1 0 0-15,-1 0 0 0,1 0-1 16,-1 0 1-16,-2 0 0 0,1 0 0 0,2 0-1 16,-3 0 0-16,1 0 0 0,1 0 0 15,-1 0 0-15,0 0 1 0,0-1-1 0,0 1 1 16,2-2 0-16,-1 1 0 0,-1 0 1 0,2-1-1 15,-2 0 0-15,-1 0-1 0,2 0 0 16,1 0 0-16,-3 1-1 0,1 0 1 0,0-1 0 16,0 0 0-16,1 1 0 0,-1-1 0 15,0 2 1-15,-2 0-1 0,2-1-1 0,-1 1 1 16,2 0 0-16,-3-3 0 0,2 3 0 0,0 0 1 16,0-2-1-16,-2 2 0 0,4-3 1 0,-3 1 0 15,1 2-1-15,0-1 0 0,-2 0-1 16,2-1 1-16,-1 2-1 0,0-2 1 0,0 2-1 15,1 0-1-15,-2 0 2 0,0 0-1 16,2 0 1-16,-2 0 0 0,2 0 0 0,-2 0 1 16,2 2-1-16,-2-2 0 0,0 0 0 0,0 0-1 15,0 0 0-15,1 0 1 0,-1 0-1 16,0 0 0-16,0 0 1 0,3-2 0 0,-3 2 0 16,2-1 0-16,0 1 1 0,-2 0-2 15,2 0 1-15,-2 0 0 0,3 0 0 0,-1 0 0 16,-2 0 0-16,2 0 0 0,-2 0 0 0,2 0 0 15,-2 0 0-15,2 0-1 0,-1 0 1 16,0 0-1-16,-3 0 0 0,3 0 1 0,0 0 0 16,0 0 0-16,-3 0 0 0,2 0 0 0,1 0 0 15,0 0 0-15,-2 0 0 0,1 0 0 16,0 0-1-16,0 0 1 0,0 0 1 0,1 1-1 16,-1-1 0-16,0 2 1 0,1-2-1 0,0 0 0 15,-3 0 0-15,4 0 0 0,-2 0 0 16,0 0 0-16,1 0-1 0,-1 0 1 0,2 0-1 15,-1 0 1-15,-1 0 0 0,2 0 0 16,-2 0 0-16,4 0-1 0,-4 0 1 0,2 0-1 16,1 0 1-16,-3 0 0 0,2 0 0 0,-1 0 0 15,0 0 0-15,1 0-1 0,-2-2 1 16,3 2 0-16,-5 0 0 0,2 0 0 0,1 0 0 16,-1 0 0-16,0 0 0 0,0 0 0 15,1 0 0-15,0 0-1 0,1 0 0 0,-1 0 1 16,0 0 0-16,-1 0 0 0,2 0 0 0,0 0 0 15,-1 0 0-15,1 2 0 0,-1-2-1 0,1 0 1 16,-1 2 0-16,0-2 0 0,1 1 0 16,0 0 0-16,-1-1 0 0,1 2-1 0,0-2 1 15,-2 3 0-15,2-3 0 0,-2 0 0 16,0 0 0-16,1 2 0 0,-3-2 0 0,4 0-1 16,-4 0 1-16,2 0-1 0,1 0 1 0,-3 0 0 15,2 0 0-15,1 0 0 0,-3-2 0 16,3 2 1-16,0 0-1 0,1 0 0 0,-2 0 0 15,2 0 0-15,-2-3-1 0,2 3 0 16,0-2 1-16,-2 2-1 0,3-1 0 0,-2 0 0 16,0-1 1-16,1 0 0 0,-2 1 1 0,2-2 0 15,-2 1-1-15,3 1 1 0,-5 0 0 16,2-1-1-16,2 0 1 0,-1 1-1 0,-3-2 0 16,2 2 0-16,1-1 1 0,0 1-2 15,1-1 1-15,-4 1 0 0,2-1 0 0,1 1 0 16,-1 1 0-16,0-4-1 0,0 3 1 0,1 0-1 15,-1-1 1-15,0-1 1 0,1 2-1 16,0 0 1-16,-1-1-1 0,0 0 1 0,0 1-1 16,0 0 0-16,1-1 0 0,-3 0 0 0,2 1-1 15,1 0 1-15,0-1 0 0,-1 0-1 16,2 1 1-16,-2-1 0 0,2 1 0 0,-2-2 0 16,2 3 1-16,-2-2-1 0,3-1 0 0,-1 0 1 15,0 1-1-15,0-2 2 0,0 1-2 0,-2 0 2 16,3-2 1-16,-3 1-2 0,2 0 1 15,-2-1-1-15,2-1 0 0,-4 0 0 0,3 2-1 16,-1-2 0-16,0 0 0 0,1 0 1 16,-1 1-1-16,1-3 1 0,1-1 1 0,-2 2-1 15,0 0 0-15,0-1 0 0,2 1 1 16,-1-2 0-16,1 0-1 0,-2 0 0 0,2-1 0 16,-2 0 1-16,2 0-1 0,-2 1 0 0,3-2 0 15,-2 3 1-15,0-3-1 0,0 3 1 16,-1-3-1-16,2 3 1 0,-4-1-1 0,2 0 0 15,1 0 0-15,-3 0 0 0,-1 2 0 16,3-4-1-16,-1 3 1 0,-1-3 0 0,-1 3-1 16,0-4 1-16,2 1-1 0,-2-1 0 0,1-1 0 15,-1 3 0-15,0-3 0 0,2 1 0 16,-2-1 0-16,2-1 1 0,-2 1-2 0,0 0 1 16,1 1-1-16,-1 1 1 0,0-3-1 0,2 4 0 15,-1-2 1-15,-1 0-1 0,0 0 1 0,0 0-1 16,0 0 0-16,0 0 0 0,0 0 0 15,-1-1 0-15,-1 0 1 0,2 1-1 0,0 0 1 16,-1 0-1-16,-1 0 0 0,0 1 0 16,2-2-1-16,-1 1 1 0,1 0-1 0,-2 2 1 15,2-1 1-15,0-2 0 0,0 5 0 16,0-3 0-16,0 0 2 0,2-2-1 0,-1 2-1 16,1-3 0-16,0 0 1 0,-1 1-1 0,2 0 1 15,-3-1 0-15,4 1 0 0,-4 1 1 0,1 0 0 16,-1 0-1-16,2 1 0 0,-1-2-1 15,-1 1 0-15,4-2 0 0,-4 1 0 0,1-3 0 16,-1 3 0-16,3-3 0 0,-1 1 0 16,-1-1 0-16,-1-3 0 0,2 1-1 0,-1 0 1 15,-1 0 0-15,2 1 0 0,-2 1-1 0,-2 0 1 16,2 1 0-16,-1-1-1 0,-1 2 1 16,2 0-1-16,-1 1 0 0,-4-2 1 0,4 1 0 15,-1-1-1-15,0-2 0 0,2 3 0 0,0-3-1 16,0-2 0-16,-1 4 0 0,1-3 0 15,-2 1 0-15,2 0 1 0,0 0 0 0,0 0 0 16,0 1 1-16,-1 1 0 0,1 2 1 0,0-1 1 16,-4 2-2-16,4-2 2 0,-1 2-1 15,-1 1-1-15,1 0 0 0,1 0 1 0,-2 1 0 16,0-1 1-16,-1 1-2 0,2-1 1 16,-1 1 0-16,-1-1-1 0,2 2-1 0,-1-1 1 15,0-3 0-15,-1 2-1 0,2-3 1 0,1 0 1 16,-2-2-1-16,0 0 1 0,2 1 0 15,-1 0-1-15,-1-1 0 0,1 1 0 0,1-1 0 16,-2 0 0-16,0 1 0 0,2 0-1 16,0 0 1-16,0 3-1 0,0-2 1 0,0 2 0 15,0 2 0-15,0-1 0 0,0-1-1 0,0 2 0 16,0-1 0-16,0 1 0 0,2-2 0 0,-2 3 1 16,2-1 0-16,-2 2-1 0,0-1 1 15,0-1-1-15,0 3 0 0,1-2 0 0,-1 2 0 16,2-2 0-16,-1 0 1 0,1-1-1 15,0 0 0-15,-1 0 1 0,2 0 0 0,-1 0-1 16,0 3 1-16,-1-2 0 0,2 0 0 0,-1 0 0 16,-1 1 0-16,2-2-1 0,-1-1 0 15,0-1 0-15,2 2-1 0,0-1 1 0,-3-1 0 16,2 3 1-16,1 0 1 0,-3 1 0 0,2 2 1 16,-1 1 0-16,-1 0 0 0,-1 1 0 15,0 1-1-15,2 0 1 0,-2 0-1 0,0 1-1 16,0 0 0-16,0 2 0 0,0-2 0 0,0 0 0 15,0 2-1-15,0 0 1 0,1-1-2 16,-1 1 1-16,0 0-2 0,0-1 2 0,0 1-1 16,2 0 1-16,0-2 0 0,-2 2 0 15,1-4 0-15,-1 4 1 0,3-5 1 0,1 1 0 16,-3 2-1-16,3 0 1 0,-3-4 0 0,1 3 0 16,-1 0-1-16,4-2 0 0,-5 3 0 15,1-2 1-15,2 2 0 0,1-3 0 0,-1 1 0 16,-2-1 1-16,3 2-1 0,-1-1 0 15,-1 1-1-15,1-2 0 0,-2 3 0 0,4 0 0 16,-4-2 0-16,2 1 0 0,-3 2-1 0,2 0-1 16,0 1 0-16,-1-1 1 0,-1 1-1 0,2 0 1 15,0 0 0-15,-1 0 0 0,1 0 2 16,-1 0-1-16,3 1 0 0,-3 0 0 0,2 0 0 16,2 2 0-16,-2 1 0 0,0-2 0 15,0 0 0-15,1 3 1 0,0-2-1 0,0 1 1 16,-3 1-1-16,2-1 1 0,1 4-1 0,2-1 0 15,-5 0 0-15,1 1-1 0,-1 2 1 16,3 0 0-16,-4-1 1 0,1 1 0 0,-1 1 0 16,2 0 1-16,-2 1-1 0,1 1 1 15,-1 0-1-15,0-1 1 0,0 2 0 0,0-1 0 16,0 2-1-16,0-5 1 0,0 6-1 0,0-2 1 16,0-2-2-16,2 4 2 0,-2-2-1 0,0-1 0 15,2 2 0-15,-2 0 0 0,0-2 0 16,1 3 0-16,-1 0 0 0,2-1-4 15,-1 1 2-15,1 1 1 0,0-1 1 0,0 0 0 16,2 0 1-16,-3-1 5 0,2-1-2 0,-1 4-2 16,1-4 0-16,0 1-1 0,1 0-1 0,-1 0 1 15,2-2-1-15,-1 3 0 0,-1-2 0 16,0-2-1-16,2 1 0 0,-2-1 0 0,2 1 0 16,-1 1 1-16,-1-1 0 0,3 1-1 15,-5-1 1-15,2 1-1 0,2 1 0 0,-3 2 0 16,1-1 0-16,-1 0 0 0,-1 2 0 0,1-1 1 15,0 2 0-15,-2-1 1 0,0 1 1 16,1 0 0-16,-1 0-1 0,0-1 2 0,2 1 0 16,-2 0-2-16,1-2 1 0,-1 2 0 15,0-2-1-15,5 2 1 0,-5-3-1 0,1 1 1 16,-1-2-1-16,3 0 1 0,-1 0-1 0,0 0 1 16,-1 0-1-16,1 0 1 0,0 0-1 0,1 0-1 15,-2-2 1-15,1 2 0 0,0 0 0 16,-1-2 4-16,-1 3 3 0,3-1 1 0,-3 0 1 15,2-1 0-15,1 3 0 0,-2-2-4 16,-1 2-3-16,2-1-2 0,-1-2-1 0,1 1 0 16,0 3-1-16,-1-4-1 0,3 2 0 0,-3-3 1 15,2 1 0-15,1 1 0 0,-3-2 0 16,2 2 0-16,-1-2-1 0,1-1 0 0,-2 2 1 16,1 0 0-16,-1-3 0 0,1 2 0 15,0-2 1-15,-1 0 1 0,-1 1-1 0,4 1 1 16,-4-2 0-16,0 1-1 0,1 0 0 0,-1 1 1 15,0-3-1-15,2 3 0 0,-1-1 0 16,-1 2 0-16,0-3 0 0,2 1 0 0,-2 1-1 16,2-1 0-16,-2 1 0 0,0-1 0 0,1 0 1 15,1 0-1-15,-1 0 1 0,-1-1-1 16,2-1 1-16,0 2 0 0,0 0 0 0,-2-1-1 16,4 1 0-16,-3 0 0 0,1 0 0 0,-1 0 0 15,3 0 0-15,-3-2 0 0,1 2 0 16,-1 0 0-16,3-3 0 0,-3 2 0 0,2-1 0 15,1 1 0-15,2 0 0 0,-5-1 0 16,2-2-1-16,1 3 0 0,-3-2 0 0,2-1 1 16,1-1-1-16,1 1 0 0,-2-1 1 0,-2 0 0 15,4-1 0-15,-2-1 0 0,0 0-1 16,0-1 1-16,0 1 0 0,1-1 0 0,-1-1 0 16,0 2-1-16,2 0 1 0,-1-1-1 0,-1 0 0 15,2 2 1-15,-2 0-1 0,1 2 1 16,-1-1-1-16,0 3 0 0,0 1 0 0,2 2 1 15,-4-1-1-15,2 1 0 0,-1-1 0 16,1 1 0-16,-1-1 0 0,1-1 0 0,-1-1-1 16,1-1 1-16,-1-1 0 0,1-2 1 0,-2 0-1 15,4-4 1-15,-4 3 0 0,2-2-1 16,1-1 4-16,-1-1 2 0,0-1 2 0,2 0 1 16,0 0 2-16,0-1 1 0,2-1-4 0,0 2-1 15,-3-2-1-15,3 0-1 0,-1 0-2 0,2 0 1 16,-2 1-2-16,1 0 1 0,-1-1 0 15,2 1-1-15,-2-1 1 0,0 2-1 16,-1 0 1-16,3-1 0 0,-2 1 0 0,1-2 0 16,-3 2 1-16,3 0 2 0,-1 0 1 0,0 0 2 15,1 0 2-15,-2 0 3 0,1 0-2 16,0 2 0-16,2-1-1 0,-2 1 0 0,1-1-2 16,1 2-1-16,-1-2-1 0,3 3 1 0,-2-2 0 15,2 2 1-15,-1 1-3 0,0-3-5 16,1 1 0-16,-1 0 0 0,2-1 0 0,-1 2 0 15,1-2 0-15,-2 1 0 0,3-1 0 16,0-1 0-16,-1-1 0 0,2 0 0 0,0 0 0 16,-1-1 0-16,2-3 0 0,-2 3 0 0,2-2 0 15,-3 0 0-15,2-2 0 0,-3 2 0 16,2-2 0-16,-3 3 0 0,0-2 0 0,1 3 0 16,-3 0 0-16,2-1 0 0,-1 0 0 0,-3 2 0 15,1 2 0-15,-1-2 0 0,1 2 0 0,-3-1 0 16,-2 0 0-16,3-1 0 0,-4 0 0 15,1 0 0-15,-1 0 0 0,-1 0 0 0,-1 0 0 16,-3 0-125-16,-4-2-119 0,1-2-244 16,-2 2-309-16,-2 0-396 0,-1-1-490 0,4 3-190 15,-4-1 533-15,5 1 914 0</inkml:trace>
  <inkml:trace contextRef="#ctx0" brushRef="#br1" timeOffset="-177565.67">24764 13393 27 0,'4'-4'346'0,"-3"-1"288"16,1 1 271-16,-1 1 65 0,1-2-184 16,1 2-172-16,-2 0-135 0,1 1-84 0,-1 0-45 15,-1 0-20-15,2 2-5 0,0-1-18 0,-1 1-24 16,-1 0-31-16,4 1-41 0,-4 1-46 15,1 0-41-15,2 0-24 0,1 3-13 0,-3 2-9 16,2 2-7-16,1 1-9 0,-2 7-7 16,2-4-6-16,-1 4-6 0,-2 4-6 0,-1 0-7 15,4 2-6-15,-3 1-7 0,1-2-6 16,-1 0-4-16,3-2-4 0,-3-1-3 0,1-1-1 16,-1 0-2-16,3-4 0 0,-4 0-3 0,1-4-8 15,-1 1-16-15,5-4-26 0,-7 1-67 0,-1-4-97 16,2 0-188-16,-4-1-286 0,3 3-350 15,-1-2-424-15,0-1-254 0,0 1 199 0,-2-1 803 16</inkml:trace>
  <inkml:trace contextRef="#ctx0" brushRef="#br1" timeOffset="-176649.29">24837 14364 24 0,'5'-5'379'0,"-5"2"336"16,1 0 283-16,-1 0 50 0,2 0-259 0,-1 0-203 15,1-1-139-15,0 1-85 0,-1 0-33 16,4 0-12-16,-2-1-14 0,4 1-30 0,-1 1-31 15,0-2-39-15,0 2-53 0,3 0-49 16,0 2-31-16,-1 0-17 0,1 2-8 0,-1 0-5 16,3 2 4-16,-1 1-1 0,-1 2-7 0,0 0 1 15,-2 4-6-15,-1-2 1 0,2 2-3 16,-2 0-2-16,-1 3 0 0,-2-1-2 0,1 1-2 16,-3 2 0-16,2-3-1 0,-3 5-1 0,-3-4 2 15,2 1 0-15,-3 1-1 0,0 1 0 0,-2 2-2 16,-1-5 0-16,2 3-3 0,-3 1-2 15,2-3-3-15,-2 4-3 0,0-2-2 0,4-1-2 16,-5 0-1-16,5 2-2 0,-2-2 1 16,3-1-1-16,-1-1-1 0,3 0 0 0,-1-1 0 15,2 2-1-15,0-4-1 0,2 0 1 0,-1-1-1 16,3 1 1-16,-1-2-1 0,3-1 0 16,0 1 0-16,1-2-1 0,1-1 1 0,2 0-1 15,2-3 0-15,-3 0 1 0,7-3-1 0,-3-2 1 16,2-2 0-16,1-2-1 0,1-3 1 0,0-1-1 15,0-1-3-15,-1 0-8 0,1-1-15 16,-3 0-30-16,2 0-77 0,-5 1-107 0,-2-1-215 16,1 0-295-16,-4 0-369 0,2 4-430 15,-3-2-176-15,3-3 351 0,-3 1 830 0</inkml:trace>
  <inkml:trace contextRef="#ctx0" brushRef="#br1" timeOffset="-176264.7">25354 14329 538 0,'-5'-2'1358'16,"1"4"347"-16,-1 0-243 0,0 1-393 0,-1 3-438 15,1 3-235-15,4 1-164 0,1 3-91 0,0 6-47 16,0 2-27-16,3 3-14 0,3 1-9 0,0 5-9 16,1 1-8-16,2 3-5 0,3-3-5 15,0 3-7-15,1-6-5 0,2-1-3 0,0-5-1 16,0-4-2-16,1-4 0 0,1-7 0 15,1-4 1-15,-4-3 0 0,2-7 0 0,-2-4 1 16,-1-7-1-16,-1-2 0 0,0-5-1 0,-4 0-1 16,1-5 2-16,-3-2 2 0,-1 1 0 0,-2 1 1 15,-3-2 1-15,0 0 1 0,-1 1-1 16,-4-2-1-16,-2 2-1 0,1 1 0 0,-2-1 0 16,-1 6 0-16,-1 3 0 0,-1 2-1 15,2 4 0-15,-4 5 0 0,-1 3-1 0,1 4-2 16,-1 6-2-16,1 2 0 0,-1 4 0 15,3 5-7-15,0 2-15 0,0 2-35 0,0 3-77 16,1-1-96-16,-1 1-187 0,2 0-294 0,1-2-351 16,0 2-375-16,0-3-179 0,2 2 216 0,-1-2 736 15</inkml:trace>
  <inkml:trace contextRef="#ctx0" brushRef="#br1" timeOffset="-176082.85">25311 14425 44 0,'2'2'713'0,"1"1"685"0,0-2 131 16,1 4-180-16,2-2-384 0,5 1-395 0,-2 0-220 15,5 0-133-15,2 0-64 0,3-2-63 16,0-1-35-16,5-1-25 0,1-1-14 0,2-1-10 16,-2-1-41-16,1 2-88 0,-1-1-174 15,-1 0-265-15,-2 2-306 0,-4 0-406 0,-1 2-381 16,-4 0 32-16,-1 0 775 0</inkml:trace>
  <inkml:trace contextRef="#ctx0" brushRef="#br2" timeOffset="-162940.37">21362 7558 252 0,'1'2'682'0,"1"-2"321"15,-1 0 83-15,1 1-203 0,0-1-326 0,-2 2-185 16,1-2-116-16,-1 0-61 0,2 1-28 16,-1 1-13-16,3-2-3 0,-3 1 8 0,4 2 17 15,1-1 33-15,0 0 10 0,-1-2-9 16,3 1-24-16,0-1-29 0,1 1-31 0,-1-1-38 16,1 0-20-16,1 0-15 0,0 0-6 0,0-1-5 15,0 0-2-15,-2 1-3 0,4-4-2 0,-2 3-2 16,0-1-2-16,0-1-3 0,2 2-5 15,-1-2-2-15,0 0-4 0,0 1-1 0,0 1-4 16,-1 0 1-16,2-1-2 0,1 0 0 16,0 0-1-16,0 2 1 0,-1 0-1 0,4-3 1 15,-2 2-1-15,0 1 0 0,2-1 0 0,-2 1-1 16,2 0 0-16,2 0 0 0,-4 0-1 16,3 0 0-16,-2 0 0 0,0 1 1 0,1-1 0 15,2 1-1-15,-4-1 0 0,2 0 1 0,0 0-2 16,-1 0-1-16,0 0 0 0,0 0 0 15,0-1-2-15,0 1 0 0,1-1-1 0,-2 1 1 16,2-1-1-16,2-2-1 0,-4 1-1 16,2 2 1-16,0 0-1 0,-1-2 0 0,1 0-1 15,1 1 2-15,1-2 0 0,-4 2 0 0,2-1 0 16,0 1 1-16,-1-1 0 0,1 1-1 16,0-3 1-16,-2 3 0 0,0 1 0 0,1-1-1 15,-1 1 1-15,0 0 0 0,-1 0-2 0,3 1 0 16,-2 0 0-16,0 1 0 0,-1 1-1 0,2-1 0 15,-2 1 1-15,1-2 0 0,-1 2 1 16,-2 0-1-16,3-1 0 0,-2-2 1 0,0 5-1 16,-1-4 1-16,0 0 0 0,2 0 2 15,-2-1-1-15,0 3 2 0,2-3-1 16,0 0 0-16,-3 2-1 0,2 0 0 0,-1 0 1 16,3-2 0-16,-3 1 0 0,1-1 2 0,1 1-1 15,-2-1 2-15,3 0 0 0,-2 0 2 0,2-1 0 16,-2 1 0-16,1-1-1 0,1 1-7 15,-1 0-1-15,3-2 0 0,-3 2 0 0,0 0 0 16,0 0 0-16,1 0 0 0,1 2 0 0,0-2 0 16,-2 1 0-16,2 0 0 0,-1-1 0 15,-1 2 0-15,0 1 0 0,2-3 0 0,-1 1 0 16,0 1 0-16,0-1 0 0,1 1 0 16,0-2 0-16,-2 1 0 0,2-1 0 0,0 0 0 15,0 0 0-15,0 0 0 0,0 0 0 0,0 0 0 16,0 0 0-16,0-1 0 0,1 1 0 0,2 0 0 15,-4 0 0-15,2 0 0 0,0 0 0 16,-1 0 0-16,2 1 0 0,-1-1 0 0,2 0 0 16,-2 2 0-16,1-1 0 0,-3 1 0 15,3 0 0-15,-2-1 0 0,0 0 0 16,2 1 0-16,0 1 0 0,-3-1 0 0,2 0 0 16,0 1 0-16,-1 1 0 0,2 0 0 0,0 0 0 15,-3-1 0-15,3 3 0 0,-1-2 0 0,2 1 0 16,-1 1 0-16,-1 0 0 0,-1-1 0 0,1 1 0 15,2 0 0-15,-2 0 0 0,-2-2 0 16,0 2 0-16,2-1 0 0,-4-2 0 16,1 1 0-16,0-1 0 0,-2-1 0 0,1-1 0 15,0 0 0-15,-3 1 0 0,4-2 0 0,-2-2 0 16,-2 2 0-16,5-1 0 0,-2 1 0 0,0-1 0 16,1-1 0-16,1 1 0 0,0 1 0 15,1 0 0-15,0 0 0 0,1 0 0 0,0 1 0 16,0 2 0-16,1 0 0 0,0-1 0 15,1 0 0-15,-1 2 0 0,-2-2 0 0,0 1 0 16,0-1 0-16,-1 2 0 0,0-3 0 0,2-1 0 16,-5 0 0-16,2 0 0 0,1-1 0 0,-3-3 0 15,1 2 0-15,0-1 0 0,-1 2 0 16,0-1 0-16,-3-1 0 0,0 1 0 0,0 2 0 16,-1-2 0-16,1 2 0 0,0-2 0 15,0 2 0-15,1 0 0 0,-1 2 0 0,1-2 0 16,1 0 0-16,-2 0 0 0,4 0 0 0,-2 0 0 15,3 0 0-15,-2-2 0 0,3 1 0 16,-1-2 0-16,3 0 0 0,-2 0 0 0,2-1 0 16,-2 1 0-16,3-2 0 0,0 1 0 15,-2-1 0-15,1 3 0 0,0-2 0 0,-2 2 0 16,2 0 0-16,-3 2 0 0,1-2 0 0,-3 2 0 16,0 2 0-16,1-2 0 0,0 2 0 0,-3-1 0 15,2 0 0-15,-1 3 0 0,-2-3 0 16,1 0 0-16,-1 1 0 0,0-1 0 15,-2 1 0-15,3-1 0 0,-4 0 0 0,2-1 0 16,-2 2 0-16,-1-2 0 0,2 1 0 0,-3-1 0 16,1 2 0-16,1-2 0 0,-1 0 0 0,1 2 0 15,2-2 0-15,-1 0 0 0,2 0 0 16,0 0 0-16,0-2 0 0,2 0 0 0,2-1 0 16,0 1 0-16,-1-1 0 0,4 0 0 15,-1-2 0-15,2 3 0 0,1-3 0 0,-3 0 0 16,5 2 0-16,-2-1 0 0,-1 0 0 0,3 4 0 15,-1-3 0-15,1 3 0 0,-2 0 0 16,4 3 0-16,1-3 0 0,-5 2 0 0,5 0 0 16,0 0 0-16,-1-2 0 0,1 1 0 0,0-1 0 15,2 0 0-15,-2-1 0 0,0 1 0 16,0 0 0-16,0-2 0 0,-1 0 0 0,1 0 0 16,-1 2 0-16,-2 0 0 0,1 0 0 0,1 0 0 15,-5 0 0-15,2 0 0 0,-1 0 0 16,0 0 0-16,-3 2 0 0,2 0 0 0,-3 0 0 15,1-1 0-15,-3 2 0 0,-1-2 0 0,0 2 0 16,-2 0 0-16,0-1 0 0,-1 1 0 16,-1-2 0-16,-2 3 0 0,1-3 0 0,0 0 0 15,-2 1 0-15,1 1 0 0,-1-2 0 0,0 0 0 16,0-1 0-16,0 2 0 0,-2-1 0 16,3 1 0-16,-3 0 0 0,1-1 0 0,0-1 0 15,1 2 0-15,2-2 0 0,-1 1 0 16,1-1 0-16,-1 2 0 0,1-2 0 0,0 0 0 15,2 1 0-15,-1-1 0 0,2 2 0 0,0-2 0 16,-4 0 0-16,3 0 0 0,-2 0 0 16,-1 0 0-16,-1 0 0 0,-1 0 0 0,-1 0 0 15,-1 0 0-15,0 0 0 0,-1 0 0 16,-4 0 0-16,-1 0 0 0,-4 0 0 0,-1 0-174 16,-4 0-307-16,-2-2-313 0,0 2-408 0,1-1-501 15,4-2-252-15,1-2 556 0,4-2 948 0</inkml:trace>
  <inkml:trace contextRef="#ctx0" brushRef="#br2" timeOffset="-159440.87">20963 4834 60 0,'-1'2'312'0,"-3"1"192"0,0 0 174 16,2 0-51-16,2-1-171 0,-1 0-97 0,-1 2-52 15,2-3-22-15,0 2-15 0,0 0-12 16,0 0-10-16,2 0-14 0,-1-1-11 0,1 2-20 15,0-3-18-15,0 2-22 0,0-1-13 0,0 1-10 16,-1 0 0-16,2-1 12 0,2 3 41 16,-2-2 32-16,2 1 0 0,-2 1-12 0,2 1-27 15,1-1-33-15,-3 1-48 0,2 2-37 16,0 0-21-16,2 1-11 0,-3 2-9 0,2-1-5 16,1 2-3-16,-1 2-3 0,2-1-2 0,0 2-2 15,0 0-1-15,1 1-2 0,1-2 1 16,-1 3 0-16,2-2-1 0,2 1-1 0,-4-1 0 15,3 0 1-15,2 1-3 0,-5-3 1 16,4 1 0-16,-1 1-1 0,0-5 1 0,-3 5-1 16,4-3 1-16,-4 0 1 0,4 1 0 0,-4 1 2 15,-1-2-1-15,5 2 3 0,-5-3-1 0,1 3 1 16,-1-2-1-16,1 0 0 0,0 1 1 16,-1 0-1-16,2 0 0 0,-2 0-1 0,2-1 0 15,-2 1-1-15,3 0-1 0,-2-1 0 16,1 1-2-16,1-2 0 0,-2-1 0 0,0 0-1 15,1 1-1-15,-2 0 0 0,0-2-1 0,0 0 0 16,3 1 0-16,-3-1 0 0,0 0-1 16,1-2 0-16,-1 4 0 0,0-3-1 0,0 1 0 15,2 0-1-15,-1-2 0 0,-1 1 1 0,3-1 0 16,-1 2 0-16,-2-3 0 0,1 0-1 16,0 2 1-16,3-2 1 0,-4 1-1 0,2-1 1 15,0 2 0-15,1-3 1 0,2 3 0 0,-4 1 0 16,4-2 0-16,-4 3 0 0,3-1 0 15,0 2-1-15,-2-1 1 0,1-1-1 0,0 0 1 16,0 0-1-16,-2 1 0 0,2-1-1 16,-1-1 0-16,0 1 0 0,2 0 1 0,-3-2-1 15,3 0 1-15,-2 1 1 0,3 0 0 0,0-1 0 16,-2 0 0-16,0 1 0 0,3 0-1 16,1 0 0-16,-1 0 1 0,-2 0-1 0,6 1 0 15,-4-2 0-15,2 2-1 0,-2-1 1 16,2 2-1-16,-3-2 0 0,-1 0-1 0,2 2 1 15,-1-1-1-15,1 0 1 0,-1-2 0 0,-1 2-1 16,1-2 0-16,-2 4 0 0,2-5 0 16,-2 1 0-16,0 1 0 0,2 0 0 0,-4-3 0 15,4 2 1-15,-4-1 0 0,1-1 0 0,1 1 0 16,-2 0 0-16,1 0 0 0,1 1 0 16,-2 0 0-16,1-1 0 0,0 0-1 0,0 0 0 15,-2 0 0-15,4 2 0 0,-3-2 0 16,0 1 0-16,1-1 1 0,2 0 0 0,0 0 1 15,-3 2 0-15,4 0 1 0,-4-1 0 0,4 0 1 16,-2 1 1-16,0-1 1 0,1 2-1 0,0-2-1 16,1 3 1-16,1-1-1 0,-3-1-1 15,3 1 0-15,-1-1 0 0,1 1-1 0,-2-1 0 16,1 0-1-16,1 2 1 0,1 0 0 16,0-1 0-16,-2 2 0 0,3 1 0 0,-2 0-1 15,0-1 0-15,1 3 1 0,-1 0-1 0,-2 0 0 16,0-1 0-16,2 0 0 0,-1 0-1 15,0 1 1-15,-1-1-1 0,-1 0 1 0,1-3-1 16,0 4 1-16,0-4-1 0,-1 2 0 16,-1-1 0-16,0-3 0 0,-1 2 0 0,0-3-1 15,0 2 0-15,1 0 1 0,-2-1 0 0,0-2-1 16,1 1 1-16,-1-1-1 0,0 1 1 16,-1-1 0-16,2 0 0 0,-3 0-1 0,2-1 1 15,0 0 0-15,1 1 0 0,-2-2 0 16,-1 2 0-16,2 0-1 0,1-1 1 0,-2 2-1 15,1-1 0-15,0 2 1 0,-1-1-1 0,2 1 0 16,0-1 0-16,0 1 0 0,-1-1 0 0,2 2 0 16,0-1 1-16,-3 0-2 0,3-1 1 15,-1 1-1-15,1 2 1 0,-2-1-1 0,0-2 0 16,-2 1 0-16,3-1 2 0,-2 0 0 16,-3 3 0-16,1-3 0 0,0-3 0 0,3 1 0 15,-7-1 0-15,4 2 0 0,-2-2 0 0,-1-1 1 16,1 1-1-16,-1-1 1 0,-1 0 1 15,3 0-2-15,-3 2 0 0,2-2 1 0,2 1-1 16,-2 1 0-16,0-1-1 0,0 0 1 16,2 2 0-16,-2-1 0 0,2-1 0 0,0 2 0 15,-1-1-1-15,1-1 1 0,0 0-1 0,-2-1-1 16,4 1 2-16,-3-1-1 0,2 2 0 0,-1-1 1 16,2 1 0-16,-1-2 1 0,0 1 0 15,2 0-1-15,0 3 2 0,-2-3-1 0,3 4 0 16,1-2 1-16,-2 1-1 0,0 1 0 0,0-1 0 15,3-1-1-15,-1 2 1 0,-4-1-1 16,3-1 0-16,1 2 0 0,-2-3 0 0,0 2 0 16,1-1 0-16,-1-1 1 0,-1 1-1 0,1 0 0 15,-1-2 1-15,0 2 0 0,-1 0-1 16,0 0 0-16,-1-1 2 0,1 1 0 16,1 2-1-16,-3 1 0 0,0-2 0 0,1-1 1 15,-1 2-2-15,2 1 0 0,-1-1 0 0,0 1 0 16,0 0 0-16,0 0 0 0,4 0 1 0,-5 0-1 15,3 2 0-15,-1-1 0 0,1-3 0 16,0 2-1-16,0 0 1 0,-1-1 0 0,-1-1-1 16,0-1 1-16,1 1 0 0,-2-4 0 15,1 2-1-15,-1 0 1 0,-1-2-1 0,0 1 0 16,-1-2 1-16,1 1 0 0,-2-2-1 0,3 1 1 16,-2-1 1-16,2 3 0 0,-3-3-1 15,2 2 0-15,1 1 1 0,0-1-1 0,1 3 0 16,2 2 0-16,-1-1 0 0,0 3-1 15,0-2 0-15,-1 0 0 0,2-1 1 0,-1 3-2 16,-2-5 1-16,1 1 1 0,0 1 0 0,-2 0 0 16,2-3-1-16,-2 2 2 0,2-2-1 0,-2 1 0 15,0-1-1-15,-1 2 1 0,1-4 0 16,-2 3-1-16,3-1 1 0,-3-1 0 0,3 4 0 16,-3-3-1-16,2 3 1 0,2 0-1 15,-2 3 0-15,2-1 1 0,-2-1-2 0,0 2 1 16,0-1-1-16,2-2 2 0,-2-1-2 0,3 1 1 15,-3-2-1-15,1-1-1 0,-4 0-2 16,1-1-1-16,3-2-1 0,-4-1 1 0,0-1-2 16,0-2 1-16,-2-2-2 0,0 0-1 0,1 1-3 15,1 0-4-15,-4 0-7 0,1-1-14 16,-3 2-36-16,2 0-76 0,-3 0-111 0,-1 1-200 16,-3 1-298-16,2-1-354 0,-1 1-378 0,-2-4-146 15,2 0 351-15,0-3 736 0</inkml:trace>
  <inkml:trace contextRef="#ctx0" brushRef="#br2" timeOffset="-157799.78">23841 7592 95 0,'0'4'343'0,"-2"-4"210"16,2 1 160-16,0 1-84 0,2-2-127 16,-2 0-87-16,2 0-67 0,-2 0-50 0,1 0-30 15,1 0 4-15,-1 0-7 0,3-2-26 0,-2 2-24 16,3-1-20-16,-2 1-16 0,2-4-4 16,0 3 27-16,0-2 49 0,1 0 12 0,0-1-7 15,1-2-20-15,-3 1-42 0,3 1-52 0,-2-4-51 16,2 1-31-16,0-1-17 0,-1-3-11 15,1 1-8-15,2-1-6 0,-1 0-2 16,1-3-5-16,-1 0-1 0,5 1-2 0,-4-4-1 16,5 3-1-16,-2-4 0 0,0-1 0 15,2-3 0-15,-1 2-1 0,1-3 0 0,1 0-1 0,-1 1 0 16,-3 1-1-16,2-3 1 0,1 5-1 16,-5-1 0-16,4 1 1 0,0 0-1 0,-4 0 1 15,5-1 1-15,-3 3-1 0,1-5 1 0,0 2 0 16,-1 1 0-16,2-1 0 0,-2 0-2 0,2-1 1 15,-1 0-1-15,-1 2 0 0,3-3-1 16,-3 3 0-16,2-1 0 0,0 1 0 0,0-1 0 16,0 2 0-16,-1-1-1 0,1-1 1 15,1 2-1-15,-3-1 1 0,1 1-1 0,1-2 1 16,-2 3 1-16,3 0-1 0,-2-1 0 16,-2 0-1-16,1 0-1 0,-2 0 0 0,1 0 0 15,-2 1 1-15,0-1-1 0,-1 2 0 0,0-2 1 16,1 1-1-16,-3 2 0 0,3-2 0 15,-1 3 0-15,2 0 1 0,-3-1-1 0,1 2 1 16,1 0-1-16,-1 0 0 0,0 1 0 16,1 2-1-16,-2-4 0 0,2 4 0 0,-2-2 0 15,0 1-1-15,1-1 1 0,-1 2-1 0,0-2 2 16,1 2-1-16,-1-1 0 0,1 0 1 0,-3 1-1 16,5-2 1-16,-4 1-1 0,3 1-1 15,-1-3 2-15,2 3 0 0,-3-2-1 0,2 0 0 16,0-1 0-16,1 1 1 0,0-1 1 15,-1 0-1-15,0 1 0 0,1 0 2 0,-3 0-1 16,2-2 0-16,0-1 0 0,1 0-1 0,-2 1 1 16,1-1-1-16,1-1 1 0,-3 0-1 15,1 0 1-15,-1-1-1 0,2-1 0 0,1 0 0 16,-1 0 0-16,-1 0 0 0,1 0-1 16,1-3 1-16,-1 3 0 0,0-3 0 0,3 0 0 15,-1 2-1-15,-1-3 0 0,4 3 1 0,-2 0 0 16,0-2 0-16,1 1-1 0,1 2 1 15,0 1-1-15,-2 0 1 0,0 2 1 0,1-2-1 16,0 2 1-16,-3 0-1 0,4 2 0 16,-2-2 0-16,1-1 0 0,0 2 0 0,-1-1 0 15,3 1-1-15,-5 0-1 0,4 0 1 0,0-1 1 16,-1 0 0-16,2 0 0 0,1-2 0 0,0 0 1 16,2-1 0-16,0 1-1 0,0-3 1 15,4 2 0-15,-3-2 0 0,0 3 1 0,1-3-1 16,-1 2 0-16,-1 0 0 0,0 2 1 15,-1-2-1-15,0 1-1 0,-3 1 2 0,-1-2 1 16,-1 3-1-16,-1-2 0 0,-4 0 0 0,3 3-1 16,-2-3 0-16,-2 2 0 0,-2 2 0 15,0-1 0-15,0 2-1 0,-1 2 0 0,-1-1-1 16,-1 3-1-16,0-3-2 0,2 4 1 16,-2-1-2-16,2-2 0 0,-2 2-6 0,2 0-11 15,0-1-27-15,-2-1-59 0,0-1-66 0,0 0-72 16,-2-1-121-16,0 1-176 0,-2 0-251 0,1 2-236 15,-3 2-209-15,-2 2-117 0,-3 4 282 16,-3 2 511-16</inkml:trace>
  <inkml:trace contextRef="#ctx0" brushRef="#br2" timeOffset="-156668.99">22824 6700 162 0,'5'-4'476'0,"-2"-1"277"0,-1 2 205 15,1-1-109-15,-2 1-167 0,-1 0-146 0,0 1-99 16,-1 1-58-16,-2 1-24 0,1 0-25 0,1 0-18 15,-1 1-24-15,-3 1-32 0,2-1-36 16,-3 1-50-16,-1 1-44 0,0-1-37 0,0 2-23 16,-1-2-10-16,0 2-6 0,-2 0-5 15,1 0-4-15,-2 3-5 0,2-1-5 16,-1 1-6-16,-1 1-4 0,0 1-5 0,-1 3-4 16,0 0-1-16,2 1-4 0,-3 3-1 0,0 4 1 15,1 0-1-15,0 5 1 0,-2-2-2 0,5 4 0 16,-5 2 1-16,2 3-1 0,3 1-2 15,-2 2 1-15,3 1-2 0,0 3 0 0,2-2 0 16,0 2-1-16,2 1 0 0,1 1-1 16,2-2 0-16,-1 2 0 0,2-5 0 0,0 2-1 15,2-6-1-15,1 0 1 0,-2-5 0 0,3-4-1 16,2-1 1-16,-5-4-2 0,4-4 0 16,-2 0-1-16,0-4 0 0,2-2 0 0,-1-2 1 15,3-3 0-15,-2-1 1 0,0-2-6 0,1 0-12 16,1-3-19-16,-3 0-50 0,2-2-74 15,-3-1-92-15,2-1-164 0,-1 0-275 0,0-1-329 16,0-2-300-16,-1 0-179 0,-2-2 132 0,1-1 631 16</inkml:trace>
  <inkml:trace contextRef="#ctx0" brushRef="#br2" timeOffset="-156268.83">22807 7159 122 0,'8'-6'717'0,"-3"6"452"0,-4 0 92 16,2 6-139-16,1-2-367 0,-1 9-270 16,0 0-115-16,3 4-55 0,-1 4-37 0,1 1-37 15,2 4-49-15,1 1-59 0,3 1-51 0,-3-1-37 16,5 0-21-16,1-1-11 0,0-4-6 15,1-4-6-15,1-1-1 0,0-6 0 0,0-4 1 16,-1-4 0-16,-1-5 3 0,-2-2 2 16,0-4-1-16,-4-5 3 0,-1 1-1 0,-1-6 2 15,-1-2 0-15,-5 1 1 0,1-6 0 0,-4 3-1 16,2-1 1-16,-6-3-2 0,1 0-1 16,1 0-1-16,-3 1-1 0,-1-2-1 0,-3 2-3 15,3-1 0-15,-1 2-3 0,1 0 1 16,-3 2-1-16,3 1-1 0,1 3 0 0,-2 3 1 15,5 2-1-15,-1 5-5 0,0 2-20 0,2 1-43 16,-4 5-61-16,4 3-55 0,-3 1-74 16,1 6-127-16,0-1-180 0,-1 4-259 0,1-1-217 15,2 1-209-15,-1-1-47 0,2 1 374 0,1-3 503 16</inkml:trace>
  <inkml:trace contextRef="#ctx0" brushRef="#br2" timeOffset="-155884.8">22883 7267 21 0,'-3'11'538'0,"-1"-3"490"0,1 2 231 16,-2-4-72-16,3 0-332 0,0-3-335 0,0 3-208 15,2-5-109-15,4 0-61 0,-2-1-12 16,6-2 0-16,2-4-11 0,4-1-5 0,0-3-7 15,4-3-10-15,1-2-28 0,1-2-35 16,2-1-15-16,-1 2-12 0,1 0-70 0,-1-1-65 16,-5 3-139-16,-1 5-272 0,0-1-298 0,-3 2-346 15,-2 2-222-15,-1 2 3 0,-2 1 558 16</inkml:trace>
  <inkml:trace contextRef="#ctx0" brushRef="#br2" timeOffset="-154798.97">24919 6994 39 0,'-3'-6'564'0,"-2"0"482"0,0 2 235 0,-4 0 16 16,3 0-287-16,-2 1-318 0,1 2-198 15,-2-1-121-15,0 4-84 0,1 2-91 0,-5 2-78 16,5 3-48-16,0 5-26 0,-1 5-13 16,1 4-7-16,3 5-2 0,0 8-2 0,5 5 1 15,0 4-3-15,4 6-3 0,0 1-3 0,6 3-3 16,-1-1-3-16,2-4-4 0,3 0-1 16,3-6-3-16,0-8 0 0,0-6 0 0,4-5-2 15,-3-9 2-15,2-7 0 0,-1-6 1 0,1-11 2 16,-2-5 1-16,-1-10 0 0,-3-5 1 15,2-6 1-15,-3-5 4 0,-4-4 2 0,0-2 1 16,-4-2 4-16,-2 5 1 0,-3 0 0 0,-3 3-2 16,-2 1-3-16,-1 4-3 0,-5 2-3 0,0 2-4 15,-3 6-1-15,1 0-2 0,-2 6 1 16,0 4-1-16,0 3 0 0,0 5 0 0,1 3-1 16,-2 4-2-16,3 4-1 0,-1 4-2 15,5 3-11-15,-2 3-19 0,1 0-49 0,2 4-76 16,2 0-94-16,-2-1-170 0,4 6-295 0,-1-2-337 15,0-1-312-15,2 1-165 0,-1-2 171 16,1-1 652-16</inkml:trace>
  <inkml:trace contextRef="#ctx0" brushRef="#br2" timeOffset="-154584.65">24786 7426 500 0,'5'3'1021'16,"2"-1"231"-16,-3-1-86 0,2 0-292 0,2-1-400 16,2 0-223-16,1-2-93 0,3-1-47 15,1 0-27-15,2-3-21 0,2-2-13 0,-2 1-14 16,4-3-16-16,-4 0-9 0,4 0-7 0,-1-1-26 16,-2 2-44-16,1 0-138 0,-6 2-281 15,0-2-276-15,-1 2-280 0,-3 2-229 0,0-1 0 16,-1 3 508-16</inkml:trace>
  <inkml:trace contextRef="#ctx0" brushRef="#br2" timeOffset="-152230.95">20734 4855 287 0,'2'-1'564'0,"-1"1"285"0,1 0 128 0,0 0-161 16,-2 0-169-16,2 0-138 0,-2 0-87 15,0 0-54-15,2 0-49 0,-2 0-33 0,2 1-11 16,-2-1-12-16,0 2-24 0,0-2-37 16,0 0-37-16,0 0-36 0,0 2-35 0,-2-1-26 15,0-1-16-15,0 3-12 0,0-2-8 0,-1 2-4 16,0 0-4-16,-2 2-1 0,0-1-1 0,-2 2-3 15,3 1-3-15,-5 2 1 0,1-1-2 16,-2 5-1-16,-1-1 0 0,1 1 0 0,-1 0-1 16,-1 4-1-16,1-2-2 0,-2 3-1 15,0 0-1-15,1 1-1 0,-2 1-2 0,1 1 0 16,-1 1-1-16,1 2 0 0,-1-4-2 16,1 2-1-16,3-1 0 0,-2-1-1 0,3-3 0 15,0-3-1-15,0-1 1 0,3-1 0 0,-1-1 0 16,3-3-1-16,0-1 1 0,1-2 0 15,2 0-1-15,-4-3-1 0,4 0 0 0,-1-1-1 16,1 1-1-16,-1-1-4 0,0-1-8 0,2 0-14 16,-3 0-30-16,1-1-65 0,-1-2-72 15,-2 0-101-15,1-3-156 0,-2 0-240 0,1 0-308 16,2-2-240-16,-2 1-173 0,2-1 124 16,-1-1 517-16</inkml:trace>
  <inkml:trace contextRef="#ctx0" brushRef="#br2" timeOffset="-152010.7">20323 5167 31 0,'-7'3'534'16,"3"0"482"-16,-5 3 231 0,2-1-50 0,1 2-299 15,1 0-238-15,-1 4-170 0,3 0-108 0,0 3-67 16,-1 0-56-16,1 3-69 0,3 2-59 16,0-2-42-16,3 2-23 0,1-1-14 0,-1 3-9 15,3-4-10-15,0 0-7 0,1 0-7 0,-1 0-8 16,2-4-3-16,1 0-5 0,2-2-2 15,1-2-1-15,0-3-1 0,1-3-1 16,2-1-1-16,1-4 1 0,3-2-3 0,2-4-14 16,-2-3-40-16,3-1-82 0,1-4-104 0,-2 1-207 15,3-3-302-15,0 2-353 0,-1-2-356 0,-2 2-126 16,-1 3 328-16,2 3 728 0</inkml:trace>
  <inkml:trace contextRef="#ctx0" brushRef="#br2" timeOffset="-151051.41">26962 4472 272 0,'-1'-4'491'0,"-1"3"215"16,0-2 57-16,1 0-167 0,-1 3-127 16,2 0-72-16,2-2-44 0,-1 2-33 0,-1 0-31 15,0 2-35-15,2-2-39 0,0 3-34 16,-2-2-35-16,1 4-26 0,4-1-14 0,-1 1-8 16,1 2 17-16,3 0 28 0,-1 1 40 0,3 1 13 15,2 0 1-15,-3 4-5 0,5-2-30 0,1 1-34 16,-1 3-43-16,0-1-25 0,3 0-17 15,-2 2-17-15,2 0-2 0,-1 2-4 16,1-1 1-16,-1 2-2 0,1 0 0 0,-1-2-1 16,-2 3-5-16,4-1-3 0,-5 1-4 0,-1 1-1 15,1-2-1-15,-4 1-1 0,1 1-1 0,-1-3 0 16,-2 0-1-16,-1 0-1 0,-1-3 1 16,-2-1-2-16,0-1-1 0,0-3-2 0,-1 0 0 15,-2-2-5-15,0-6-33 0,-2 4-63 16,-1-3-61-16,-2-3-96 0,1-3-159 0,-4-3-263 15,0 1-300-15,-2-3-227 0,1 0-185 0,1-3 147 16,-5-1 527-16</inkml:trace>
  <inkml:trace contextRef="#ctx0" brushRef="#br2" timeOffset="-150760.98">27198 4823 373 0,'3'4'870'0,"-1"-2"319"0,-1 3 2 15,1-3-313-15,-1 2-298 0,4 3-162 16,-4 0-71-16,4 5-26 0,-2 1-25 0,4 4-29 16,-2 1-32-16,-1 3-51 0,5 1-56 0,-2 5-42 15,-1-1-26-15,2 0-14 0,3 2-10 16,-1-3-11-16,-1 1-8 0,2-5-5 0,0 0-5 16,2-5-4-16,1-4-1 0,-1-1 1 15,1-5-1-15,1-4 1 0,-2-3-1 0,4-4 1 16,-2-5-1-16,1-5 0 0,1-1 0 0,-2-5-2 15,2-2 1-15,-3-1 0 0,0 2-1 0,-1-3-1 16,0 5-4-16,-4-1-20 0,-1 1-55 16,0 2-72-16,-2 0-108 0,-1 2-192 0,-2 2-306 15,0 2-336-15,1 1-286 0,-3 4-150 16,1 3 311-16,0 4 659 0</inkml:trace>
  <inkml:trace contextRef="#ctx0" brushRef="#br2" timeOffset="-146699.95">21525 12943 289 0,'-4'4'527'16,"0"0"242"-16,0 1 140 0,0-2-194 16,2 2-137-16,-1-3-90 0,2 1-74 0,1-3-74 15,-2 1-70-15,0-1-65 0,2 0-47 0,0 0-23 16,0 2-7-16,0-2 0 0,2 1-1 0,-2-1 2 16,2 0-8-16,-2 2-13 0,1-2 20 15,1 2-2-15,-1-2-10 0,3 1-18 0,2 0-7 16,-2 1-5-16,1 1-31 0,2 0-18 15,-1 0-7-15,3 1-4 0,-1 0-4 0,0 1-5 16,3-2-1-16,-1 3-2 0,1-2-3 0,1 0 0 16,1 0 1-16,-2 0 1 0,3 1 1 15,-1-2-1-15,1 2 2 0,-3-2-1 0,3-2-2 16,-1 2-3-16,0 1-3 0,1-3-1 16,-1 0 1-16,-1 1-1 0,3-2 1 0,-1 2 1 15,-3-2 0-15,3 0 0 0,0-2-1 0,-1 2 1 16,3-2-1-16,-3 1 2 0,0 0 1 15,-1-1 0-15,1-1 1 0,1 0-1 0,-3 0-2 16,1 1-1-16,-1-3-1 0,-1 3-2 16,-1 0 0-16,1-1 2 0,0 2 0 0,-1-1 4 15,-1 2 2-15,0-2 0 0,-2 2 1 0,3 2-1 16,-1-2-1-16,0 3-3 0,-1-2-2 0,0 1 0 16,1 0-3-16,-3-1 0 0,2 0 0 15,1 4-2-15,-2-5 0 0,-2 2 0 0,3-2 0 16,-2 0 0-16,3 0 0 0,-2 0 0 15,0 0 1-15,0 0-1 0,1 0 0 0,-1 0 0 16,2 0-1-16,-2 0 1 0,1 0 0 0,-1 0 0 16,2 0 0-16,-2 0 0 0,0 0 1 15,1 0 0-15,-1-2-1 0,2 2 0 0,-2 0 0 16,-1 0 0-16,3 0 0 0,1-3 0 16,-2 3-2-16,2 0 1 0,-1 0 1 0,2 0 0 15,-1 0 1-15,1 3-2 0,1-3 1 0,-2 2 0 16,-1-2 0-16,3 3-2 0,-1 0 1 0,-2 0 1 15,-2 0-1-15,3 0 1 0,-2 0-1 16,-1-2 2-16,1 3-1 0,-3-3 1 16,1 0-1-16,-1 1 0 0,1-1 0 0,-1 1 1 15,-1-2-1-15,2 0 0 0,-2 0 0 0,3 0-1 16,-2 0 1-16,0 0-1 0,1 0 2 0,-1-2-1 16,1 2 0-16,0 0 1 0,1 0 0 15,-1 0 0-15,0 0-1 0,1 0 1 0,-1 0-1 16,0 0 0-16,1 0 1 0,0 0 0 0,-1 0-1 15,1-1 0-15,-1 1 0 0,3-2 1 16,-4 2-1-16,1-1 0 0,2 0 0 0,-2-1 0 16,2-1 0-16,-1 2 0 0,-1-3 1 15,0 3-1-15,0 0 0 0,0-3 1 0,1 3-1 16,-2-1 0-16,1 1 1 0,0-2-1 16,0 1 1-16,0 2-2 0,1-5 1 0,-2 3 0 15,0-2-1-15,1 0 0 0,-1 0 0 0,1-2 1 16,0-2-1-16,2 0 0 0,-2 1 2 0,2-1-1 15,-1-2 1-15,1 1 0 0,2-3 1 16,-1 1 0-16,0 0-1 0,3 0 0 0,-3-2 1 16,1 2-1-16,-1-1 1 0,5 0 0 15,-5 0-1-15,1 0 0 0,2 0 1 0,-1 0 0 16,-1-2-1-16,0 2 1 0,1-1-1 0,-2 0-1 16,1 0 1-16,-2-4-1 0,-1 3 1 15,1-1 0-15,-3-1 1 0,2 1 0 0,-2-2 1 16,-1-2-1-16,0-1-1 0,0-1-1 0,0 0 0 15,1-1 0-15,-3-2-2 0,1 1 2 16,-1-2 0-16,1 0-1 0,0 0 0 0,-2 1 0 16,0 0-2-16,0-1 1 0,0 4 1 15,-2-2-1-15,0 1 0 0,-1-1 1 0,2 1 1 16,1 1 1-16,-2-4 0 0,0 3 0 16,-1-1 1-16,2-4 0 0,-1 2-1 0,0 0 0 15,1-4 0-15,-1 2 0 0,2-3-1 0,0 1-1 16,0 3 1-16,0-4 0 0,0 4 0 15,0 2 0-15,-1-1 0 0,1 2 0 0,0 1 0 16,-2 2-1-16,0 1 0 0,2 1-1 0,0 0 0 16,0 1 0-16,0 0 0 0,0 2 1 15,4-1-1-15,-3-1 1 0,2-2 0 0,1-2-1 16,0 2 0-16,1-3 1 0,0 1 0 0,1-2 1 16,-1 2 0-16,0-2 1 0,-1-1 1 0,1 1 0 15,0 0-1-15,3-1 0 0,-4 1 0 16,1 1-1-16,0 0 0 0,-2 2 1 0,2 2 0 15,-2 0-1-15,2 2 1 0,-4 0-2 16,2 1 2-16,1 0 0 0,-1 0-1 0,2-2 0 16,-2 1 0-16,2-2 0 0,1-1 0 0,0-3-1 15,1 0 1-15,-3-1 0 0,4 0-1 16,0-1-1-16,-2 1-1 0,2-1 0 0,-1 3 1 16,-2 2-1-16,2-1 3 0,-4 4-1 15,2 0 1-15,-2 5 1 0,1 0 0 0,-3 2 0 16,1 2 0-16,-1 1-1 0,3 0-1 0,-4 0 1 15,1 2-2-15,2-2 0 0,-1 1 0 16,-1-1 0-16,2 4 0 0,1-5 0 0,-1-1 1 16,2 0 0-16,-1 0 1 0,0-1-1 0,2 0 0 15,-2 0 1-15,0 0 0 0,0 1 1 16,0 1 0-16,-3 1 0 0,3 0 0 0,-3 1 0 16,2 1-1-16,-3 1 1 0,3 1-1 15,-1-1 0-15,-2 2 0 0,1-1 0 0,-1 2-1 16,0 0 0-16,2-1-1 0,-2 1 0 0,0 0 2 15,0 0-2-15,0 0 2 0,0 0 0 16,0 0 0-16,0 0 0 0,0 0 0 0,0 0 1 16,0 0 0-16,0 1 0 0,0 1 0 0,1-1 5 15,-1 4 1-15,0-2 3 0,0 2 1 16,0 3-1-16,0-2 1 0,2 3-3 0,0-1-3 16,-2 1-2-16,0 1-1 0,1 1 0 0,-1 1 0 15,0 0 1-15,3 1 0 0,-3 0 0 16,2 1 0-16,0 0-1 0,-1 1 1 15,-1 1 0-15,4 0-1 0,-3 1 0 0,1 1 1 16,-1 0 0-16,4 1 2 0,-5 1 0 0,1 0 1 16,2 0 1-16,1 0-1 0,-3 0 0 0,3 1-2 15,-3-3 0-15,2 2-1 0,-1-1-1 16,1 0 0-16,0 1 0 0,-1 1 0 0,2-2-1 16,-2 4 2-16,-1-3-1 0,3 3-1 0,-3 0 0 15,1 0-1-15,0 2 0 0,-1-2 1 0,-1 0-1 16,2 1 1-16,-1 0 0 0,1 0 1 15,0 0-1-15,-1 0 2 0,-1 0 0 0,0 1-1 16,0-2 0-16,0 3-1 0,0-2 1 16,0-1-1-16,0 2 0 0,0-2 0 0,-1 2 0 15,-1-3 0-15,0 2-1 0,1 1 1 0,-1-3 0 16,2-1-1-16,-1 0 0 0,-1 1 0 16,0-2 0-16,2 0 0 0,-1 0 0 0,1-1 0 15,-2 1-1-15,2-1 0 0,-2 0 1 16,2 0-1-16,0-3-1 0,0 2 1 0,2 0-1 15,-2-4 1-15,2 3 0 0,-2-3 1 16,0 1 0-16,1 1 0 0,-1-3 1 0,2 1 0 16,-2 1 0-16,2-2 0 0,-2 1 1 0,0-1-1 15,1 0 0-15,-1 1-1 0,0 0 1 0,0-1 0 16,0 1-1-16,0 1 0 0,0-2 1 16,0 2-1-16,0 1 1 0,0-1 0 0,2-1-1 15,-2 0 1-15,1 1-1 0,-1-1 0 0,0 2 0 16,0-2 1-16,0 2-1 0,0-3 0 15,0 2 1-15,0-1-1 0,-1 1 0 0,1-4 0 16,-2 5 0-16,1-3 0 0,1-1 0 16,-2 2-1-16,0-2 1 0,1 0 0 0,-1 1 0 15,0-1 0-15,-1 0 0 0,2 1 0 0,-2-1 0 16,1-3 0-16,1 4 0 0,-1-3-1 16,1 1 0-16,-1-2 1 0,0 2-1 0,1-3 0 15,-1 1 0-15,1 2 0 0,-1-2 0 16,0-1 1-16,1 2-1 0,1-3 1 0,-2 2-1 15,2-1 1-15,-2 1-1 0,2-2 0 16,0 2 0-16,0-1 0 0,0 0 0 0,0 2 1 16,0-1-2-16,0-2 2 0,0 3-1 0,0-2 0 15,0 1 1-15,-1-1-1 0,1-1 0 0,0 0 0 16,0-1 1-16,0 0 0 0,0 1 0 16,0-3 1-16,1 1-1 0,-1-2 1 0,0 2-1 15,2-3 0-15,-2 2 0 0,2 0 0 16,-2-1 0-16,0 1 0 0,1-1 0 0,1 2-1 15,0-1 1-15,-2-1 0 0,1 2 1 0,1-3-1 16,-1 3 0-16,3 0 0 0,-3-3 0 0,2 3 0 16,-1 0 1-16,2-1-1 0,-2 0 1 15,-1 0-1-15,3 0 0 0,-3 0 0 16,1 0 0-16,1 0 0 0,-1 1-1 0,-1-2 1 16,3 1 0-16,-3-1-1 0,2 1 0 0,1 0 1 15,-2-2-1-15,1 3 1 0,1-2 0 0,1 1 0 16,-2 1 0-16,2-3 0 0,-1 2-1 15,2 1 0-15,1-2 1 0,-1 0-1 0,1 0 1 16,-1 0 0-16,3-1 0 0,-1-2 2 16,4 0 0-16,0 0 0 0,1-2-1 0,1 0 0 15,0 0 1-15,2-3-2 0,0 0-1 0,2 1 0 16,-1-4-1-16,1 2 1 0,-2 0-1 0,2-2-3 16,-4 4-5-16,0-2-16 0,-3 3-34 15,-3 2-82-15,-2 1-115 0,-3 1-224 0,-3 1-300 16,-1 1-370-16,-2 1-402 0,-5-1-134 0,3 0 433 15,-3 0 771-15</inkml:trace>
  <inkml:trace contextRef="#ctx0" brushRef="#br2" timeOffset="-146116.92">22941 13423 60 0,'5'-3'502'0,"-3"-1"426"16,-1-3 265-16,1 1-52 0,0 0-285 16,-1 0-157-16,1-1-138 0,-1 1-108 0,2 0-86 15,-1-1-62-15,-2 2-71 0,1 1-75 0,-1 0-48 16,0 2-29-16,2 0-16 0,-1 2-12 16,-1 0-8-16,0 0-6 0,2 4-5 0,0 2-4 15,-2 2-4-15,0 6-3 0,1 1-4 16,-1 4-6-16,0 1-3 0,0 4-4 0,0 1-3 15,-1 4-2-15,1-1-2 0,-2-2-3 0,2 2 1 16,-2-2-1-16,2-2 0 0,0-2 0 0,0-4-1 16,0 0-2-16,0-1-10 0,0-2-21 15,0-5-45-15,-3 1-79 0,2-4-139 0,-5 1-266 16,3-4-319-16,-2 0-389 0,1 1-373 16,0-2-51-16,-1 2 651 0</inkml:trace>
  <inkml:trace contextRef="#ctx0" brushRef="#br2" timeOffset="-145402.33">22411 14316 183 0,'2'-5'524'0,"-2"1"323"16,0 0 219-16,0 2-147 0,0-2-232 0,-2 2-166 15,2 0-115-15,0 0-95 0,2 1-83 0,0 0 0 16,-1-1 19-16,3 1-1 0,0-2-18 15,1 0-17-15,3 0-13 0,-2 0-56 0,2 0-51 16,0-2-26-16,1 3-14 0,1 0-11 16,0-1-9-16,0 3 0 0,-2-1 1 0,4 1-7 15,-4 1 1-15,2-1 0 0,-2 3 0 0,1 1-2 16,0 1-2-16,-1 1 3 0,-2 0-3 16,1 2-3-16,-3 2-1 0,1 3-4 0,-4-3-2 15,1 3-4-15,-2 2-2 0,-2-1-2 16,1 3-1-16,-4-1 0 0,2 3-1 0,-2-1 1 15,-3-1 0-15,3 2 1 0,-4 0 0 16,1 2 1-16,2-1-1 0,-1 0 0 0,-2 3-2 16,4-1 0-16,-1-1 0 0,1 1-1 0,0-3 0 15,2 1-1-15,2-2 0 0,1-1 0 0,0-2 0 16,0-1 0-16,1 0 0 0,1 0-1 16,1-4 0-16,0 2 0 0,2-1 0 0,0-3-2 15,0 1 2-15,2-1-2 0,0-1 2 0,-1-2-1 16,1 0-1-16,2-2 0 0,-1 0 0 15,1-3 0-15,-1 0-10 0,5 0-16 0,-5-4-54 16,1-1-76-16,0 0-112 0,0-3-205 16,-3 0-306-16,2-2-354 0,1 2-313 0,-1-3-133 15,0-3 342-15,1 1 701 0</inkml:trace>
  <inkml:trace contextRef="#ctx0" brushRef="#br2" timeOffset="-145019.58">22878 14431 463 0,'0'3'993'0,"-2"2"285"0,-1 1-16 0,3 4-255 15,0 1-313-15,2 4-212 0,-1 1-113 0,4 2-78 16,-2 1-64-16,5 5-63 0,2-2-57 16,-1 3-39-16,3 1-22 0,1-1-10 0,0-1-11 15,4-2-6-15,-2-2-8 0,0-3-4 0,2-4-2 16,0-4-1-16,-3-4 1 0,2-5 0 0,-3-2 1 15,1-8 0-15,-3-4 1 0,-2-2-1 16,1-6 4-16,-2-1 4 0,-4-6 3 0,1 0 4 16,-1-3 2-16,-3-1 4 0,-1-3-1 15,-1 0-1-15,-3-3-1 0,3 2 0 0,-6-1 0 16,1 1-1-16,-2 1-1 0,-1 7-1 16,1 2-1-16,-5 2-2 0,4 8-3 0,-3 2-1 15,0 4-6-15,-1 7-2 0,3 1-4 0,-3 6-2 16,1 5-2-16,3 4-2 0,-4 1 0 0,5 3-1 15,0 5-4-15,1-1-8 0,2 2-15 16,0 2-28-16,0-2-63 0,4 1-76 16,-3-2-106-16,1-1-168 0,3 1-295 0,0-3-325 15,0-1-250-15,2 0-156 0,-1 0 239 0,3-4 603 16</inkml:trace>
  <inkml:trace contextRef="#ctx0" brushRef="#br2" timeOffset="-144761.85">22923 14455 78 0,'-4'2'660'0,"-1"-1"514"16,1 0 220-16,0 4-84 0,1-5-354 15,2 2-355-15,1 0-192 0,0 1-105 0,1-2-87 16,2 0-73-16,5 0-54 0,1 2-29 0,3-6-16 15,2 2-14-15,3-1-6 0,1-3-6 16,3-2-8-16,4 1-5 0,-2 0-4 0,1-2-11 16,2-1-71-16,-3-2-98 0,-1 2-242 15,-2 1-279-15,-2 4-344 0,-2-1-446 0,-2 3-228 16,-2 2 341-16,-8 2 894 0</inkml:trace>
  <inkml:trace contextRef="#ctx0" brushRef="#br0" timeOffset="-138269.46">15603 8959 373 0,'-1'4'741'0,"-4"2"269"16,4-1 66-16,-2 1-277 0,1-1-259 0,0 3-160 15,1-2-102-15,-1 2-53 0,0 1-41 0,2 0-38 16,0 2-18-16,0 2-4 0,2-2 5 16,1 3 9-16,-1-3 8 0,1 5 15 0,0 0 0 15,3 0-11-15,-1 1-17 0,-2 1-22 0,2 2-20 16,2 2-26-16,-3 1-16 0,2 3-9 16,-1 0-8-16,1 4-4 0,-1 1-3 0,3 2 0 15,-2 3-1-15,1 2-3 0,-1 1-2 0,-1 1 0 16,0 2-3-16,-2 2-3 0,3-2-4 15,-3 1-3-15,0-1 0 0,1 0 3 0,-1 2 2 16,-2-1 1-16,1-1 1 0,0 1 1 16,-2 4-2-16,1-2-3 0,-1 3-3 0,0-1-1 15,0 1 2-15,-1 0 1 0,1 1 0 0,-2-1 1 16,0 1-1-16,1 1-1 0,-1-1-3 0,-1-2 0 16,-2 0 0-16,3-2-1 0,-2 1 1 15,-1-2 2-15,2-1 1 0,0-1 1 0,0 0 1 16,0 0 1-16,-2-1 0 0,-2 4-2 0,-2 2-2 15,1 2-3-15,-2 0-1 0,-2 1-2 16,-1 1 0-16,-1-2 1 0,3-1 0 0,-2 0 2 16,-1 0 1-16,1 0 0 0,1-1 2 0,-1 1 0 15,2-2-1-15,-1 3 0 0,2 1-1 0,-1-1-1 16,2 0-1-16,-3 0-1 0,4 1-1 16,-1 1-1-16,1-3 1 0,2-1 1 0,-1 1-1 15,1-4 2-15,2 3 0 0,-3-2 1 16,5 0-1-16,-1-1-1 0,2-1 0 0,-1-2 0 15,2 2-1-15,2 0-1 0,-1 0 0 16,-1-4 0-16,3 4 0 0,-1-3 0 0,0 2-1 16,-1-1 0-16,3 0 1 0,-4 0 0 0,3 0 1 15,1 1 1-15,-2 0 2 0,1 2-1 0,-2 0 0 16,3 1 1-16,-1 2-2 0,0-1-1 16,0 3 0-16,2-4-1 0,0 5 0 0,-1-1-1 15,1-2 0-15,2 0 0 0,-3-1-1 0,1-3 3 16,0 1 0-16,2-2 0 0,0 0 1 15,-1-2 1-15,1 3 0 0,0-1-1 0,1 0 0 16,0-1 0-16,0 2-1 0,2 1 1 0,-2-1-1 16,-2 0-2-16,4 1 1 0,-1-1-1 15,-3 1 1-15,2-1-2 0,0 1 0 0,1-1 1 16,-1 1 2-16,1-1 0 0,-3 2 0 16,3 1 2-16,-1-2 0 0,-1 2-1 0,-1-2 0 15,1 3 0-15,0-1 0 0,-1 2 2 0,-1 0 2 16,3 0 1-16,-2 0 1 0,1 2-1 0,-3-2 1 15,3 1-1-15,-2 1-2 0,1-1 1 16,-2 1 0-16,0 0 0 0,0 0 0 0,0 1 1 16,0 0 0-16,-2 2 0 0,1-2 1 15,2 1-1-15,-1-1-1 0,0 2 0 0,0-3-1 16,0 3 0-16,1-1 1 0,-1 0 0 0,2-2 0 16,-1-1 1-16,0 0-1 0,0-1 0 0,1 0-1 15,2-2-1-15,-4 3-1 0,1-3-1 16,2 2 0-16,-2 0 0 0,1-1-1 0,1 0 0 15,-2-2 0-15,0 4 2 0,2-3 2 0,-3 2 1 16,2 2 2-16,-1-1 2 0,2 2 1 0,-1 1 0 16,-1 3-1-16,2 0-1 0,0 2-2 0,-1 3-1 15,2 2-3-15,0 1-1 0,0 1 1 0,0 0-1 16,1 3 2-16,1-1 0 0,-2 0 0 16,0 1-2-16,0 1-1 0,1-3 0 0,0-1-1 15,0 0-1-15,-3-3 0 0,3-2 2 0,-2-1-1 16,-1-5-2-16,0 0 0 0,3-2-4 15,-2-2-5-15,1-4-10 0,0 2-14 0,1-2-17 0,-1-2-21 16,2 2-32-16,1 0-51 0,-2 2-57 0,2-1-60 16,2-1-98-16,0-1-154 0,2 1-273 0,1-7-247 15,3-3-213-15,-1-5-130 0,1-7 267 0,-5-5 543 16</inkml:trace>
  <inkml:trace contextRef="#ctx0" brushRef="#br1" timeOffset="-111649.28">16647 2532 250 0,'-5'-6'764'16,"2"0"393"-16,-3 0 76 0,-1 1-169 0,2-1-241 15,-2 3-220-15,1-1-144 0,-1 2-98 0,-1 2-68 16,2-3-78-16,-5 3-80 0,1 0-50 0,2 3-31 16,-2-1-16-16,1 2-11 0,1 3-6 0,-1 1-4 15,1 3-6-15,0 2 0 0,0 2-2 16,1 5 0-16,0 2-2 0,2 3 1 0,1 4-1 15,0 3 2-15,1 0 0 0,3 6 1 0,0-1 0 16,3 4-2-16,1 0 1 0,0-1-2 0,1 0-2 16,4-3-3-16,1-4 1 0,1 0 1 15,3-6-2-15,1-4 1 0,2-3-1 0,1-5 1 16,0-4 0-16,3-7-1 0,0-6 1 16,1-4 0-16,0-5 0 0,-2-5 2 0,1-5 7 15,-2-2 4-15,-2-4 4 0,-3-2 5 0,-1-1 6 16,-5 0 6-16,1 0 1 0,-4 3 1 0,-5-2-1 15,0 2-2-15,-5 1-4 0,-2 0-7 16,-3-1-6-16,-1 2-2 0,-5-1-4 0,0 2-1 16,-1 2-1-16,-1 1-7 0,0 1-4 0,-1 4 0 15,1-1 0-15,-1 7 0 0,3 1 0 0,-1 3 0 16,3 4 0-16,-2 2 0 0,3 2 0 0,3 4 0 16,-2 3 0-16,4 1 0 0,-1 5 0 0,4 1 0 15,2 1 0-15,1 3 0 0,2-2-1 16,2 2-24-16,1-1-14 0,2 4-20 0,3-4-40 15,-2 0-79-15,0 0-91 0,3-3-158 0,0 0-286 16,-3-1-340-16,5 0-352 0,0 0-185 0,0-1 163 16,-1-2 677-16</inkml:trace>
  <inkml:trace contextRef="#ctx0" brushRef="#br1" timeOffset="-111407.25">16941 2991 23 0,'7'0'571'0,"-4"1"510"16,1 2 216-16,-2 2-60 0,1 2-249 0,-2 2-315 16,1 1-202-16,0 0-114 0,-2 3-74 0,1 1-66 15,-1 2-80-15,0 1-61 0,2 1-32 16,-2 1-21-16,0 2-8 0,0-2-7 15,1 3-6-15,-1-1-5 0,0 0-43 0,-1-1-75 16,-1 0-114-16,-1-2-210 0,1 0-294 0,-1-4-365 16,0-1-342-16,-1-2-154 0,2-3 387 0,1-4 713 15</inkml:trace>
  <inkml:trace contextRef="#ctx0" brushRef="#br1" timeOffset="-110457.7">17300 2564 146 0,'1'-4'481'0,"-1"1"306"0,-1 0 227 15,1 0-87-15,-2 0-215 0,2 0-166 0,-1 0-82 16,1 2-32-16,-2-1-28 0,-1 2-48 0,3-1-47 16,-3 1-35-16,1-2-48 0,-1 2-56 15,2-1-50-15,-3 1-31 0,1 0-21 0,2 0-14 16,-3 0-9-16,0 1-9 0,0 1-5 0,-2-1-7 16,2 4-4-16,-1 1-5 0,-2 0-3 15,2 2-2-15,-2 3-2 0,1 4-1 0,-1 5-1 16,1 1 3-16,-1 5 1 0,-2 5 0 0,4 2 2 15,-3 6-2-15,3 2 0 0,1 0-5 0,-1 3 0 16,5-1-2-16,0-1 0 0,5-3 0 16,1-3 0-16,2-5-1 0,5-1-2 0,3-8-1 15,2-5-2-15,2-6 0 0,3-6 0 0,1-7 1 16,3-6 1-16,-3-6-1 0,3-5 2 16,-2-6 2-16,-2-2 1 0,-1-2 0 0,-2-3 0 15,-2-1 3-15,-3-1 0 0,-3 2-2 0,-4 1 1 16,-1-1 0-16,-4 2 2 0,-5-1 0 0,-1 2 0 15,-3-1 2-15,-2-2-1 0,-5 3 1 0,-1-2 1 16,-3 4 0-16,1 4 0 0,-5-1-1 16,-1 8 1-16,1 3-3 0,-2 5-1 0,-3 6-1 15,1 3-1-15,-2 6-2 0,3 5-1 0,-1 3-1 16,3 2-2-16,0 6-1 0,4-1-7 16,0 1-13-16,3 2-23 0,1 0-63 0,3-1-76 0,0 2-157 15,3-4-274-15,3 0-326 0,2 2-395 16,3-2-284-16,0 0-12 0,3-2 714 0</inkml:trace>
  <inkml:trace contextRef="#ctx0" brushRef="#br1" timeOffset="-109109.71">17863 2577 23 0,'-2'1'472'0,"1"0"451"0,-3 2 277 16,1-3-21-16,3-3-356 0,-1 3-231 0,1 0-147 15,0 0-89-15,0 0-56 0,1-1-41 16,1-2-41-16,3-1-43 0,-1-3-47 0,3 1-42 16,-1-1-30-16,5-2-11 0,-1 2-8 0,-1-4-8 15,4 4-7-15,-4-1-2 0,4 1-1 0,-4 1-9 16,-1-1-3-16,2 3 3 0,-3 1 3 0,2 0 6 16,-3 3 12-16,-1 0 7 0,1 3 0 0,-2 3-5 15,-2 2-4-15,-2 3-6 0,-2 2-11 16,1 3-7-16,-5 2-1 0,1 2 0 0,0 1-2 15,1 0-1-15,-1-2 0 0,0 0-1 0,-1 1 0 16,3-2 0-16,0-3-1 0,-1-1 0 0,3-1 0 16,-1-2 0-16,2-2-1 0,0 0 0 0,0-3 1 15,2 1-2-15,-1-1 1 0,4-1-1 16,0 2 6-16,2-5 3 0,2 5 2 0,0-3 1 16,3 3 1-16,0-2 0 0,1 0-6 0,2 1-4 15,-2 2-1-15,4-2 0 0,-2 1-1 0,0 2 1 16,-2 0 0-16,1-1 0 0,-3 1 1 15,-1 0 0-15,-1 0 1 0,-2 0 0 0,-3 1 1 16,0-1 1-16,-4 3 0 0,-2-2 0 0,-3 3 1 16,0-1 1-16,-3 1-1 0,-2-1 0 15,-2 0 2-15,-2 1 7 0,-2 0 3 0,-1-1 2 16,1 1 6-16,-3-3 2 0,2 1 1 0,-4-1-7 16,2-1-2-16,0-5-3 0,4 0-5 0,-2 0-2 15,2-3-3-15,2 0-2 0,1-2-2 16,2 0-1-16,4-1-2 0,-1-1-1 0,1 0-2 15,3-1 0-15,3-1-2 0,2-1-6 16,2 1-15-16,1-1-34 0,1 0-75 0,1 0-99 16,1 0-188-16,2 2-292 0,-2-2-349 0,2 1-377 15,2 2-195-15,-2 0 241 0,1 2 737 0</inkml:trace>
  <inkml:trace contextRef="#ctx0" brushRef="#br1" timeOffset="-107585.03">16416 3704 264 0,'-3'-2'542'0,"0"-4"225"15,-1 2 111-15,3 1-230 0,-1-1-229 0,1 3-88 16,-2-1-26-16,3 1-5 0,-2-1-3 15,2 0-21-15,0 2-28 0,2 0-41 0,-2 0-52 16,3 0-50-16,-3 0-36 0,1 2-22 0,1-2-1 16,1 2 36-16,2-1 14 0,1 2 8 0,7 0 45 15,0 3 39-15,4 1-1 0,0-1-32 16,5 4-19-16,4-3-4 0,-2 3-33 0,4-2-34 16,2 1-19-16,5 0-6 0,3-2 1 0,0-1-7 15,3-1-5-15,4-1-4 0,3-4 6 16,3 0-4-16,1-3-4 0,0 0-5 0,2-4-1 15,1 1-3-15,0-1-6 0,-1-3-1 0,0 2 0 16,1-1 1-16,2 0 2 0,0 0 2 16,0-1-1-16,0 1 0 0,3 2-2 0,-3 1-2 15,0 0-2-15,-2 0-4 0,-4 2-1 16,1 1-1-16,-2 0 0 0,-3 0 0 0,-2 1-1 16,-4 2 1-16,-1-1 1 0,-2 1 1 15,-4 0 0-15,0 1 1 0,-3-1-1 0,-2 2 0 16,-2 1-1-16,-5-1-1 0,0 0-1 0,-2 0 0 15,-3 1 0-15,-2-2 0 0,-4 0-1 0,-1 1 3 16,-1-2-2-16,-2 1 1 0,-3-1 1 16,-2-1 1-16,1-1-1 0,-1 0-2 0,-2-3-10 15,0 1-16-15,0-2-45 0,-2 0-75 0,-1-1-87 16,0-2-157-16,0 1-289 0,-4 0-326 16,2-1-313-16,1 0-189 0,-1 0 114 0,2-3 636 15</inkml:trace>
  <inkml:trace contextRef="#ctx0" brushRef="#br1" timeOffset="-107190.67">18519 2248 23 0,'0'-3'445'0,"2"0"425"16,-2 2 297-16,0-1 2 0,-2 2-353 15,2 0-253-15,0 0-151 0,-1 3-88 0,1 0-41 16,0 2-15-16,1 1-20 0,-1 1-30 0,2 4-34 15,-1-1-33-15,4 4-39 0,-4 2-38 0,4 3-21 16,0 5-9-16,1 2-6 0,-1 3-9 0,3 3-5 16,-2 1-2-16,1 7-1 0,-3-1-3 15,1 4-6-15,-2 4 4 0,-1 2-2 0,1 2 0 16,-6 2-3-16,3 0-1 0,-2 2 0 0,-1-5-6 16,2 0-2-16,-3-3-4 0,1 0-7 15,2-6-24-15,-4-1-59 0,1-6-70 0,-5-4-102 16,3-2-168-16,-1-4-303 0,-2-3-325 15,0-8-268-15,-1 0-173 0,2-7 223 0,-3-6 621 16</inkml:trace>
  <inkml:trace contextRef="#ctx0" brushRef="#br1" timeOffset="-106473.74">18054 2088 90 0,'-14'-3'459'0,"-3"1"330"16,-1 1 224-16,-1 1 12 0,2 0-279 0,-1 0-191 16,1 0-120-16,3 1-92 0,-5 1-43 0,3-2-61 15,-1 0-30-15,1 0-12 0,-2 0-7 0,2 0-15 16,-2 0-28-16,-1 0-28 0,-1 0-26 15,0 0-27-15,1 0-27 0,-2 0-13 0,-1 0-10 16,-3 0-5-16,0 1-4 0,-1-1-3 16,-4 3 5-16,-1-1 1 0,-4 2 3 0,0-1-7 0,1 1-2 15,-3 1-2-15,1 0-7 0,-1-1-3 0,-2 1-1 16,4 2 3-16,-1-1 3 0,1-1 3 16,0-2-1-16,0 0 2 0,4-2-1 0,-3-1 1 15,4-1-1-15,0-2 0 0,2-1 0 0,-1-2-1 16,4 1-1-16,0-3 0 0,1 1 1 0,3 1 0 15,1-2 1-15,1 2 0 0,2 2 0 16,0-1 1-16,0 0-2 0,-1 1-1 0,2 1 1 16,-2 2-3-16,0 0 1 0,-2 1-1 0,2 0 2 15,-6 0 0-15,3 1 2 0,-1 0 0 0,0 1 1 16,1 1-1-16,-1-1 1 0,2 2-1 0,0 0 0 16,0 1-1-16,0 0 1 0,2 1 0 15,1 2 0-15,1 1-1 0,0-1-1 0,3 1 0 16,-1 0 0-16,5-1 1 0,-1 2 0 0,1-3 1 15,4 2 0-15,-1-1 0 0,3 1-1 0,-2-2-2 16,1 3-1-16,1-2 0 0,3-1 2 16,-4 1-1-16,2 1 2 0,1 0 1 0,-1 0 1 15,1-1-1-15,-3 3 1 0,3-1 2 0,-1 2-3 16,1 0-1-16,-1 1 1 0,0 2 2 0,-1-2 0 16,3 4-2-16,0 1 2 0,0 3 1 0,0 0-2 15,0 5-1-15,0-1 2 0,2 4 0 16,-1 3 0-16,-1 4-1 0,0-1 1 0,-1 5-1 15,-1 3-1-15,0 2 0 0,1 4 6 0,-2-1-1 16,-2 4-2-16,1 0 1 0,-3 0-2 16,2 2-2-16,0-2-4 0,-2 1 0 0,2-1 3 15,0-2-1-15,0-2 1 0,1-1-1 0,0-5-33 16,3-2-67-16,-1-3-66 0,2-3-125 0,0-6-213 16,0-2-318-16,0-3-304 0,-1-3-222 15,-4-1-84-15,-1 0 425 0,-2-2 590 16</inkml:trace>
  <inkml:trace contextRef="#ctx0" brushRef="#br1" timeOffset="-76808.83">1260 11620 176 0,'0'0'483'0,"0"0"320"15,0 0 246-15,0 0-143 0,0 0-181 16,0 0-80-16,0 0-56 0,0 0-78 15,0 0-105-15,0 0-78 0,0 0-50 0,-5 2-58 16,5-2-61-16,-5 1-39 0,5-1-16 0,0 0-17 16,0 0-15-16,0 0-14 0,0 0-11 15,0 0-12-15,0 0-6 0,0 0-7 0,0 0-4 16,0 0-2-16,0 0-4 0,0 0 2 16,0 0 0-16,0 0 5 0,0 0 3 0,0 0 3 15,0 0 4-15,0 0 0 0,0 0 0 16,0 0 0-16,0 0-3 0,0 0-1 0,0 0-3 15,0 0-12-15,0 0-10 0,0 0 0 16,0 0 0-16,0 0 0 0,0 0 0 16,0 0 0-16,0 0 0 0,0 0 0 0,0 0 0 15,0 0 0-15,0 0 0 0,-8 0 0 0,8 0 0 16,0 0 0-16,0 0 0 0,-4 2 0 16,4-2 0-16,0 0 0 0,0 0 0 0,0 0 0 15,0 0 0-15,0 0 0 0,0 0 0 16,0 0 0-16,0 0 0 0,0 0 0 15,0 0 0-15,0 0 0 0,0 0 0 0,0 0 0 16,0 0 0-16,0 0 0 0,0 0 0 0,0 0 0 16,0 0 0-16,0 0 0 0,0 0 0 15,0 0 0-15,0 0 0 0,10 0 0 16,0 0 0-16,4 1 0 0,5-1 0 0,-3 0 0 16,6 2 0-16,0-2 0 0,0 1 0 0,1 1 0 15,2-2 0-15,-1 2 0 0,1-2 0 0,-4 1 0 16,2 0 0-16,-1 1 0 0,-4 0 0 0,-1-1 0 15,-1 2 0-15,-3 0 0 0,-2-1 0 0,-2 3 0 16,-3 1 0-16,-1 0 0 0,-3 5 0 0,-2 0 0 16,-7 5 0-16,-1 3 0 0,-6 4 0 0,-2 1 0 15,-4 3 0-15,-4 3 0 0,-1 2 0 0,-3 0 0 16,-1 3 0-16,-2-1 0 0,-4 2 0 0,-2 0 0 16,1-1 0-16,-2 2 0 0,3-3 0 15,2 0 0-15,4-4 0 0,4-4 0 0,3-6 0 16,6-3 0-16,4-3 0 0,2-3 0 15,4-2 0-15,4-1 0 0,5-2 0 0,4-2 0 16,4-2 0-16,6-1 0 0,4-4 0 16,4 1 0-16,2-4 0 0,3-2 0 0,3-1 0 15,-1-1 0-15,1-3 0 0,2 0 0 0,-2-1 0 16,0 1 0-16,-3 1 0 0,2-2 0 0,-4 3 0 16,-2 1 0-16,1 4 0 0,-2 0 0 0,-2 3 0 15,1 3 0-15,-5 0 0 0,0 2 0 0,-6-1-69 16,1 1-141-16,-3-1-109 0,-4-1-203 0,2-1-293 15,-3-4-359-15,1-1-357 0,-1-4-140 0,-1-3 382 16,-2-3 761-16</inkml:trace>
  <inkml:trace contextRef="#ctx0" brushRef="#br1" timeOffset="-76495.77">1931 11639 213 0,'7'-8'842'0,"-1"2"496"0,-1 0 135 0,-2 3-207 0,2-1-408 15,-4 1-297-15,1 3-166 0,-2-1-111 0,1 1-92 16,-1 1-66-16,-1 4-40 0,1 1-24 0,-2 3-12 16,-2 5-6-16,2 2 1 0,1 6 3 0,-1 3-1 15,-1 3-1-15,3 5-5 0,-3 1-5 0,3 4-5 16,0-1-6-16,3 1-2 0,-1-1-3 0,1 1-5 16,0-2-3-16,3-2-3 0,0 0-6 0,1-3-3 15,1-2 0-15,1-2 0 0,1-4 0 0,-1 1 0 16,4-5 0-16,-2-1 0 0,0-1 0 0,3-4 0 15,-1-3 0-15,2 0-3 0,0-5-3 16,2-2 2-16,1-4-1 0,2-4-3 0,-1-2-6 16,2-7-14-16,1-3-18 0,-2-2-28 0,1-3-73 15,-1-1-86-15,-1-4-162 0,-1-1-276 0,-1 0-329 16,-1 2-393-16,-2-1-233 0,-1 0 88 0,-1 2 723 16</inkml:trace>
  <inkml:trace contextRef="#ctx0" brushRef="#br1" timeOffset="-76245.76">1911 11723 245 0,'-20'8'1154'0,"5"1"536"0,1-2-173 0,3 2-345 16,3-6-459-16,3 2-327 0,2-2-199 0,3 0-98 16,2 0-44-16,2-1-21 0,6-1-5 0,1-1 1 15,5 0 1-15,4 0 1 0,0-1 0 0,3-2-3 16,2 0-4-16,-1 0 0 0,0-1-1 0,3-1-1 15,0-1-7-15,-1 2-3 0,0 2-2 0,-1-1-8 16,-4 1-11-16,-1 1-58 0,-3 1-65 16,-4 3-88-16,-5-2-165 0,0 3-212 0,-5 2-339 15,-3 0-265-15,-3 1-189 0,-3 0 95 0,-2-1 534 16</inkml:trace>
  <inkml:trace contextRef="#ctx0" brushRef="#br1" timeOffset="-76090.23">1974 11850 89 0,'-1'6'658'0,"-1"2"460"0,2-3 124 16,2 1-125-16,1 0-385 0,2 2-324 0,4-1-187 16,1 0-91-16,1 2-44 0,4-5-30 0,1 5-24 15,3-5-14-15,3 1-7 0,-1-4-8 0,4 1 0 16,2-4 1-16,3-2-1 0,0-1 2 16,2-1-10-16,1-2-25 0,0-3-123 0,-1 3-197 15,0-2-288-15,-2 0-275 0,-2 1-264 0,-1-1-127 16,-2 0 367-16,-4-1 524 0</inkml:trace>
  <inkml:trace contextRef="#ctx0" brushRef="#br1" timeOffset="-75645.78">2629 11691 347 0,'-3'15'927'16,"0"1"346"-16,-2 4 1 0,2 0-194 0,-1 5-314 16,3 0-263-16,-1 2-139 0,2 2-79 0,0-1-61 15,0 1-80-15,2-1-61 0,1-3-34 16,2 0-14-16,-2-3-10 0,2-4-7 0,0-2-3 15,-1-2-2-15,1-3 1 0,-2-2-8 0,0-4 0 16,-1 0 3-16,-2-3 3 0,1-4 4 0,-2-5-8 16,1-2-1-16,-2-6-5 0,-1-4-4 0,0-3-5 15,-2-1-1-15,1-7 4 0,-1 0 1 16,0-2 2-16,2-1 0 0,1-3 0 0,-1 1-1 16,3-1-1-16,0 3 1 0,3 0 0 0,-1 4 0 15,4-2 6-15,-1 6 3 0,4-1 0 16,-2 5 0-16,1 2 1 0,1 1 0 0,0 3-5 15,-1 3-5-15,2 3 1 0,1 1-1 0,-3 2 0 16,2 2 1-16,0 1 2 0,-2 3 0 0,0 1 1 16,0 3 2-16,1 0 1 0,0 1 4 15,-3 3 4-15,-1 1 7 0,0 2 8 0,-1 7 7 16,-2 0 1-16,-4 4-2 0,0 3-2 0,-5 5-3 16,-1 3-6-16,-2 5-2 0,-2 3 2 0,-1 1 2 15,-1-1 5-15,1 0-1 0,0-2-2 16,1-2-4-16,2-4-6 0,2-3-4 0,2-5-9 15,0-5-5-15,3-1-4 0,1-6-1 0,4-2-6 16,1-5-13-16,3-5-21 0,3-5-67 0,-1-8-78 16,4-4-156-16,0-8-276 0,3-1-327 0,3-5-395 15,0-2-263-15,2-1 13 0,2-3 701 0</inkml:trace>
  <inkml:trace contextRef="#ctx0" brushRef="#br1" timeOffset="-75361.1">3098 11698 113 0,'12'23'833'0,"-3"7"736"15,2 4 65-15,-3 5-299 0,0 6-440 0,0 2-352 16,1 2-200-16,-1 2-142 0,2-3-73 16,2-3-44-16,1-4-33 0,4-8-22 0,-1-4-14 15,3-10-9-15,0-6-3 0,3-7-3 0,0-9 0 16,0-5 0-16,-4-9-2 0,2-6-1 0,-5-7-2 16,-1-5 1-16,-3-2-1 0,-4-4 2 0,-4-1 1 15,-3-2 4-15,-5 0 2 0,-2 1 6 16,-2 1 9-16,-5 6 11 0,-1 0 8 0,-2 6 9 15,1 5 2-15,-4 5-3 0,1 4-8 0,1 8-9 16,-2 5-10-16,1 4-7 0,0 7-7 0,3 3-3 16,2 8-3-16,1 0-1 0,4 3-2 15,1 4-7-15,3 1-14 0,2 1-25 0,1 0-59 16,1-1-84-16,2-1-164 0,2 0-276 0,4-2-330 16,1 1-404-16,1-1-303 0,1-2 41 0,-1 0 749 15</inkml:trace>
  <inkml:trace contextRef="#ctx0" brushRef="#br1" timeOffset="-74961.02">3848 12208 42 0,'5'-11'849'0,"-2"4"811"15,-3-2 36-15,2 6-349 0,-2 0-414 0,0 3-391 16,-2 2-248-16,0 1-131 0,-1 1-64 0,0 5-36 16,1 4-26-16,-1 1-16 0,0 6-8 15,0 2-5-15,-2 5-4 0,2 0-3 0,0 3-1 16,1 5-3-16,1-1-12 0,-1 3-38 0,0-2-80 16,2-2-123-16,2 0-252 0,0-4-307 15,3-5-382-15,2-3-395 0,4-5-96 0,-1-7 549 16</inkml:trace>
  <inkml:trace contextRef="#ctx0" brushRef="#br1" timeOffset="-74378.67">4713 11612 89 0,'-7'-4'695'0,"-1"-1"621"0,-4 1 240 16,1 1-181-16,-3-1-415 0,1-1-362 0,-3 2-176 16,0-1-134-16,-1 0-96 0,-2 3-60 0,0 1-39 15,-1 1-26-15,0 3-20 0,0-1-13 16,2 3-9-16,-2 2-8 0,1 2-4 0,3 2-5 16,1 2-8-16,2 0-6 0,0 1-2 0,7 1-2 15,1 3-1-15,2 0-2 0,4 2 4 16,4 0 2-16,3 0 6 0,3-2 3 0,4 3 1 15,3-5 2-15,4-1-1 0,4-1 1 0,4-3-4 16,3-3-1-16,5-2 0 0,0-2 0 16,3-3 2-16,0 1 1 0,0-2 2 0,1-1-1 15,-2 0-1-15,-3 1-1 0,-6 0 1 16,-1 2-1-16,-4 4 0 0,-7 0 0 0,-4 6 2 16,-5 1 0-16,-7 3 0 0,-4 4 0 0,-7 4 0 15,-6 0-1-15,-4 6-1 0,-6 0 1 16,-4 3-2-16,-2 0 0 0,-3 3-1 0,-4-1 1 15,2-2-1-15,-1 0-1 0,0-5 0 16,6-4-3-16,3-4-8 0,3-5-18 0,4-5-36 16,5-4-75-16,3-6-85 0,5-3-160 0,4-6-287 15,5-2-333-15,4-3-353 0,2-3-203 0,6-1 83 16,2-2 667-16</inkml:trace>
  <inkml:trace contextRef="#ctx0" brushRef="#br1" timeOffset="-73912.52">4983 12030 114 0,'3'-9'867'15,"-1"3"738"-15,1 1 32 0,0 3-322 16,-1 2-447-16,-2 2-347 0,3 4-205 15,-1 4-136-15,-1 4-64 0,4 4-36 0,-2 2-23 16,2 2-17-16,1 2-11 0,-1 2-8 0,1-1-8 16,3 1-5-16,1-2-4 0,-2-3-4 0,4-1-1 15,1-4-1-15,1-4-2 0,-1-3-2 16,2-4-2-16,0-7-5 0,-2-2-6 0,1-7-9 16,-3-2-11-16,3-4-7 0,-4-4-12 0,1-3-7 15,-2-3 0-15,1-3 5 0,-2-1 10 16,0 1 8-16,1 1 13 0,-1 1 11 0,0 3 6 15,1 3 4-15,-4 4 2 0,2 4 4 0,-1 5 4 16,-1 3 6-16,4 6 13 0,-4 4 8 16,1 6 7-16,-1 3 3 0,0 7 0 0,1 2 1 15,-1 5-8-15,-1 5-5 0,-2 1-2 0,1 4-1 16,-3 2-1-16,0 5 0 0,0 2-1 16,0 3-4-16,-3 5-2 0,1 0-3 0,-2-2-5 15,-2 0-3-15,-1-3-4 0,1 0-1 16,-2-5-2-16,0-6-4 0,0-8-13 0,0-4-44 15,0-8-73-15,-3-8-90 0,2-6-166 0,-1-6-297 16,1-9-335-16,4-4-320 0,0-7-186 16,1-7 159-16,2-5 653 0</inkml:trace>
  <inkml:trace contextRef="#ctx0" brushRef="#br1" timeOffset="-73559.66">5693 11494 63 0,'0'-16'637'0,"-2"0"559"16,-1 3 306-16,0 0-78 0,-1-1-404 16,-1 2-347-16,-2 0-198 0,1 3-127 15,1 1-106-15,-1-1-78 0,-2 4-48 0,0 2-35 16,0 3-24-16,-3 1-17 0,0 6-14 0,0 5-9 15,-3 5-6-15,1 4 1 0,-1 6 2 0,3 5 2 16,0 4 2-16,0 5 0 0,3 2-3 0,1 4-9 16,4 3-6-16,0 1 0 0,1-2 0 15,4 0 0-15,1-3 0 0,2-2 0 0,3-5-1 16,0-1-4-16,3-6-1 0,0-3-1 0,0-6-4 16,3-1-8-16,-2-5-11 0,3-4-13 15,-2-4-21-15,1-2-39 0,-1-4-76 0,1-3-82 16,-1-4-151-16,-1-2-261 0,2-5-331 0,-1 0-335 15,1-5-180-15,-1-2 68 0,1-2 621 16</inkml:trace>
  <inkml:trace contextRef="#ctx0" brushRef="#br1" timeOffset="-73244.74">5930 11798 122 0,'3'7'904'0,"0"2"722"0,-1 3 1 15,0 7-321-15,1 2-444 0,0 4-338 0,2 4-214 16,1 1-129-16,3 3-66 0,1-1-39 15,3 0-29-15,-1-2-19 0,3-5-14 0,2-5-8 16,-3-5-5-16,4-4-3 0,-2-6-5 0,-1-6-4 16,0-10-6-16,-1-2-4 0,-3-4-3 0,-2-7 1 15,-4-5 3-15,0-3 5 0,-4-3 5 16,-2 2 6-16,-4-2 5 0,0-1 3 0,-4-1 5 16,-2 1 8-16,-2 1 6 0,-1 1 7 15,-1 4 3-15,0 2 4 0,-4 6-4 0,3 4-4 16,-4 8-8-16,0 2-7 0,1 8-6 0,1 5-4 15,2 7-4-15,2 4-1 0,2 6-1 16,4 6-1-16,2 3-2 0,2 4-7 0,2 1-17 16,2 1-36-16,3 1-76 0,0-1-84 15,0-4-169-15,0-1-287 0,2-4-332 0,0-4-347 16,3-5-197-16,1-4 111 0,-1-8 684 0</inkml:trace>
  <inkml:trace contextRef="#ctx0" brushRef="#br1" timeOffset="-72862.38">6406 11470 549 0,'-3'-12'1526'16,"-2"1"262"-16,-1 4-315 0,-3 1-375 0,1 3-467 15,-2 2-270-15,-1 2-156 0,0 1-76 16,0 2-39-16,-2 4-26 0,2 0-19 0,0 3-12 15,0 1-9-15,3 1-6 0,2 1-5 0,0 0-6 16,2 2-3-16,4-2-3 0,2 1-2 0,2-1 0 16,1-1-2-16,3-1 1 0,2-1-2 15,4 2 1-15,-1-3 0 0,2 1 1 16,1 1 0-16,3 0-2 0,-3 1-4 0,3 2-4 16,0 1-5-16,-3 0-1 0,-1 1-2 0,0 2 3 15,-4 2 4-15,-2 1 6 0,-2 2 4 16,-4 2 3-16,-2-1 2 0,-1 3 3 0,-3 1 4 15,0-2 4-15,-3 0 1 0,-2 1 1 0,0-2-1 16,-2 0-2-16,2-3-3 0,-4 0-3 16,4-3-3-16,-2-1-3 0,1-2 0 0,3-3-3 15,-1-3-9-15,1 1-21 0,0-7-47 0,1-1-83 16,0-2-154-16,2 0-271 0,2-2-330 16,1 0-402-16,0 0-380 0,1-4 9 0,4 4 742 15</inkml:trace>
  <inkml:trace contextRef="#ctx0" brushRef="#br1" timeOffset="-72511.48">7062 12052 61 0,'4'4'827'0,"0"2"792"0,-4 5 50 15,0 5-322-15,-3 1-413 0,2 8-379 0,-1 2-230 16,-1 4-137-16,1 3-66 0,-1 5-41 15,1 3-31-15,-1 5-22 0,0 0-12 0,1 2-10 16,-1-1-5-16,3-2-17 0,0-3-44 16,0-4-84-16,2-1-160 0,-2-5-265 0,1-3-327 15,-1-4-410-15,2-4-387 0,1-4 1 0,0-5 775 16</inkml:trace>
  <inkml:trace contextRef="#ctx0" brushRef="#br1" timeOffset="-71823.96">7959 11739 125 0,'-2'-14'824'0,"1"3"665"15,-4 0 111-15,0 3-268 0,-3 4-443 16,-3 0-345-16,-2 4-188 0,-1 4-126 0,-3 3-81 15,1 5-45-15,-1 4-30 0,-2 5-23 0,1 4-17 16,1 4-13-16,1 3-6 0,2 4-8 16,4 2-2-16,2 1-4 0,4-1-2 0,4 0-1 15,3-4 0-15,3-3-2 0,2-6 0 16,5-5 0-16,1-5 1 0,2-6 0 0,3-6 1 16,-2-9 1-16,2-6 2 0,0-5 1 0,0-9 0 15,0-3 0-15,-2-6 1 0,-2-2 0 16,-4-2-1-16,1 1 1 0,-4 2 1 0,-3 3 0 15,-2 4 2-15,-3 4 2 0,0 4 4 0,0 4 2 16,-3 5 1-16,0 4-2 0,1 2-1 16,-2 4-3-16,0 5-6 0,1 5-2 0,0 3-1 15,3 6-2-15,0 4 0 0,0 4-1 0,3 4-1 16,2 1 0-16,1 3 0 0,1 0-2 16,4-2-1-16,-2 1-8 0,2-2-14 0,3-2-32 15,-1-5-76-15,1-2-92 0,2-5-160 0,0-4-289 16,0-1-336-16,1-4-374 0,2-6-194 15,2-1 137-15,2-5 669 0</inkml:trace>
  <inkml:trace contextRef="#ctx0" brushRef="#br1" timeOffset="-70946.48">8590 11962 139 0,'1'8'730'16,"1"5"431"-16,-2 2 76 0,-2 3-140 0,1 5-402 15,-1 2-289-15,0 2-132 0,2 4-62 0,-1 1-34 16,1 4-24-16,-2 1-28 0,2-2-42 0,0 3-37 16,2-4-25-16,-1-2-35 0,1 0-47 15,0-4-42-15,-1-6-81 0,2-4-130 0,-1-3-189 16,1-5-283-16,-1-4-243 0,1-4-211 15,-3-6 47-15,0-7 397 0</inkml:trace>
  <inkml:trace contextRef="#ctx0" brushRef="#br1" timeOffset="-70486.73">8814 11173 526 0,'5'-22'1040'0,"-2"5"255"0,0 1 11 16,-3 2-233-16,0 3-350 0,0 1-221 16,0 3-120-16,0 0-75 0,-3 2-81 0,3 3-84 0,-1 1-50 15,-1 2-32-15,0 5-20 0,-1 4-15 16,2 9-13-16,-3 5-6 0,3 8-4 0,-2 9-3 16,1 6 2-16,0 9 0 0,-1 11 1 15,3 6 0-15,2 10 0 0,-1 4 1 16,3 3-4-16,0-3-2 0,4-6-2 0,3-7-1 15,2-12 1-15,3-10 0 0,0-9 3 16,2-11 0-16,-3-7 1 0,2-12 2 0,-1-7 1 16,0-7-1-16,-3-8 2 0,1-8 1 0,-3-7 0 15,-3-6 0-15,1-5 1 0,-1-5-1 0,-5 0 0 16,-1-2-1-16,-2-1 0 0,-3 3 1 16,-2 3 0-16,-4 1-1 0,-1 3 2 0,0 3 1 15,-4 4 3-15,2 4 1 0,0 3 2 0,-2 8-1 16,0 3-1-16,2 5-4 0,-1 8-3 0,0 5-2 15,2 7-3-15,3 3-1 0,0 8 0 16,2 0-5-16,3 2-8 0,3 0-15 0,0 0-30 16,3-1-55-16,3-1-72 0,-1-2-85 15,1-2-154-15,-1 0-262 0,3-5-306 0,3-2-259 16,-1 1-185-16,2-8 83 0,1-3 576 0</inkml:trace>
  <inkml:trace contextRef="#ctx0" brushRef="#br1" timeOffset="-70096.49">9576 11622 590 0,'-1'-8'1404'16,"-4"1"293"-16,0 1-241 0,-3 1-387 0,2 1-424 15,-2-1-236-15,0 2-160 0,0 2-83 0,0-1-50 16,0 1-33-16,2 1-22 0,-2 0-16 16,0 3-12-16,2 1-10 0,-1 2-6 0,0 2-7 15,-1 7-4-15,1 3-2 0,1 4-1 16,0 4 0-16,-2 4-2 0,5 3-1 0,0 1 1 15,1 1-2-15,2 2 0 0,3-2 0 0,1-1-1 16,3-1 0-16,1-3-1 0,3-4 1 16,3-2-1-16,1-5 0 0,2-1-1 0,1-5 0 15,2-5-1-15,2-3-2 0,0-4-8 16,2-4-16-16,-2-2-30 0,-1-3-80 0,-1-3-110 16,-1-1-195-16,-4 0-295 0,-2-1-362 0,0-1-414 15,-3 1-165-15,-1-2 323 0,-4 5 749 0</inkml:trace>
  <inkml:trace contextRef="#ctx0" brushRef="#br1" timeOffset="-69813.73">9300 12193 215 0,'-4'-2'819'0,"1"2"402"0,1 4 37 0,-1-2-165 16,2 7-364-16,-2 1-242 0,3 2-120 0,3 4-69 15,-2 2-48-15,1 4-50 0,-1 3-59 16,3 2-58-16,-1 1-41 0,3 4-22 0,-1 0-19 16,0 2-57-16,1 0-69 0,0 1-100 15,-1-2-181-15,0-2-301 0,1-4-330 0,2-2-281 16,0-6-156-16,-2-1 257 0,1-9 641 0</inkml:trace>
  <inkml:trace contextRef="#ctx0" brushRef="#br1" timeOffset="-69603.72">9970 12009 63 0,'6'6'909'0,"-1"5"760"16,-3 2-32-16,-1 5-353 0,-1 3-408 16,-1 3-375-16,1 1-249 0,-2 4-120 15,2-1-55-15,0 4-28 0,0-1-25 0,0 3-43 16,2 0-83-16,-4-2-102 0,0 2-194 0,1-3-289 16,-1-2-345-16,-1-2-376 0,1-5-181 15,2-3 258-15,-1-1 724 0</inkml:trace>
  <inkml:trace contextRef="#ctx0" brushRef="#br1" timeOffset="-68792.42">10676 11371 514 0,'9'-7'1042'0,"-3"2"252"15,-1 2-57-15,-2 3-229 0,3 0-311 0,-3 1-207 16,-1 3-120-16,-1 2-73 0,-1 1-57 16,-1 3-76-16,-1 1-62 0,-1 3-35 0,-3 2-19 15,1 4-11-15,-1 1-10 0,-2 4-7 0,-5 2-8 16,2 3-3-16,-3 3-3 0,-2-2-2 16,-3 3 0-16,2-2 0 0,-4 0-1 0,2-3 0 15,0-4 0-15,-1-2-1 0,2-5 0 0,1-3-1 16,1-4-2-16,0-5-2 0,5-2 0 15,-1-4-2-15,2-4-1 0,5-2 1 0,0-4 0 16,4-2-1-16,2-1 2 0,4-2 0 16,0-2 1-16,5 0 0 0,2 1-1 0,1 1 1 15,6 2-1-15,-2 1 0 0,5 3 1 0,0 1 0 16,2 5 3-16,0 2 1 0,1 3 2 16,-1 2 1-16,1 4 0 0,2 2 1 0,-3 4-2 15,1-1 0-15,-3 3 0 0,3-2-2 0,-4 5 0 16,1 0-1-16,-3-3 0 0,0 1-7 0,-3-2-32 15,0 1-79-15,-2-3-107 0,-3-1-212 16,0-1-296-16,-5-3-361 0,-1 2-394 16,-2-5-159-16,-1-3 354 0,-2-2 769 0</inkml:trace>
  <inkml:trace contextRef="#ctx0" brushRef="#br1" timeOffset="-68592.82">11026 11841 430 0,'8'17'965'0,"-3"1"270"0,1 7-54 16,0 0-285-16,-1 5-321 0,3 3-211 0,-3 3-100 16,3 5-50-16,-2 1-32 0,2 3-33 15,-2 3-46-15,2-1-42 0,0 3-76 0,-2-1-60 16,2-3-94-16,-3-5-161 0,1-3-250 16,-3-7-312-16,1-3-250 0,0-7-199 0,-2-7 133 15,1-4 528-15</inkml:trace>
  <inkml:trace contextRef="#ctx0" brushRef="#br1" timeOffset="-67947.45">11288 11559 510 0,'5'-1'1002'16,"0"5"242"-16,1 5-59 0,-1 4-253 0,0 6-272 15,3 6-179-15,-2 2-100 0,2 5-70 0,-1 3-52 16,0 5-71-16,1 3-74 0,0 3-52 16,0 4-30-16,0 2-14 0,0 3-7 0,-2-1-5 15,2-2-5-15,0-2 0 0,-2-6-12 0,-1-8-29 16,0-6-37-16,-4-10-44 0,1-6-45 16,-2-12-46-16,0-9-27 0,-2-7 6 0,-1-10 30 15,0-7 49-15,-2-10 53 0,2-5 43 0,-5-10 25 16,2-5 18-16,-2-10 3 0,-2-5 2 0,0-6 2 15,1-3 13-15,1 0 25 0,2-2 46 16,3 2 54-16,0 8 51 0,3 3 32 0,0 9 12 16,3 6-16-16,0 7-36 0,0 7-41 15,2 5-40-15,0 5-31 0,1 3-24 0,1 3-10 16,0 4-6-16,1 2-2 0,-1 5-2 0,-1 3-1 16,2 3 3-16,-2 3 0 0,-1 2 4 15,1 2 6-15,-1 5 5 0,0 3 6 0,2 3-1 16,-5 5 1-16,1 2-5 0,-1 6-4 15,-2 4-2-15,0 4-3 0,-2 5-2 0,-1 3-6 16,-2 2 1-16,-1 3-1 0,3 0-3 16,-2 3-4-16,2-3-3 0,0-1-1 0,1-3-4 0,1-5-4 15,2-3-1-15,1-7-2 0,3-4 0 16,1-2 0-16,2-8 1 0,1-3-2 0,1-4-2 16,2-3-5-16,1-3-8 0,0-2-9 15,4-1-10-15,-2 0-13 0,3 2-11 0,-2 1-13 16,3 3-9-16,-2 1-5 0,-2 6 6 0,2 0 9 15,-4 4 17-15,-1 3 23 0,-2 4 28 0,-2 1 35 16,-2 3 26-16,-4 2 19 0,-2 3 12 16,-3 3 5-16,-4 1 0 0,-1 4-18 0,-4 0-13 15,1 2-14-15,-4-1-11 0,-2-1-11 16,3-2-9-16,-4 0-5 0,4-3-6 0,0-5-3 16,1-1-8-16,3-5-14 0,1-2-37 0,1-1-81 15,-1-6-102-15,4-2-194 0,2 0-297 16,0-2-349-16,3-3-370 0,0 0-152 0,3-3 289 15,2 0 719-15</inkml:trace>
  <inkml:trace contextRef="#ctx0" brushRef="#br1" timeOffset="-67762.04">11816 11847 313 0,'5'25'1187'0,"-1"4"452"0,-1 4-158 15,-2 1-305-15,1 4-485 0,0 2-284 0,-1 3-187 16,2-1-90-16,-1-2-54 0,0-2-67 16,0 0-97-16,-2-7-147 0,-4-3-275 0,2-6-296 15,-1-5-376-15,0-4-378 0,0-5-74 16,-2-5 605-16</inkml:trace>
  <inkml:trace contextRef="#ctx0" brushRef="#br1" timeOffset="-67009.76">12319 11301 360 0,'-3'-2'914'0,"-2"-1"348"16,2 1 52-16,-3 2-201 0,3 0-336 16,2 3-254-16,-1-1-144 0,2 2-88 0,2 2-76 0,-1 3-71 15,7 1-53-15,1 2-20 0,3 3-10 16,3 2-2-16,4 2-3 0,3 4-5 0,5 0-1 16,3 6-6-16,3-1-4 0,4 4-7 15,1 2-7-15,3 3-5 0,0 5-6 0,-3 2-7 16,3 3-3-16,-3 2-2 0,-3 3-3 15,-4 0 0-15,-2 0-2 0,-6 0 2 0,-5-2 2 16,-2-2 9-16,-7-2 8 0,-2-5 11 16,-6-4 6-16,-2-3 3 0,-6-7 2 0,-4-6-6 15,-4-6-8-15,-2-7-7 0,-5-8-13 0,-1-6-7 16,-1-11 0-16,-5-3 0 0,1-10 0 16,-2-5 0-16,1-11 0 0,1-5 0 0,1-7 0 15,2-6 0-15,7-4 0 0,1-1 0 0,7 0 0 16,3 2 0-16,7 3 0 0,4 6 0 0,1 3-4 15,6 7-21-15,3 2-21 0,2 6-49 16,1 4-82-16,3 4-165 0,0 4-271 0,1 2-329 16,0 4-414-16,-3 2-370 0,0 3 8 15,1 4 802-15</inkml:trace>
  <inkml:trace contextRef="#ctx0" brushRef="#br1" timeOffset="-54542.13">3141 13298 254 0,'-1'7'488'15,"-3"-3"182"-15,1 2 89 0,0-1-272 16,1 1-221-16,-2 1-119 0,1-1-48 0,1 3-7 15,2-1 10-15,0 2 11 0,0 2 8 0,0 0-2 16,2 0-18-16,4 5-26 0,0-2 15 0,4 3 9 16,5 1 7-16,3 1 38 0,7 3 54 15,2 0 19-15,6-1-29 0,2 3-20 0,5-3-19 16,2 0-34-16,3-2-53 0,2-2-25 0,2-3-15 16,2-3-14-16,1-3-3 0,0-4 0 0,0-4 2 15,0-4 2-15,1-3 2 0,-1-3 2 16,-2-4-1-16,1-2 0 0,-2-6-4 0,-3 1-2 15,-2-3-2-15,-3 0 1 0,-6-3-4 16,-3 2 1-16,-5 1 2 0,-5 1-2 0,-4 1 0 16,-3 3 2-16,-6 4 0 0,-1 1-4 0,-5 0-18 15,-6 2-29-15,-3 4-58 0,-4 1-66 16,-3 0-67-16,-2 3-60 0,-3 0-40 0,-2 2-12 16,1 1 43-16,1 0 63 0,1 0 72 0,1 1 59 15,2 0 50-15,3 1 40 0,3-1 23 16,-1-1 16-16,4 0 4 0,2 0-4 0,1 0-6 15,2 0-8-15,0-1-7 0,2-1-6 16,1 0 40-16,5-2 31 0,1 0 16 0,4 0 55 16,1-1 33-16,4-1 13 0,0 4 19 0,2-3 18 15,0 4 40-15,2 0-10 0,-1 2-19 16,1 0-16-16,-2 4-46 0,1-3-24 0,0 5-38 16,-3 3-27-16,0-2-13 0,-2 4-6 15,-2 0-4-15,-3 0-18 0,-3 2-12 0,-2-3-10 16,-4 3-3-16,-2 1-2 0,-2 0-3 0,-4 3-9 15,-4-3-27-15,-4 2-74 0,-5-1-129 16,-6-1-183-16,-2 2-293 0,-5-1-268 0,-4-3-211 16,-5 1 57-16,0-5 387 0</inkml:trace>
  <inkml:trace contextRef="#ctx0" brushRef="#br1" timeOffset="-54213.98">3456 13249 75 0,'-13'-4'510'0,"-4"-2"367"15,-2 1 199-15,-2-1-33 0,-4 1-407 0,3 1-221 16,-2 0-121-16,-3 1-73 0,0 0-44 15,2 3-15-15,0 0-15 0,1 3-33 0,3 3-29 16,1 1-21-16,4 4-20 0,-1 4-13 0,4 0-14 16,2 8-11-16,3 0-2 0,5 4-4 15,1 0 0-15,5 2-4 0,4 3 4 0,4-1 0 16,2 0-1-16,5-2-2 0,0-2 2 0,7-2-4 16,4-2-15-16,2-4-26 0,1-4-64 0,3-3-112 15,0-3-191-15,-1-1-292 0,4-4-258 16,-3 0-221-16,-2-4 19 0,2-2 357 0</inkml:trace>
  <inkml:trace contextRef="#ctx0" brushRef="#br1" timeOffset="-53277.9">6648 13116 40 0,'-5'17'405'16,"0"-3"268"-16,-4 1 170 0,1 0 25 16,3-1-368-16,2 3-248 0,0-2-127 0,6 3-67 15,2 0-33-15,5 4-19 0,5-1-6 16,3 1-6-16,7 2-1 0,5 0 2 0,5 0 1 16,7-1 4-16,1-2 3 0,6-2 23 0,2-2 11 15,1-2 11-15,3-4 9 0,-1-3 5 0,0-3-18 16,1-5-30-16,-1-5-14 0,-2-3-13 15,0-5-8-15,-3-5-6 0,-3-5 13 0,-3-2-30 16,-7-5-72-16,-3-3-119 0,-6-1-285 16,-8-1-202-16,-3-1-109 0,-6 2 68 0,-7 2 235 15</inkml:trace>
  <inkml:trace contextRef="#ctx0" brushRef="#br1" timeOffset="-53027.91">7535 12848 195 0,'14'4'691'0,"-4"-3"333"16,2 2 76-16,-2 0-133 0,2 3-440 0,1-1-270 15,0-1-129-15,4 0-64 0,-2 0-31 16,2-3-17-16,2 0-7 0,0-1-4 0,1-1-3 16,1-1 1-16,-2-3-2 0,3 0 0 0,-4 0-1 15,-1 1 3-15,-3 1-2 0,0 0 1 16,-4 2 2-16,1-1 2 0,-5 4 3 0,-3 1-3 15,-1 1-11-15,-4 4-32 0,-3 3-50 16,-4 2-66-16,-4 1-86 0,-1 3-112 0,-5 3-185 0,-3 1-230 16,-3 2-122-16,-1-1 28 0,-5-1 198 15,-4-1 271-15</inkml:trace>
  <inkml:trace contextRef="#ctx0" brushRef="#br1" timeOffset="-52728.77">6969 13012 127 0,'-14'6'375'0,"-5"3"173"16,-2 3 120-16,-1 2-147 0,0 2-222 0,0 5-116 15,4 3-22-15,-2 3-5 0,4 2-7 16,0 3-4-16,5 0-8 0,2 4-22 0,4 0-41 16,5-1-38-16,2 1-15 0,5-4-11 0,5-1-8 15,2-6 1-15,6-6-19 0,2-1-52 16,5-6-73-16,5-7-90 0,1-2-279 0,2-4-187 16,3-5-62-16,0-1 98 0,4-3 207 0</inkml:trace>
  <inkml:trace contextRef="#ctx0" brushRef="#br1" timeOffset="-52080.69">8134 13073 18 0,'13'10'345'0,"-4"0"229"15,1 2 171-15,4 3 57 0,0 2-343 0,5 1-245 16,0 1-121-16,3 2-69 0,2 2-31 0,1-2-19 16,1-2-11-16,2 1 19 0,1-4 7 15,1-1 11-15,0-3 4 0,0-3-1 0,0-5 27 16,3-4 15-16,-3-4 4 0,2-5 2 16,-2-4-3-16,2-4 1 0,-4-4-39 0,-1-4-55 15,-2-2-75-15,-1-2-125 0,-5-4-254 0,0 4-166 16,-5-3-51-16,-2 2 102 0,-2-1 200 0</inkml:trace>
  <inkml:trace contextRef="#ctx0" brushRef="#br1" timeOffset="-51830.08">8898 12843 7 0,'6'5'314'15,"-1"0"217"-15,-2 0 165 0,-1-1 44 0,2 0-290 16,-2 1-209-16,-2 1-106 0,3 0-42 15,0 0-13-15,2 0-12 0,0 1-2 0,1 0-6 16,2 0-9-16,2-1-12 0,-1 0-14 0,2 0-5 16,0-1-2-16,0-3 2 0,2 2-1 15,-2-2-3-15,-3 0-1 0,3 1-4 0,-5-2 1 16,-1 2-1-16,0 0 2 0,-5 2 2 0,0 0 1 16,-5 1-24-16,-3 3-47 0,-3 3-83 15,-5 4-133-15,-3 4-275 0,-3 2-177 0,-6 4-55 16,-4 1 110-16,-6 3 227 0</inkml:trace>
  <inkml:trace contextRef="#ctx0" brushRef="#br1" timeOffset="-51547.94">8259 13209 334 0,'11'5'569'0,"-1"-3"181"16,-2 1 62-16,-2 0-314 0,2 2-259 16,-2 1-133-16,-1 1-66 0,1 2-30 0,-1 3-15 15,0 2-10-15,1 1 18 0,2 0 8 0,0 2-5 16,4 2-4-16,1-1 21 0,4 0 11 15,1 0 6-15,7 1-14 0,0-6-50 0,4 1-103 16,1-3-310-16,5-4-203 0,1-4-111 16,1-4 28-16,1-5 192 0</inkml:trace>
  <inkml:trace contextRef="#ctx0" brushRef="#br1" timeOffset="-47931.23">7796 10953 95 0,'5'4'384'0,"-2"-1"287"16,-1 1 244-16,0-3-60 0,0 0-136 16,-2 1-128-16,2-2-102 0,-1 0-99 0,-1 0-62 15,0 0-53-15,0 0-43 0,0-2-15 0,0 0 0 16,0-3-8-16,0-1-26 0,0 0-22 15,-1-2-27-15,-1 0-33 0,2-6-33 0,0 2-22 16,0-4-15-16,0-3-12 0,-2 0-8 16,2-2-6-16,0 0-3 0,0-4-3 0,0 3 1 15,-2 0 0-15,0 1 2 0,0 1 2 0,1 2-1 16,-1 3 1-16,-1 2 0 0,0 1 0 0,0 2-2 16,-1 0-1-16,-1 2-1 0,2 4-14 15,-3 0-43-15,0 2-66 0,1 2-62 0,-1 2-107 16,-1 0-165-16,-2 3-257 0,4 0-272 15,-3 2-211-15,3 0-165 0,-2-1 205 0,2 2 508 16</inkml:trace>
  <inkml:trace contextRef="#ctx0" brushRef="#br1" timeOffset="-47714.92">7696 10618 133 0,'3'-12'483'0,"2"0"281"0,-3-1 181 16,1 0-54-16,0-2-244 0,3 2-155 0,-3-1-101 15,2 3-63-15,-1-1-59 0,0 2-65 16,1-1-65-16,0 0-51 0,2 2-29 16,-2 0-22-16,2 2-15 0,-1-1-13 0,-1 4-3 15,1-2-1-15,-1 4 1 0,-2 1 4 0,2 2-1 16,-2 4 5-16,0 4-4 0,0 2 1 0,-1 5-8 16,-2 4-20-16,0 0-52 0,-3 3-140 15,1-2-239-15,-1 2-280 0,0-1-278 16,0-5-239-16,-1 1 8 0,1-4 467 0</inkml:trace>
  <inkml:trace contextRef="#ctx0" brushRef="#br1" timeOffset="-41165.93">828 11219 53 0,'0'0'307'0,"0"0"169"0,0 0 136 16,-3-4-48-16,1 1-200 0,2 3-112 15,-5-3-34-15,5 3 5 0,0 0 19 0,0 0 21 16,0 0 3-16,0 0-10 0,0 0-26 0,0 0-33 15,0 0-43-15,0 0-35 0,0 0-35 16,0 0-29-16,0 0-22 0,0 0-17 16,2 6-7-16,-1 1-7 0,1 5-4 0,0 5 1 15,-1 1 20-15,1 5 7 0,1 3 7 16,-3 2-11-16,2 4-6 0,-2 4-4 0,-2 1-20 16,1 8-7-16,-3 0-11 0,-1 3 12 15,1 2 7-15,-4 2 1 0,-1 3 1 0,-1 2 20 16,1 4 5-16,-1-2 8 0,-1 2-10 15,-1 0-7-15,0 0-2 0,-2-1-22 16,3 1-6-16,1-5-10 0,0-2 20 0,3 0 18 16,4-4 8-16,1-1 18 0,4-2 21 0,1-6 32 15,4 0 1-15,5-4 2 0,1-4-5 16,4-2-18-16,2-4-15 0,5-2-25 0,3-4-12 16,3 0-8-16,5-7-4 0,0 1-2 15,5-5-1-15,2-2-2 0,2-3-1 16,2-1-4-16,1-3 6 0,4-1 1 0,1-1 1 0,0-3 2 15,0 3-19-15,0-3-52 0,-4 1-135 16,1 0-174-16,-2 0-289 0,-1 1-275 0,-1 0-222 16,-3 2 2-16,-6-1 380 0</inkml:trace>
  <inkml:trace contextRef="#ctx0" brushRef="#br1" timeOffset="-40099.54">4346 12141 168 0,'3'-4'471'0,"-1"1"228"0,-4 2 116 16,2 1-165-16,-3 0-269 0,1 4-168 16,1 0-75-16,-1 3-17 0,-1 3-3 0,1 1 12 15,-1 3 5-15,-2 2 2 0,1 1-10 16,-2 6-16-16,1-3-6 0,0 4 14 0,0 2 11 15,0-2 4-15,1 1-4 0,-1 1-12 0,2-2-16 16,1 1-33-16,2 0-29 0,0-2-14 16,2 2-10-16,3-2 1 0,1 3 4 0,0-4 2 15,2 3 5-15,0-2-3 0,3-1 0 0,0 1-10 16,2 1-3-16,1-2-8 0,1 1-4 16,0-3-1-16,1-2-7 0,3 2 0 0,1-1-4 15,0-1 1-15,2-2-3 0,1-1-1 0,1 1-1 16,3-6 16-16,3 1 8 0,3-4 8 15,2-1 7-15,1-5 10 0,4-1 1 0,1-2-12 16,6-6-7-16,-2-1-3 0,5-2-2 16,2-3-3-16,-2 1 0 0,0-2 0 0,-1-1-6 15,0 2-4-15,0-3-8 0,-1 3-26 16,-3 0-40-16,-5 1-81 0,1-2-109 0,-2 1-143 16,-4 2-252-16,0 0-243 0,0 0-157 0,-2 2 63 15,-3-5 298-15,0 5 336 0</inkml:trace>
  <inkml:trace contextRef="#ctx0" brushRef="#br1" timeOffset="-34183.6">1049 10984 320 0,'2'-6'710'16,"-2"6"307"-16,0 0 88 0,0 0-258 15,3-6-284-15,-3 6-142 0,0 0-81 0,0 0-28 16,0 0-2-16,0 0-19 0,0 0-23 0,0 0-44 15,0 0-46-15,0 0-50 0,0 0-52 16,0 0-31-16,0 0-24 0,0 0-11 16,0 0-6-16,2-1 0 0,-2 1-3 0,9-2 5 15,-3 4 7-15,4-1 6 0,0 2 3 16,2 2 10-16,3 1 5 0,2 1 6 0,-1 3 1 16,6 3 1-16,1 0 4 0,1 4-1 0,0 1 2 15,4 2-2-15,4 5-1 0,1-2-3 0,8 3-4 16,0 1-2-16,8 2-4 0,2 0 3 0,4 1 1 15,4 4 3-15,1-1-1 0,2-1-6 0,1 4-1 16,3-1-1-16,2 3-2 0,5 2-6 0,0 3-4 16,2 1-12-16,0 4-8 0,1 2 0 0,1 1 0 15,-2 1 0-15,-3 1 0 0,-2 1 0 16,-2-4 0-16,-3 0 0 0,-2 0 0 0,-1-4 0 16,-2 0 0-16,-2-3 0 0,-3-1 0 0,-1-2 0 15,-3-2 0-15,-1-1 0 0,-2-4 0 0,-5-2 0 16,-4 0 0-16,0-3 0 0,-4-3 0 15,-5-3 0-15,-1-2 0 0,-5-2 0 0,-2-2 0 16,-4-3 0-16,-3-2 0 0,-1-1 0 0,-3-3 0 16,-3 0 0-16,-3-3 0 0,-2-1 0 0,0 0 0 15,-6-2 0-15,2-1 0 0,-4-1 0 16,0 1 0-16,-1-3 0 0,-1 2 0 0,2-1 0 16,-4-1 0-16,3 2 0 0,1-1 0 0,0 1 0 15,-1-1-49-15,-2 0-16 0,3 1-20 0,-3 0-46 16,0-2-64-16,-1 0-67 0,-2 0-103 15,0-1-159-15,-5-1-255 0,3 0-262 0,-4 2-211 16,1-3-152-16,-3 0 209 0,-1 0 531 0</inkml:trace>
  <inkml:trace contextRef="#ctx0" brushRef="#br1" timeOffset="-33165.91">1035 12846 82 0,'-6'9'500'0,"-2"0"334"15,3-3 174-15,0 0-20 0,2 0-318 16,3-6-211-16,0 0-113 0,-3 2-43 0,1 3 5 15,2-5 13-15,0 0-18 0,0 0-34 16,-4 2-29-16,4-2-32 0,-5 4-44 16,2 1-47-16,3-5-33 0,-3 3-22 0,3-3-15 15,0 0-10-15,0 0-10 0,0 0-6 0,0 0-7 16,0 0-5-16,0 0-5 0,0 0-3 16,0 0-1-16,0 0-1 0,0 0-2 0,0 0 2 15,5 3 0-15,-1 0 1 0,5-3 5 16,1 0 7-16,3-1 4 0,4-4 3 0,2 0 11 15,5-4 3-15,3-3 6 0,3-1 7 16,3-5-3-16,2-1 6 0,4-6-4 0,2-2-1 16,8-3-5-16,2-3-6 0,6-1 2 0,3-7-3 15,5-1-1-15,0-5 6 0,4 1-2 0,2-4-4 16,-1-4 0-16,0-3 2 0,5 0-2 0,-2 0-9 16,3-5-22-16,0-1 0 0,1-2 0 0,1-1 0 15,-1 1 0-15,-2-2 0 0,0 1 0 16,-3 3 0-16,-1 0 0 0,-3 5 0 0,0 1 0 15,-4 3 0-15,0 2 0 0,-1 7 0 0,-5-1 0 16,1 4 0-16,-5 5 0 0,0 0 0 0,-4 5 0 16,-4 2 0-16,0 1 0 0,-5 2 0 15,-1 2 0-15,-3 2 0 0,-3-1 0 0,-3 3 0 16,-2 0 0-16,-5 2 0 0,-1 0 0 0,-2 2 0 16,-5 2 0-16,-1-1 0 0,-2 6 0 0,-2-2 0 15,-3 3 0-15,-2 3 0 0,-1 0 0 0,0 4 0 16,-2-3 0-16,0 3 0 0,-1 2 0 15,-1-5 0-15,-1 5 0 0,2-1 0 0,-2 1 0 16,-2-1 0-16,2 1 0 0,0 0 0 0,-1 0 0 16,1 0 0-16,-2 0 0 0,2 0 0 0,0 0 0 15,0 0 0-15,0 0 0 0,0 0 0 16,0 0 0-16,0 0 0 0,0 0 0 0,0 0 0 16,0 0 0-16,0 0 0 0,0 0 0 0,0 0 0 15,0 0 0-15,0 0 0 0,0 0 0 0,0 0 0 16,0 0 0-16,0 0 0 0,0 0 0 0,0 0 0 15,0 0 0-15,0 0 0 0,0 0 0 16,0 0 0-16,0 0 0 0,0 0 0 0,0 0 0 16,0 0 0-16,0 0 0 0,0 0 0 0,0 0 0 15,0 0 0-15,0 0 0 0,0 0 0 0,-3 0 0 16,3 0 0-16,0 0 0 0,0 0 0 0,-1 0 0 16,1 0 0-16,-2 0 0 0,0 0 0 15,1 0 0-15,-1 0 0 0,-1 1 0 0,0-1 0 16,0 1 0-16,-1 1 0 0,1 1 0 0,2-3 0 15,-1 2-55-15,-1-2-219 0,3 5-202 0,0-4-297 16,3 0-368-16,0 0-435 0,0 2-204 16,1 3 348-16,-1 1 838 0</inkml:trace>
  <inkml:trace contextRef="#ctx0" brushRef="#br1" timeOffset="-1536.81">7609 10151 75 0,'4'-2'578'0,"-1"2"426"16,0-2 178-16,-1 1-90 0,0-1-387 0,0 1-336 15,-2-1-162-15,2 2-98 0,-1 0-59 0,1-1-26 16,-1 1-15-16,1-2-6 0,1 2 10 16,2-3 14-16,3 2 13 0,4-5 10 0,1 2 12 15,4-4 3-15,4-1 3 0,3 1-7 16,4-4-5-16,4 1-7 0,3 1-4 0,6-2 2 15,1 1-10-15,3-2-8 0,5 1-2 0,2 1 1 16,4 1-4-16,1 1-10 0,3 0-1 16,3 2 2-16,2 1-3 0,0 2-4 0,1 0 32 15,1 3 54-15,-1-1 20 0,2 2 11 16,1 2 1-16,-1-2-3 0,2 0-32 0,3 1-42 16,3-1-19-16,0 0-16 0,1 0-6 15,2-1-3-15,0-1-5 0,2 1 2 0,-2-2 2 0,1 3 2 16,1-2 1-16,1 2 0 0,2 0 0 15,-3 0 0-15,3 2 13 0,-2-2 7 0,-3 4 3 16,2 0 5-16,-3 1-1 0,0 0 2 16,1 1-16-16,-3 0-7 0,4 1-5 0,-2-1-2 15,1-1-2-15,-1-1-3 0,-1-1 0 0,2 0-1 16,-3 0 1-16,0-3 0 0,1 0-1 0,0-1 1 16,0-1 2-16,2-2 0 0,3 0-3 15,0-1 2-15,-1-1 0 0,3-2-2 0,-1 1-2 16,-2-2 3-16,3 0 1 0,-2 1 1 15,1-3 0-15,0 3 2 0,1-1 1 0,1 0-3 16,-4 0-1-16,0 0-2 0,-5 2-1 0,-1-1 1 16,-2 3 0-16,-3-2 0 0,-1 3 0 15,-4 0 1-15,-2 2 1 0,-1 2-1 0,-4 0 0 16,1 2 0-16,-5 0-1 0,-2 0 1 16,-2 2-1-16,-3-2-1 0,-2 3-1 0,-4-3 0 15,-2 1 0-15,-5 0 0 0,1-2 1 0,-4 3 0 16,-5-4-1-16,-2 4 2 0,-4-2 2 0,-2 0-1 15,-3 2 1-15,-2-3 2 0,-2 0 0 16,-5 1 5-16,2-1 5 0,-3 1 5 0,-2-2 5 16,2 0 6-16,-4 1 2 0,2-1-1 0,-3 2-2 15,2-2-4-15,-2 0-3 0,2 0-4 16,-2 0-4-16,1 0-2 0,-1 0-2 0,0 0-1 16,0 0-2-16,0 0-1 0,0 0 0 0,0 0-1 15,0 1-1-15,0 1 0 0,0-1 0 16,0 2 1-16,0 2-1 0,0-2 1 0,0 3-1 15,0 0-1-15,0 2-1 0,0 3 1 16,2 0-1-16,0 2 0 0,-1 4 2 0,-1 2-1 16,3 3 2-16,1 3 1 0,0 1-1 0,1 6 0 15,-1 1 0-15,1 1 0 0,0 4-1 0,0 3 0 16,0-1-1-16,2 3 1 0,-2 1-1 16,-2 0 0-16,2 1 1 0,-2 1 2 0,1 2-1 15,-1 0 1-15,0 3 1 0,-3 2 0 16,2 1-2-16,-2 1-1 0,-2 2 0 0,2-1-3 15,0 0 0-15,-2-3 0 0,-1 2-1 16,0-1 0-16,-2-3 2 0,2 2 2 0,-2-2 2 16,0 2 0-16,-2-1 3 0,2-1 0 0,-1 2-1 15,-1-1 0-15,2 1-2 0,-1-3 0 0,3 3-1 16,-2-2-1-16,1-1 0 0,-1 4-1 16,1-2 2-16,0 1 1 0,-1 0 0 0,1 3 0 15,-1 1-1-15,1 0 1 0,0 1-2 16,0-2-1-16,1 1-1 0,0 1 0 0,0-4-1 15,3-1 0-15,0 0-2 0,0-6 0 0,3 0 1 16,-3-1-1-16,3-7 0 0,-1-1 2 16,1-5-1-16,-1-1 1 0,1-7 0 0,-2-3 1 15,3 1-1-15,-3-8-1 0,3 0 2 16,-3-1 0-16,1-4-1 0,-1 0 0 0,-1 1 1 0,2-3 0 16,-2 1-1-16,0-1 1 0,0 0-1 15,0 1 0-15,-2 0 0 0,2 0 1 0,-3 0 0 16,2-1 1-16,-3 3 1 0,1-4 0 15,1 0 0-15,-1 2 0 0,0-1 0 16,0 0 0-16,-2 0-1 0,2-2 0 0,0 3 0 16,2-4-1-16,-3 3-1 0,1 2 0 0,-2 0-1 15,2 4 0-15,-2 2 1 0,2 1 0 0,-1 1 0 16,0 1 2-16,1 1-2 0,0-1 0 16,0 2-1-16,-2 0 0 0,2-1 1 0,0 0 0 15,-2-4-1-15,2-1 1 0,0-2 0 16,-2-1-1-16,0 0 0 0,-1-1 0 0,-1-3 1 15,0 0 1-15,-1-2 0 0,-2-1 1 0,-1-2 0 16,2-2 0-16,-3 1 0 0,-3-4-1 16,2 2 0-16,-1-3 0 0,-2 0 0 0,1-3 1 15,-2 2-1-15,0-2 1 0,0 0 0 16,-4-1-1-16,2 3 0 0,-2 1 0 0,-1-1 0 16,1 2-1-16,-5-3 0 0,4 4 0 0,-3 1-1 15,-2 1-1-15,0 1 0 0,-3 3 0 0,2-2-1 16,-6 3 1-16,1 0-1 0,-2 2 2 15,0 0-1-15,-3 1 2 0,-1 0 1 0,-1 0 0 16,-1 1 0-16,-1 3-1 0,-1-1 0 16,-3-2-1-16,2 2 0 0,-2 2 0 0,-1-1-2 15,-1-1 2-15,4 3-2 0,-2-2 1 0,0 1 0 16,0 1-1-16,0-1 3 0,2-3 0 0,-2 3 0 16,3-3 2-16,-2-1 0 0,0 2 0 15,0-3 0-15,0 2-1 0,0-3-1 0,0 0 1 16,-2 0-2-16,1-1 0 0,-1-1 0 15,-1 0-1-15,2-2 0 0,0 1-1 0,-1 0 1 16,1-3-2-16,0 3 1 0,0-4 0 0,1 4 2 16,0-5-1-16,-2 2 2 0,1-2 0 0,2 0 1 15,-1 0 0-15,3 0-1 0,-2-2 0 16,1 2 0-16,-1-3 0 0,2 0-1 16,0 0 0-16,-1-1-1 0,3-1 1 0,-1-1-1 15,2 0 0-15,3 0-2 0,-1-1 1 0,2 0-1 16,0-1-1-16,1 0 2 0,0 1 0 0,3-1 1 15,-2-1 2-15,3 1 0 0,1 0 1 16,-1 0 0-16,0-1-1 0,1 1-1 0,1-2 1 16,1 1 0-16,2 0-1 0,-2 1 1 15,2 0 1-15,-1-1 0 0,1 1-2 0,2 1 1 16,-3 0 0-16,3-3-1 0,-1 3 0 0,0 0 1 16,0 0-1-16,-1 1 0 0,2 0 0 0,0-1 0 15,-2 1 0-15,1 0 0 0,2-1 0 16,-2 1 0-16,2 0-1 0,-1-2 0 0,-1 0 0 15,0 0-1-15,2 1 1 0,-2 0 0 16,-1-2 0-16,1 1 1 0,0 0 1 0,-2-4 1 16,0 4-1-16,0-3 1 0,-1 0 0 0,-2 1 0 15,2-2 0-15,-1 1 0 0,-1-3 0 16,-1 0 0-16,0 0-1 0,0 1 0 0,0 0 0 16,-2 0-1-16,-1 0 0 0,0 2 0 0,0-1 0 15,-2 4 0-15,2-1-1 0,0 1 0 16,-2 1-1-16,3 0 0 0,-1 1 0 0,2-1 0 15,-1 1 0-15,0 1 1 0,2 1 1 16,0 1 0-16,0-2 1 0,2 3 0 0,-1-2 1 16,1 3 0-16,1-2 0 0,0 3 0 0,3-1 0 15,-1-1-1-15,0 2 1 0,0 0-2 0,2 0 1 16,-1 0-1-16,-1 0 0 0,2 0 0 16,-1 2 0-16,0-1 0 0,0-1 1 0,-1 2-1 15,0-1 0-15,0 0 0 0,1-1-1 16,-2 4 0-16,3-4 0 0,-1 1 0 0,2 0-1 15,-2-1 1-15,4 0 0 0,-1 2 0 0,2-2 0 16,-1 0 0-16,2 0 0 0,-1 0 0 16,2 0 1-16,1 0-1 0,0 0 0 0,2 2 1 15,-2-2-1-15,3 0 0 0,2 0 1 0,-3 0 0 16,5 0 0-16,-1 0 0 0,1 0 0 16,-1-2 0-16,2 2 1 0,-1 0 0 0,1-2 0 15,0 1 0-15,-2 0 0 0,1-1 0 0,0-1-1 16,-1 2 1-16,-1-2-1 0,0 0 1 15,1 0-1-15,0 0 1 0,0-1-1 0,-1 0 1 16,0 1-2-16,1-1 2 0,1 0-1 16,-2-2-1-16,1 1 1 0,1-1-1 0,-2-2 1 15,1-1-1-15,-1 1 0 0,-1-2 1 0,0 0 0 16,0 1 0-16,-1-1 0 0,0-3 0 16,-2 1 0-16,0 1 0 0,-2 1 0 0,3 0 0 15,-2 1 1-15,0 0-1 0,0 1 1 16,0 2-1-16,1-1 0 0,0 1 0 0,1 1 0 15,1 0 0-15,1 1-1 0,1 0 0 0,1-1 0 16,-2 0-1-16,1 0 0 0,-2-1 1 0,2 0-2 16,-2-2 2-16,1-1-1 0,-1-3 1 15,-1 0 0-15,1-1 1 0,0-2 0 0,-2-2 1 16,0 0-1-16,3 1 1 0,-1-2-1 0,1 1 1 16,0-3-1-16,3 0-1 0,-2 1 1 15,1-2-2-15,2 0 2 0,2-2-2 0,-3 1 2 16,2-1-1-16,1-1 1 0,0-1 0 15,-2-2 0-15,2 0-1 0,1-1 1 0,-2-4-1 16,3 2-1-16,-2-2 1 0,1-1-1 0,0-1 0 16,3 1 0-16,-1-2 1 0,2 1 0 15,-1-1 1-15,2 1 1 0,0 1 0 0,0-2 0 16,2 2 1-16,-1-2-1 0,1 4 0 0,-1-2 0 16,1 2-1-16,1 0 1 0,0-1 0 0,-1 0-1 15,2 0 0-15,-4 1 0 0,2 0-1 16,-2 1 0-16,2-1 0 0,-2-1-1 0,1 1 2 15,-1 5-2-15,0-2 1 0,2 2 0 16,-1 2-1-16,-1-1 2 0,0 3-1 0,2 0 1 16,0 2 0-16,-1-2 1 0,-1 2 1 0,2-2-1 15,-2 0 1-15,1 0-1 0,-1-2 0 0,0-1 1 16,-1-1-2-16,1-1 1 0,-2 0 0 16,1-1 0-16,-1-1 0 0,0 1-1 0,2 1 1 15,-3 0-1-15,2 1 0 0,-1 1 0 16,0 2-1-16,-2 1 1 0,2 0 0 0,-1 1 0 15,0-1 0-15,-2 1 0 0,2 2 0 16,0 0 0-16,-2-1-1 0,2 2 0 0,-2-2 0 16,2 3 0-16,0-2-1 0,1 1 0 0,1 0 1 15,-1 0 0-15,2 3 1 0,-1-4-1 16,1 2 1-16,0-1 1 0,1 1-1 0,-1 1 1 16,0-2-1-16,2 2 0 0,-2 0 1 0,1 0 0 15,-1 2-1-15,2 1 1 0,-2 1 0 16,3 2 0-16,-3 0-1 0,2 2-1 0,-1-2 0 15,1 4 0-15,1-1-1 0,-2 1 1 0,1 0 0 16,-1-1 0-16,1 1 0 0,1 0 1 16,-1 0 0-16,0 1 0 0,-1-1 0 0,2-1 0 15,-1 5 1-15,-2-7-1 0,3 1 0 0,-1 1 1 16,-1-2-1-16,1 0 0 0,2-1 0 0,-2 0 0 16,0-1 1-16,-1 0-1 0,2 2 0 15,-3 0 0-15,2 2 0 0,0-1 0 0,-1 2 0 16,1 0 0-16,-1 0 0 0,1 0 0 15,1-1-1-15,-1 2 1 0,1-1 0 0,-1 0 0 16,2 2-1-16,-1-2 1 0,0 0-1 16,1 1 1-16,-1 1-1 0,2-2 0 0,-2 2 1 15,3-1-1-15,0-2 0 0,-1 2 1 0,1-1 0 16,1 4 1-16,-1-5-1 0,2 2 1 16,-2 0 0-16,2 1-1 0,0 0 0 0,0 1 0 15,0 0 0-15,0 0 0 0,3 0 0 16,-2 1 1-16,-1 1-1 0,2 1 1 0,2-2 0 15,-2 2 0-15,4-1-1 0,-3 1 1 0,2 0-1 16,1-2 1-16,1 2 0 0,0-1-1 0,3 1 2 16,-1 0-2-16,2-2 1 0,0 2 0 15,1 0-1-15,-2-1 1 0,4 1-1 0,0 0 0 16,0 0-1-16,-1 0 1 0,1 1 0 0,0-1-1 16,-3 2 1-16,3-2 0 0,-3 1-1 15,0 1-1-15,-2-1 0 0,0 1-1 0,-2-1 0 16,-2 2-1-16,2 0-7 0,-5 0-12 15,1 3-26-15,-3 1-75 0,-2 3-122 0,-2-1-253 16,-3 2-303-16,-1 1-384 0,-5-2-471 16,-1 0-152-16,-3-1 575 0,-1 0 849 0</inkml:trace>
  <inkml:trace contextRef="#ctx0" brushRef="#br0" timeOffset="51888.21">689 14122 200 0,'-6'8'468'0,"-2"-2"268"16,1 1 214-16,2-1-154 0,5-2-120 16,0-4-99-16,0 0-107 0,0 0-98 0,-2 6-87 15,2-6-51-15,4 7-7 0,4-4-10 16,2 1-8-16,5 0-13 0,1-2-10 0,3 2-33 15,2-3-49-15,4 0-27 0,2-2-19 16,1 0-6-16,2-3-7 0,2 2-6 0,1-3-5 16,4-1-6-16,0 1-4 0,0-1-5 0,2-2-4 15,1 1 0-15,4 0-3 0,-3 1 0 16,3-2-2-16,-2 3-1 0,1-3 0 0,0 4-3 16,2-3 0-16,2 1-1 0,-1 1-1 0,3 1 0 15,0-2 3-15,2 2 2 0,1-1 0 0,0-1 1 16,2 0 1-16,3 0 4 0,-2 0-4 0,2 0-1 15,0 0-2-15,3 0 3 0,5 2-1 0,-2-1-3 16,2-1 0-16,0 0 1 0,-2 1-2 0,0-1 0 16,-1 2-3-16,-2 0-1 0,-2 1 5 15,-2 0 2-15,-4 0 1 0,-3 1 1 0,-4 2 2 16,-3 0-6-16,-4 0-7 0,-5 2-4 0,-4 2-2 16,-4-1 0-16,-4 3 0 0,-4 2 5 15,-6 0 7-15,0 5 5 0,-8 2 3 0,-3 1 7 16,-5 7 2-16,-4 1 1 0,-2 4-2 0,-6 2-5 15,2 3-2-15,-5 2-7 0,2 4-4 0,-2-2-1 16,1 2 1-16,1 2 0 0,1-2 1 0,1-1-4 16,2 3-2-16,3-2-2 0,1-3-3 0,1 0 0 15,6-4-2-15,1-3 4 0,2-2 1 16,5-1 6-16,4-5 4 0,1-3 1 0,1-2 1 16,6-1 2-16,1-4 2 0,4-2-4 0,2-3-6 15,2-1-3-15,3-3-3 0,4-2-1 0,0-1-1 16,4 0-2-16,4-4 5 0,1 2 0 0,1-3 3 15,3 2 0-15,0-1 0 0,3 1 0 16,0-2 4-16,0 3 3 0,3-2 1 0,-1 3-1 0,4-2 2 16,0 3 2-16,4 0-8 0,1-2-3 15,5 1-1-15,3 2 1 0,2 0 0 0,3-2 4 16,2 4 6-16,4-2 1 0,0 2 3 16,3 2 2-16,2-2 1 0,2 3-8 0,4 0-2 15,6 0 3-15,2 0-2 0,3 0-3 0,2-2-1 16,1 1 4-16,2-1 0 0,5 2-3 15,1-3 0-15,5 2-1 0,2 0-2 0,1 1 0 16,2 0 1-16,1 2-1 0,2 4 0 0,5-3 0 16,-2 4-1-16,4 0 0 0,-2 1-2 15,3-1 1-15,0 3-1 0,1-1-1 0,2 0 1 16,0-1-2-16,-3-2 1 0,2 0 1 0,-1 0 0 16,-1 0 0-16,3-4 7 0,1 1 2 15,-2-1 3-15,0 0-8 0,0 0-4 0,-1-1 0 16,4-2 0-16,-2-1 0 0,3 0 0 0,-3 0 0 15,1-1 0-15,-1-2 0 0,5-2 0 0,-2-1 0 16,2-1 0-16,-2-1 0 0,0-2 0 0,2-1 0 16,1 0 0-16,2-2 0 0,-3 0 0 15,-1-2 0-15,0-1 0 0,0 1 0 0,1-1 0 16,1 0 0-16,-1 1 0 0,-5-1 0 0,-3 0 0 16,1 2 0-16,-4 2 0 0,0 1 0 15,-4-1 0-15,-4 1 0 0,-5 4 0 0,-5-1 0 16,-3 3 0-16,-6-2 0 0,-4 4 0 15,-5-1 0-15,-7 2 0 0,-10-1 0 0,-4 4 0 16,-7-2 0-16,-10 3 0 0,-6-1 0 0,-10 4 0 16,-7 0 0-16,-6-1 0 0,-6 2 0 15,-9 1 0-15,-4 1 0 0,-8 2 0 0,-6 1 0 16,-7-1-37-16,-4 1-270 0,-4-1-254 16,-6 1-334-16,-6-3-433 0,-5-3-510 0,-6 0-58 15,-4 2 856-15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0-25T06:31:43.899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00B050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1716 859 39 0,'2'-7'553'0,"-4"1"479"0,-2 4 253 16,-4-3-3-16,0 3-300 0,-2 2-318 0,-2 1-184 15,-1-1-106-15,-7 1-77 0,-3 2-76 0,-2 1-70 16,-3 0-42-16,-2 5-28 0,-2 2-21 0,-1 4-15 0,0 1-12 16,-2 4-7-16,-3 8-6 0,3 2-5 15,-3 5-4-15,2 5-3 0,-1 4-2 0,6 4-2 16,2 2 0-16,4 5 0 0,5 1 0 15,5-2 2-15,4 2 0 0,8 0 1 0,3-2 0 0,5-2 0 16,6-3-1-16,3-2-1 0,5-5 0 16,2-2-1-16,4-8 0 0,0 0 0 0,2-7 0 15,0-4 1-15,3-3 0 0,0-7-1 0,3 0-1 16,1-7-1-16,0-4-2 0,3-4-1 0,2-3-1 16,-1-4-3-16,0-2-5 0,0-3-9 0,-1-2-15 15,0-3-27-15,-4 1-61 0,-1-3-69 0,-5 0-111 0,1-1-173 16,-5 0-297-16,-1 0-325 0,0-1-262 0,-3 2-155 15,0-3 293-15,-5-1 623 0</inkml:trace>
  <inkml:trace contextRef="#ctx0" brushRef="#br0" timeOffset="312.25">2085 1270 49 0,'8'11'604'0,"-2"4"513"0,-1 3 200 16,0 6-62-16,4 2-303 0,-1 8-290 0,2 1-208 15,2 5-113-15,-2 1-69 0,4 5-66 0,-1 1-75 16,1-3-52-16,3 0-27 0,2-4-18 0,0-5-14 15,5-5-10-15,1-6-5 0,5-8-2 0,0-5-3 16,3-9 0-16,-1-6 1 0,1-6 0 0,-3-8-1 16,2-7 0-16,-4-4-1 0,-1-7 0 0,-4-3 1 15,-3-3 0-15,-3-3 2 0,-6 0 2 0,-2-1 1 16,-5 3 2-16,-4-1 0 0,-6 1-1 0,-5 3 1 16,-7-1-1-16,-4 1 2 0,-6 1 2 0,-6 0 4 15,-3 3 2-15,-5 3 3 0,1 3 1 0,-4 6-1 16,0 4-2-16,0 8-4 0,0 6-4 0,1 6-4 0,3 6-2 15,4 6-2-15,2 7-2 0,4 3-1 0,4 5-2 16,3 4-1-16,8 4 0 0,2 2-10 0,6 3-14 16,5 1-30-16,5 1-73 0,3-1-81 0,4-2-171 0,3-2-285 15,5-2-319-15,3-2-363 0,5-2-204 0,4-2 109 16,4-3 698-16</inkml:trace>
  <inkml:trace contextRef="#ctx0" brushRef="#br0" timeOffset="678.78">2983 894 49 0,'6'-2'567'0,"-1"4"472"0,0 2 199 0,-2 2-72 16,0 2-337-16,2 4-219 0,-2 6-154 0,3 3-89 0,-1 5-57 16,0 5-47-16,1 5-53 0,-1 3-69 15,1 5-49-15,-1 6-32 0,0 1-18 0,1 3-12 0,2-3-10 16,0 2-9-16,0-5-3 0,0 1-3 0,4-5-2 15,-2-4-4-15,4-5-3 0,-3-5-9 16,2-8-25-16,-2-4-47 0,-3-6-59 0,0-5-62 0,-5-7-114 16,-1-7-157-16,-4-5-195 0,-3-8-264 0,-1-2-224 15,-1-3-174-15,-1-6 168 0,-4-2 469 16</inkml:trace>
  <inkml:trace contextRef="#ctx0" brushRef="#br0" timeOffset="962.04">2929 999 260 0,'-6'-26'631'0,"3"6"266"0,-1 6 77 0,3 2-219 15,1 4-188-15,3 0-145 0,4 1-98 0,1 3-48 0,4 0-27 16,1 2-33-16,6 0-75 0,0 2-30 16,3 2-19-16,6 0-21 0,2 4 22 0,2 5 46 15,4 0 17-15,2 4-10 0,2-1-6 0,-1 3 19 0,-1 2-24 16,-1 1-42-16,0 4-22 0,-2 0-14 0,-2 3-10 16,-3 3-11-16,-1 2-5 0,-5 4 2 15,-2 1 2-15,-5 4 6 0,-4 2 9 0,-2 2-7 0,-5 2 3 16,-4 2-3-16,-5-4-3 0,-5 4-3 0,-3-1-10 15,-4-4-3-15,-3 1-7 0,-4-3-5 0,-4-2-5 16,1-6-2-16,-2-1-3 0,-2-6-2 0,4-7-2 16,0-2-5-16,3-7-17 0,1-4-25 0,2-7-64 15,3-7-68-15,1-2-119 0,2-6-184 16,5-1-299-16,2-5-326 0,6-2-249 0,3 1-156 16,3-3 329-16,2-3 621 0</inkml:trace>
  <inkml:trace contextRef="#ctx0" brushRef="#br0" timeOffset="1394.77">3894 789 13 0,'9'-12'335'16,"-2"4"298"-16,-1 0 351 0,-1 1 122 15,0-1-224-15,-1 4-104 0,-1 0-84 16,0 1-105-16,-1 1-132 0,1 1-105 0,-3 1-75 16,0 4-77-16,-1 2-60 0,-1 4-46 15,-1 5-24-15,-2 2-13 0,1 7-6 0,-1 5-10 0,-2 5-6 16,1 7 4-16,-1 5 0 0,0 7 0 0,2 5 0 15,0 2-4-15,2 5-6 0,2-2-3 0,1 1-7 16,3-2-3-16,3-1-7 0,3-9-6 0,1 0-4 16,3-6-3-16,4-5-3 0,3-5-1 15,1-4-2-15,3-4 4 0,1-2 2 0,3-7 0 16,2-3 0-16,2-2 0 0,1-7 1 0,-1-1 0 16,0-4-1-16,-1-4-6 0,1-3-5 0,0-1-12 15,-4-2-19-15,0-6-44 0,-4 1-77 16,-1-5-92-16,-3-4-168 0,-1-1-275 0,-3-1-338 15,-1-5-333-15,-3 0-176 0,-3 0 157 0,-4-3 650 16</inkml:trace>
  <inkml:trace contextRef="#ctx0" brushRef="#br0" timeOffset="1647.1">3905 907 186 0,'-11'10'1038'0,"3"-2"631"0,2-1-119 0,2 0-341 16,1-1-463-16,3-2-334 0,3 0-197 0,2-2-101 15,3-2-43-15,6 0-19 0,2-3 5 0,6 0 3 16,5-1-9-16,3-2-13 0,3-1-7 0,2-1-5 16,3-2-13-16,1 3-6 0,-2-2-5 0,2 0-2 15,0 2-2-15,-3-1 2 0,2 3-16 0,-7 0-63 16,-1 2-69-16,-7 0-119 0,-3 3-210 0,-3 1-318 15,-4 4-353-15,-5 2-271 0,-6 0-126 0,-2 3 407 16,-5-3 665-16</inkml:trace>
  <inkml:trace contextRef="#ctx0" brushRef="#br0" timeOffset="1828.93">3913 1194 48 0,'-22'27'712'0,"7"0"685"0,-2-4 161 0,6 0-251 0,1-3-405 16,4-2-402-16,3-4-211 0,3 1-137 0,6-5-77 15,2 1-34-15,5-4-14 0,4-2-5 0,2-4-5 16,8-2-10-16,3-3-3 0,5-3-6 16,7-2-4-16,3-2-4 0,4-2-4 0,2-1-5 15,4 1-54-15,2 1-58 0,1-3-105 0,1 5-200 16,-1 0-297-16,2 3-317 0,0-1-247 0,2 4-130 16,1-2 330-16,2 1 614 0</inkml:trace>
  <inkml:trace contextRef="#ctx0" brushRef="#br0" timeOffset="2514.79">5351 805 139 0,'0'-10'642'0,"-1"3"457"0,-1 1 174 0,1 1-64 16,-1-1-273-16,2 4-265 0,-3 2-181 15,3-5-114-15,-1 4-80 0,1 0-90 0,0 0-74 16,0-2-38-16,0 2-26 0,0 2-22 0,0 4-14 16,-2 3-11-16,2 7-8 0,-3 4-4 0,1 8-4 15,-1 10 0-15,0 7-1 0,1 7 1 16,-3 9-1-16,2 5-1 0,0 4 3 0,0 1-1 16,0 1-1-16,3-4-2 0,2-4-1 0,2-7-2 15,1-8-5-15,3-8-1 0,1-6 2 0,5-11 5 16,-1-7 2-16,4-6 3 0,1-10 1 0,3-10 0 15,2-8 0-15,0-7-2 0,2-8 0 0,3-3-5 16,-1-2-3-16,0 1-1 0,1 1 0 16,-1 3-3-16,-2 5-2 0,-1 2 3 0,0 7 3 15,0 2 1-15,-2 8 2 0,-3 5-1 0,3 4 2 16,-2 7 0-16,0 2 0 0,-2 7 0 0,0 1 1 16,-1 4 5-16,-1 4 2 0,-2 0 2 0,1 0 1 15,0 0 1-15,-3 0 0 0,0-3-10 0,-1-1-4 16,-1-4 0-16,-1-1 1 0,-1-4 0 0,0-3 1 15,0-5 5-15,-1-1 4 0,0-8-3 0,-1-6 1 16,1-4 4-16,-2-6-1 0,-1-5 2 16,1-5 3-16,-2-2 5 0,-3-9 4 0,0-2-2 0,-2-5 1 15,1-7-1-15,-4-2-5 0,3-5-1 16,-2 0-6-16,2-6-4 0,1 5-3 0,-1 5-1 16,-1 5-1-16,1 9-4 0,-1 6 0 15,0 8-1-15,-2 5-9 0,2 8-19 0,1 6-28 16,1 6-71-16,-2 6-100 0,3 5-224 0,4 4-289 15,-1 4-350-15,4 2-420 0,4 2-216 16,2 1 311-16,1 1 867 0</inkml:trace>
  <inkml:trace contextRef="#ctx0" brushRef="#br0" timeOffset="2813.15">6471 1063 718 0,'0'31'1760'15,"-3"4"47"-15,-2 7-419 0,3 6-361 0,1 2-458 16,2 4-286-16,1 1-120 0,3 3-56 0,3-5-28 16,4-3-23-16,3-8-19 0,5-6-17 0,5-9-11 15,1-11-5-15,4-10-4 0,4-9-2 0,-2-10-2 16,1-7-2-16,-1-7 2 0,-2-9 0 0,0-4-2 16,-4-5-2-16,-3-5 2 0,-4 0 0 0,-3-4 0 15,-7 5-1-15,-6 0 4 0,-4 1 3 16,-7 3 0-16,-3 2 2 0,-5 3 0 0,-3 5 4 0,-6 4 2 15,-2 4 1-15,-3 10-2 0,-5 5 0 16,-1 8-1-16,-1 9-5 0,2 6-3 0,2 6-10 0,3 5-17 16,3 4-37-16,4 4-81 0,2 0-129 15,5-3-253-15,6 3-312 0,3-3-388 0,7-2-405 16,2 1-99-16,5-3 589 0</inkml:trace>
  <inkml:trace contextRef="#ctx0" brushRef="#br0" timeOffset="3562.82">7388 724 3656 0,'-3'0'1176'15,"-2"4"-384"-15,3 4-275 0,1 4-139 0,-2 4-88 16,1 8-59-16,2 1-57 0,0 6-65 0,2 2-33 16,2 4-17-16,-2 7-6 0,1 5-5 0,2 1-7 15,-2 7-8-15,0 2-3 0,2 1-8 16,0-2-2-16,1 1-9 0,-1-6-4 0,0-3-2 16,1-5-6-16,-1-4-2 0,1-7-4 0,-1-5 5 15,-2-7 1-15,-2-2 8 0,1-6 7 0,1-3 10 16,-3-3 4-16,-3-7 2 0,0-2-2 0,-2-7-6 15,-1-5-6-15,-2-5-10 0,3-6-4 16,-1-3-2-16,-1-3 1 0,0-6-4 0,2 1-2 16,2-5-1-16,-2 1-2 0,3-5-1 0,2 2-2 15,0-2 4-15,4 0 2 0,0 2 0 0,3-3 2 16,4 4 0-16,-2-1 0 0,4 0 0 0,4 2 0 16,-1 1 1-16,5-1 0 0,2 5 1 0,1-1-1 15,0 4 2-15,1 2-1 0,0 3-1 16,1 2 0-16,-3 4-1 0,-3 6 0 0,0 3 0 15,-6 3 1-15,2 4 0 0,-5 3 3 16,0 6 1-16,-5 3 1 0,-2 4 0 0,-3 2 6 16,-4 7-2-16,-2 0-1 0,-1 6-1 15,-5 2 0-15,1 0 1 0,-4 6-6 0,-2-1 3 0,-2 4-1 16,0 6 3-16,-3 0 1 0,1 2 2 0,2 2 1 16,0-1 2-16,1 2 3 0,4-2 3 15,1-3 1-15,6-1-1 0,0-2 1 0,4-1-3 16,4-3-1-16,2-1-9 0,4-4-5 0,5-2-3 15,3-3-3-15,1-4-3 0,7-3-2 0,1-4 7 16,4-3 3-16,2-6 1 0,3-3-5 0,2-5-16 16,0-3-34-16,2-4-87 0,-2-5-136 0,-1 1-258 15,-1-3-314-15,-3 2-395 0,-1-1-425 0,-3 1-65 16,-2 2 635-16</inkml:trace>
  <inkml:trace contextRef="#ctx0" brushRef="#br0" timeOffset="4062.65">8351 630 26 0,'8'-6'530'0,"4"1"517"16,-2 5 313-16,2 5 48 0,0 4-365 16,0 7-333-16,2 4-201 0,-1 5-129 0,1 5-99 15,-1 8-96-15,-2 2-56 0,2 4-35 0,-4 6-31 16,-1 2-20-16,0 2-15 0,-2 1-12 0,-1 1-4 15,3-2-3-15,0 0-2 0,-2-4-5 0,4-2-9 16,-2-4-18-16,-1-5-43 0,1-3-78 0,-3-7-82 16,-2-5-159-16,-1-4-270 0,-4-7-327 15,-1-4-335-15,-3-6-200 0,-3-7 46 0,-1-7 633 16</inkml:trace>
  <inkml:trace contextRef="#ctx0" brushRef="#br0" timeOffset="4429.82">8310 613 72 0,'14'-24'506'0,"0"6"403"0,1 2 262 15,2 0-11-15,-1 3-406 0,7 1-184 16,-1 3-129-16,5 0-63 0,-1 5-69 0,4 0-53 16,3 2-40-16,0 4-69 0,3 2-34 15,1 3-40-15,1 2-24 0,3 3-13 0,-2 6-1 16,-1 0 4-16,1 6 1 0,0 2-10 15,-3 4-4-15,-1 1 1 0,-2 4-7 0,-3 1-12 16,-3 0-6-16,-2 1-3 0,-5 1 2 0,-2 1 3 16,-6 0 6-16,-2 0 14 0,-8 0 12 0,-1 0 11 0,-4 1 13 15,-4 2 5-15,-3 1 0 0,-3 0-1 16,-2 0-4-16,-1-2-5 0,-5 1-10 0,1-3-5 16,-1-2-6-16,-1-2-5 0,-2-2-3 0,1-2-5 15,0-2-5-15,1-2-3 0,0-2-4 16,3-6-3-16,0-2-3 0,2-2-1 0,4-3-1 15,2 0-2-15,2-4-2 0,2-1-3 0,1-2-11 16,1-2-13-16,4-1-21 0,1-2-42 0,0-2-80 16,1-1-123-16,2-2-250 0,1-1-305 0,0-1-373 15,1 0-382-15,-2 0-92 0,2 0 544 16</inkml:trace>
  <inkml:trace contextRef="#ctx0" brushRef="#br0" timeOffset="8477.01">8043 4113 63 0,'-4'-14'687'0,"-2"3"669"0,-2 1 232 0,-3 1-213 15,-2 3-410-15,-1 3-393 0,-2 0-186 16,-4 3-139-16,2 3-92 0,-4 4-54 0,-3 5-34 16,0 7-23-16,1 6-18 0,0 6-11 0,1 10-2 15,1 9 3-15,4 3 1 0,2 10-2 0,3 4 0 16,4 5-2-16,6 3-3 0,3 0-7 15,3 0-2-15,8-2-1 0,2-5 4 0,6-5 3 16,4-8 0-16,1-7-2 0,6-8 1 16,2-11-1-16,4-8-5 0,-1-9-2 0,3-10 1 15,2-10 2-15,2-9 1 0,-2-9 1 0,-1-11 2 16,-2-4-1-16,-4-7-1 0,-1-2-1 0,-7-2 1 16,-3 1-1-16,-6 2 2 0,-5 1 9 15,-6 4 6-15,-7 1 3 0,-5 2 2 0,-6 2 0 16,-5 0-2-16,-6 1-9 0,-3 2-6 0,-3 3 2 15,-3 3 2-15,2 5 0 0,-1 5 0 16,2 3 0-16,0 9-4 0,1 4-9 0,3 8-4 16,2 7 1-16,3 3 0 0,2 7-1 15,3 4 4-15,6 4 2 0,3 3-2 0,5 1-9 16,6 1-15-16,2 3-21 0,3-3-57 0,4 1-76 16,4 0-145-16,-1 1-270 0,3-1-317 0,2-2-390 15,1-1-310-15,2-4-27 0,1-2 663 16</inkml:trace>
  <inkml:trace contextRef="#ctx0" brushRef="#br0" timeOffset="9344.34">9284 4248 59 0,'-2'-3'639'0,"2"3"496"0,0 1 148 15,0 4-99-15,2 4-249 0,2 6-312 0,1 6-176 16,3 11-94-16,0 1-53 0,1 10-48 15,-1 6-83-15,2 5-53 0,2 3-32 0,-2 2-24 16,1 0-16-16,5-3-17 0,0-6-10 0,3-4-11 16,1-10-6-16,4-5-2 0,1-10-2 15,5-11 1-15,-1-8 1 0,1-12 0 0,1-10 1 16,-2-8 0-16,1-8 0 0,-3-6-1 0,-2-5 2 16,-3-3 2-16,-3-3 1 0,-4-1 0 15,-5 0 2-15,-5 2 0 0,-5-1-1 0,-5 2-1 16,-7 3 2-16,-4 3 0 0,-6 3 1 15,-2 8 3-15,-6 7 1 0,-1 6 1 0,-6 11-1 16,-1 7-7-16,-3 13-6 0,-3 10 2 0,1 9-2 16,-2 7-2-16,3 7-2 0,7 6 4 0,2 0 3 15,9 2-11-15,7-1-20 0,6-2-66 16,6-2-78-16,8-2-164 0,4-2-279 0,8-4-331 16,6-6-399-16,3-1-270 0,4-8 50 0,4-3 737 15</inkml:trace>
  <inkml:trace contextRef="#ctx0" brushRef="#br0" timeOffset="10193.98">10146 4713 142 0,'-2'7'821'16,"5"2"617"-16,-3-3 80 0,3 0-227 15,-3-3-432-15,2-1-336 0,-1-4-176 0,1-2-126 16,1-5-68-16,0-5-46 0,4-2-32 16,1-8-16-16,2-3-11 0,3-6-7 0,1-3-5 15,2-5-5-15,1-4 3 0,1-2-7 0,4 2-2 16,-1-4-5-16,-2 2-3 0,1 4 3 15,-4 5-1-15,1 3-2 0,-4 6 2 0,-2 5 3 16,-3 6 4-16,0 5-1 0,-3 2 2 0,2 7 1 16,-3 2 1-16,-1 8-2 0,2 7 0 15,-2 4-2-15,0 8-1 0,0 3-3 0,-1 6-19 16,4 2-2-16,-5 6 0 0,3 2 0 0,-1 0 0 16,0 5 0-16,0 1 0 0,2 0 0 15,-2-2 0-15,3 0 0 0,-1-5 0 0,0 0 0 16,1-6 0-16,2-5 0 0,0-4 0 15,0-4 0-15,0-4 0 0,-2-5 0 0,2-3 0 16,0-5-1-16,-3-4-45 0,0-3-20 0,-2-6-35 16,0-1-72-16,0-5-80 0,-6-6-140 15,2 0-238-15,-3-3-319 0,1-1-340 0,-2-3-207 16,0-3-6-16,-1 0 554 0</inkml:trace>
  <inkml:trace contextRef="#ctx0" brushRef="#br0" timeOffset="10515.44">10676 4157 11 0,'15'-15'488'0,"1"2"459"0,-2 1 275 15,2 0-29-15,0 3-233 0,-1 2-263 0,3 2-176 16,-1 3-109-16,1-2-81 0,-1 4-51 0,3 4-76 16,-2-2-62-16,1 4-37 0,-2 3-20 15,1 2-10-15,-1 4-11 0,-1 1-10 0,-3 4-7 16,-3 1-4-16,-2 4-7 0,-3 4-4 15,-5 2-2-15,-1 5-4 0,-6 3-2 0,-2 5-2 16,-5 1 1-16,-1 3-2 0,-2 1-1 0,3 1-1 16,-2 0-3-16,3-5-2 0,1 0-5 15,4-4-4-15,1-3-2 0,4-6-2 0,3-2-2 16,3-7-1-16,4-2 0 0,2-4 0 16,5-5-2-16,2-2 1 0,3-4-2 0,3-4-4 15,2-4-9-15,2-1-15 0,0-4-20 0,1-5-47 16,0 0-81-16,1-4-118 0,-4 0-215 15,0 0-302-15,1-3-368 0,-3 0-351 0,0 1-123 16,-2-4 429-16,0 1 741 0</inkml:trace>
  <inkml:trace contextRef="#ctx0" brushRef="#br0" timeOffset="11010.24">11446 4067 134 0,'-4'-5'898'0,"-1"0"671"0,1 1 11 15,2 1-307-15,0-1-445 0,1 0-339 0,2 0-209 16,1-2-124-16,4-2-66 0,2-1-34 0,3-2-23 16,2-1-14-16,3 1-9 0,1-3-5 15,4 1-2-15,-1-1-1 0,2 2-2 0,-3 1 0 16,3 3 2-16,-1 2-2 0,-2 1 2 0,-2 5 9 15,-1 3 6-15,0 5 7 0,-5 4 4 16,-3 3 8-16,0 4 4 0,-4 5-1 0,-4 4-2 16,-1 3 0-16,-2 2 0 0,-5 1 0 15,2 2 0-15,-2-1-5 0,0-1-1 0,-2 1-6 16,2-4-7-16,2-3-5 0,1 0-6 0,2-6-3 16,1-3-4-16,6 0-1 0,-1-4-1 0,3-5 0 15,4-1-1-15,4-3 0 0,0 0 1 16,5-3-5-16,0-2-8 0,3 1-11 15,2-2-14-15,-1 0-17 0,-2 0-25 0,1 2-25 16,-3-2-17-16,0 2-6 0,-3 3 4 0,-3 3 13 16,-2 1 27-16,-2 1 33 0,-4 3 28 15,-3 4 29-15,-2 2 33 0,-2 5 27 0,-3-1 11 16,-3 4 4-16,-1 5-2 0,-1-1-12 0,-1 2-22 16,-3 2-21-16,3-1-11 0,1-2-15 15,-2-1-55-15,1-1-76 0,0-5-142 0,1-2-275 16,1-6-306-16,1-4-377 0,0-5-308 15,0-7-32-15,3-4 641 0</inkml:trace>
  <inkml:trace contextRef="#ctx0" brushRef="#br0" timeOffset="11768.81">12621 3810 27 0,'-6'-12'454'0,"-2"0"420"16,0-1 290-16,-1 3 16 0,2 1-299 15,-2 0-157-15,1 3-137 0,3 2-122 0,-3-1-93 16,1 2-70-16,0 3-77 0,1 0-89 15,-1 3-53-15,-2 3-32 0,3 3-18 0,-1 6-11 16,-1 3-3-16,2 8 1 0,0 5 5 0,1 4 5 16,0 7 3-16,2 3 4 0,2 5-5 15,-1 0-3-15,2 2-6 0,0-4-6 0,3 1-7 16,0-7-4-16,4-5-4 0,-1-4-1 0,5-6-3 16,0-6 0-16,3-5 0 0,2-6 0 15,3-7 0-15,0-6 2 0,2-7 2 0,2-6-1 16,-1-5 1-16,1-3 0 0,0-1-1 15,-2-3-1-15,-3 5 0 0,0 1 0 0,-5 5-1 16,-1 3 0-16,-3 4 2 0,-3 6-1 16,0 2 2-16,-1 6 1 0,-4 7 0 0,-1 5 1 15,-4 6-1-15,-1 8-1 0,0 2-1 0,-1 5-1 16,-1 1-1-16,0 3 0 0,4-1 0 0,-2 2-1 16,3-2 2-16,1 1-1 0,1 0 1 15,1-2-1-15,3-3-2 0,0-2-4 0,4-3-14 16,-2-4-37-16,2-7-81 0,0-3-108 15,1-4-215-15,-2-5-301 0,3-4-366 0,0-2-385 16,-2-5-147-16,2-2 372 0,0-6 770 0</inkml:trace>
  <inkml:trace contextRef="#ctx0" brushRef="#br0" timeOffset="15792.3">16191 3821 155 0,'-3'-4'760'0,"2"0"465"16,-5-2 138-16,3 2-64 0,-2-3-411 0,1 1-299 15,1 0-160-15,-2 0-95 0,2 1-76 0,2-1-85 16,-4 2-55-16,4 0-37 0,-1 1-27 15,2-1-17-15,0 2-15 0,0-2-9 0,2 3-5 16,4-2-2-16,-2-1-4 0,1 0 1 0,5-3 8 16,1 0 4-16,0 0 4 0,2-3 5 15,2 1 5-15,0 0 1 0,0-1-7 0,1-1-3 16,2 4-4-16,0-1-6 0,0 1 0 16,2 3-2-16,-2 2 2 0,2 2 1 0,1 3 3 15,-3 3 2-15,0 3 0 0,0 3 1 0,-1 3 0 16,0 0 0-16,-4 6-1 0,0 0 1 15,-2 1-9-15,-5 2-8 0,1 2 0 0,-4-1 0 16,-1 4 0-16,-4-1 0 0,-3 1 0 0,0 4 0 16,-4-2 0-16,-4 4 0 0,0 1 0 15,-5 0 0-15,1 0 0 0,-3 0 0 0,-2 0 0 16,4-4 0-16,-2 2 0 0,0-4 0 0,2 0 0 16,2-6 0-16,4-1 0 0,-2-3 0 0,4-2 0 15,2-3 0-15,1-3 0 0,0 1 0 16,4-5 0-16,0 1 0 0,3 1 0 0,0-3 0 15,3 1 0-15,0 0 0 0,4 0 0 16,2-1 0-16,-1-1 0 0,4 0 0 0,-1 0 0 16,4-1 0-16,2-1 0 0,2 0 0 15,-2-3 0-15,4 0 0 0,1-2 0 0,-1 0 0 16,1-3 0-16,0 0 0 0,-2-1 0 0,1-1 0 16,-1-1 0-16,0 1 0 0,-3-2 0 15,-1 4 0-15,-1-2 0 0,-2 0 0 0,1 0 0 16,-1 0 0-16,-3 1 0 0,-3 1-27 15,1-2-174-15,-3-1-143 0,-2-2-258 0,0 1-320 16,3-3-405-16,-2-1-390 0,0 0-30 0,1-3 724 16</inkml:trace>
  <inkml:trace contextRef="#ctx0" brushRef="#br0" timeOffset="16297.52">16995 4254 138 0,'5'3'762'0,"-4"1"483"0,2-1 87 16,1 0-141-16,-3 0-350 0,2-2-276 0,2-1-151 15,-1-1-92-15,0-3-54 0,2-2-53 0,1-5-58 16,3-4-54-16,2-3-28 0,2-6-17 15,2-3-12-15,1-4-5 0,2-4-8 0,1-1-5 16,1-4-4-16,1-1 0 0,0 1 0 0,-1-1 1 16,0 3 0-16,-3 0 5 0,0 2 0 15,-2 4 1-15,-2 2-1 0,-2 4-1 0,0 2-1 16,-3 4-1-16,0 2-2 0,-1 0-20 0,-1 4-5 16,-2 2 0-16,1 3 0 0,-3 0 0 0,0 3 0 15,-1 3 0-15,-1-1 0 0,1 3 0 16,0 1 0-16,-1 1 0 0,2 3 0 0,1 2 0 15,-3 6 0-15,2 2 0 0,2 3 0 16,-4 5 0-16,1 2 0 0,-2 4 0 0,1 2 0 16,-1 5 0-16,-1 1 0 0,-1 3 0 15,1 1 0-15,-2 5 0 0,1-1 0 0,-1 0 0 16,3 2 0-16,-1-3 0 0,-1-1 0 0,0-3 0 16,2-3 0-16,0-4 0 0,0-3 0 0,2-2 0 15,0-4 0-15,-2-3 0 0,0-2 0 16,0-4 0-16,0-1 0 0,0 0 0 0,0-2 0 15,-2-3 0-15,0 0 0 0,1 1 0 16,-2-2 0-16,-1-1-171 0,-1 3-87 0,1-5-148 16,-4 2-270-16,3 1-327 0,2 1-377 0,0-1-238 15,1 1 35-15,2-2 702 0</inkml:trace>
  <inkml:trace contextRef="#ctx0" brushRef="#br0" timeOffset="16539.25">17716 4493 831 0,'-2'4'1920'0,"4"-1"-60"15,-5 3-465-15,-2-2-385 0,-2 2-456 16,1 0-284-16,-2 0-120 0,4 0-54 0,-1-1-30 16,2-2-27-16,-1 0-39 0,1 0 0 0,3-2 0 15,3 1 0-15,2 0 0 0,2-2-28 16,1 0-72-16,2-4-98 0,0 3-232 0,0-2-300 15,2 0-383-15,1 1-480 0,1 1-312 16,0 1 381-16,0 0 1011 0</inkml:trace>
  <inkml:trace contextRef="#ctx0" brushRef="#br0" timeOffset="17760.03">18389 3685 195 0,'-1'-3'586'0,"-1"-2"376"15,-1 3 204-15,0-3-177 0,-1 1-231 0,1 1-95 16,-3 0-100-16,3 0-108 0,-3 1-98 16,-1 1-64-16,1 1-71 0,-3 1-80 15,-1 3-53-15,2 0-27 0,-3 1-19 0,2 4-11 16,-1 2-6-16,-1 3-5 0,2 4-4 0,1 3-3 16,0 5-1-16,-2 8 4 0,6 3 1 0,-3 7 0 15,4 6 1-15,1 0-1 0,1 6 0 0,2-1-6 16,3-2-4-16,2 1-3 0,2-5 0 15,6-6-4-15,0-5 1 0,4-5-2 16,4-7 0-16,-1-6 1 0,4-8 0 0,2-7 2 16,-1-6 0-16,4-10 1 0,-1-7 1 0,-1-7 0 15,2-7 0-15,-1-5-1 0,-4-5-2 0,-1-3 0 16,0 0-1-16,-7 0 1 0,0-1 7 16,-5 5 4-16,-2 1 1 0,-5 2 3 0,-2 4 1 15,-3-1-1-15,-4 1-6 0,-3 3-3 16,-5 3-1-16,-3-1-2 0,-2 2 0 0,0 5 3 15,-4 0 1-15,-1 6 1 0,0 2 0 0,-2 5-2 16,-1 1 0-16,0 5-4 0,1 3-4 0,2 4-2 16,0 4-2-16,1 3-1 0,3 6 0 15,1 2-1-15,1 4 0 0,4 3 1 0,2 0 1 16,2 3 1-16,1 1 0 0,4-1 2 16,3-1-8-16,1 2-8 0,2-3-16 0,6 0-27 15,-1 0-63-15,2-1-76 0,4-2-100 0,-3-1-163 16,6-1-296-16,-2-1-323 0,2-4-256 15,2 0-165-15,0-5 212 0,3-1 609 0</inkml:trace>
  <inkml:trace contextRef="#ctx0" brushRef="#br0" timeOffset="18308.21">19482 3766 211 0,'4'-16'909'16,"0"1"522"-16,-4 1 79 0,0 0-216 0,-4-2-464 16,1 2-307-16,-3 0-166 0,-2 2-99 0,2 1-84 15,-2 3-56-15,-3-1-35 0,1 3-25 0,-2 5-19 16,-2 2-16-16,-2 5-8 0,-2 5-7 15,1 3-6-15,-4 4-2 0,3 4-2 0,-2 5 1 16,1 3 0-16,2 4 4 0,1 5 4 16,-1 6 4-16,4 2 6 0,2 6 4 0,-1 4 3 15,4 1-1-15,1 2-2 0,2-2-2 0,5 1-5 16,5-3-3-16,5-4-4 0,5-5-3 0,5-6-2 16,6-7 0-16,4-6 0 0,7-5-2 15,4-5 0-15,0-8-2 0,3-6 0 0,2-6 0 16,-1-7 0-16,2-3-1 0,-3-7 0 15,2-7 0-15,-5-4 0 0,0-5-1 0,-5-2 0 16,-2-5 1-16,-6-3 0 0,-5 1 1 0,-5-2 2 16,-5 3 1-16,-2-3-1 0,-8 0 0 15,-3-1-1-15,-5 0 2 0,-4 0 2 0,-2 0 2 16,-6 0 4-16,-3 1 7 0,-3 3 5 0,-4 4 2 16,-3 4 0-16,-5 10-2 0,0 5-4 0,-4 9-5 15,-5 11-6-15,-2 7-5 0,-2 9-3 16,4 10-3-16,0 4 0 0,4 5-1 0,5 5-8 15,5 3-13-15,3 2-23 0,6-2-58 16,1 3-84-16,5-2-168 0,3 2-273 0,3-3-335 16,3-1-408-16,3-1-304 0,-1-1 40 0,3-2 768 15</inkml:trace>
  <inkml:trace contextRef="#ctx0" brushRef="#br0" timeOffset="20926.14">8741 5044 46 0,'5'2'403'0,"0"0"306"15,-2-2 216-15,0 3-1 0,-1-2-232 16,2-1-171-16,-2 1-121 0,0-1-80 0,-1 1-46 16,2-1-48-16,-1 2-41 0,0-2-9 0,-1 0 25 15,1 0 45-15,-1 0 17 0,1 0 6 16,-2 0-12-16,0 0-29 0,2 0-42 0,-2 3-42 15,0-3-31-15,0 2-24 0,0 1-22 16,-2 0-16-16,0 3-14 0,1 0-11 0,-1 3-7 16,-1 1-4-16,1 1-2 0,2-1-2 0,0 2-2 15,-1-1-2-15,1 0-2 0,0-3-1 16,1-1-2-16,-1 0-1 0,0-3-1 0,2-1-1 16,0 0-1-16,1-2 1 0,0-2-1 0,0 0 1 15,2-2 0-15,3-2 1 0,-2-3 0 16,2 1 1-16,-2-1-1 0,2-3 1 0,0-2 0 15,-2 1-1-15,-1 1 1 0,0-3 0 16,-2 4 2-16,0-2 6 0,-3 1 8 0,0 0 9 16,0 4 7-16,-4 0 3 0,-1 2-30 15,2 1-6-15,-2 1 0 0,-2 1 0 0,1 4 0 16,0 1 0-16,0 1 0 0,-1 5 0 0,2 1 0 16,-1 6 0-16,0-1 0 0,1 4 0 0,2 0 0 15,1 3 0-15,2-1 0 0,2 0 0 16,0-4 0-16,1 2 0 0,3-4 0 0,0-2 0 15,2-2 0-15,0-4 0 0,0-3 0 16,3 0 0-16,-3-4 0 0,0-5 0 0,1-1 0 16,-2-4 0-16,-1-1 0 0,-1-4 0 0,-2 0 0 15,0-2 0-15,-3 3 0 0,0-1 0 16,-1 0 0-16,-2 1 0 0,-2 2 0 0,-2 0 0 16,1 3 0-16,-2 0 0 0,0 2 0 0,0 1 0 15,0 1 0-15,-1 3 0 0,3 0 0 0,-1 4 0 16,-1-1 0-16,1 4 0 0,0 2 0 15,2 5 0-15,2 0 0 0,-2 5 0 16,5 0-13-16,-3 3-271 0,2 1-250 0,-1-1-320 16,2 5-403-16,0 2-486 0,2 1-137 15,-1 5 645-15,2 3 849 0</inkml:trace>
  <inkml:trace contextRef="#ctx0" brushRef="#br1" timeOffset="28049.68">16821 3150 111 0,'2'4'317'0,"-1"-1"136"15,-1 2 110-15,0-1-146 0,2 1-148 16,-2 0-89-16,0 1-23 0,0 1-2 0,0 0 6 15,0 1 6-15,1-1 13 0,-1 2 10 0,0 0 39 16,0 1 17-16,2 2 4 0,-2-2-7 0,0 0-18 16,0 3-16-16,0-2-39 0,0 3-28 15,0-2-18-15,0 1-24 0,3 1-12 0,-3-2-16 16,0 1-7-16,0 2-6 0,0-2-10 16,0 1-4-16,0 0-6 0,0 0-6 0,-3 0-8 15,3 0-7-15,0 1-4 0,-2 1-3 0,2-1-2 16,-3 2 2-16,2 1-3 0,-1-2 2 15,0 4 0-15,1-2-2 0,-2 2-4 0,1 0-3 16,0 0 6-16,-1 1 1 0,3-1-3 16,-2 2 5-16,-1-1 0 0,2-2 6 0,1 1-4 15,-5 1 1-15,5-2 1 0,-1 3-3 0,-1-3-1 16,2 3-4-16,0-1-1 0,0 0-2 16,0 0-4-16,0 0-1 0,2 1 5 0,-1 0 0 15,1-1 0-15,1 0-1 0,0 1 4 16,0 1 0-16,-1-1-5 0,1 1-2 0,-1 1 9 0,1 0 11 15,-2-1 3-15,1 3 7 0,0-2 1 16,-1-1 3-16,-1 2-10 0,3-1-10 0,-1 0-1 16,2-1-8-16,-2 1-3 0,1-2-2 15,-1 1-5-15,1 1 2 0,-1-3 0 0,1 1 3 16,-2-1 2-16,3 0 6 0,-1 0 0 16,0 2-1-16,0-2-1 0,0 1 1 0,0-1-3 15,0 2-4-15,1-2 2 0,-3 1 1 0,2 1 1 16,-1-1 0-16,1 0-1 0,0 1-1 0,1 0 0 15,0 1 0-15,-1-2 1 0,0 3-2 16,-1-2 1-16,0 3 1 0,-1 0 1 16,1-1 0-16,-1 1-4 0,-1 2 0 0,0-1-1 15,2 0-1-15,-2 3 0 0,0-2 0 0,0 1 3 16,2-1 0-16,-2 0 5 0,1 2 13 0,-1-3 7 16,0 2 9-16,2 1 2 0,-2 0 4 15,0-1-2-15,0 1-11 0,0 0-4 0,0 1-5 16,0-1-2-16,0 2-5 0,0-1-3 15,0 1 2-15,0-1-3 0,0 2-6 0,0 0-3 16,0 0-3-16,0 2 7 0,0-3-3 0,0 4-3 16,0-3-1-16,0 3 9 0,0-1-2 15,0 0 2-15,0 1-3 0,0 1 4 0,-2-1 5 16,2 2 9-16,0 1 16 0,0 0 10 0,0 1 13 16,2 0 6-16,-2-1 4 0,1 3-6 15,-1-3-9-15,2 1-12 0,0-1-9 0,-1 0-7 16,-1-1-7-16,0 2-6 0,3-1-1 0,-1 0-2 15,-2 1 1-15,0-1 2 0,0 2 4 16,0-1 1-16,0 1-1 0,0-1 0 0,0 0-3 16,0-2-2-16,0 1-4 0,0-2-2 0,0-1-1 15,0 1 0-15,0-3 2 0,1-1-1 16,-1 0-1-16,0 0 1 0,0-1-1 0,2-2 1 16,-1-1-2-16,-1-1 1 0,2 2 3 0,0-4 0 15,-2 4-3-15,1-5 1 0,-1-1-1 16,0 2-2-16,0-5-1 0,0 1-2 0,0-3 1 15,0-2-1-15,0 0 0 0,0-4 1 16,0-1-1-16,-1-2 1 0,1 0 0 0,-2-1 1 16,0-2 0-16,1 0 1 0,-1 0 1 15,1-3 2-15,-4 2 1 0,2-2 0 0,0 0 2 16,0 1 0-16,-1 0-1 0,0 2 0 0,-1-1 3 16,0 2 1-16,-1-1 1 0,0 1 1 15,-1 1 5-15,2-1 3 0,0 0 2 0,1 0 0 16,-1-2 3-16,1 0-1 0,-1-2 1 0,2 1-4 15,-1-3-3-15,1 1-1 0,-2-2-2 16,-1-1 1-16,2 1-1 0,-1-1 0 0,-2-1 1 16,-1 1 2-16,-1-4-1 0,1 2-1 0,-3 2-2 15,-1-4 1-15,-1 3 0 0,-3-2-2 16,2 0 0-16,-5 2-2 0,1-1 0 0,-2 1 1 16,-1-2 0-16,0 1 0 0,-2 1 3 0,-1-1 1 15,2 2 0-15,0-2 1 0,-2 1 0 0,-1-1 0 16,1 2 1-16,3-1 0 0,-2 0 1 15,1 1-3-15,1-2-2 0,-1 2-2 0,3 0-4 16,2 2-3-16,-2-2-1 0,3 1-1 16,0 0-2-16,5-1 1 0,-1 2-1 15,4-2-1-15,-1 0-1 0,5 1 0 0,-2-1-2 0,3 2 0 16,-1-2-1-16,4 0 0 0,0 0 0 16,0 0 0-16,0 0 1 0,4 0 1 0,-3-2-1 15,1 2 1-15,1-1-1 0,0 1 0 16,0 0-2-16,0 0-5 0,0 0-7 0,1 0-9 15,-3 0-15-15,2 0-18 0,1 0-33 0,-4-2-63 16,1 2-67-16,-1-1-104 0,0 0-170 16,0 1-301-16,0 0-310 0,0-3-237 0,0 0-146 15,0 0 267-15,0-3 618 0</inkml:trace>
  <inkml:trace contextRef="#ctx0" brushRef="#br1" timeOffset="28408.15">16269 7618 226 0,'-3'-2'811'0,"-3"-1"409"15,-1 3 116-15,-2 0-98 0,1 4-365 16,-2-2-284-16,2 1-156 0,-2 3-95 0,-2-1-83 16,3 1-84-16,-2 2-58 0,1 1-33 15,1 1-18-15,-1 1-12 0,2-2-9 0,0 4-5 16,0 1-6-16,-1-2-3 0,3 1-5 0,-1 2-2 15,3-2-2-15,-4 0-3 0,3 1-3 16,-1-1-3-16,1 2 0 0,0-2-2 0,0 2-2 16,-1 2-2-16,2-2-1 0,-3 3 0 0,4 0-1 15,-2-2 0-15,0 2-1 0,4-3 0 16,-2 0 0-16,3-2-1 0,3 0 0 0,1-4 1 16,3 0-2-16,3-3 0 0,3-1 1 0,0-1-1 15,6-1-1-15,0-3-2 0,3 0-9 16,4-2-15-16,-1-1-32 0,2-2-79 0,-2-2-107 15,2 0-227-15,-2-2-298 0,2-2-370 16,-2 0-418-16,-4-1-157 0,-2-1 386 0,-2-1 831 16</inkml:trace>
  <inkml:trace contextRef="#ctx0" brushRef="#br1" timeOffset="29314.16">12496 6928 95 0,'2'0'701'0,"1"0"544"0,-1 3 164 16,-1 0-119-16,1 1-366 0,-2 2-343 0,0 5-180 15,2 1-108-15,-2 5-73 0,1 3-59 16,-1 8-46-16,2 3-29 0,0 7-14 0,-1 5-11 16,2 5-5-16,0 7-6 0,0 2-11 0,0 4-4 15,-1 0-7-15,1 2-6 0,0 3-5 16,-1 1-4-16,1-3-2 0,-1 3-4 0,1-2-2 16,0-4-3-16,-1-4-3 0,2-2-1 15,-1-8-2-15,-1-5 0 0,1-6-2 0,-1-5 0 16,0-8-4-16,-1-5-8 0,2-3-15 0,-1-9-30 15,-2-6-69-15,2-6-72 0,-4-9-102 16,2-7-157-16,0-8-255 0,-2-5-313 0,2-5-220 16,0-2-171-16,2-6 139 0,1-4 535 0</inkml:trace>
  <inkml:trace contextRef="#ctx0" brushRef="#br1" timeOffset="29555.61">12832 6874 293 0,'12'-22'955'0,"-2"4"457"15,-1 7 33-15,-4 5-213 0,0 6-458 16,-4 6-275-16,1 5-151 0,0 3-96 0,-2 7-73 16,0 8-54-16,0 4-32 0,-2 8-17 15,0 5-11-15,-1 5-9 0,0 6-10 0,0 5-12 16,-2 1-8-16,-1 2-10 0,3 0-7 0,-2-2-4 16,2 0-2-16,-2-4 0 0,3-3-2 15,-1-4 1-15,2-2-2 0,1-6-1 0,0-2-2 16,0-3-1-16,0-3-6 0,0-2-10 0,0-4-19 15,-2-7-38-15,0-1-72 0,-2-5-87 0,-1-4-152 16,-3-5-255-16,2-5-321 0,-5-5-337 16,1-5-210-16,-1-5 40 0,-3-3 603 0</inkml:trace>
  <inkml:trace contextRef="#ctx0" brushRef="#br1" timeOffset="29840.53">12328 7729 13 0,'3'2'577'0,"1"-4"515"15,-1-1 196-15,0-1-80 0,2-2-203 16,2-2-361-16,2-3-192 0,5-2-101 0,1-3-63 16,5-5-52-16,2-2-75 0,5-5-52 0,3-4-26 15,6-3-17-15,3-2-9 0,2-2-10 16,1 0-14-16,1-1-9 0,-2 2-12 0,2 1-7 15,-4 2-5-15,-4 5-3 0,-1 2-1 16,-3 6-3-16,-6 1 1 0,-1 8-1 0,-5 3-11 16,-5 5-28-16,-4 5-72 0,-5 3-78 0,-3 6-149 15,-8 5-270-15,-2 3-324 0,-1 2-357 16,-4 3-223-16,-3 1 23 0,-2 2 612 0</inkml:trace>
  <inkml:trace contextRef="#ctx0" brushRef="#br1" timeOffset="30077.92">12538 7818 135 0,'-2'13'761'0,"0"0"463"0,2-3 63 0,0-1-171 16,2 0-405-16,1-3-321 0,4-1-113 0,2 0-31 16,2-2-16-16,2-1-17 0,6-4-2 15,1-4-29-15,3-1-45 0,3-5-48 0,1-1-29 16,2-4-16-16,2-3-22 0,1-1-11 0,1-2-8 15,0 0-4-15,-1-2 0 0,1-2-1 16,-1 4-2-16,-2-1-39 0,0 4-77 0,-3-1-91 16,-2 3-179-16,-3 2-293 0,0 1-342 0,-1 2-326 15,-2 2-149-15,-3 2 212 0,-1-1 661 16</inkml:trace>
  <inkml:trace contextRef="#ctx0" brushRef="#br1" timeOffset="30580.75">13385 7480 158 0,'1'12'861'0,"-1"2"513"0,0-1 6 0,0 2-200 15,0 4-349-15,2-2-311 0,1 4-180 0,2 1-92 16,-2 4-46-16,4 1-36 0,2 4-57 16,-1 1-32-16,3 6-21 0,2 5-11 0,-4 4-7 15,3 5-11-15,0 5-9 0,-3 3-8 16,1 2-5-16,2-1-2 0,-4-1-1 0,1-3 0 15,1-4 0-15,-3-5 1 0,-2-7 2 16,-1-5-1-16,0-5 7 0,-3-7 5 0,-1-6 2 16,-1-6-1-16,-3-8 1 0,-2-5-3 0,-1-7-7 15,-3-10-6-15,0-3 1 0,0-6-2 0,-3-5 1 16,1-6 0-16,-2-7 0 0,1-6 1 16,-1-8-2-16,0-6-2 0,3-6-2 0,0-4-1 15,5-2 1-15,2 1 1 0,1 1 1 0,5 5 1 16,1 2 3-16,2 8-1 0,2 5-1 15,5 3-2-15,2 9-1 0,2 2 0 0,1 7 0 16,2 5 0-16,0 5 0 0,0 5 0 16,2 3 1-16,-3 8 1 0,2 2 0 0,-2 4 1 15,0 5 0-15,-1 3 1 0,-1 3 1 16,-2 3 0-16,-1 2 3 0,-2 5 2 0,-3 2 1 16,-2 5 1-16,-4 0 2 0,0 2 2 0,-4 2-2 15,-3 3-1-15,0 0 0 0,-4-2 0 0,-2 2-4 16,-2 0 0-16,-2-1-2 0,-2-2-1 15,-3 2 0-15,-2-4-3 0,-1-2 0 0,2 1-1 16,-3-8 0-16,5-1-2 0,1-1 0 16,4-4-4-16,0-4-10 0,6-3-16 0,3-2-28 15,2-6-64-15,3-2-74 0,3-5-110 0,4-4-176 16,4-3-298-16,3-4-329 0,4-1-246 16,2-5-151-16,2 1 284 0,0-4 624 0</inkml:trace>
  <inkml:trace contextRef="#ctx0" brushRef="#br1" timeOffset="30941.3">13889 7342 163 0,'5'-7'1111'0,"-3"5"666"0,-7 5-135 16,-3 5-367-16,-6 2-454 0,-2 3-325 15,-3 6-225-15,-3 5-100 0,1 1-50 0,-1 3-31 16,0 3-23-16,3 2-16 0,2 0-12 16,4 1-10-16,1 1-10 0,5-1-6 0,2 0-6 15,5-5-4-15,2-2-3 0,5-4-3 0,2-5-1 16,3-6-2-16,3-7-2 0,4-5-3 15,-1-5-6-15,3-6-9 0,0-6-11 0,1-8-11 16,-3-2-10-16,3-2-7 0,-2-5-4 16,-2 1 4-16,-2-1 7 0,-2 2 11 0,-2 2 10 15,-3 4 12-15,-5 3 11 0,0 5 8 0,-3 1 7 16,1 5 5-16,-2 3 2 0,-2 4 2 16,1 1 1-16,-1 4 0 0,0 4-1 0,1 1 0 15,-1 2-1-15,1 4 0 0,1 3 0 0,0-1-1 16,0 2-1-16,0 2-1 0,1 1-2 15,1 0-1-15,-1 0-2 0,3 0 0 0,-3 0-1 16,2-3-1-16,3 2-1 0,-1-6-1 0,2 0-10 16,-1-5-43-16,2-2-83 0,0-6-113 15,-2-2-191-15,4-5-304 0,-1-3-366 0,2-4-349 16,0-2-128-16,0-6 355 0,2 2 679 16</inkml:trace>
  <inkml:trace contextRef="#ctx0" brushRef="#br1" timeOffset="31224.95">14218 7363 424 0,'8'11'939'0,"-3"3"282"16,2 3-26-16,-3 3-240 0,2 2-255 0,-1 3-185 16,0-2-122-16,0 3-69 0,1-3-59 15,-1 0-71-15,2-2-76 0,-2-2-56 0,2-2-29 16,-2-3-11-16,-1-3-4 0,2-6 0 0,-3-3 1 16,1-5 4-16,-1-5 6 0,0-2 4 15,0-6 2-15,-1-3 1 0,-2-3 0 0,0-2 0 16,0-3-5-16,-2-3-5 0,-1-1-3 15,2-4-4-15,-3 1-1 0,1-2-1 0,0 5-3 16,-3 1 0-16,4 5-3 0,-1 3-1 0,2 3-6 16,1 4-2-16,0 3-4 0,0 4-1 15,3 0-2-15,0 5-2 0,4 1-12 0,2 4-24 16,-3 2-57-16,5 3-73 0,-2 0-91 16,-1 3-159-16,2 1-253 0,2 0-317 0,1 0-266 15,3 3-176-15,0-5 74 0,1 0 552 0</inkml:trace>
  <inkml:trace contextRef="#ctx0" brushRef="#br1" timeOffset="31540.88">14656 7182 661 0,'-1'-3'1619'0,"-4"2"163"0,-6 2-344 0,1 2-384 16,-2 4-442-16,-4 4-270 0,0 2-137 0,-3 2-67 16,2 4-39-16,3 4-28 0,-2-1-20 15,3 5-15-15,3 3-11 0,1-1-9 0,3 3-5 16,3-1-5-16,1-3-3 0,5-2-4 15,2-5-1-15,4-5-2 0,1-5 0 0,3-7-2 16,2-8-3-16,1-5-8 0,2-8-8 0,-1-1-9 16,0-7-5-16,2-2-3 0,-6-1 2 15,1 1 9-15,-1 0 10 0,-3 3 9 0,-1 2 7 16,-3 5 5-16,-1 1 2 0,-2 5 4 16,0 3 1-16,-1 2-1 0,-2 3 1 0,0 5-2 15,-2 2-2-15,1 6-1 0,-1 1-2 0,1 6-1 16,-1 0-2-16,0 6-4 0,4 0-14 15,0 0-31-15,-2 0-71 0,1 1-79 0,-1-2-139 16,2 0-221-16,-1-1-320 0,3-4-349 16,-1 2-230-16,3-2-68 0,-2-6 485 0,1-1 612 15</inkml:trace>
  <inkml:trace contextRef="#ctx0" brushRef="#br1" timeOffset="32124.63">14823 7534 119 0,'0'-3'705'0,"0"-1"463"16,0-2 127-16,0 0-71 0,0-3-339 0,1-5-291 16,1 1-162-16,-1-5-98 0,4-1-64 0,-1 1-73 15,1-7-70-15,0 1-48 0,2 0-29 16,-1 1-15-16,3-2-12 0,-2 5-5 0,1 1-4 16,-2 4 0-16,0 2 3 0,-1 6 7 15,0 3 5-15,-1 6 3 0,0 2 0 0,-1 7 2 16,0 2-4-16,0 6-6 0,-2 1-5 0,2 4-4 15,-3 2-2-15,2 1-6 0,1 1-2 16,1 1-3-16,-1-4-2 0,0 1 0 0,3-4 0 16,0-6 0-16,1-4 0 0,-1-5 0 15,2-7 0-15,0-4 1 0,3-6 0 0,-3-5 1 16,3-4-1-16,0-6 0 0,-1 0 0 0,-1-3-1 16,2 0 1-16,-1 0-1 0,-1 3 0 15,-1 0 1-15,-2 4 0 0,1 4-2 0,-1 4 0 16,-1 1 1-16,1 4 0 0,-3 3 0 0,0 4 2 15,1 3 1-15,0 5-1 0,-2 4 1 16,1 2-1-16,-1 2-1 0,1 1 0 0,1 2-1 16,0 2 0-16,-1 0-1 0,2-2 0 0,-2 1-1 15,2-2 0-15,1-6-1 0,2 0 0 16,-2-7 1-16,2-4 0 0,0-5-1 0,3-6 1 16,-2-3-3-16,0-4 0 0,0-5-2 15,0 0 0-15,-2-4 0 0,1 0 1 0,-1-1 4 16,1 2 0-16,-1 2 1 0,-1 3 1 0,-1 0 1 15,2 6 0-15,-3 3 0 0,1 2 0 16,-1 2 2-16,1 6 2 0,-2 2 3 0,1 6 3 16,2 5 2-16,-5 2 0 0,2 4-2 15,1 4 0-15,0 0-4 0,-2 3-3 0,1 0-2 16,0 0-1-16,3 0-2 0,-2-1-1 0,0-3-3 16,1-2-10-16,-2-1-20 0,1-3-54 15,-3-6-80-15,-1 0-150 0,0-5-274 0,-1-2-322 16,-1-2-393-16,2-1-330 0,-2-1-6 0,2-1 702 15</inkml:trace>
  <inkml:trace contextRef="#ctx0" brushRef="#br1" timeOffset="34297.05">11203 10551 80 0,'0'-2'656'0,"2"2"469"0,-4 2 130 15,0 4-123-15,-1-1-354 0,2 7-301 16,-2 2-100-16,3 4-53 0,0 4-28 0,3 6-33 16,-2 3-32-16,4 6-55 0,2 1-61 0,-1 6-33 15,0 3-22-15,5 3-13 0,-3 3-6 16,0-1-8-16,3 2-4 0,-3-1-6 0,2-2-5 16,-2-3-3-16,1-3-5 0,-3-7-3 15,1-1-2-15,-1-9-1 0,0-3-2 0,-3-6 0 16,2-3-1-16,-2-4 0 0,-1-1 2 0,-2-7 1 15,0-2 1-15,-2-6 2 0,-3-4 1 0,1-8 0 16,-4-6-3-16,2-7-1 0,-2-8 1 16,-2-4-2-16,1-8-2 0,-2-3-1 0,-1-5 0 15,-2-5-2-15,3 0-1 0,-3-3 0 0,3 2 2 16,0 0 1-16,2 6 1 0,2 1-6 0,2 5-1 16,4 6-4-16,1 5-2 0,1 4-3 15,6 3 0-15,1 6 10 0,4 2 6 0,1 5 3 16,4 1 2-16,-1 6 2 0,5 0 0 0,-1 3-4 15,2 5-3-15,0 0-2 0,-1 2 1 16,-2 3 0-16,1 0 1 0,-5 3 2 0,2 3 6 16,-4 2 5-16,1 0 5 0,-4 5 6 15,-4 0 2-15,2 4 5 0,-7 2-2 0,-1 5-4 16,-3 1-4-16,-5 1-4 0,-3 6-4 0,-2-1-3 16,-1 5-2-16,-3-3-2 0,-2 2 0 15,-1-1-1-15,0-1-2 0,1-5 0 0,1 0-2 16,2-6-2-16,2-1-1 0,2-5-2 15,3-1-3-15,2-5-9 0,3-3-13 0,2 1-23 16,2-4-71-16,2 2-82 0,2-6-157 0,3 0-275 16,2 0-328-16,1-7-397 0,4 2-238 15,-1-2 45-15,2-4 699 0</inkml:trace>
  <inkml:trace contextRef="#ctx0" brushRef="#br1" timeOffset="34716.47">11821 10345 490 0,'0'-11'1490'0,"-6"8"280"16,-5 3-304-16,2 0-353 0,-7 3-464 0,3 4-303 15,-3 3-148-15,-1 2-70 0,0 5-40 0,-1 4-25 16,2 4-21-16,0 5-13 0,2 3-11 0,2 3-3 16,3 1-5-16,0 2-3 0,6 1-4 15,2-5-2-15,2-2-1 0,4-4-2 0,2-5-2 16,5-4 0-16,-1-7-1 0,3-5 1 0,2-5 1 15,-2-6 0-15,2-6 2 0,-2-3-2 16,2-6 1-16,-2-2 0 0,-1-4-2 0,2-2-2 16,-5 1-2-16,1-1-3 0,-2 0-1 0,0 0-3 15,-3 4 3-15,-3 2 2 0,0-1 2 16,1 3 5-16,-2 5 2 0,-2 0 3 0,0 5-1 16,0 1 1-16,-2 3 0 0,0 1-1 0,0 2-2 15,1 2 0-15,-1 0-2 0,-1 4 2 16,1 3-2-16,2 3 1 0,-3 2 0 0,3 3 0 15,2 4-1-15,-1 2 0 0,1 1 1 16,3 1-2-16,0-3 1 0,2 3-2 0,1-5-9 16,2-1-26-16,2-6-69 0,-1-3-71 15,2-5-120-15,1-2-195 0,-1-4-312 0,1-7-337 16,-1 0-246-16,-1-4-131 0,0-5 354 16,-1 0 626-16</inkml:trace>
  <inkml:trace contextRef="#ctx0" brushRef="#br1" timeOffset="34957.83">12063 10418 220 0,'5'-6'698'0,"-2"6"406"0,0 7 117 16,-1 3-228-16,0 7-255 0,1 2-174 0,0 7-124 16,3 2-94-16,-1 2-63 0,1-1-53 0,-1 2-56 15,2-3-61-15,0 1-46 0,1-3-28 16,-2-6-16-16,1 0-9 0,2-6 0 0,-3-4 8 16,2-2 8-16,-3-5 12 0,2-6 5 0,-1-5 3 15,0-4 0-15,-1-6-5 0,0-5-8 0,0-2-4 16,-1-4-3-16,2-3-1 0,-4-1-6 15,-1-2-4-15,1 2-4 0,-2-1-7 0,2-1-3 16,-2 4-4-16,0 2-2 0,0 5-2 16,0 4-4-16,1 3-14 0,-1 6-26 0,2 5-75 15,1 3-85-15,0 4-165 0,2 5-289 16,0 5-326-16,3-1-377 0,-2 3-208 0,5 0 103 16,2-1 700-16</inkml:trace>
  <inkml:trace contextRef="#ctx0" brushRef="#br1" timeOffset="35674.76">12536 10414 648 0,'-5'0'1660'0,"-6"0"140"0,-1 2-366 15,-1 1-362-15,-3 2-474 0,3 0-289 16,-2 3-130-16,0 2-64 0,1 2-37 0,3 3-27 16,1 0-20-16,0 2-11 0,3 1-8 0,4 1-5 15,2 0-4-15,2 0-3 0,2-1-1 16,2-4-3-16,4-1 0 0,1-5-1 0,4-3 1 15,4-7 0-15,0-2-4 0,0-5-3 0,2-4-6 16,1-4-6-16,0-2-6 0,1 0-5 16,-3-3 1-16,1 1 4 0,-1 2 4 0,-3 1 7 15,1 1 5-15,-2 4 5 0,-1 2 4 16,-5 2 1-16,1 3 2 0,-1 2 0 0,-1 4 2 16,-3 3 1-16,0 3 1 0,-2 4 1 15,0 4-1-15,-1 0 0 0,-2 4-1 0,3 0-1 0,-2-1-1 16,2 1-1-16,1-3-1 0,1 2 0 15,-2-4-1-15,2-1 1 0,-1-2 0 0,4 0-1 16,-2-6 1-16,1-1 2 0,-1-3 0 16,3-3 0-16,-1-3 2 0,2-2 0 0,-2 0-1 15,1-3 0-15,1-1 0 0,-1 1 0 0,2 1-1 16,-3-2 0-16,2 3 0 0,-1 2-1 16,-1 1 0-16,0 1 1 0,2 4 0 0,-3 2 0 15,1 2 0-15,0 5 0 0,-1 2 1 16,0 2-1-16,1 4-1 0,0 1-1 0,0 3 1 15,1-3-1-15,1 3 0 0,0-2 0 0,1-3 2 16,-2-3-2-16,2-3 1 0,0-6 0 0,-1-5 0 16,-1-5 1-16,2-5 1 0,-3-6 0 15,0-7 1-15,3-2 1 0,-5-6 0 0,1-5 0 16,-1-6-1-16,-1-2-1 0,0-8 0 16,1-1 0-16,-3-6-2 0,0-3 0 0,2-3 1 15,-2-1 1-15,2-2 0 0,-2-3 0 0,-1 3 1 16,2 2 0-16,-1 6 1 0,-3 10 7 15,0 6 5-15,2 9 6 0,-2 5 3 0,0 8 0 16,0 7 0-16,-2 4-8 0,2 7-4 16,0 8-4-16,-3 5-2 0,3 9 1 0,-1 4 2 15,-2 7-1-15,3 6 3 0,-2 6 0 0,2 6 1 16,0 4-1-16,0 4 0 0,0 4 0 0,2 3 0 16,-2 2-3-16,3-1-1 0,0-1-2 15,0 0-3-15,0-4-2 0,2-4-2 0,2-4 0 16,-1-3-3-16,2-8 0 0,0-1-8 15,-2-7-14-15,2-3-30 0,-2-6-77 0,-3-6-115 16,0-3-232-16,-3-5-302 0,-3-6-374 0,0-5-438 16,-5-2-151-16,0-4 460 0,-1-1 822 15</inkml:trace>
  <inkml:trace contextRef="#ctx0" brushRef="#br1" timeOffset="35856.74">13018 10176 87 0,'-5'-5'887'0,"1"3"671"15,-1 1-12-15,2 2-305 0,1 1-411 0,1 1-378 16,2-1-234-16,3 1-111 0,2 0-53 16,5-1-25-16,0 1-13 0,6 1-7 0,1-1-3 15,2 0-26-15,2 1-71 0,-1 2-102 0,1 0-196 16,3 3-286-16,1 0-325 0,-4 3-341 16,5-1-157-16,0 1 281 0,-1 0 671 0</inkml:trace>
  <inkml:trace contextRef="#ctx0" brushRef="#br1" timeOffset="36359.53">13548 10179 76 0,'-8'-5'722'15,"-3"0"588"-15,0 3 134 0,0 0-161 16,-2 0-356-16,2 2-368 0,0 0-197 0,3-1-119 16,0 1-69-16,2-3-59 0,1 0-49 0,1 0-34 15,2 0-20-15,2-1-7 0,3-1-4 16,2 2-1-16,-4 0 0 0,2 0 0 0,1 2 3 15,-1-1 1-15,-2 1 7 0,1-1 8 16,0 2 12-16,-1 0 10 0,-1-1 7 0,0 1 8 16,2 0-2-16,0 0-4 0,-2 0-7 0,0 0-5 15,1 0-7-15,-1 0-5 0,0 1-6 0,2-1-4 16,-2 0-2-16,1 2-1 0,2 1-1 16,0 1 2-16,-1 2 0 0,1 4 0 0,0 4 0 15,-1 4-3-15,1 5 0 0,-1 3 1 16,1 4 2-16,-1 4 1 0,1 2 0 0,-2 3-1 15,4 2-3-15,-2-2-4 0,0-3-3 0,0-1-3 16,2-6-1-16,-2-4-1 0,-1-5 0 16,1-4 1-16,0-4 1 0,3-5 3 0,-3-5 1 15,2-4 2-15,0-8 0 0,0-4 1 0,1-3-1 16,0-4-2-16,1-2-2 0,-1 1 0 16,-1-2-1-16,1 0 0 0,0 1-1 15,-1 2 0-15,0 1-1 0,-2 4 1 0,0 1-1 0,1 3-1 16,-3 3 1-16,1 2-1 0,1 1 1 15,0 3 0-15,2 2 0 0,-2 2 0 0,2 2 0 16,-1 1-1-16,1 1 1 0,0 1-1 16,1 0 0-16,-1 0-1 0,0-2 1 0,-1-1-1 15,1-2 1-15,2-2 0 0,0-2 0 0,-2-4-1 16,1-1-7-16,1-2-15 0,-1 0-27 16,-1-1-72-16,-4 0-106 0,2 2-244 0,-3 0-297 15,0 2-374-15,0 4-451 0,2-2-206 16,0 4 437-16,3-1 908 0</inkml:trace>
  <inkml:trace contextRef="#ctx0" brushRef="#br1" timeOffset="37292.01">14628 9541 64 0,'1'-33'623'0,"1"6"490"16,0 4 174-16,-1 8-71 0,-1 4-285 0,4 5-292 16,-3 9-180-16,2 6-103 0,3 9-62 15,-1 6-56-15,1 8-70 0,3 7-48 0,-3 10-24 16,3 6-12-16,-1 7-7 0,-1 5-7 0,-3 6-10 16,1 8-10-16,-4 7-10 0,1 5-11 15,-2 1-11-15,1-1-8 0,-1-3-7 0,4-5-3 16,1-10-3-16,3-10-7 0,2-8-12 0,0-10-16 15,0-10-26-15,2-12-62 0,-4-9-83 16,0-12-144-16,2-10-230 0,0-12-313 0,3-9-367 16,0-10-276-16,1-11-39 0,-1-10 582 0</inkml:trace>
  <inkml:trace contextRef="#ctx0" brushRef="#br1" timeOffset="37475.68">14977 9758 52 0,'4'-57'606'15,"0"13"516"-15,-2 8 280 0,-2 9-31 16,-2 7-363-16,-1 9-334 0,0 10-208 0,-2 6-120 15,0 8-96-15,1 8-83 0,-1 8-56 0,0 7-31 16,-1 5-19-16,1 8-12 0,2 3-9 0,-2 7-8 16,0 2-9-16,0 5-6 0,-2 0-7 15,4 2-5-15,1-5-5 0,2-5-12 0,2-7-16 16,1-6-38-16,3-6-78 0,-3-7-96 16,0-8-172-16,1-7-291 0,-4-3-341 0,0-4-360 15,-4-8-176-15,-1-3 178 0,-4-5 686 0</inkml:trace>
  <inkml:trace contextRef="#ctx0" brushRef="#br1" timeOffset="37691.07">14516 10312 500 0,'6'1'1518'0,"0"3"243"15,2-2-330-15,2-2-360 0,4 0-468 0,2-2-307 16,4-3-149-16,4-6-64 0,4 0-33 15,4-5-14-15,1-7-8 0,7 0-10 0,-1-4-6 16,5-3-3-16,1-1-4 0,0 0-4 0,-2 3-3 16,-1 1-10-16,-5 3-62 0,-4 5-81 15,-7 4-154-15,-9 3-273 0,-3 4-321 0,-9 6-399 16,-5 4-291-16,-9 6 32 0,-5 4 694 16</inkml:trace>
  <inkml:trace contextRef="#ctx0" brushRef="#br1" timeOffset="37889.14">14750 10374 157 0,'-5'20'919'16,"3"-2"549"-16,2-4-30 0,5-2-260 16,1-6-429-16,8-4-281 0,1-4-189 0,4-4-91 15,3-4-43-15,3-4-27 0,5-4-16 0,5-6-46 16,4-3-27-16,3-1-13 0,2-4-8 0,5-2-6 16,-3 4-26-16,1-2-78 0,-4-1-89 15,-1 3-173-15,-3 3-287 0,-3 0-332 0,-4 5-361 16,-2 2-185-16,-4 2 183 0,0 5 681 0</inkml:trace>
  <inkml:trace contextRef="#ctx0" brushRef="#br1" timeOffset="38358.65">15668 9606 44 0,'-5'-6'637'15,"1"0"619"-15,-1-1 273 0,2 3-130 0,0 0-394 16,-1-1-386-16,1 0-208 0,3-1-139 0,-1 0-96 16,2 0-66-16,2-2-41 0,4-3-27 15,1 1-13-15,1-2-9 0,4 1-2 0,1-4-8 16,0 3 2-16,4 0 3 0,-2 3 5 15,2 2 2-15,2 2 5 0,-2 4 4 0,1 2-1 16,-1 5 0-16,-1 3-1 0,-1 5-1 0,-2 2-3 16,-1 4-2-16,-3 2-3 0,-1 5 1 15,-4 2-1-15,-2 1 0 0,-5 4 2 0,-1 3 2 16,-3 4 3-16,-4 0 3 0,-1 2 3 16,-2 2 2-16,-4 3-34 0,0 0-1 0,-1 4 0 15,-4 1 0-15,3 2 0 0,-3 3 0 0,3-3 0 16,3 1 0-16,-1-2 0 0,4-4 0 15,2 2 0-15,5-5 0 0,1-6 0 0,5-1 0 16,3-6 0-16,2-6 0 0,7-1 0 0,0-4 0 16,5-4 0-16,2-5 0 0,3-2 0 15,5-5 0-15,0-2 0 0,1-4 0 0,1-2 0 16,-2-1 0-16,1-1 0 0,-1-1 0 0,-3-2 0 16,-4-1-58-16,-2-1-272 0,-3 1-258 0,-2 0-332 15,1 0-423-15,-6-2-481 0,-1 4-7 16,-1 2 813-16</inkml:trace>
  <inkml:trace contextRef="#ctx0" brushRef="#br2" timeOffset="47875.41">17107 3231 37 0,'5'0'303'0,"-4"0"194"15,2-2 166-15,-1 2 10 0,0 0-131 0,-2 2-62 16,1-2-41-16,-1 0-23 0,0 1-32 0,0-1-57 16,2 0-70-16,-1 2-66 0,-1-2-55 15,0 1-41-15,2-1-29 0,-2 0-19 16,0 2-4-16,2-1 0 0,-1 2-2 0,-1 0-1 15,2 1 10-15,0 1 5 0,-1 3 0 0,2 0 6 16,0 0-2-16,-1 1-5 0,-1 0 16 0,2 3 23 16,-1 0 27-16,-2 1 19 0,3 0 5 15,-1 1 2-15,-1-2-22 0,-1 4-25 0,2-1-31 16,0 0-18-16,-1 2-9 0,-1-1-9 16,0 0-4-16,2 0-2 0,0 3-2 0,-2 0-10 15,0 0-6-15,1 1-1 0,-1 1-2 0,2 0-1 16,-1-1-2-16,2 4 0 0,-1-5 2 15,-2 4-3-15,1-3 0 0,1 0-1 0,-1 1 0 16,1 0 1-16,-2 0 0 0,2-1 0 16,-1-1 1-16,1 3 2 0,-1-3-2 0,-1-1 0 15,2 0-1-15,0 2 3 0,-1-4-1 16,-1 2 0-16,4 0 0 0,-3 0 1 0,1-1 0 0,-1-1-3 16,1 1 1-16,2 0-1 0,-1 2 1 15,-1-3-1-15,1 0 0 0,1 2-1 0,-3-2-1 16,2 1 2-16,1-2-2 0,-1 1 0 0,-2-1 1 15,4 1 0-15,-4 0 0 0,2 0 0 16,-1-2 1-16,0 1-1 0,-1 0-1 0,3 0 2 16,-4 1-1-16,1-2-1 0,1 1 1 15,-1 0 0-15,-1 2 1 0,2-2 4 0,0 1 6 16,-1 0 2-16,-1 3 0 0,2-2 2 16,-1 0 0-16,1 1-4 0,-2 1-4 0,4-2-1 15,-4 4-1-15,2 0-2 0,0-1-1 0,-2 4 0 16,0-2-1-16,1 3-1 0,-1-3 0 0,0 2 3 15,2 0-2-15,-2 0 1 0,1 0-1 16,-1-2-1-16,0 1 0 0,2-1 0 0,-2-1 1 16,2 0-1-16,-2 0 1 0,1 0 0 15,-1 0 1-15,2-1 0 0,-2 2 2 0,1-1 4 16,-1 3 3-16,0-4 0 0,0 4 1 0,0-1 0 16,0-1-4-16,-1 0-2 0,1 2-3 15,-2-1-1-15,2-1 1 0,-1 2 4 0,1-1 3 16,-2 1 1-16,2-2 0 0,-2 0 2 15,2 2-2-15,0-1-4 0,0-1-2 0,0 2-1 16,0-3-1-16,0 2-1 0,0 0 0 0,0-2 1 16,0 0 0-16,0 0-2 0,0 1 0 0,0-1 1 15,-1 0 0-15,-1-1-1 0,2 4 1 16,-1-2 4-16,-1 0 5 0,0 4 2 0,0-3 0 16,0 2 1-16,0 1-1 0,1-1-5 15,1 0-3-15,0 1-3 0,0 0-2 0,0-1 0 16,0-1 0-16,0 2 0 0,1-4 1 15,-1 3 1-15,0 0 0 0,2-1 0 0,-2 0 2 16,0 1-2-16,0 1 1 0,0 1 0 0,0-2-1 16,0 2 0-16,0 2 0 0,0-3-1 0,0 3 0 15,0 0-1-15,0-1 1 0,2-1 0 16,-2 2-1-16,2-4 2 0,-2 1-2 0,0-2 2 16,0-2-1-16,0 0-1 0,2-2 0 0,0 1 0 15,-2-3 1-15,0 4-1 0,1-5-1 16,1 4 0-16,-2-1 0 0,1 1 0 0,-1-2 0 15,0 3 0-15,2-1 1 0,-2 1 0 16,2-2 2-16,-2 3-1 0,0-2 1 0,0 2 0 16,-2-3 0-16,0 4 1 0,2 1-2 0,-1-1 0 15,-1 2-1-15,1 1 1 0,-3 1 0 16,2-1-1-16,0 0 0 0,0 1 0 0,1-1 0 16,1 0 0-16,-2-2 0 0,2 3 1 15,0-3-1-15,2 1 0 0,-2-1 0 0,1-1 1 16,-1 1-1-16,0-3 0 0,2 0 0 15,-2 0-1-15,0-1 1 0,2-4-1 0,0 1 1 16,-2-2 0-16,0 2 0 0,2-5 0 0,0 2 0 16,-1-2 2-16,-1 1 0 0,2-3 1 0,-1 4 0 15,1-4 0-15,0 0 0 0,1-1 0 16,-2 1 0-16,3-1-1 0,-3 0 2 0,2-2-1 16,-1 1 0-16,1-1 0 0,2 0 0 0,-4-1 0 15,2 0 0-15,-1 1-1 0,0-2 2 16,-1 1-1-16,2 1 1 0,-3-3-2 0,2 2 1 15,-2-1 1-15,3 0 0 0,-3 0 0 0,2 0 1 16,-1-1 0-16,-1 2 0 0,2-1 0 16,-2 3 0-16,0-1-1 0,0 3 0 0,0 0 0 15,0-1 0-15,-2 1-2 0,2-1 2 16,0 1-1-16,0-2 1 0,0-1 0 0,0-1 0 16,2-1 0-16,-2-3-1 0,0 0 0 0,0 0 1 15,0-1-1-15,0-1 2 0,0 0 2 16,0-1 1-16,0 2 3 0,0-2 1 0,0 2 1 15,0-2-1-15,0 0 0 0,0 0-1 16,2 1-2-16,-2-1-1 0,1 0-2 0,-1 0-1 16,3 0 0-16,-1 1 0 0,1-1 0 0,-2 2 0 15,4-2 1-15,-2 0 1 0,1 1 1 0,-1-1-1 16,0 2 0-16,3-2 0 0,-3 0 1 16,2 1-1-16,-2 0-1 0,2 1 1 0,0-2-1 15,0 1 1-15,1 1-1 0,-2 0 0 16,3-1 0-16,-1 1 0 0,-1 1 1 0,4 0-6 15,-2-2-1-15,1 2 0 0,0-1 0 0,3-1 0 16,-2 0 0-16,1-1 0 0,2 0 0 16,1 0 0-16,1 0 0 0,0-1 0 0,-1 0 0 15,4-3 0-15,1 3 0 0,-2 0 0 16,2-2 0-16,0 1 0 0,1 1 0 0,1 1 0 16,0 0 0-16,2 0 0 0,-2 0 0 0,-1 0 0 15,3 0 0-15,0 0 0 0,-1 1 0 16,0-1 0-16,-1 2 0 0,-1-2 0 0,2 0 0 15,-5 1 0-15,2 1 0 0,0-1 0 16,-6 0 0-16,1-1 0 0,-2 2 0 0,-1-2 0 16,-2 0 0-16,-2 2 0 0,-2-2 0 0,1 1 0 15,-3-1 0-15,0 0 0 0,-1 0 0 0,-1 0 0 16,0 1 0-16,0-1 0 0,-1 2 0 16,1-2-13-16,-2 0-49 0,-1 0-51 0,-1 0-80 15,0 0-135-15,-1 0-242 0,1 0-309 16,-3 0-383-16,2 2-343 0,0-2-76 0,1-2 578 15</inkml:trace>
  <inkml:trace contextRef="#ctx0" brushRef="#br2" timeOffset="48255.93">17954 7831 184 0,'-1'-10'834'0,"-2"4"462"16,-1-1 28-16,1 3-177 0,2 0-379 15,-1 1-257-15,4-1-142 0,-1 0-84 0,2 1-46 0,2-1-43 16,3 1-56-16,2 0-56 0,2 1-30 16,3 0-18-16,2 2-10 0,-1 0-7 0,3 0-5 15,0 0-4-15,0 2-4 0,1 2-2 16,1-2-1-16,-2 3-2 0,1-2 0 0,-2 3 0 16,1 0 1-16,0 0 0 0,-2 3 0 0,0 0 2 15,-1-1-1-15,0 3 0 0,-3-1 0 16,-1 0 2-16,-1 1 2 0,-2-2 6 0,-3 1 6 15,-2 0 7-15,-1 0 5 0,-3 1 2 16,-4 1 1-16,-2 1-1 0,-2-2-3 0,-2 3-5 16,-2 0-3-16,0 2-5 0,-2-1-3 0,-2 1-2 15,0 0-3-15,1 1-3 0,0 0-1 16,-2-2-2-16,4 1 0 0,-1-1-3 0,3-2-1 16,0 0-2-16,2-2 0 0,2-1-8 0,2-3-13 15,2 1-28-15,3-2-78 0,2-4-89 16,-1 0-174-16,3-4-287 0,0 0-341 0,1-6-393 15,0-2-201-15,3-1 151 0,0-2 727 16</inkml:trace>
  <inkml:trace contextRef="#ctx0" brushRef="#br2" timeOffset="50256.87">18698 6724 378 0,'8'4'1252'0,"-1"0"412"0,-2 5-195 16,-2 3-318-16,0 6-483 0,2 4-258 0,-3 5-163 16,0 6-82-16,-1 6-43 0,-1 5-27 15,0 4-25-15,-1 3-20 0,-3 5-16 0,1-1-13 16,0 0-9-16,0-1-6 0,1-3-6 0,0-4-3 16,2-3-2-16,0-6-6 0,2-5-14 15,-2-4-33-15,2-5-76 0,-2-7-109 0,-2-2-186 16,-1-5-295-16,-2-7-348 0,-4-5-374 15,-2-5-180-15,-3-7 302 0,-1-5 709 0</inkml:trace>
  <inkml:trace contextRef="#ctx0" brushRef="#br2" timeOffset="50456.26">18576 6556 481 0,'0'-20'1387'16,"-2"3"328"-16,-2 3-267 0,-3 2-339 0,2 3-504 15,-1 0-247-15,2 1-165 0,0 4-83 16,1 1-44-16,1 0-25 0,2 2-19 0,2 1-15 16,1 1-7-16,4 5-6 0,3 2-25 0,3 5-71 15,1-3-76-15,1 6-136 0,2 0-247 16,1 0-324-16,-1 3-351 0,1 0-229 0,0-1-25 16,3 0 540-16</inkml:trace>
  <inkml:trace contextRef="#ctx0" brushRef="#br2" timeOffset="50863.16">19167 6606 471 0,'6'-12'1299'15,"-6"2"373"-15,-6 0-207 0,0 5-353 16,-5 3-464-16,-2 2-235 0,-3 2-165 0,-1 7-89 16,-1 2-51-16,-2 7-29 0,0 4-20 15,0 6-14-15,2 5-11 0,1 1-7 0,4 2-5 16,1 1-4-16,4 0-5 0,4-2-5 0,2-1-3 15,7-3-3-15,-1-6-3 0,5-5-2 0,0-3-2 16,5-9-1-16,2-3 1 0,3-11 1 16,0-5 0-16,2-6 3 0,2-11 1 0,-1-6 3 15,2-7 0-15,2-2 1 0,-3-2 1 16,-1-1 0-16,-3 2-1 0,-1 4 0 0,-5 3-1 16,-1 8-1-16,-6 5 2 0,-1 2-1 0,-2 6 1 15,1 4-2-15,-4 5 1 0,-4 4-2 0,1 4-1 16,-2 7 0-16,0 5 0 0,1 5-1 15,-4 5 0-15,3 1 0 0,0 2-1 0,1 4-1 16,0-1 0-16,3 4-1 0,-1-4 1 16,2 0 1-16,2 1 0 0,-1-2-1 0,3-1 1 15,-1-5 0-15,2-1-2 0,1-5-2 0,2-2-9 16,0-3-11-16,0-4-23 0,0-3-53 16,1-4-77-16,0-5-84 0,0-3-146 0,0-5-215 15,-1-2-318-15,1-2-271 0,-1-3-183 16,3-2 9-16,-1-2 485 0</inkml:trace>
  <inkml:trace contextRef="#ctx0" brushRef="#br2" timeOffset="51288.59">19506 6203 148 0,'1'-25'939'16,"-2"4"691"-16,-1 5-12 0,1 4-322 0,-3 1-454 15,-1 4-334-15,4 0-211 0,-2 6-127 0,1 1-65 16,0 3-34-16,1 2-22 0,1 6-10 15,0 2-3-15,1 5-2 0,1 2-1 0,1 8-1 16,0 2-5-16,-1 6-3 0,1 3-4 16,1 4-4-16,-1 2-6 0,-2 2-3 0,1-2-4 15,2 0-1-15,-1-4-4 0,1-3 0 0,1-4-1 16,1-5-1-16,0-5-1 0,3-4 0 16,0-7 0-16,-1-4 2 0,2-6 1 0,2-6 1 15,0-7 2-15,4-8 0 0,-2-2 1 16,4-5-2-16,-4-2 0 0,3-3 0 0,-1 1-1 15,-2 1 0-15,-1 1 1 0,-2 5 0 0,-1 3 1 16,-4 1 1-16,-1 5 1 0,1 2 0 0,-5 4 2 16,-1 1-1-16,0 3-2 0,-1 3 0 15,-5 4-1-15,1 2 0 0,-1 6 0 16,-3 3-1-16,0 6 0 0,0-1 1 0,1 5-1 16,0 2 0-16,-1 2-1 0,2 2 0 15,1 0-1-15,-1 1 0 0,1 0-1 0,3-1-1 16,2-2 0-16,1-3-1 0,0-1-5 0,4-6-14 15,2-1-35-15,1-3-83 0,-1-4-136 0,2-2-261 16,4-3-315-16,-2-3-393 0,6-2-427 16,1-2-51-16,2-4 652 0</inkml:trace>
  <inkml:trace contextRef="#ctx0" brushRef="#br2" timeOffset="51874.73">20873 6355 272 0,'3'-12'747'0,"-3"0"370"0,0 2 83 0,-1-1-227 15,-1 2-208-15,-3 2-156 0,1-1-130 0,-2 2-88 16,-1 0-68-16,1 1-57 0,-4 1-85 0,-1 0-63 16,2 4-36-16,-1 0-24 0,-1 0-14 15,0 6-10-15,-1-1-8 0,2 3-6 0,-1 1-6 16,-2 5-1-16,4-1-2 0,-1 2-3 16,1 1-2-16,3 3-3 0,-1 0 0 0,2 2-3 15,2 1 0-15,3 0-1 0,2 0 0 0,1 3 0 16,3-2 0-16,2 1-1 0,1 1-1 15,4 0 1-15,1-2-1 0,1 2 2 0,-1-3-1 16,3-1 0-16,1 0 2 0,-4-1 0 16,3-2-1-16,-4-2 1 0,-2 2 0 0,0-2 1 15,-4 0 0-15,-3 0 0 0,-4-1 0 0,0 0 1 16,-4-2-2-16,-1 2 0 0,-3-2-3 16,-5-1-8-16,4-2-16 0,-7-1-32 0,3-1-69 15,-1-6-74-15,-2-2-112 0,2-4-170 16,1-5-257-16,2-5-312 0,4-3-220 0,0-5-147 15,6-3 223-15,1-3 542 0</inkml:trace>
  <inkml:trace contextRef="#ctx0" brushRef="#br2" timeOffset="52455.57">21013 6366 16 0,'21'-17'486'16,"-2"4"485"-16,-3 6 277 0,-2 3 42 0,-2 2-259 15,-1 6-287-15,-1 0-206 0,-3 4-139 0,-4 4-83 16,0 1-86-16,1 5-84 0,-6 2-46 15,0 2-29-15,-1 2-19 0,0 0-11 16,0 3-11-16,-1-1-9 0,1-1-8 0,-1-1-5 16,2-3-5-16,1-3-2 0,2-3-3 0,4-4 0 15,-1-3 1-15,3-6 0 0,3-4 1 0,0-9 1 16,3 0 1-16,2-5-1 0,2-5 0 16,2 0-1-16,-3-4 0 0,2 0 0 0,-5 2-1 15,3 1 1-15,-3 3 0 0,-2 1-1 16,0 5 1-16,-3 2 0 0,-3 2 0 0,-1 3 1 15,2 4 1-15,-4 4 0 0,0 4 1 0,-2 3-1 16,-4 8 0-16,4 0 0 0,-2 3-2 16,-2 1 0-16,3 3 0 0,1 0 0 0,-2 1 0 15,4-2 0-15,-1 1-1 0,1-3 0 16,2-4 0-16,0 0-1 0,0-3 0 0,1-4 0 16,2-3 0-16,2-5 1 0,0-4 0 0,4-4 0 15,0-5 1-15,1-1 0 0,2-4 0 0,-4-3 0 16,6 2 0-16,-5 0 0 0,1 1 0 15,2-1-1-15,-5 4 0 0,1 1 0 0,1 4 0 16,-3-1-1-16,0 3 1 0,-2 3 0 16,0 2 1-16,0 3 0 0,-2 3 1 0,-2 4 0 15,0 2-1-15,-2 5 1 0,0 4-1 0,-2 0 1 16,0 5-1-16,-4 5 0 0,1 2 0 16,-2 6 1-16,-4 4 1 0,-2 4 1 0,-2 5 1 15,-6 2 2-15,1 4 1 0,-5 3 1 16,-2 0 3-16,-2 6 0 0,-1-2 1 0,-1-1-1 15,-1 0 0-15,0-1-3 0,3-5-2 0,3-5-3 16,2-7-2-16,4-6-2 0,5-8-4 0,3-10-12 16,3-9-18-16,3-7-45 0,4-10-71 0,5-7-76 15,3-9-121-15,3-8-185 0,2-7-309 16,4-8-288-16,5-6-204 0,0-2-104 0,4-8 332 16,0-5 570-16</inkml:trace>
  <inkml:trace contextRef="#ctx0" brushRef="#br2" timeOffset="52812.9">21956 5845 140 0,'5'-28'927'15,"-3"7"689"-15,-2 7-17 0,-5 10-312 0,-2 7-448 16,-3 8-338-16,-2 8-202 0,1 8-124 16,-4 7-57-16,2 8-34 0,-1 5-19 0,1 9-12 15,2 6-12-15,0 7-8 0,1 6-8 0,4 6-7 16,0 3-9-16,4 1-7 0,7-2-1 0,1-3-1 15,5-7-1-15,3-10 0 0,6-10 1 16,2-11 0-16,1-14-3 0,1-10 0 0,0-9-2 16,-1-9 0-16,-1-7 1 0,-4-8 2 0,-1-7 1 15,-2-6 2-15,-3-5 2 0,-2-3 2 16,-4-1 1-16,-3-4 2 0,-3 2 2 0,-3-2-1 16,-2 3 0-16,-3 1 2 0,-1 3 1 15,-4 6-2-15,-1 2-1 0,-2 7-1 0,0 4-2 16,-3 6-3-16,-1 6-4 0,4 6-1 15,-1 8-5-15,1 3-9 0,2 7-23 0,1 5-73 16,2 2-95-16,-2 3-219 0,5 3-289 0,0 1-358 16,4 2-439-16,2-3-220 0,-1 0 295 15,5-3 875-15</inkml:trace>
  <inkml:trace contextRef="#ctx0" brushRef="#br2" timeOffset="53421.32">22271 5856 79 0,'-2'-8'647'0,"2"2"486"0,0 2 170 15,0 1-78-15,0 0-322 0,0 1-293 0,0 1-172 16,0 0-96-16,0 1-74 0,2-2-65 15,0 4-64-15,-1 0-48 0,1 3-23 0,1 2-11 16,1 4-2-16,1 5 2 0,-2 4 0 0,2 5-6 16,0 5-6-16,-2 6-3 0,0 6-2 0,1 3-5 15,-3 7-4-15,-1 2-4 0,0 2-5 16,0 1-7-16,5-1-4 0,-4-6-6 0,2-3-3 16,2-8-3-16,3-4-2 0,3-8 1 15,-1-6-2-15,3-8 1 0,0-5 1 0,2-10 0 16,2-6 2-16,-1-8 0 0,5-5 0 15,-1-7 1-15,1-4 0 0,-1-2-1 0,2-1 1 16,-2-1-1-16,-2 2 0 0,-2 4-1 0,2 3 1 16,-7 1 0-16,-1 7 0 0,-1 2 1 0,-3 5 0 15,-1 4 1-15,-4 3 0 0,-1 3 0 16,-1 9 0-16,-4 1 0 0,-1 6-1 16,-3 5 0-16,-1 4 0 0,-1 7-1 0,-1 1-1 15,0 4 0-15,1 0-1 0,3 5 1 0,-1-3-2 16,0-1-1-16,6 0-1 0,0-5-11 0,3-3-14 15,2-5-25-15,2-3-60 0,1-8-79 16,3-7-115-16,5-8-181 0,0-5-301 0,2-7-341 16,3-8-275-16,4-2-130 0,1-2 308 0,3-3 639 15</inkml:trace>
  <inkml:trace contextRef="#ctx0" brushRef="#br2" timeOffset="53656.25">22862 6409 8 0,'16'5'535'0,"-5"9"526"15,0 3 300-15,-5 5-9 0,1 8-305 0,-2 1-351 16,0 0-232-16,-1 4-133 0,2-1-93 15,2 1-84-15,0-4-70 0,0-3-39 0,5-3-22 16,0-5-11-16,2-3-6 0,1-9-3 0,1-3 0 16,-1-5-2-16,3-6 2 0,-3-7-1 15,3-4 1-15,-3-3-2 0,-2-4 1 0,-3-3-1 16,-2-3 3-16,-1-3 0 0,-4-2 5 16,-3-3 4-16,-2 3 7 0,-1 0 6 0,-3 2 5 15,0 4 2-15,-4 7-5 0,0 6-3 0,-4 5-8 16,-3 8-9-16,0 6-9 0,-4 8-24 0,-1 5-62 15,0 6-77-15,0 4-146 0,-1 3-278 16,5 1-323-16,4 1-378 0,1-1-281 0,7-3-3 16,4 0 664-16</inkml:trace>
  <inkml:trace contextRef="#ctx0" brushRef="#br2" timeOffset="54608.69">24084 6546 55 0,'2'2'635'0,"1"2"520"0,-3-3 202 0,2 2-99 16,0 0-323-16,-2-3-332 0,1 2-178 16,1-2-104-16,-2 0-73 0,1-2-60 0,-1-1-59 15,5-3-49-15,-4-4-33 0,4-7-19 0,0-3-11 16,3-8-7-16,3-2-3 0,-2-4-1 15,3-2 5-15,-2 0 2 0,3 0 0 0,-2 2 0 16,0 3 1-16,-3 6 2 0,-1 4 2 0,-3 2 1 16,2 7 3-16,-2 2-2 0,-3 4 0 0,1 5-2 15,-2 5-7-15,-2 8-2 0,1 7-4 16,-3 7 0-16,0 7-1 0,-1 3-1 0,4 5 0 16,-3 1-2-16,3 1 0 0,1-1 0 15,0 0 1-15,1-6-2 0,3-3 1 0,-3-1 0 16,4-7-1-16,-1-4 0 0,1-3-2 15,0-6 1-15,0-3 1 0,1-6 1 0,1-6 1 16,3-7 0-16,0-6 1 0,1-6 0 0,3-5-1 16,-1-4 0-16,3-4-2 0,-2-1 1 0,2 2-1 15,-2-1-1-15,2 3 1 0,-5 7-1 16,-1 5 0-16,-1 2 0 0,-3 6 1 0,1 5 0 16,-3 7 2-16,0 6 1 0,-3 7 1 15,2 5 0-15,-3 8 1 0,0 1-2 0,-3 3 0 16,3 3 0-16,0 1-2 0,0-3-1 0,0 0 0 15,3-5 0-15,-1-1-1 0,-1-6 0 16,2-1 0-16,2-5 1 0,0-4 1 0,1-5 1 16,4-5 1-16,-1-8-1 0,3-7 1 15,1-6 0-15,4-6-1 0,0-8 0 0,-1 0-2 16,3-5-1-16,-1 1-1 0,0 0 0 0,-1 3-1 16,-2 4 1-16,-1 3-1 0,-5 8 2 15,-1 1 1-15,0 8 0 0,-2 3 2 0,-3 7 1 16,1 4 6-16,-4 7 2 0,0 7 0 15,-4 5 2-15,1 4-1 0,0 4-1 0,-1 2-5 16,1 1-1-16,-1 5-2 0,3-4-3 0,-3 2 0 16,4-2-2-16,0-2-1 0,0-1 0 0,4-5-3 15,-3-5 0-15,6-3 0 0,-1-5-7 16,3-7-17-16,1-9-46 0,2-7-76 16,3-8-93-16,-1-8-167 0,2-5-284 0,1-5-341 15,1-4-317-15,0 0-173 0,2-3 147 0,-2 0 632 16</inkml:trace>
  <inkml:trace contextRef="#ctx0" brushRef="#br2" timeOffset="55004.49">24979 6128 13 0,'8'0'531'0,"-2"4"512"0,-2 6 307 16,-1 7 4-16,-2 5-317 0,1 4-334 0,0 5-235 15,-2 3-129-15,1 1-91 0,2 5-86 16,1-1-66-16,-1 3-39 0,2-3-20 0,1-1-13 16,2-5-10-16,1-4-6 0,5-8-4 0,-1-6-2 15,3-7-1-15,0-6 1 0,-1-8 0 16,1-6 0-16,-2-4 0 0,-1-7 1 0,-5-4-1 15,1-3 5-15,-4-2 5 0,-3-1 5 0,-4-1 4 16,-3-2 6-16,-4 1 2 0,0 1-2 16,-4 0-1-16,0 4 1 0,0 2 3 0,0 3-1 15,1 6-1-15,3 2-2 0,0 5-6 0,2 1-6 16,2 6-8-16,4 0-5 0,1 5-2 0,1 2-2 16,4 4 2-16,2 1 1 0,2 1-1 15,2-1 1-15,3 1 0 0,4-1-1 16,0-1 1-16,3 0 1 0,3-1 1 0,1-1 0 15,0 0-1-15,-1 1 0 0,2 1 1 0,-1 1-1 16,-3 3 1-16,0 0-1 0,-1 2 2 0,-3 3-1 16,-2 2 1-16,-2 2 1 0,-1 4-1 15,-2 2 1-15,-5 4-1 0,-1 0-1 0,-2 3 0 16,-3 1-2-16,-3 2-1 0,-2-4-1 16,1 0-1-16,-4-3-5 0,2-6-13 0,-1-4-25 15,2-6-62-15,1-6-74 0,-2-11-118 0,2-5-190 16,1-5-304-16,3-7-342 0,0-7-263 15,3-4-139-15,1-3 330 0,2-9 640 0</inkml:trace>
  <inkml:trace contextRef="#ctx0" brushRef="#br2" timeOffset="55172.12">25593 5856 8 0,'11'-45'516'16,"-2"7"541"-16,-2 4 485 0,-6 8-53 16,-1 4-429-16,0 7-353 0,-5 4-245 0,-1 5-143 15,-3 6-141-15,-1 2-82 0,1 7-42 16,-4 1-25-16,4 3-13 0,-1 4-7 0,-1 1-6 15,5 3-5-15,-2 0-24 0,0 0-69 0,-1 2-72 16,1 1-134-16,1-1-225 0,1 2-318 16,1 2-356-16,2 0-238 0,2 0-75 0,1 1 492 15,1 2 620-15</inkml:trace>
  <inkml:trace contextRef="#ctx0" brushRef="#br2" timeOffset="55405.43">25715 6489 65 0,'18'20'635'0,"-3"-4"488"0,-2-5 195 15,1-5-25-15,-3-4-312 0,3-6-335 16,-5-7-192-16,3-5-103 0,-3-5-72 0,-1-5-77 16,-2-1-64-16,1-1-37 0,-1-2-23 0,-5-2-13 15,-1 2-12-15,0 0-6 0,-3 2-7 0,-1 2-4 16,-4 5-5-16,0 6-5 0,-5 5-3 16,0 7-6-16,-4 7-6 0,1 9-3 0,1 6-4 15,-1 7-2-15,4 5-3 0,2 3-2 16,5 4-12-16,2 1-23 0,4 0-60 0,2-2-83 15,5 2-151-15,3-3-279 0,4 2-333 0,2-6-407 16,0 1-302-16,5-4 20 0,0-4 704 0</inkml:trace>
  <inkml:trace contextRef="#ctx0" brushRef="#br2" timeOffset="55821.22">26780 6213 29 0,'2'-27'553'0,"2"4"475"16,0-1 210-16,-3 3-76 0,6 1-327 0,-2 4-267 15,-2 1-122-15,3 3-57 0,-5 4-39 16,-1 1-41-16,0 3-48 0,-1 4-64 0,-5 3-64 15,-1 2-45-15,-1 5-27 0,-1 2-15 0,-2 3-13 16,0 2-5-16,1 2-8 0,-1 2-5 0,5 1-5 16,-2-1-3-16,1 3-2 0,5-1-3 15,2-1 0-15,2 0-1 0,2-2 0 0,4-2-1 16,0-1 0-16,6-2 0 0,0 0-1 16,5-2 0-16,0-2 0 0,3-2 1 0,2-1-1 15,1-2 0-15,2 1-1 0,-5-3 1 0,2 0-2 16,-2 1-5-16,-4 0-5 0,-5 1-4 15,-1 0-7-15,-6 1-9 0,-4 2-14 0,-5 1-24 16,-4 1-44-16,-6 3-57 0,-1-1-53 16,-3 1-53-16,-4 1-64 0,-1-2-69 0,0 1-52 15,1-1-49-15,3-2-79 0,1-2-161 0,4 0-192 16,1-2-48-16,4-2 138 0,5-3 268 16,0 0 263-16</inkml:trace>
  <inkml:trace contextRef="#ctx0" brushRef="#br2" timeOffset="56021.98">27291 6280 394 0,'12'-16'933'0,"-4"2"293"0,-3 4-26 0,-2 2-266 16,-3 4-315-16,0 4-199 0,-1 4-107 0,-2 5-60 15,-2 3-42-15,-4 7-42 0,1 3-52 16,-2 5-50-16,-1 1-46 0,-3 5-76 0,1-1-72 15,1-1-154-15,0-4-291 0,4-5-301 16,5-5-328-16,0-5-222 0,6-10 33 0,2-7 606 16</inkml:trace>
  <inkml:trace contextRef="#ctx0" brushRef="#br2" timeOffset="56205.78">27422 5764 610 0,'-3'-41'1594'0,"-3"9"158"0,-6 6-353 0,2 7-360 15,-5 8-479-15,1 7-298 0,1 5-134 0,2 7-65 16,-1 4-32-16,4 4-15 0,0 4-7 16,5 3-6-16,-1 2-4 0,6 3-2 0,3 2-30 15,0 2-74-15,4-1-80 0,2-2-163 0,0 2-286 16,4-2-334-16,2-1-349 0,3 1-208 16,0-4 104-16,2 1 670 0</inkml:trace>
  <inkml:trace contextRef="#ctx0" brushRef="#br2" timeOffset="56517.39">27653 6118 294 0,'3'-12'1227'0,"-4"3"509"0,-3 0-185 0,-2 0-348 16,-2 3-477-16,0-1-282 0,-1 2-201 0,1 1-94 15,-3 0-54-15,1 2-33 0,1 0-25 0,-4 4-16 16,4 2-8-16,-4 2-7 0,4 5-3 16,1 2-1-16,1 4 0 0,4 3-1 0,1 0 0 15,6 5 0-15,0 2 0 0,4 4-1 16,4 0 0-16,3 2 0 0,1 1 0 0,1 4-1 15,2-1 1-15,-3 0-1 0,1 1-1 0,-2-1 2 16,-3-1-1-16,0-2 1 0,-4-3 0 0,-2 1 1 16,-2-3 1-16,-4-3-1 0,-2-2 0 15,-5-2 0-15,2-5 1 0,-3-1-1 0,-1-2-1 16,-2-6 0-16,-2 2-1 0,-2-3-3 16,-2-1-10-16,-1 0-22 0,-3 1-67 0,4-1-79 15,-5 1-163-15,2 1-283 0,5 2-326 0,0-4-396 16,3 4-267-16,6-3 54 0,1-1 731 15</inkml:trace>
  <inkml:trace contextRef="#ctx0" brushRef="#br2" timeOffset="56938.14">28546 6060 135 0,'-1'-6'722'0,"-1"1"437"0,2 0 85 15,3 1-131-15,2 0-368 0,5-3-235 0,7 1-106 16,3-1-64-16,6-2-44 0,6 0-39 16,4-3-49-16,2 0-71 0,3-1-51 0,1 2-31 15,0-1-16-15,-3 3-11 0,-1 3-11 0,-6 3 2 16,-5 5 5-16,-5 2 8 0,-7 6 4 16,-5 7 4-16,-8 4 3 0,-6 5-4 0,-5 5-7 15,-8 5-4-15,-5 3-6 0,-5 6-4 0,-3 5-4 16,-5 1-4-16,0 1-4 0,-1 1-3 15,2-4-1-15,4-2-2 0,3-7-2 0,7-2 0 16,7-8-3-16,7-3 0 0,6-6-10 0,8-7-26 16,5-1-79-16,5-7-109 0,8-4-247 15,0-4-300-15,3-4-377 0,1-2-441 0,2-3-149 16,1 0 478-16,-3-3 846 0</inkml:trace>
  <inkml:trace contextRef="#ctx0" brushRef="#br2" timeOffset="57800.51">29563 6336 49 0,'-16'18'587'0,"0"-2"485"0,1-2 188 0,-1-2-92 16,3-2-361-16,4-2-339 0,1-3-196 15,3 0-105-15,3-5-56 0,2-5-19 0,3-5 22 16,5-5 35-16,4-6 31 0,2-5 12 16,3-8 0-16,4-1-20 0,-1-7-35 0,4-1-41 15,-3 0-30-15,1-1-15 0,-4 5-5 0,-3 3 2 16,-2 5 6-16,-3 7 7 0,-3 4 3 15,-2 5-5-15,-4 5-9 0,-2 4-12 0,-3 6-12 16,-4 7-14-16,-6 7-8 0,2 7-4 0,-7 5-1 16,3 4 0-16,-1 7 1 0,0 0-1 0,2 4 2 15,4-2 1-15,3 1 0 0,2-3-2 16,3 1 0-16,1-3 0 0,4-3 0 0,1-6-2 16,3-2 0-16,2-4 1 0,0-5-1 15,6-6 0-15,-1-8 2 0,1-5-1 0,5-7 2 16,0-9-1-16,0-5 0 0,3-6-1 15,1-4-2-15,-2-1 1 0,3-2-1 0,-2 4 0 16,-2 4 1-16,-4 5 1 0,-2 2 0 0,-2 7 1 16,-3 4 0-16,-2 4 0 0,-1 5 1 15,-3 6 1-15,-3 8 1 0,-2 4 1 0,-1 6 0 16,-3 4 1-16,0 4-1 0,1 2 0 16,-2 0-1-16,3 1 0 0,-2 1-1 0,2-6-2 15,3-3 0-15,1 0-2 0,1-5-1 0,5-5 0 16,-1-5 0-16,3-4 0 0,3-7 0 0,3-8 1 15,3-6-2-15,3-10 1 0,2-4-1 16,2-6-2-16,1-2 1 0,0-1 1 0,1 0 3 16,-1 3-1-16,-4 5 2 0,1 2 2 0,-4 3-2 15,-3 7-1-15,-1 4-1 0,-4 6 0 0,-2 5 1 16,-4 6-1-16,1 5 2 0,-5 6 0 0,-5 5 0 16,1 5 2-16,-3 2-1 0,-1 3 0 15,-1 6 1-15,1 0-2 0,0 0-1 0,1 3-8 16,3-3-11-16,-1-1-21 0,4-4-50 0,1-3-76 15,1-6-85-15,5-5-151 0,1-3-241 16,-1-6-319-16,5-6-289 0,3-8-184 0,2-4 36 16,3-4 549-16</inkml:trace>
  <inkml:trace contextRef="#ctx0" brushRef="#br2" timeOffset="57906.76">30455 6141 474 0,'11'-6'995'0,"-5"5"255"15,-1 5-76-15,-7 5-312 0,-4 5-375 16,-4 6-233-16,1 4-126 0,-7 3-63 0,0 5-52 15,-3-1-121-15,-1 3-207 0,-1 1-295 0,1-3-264 16,4-2-263-16,-2-5-130 0,7-5 314 0,2-7 533 16</inkml:trace>
  <inkml:trace contextRef="#ctx0" brushRef="#br2" timeOffset="58063.58">30526 5653 486 0,'-5'-27'1136'15,"-5"6"252"-15,-2 8-148 0,-2 7-252 16,-3 6-506-16,0 7-250 0,0 5-127 0,4 3-85 16,-1 6-51-16,5 3-62 0,-3 3-86 0,3 2-124 15,5 3-156-15,-1-1-275 0,5 5-248 0,5 0-163 16,1 1 65-16,5 1 347 0</inkml:trace>
  <inkml:trace contextRef="#ctx0" brushRef="#br2" timeOffset="60624.28">30863 6252 74 0,'0'0'470'0,"0"0"371"0,0 0 218 16,0 0-108-16,0 0-296 0,1 0-217 16,-1 0-137-16,4-2-82 0,-1-1-44 0,3-2-22 15,0 1-3-15,0-2-18 0,3 0-28 0,1 0 13 16,0-1 48-16,3-1 17 0,1 0-2 0,-3-3-4 15,3 2 15-15,-1-2-30 0,-4 1-51 0,4-1-26 16,-4 0-11-16,1-1-10 0,-2 1-19 0,-2 0-7 16,0 1-4-16,-2-1 3 0,-3 0 0 0,1 3 1 15,-4-1-3-15,1 0-1 0,-4 1-5 16,-2 2-6-16,-2 0-6 0,-2 3-4 0,-2 1-5 16,-2 2-4-16,-1 4 0 0,-3 2-3 0,0 1 0 15,1 6 0-15,0 0-1 0,1 2 0 0,0 2 1 16,3 2 2-16,0 4 0 0,3-1 0 15,1 1 1-15,1 3-6 0,2 0-5 0,3 2-1 16,0-2-2-16,4 0 0 0,2 2-1 0,1-4 10 16,4-1 7-16,-1 0 2 0,5-4 0 0,-2-2 1 15,4-2-1-15,1-3-6 0,-1-3-2 0,3-1-2 16,0-5 1-16,-1-3-1 0,1-3-4 16,2-2-20-16,-2-4-50 0,-1 0-67 0,0 0-69 15,-1-3-126-15,-3 1-222 0,0-1-307 0,-2 1-267 16,-1 0-209-16,0 1-77 0,0 1 408 15,-3 1 598-15</inkml:trace>
  <inkml:trace contextRef="#ctx0" brushRef="#br2" timeOffset="61145.32">31101 6441 309 0,'7'-6'723'0,"-1"-1"294"16,2-4 71-16,-4 0-251 0,3-4-254 0,-1-1-171 16,2-4-125-16,1-1-47 0,3-4 15 0,-3-2-2 15,5 1-2-15,-2-2-5 0,2 1-22 0,-3-1-22 16,-1 3-47-16,-1 5-34 0,-5 1-34 16,3 6-13-16,-6 2-7 0,3 2-8 0,-4 3-8 15,0 4-12-15,-4 6-8 0,0 2-11 0,-1 4-10 16,0 4-4-16,-2 3-7 0,0 5-5 0,1 0-1 15,1 4-3-15,2-1 0 0,-2 2-3 16,4 0 6-16,-3 0 3 0,4 0 2 0,0-2 2 16,4-2 0-16,-3-2 0 0,4-1 0 0,-2-5-1 15,2-2 0-15,3-4-1 0,0-6 0 0,2-3 1 16,2-6 1-16,2-7-1 0,2-4 0 16,1-7 0-16,-1-3 0 0,3-3 5 0,-2-4 5 15,4-1 0-15,-4 2 2 0,-1 4 1 0,0-1 2 16,-5 5-6-16,-1 6-2 0,-1 4-3 0,-3 1 0 15,-3 5 0-15,0 4-2 0,1 4 0 0,-4 4 0 16,-4 5 0-16,1 2-5 0,0 6-2 0,-2 1-2 16,-1 4-1-16,2 3 0 0,-1-1-1 15,0 2 5-15,2 2 3 0,-1-1-1 0,3-2 2 16,-1 1-1-16,1 0 0 0,2-3-1 0,1 0-2 16,-1-3-16-16,3-5-56 0,0 0-74 0,0-7-128 15,1-3-235-15,-1-4-312 0,5-4-362 0,-1-5-298 16,2-5-88-16,1-5 504 0,2-2 673 15</inkml:trace>
  <inkml:trace contextRef="#ctx0" brushRef="#br2" timeOffset="61288.21">31723 6132 78 0,'17'-15'713'15,"-3"7"687"-15,-2 2 159 0,-3 6-218 16,-4 6-425-16,-2 7-357 0,-3 3-195 0,-2 5-145 0,-3 4-77 16,1 1-51-16,-4 5-33 0,2 0-20 15,-1 0-16-15,1 2-11 0,1-2-8 0,1-2-17 16,0-3-81-16,3-3-97 0,1-5-184 15,0-6-284-15,0-6-339 0,0-6-411 0,1-8-199 16,1-4 218-16,0-4 737 0</inkml:trace>
  <inkml:trace contextRef="#ctx0" brushRef="#br2" timeOffset="61444.72">31784 5721 148 0,'4'-15'859'0,"-1"2"589"0,-6 8 19 16,3 3-260-16,-5 5-435 0,2 3-345 0,-1 5-187 15,1-1-117-15,2 5-61 0,-1 1-30 0,4 1-18 16,1 1-11-16,2 3-46 0,1 0-49 0,2 2-72 16,1 1-157-16,2 0-296 0,-1 1-303 0,6 1-268 15,-3-2-204-15,5 1 123 0,3-3 596 16</inkml:trace>
  <inkml:trace contextRef="#ctx0" brushRef="#br2" timeOffset="61770.09">32244 6103 81 0,'-1'-12'795'0,"-2"0"755"16,-2 0 89-16,-6 0-296 0,1 1-430 0,-1 1-360 16,-3 1-203-16,1 1-138 0,-1 4-70 0,2 1-42 15,-4 3-29-15,2 1-20 0,1 4-15 0,-1 1-13 16,1 6-7-16,-1-2-4 0,3 6-2 16,3 2-5-16,-1 0-3 0,4 3-6 0,1-2-3 15,3 2-2-15,2-1-1 0,3 0 0 0,2-3-2 16,3 0 5-16,2-6 1 0,1 0 2 15,5-5-1-15,2-4 0 0,-2-4-3 0,5-5-3 16,-1-5-3-16,3-3-1 0,-2-3 4 0,0-3 4 16,-3 2 0-16,-2 2 2 0,-1 1 2 0,-2 0 2 15,-2 4-4-15,-2 3 3 0,-3 3 6 0,-2 1 5 16,-2 5 1-16,-2 4 2 0,-1 2 1 0,-1 2-10 16,-4 6-6-16,0 2-3 0,-2 3-2 15,2 1-2-15,-3 4-4 0,3-1-2 0,0 3-10 16,2 0-24-16,1 0-53 0,2-2-67 0,2-2-81 15,3-2-152-15,1-2-272 0,2-2-308 16,5-3-268-16,-1-2-199 0,6-4 77 0,-2-6 583 16</inkml:trace>
  <inkml:trace contextRef="#ctx0" brushRef="#br2" timeOffset="61969.32">32811 6216 408 0,'-3'4'1506'0,"-6"4"338"0,0 5-346 0,-7 5-393 15,-1 2-436-15,-2 4-349 0,-3 2-162 0,1 5-75 16,-1 0-37-16,3 0-17 0,3-2-14 0,2-3-10 16,4-4-7-16,6-4-25 0,2-1-79 0,4-10-88 15,2-2-182-15,3-5-284 0,1-10-348 0,4-1-404 16,0-9-209-16,1-4 168 0,-1-3 759 16</inkml:trace>
  <inkml:trace contextRef="#ctx0" brushRef="#br2" timeOffset="62141.28">32860 5279 627 0,'-4'-31'1710'0,"-5"11"129"0,-5 9-412 0,-7 5-391 15,0 13-461-15,-2 4-308 0,-2 5-135 0,-1 6-60 16,1 1-35-16,1 4-17 0,4 0-8 0,1 1-12 16,6 0-4-16,3-1-4 0,6 0-2 0,4 0-30 15,3-2-83-15,2-1-165 0,3-1-255 16,1-5-313-16,2 0-414 0,-1-3-436 0,-2-2-24 15,-1 2 795-15</inkml:trace>
  <inkml:trace contextRef="#ctx0" brushRef="#br2" timeOffset="65757.5">19999 10434 168 0,'2'10'785'15,"-1"-1"464"-15,-1-3 66 0,0 0-152 0,0-2-388 16,5 1-258-16,-4-5-128 0,1 0-78 0,1-6-48 16,2-1-40-16,0-3-47 0,1-4-50 15,5-4-33-15,-2-2-18 0,3-8-14 0,2-2-7 16,0-5-9-16,0-1-6 0,2-4-6 15,3-6-4-15,-1 3-2 0,0-4-2 0,1 3 1 16,-1-1-2-16,1 2 2 0,-3-1-1 0,1 2 0 16,-1 4-1-16,0 4-1 0,-4 1-2 0,-1 6-1 15,0 2-2-15,-3 6-2 0,2 2-14 16,-6 4-2-16,1 3 0 0,-2 1 0 0,1 2 0 16,-3 1 0-16,2 4 0 0,-1 0 0 0,0 2 0 15,0 3 0-15,2 3 0 0,-3 5 0 16,-1 4 0-16,2 4 0 0,-1 5 0 0,-1 7 0 15,-1 2 0-15,-1 7 0 0,1 3 0 0,-3 4 0 16,0 2 0-16,-1 2 0 0,0 3 0 16,1 2 0-16,0-4 0 0,0-1 0 0,0-4 0 15,2-1 0-15,2-5 0 0,-2-6 0 16,2-1 0-16,0-5 0 0,2-4 0 0,-2-4 0 16,0-3 0-16,0-3 0 0,0-3 0 15,-2-3 0-15,0-2 0 0,2 1 0 0,-1-4-37 16,-1 0-169-16,-1-4-161 0,0 0-267 0,1 0-332 15,1-4-410-15,-3 3-379 0,1-2 37 16,3-1 812-16</inkml:trace>
  <inkml:trace contextRef="#ctx0" brushRef="#br2" timeOffset="66038.08">20568 10581 864 0,'3'1'1764'0,"0"-2"-1"0,-3 1-392 16,4 0-400-16,-4-2-423 0,0 1-266 0,0 1-117 16,1-2-57-16,-1 0-33 0,2 0-23 0,-1-1-16 15,1-2-14-15,0 0-7 0,2-1-7 0,-2 2-3 16,-1-3-4-16,2-1-1 0,-1 2-2 16,0 0-1-16,-1 0-1 0,1 0-4 15,-1 3-11-15,-1 0-20 0,0 0-36 0,0 3-79 16,0 0-125-16,-3 0-245 0,2 3-304 15,-3 0-371-15,4 0-400 0,-1-1-114 0,1-2 528 16,0 0 779-16</inkml:trace>
  <inkml:trace contextRef="#ctx0" brushRef="#br2" timeOffset="66486.8">20922 9990 13 0,'4'-16'614'16,"0"4"738"-16,-4-1 287 0,0 6-225 0,-2 1-393 15,0 1-425-15,0 2-214 0,0 3-160 16,-1 3-93-16,2 3-50 0,-3 6-28 0,1 1-14 16,3 4-7-16,-1 7-2 0,1 5 1 15,1 5 0-15,-1 5-4 0,3 5-3 0,1 2-1 16,0 2-4-16,4-1-5 0,2-4-4 0,-1-2-3 15,5-6-2-15,1-4-3 0,3-8-1 16,0-3-2-16,4-6 0 0,3-7 2 0,0-5-1 16,1-7 1-16,-1-9 1 0,1-4 0 0,0-7 0 15,-2-7 0-15,0-4-1 0,-7-3 1 16,4-2-2-16,-8 0 0 0,-3-1 0 0,-2 3 1 16,-4 2 1-16,-6-1 1 0,-5 5 0 15,-2-1 2-15,-3 1 1 0,-9 2 0 0,2 1 0 16,-5 4 0-16,-3 1 1 0,-3 3 5 0,4 4 1 15,-3 4 1-15,1 7 0 0,1 3 0 16,1 4-3-16,3 6-4 0,-1 4-4 0,2 5-1 16,4 3-1-16,3 4-1 0,2 3 2 0,3 3-1 15,0 4 0-15,3 1 0 0,4 3 0 16,0-1 0-16,3 3-2 0,1-2-2 0,3-1-12 16,2-2-21-16,2-2-66 0,3-4-79 0,-2-4-150 15,5-2-281-15,1-4-322 0,4-4-389 16,-2-4-270-16,7-3 19 0,-1-5 678 0</inkml:trace>
  <inkml:trace contextRef="#ctx0" brushRef="#br2" timeOffset="66845.39">21637 10026 656 0,'-8'17'1421'15,"3"3"194"-15,-1 4-245 0,-1 5-366 16,4 2-431-16,0 4-238 0,0 4-139 0,3 2-71 16,3 2-44-16,0-1-29 0,5-5-20 0,2-2-14 15,5-7-9-15,3-7-5 0,4-7-4 0,3-9-4 16,4-8-14-16,-1-7-25 0,1-8-37 16,-4-6-42-16,2-7-32 0,-3-5-23 0,-4-3-2 15,-4-3 24-15,0 0 59 0,-7-1 107 16,-5 1 90-16,-4 3 52 0,-4-1 22 0,-5 1 0 15,-4 1-16-15,-1-1-41 0,-5 2-40 16,0 1-23-16,-3 3-15 0,-2 5-6 0,2 5-7 16,-2 6-6-16,1 7-6 0,-3 7-6 0,1 8-6 15,3 7-4-15,1 4-2 0,3 7-3 0,1 2-14 16,4 3-64-16,3 1-84 0,3 1-174 16,3 1-273-16,2-2-333 0,2 2-406 0,2-2-271 15,1 1 93-15,2 1 760 0</inkml:trace>
  <inkml:trace contextRef="#ctx0" brushRef="#br2" timeOffset="67636.34">23250 10043 168 0,'-5'-2'802'0,"1"2"538"0,-1 0 173 16,1 0-195-16,1 0-466 0,2 2-332 15,1-2-168-15,0 0-120 0,1 1-86 0,2-1-51 16,3 1-21-16,2 1-11 0,5-2 0 15,1 2 4-15,4-2-7 0,2-2-3 0,5-1-8 16,4 0-6-16,2-1-7 0,6-3-9 0,-1-2-6 16,6 1-6-16,0 0-5 0,1-1-3 15,-1 0-2-15,0 0-2 0,-3 3-1 0,-2 0-2 16,-1 2-1-16,-5 0-1 0,-1 4-2 0,-4 1 0 16,-2 2-1-16,-6 3-2 0,-1 1-10 15,-4 2-21-15,-6 1-57 0,-2-1-80 0,-5 1-151 16,-3 3-277-16,-2-5-324 0,-3 2-393 0,-1-4-306 15,0-3 3-15,-2-3 694 0</inkml:trace>
  <inkml:trace contextRef="#ctx0" brushRef="#br2" timeOffset="67938.28">23678 9796 309 0,'-5'0'1078'0,"2"0"411"0,0 3-114 0,3-3-263 15,5 2-429-15,1-2-266 0,4 4-162 16,4-1-70-16,2 1-36 0,2 0-14 0,5-1-44 16,2 3-20-16,5-2-14 0,2 0-16 15,3 3-10-15,1-1-12 0,-2 1-9 0,1 2-5 16,0 0-3-16,-2 0 0 0,-3 0 0 0,-1 1 0 16,-2 0 1-16,-4 0-1 0,-3 2 1 15,-3-1 1-15,-4 2-1 0,-5 2 0 0,-2 0 1 16,-5 1 1-16,-4 2-2 0,-5 2 0 0,-1 0 0 15,-6 2-1-15,-2 1-1 0,-2 1 0 0,-3 1-1 16,-2 2-2-16,-3 0 0 0,2 0-3 16,0-2-21-16,2 0-67 0,0-4-76 0,3-2-157 15,0-6-280-15,6 0-329 0,1-4-368 0,4-2-252 16,5-2 38-16,0-4 688 0</inkml:trace>
  <inkml:trace contextRef="#ctx0" brushRef="#br2" timeOffset="68985.19">24043 9087 7 0,'0'7'474'0,"0"0"466"0,0-2 263 0,0 0-43 15,0-3-338-15,0 1-303 0,2-2-99 16,1-2-43-16,2-3-33 0,0-2-29 0,3-6-31 16,1-4-38-16,0-5-76 0,4-8-59 0,0-4-35 15,1-5-19-15,2-5-14 0,1-5-8 0,1-1-7 16,0-2-7-16,0-2-3 0,1 2-3 16,-2 2 1-16,1 2 0 0,-5 5 4 0,0 6 1 15,-1 5 3-15,-3 4 2 0,-1 5-1 16,-3 5-4-16,-1 2-2 0,0 7-4 0,-3 1-4 15,3 3-3-15,-3 6-4 0,-1 2-2 0,2 7-1 16,-1 2 1-16,1 1-1 0,1 3 0 16,-2 2 2-16,1 1 0 0,1 4 1 0,-1 1 2 15,-1 4 5-15,3 2 2 0,-4 4 4 0,0 1 2 16,-4 3 2-16,3 4-2 0,-4 1-2 16,-3 0-4-16,2 2-2 0,-2 0-4 0,1-4-2 15,-2-1-1-15,1-1-2 0,3-4 0 16,-1-1-1-16,1-7 0 0,-1 0 1 0,5-8-1 15,-4-2-1-15,3-4-1 0,1-1 0 0,-1-3-1 16,0-5 0-16,2 1-1 0,-3-1 0 16,3-2 0-16,0-2 0 0,0-1-1 0,3-1-2 15,-1-2-8-15,0-2-10 0,1 1-17 16,2-2-24-16,-4-1-65 0,5-1-75 0,-3-1-122 16,1 0-186-16,-3 1-302 0,2-1-351 0,1 0-260 15,1 1-130-15,-1 0 378 0,4-1 635 0</inkml:trace>
  <inkml:trace contextRef="#ctx0" brushRef="#br2" timeOffset="69254.11">24598 8865 13 0,'7'-11'537'0,"-3"2"516"15,0 2 255-15,-3-1-5 0,1 2-283 0,-2 3-333 16,-2 1-217-16,-1 2-125 0,-2 2-79 0,-1 3-80 16,-3 6-71-16,1 2-44 0,-2 3-28 15,-1 5-13-15,-2 4-13 0,2 3-5 0,-1 3-7 16,0 2-3-16,4 1-3 0,-1 0-2 16,5-3-1-16,0-2-15 0,4-5-60 15,4-5-69-15,-1-3-84 0,4-6-132 0,3-6-187 0,1-4-290 16,5-6-248-16,-2-5-196 0,7-3-36 15,-3-7 351-15,3-6 474 0</inkml:trace>
  <inkml:trace contextRef="#ctx0" brushRef="#br2" timeOffset="69689.2">24794 8837 206 0,'2'0'670'0,"-4"1"405"16,-1 2 133-16,0 5-225 0,-2 0-298 0,0 3-176 15,1 2-90-15,-1 2-57 0,0 2-49 16,1 2-38-16,0 2-43 0,-1 0-53 0,2 0-64 15,2 0-47-15,-2-1-29 0,3-1-18 0,3-4-9 16,0-2-5-16,2 0-5 0,0-6 0 16,3-3-2-16,2-2 0 0,2-6 0 0,0-4 0 15,2-4 0-15,2-4 0 0,2-4 0 0,-2-4 0 16,-1-1 0-16,1-1 0 0,0-2 0 16,-2 0 0-16,0 1 0 0,-2 1 0 0,-2 2 0 15,-2 1 1-15,0 2 2 0,-1 5-2 0,-2 1 1 16,1 4 0-16,-3 2 1 0,-2 4-1 15,-1 1 0-15,0 5 0 0,0 5 1 0,-1 4 1 16,-2 4-1-16,1 3 2 0,-2 4 0 16,0 2 2-16,1 4 6 0,0 1 1 0,0 2 1 15,0 2 1-15,-1 2 1 0,-1 1 4 0,1 1-2 16,-4-2-1-16,2 5-1 0,-2-5-1 0,-3 2 1 16,0 1-8-16,-1-3-3 0,-1-2-3 15,0-4 0-15,-1-2-1 0,1-2-2 0,-3-5 1 16,3-4-2-16,1 0-6 0,-2-6-18 15,-1-1-46-15,1-5-70 0,1-2-80 0,1-3-142 16,2-3-211-16,1-3-314 0,2-1-289 0,1-5-206 16,3 0-30-16,2-4 462 0,1-2 545 0</inkml:trace>
  <inkml:trace contextRef="#ctx0" brushRef="#br2" timeOffset="70341.61">25147 8463 286 0,'4'-14'814'0,"-2"2"374"15,0 3 56-15,-1 3-233 0,1 2-276 0,-2 2-180 16,0 2-137-16,0 3-84 0,-2 3-63 0,1 1-54 15,-1 5-57-15,0 4-56 0,-1 2-31 16,2 5-16-16,-4 6-8 0,1 1-5 0,0 4-7 16,1 3-4-16,-2-1-7 0,4 0-7 0,-3-2-5 15,4-3-6-15,0-5-5 0,4-3-2 16,-3-5-2-16,3-2-1 0,0-4 1 0,4-4 0 16,1-5 0-16,1-5 3 0,1-4 0 15,2-4-1-15,0-5-1 0,2-2 0 0,0-4 1 16,-1-1-1-16,0-1 0 0,2 2 0 15,-5-1 1-15,0 2 0 0,1 1-2 0,-3 5 1 16,-1 1 0-16,-4 4 0 0,2 2-1 0,-3 3 0 16,-1 4 1-16,0 4 0 0,-2 6 0 0,-2 2 0 15,0 2 1-15,2 8 0 0,-1-1-1 16,1 3 1-16,-2 0 0 0,2 1 0 0,2 1 0 16,-1-2-1-16,3-1 0 0,-1-3 0 15,2-2-2-15,1-6 0 0,2-2 1 0,1-6 0 16,1-6 1-16,2-4 0 0,0-7 0 0,-3-1 2 15,5-5-2-15,-3-4 0 0,-1-3 1 16,2-2 0-16,-2-1 0 0,0-3-1 0,0-1 0 16,-1-2 0-16,-3 2-2 0,0-2 1 0,3 1 0 15,-2 0 0-15,-2 2 1 0,1 1 1 0,-3 4 0 16,3 3 2-16,-3 3-1 0,-1 6 0 16,0 5-2-16,-1 3 1 0,-1 4-2 15,-1 6-2-15,1 6 2 0,-2 3 1 0,0 5 0 16,1 4 2-16,-2 5 1 0,-2 4 2 15,2 5 5-15,0 5 2 0,0 3 1 0,-2 2 0 16,2 1-1-16,-1 1-3 0,1-2-7 0,3-3-3 16,0-5-2-16,2-3-8 0,3-2-18 0,-2-6-63 15,2-3-85-15,-2-1-179 0,0-5-278 16,2-1-338-16,2-3-411 0,-2-1-282 0,5-1 114 16,2-1 797-16</inkml:trace>
  <inkml:trace contextRef="#ctx0" brushRef="#br2" timeOffset="71437.61">27371 9285 27 0,'7'-11'560'15,"-2"-1"504"-15,-4 1 255 0,-2 4-8 0,-6 3-294 16,1-1-342-16,-7 3-205 0,2 1-113 0,-4 1-78 16,-1 1-77-16,-3 1-68 0,1 1-39 15,-1 0-23-15,2 2-16 0,-1 0-13 0,0 1-10 16,3 0-8-16,0 2-5 0,2 0-8 16,2 1-2-16,0 2-3 0,3-2-2 0,1 4-2 15,3 2-2-15,2-2 1 0,2 4-1 0,2-1-1 16,2 1 1-16,1 2-1 0,3 1 1 15,5 2 0-15,-1 0-1 0,6 3 0 0,-2 0 0 16,6 2-1-16,0 1 0 0,0 0-2 16,3 1 1-16,1 2-1 0,0 0 0 0,0 0 0 15,-5 1-1-15,0 0 3 0,-2 0 0 0,-3 2 1 16,-2-2 1-16,-4 0 2 0,-4-1 2 0,-2 1-3 16,-3-2 1-16,-2-1-1 0,-3-4 0 15,1-2 0-15,-3-2-1 0,-1-3 1 0,-2-3-1 16,0-3 0-16,-3-5 0 0,-2-1-1 15,1-3-1-15,0-3 0 0,-2-3-1 0,-1-3-4 16,0-6-8-16,2-1-16 0,2-4-38 0,-2-3-75 16,1-5-86-16,-2-3-162 0,3-1-270 15,1-5-327-15,0 0-335 0,1-4-197 0,2-2 90 16,0 0 639-16</inkml:trace>
  <inkml:trace contextRef="#ctx0" brushRef="#br2" timeOffset="71689.32">27207 9241 42 0,'13'-3'540'15,"-4"2"463"-15,-1-1 227 0,1 0-71 0,0 0-344 16,0-1-197-16,3 1-148 0,0 1-97 0,3-2-61 16,0 0-44-16,-1 0-44 0,7-3-79 15,-3 0-51-15,3-4-30 0,5 2-19 0,-3-3-13 16,2-2-12-16,2 0-7 0,0-1-3 15,-1-3-5-15,1 2-2 0,-2 0-3 0,-2 2-1 16,-2 0-5-16,-4 0-19 0,-1 2-51 0,-6 4-72 16,-6 2-109-16,-2 1-192 0,-5 4-307 15,-5 2-328-15,-5 0-293 0,-3 2-133 0,-2 2 320 16,-3 0 651-16</inkml:trace>
  <inkml:trace contextRef="#ctx0" brushRef="#br2" timeOffset="74302.25">28278 9191 463 0,'-4'1'947'0,"1"1"295"16,-2 3 36-16,0-3-240 0,2 2-287 15,-3 1-211-15,2 3-137 0,-1-1-89 0,2 3-80 16,-2 1-83-16,1 4-53 0,0 0-31 0,1 2-18 15,1-2-11-15,2 1-10 0,0-3-9 0,5-1-6 16,-1-3-7-16,3-1-3 0,-1 0-2 16,1-6 0-16,0 0 0 0,1-4-1 0,-1 0 1 15,-1-6 1-15,-1-1 1 0,1 1 5 0,-4-4 6 16,-1 1 6-16,-1 1 6 0,-3 1 3 16,-1 1 4-16,-3 0-2 0,1 2-6 0,-2 1-3 15,-5 4-7-15,4 2-3 0,-1 1-5 16,-1 4-4-16,2 1-1 0,-3 2-3 0,3 3-1 15,1 0-2-15,2 2-4 0,3 1-13 16,-1 2-20-16,3-4-53 0,1 1-79 0,1 2-133 16,1-1-240-16,3 0-310 0,1 1-372 0,1 2-318 15,0 2-79-15,1-1 537 0,2 2 697 16</inkml:trace>
  <inkml:trace contextRef="#ctx0" brushRef="#br2" timeOffset="74586.8">28406 9894 106 0,'1'9'700'0,"1"0"496"16,-2-2 145-16,3 2-98 0,-3 0-354 0,1 0-317 15,2 0-175-15,1-2-103 0,-3-1-68 0,3 0-67 16,-1-4-61-16,2 0-38 0,-2-2-18 16,3-2-10-16,-2-4-4 0,1-2 2 0,0 0 3 15,0-4 1-15,-2-2 2 0,-1 2 3 0,-1-1 3 16,-1 1 1-16,-1 1-1 0,-1 2-6 15,-1 1-5-15,0 2-7 0,-4 4-9 16,2 2-5-16,-2 1-5 0,1 2-4 0,-1 3-2 16,1 3-1-16,1-3-2 0,-1 1-2 0,3 1-7 15,0 1-19-15,-1-1-46 0,4-1-78 0,-1-1-116 16,-2-1-188-16,1-1-299 0,2 0-348 0,0 2-330 16,0 1-138-16,-2-1 338 0,2-1 656 15</inkml:trace>
  <inkml:trace contextRef="#ctx0" brushRef="#br2" timeOffset="74913.03">27917 10326 121 0,'8'-7'728'0,"1"-1"451"16,4-7 97-16,3-3-106 0,4-5-307 0,3-6-288 16,5-3-150-16,2-7-80 0,5-4-55 15,3-6-56-15,1-2-81 0,1-4-51 0,2-2-35 16,0-2-19-16,-3-1-15 0,4-2-10 0,-5 3-5 16,0-1-9-16,-2 3-5 0,-1 1-5 15,-3 7-12-15,-2 1-32 0,-3 7-73 0,-5-1-96 0,-6 6-202 16,1 3-291-16,-6 2-346 0,0 2-374 15,-3 1-195-15,-3 2 259 0,-4 3 769 16</inkml:trace>
  <inkml:trace contextRef="#ctx0" brushRef="#br2" timeOffset="85018.99">20243 11509 130 0,'0'-4'628'16,"0"-1"439"-16,-4 1 162 0,1-1-107 0,0 1-246 15,0 1-223-15,-1 2-158 0,0-3-106 0,-6 1-69 16,4 0-66-16,0 0-81 0,-4 1-55 16,1 0-31-16,-1 0-19 0,1 0-15 0,-4 2-11 15,2-3-8-15,0 3-6 0,-3 3-6 0,1-1-5 16,-1 2-4-16,-1 1-2 0,2 1-4 0,-4 4-4 16,4 2-1-16,-4 2-1 0,2 4 0 15,2 3 0-15,-1 5 0 0,4 3 0 0,1 5-1 16,2 4 0-16,6 2 0 0,-2 3 0 15,7 4 0-15,1 0 0 0,3 1 0 16,3-3-1-16,5 1 0 0,0-6 0 0,4 0 1 16,1-8 0-16,1-4 0 0,5-6 0 0,0-6-1 15,3-5 0-15,2-7-1 0,-1-7 1 16,3-6 1-16,-3-5 0 0,-1-9 3 0,-1-4 0 0,-3-9 2 16,0-3-2-16,-4-5 1 0,-5-1-1 15,-1 1-1-15,-5-3 1 0,-3 3-1 0,-5 4 1 16,-4 1 0-16,-6 3 1 0,-2 0 3 15,-7 3 3-15,-2-1 1 0,-4 5 1 0,-3 0 2 16,-2 4 2-16,2 4-1 0,-5 1-3 0,0 6 0 16,1 4-2-16,-1 6-3 0,2 4-5 0,1 2-2 15,2 7-2-15,1 1 2 0,5 5-2 16,0 1 1-16,6 4-1 0,1 2 0 0,4 3 0 16,3 0 0-16,3 4-1 0,4-1-1 15,1 0-8-15,5 2-15 0,3-1-25 0,0 0-69 16,2-4-79-16,3-3-148 0,-2 1-257 15,5-4-321-15,0-2-380 0,-2-2-250 0,4-3-19 16,0 0 614-16</inkml:trace>
  <inkml:trace contextRef="#ctx0" brushRef="#br2" timeOffset="87378.58">20791 12079 371 0,'-3'5'759'0,"0"0"329"16,-2-1 30-16,0 0-266 0,-1 2-193 0,1-1-118 15,0 1-76-15,2 0-80 0,-2-2-62 16,2 3-57-16,2-1-61 0,-1-2-63 0,0 5-60 16,4-3-33-16,0 0-19 0,-1 0-10 15,2-2-5-15,-1 1-6 0,1-2-2 0,0-2-2 16,2-2 7-16,-2-2 4 0,2-3 3 0,1-5 6 16,-1-2 4-16,-2-3 7 0,2-1-3 0,-2-1 2 15,1 1 3-15,-3 2 1 0,2 0 0 16,-3 5 1-16,3 1-3 0,-3 2-4 15,2 2-5-15,-2 2-6 0,0 0-5 0,0 3-7 16,0 0-4-16,-2 2-3 0,-1 3-1 0,2 2-2 16,-1 3 0-16,1-1-1 0,-3 2-2 0,3-1 1 15,1 2-1-15,-4-3-2 0,4 0-1 16,0-2 0-16,0-1-8 0,2 0-17 0,0-3-51 16,-1-1-82-16,3-6-140 0,-1 0-269 15,3-5-320-15,0-4-390 0,2 0-348 0,0-6-11 16,3 0 648-16</inkml:trace>
  <inkml:trace contextRef="#ctx0" brushRef="#br2" timeOffset="88016.67">21083 11498 168 0,'-1'-4'417'0,"-4"-1"246"16,4 0 189-16,-2 2-52 0,1-2-101 0,0 2-101 16,-1 2-61-16,3-1-27 0,0 1-27 15,-1 0-64-15,1 1-65 0,0 0-53 0,0-2-57 16,0 2-64-16,0 0-61 0,0 0-45 16,1 0-27-16,-1 0-17 0,0 0-11 0,2-2-8 15,-1 2-5-15,3-2 8 0,0 2 4 0,4-4 4 16,0 2 2-16,0-3 6 0,4 1 4 0,0 2-7 15,2-3-5-15,2 2 2 0,-4 0-1 16,6 0-4-16,-4 2-2 0,3 1 1 0,-4 0 1 16,3 1 0-16,-2 4 1 0,-2 1 5 0,-2 1 4 15,-2 3 2-15,0 3 0 0,-4 2 0 16,-2 4-3-16,-2 1-3 0,-2 2-3 0,-1 3-6 16,-4 1 0-16,0 3-1 0,-2 1 1 15,-2-1 1-15,-2 5-9 0,2-4-8 0,-1 6 0 16,-1-3 0-16,-3 1 0 0,5-1 0 0,0 2 0 15,0-2 0-15,1-1 0 0,2-3 0 16,3 0 0-16,1-1 0 0,2-3 0 0,1-1 0 16,2-2 0-16,3-2 0 0,2-3 0 0,2-2 0 15,0-2 0-15,1-2 0 0,5-2 0 16,-1-4 0-16,4-4 0 0,1-3 0 0,2-4 0 16,2-7 0-16,0 0 0 0,2-4 0 0,2-1 0 15,0-1 0-15,0-2-82 0,-3 0-106 0,1 0-153 16,-2-4-268-16,0 5-328 0,0-3-405 15,-1 1-395-15,0-2 10 0,1-2 755 0</inkml:trace>
  <inkml:trace contextRef="#ctx0" brushRef="#br2" timeOffset="88317.58">21760 11672 74 0,'-4'10'697'0,"0"5"648"0,1 2 241 15,0 2-206-15,1 6-424 0,-1 2-373 16,3 3-195-16,0 5-135 0,2-1-95 0,1 4-57 15,3-2-35-15,5-3-24 0,0 1-13 0,7-6-12 16,-1-3-8-16,4-7-4 0,4-5-1 0,2-6-2 16,-2-7 0-16,5-4 0 0,-1-6-1 15,-1-8 0-15,-2-4 0 0,-1-6 0 0,-3-3 1 16,-5-2-1-16,-3-3 1 0,-2-2 1 16,-4 2 0-16,-7 0 4 0,-1 1 6 0,-3-1 4 15,-3 2 5-15,-6 2 3 0,-2-4 1 16,-2 5-4-16,-2 0-7 0,-3 4-3 0,2 2-6 15,-2 8-3-15,0 3-1 0,-2 9-2 0,1 5-2 16,-2 11 0-16,4 5-1 0,2 9-8 0,1 3-27 16,4 7-81-16,4 0-122 0,0 5-244 15,2 2-304-15,5 0-391 0,4 1-456 0,5 1-132 16,6 0 558-16,5-2 818 0</inkml:trace>
  <inkml:trace contextRef="#ctx0" brushRef="#br2" timeOffset="89033.85">23191 11625 299 0,'3'3'1062'0,"-3"-2"510"0,2 3-96 0,0-3-298 16,-1 2-499-16,2-1-248 0,2-1-156 0,-1 2-98 16,1 0-46-16,5 1-21 0,2 1-15 15,1 1-14-15,6 0-15 0,0-1-15 0,5 1-5 16,1-1-6-16,3-1-6 0,2 2-8 16,4-4-6-16,1 1-2 0,-1-3-7 0,1-1-6 15,2-2-2-15,-1 0-3 0,-3-1-2 0,-1 0-3 16,-4-1-5-16,-4 1-20 0,-2 0-46 15,-5 1-80-15,-5 0-133 0,-8-2-253 0,1 2-317 16,-6 0-379-16,-4-2-354 0,-2 3-68 16,-7-4 583-16</inkml:trace>
  <inkml:trace contextRef="#ctx0" brushRef="#br2" timeOffset="89317.21">23515 11418 114 0,'5'-3'682'15,"1"2"451"-15,1 1 125 0,2 1-106 16,7 2-324-16,3 0-255 0,2 1-152 0,2 1-80 0,6-1-54 16,1 1-51-16,1 1-67 0,4-2-60 15,0 4-32-15,1-3-25 0,2 2-16 0,-2 0-6 16,-1 1-13-16,2 2-6 0,-4-1-3 16,-1 2-1-16,-4-1 0 0,-1 3 6 0,-4 0 2 15,-3 1 1-15,-3 0 2 0,-4 1 0 0,-3 1 3 16,-5 4-2-16,-5-1-2 0,-3 4-2 0,-3-1 0 15,-7 1-3-15,0 3-6 0,-5-1-3 16,-3 1-2-16,-3-1-2 0,1 1-4 0,-4-2-13 16,2-3-31-16,-1-1-78 0,1-3-110 15,3-3-217-15,0-4-299 0,1-4-353 0,7-1-395 16,1-5-152-16,2-2 380 0,3-1 767 16</inkml:trace>
  <inkml:trace contextRef="#ctx0" brushRef="#br2" timeOffset="91133.49">27207 11623 312 0,'3'8'996'0,"-3"-2"454"0,0-2-51 15,0 1-231-15,2-3-477 0,-2 1-247 0,0-1-139 16,1-2-92-16,2 0-52 0,2-5-33 0,3 0-35 15,0-5-24-15,6-5-13 0,-1-7-11 0,6-3 0 16,1-2-6-16,1-6-3 0,1-2 3 16,3-4-5-16,2 0-2 0,-1-2-7 0,-1 3 1 15,0 0 0-15,-3 5-4 0,-2 3-2 0,-3 6 0 16,-3 3 3-16,-1 5-3 0,-5 2-1 16,0 5-2-16,-2 1 1 0,-2 5 0 0,0 5-2 15,-3 4-2-15,-1 5 1 0,-1 3 2 0,-3 3-1 16,1 6-2-16,-4 2-1 0,2 2-1 15,-2 3-1-15,3 1-1 0,-3 4 0 0,0-1 1 16,2 2-1-16,2-3-1 0,-2 3-5 16,2-2-4-16,-1 0 0 0,3-2 0 0,-2-1 0 15,1-2 0-15,0-2 0 0,2-3 0 16,0-2 0-16,0-4 0 0,-2-1 0 0,2-6 0 0,0 0 0 16,0-3-8-16,-2-2-9 0,2-3-12 15,2-3-16-15,0-3-26 0,2-6-63 16,-1-3-83-16,2-5-145 0,1-1-269 0,2-1-322 15,4-2-388-15,-2-2-280 0,6-1 19 0,-4-1 676 16</inkml:trace>
  <inkml:trace contextRef="#ctx0" brushRef="#br2" timeOffset="91503.07">28107 10974 32 0,'0'-3'682'0,"-2"1"763"0,-2 4 203 15,-1 3-266-15,-2 3-399 0,3 4-408 0,-3 4-206 16,0 1-147-16,0 4-75 0,2 2-45 16,1-1-27-16,0 2-22 0,4-1-18 0,0-3-12 15,4-1-10-15,0-4-7 0,3-4-3 0,2-1-1 16,-1-5-1-16,2-3 0 0,-1-2 1 16,0-5-1-16,1 0 0 0,0-4 0 0,-3-2 0 15,-2-1 0-15,0 0 1 0,-4 0 0 16,1-2 1-16,-2 4 0 0,-2-2 1 0,1 4 8 15,-1 0 5-15,-1 0 1 0,0 3 1 16,-2-1 0-16,1 3-1 0,-1 2-9 0,0 1-5 16,0 1-3-16,0 6-1 0,1 0-2 0,-2 2-1 15,2 3-1-15,0 3 0 0,0 2-1 0,3 1-6 16,-2 2-13-16,1 0-27 0,0 4-77 16,1 0-100-16,-1 0-192 0,1 3-292 0,-1 0-350 15,4 0-405-15,-2 2-198 0,3-1 260 0,2-1 767 16</inkml:trace>
  <inkml:trace contextRef="#ctx0" brushRef="#br2" timeOffset="91778.21">28406 11853 167 0,'-3'22'947'0,"-1"0"637"15,-2 1-23-15,1 0-304 0,0-2-456 0,4-2-315 16,-4-2-207-16,5-2-120 0,0-2-61 15,5-2-35-15,-2-4-25 0,3-1-14 0,1-5-9 16,1-2-4-16,2-5-3 0,3-3-2 0,0-5-2 16,1 0-1-16,1-4-1 0,-1-1 0 15,-3 3-2-15,0-1 0 0,-3 1 1 0,0 1 0 16,-3 2 0-16,-4 2 0 0,1 0 0 0,-5 4 1 16,-1 3-2-16,-4-2-1 0,0 4-2 15,-6 2-10-15,1 4-42 0,-5 0-75 0,-3 0-89 16,-3 3-173-16,-3 0-296 0,-1 0-337 0,-1 2-318 15,-1 1-180-15,4-4 186 0,-3 2 666 16</inkml:trace>
  <inkml:trace contextRef="#ctx0" brushRef="#br2" timeOffset="92031.21">27888 12004 39 0,'-7'6'713'0,"4"-1"743"0,-2-2 131 0,5-2-275 16,0-4-377-16,5-3-382 0,5-4-213 0,5-6-137 16,7-4-63-16,5-7-26 0,3-4-28 15,8-9-20-15,1-5-14 0,7-4-14 0,2-2-9 16,0-3-7-16,2-1-4 0,-1-1-8 0,-5 3-4 16,0 1-2-16,-4 2 1 0,-4 2-7 15,-3 3-17-15,-4 2-49 0,-4 0-78 0,-5 5-129 16,-3 0-237-16,-2 6-314 0,-5 0-371 0,-1 3-341 15,-1 2-93-15,-2 2 524 0,-1 5 710 16</inkml:trace>
  <inkml:trace contextRef="#ctx0" brushRef="#br2" timeOffset="93702.54">20179 13081 145 0,'-9'-3'491'16,"-3"-2"329"-16,-2 1 233 0,3-1-95 15,-4-1-270-15,-2-4-163 0,0 3-97 0,1-4-38 16,-3 3-8-16,-1 1-35 0,4 1-39 0,-4 0-38 15,2 3-43-15,-1 0-58 0,0 4-63 16,2 4-32-16,-4 4-19 0,4 3-13 0,-2 5-9 16,0 6-6-16,1 4-5 0,1 9-6 0,4 3-4 15,-2 9-3-15,4 4 3 0,2 4 1 0,0 6 1 16,6 0-1-16,3-4 4 0,3-3 1 16,6-2-2-16,4-6-2 0,5-4-2 0,2-6 2 15,2-6-4-15,5-4 0 0,0-6-1 16,1-8 1-16,4-4-2 0,1-8-1 0,1-5-1 15,0-8-2-15,-2-5-2 0,3-8 1 0,-2-5 1 16,-3-4-1-16,-1-8 2 0,-3-2 1 16,-4-2 0-16,-2-2 3 0,-5 0 3 0,-3 3 2 15,-6 1 4-15,-6 2 1 0,-5 4 0 0,-4 3-3 16,-9 1-3-16,-1 4-3 0,-6 2-4 16,-4 4-2-16,-2 1-2 0,-2 6-1 0,-1 2 0 15,3 4-1-15,-1 5 1 0,2 2 0 16,3 4 1-16,4 2 0 0,2 3-1 0,4 1 0 15,4 5 0-15,2 1-2 0,6 1-1 0,3 4-1 16,6 0-1-16,1 3 0 0,5 1 0 16,0 1-3-16,3 3-9 0,2-1-17 0,3 0-40 15,1 1-78-15,1-2-124 0,0-1-231 0,0 2-305 16,2-3-369-16,0 0-381 0,0-3-123 16,4-2 487-16,-3 0 752 0</inkml:trace>
  <inkml:trace contextRef="#ctx0" brushRef="#br2" timeOffset="93951.3">20704 13675 685 0,'-5'5'1677'0,"1"-1"112"0,-5 1-371 16,0 1-362-16,-2-2-472 0,3-1-281 0,-3 0-125 15,5 0-62-15,-1-3-37 0,3 0-26 16,0-1-21-16,1-3-14 0,3 0-10 0,2-2-6 15,1-1-2-15,3-1-3 0,1 1-8 0,4-2-14 16,-3 1-30-16,1-1-81 0,1 3-116 16,-1 0-226-16,-1 0-304 0,-1 3-373 0,2 0-431 15,-5 0-137-15,3 1 448 0,-1 1 800 0</inkml:trace>
  <inkml:trace contextRef="#ctx0" brushRef="#br2" timeOffset="94317.24">21074 13566 213 0,'8'7'956'0,"-5"1"514"0,0-2-18 16,2-4-211-16,-2-2-450 0,4-2-304 0,-3-4-183 15,5-5-98-15,1-1-55 0,1-5-51 16,3-3-31-16,2-6-16 0,2-3-9 0,2-3-7 15,-1-5-7-15,3-1-7 0,2-5-5 0,-3 4-7 16,2-4 2-16,-1 0-1 0,-1 5 1 16,0 4 5-16,-4 2 3 0,-3 7 4 0,-1 4 0 15,-5 2 1-15,-2 9 4 0,1 3 1 0,-4 5 0 16,-2 7 0-16,-1 5-1 0,-3 8-3 16,-2 6-4-16,0 6-4 0,-3 5-5 0,-2 4-5 15,2 3-2-15,0 3-3 0,-2 1-2 0,1 1-2 16,1 0-1-16,1 2-1 0,1 0-2 15,0-4-1-15,1-2 1 0,4 0-1 16,-3-4 0-16,4-3-4 0,4-4-11 0,-3-6-22 16,2-5-51-16,2-4-81 0,0-4-138 0,-1-3-251 15,4-8-313-15,1-3-383 0,0-5-342 0,0-6-56 16,3-5 584-16</inkml:trace>
  <inkml:trace contextRef="#ctx0" brushRef="#br2" timeOffset="94617.57">21771 13290 139 0,'3'16'812'0,"1"6"566"16,-3 4 124-16,1 6-186 0,0 2-436 15,-2 4-346-15,1 2-187 0,5 2-112 0,-1 1-82 16,1-4-63-16,6-2-38 0,1-6-22 16,4-5-12-16,3-5-9 0,3-9-7 0,4-6-2 15,-1-9-3-15,3-5-1 0,-1-7-1 0,-3-5-4 16,0-2 0-16,-4-5 1 0,-4-3 1 15,-3-2 2-15,-4 0 2 0,-4 2 6 0,-2-2 9 16,-8 0 9-16,1 0 12 0,-5 1 5 16,-3 0 2-16,-1 0 0 0,-7 0-5 0,1 4-9 15,-4-3-10-15,0 7-5 0,1 3-6 0,2 2-3 16,1 9-4-16,2 0-2 0,2 9-1 16,2 4-15-16,4 7-48 0,0 4-87 0,7 3-168 15,-4 3-270-15,11 3-327 0,2 3-409 16,5-1-348-16,8 0 65 0,5 2 784 0</inkml:trace>
  <inkml:trace contextRef="#ctx0" brushRef="#br2" timeOffset="95317.66">23376 13240 105 0,'-1'5'722'0,"-3"-3"553"0,-1 0 221 15,1 1-150-15,-1-2-414 0,2 1-365 0,-2-2-174 16,4 2-118-16,-3-1-96 0,3 0-67 16,1-1-36-16,1 5-24 0,4-3-12 0,3 2-6 15,6 3-5-15,2-1-1 0,5 1-5 0,2 0-4 16,6-1-5-16,1-1-4 0,3-4-2 15,0 1-2-15,2-4-1 0,2-2-1 0,-1-3-4 16,-3 0-2-16,2 0-1 0,-5-2-2 16,-5 0-11-16,-1 1-32 0,-4 2-77 0,-7 0-103 15,0 1-224-15,-9 4-296 0,0-2-361 0,-8 3-388 16,0 0-167-16,-7 0 365 0,-2 0 797 16</inkml:trace>
  <inkml:trace contextRef="#ctx0" brushRef="#br2" timeOffset="95567.19">23710 13089 255 0,'6'-6'874'16,"1"3"367"-16,0 0-12 0,1 1-170 0,0 0-454 15,3 4-218-15,7 0-73 0,-1 1-25 0,4 1-18 16,1-1-19-16,1 1-34 0,1 1-49 16,3 1-52-16,0-1-37 0,0 2-16 0,-2-1-15 15,-2 2-9-15,-2 1-9 0,0 0-2 0,-2 1-2 16,-7 4-6-16,0-1-2 0,-5 2-1 15,-2 3-4-15,-5 0-2 0,-2 3-4 0,-4 1-3 16,-3-1-1-16,-2 2-2 0,-2 0-3 16,0-2-2-16,-1-2-8 0,0-1-30 0,-1-4-81 15,2-1-122-15,0-2-257 0,2-4-299 0,3-2-378 16,3-2-420-16,4-2-106 0,2-1 556 16</inkml:trace>
  <inkml:trace contextRef="#ctx0" brushRef="#br2" timeOffset="97916.77">27250 12931 367 0,'-7'0'986'15,"1"-1"329"-15,-2 1-55 0,2 1-175 0,-1 4-452 16,1 0-195-16,0 3-105 0,0 7-62 0,1-1-43 15,0 6-51-15,2 6-53 0,3 3-47 0,0 5-27 16,1 4-15-16,3 1-6 0,0 1-4 16,5 1-4-16,0-3-4 0,0-5-2 0,4-1-4 15,3-7-6-15,-2-3-3 0,3-6-1 16,1-5 0-16,1-6-1 0,-2-5 6 0,1-2 4 16,-1-7 1-16,1-8 2 0,-3-1 2 0,0-7 0 15,-2-4-5-15,0-2 0 0,0-1 3 16,-4-4 1-16,-1 2 3 0,-3 1 3 0,-3 1 5 15,-4 0-1-15,-1 4-4 0,-3 0-1 0,-6 2-1 16,-3 2-1-16,-1 3 1 0,-6 2-3 16,0 2 1-16,-2 5-1 0,0 4-2 0,0 2-5 15,1 4-5-15,-1 2-2 0,6 4-1 0,0 2-1 16,2 5-1-16,3-1-1 0,4 5 1 16,4 2-1-16,2 1 0 0,3 3 1 15,1-2 1-15,4 4-1 0,1-2-1 0,6-1 1 16,-2 3 0-16,3-3-10 0,1-1-14 0,1 0-33 15,-1 0-75-15,-1-2-79 0,-1-3-146 0,2 0-262 16,-2-3-321-16,0 0-348 0,-1-3-210 16,0-1 6-16,0-1 575 0</inkml:trace>
  <inkml:trace contextRef="#ctx0" brushRef="#br2" timeOffset="98133.8">27703 13326 504 0,'4'2'1478'16,"-8"4"270"-16,2 1-310 0,-3-3-344 0,2 1-477 15,-1-1-288-15,1 0-153 0,2-2-72 16,-3 2-37-16,4-3-26 0,-1 0-18 0,1-1-13 16,0 2-7-16,0-4-4 0,1 1-2 15,3 0-4-15,-1-4-18 0,2-2-60 0,-1 0-74 16,2-4-133-16,1-1-260 0,-1-1-317 0,1-2-369 15,1-1-280-15,2-3-51 0,0 0 566 0</inkml:trace>
  <inkml:trace contextRef="#ctx0" brushRef="#br2" timeOffset="98479.45">27909 12847 254 0,'-8'-1'917'16,"-1"2"475"-16,-2 0 50 0,3 3-189 0,0-1-474 15,0 0-288-15,0 0-155 0,3 1-108 16,1 1-78-16,0 1-62 0,3 1-39 0,1 1-19 16,1 1-7-16,3 1-4 0,0 1 0 0,3 1 0 15,3 1-3-15,2 0-1 0,-1 3-6 16,5-1-2-16,0 1-1 0,2 0-3 0,3 1 1 16,-3 0-1-16,0-1 1 0,3 2 0 15,-4 0-1-15,0 2 0 0,0-2 0 0,-3 1 0 16,-3 0-1-16,-2 1-2 0,-1 1 1 0,-3 1 1 15,-5 1-1-15,0-2-1 0,-8 2 0 0,2-3 1 16,-2 0-1-16,-3-2-2 0,-3 0 1 16,-3-5-2-16,-1 0-11 0,-3-2-22 0,0-1-56 15,-2-4-66-15,-2-3-75 0,-2-2-124 16,0-4-171-16,3-2-246 0,-1-7-246 0,3-1-207 16,1-8-107-16,5-1 268 0,5-5 483 0</inkml:trace>
  <inkml:trace contextRef="#ctx0" brushRef="#br2" timeOffset="98616.24">27794 13000 315 0,'14'-28'720'16,"-1"2"347"-16,-3 5 98 0,2 2-287 0,-4 4-268 16,2 1-182-16,-1 3-137 0,0 3-99 0,4 2-68 15,-2 1-42-15,2 2-29 0,1 3-24 16,2 0-15-16,-1 3-9 0,1 2-4 0,1 1-1 16,2 1-5-16,1 0-3 0,-2 4-19 15,2-3-68-15,2 4-172 0,-4-3-297 0,2 0-266 16,2 1-276-16,0-1-194 0,0 0 175 0,-1 1 557 15</inkml:trace>
  <inkml:trace contextRef="#ctx0" brushRef="#br2" timeOffset="98924.26">28579 12852 139 0,'-4'-4'955'15,"-1"3"681"-15,-4 1-33 0,1 1-327 16,-2 4-445-16,-1 1-336 0,3 1-214 0,2 3-122 15,1 0-62-15,2 1-33 0,1 1-25 16,2 1-15-16,2-1-10 0,1 0-5 0,3 0-3 16,3 0-1-16,0-3-2 0,2 1-2 0,2-5 0 15,1-1-1-15,-3 0 0 0,3-4 0 0,-1-2 0 16,-5-2 1-16,1-1 0 0,-3-1 2 16,-1-1-1-16,-2-2 3 0,-3-2-1 0,-1 0 0 15,-2 1-1-15,-2 0 0 0,-2 1-1 16,0 1-3-16,-1 4 0 0,-2 1-2 0,-1 2-1 15,2 3-2-15,1 3-1 0,0 5-14 0,-1 1-37 16,0 2-78-16,5 2-91 0,-1 2-155 16,0 1-262-16,1 1-331 0,4 2-331 0,1 2-174 15,4 1 97-15,-1-1 589 0</inkml:trace>
  <inkml:trace contextRef="#ctx0" brushRef="#br2" timeOffset="99100.97">28643 13441 61 0,'0'23'664'15,"0"2"662"-15,-3-2 259 0,-2-1-195 16,0 2-419-16,-1-1-380 0,3-2-202 0,-2-3-148 16,2-4-96-16,3-1-60 0,0-4-36 0,0-3-21 15,3-4-11-15,2-6-8 0,1 0-5 16,2-7-8-16,-3 0-35 0,3-1-80 0,-2-4-106 16,0 3-202-16,-1-3-293 0,-4 3-356 15,-1-2-366-15,-1 3-159 0,-2 0 323 0,-3 2 726 16</inkml:trace>
  <inkml:trace contextRef="#ctx0" brushRef="#br2" timeOffset="99399.22">28246 13614 23 0,'11'-9'616'0,"-2"-3"600"0,1-2 198 0,2-1-66 16,3-6-319-16,-1-3-403 0,3-1-202 0,4-5-125 15,1-5-68-15,4-3-79 0,2-1-56 16,4-4-29-16,2 0-23 0,1-2-14 0,6 0-6 16,-1 0-5-16,-1 3-4 0,1 0-5 15,-2 0-3-15,0 3-3 0,-2 0-4 0,-1 1-6 16,-3 2-21-16,-4 2-66 0,-4 2-79 0,-2 4-168 15,-6 0-278-15,-2 3-331 0,-5 4-388 0,-1 0-269 16,-2 3 55-16,-3 2 740 0</inkml:trace>
  <inkml:trace contextRef="#ctx0" brushRef="#br0" timeOffset="109718.69">30803 9279 296 0,'-5'3'619'0,"2"0"340"0,-1 0 170 0,1-2-271 15,0-1-211-15,1 2-128 0,0-2-77 0,2 0-66 16,-2 0-56-16,0-2-53 0,2 1-41 16,0 0-41-16,0-1-46 0,2-1-46 0,0-3-31 15,0 4-13-15,2-3-5 0,0 1-2 0,0-2-3 16,2 2 10-16,0-2-2 0,4 0-1 0,-2 1-7 15,0 0-5-15,1 1-3 0,4 0-12 16,-2 1-2-16,1 1-1 0,-1 0 0 0,2 2-1 16,0-2-1-16,0 2 0 0,-1 2-3 0,1-1-4 15,-2 2 1-15,1 0 4 0,0 0 4 0,-2 2-5 16,0 0 2-16,-4 3 1 0,2 1 2 16,-3-1-6-16,1 3-2 0,-4 3 3 0,-1-1 4 15,-1 2-1-15,-1 3 1 0,-1-1-3 0,-1 2 1 16,-1 1 0-16,-3-1-4 0,2 2-3 0,-1-1-2 15,-2 1-1-15,-1 0 4 0,1-1 3 0,-3-1-6 16,0 1 0-16,0-2-2 0,-1 2 0 16,-2-2-4-16,1 0-5 0,0 1 5 0,-2-1 1 15,0 1 0-15,2-1 1 0,-3-2 0 0,5 1-2 16,-2 0 2-16,4-4-1 0,-1 0 0 16,4 0 1-16,1-2-1 0,1 0 2 0,2-1-1 15,2-1-1-15,2-1 4 0,0-1 3 0,5 0 1 16,-1-1 1-16,4 0 2 0,1 0 1 0,1-1-5 15,1-3-2-15,4 1 0 0,1-2-2 0,-1-1 1 16,2-1-2-16,0-2 0 0,2 1 1 0,1-3 0 16,-1 1-2-16,-3 1-1 0,3-3-2 15,-2 3 0-15,0-1-6 0,-5 2-13 0,2 1-22 16,-3-1-60-16,-3-1-80 0,-1 2-155 0,-5-1-276 16,1 2-325-16,-2-1-395 0,2-1-296 0,-4 0 14 15,1 0 704-15</inkml:trace>
  <inkml:trace contextRef="#ctx0" brushRef="#br0" timeOffset="110198.8">31326 9757 44 0,'6'3'585'0,"0"0"494"0,-3 0 181 16,1 0-98-16,1-1-361 0,-2-2-213 0,2-2-157 16,1-2-86-16,2-3-48 0,0 0-43 15,1-3-37-15,4-5-68 0,-2-2-46 0,2-2-29 16,4-1-15-16,-3-1-4 0,3-4-7 0,2 0-8 16,-1-5-7-16,1 4-7 0,-3-3-1 0,1-1-1 15,-1 2-3-15,0-2-1 0,-2 1 5 0,0 2 1 16,-3 0 2-16,2 2 0 0,-4 1-1 0,-1 4-1 15,0-1-1-15,-2 6 1 0,-1 2-4 16,-2 4-1-16,-1 0 0 0,0 3-2 16,1 4-3-16,-2-1-3 0,-1 3-4 0,0 3-2 0,0 5-1 15,0 3-1-15,-1 0-5 0,1 4-2 0,-3 2-1 16,1 2-1-16,-1 1 0 0,1 1 1 0,-1 2 3 16,1 1 4-16,-2-1 2 0,2 3 0 15,-1 0-1-15,2-1 1 0,-3-1-3 0,3 2 0 16,-1-1-1-16,0-1-1 0,1 0 0 0,1-2 0 15,-2 2 0-15,1-1-2 0,1-2 0 0,0-2 2 16,0-1 1-16,0-1 0 0,0-1-1 16,0-2-6-16,1-3-14 0,-1 1-25 0,0-4-47 15,-1-3-82-15,-1-1-160 0,-1-1-267 0,0-1-324 16,3-2-396-16,-5-2-380 0,4-1-6 0,1-1 753 16</inkml:trace>
  <inkml:trace contextRef="#ctx0" brushRef="#br0" timeOffset="110397.97">31802 9776 106 0,'3'0'755'0,"0"0"639"0,2 0 111 16,-4-1-244-16,3 0-436 0,1-1-350 0,-2-1-189 15,3-1-136-15,-2-1-72 0,4-1-35 0,-3 2-20 16,2-2-16-16,2 1-74 0,-4 1-114 0,0 1-222 15,-1 0-282-15,3 0-315 0,-1 3-372 0,-3 0-153 16,2 0 356-16,0 3 702 0</inkml:trace>
  <inkml:trace contextRef="#ctx0" brushRef="#br0" timeOffset="111265.99">32335 9340 61 0,'0'0'314'0,"-4"-2"194"0,3 1 169 16,-1-2-46-16,1 0-122 0,1 0-72 16,-4-1-22-16,4-1-7 0,0-1-14 0,-2 1-29 15,2-2-41-15,0 1-33 0,0 0 0 0,0 2 29 16,-2-1-14-16,0 1-26 0,1 2-31 0,-2-3-37 16,-2 3-55-16,2-2-64 0,-2 4-36 15,-3 2-22-15,0 1-11 0,0 3-10 0,-2 2-6 16,0 3-2-16,-2 2-2 0,3 3-2 0,-3 6-1 15,-1 3-1-15,0 3 1 0,5 5 0 0,-1 2 1 16,2 1-1-16,1 4-1 0,3-1 0 16,3-1 0-16,3-5-1 0,6 1-3 0,1-4 2 15,1-4 1-15,6-5-1 0,2-5-1 0,1-2 2 16,2-7 1-16,3-5 1 0,2-4 1 0,-2-7 0 16,4-5 1-16,1-2-1 0,-3-5 1 15,-2-1 1-15,-2-4-1 0,1 1-1 0,-6-3 0 16,-1 2 0-16,-4 1-1 0,-1-1 1 0,-4 0 1 15,-3 1-1-15,-5 1 2 0,-3 0-2 0,-2 0-1 16,-6-1-1-16,-2 3 0 0,-2-1 0 0,-5 1 0 16,-2 1 0-16,0 4 0 0,-2 2-1 0,1 2 1 15,-3 7 0-15,3-1-2 0,-1 5 1 0,5 4 0 16,-1 5 0-16,3-1-1 0,0 7 0 16,4 0 0-16,3 3 0 0,2 2-1 0,3 2-1 15,2 2-1-15,4-1-13 0,2 2-60 0,4 0-72 16,1-3-109-16,4 3-187 0,0-1-308 15,1 1-339-15,4-1-264 0,0-1-124 0,-1 0 322 0,3 0 621 16</inkml:trace>
  <inkml:trace contextRef="#ctx0" brushRef="#br0" timeOffset="111614.81">32983 9421 46 0,'-3'-3'558'0,"-2"3"466"16,-4 3 209-16,1 2-72 0,-4 6-358 0,3 2-273 0,1 3-123 16,2 2-58-16,-1 6-44 0,1 1-37 15,0 5-36-15,1 6-52 0,2-1-62 0,1 1-47 16,4 0-27-16,3-1-20 0,4-7-11 0,4-1-8 16,4-5 1-16,2-7-1 0,5-2 2 0,-1-8-1 15,3-3 3-15,-2-6 1 0,1-4-2 0,2-5 7 16,-4-5 3-16,1-2 2 0,-3-4 1 0,-1-1 6 15,-2-4 3-15,-2 0-5 0,-4 1-3 0,-1-1-2 16,-4 2-2-16,-4-3-5 0,-3 2-5 0,-3-1-2 16,-4 1-3-16,-4 1-1 0,0-1-2 0,-3 0-1 15,-5 3-1-15,-3 4 1 0,-2 4-2 0,-1 5 0 16,-2 5-1-16,-3 7 0 0,-4 5-5 0,4 5-17 16,0 5-39-16,0 2-79 0,4 2-112 0,-1 3-211 15,3 3-298-15,3 0-346 0,1 2-346 0,1 1-127 16,1 4 378-16,0 0 699 0</inkml:trace>
  <inkml:trace contextRef="#ctx0" brushRef="#br0" timeOffset="116603.06">30791 11076 212 0,'0'-2'436'0,"0"-1"218"16,0-1 162-16,-1 1-110 0,-1 0-85 0,1-2-39 16,-3 2-62-16,4 0-61 0,-2 0-35 0,0 2-46 15,0-1-42-15,2-1-57 0,-1 3-40 16,1 0-35-16,0-1-52 0,0 1-46 0,0-1-43 15,0 1-21-15,0-2-14 0,1 0-11 0,3 1-4 16,-2-4 5-16,5 1 3 0,-2-2 2 0,3-1 7 16,0-4 3-16,1 2 0 0,2-1-2 15,0 0 1-15,3 2-2 0,1-3-7 0,-1 2-2 16,0 2-3-16,0 1-5 0,-1-1-4 0,1 7 3 16,-4-5 3-16,1 10-1 0,0-3 1 0,-3 4 1 15,-4 1-1-15,1 4-5 0,-3 3-2 0,-2 2-3 16,0 3-1-16,-3-2-1 0,-2 2-2 15,-2 2 0-15,1-1-1 0,-3 2 1 0,1 1-1 16,-4-1 1-16,2 1 0 0,-3 1-1 0,2 0 2 16,-3 1-2-16,1 1-1 0,-1 1 6 0,3 0 2 15,-2 0 2-15,4-1-5 0,1 0-1 16,0-1-1-16,0-2-6 0,3 0-2 0,0-3-3 16,4-3 5-16,-1-2 2 0,2-2 0 0,2 0 2 15,-1-2 0-15,3-3-1 0,0-1 0 0,1 0 1 16,3-4 0-16,0 0-1 0,0 0 5 0,3-3 3 15,1 0 1-15,1 0 0 0,3-3 1 0,-2 0 0 16,5-2-5-16,0 0-2 0,-1-2-2 16,2 1-2-16,0 0-1 0,0-1 0 0,0 1-4 15,-1-1-14-15,0 1-43 0,-2 0-79 0,-2 1-110 16,-1 0-199-16,-1-1-302 0,-2 0-358 0,1 0-353 16,-1-3-144-16,-1 0 339 0,1-1 709 15</inkml:trace>
  <inkml:trace contextRef="#ctx0" brushRef="#br0" timeOffset="116947.35">31345 11241 70 0,'1'18'476'0,"1"-2"371"0,0 3 279 15,1 3-22-15,-2-1-327 0,4 1-234 0,0 0-161 16,1-2-105-16,0 1-102 0,2-3-65 0,2-1-43 15,2-4-31-15,0-4-18 0,3-3-5 0,0-2 34 16,2-4 46-16,-1-6 22 0,3-5 11 0,0-3 6 16,1-5 3-16,1-4-11 0,-4-2-27 15,2-4-7-15,-4 1-5 0,-1-5-1 0,-5 4-5 16,-2 0-15-16,-1 0-9 0,-6 0-11 0,-5 1-8 16,-1 1-10-16,-2 1-5 0,-3 0-7 15,-5 4 0-15,2 3 2 0,-5 2 0 0,-2 5 0 16,4 3-1-16,-4 2-1 0,-1 7-7 0,1 2-5 15,-1 5-1-15,4 4-2 0,-2 1-1 0,2 3-1 16,3 2 0-16,1 3 1 0,3 2-1 0,1 2-1 16,4 1-1-16,5 1-3 0,-2-1-23 0,4 1-60 15,2 0-78-15,2-3-149 0,-1 1-281 16,3 1-322-16,3-3-362 0,-2-2-272 0,6-1 30 16,-3-4 664-16</inkml:trace>
  <inkml:trace contextRef="#ctx0" brushRef="#br0" timeOffset="117563.54">31853 11489 160 0,'-2'-2'800'0,"-1"4"522"0,1-1 93 16,0 0-162-16,2 2-411 0,0-1-317 15,0 0-165-15,0 0-108 0,0-1-71 0,0 1-60 16,2 0-47-16,0-1-32 0,-1 2-9 0,-1-3-13 16,0 2 0-16,2-1 6 0,-2-1 14 0,0 0 15 15,0-1 4-15,0 1 10 0,0-2 0 0,-2 2-6 16,2-1-15-16,-1-1-13 0,-1 2-10 0,0-1-12 15,1-1-6-15,-2 0-4 0,-1 2-3 0,3-1-2 16,1 1-10-16,-3 0-22 0,1 0-55 16,-2 0-88-16,2 0-171 0,2 0-279 0,2 1-338 15,4-1-409-15,-2 0-325 0,4-1 89 0,2-1 799 16</inkml:trace>
  <inkml:trace contextRef="#ctx0" brushRef="#br0" timeOffset="118597.23">32162 11091 231 0,'0'-4'388'16,"2"-1"154"-16,-2-1-3 0,2 4-117 0,-2-3-60 16,1 1-7-16,-1 1 43 0,3-2 43 0,-1 1 12 15,-1-1-26-15,1 3-60 0,-1-4-60 0,3 1-50 16,-1-1-1-16,0 1 16 0,2-1-7 15,0 0-13-15,1 0-23 0,-2-1-36 0,1 1-57 16,2 0-53-16,-2 0-21 0,-1 1-17 0,2 3-10 16,-1-1-6-16,1 0-2 0,-1 1-4 0,2 2-8 15,0 0 4-15,0 0 2 0,1 3 1 16,0-1-1-16,1 2 0 0,-1 1-1 0,0-1-7 16,2 2-6-16,-1 0-2 0,0 1 0 0,-1 2 7 15,2-1 4-15,-2 0 3 0,0 3 2 0,-4-2 6 16,0 4 3-16,-3 0-5 0,-1 2-4 15,-1 0-2-15,-3 2-1 0,0 2-6 0,-4 0-6 16,0 1-2-16,-3 1-1 0,0 0-2 0,-3 1-1 16,1 0-1-16,0-1 1 0,-3 1 0 0,2 1-1 15,-2-3 0-15,2 3-1 0,-2-2 1 0,3 0 0 16,3-1 0-16,0-3 0 0,2 0 3 16,2-2-1-16,1 0 0 0,4-1 0 0,1-2 0 15,1-1 0-15,4 2-1 0,-1-3 3 0,3-1 2 16,1 0 1-16,3-1 1 0,0-2 2 0,2-1 1 15,4-1-1-15,-3-4-1 0,7 2-2 16,-3-4 0-16,5 0 0 0,1-2-2 0,2-4-1 16,0 1-2-16,0-2-1 0,3 0-2 0,-2-2-1 15,-2 3-3-15,1-2 1 0,-3-1-6 0,-1 4-14 16,-2 0-34-16,0-1-76 0,-6 1-123 0,0-1-226 16,-2 1-301-16,-2-1-370 0,-2 0-393 0,-1-3-148 15,-2 3 483-15,-2-2 753 0</inkml:trace>
  <inkml:trace contextRef="#ctx0" brushRef="#br0" timeOffset="118984.41">32788 11178 55 0,'7'1'577'0,"-3"4"462"15,1 1 186-15,-1 2-65 0,0 5-320 0,2 2-214 16,-1 2-157-16,0 4-88 0,0-1-63 0,0 5-55 15,-1 1-58-15,4-2-78 0,-2 1-44 0,2 1-29 0,5-2-14 16,-2 0-11-16,3-3-9 0,0-2-2 16,4 0-1-16,1-3 0 0,0-4-2 0,-2-1 0 15,5-5 0-15,-1-2-6 0,0-4-3 0,1-4-1 16,-2-2-2-16,1-5-1 0,-2-3-2 0,-2-3 1 16,2-1 0-16,-2-3 0 0,-2-3 1 0,-4-1 0 0,0 0 2 15,-3-2-2-15,-2-1 0 0,-3-2 0 16,-3-4-1-16,0 0 0 0,-3 0 0 0,-2-4 0 15,-1 1-1-15,-5-2 0 0,-2 1 0 0,0 4 0 16,-2 2 1-16,-1 7-1 0,-1 3 0 0,-1 6 1 16,-2 7-1-16,-2 2-1 0,1 8 1 0,-3 5-2 15,0 3 1-15,3 7-1 0,0 0-1 0,0 3 0 16,1 5 0-16,4 2-1 0,-1 4-2 0,0 1-7 16,2 4-21-16,2 1-65 0,-1-1-78 0,3 3-142 15,0-2-270-15,2 1-317 0,2-5-367 0,4 0-256 16,0-2 2-16,3-2 616 0</inkml:trace>
  <inkml:trace contextRef="#ctx0" brushRef="#br0" timeOffset="125473.26">30837 12828 152 0,'-3'0'384'0,"-2"-1"201"0,1 1 204 0,0-4-106 16,1 3-92-16,0-1-32 0,-1 1-33 15,2-2-56-15,0 1-86 0,1-1-85 0,1 1-75 16,0 1-71-16,0-1-9 0,1-1 6 0,3-1 2 16,0 1-7-16,1-2 19 0,3 1 0 0,0 0-33 15,3-2-21-15,1 0-15 0,1 0-8 16,4 0-18-16,1-1-9 0,-1 0-6 0,4 1-12 16,-4 0-6-16,2 0-4 0,2 1-10 0,-5 1-7 15,1 1-1-15,-3 0-2 0,-1 0 1 0,-2 3 3 16,-1 2 1-16,-4-1 0 0,0 5 0 0,-3 0 1 15,-1 3-5-15,-4 2-4 0,-1 3-2 16,-5-1-2-16,0 3-3 0,-1 4 0 0,-4 0-2 16,2 0 5-16,-2 3 3 0,-2 1 1 0,2-2 2 15,-1 3 0-15,-1 3-4 0,1-1-7 0,5-1-4 16,-3 4-3-16,2-4-2 0,2 1 0 0,0 1 4 16,3-5 2-16,2 1 2 0,-2-2 1 15,4-3-1-15,1-1 0 0,1-2 0 0,4-2 0 16,-2-2 0-16,3 0 0 0,1-3 1 0,1-2-1 15,2-1 0-15,2-3 0 0,1-1 1 0,2-4-2 16,2-1 0-16,-1-1 0 0,3-2 0 0,-1-2 1 16,1 0-6-16,-2-2-14 0,1 1-53 0,-1-2-72 15,-1-1-130-15,-2-1-218 0,-1 0-305 16,-2-2-361-16,3 0-311 0,-3-2-116 0,0-1 471 16,2 1 668-16</inkml:trace>
  <inkml:trace contextRef="#ctx0" brushRef="#br0" timeOffset="125781.39">31310 13006 4 0,'0'10'364'0,"0"4"287"16,0 3 255-16,1 1 128 0,3 1-263 0,-1 2-209 15,2 1-138-15,0-3-76 0,4 1-75 0,-1-2-79 16,0 1-71-16,1-4-45 0,4-3-33 0,-2-2 71 16,3-4 50-16,0-3 19 0,-1-3 6 15,4-4-6-15,2-5 7 0,-3-5-61 0,1-2-43 16,0-6-23-16,0-3-12 0,-1-1-9 15,-2-5-7-15,-3 1-3 0,-1-1-5 0,-3 2 7 0,-2-2 3 16,-3 1 1-16,-6 0-8 0,0 0-6 0,-6 0-4 16,-2 0-8-16,-2 1-6 0,-2 4-2 0,-2 4-3 15,1 4-1-15,-2 4-1 0,0 7 0 16,-3 6-1-16,0 6 0 0,0 7-2 0,1 1-1 16,0 4 0-16,4 4-2 0,-2 4 0 0,3-1-2 15,5 1 3-15,1 1-1 0,3-1 3 0,4-2-3 16,3 2-15-16,0-2-50 0,1 1-80 0,7-2-127 15,-3-2-235-15,3 2-311 0,0-4-351 16,2 2-308-16,2-4-59 0,-1 1 499 0,1-2 656 16</inkml:trace>
  <inkml:trace contextRef="#ctx0" brushRef="#br0" timeOffset="125999.99">31875 13275 709 0,'0'4'1573'15,"-4"0"103"-15,3 0-333 0,-1-2-349 0,0-1-465 16,1-2-275-16,1 1-127 0,0-4-60 0,1 0-28 16,1 1-21-16,1-2-9 0,4 1-7 0,-2-1-8 15,1-2-59-15,1 2-80 0,-2-1-147 0,2 0-265 16,-2 3-307-16,-1 0-380 0,4 0-278 0,-3 2 9 15,-2-1 625-15</inkml:trace>
  <inkml:trace contextRef="#ctx0" brushRef="#br0" timeOffset="126897.39">32278 13174 37 0,'-2'6'277'0,"1"-3"179"16,-3 3 171-16,3-4-40 0,1 1-89 0,-4 0-69 16,3 0-36-16,-1 0-16 0,1 0-13 0,-4 0-21 15,5-2-28-15,-1 1-36 0,1 0-42 0,0-1-25 16,0 0-11-16,0 1 8 0,-2-1 9 0,2-1 4 16,0 2 2-16,0-2-21 0,0 0-29 15,0 0-37-15,2-2-33 0,-1-1-26 0,4-1-22 16,-1-5-13-16,1-3-10 0,2 1 1 0,1-4-1 15,2-4-3-15,0 1-2 0,1-5 4 0,3-1 3 16,1 1-9-16,-1-3-2 0,0 0-3 0,2-1-2 16,-2 1-5-16,2 3 1 0,-3-1 2 15,1 2 0-15,-5 4 0 0,-1 4 0 0,-1 2 3 16,-1 3-3-16,-3 1-2 0,2 1 0 0,-4 5 0 16,-1-3 0-16,2 4-4 0,-2 2-4 0,-2 1-2 15,1 3-2-15,-3 1-2 0,3 1 0 0,-2 3-1 16,-2-1 1-16,2 2-1 0,0 2 0 0,1 1-1 15,-1 2-1-15,0 0 2 0,1 2 0 16,-1 2 1-16,0 2 0 0,0 3 1 0,-2-1 2 16,4 5-2-16,-2-2-1 0,-1 1 0 0,1 0 0 15,1-1 0-15,1-2 0 0,1 0-1 16,0-2 0-16,0-4-1 0,0 0 0 0,0-3-1 16,1-3-1-16,-1-1 0 0,2-2-1 0,-2 1-1 15,2-6 0-15,-2-1 0 0,1 0-5 0,3-4-9 16,-4 2-18-16,3-4-40 0,-2 0-75 0,4-3-82 15,-2-1-148-15,-2-3-240 0,3-3-319 16,1 0-316-16,-1-1-200 0,1-2 20 0,0-2 549 16</inkml:trace>
  <inkml:trace contextRef="#ctx0" brushRef="#br0" timeOffset="127275.45">32798 12906 74 0,'5'8'559'0,"-4"1"407"16,3 5 178-16,-4 2-32 0,1 6-370 0,1 1-214 16,-1 6-70-16,1 2-53 0,4 1-51 0,-5 3-58 15,4-2-53-15,2 0-66 0,1-1-79 0,2 0-45 16,3-4-24-16,1-2-12 0,1-3-8 0,4-3-2 16,-3-6-2-16,2-3 7 0,2-4 5 0,2-5 3 15,-4-5 2-15,2-7 0 0,0-1 2 16,-1-7-2-16,-3-4-2 0,1-2 0 0,-2-4-1 0,0-1-1 15,-4 0 0-15,-3-3-7 0,-3 0-4 0,0 0-1 16,-7 2-2-16,-2-2 0 0,-3 0 0 0,-2 0 0 16,-5-1-2-16,1-1 0 0,-6 2-1 0,1 2 0 15,0 3-1-15,0 2-1 0,-3 6-1 0,1 4 0 16,1 6 0-16,-2 5-2 0,3 6-1 0,0 3-1 16,1 4-1-16,-1 4-11 0,1 5-48 0,2 4-75 15,0 0-117-15,0 2-198 0,2 2-304 0,0 1-352 16,-1 0-314-16,1-1-127 0,0-3 382 0,-1-2 661 15</inkml:trace>
  <inkml:trace contextRef="#ctx0" brushRef="#br0" timeOffset="135678.06">16919 10353 114 0,'-2'1'672'0,"1"1"464"16,-1 1 128-16,1-2-118 0,-1 1-368 15,2-1-225-15,0-1-126 0,0 2-82 0,0-2-57 16,2 1-35-16,-1-1-47 0,4 2-61 15,3-1-40-15,-2 1-23 0,4 1-10 0,2 1-11 16,1-1-8-16,3 3-7 0,1-1-3 0,3-1-4 16,1 1-3-16,3 0-1 0,1-3-3 0,0-1-2 15,1 2-3-15,-1-3-5 0,1 0-3 16,-3-3-6-16,2 1-3 0,1-1-4 0,-6-2-1 16,2 2-3-16,-3-1 0 0,-3-1-1 15,0 0 0-15,-3 3-1 0,-4-2-2 0,0 2 0 16,-2 0-2-16,-2 1 1 0,0 1-3 0,-4 0-6 15,-1 0-11-15,0 0-17 0,0 1-36 16,-1 1-81-16,-6-2-118 0,1 1-195 0,-2 0-296 16,-3-2-359-16,1 0-392 0,-4-2-143 15,3-2 374-15,-2-2 720 0</inkml:trace>
  <inkml:trace contextRef="#ctx0" brushRef="#br0" timeOffset="135944.79">17112 10099 108 0,'1'-5'716'0,"2"4"482"15,-3 0 105-15,4 1-115 0,-3 0-298 16,1 2-309-16,1 3-159 0,0 3-90 0,1 3-56 16,-1 0-52-16,3 6-75 0,-2 4-48 15,1 3-30-15,-2 1-18 0,2 8-12 0,-1-1-11 16,-3 4-7-16,2 3-9 0,-3-1-6 0,3 3-4 15,-3-2-4-15,0-1-2 0,0-1-2 16,2-5 0-16,-1-1-6 0,2 0-23 0,-1-8-68 16,0-1-84-16,-1-3-154 0,2-2-286 15,-1-7-331-15,3-3-387 0,-2-4-247 0,2-6 71 16,1-3 690-16</inkml:trace>
  <inkml:trace contextRef="#ctx0" brushRef="#br0" timeOffset="139328.18">20443 14350 80 0,'3'3'631'0,"0"-1"450"0,-1 1 145 0,1-2-114 15,-3 2-389-15,4 0-306 0,-4 2-170 16,1 1-54-16,-1 2-7 0,2 4 12 0,-1 1 7 16,-1 2 2-16,0 1-19 0,0 1-31 15,0 3-36-15,-1 2-30 0,-1 1-26 0,1 4-20 16,1 1-8-16,-4 3-4 0,1 2-2 0,1 5 0 16,-2 2-2-16,0 2-1 0,0 3-7 15,-4 3 2-15,0 3-4 0,2 0-4 0,-1 2-1 16,-2-3-2-16,4 2 0 0,0-3-3 15,1-1-2-15,0-4 0 0,3 0-2 0,1-6 1 0,1 0-3 16,3-2-1-16,-1-5 0 0,2 1-1 16,-1-4-2-16,6-3 1 0,-1 0-1 0,1-3 0 15,2-2 1-15,3-2 0 0,2-3 1 16,1-2-3-16,0 1 1 0,6-5-2 0,-2-3-1 16,4 0 0-16,0-1 1 0,4-5 2 15,0 0 1-15,2-3 1 0,1 1 2 0,1-2 1 16,1 0-1-16,2 1 0 0,3 2 9 0,1-1 5 15,5-1 3-15,0 2 1 0,4-2 0 16,-1 0-1-16,7 0-8 0,-1-2-6 0,2 1-4 16,3-2 0-16,0 0-2 0,3 0 2 15,2 0-1-15,3-4 1 0,3 4 1 0,5-4-1 16,0 1-1-16,3-2-1 0,-1 3-1 16,2-1 0-16,2-2 0 0,-2 4 1 0,3-3 2 0,-1 1 0 15,4 1 0-15,3-1 1 0,1 1-1 16,0 0-3-16,0 0-2 0,1 0 2 0,0 4 1 15,-1-3 0-15,1 3 0 0,3-1 1 0,1 1 1 16,-1 1-1-16,0 0-1 0,1 0-1 16,-4 2 1-16,1-1 0 0,-2 2 1 0,0 0 1 15,0 0-1-15,4 3 1 0,-3-1 1 0,1 1-2 16,0 1-1-16,-2 3-1 0,-3-4 1 0,-2 4 1 16,1-1-1-16,-3 0 2 0,3 0 1 15,-1 0-1-15,1-2 0 0,0 2-1 16,0-1-1-16,-4-1-3 0,0-1 2 0,-1 2 1 15,-2-4 0-15,2 1 1 0,-1-1 0 0,1 0 2 16,-1-1-2-16,1 0 0 0,0 2-1 0,-2-2-1 16,-2 2-2-16,-1-2 1 0,-2 0 1 15,-2 2 0-15,0 1 1 0,0-1 2 0,-3 2 1 16,4 2-1-16,-4-2 0 0,-1 0-1 16,1 1 0-16,-3-1-2 0,2 1 0 0,-5-2-1 15,0 1 1-15,0-1 0 0,-3-2 1 0,0 3 0 16,2-1 1-16,0-2 2 0,-1 1-2 15,3 1 1-15,-3-2-2 0,1 2 0 0,0 0 0 16,-1 2 0-16,1-3-1 0,-2 3-1 0,-1-1 0 16,-4 0 1-16,1 2 1 0,0-2 1 0,1 3 1 15,2-5 1-15,1 3-1 0,0-2 0 16,0-2-1-16,2-1-1 0,-1 0 0 0,1 0 0 16,0-1-2-16,-2-2 1 0,0 0 0 15,-5 0 0-15,4 0 0 0,-2 0 1 0,-2 0 1 16,2 0 1-16,-2 1 0 0,-1 1 0 15,1-2 1-15,-1 3-2 0,-2 0 0 0,-1 0-1 16,-1 0 0-16,-2 0-2 0,-1 3 1 0,-1-3-1 16,2 0-1-16,-4 1 1 0,0-1 1 0,-3-1 1 15,2 1 1-15,-2-3-1 0,-1 1 2 0,-1 0 1 16,4-3 0-16,-2 1-1 0,1 0 0 16,0 0 1-16,-1-1-1 0,0 1 1 0,-2-2 0 15,-1 1-3-15,1 2 1 0,-5-1-1 0,4 1-1 16,-7-2 0-16,1 3-1 0,0-2 1 0,-2 1-1 15,-3 0 1-15,-2 2 0 0,2-1 5 16,-2 1 3-16,-1 1 3 0,0 0 0 0,-4 0 2 16,2 0 1-16,0 1-4 0,-2 1-3 0,2-1-2 15,-4 1 0-15,3-1 0 0,0 1-1 0,-1-1-1 16,-1-1 1-16,0 0-1 0,-3 0-1 16,3-1 1-16,-3-1-1 0,0-1 0 0,-2 2 0 15,-3-2 1-15,0 0 0 0,0-1 1 0,-3 0 4 16,0-1 5-16,-2 3 3 0,0-2 4 0,-1 2 4 15,-2-1 2-15,1 0-4 0,-1 0-2 16,-2 0-4-16,-1 1-3 0,2-1-4 0,-2 0-2 16,0 0-2-16,0-3-1 0,0 2-1 0,0-4-2 15,0 2 0-15,-2-3 1 0,2 1-2 0,0-3 0 16,-1-1 0-16,-1 0 1 0,1-1-1 0,1-2-1 16,-4-2 0-16,4-1 1 0,0-1 0 0,0-2 1 15,0-2 0-15,0-3 0 0,0 1 2 16,2-1 0-16,0-2 0 0,1 0-1 0,-2-3 1 15,3 1-1-15,-1-2-1 0,2 2 1 0,-4-2-1 16,5 1 0-16,-3 2 0 0,1-1 0 0,-1 3-1 16,-2 1 1-16,3 2-1 0,-3 3 1 0,1 2 0 15,0 2 0-15,-2 3 0 0,0 2 1 16,0 4 0-16,0 0-1 0,0 2 1 0,0 0-1 16,0 3 0-16,0 1 0 0,-2-2 1 0,2 3-1 15,0-2 0-15,0 3 0 0,0-2 0 0,0 0 0 16,0 2 0-16,0 0-1 0,0 0 1 15,0 0 0-15,0 0-1 0,0 0 0 0,0 0 0 16,0 0 0-16,0 0-1 0,0 0 1 0,0 0 0 16,0 0 0-16,0 0 0 0,0 2 0 0,0-2 1 15,0 0 0-15,0 0 0 0,0 0 1 16,0 0 0-16,0 0 1 0,0 0 0 0,0-2 0 16,-2 2 1-16,2 0-2 0,-1 0 0 0,-1-3 0 15,0 2-1-15,1-1 0 0,-2-1-1 0,1 1 1 16,0 2 0-16,1-2-1 0,1 2 0 15,-2 0-1-15,1-3-1 0,1 3 0 0,0 0-2 16,-2 3 0-16,-1-3 0 0,3 2-9 0,0-2-13 16,0 2-21-16,-1 1-42 0,1-1-75 0,0-2-81 15,-4 0-151-15,1 0-284 0,-2 0-320 0,1 1-318 16,-1 2-203-16,-2-3 55 0,0 0 648 0</inkml:trace>
  <inkml:trace contextRef="#ctx0" brushRef="#br0" timeOffset="139677.42">31035 14693 130 0,'8'-7'617'0,"0"0"414"0,1-2 172 0,1-2-131 15,-2-2-342-15,3-2-178 0,3-2-90 0,0-1-71 16,4-1-59-16,0-2-46 0,2-3-43 0,-2 1-75 15,2-2-62-15,0 0-38 0,-1 5-23 16,-1-1-13-16,-1 2-8 0,-4 4-1 0,0 3-6 16,-4 4 1-16,-1 0 1 0,-4 5 0 0,4 3 0 15,-3 3 0-15,-2 3 5 0,0 4 5 0,-1 4-1 16,-2 2-2-16,0 1 0 0,0 3-2 0,0-1-4 16,-2 2-6-16,1 0-2 0,1 1-7 15,-2-1-3-15,2 1-5 0,-2-3-1 0,2 2-3 16,0-3-1-16,0-1 2 0,0-2 1 0,0-2 0 15,2-1 5-15,0-1-4 0,-1-4-16 0,-1-1-49 16,-1-2-78-16,1-4-165 0,-4-4-277 16,3-1-327-16,-4-1-404 0,-3-1-356 0,-3-2 13 15,-3-2 792-15</inkml:trace>
  <inkml:trace contextRef="#ctx0" brushRef="#br0" timeOffset="140527.2">25770 15010 121 0,'1'2'715'0,"4"1"455"0,-2 0 95 0,1-2-129 15,-1 2-340-15,0 0-255 0,3 2-149 0,0-2-74 16,2 1-46-16,0-1-43 0,3-2-58 16,2 3-62-16,1-4-32 0,0 1-23 0,4-2-13 15,-2 1-10-15,2-2-10 0,-1 0-6 0,0 1-6 16,-3-1-3-16,3 0-3 0,-2 0-1 16,0 1-2-16,-2-1-2 0,0 1 0 0,-4 0-14 15,-1-1-46-15,-1 2-69 0,-6 2-98 16,-1-1-185-16,-3 2-299 0,-3 1-336 0,-2 2-309 15,-5 2-174-15,-1 0 249 0,-3 1 676 0</inkml:trace>
  <inkml:trace contextRef="#ctx0" brushRef="#br0" timeOffset="140676.73">25808 15211 154 0,'5'3'746'0,"-1"-1"423"15,0 0 80-15,3-2-93 0,1 0-332 0,4-2-277 16,1 2-157-16,0-5-80 0,4 2-59 15,1-3-60-15,3 2-80 0,1-3-52 0,-2 3-27 16,6 0-16-16,-1 1-15 0,2 2-86 16,-4-1-150-16,-2 2-270 0,1 2-286 0,-5-1-353 15,-2 0-428-15,-2 2-54 0,-4 0 642 0</inkml:trace>
  <inkml:trace contextRef="#ctx0" brushRef="#br0" timeOffset="149259.56">3005 13697 27 0,'0'-6'465'16,"-3"2"430"-16,0 1 279 0,0 0-8 15,0 0-339-15,-1 2-208 0,3-3-102 0,-1 3-97 16,-1 1-67-16,1-1-50 0,2-1-46 0,-1 1-63 16,-1 1-63-16,2-2-32 0,0 2-22 0,0 0-17 15,0 0-11-15,0-1-7 0,0 1-3 0,0-1-5 16,2 1-2-16,-2-4 0 0,1 2-1 0,1-4 0 15,0 2-1-15,1-3-2 0,0 2-1 16,2-3-2-16,1 1-1 0,0 0-3 0,2-2-3 16,2-2-2-16,1 2-1 0,0-1-6 0,2-1-2 15,4 2-2-15,-1-1-1 0,3-1 0 16,1 2-1-16,1 0 3 0,3 2 0 0,-1 0 0 16,1 2-1-16,-2-1-1 0,4 4 0 0,-3-1-1 15,2 1 1-15,-3 4-1 0,-1 1 0 0,-2-1 0 16,-3 2 1-16,0 3-1 0,-3 3 2 0,-3 0-1 15,-2 4 1-15,-3 2 2 0,-2 5-1 16,-1 0-6-16,-4 5 0 0,-1-1 0 0,0 3 0 16,-4 1 0-16,-2 2 0 0,0-2 0 0,-4 4 0 15,-1-1 0-15,-1 0 0 0,-2 3 0 0,-1-2 0 16,-2 4 0-16,0-4 0 0,2 1 0 0,-2-1 0 16,2-2 0-16,1-2 0 0,4-1 0 15,-1-3 0-15,4-2 0 0,1-2 0 0,3-1 0 16,1-2 0-16,2 0 0 0,3-4 0 0,3 2 0 15,0-2 0-15,4-1 0 0,2-1 0 0,0-2 0 16,4-1 0-16,3-2 0 0,1 1 0 0,2-4 0 16,0 1 0-16,2-3 0 0,3 0 0 15,-1-4 0-15,1 2 0 0,-2-2 0 0,2-5 0 16,-1 1 0-16,1-2 0 0,0-1 0 0,-2 0 0 16,-1-1 0-16,-1-1 0 0,-2 3 0 0,-1-2 0 15,-1 2 0-15,-2 0-45 0,-3 2-108 0,0 0-152 16,-3 1-261-16,0 1-326 0,-2 1-413 0,-1 0-461 15,0-1-55-15,-1-2 775 0</inkml:trace>
  <inkml:trace contextRef="#ctx0" brushRef="#br0" timeOffset="150416.79">4052 13668 256 0,'-5'0'616'0,"2"-2"353"16,0 1 175-16,-2 0-233 0,2-1-241 16,1-1-86-16,2-2-51 0,0 1-86 0,0-2-81 15,2 1-66-15,1-4-52 0,0 0-70 0,2-3-61 16,4 1-32-16,-1 0-19 0,4-1-5 0,1 1-6 16,2-2-6-16,5 1-5 0,0 1-6 15,2 1-5-15,1 1-5 0,1 2-2 0,-2 2-4 16,2 2-3-16,0 0-2 0,-1 3-1 15,-2 3-1-15,-2 1 1 0,0 0 4 0,-3 6 3 16,-1-1 0-16,-4 4 2 0,-1 0 0 0,-1 6 0 16,-4 0-4-16,-2 4-3 0,-3 2-3 15,0 1-2-15,-5 2-2 0,-1 1-2 0,-1 1-6 16,-3 1-2-16,0 1-3 0,-2-1-1 16,-1 1-2-16,-1-2 0 0,1-2 2 0,2 0 1 15,0-5 2-15,3-1 0 0,0-1 0 0,2-2 0 16,0-3-1-16,3-1 0 0,1 0 1 15,0-2 0-15,4-1 0 0,0-1 1 0,1 0 2 16,4-1 1-16,0 1 1 0,1-2 1 16,3-1 1-16,1 2-1 0,1-4 0 0,1 1 0 15,2-2 0-15,0-2-4 0,0 0-2 0,3-2 0 16,-3-1 0-16,4-1 0 0,-1-2 0 0,-1 0 0 16,0-2 0-16,0 1 0 0,1 0 0 15,-2-1 0-15,-1-2 0 0,0 2 0 0,-2-1 0 16,-1 1-23-16,1 1-33 0,-3-2-50 15,0-2-85-15,-3-1-161 0,-2 0-272 0,2 0-327 16,0 1-404-16,0-5-354 0,0 1 25 0,0-1 772 16</inkml:trace>
  <inkml:trace contextRef="#ctx0" brushRef="#br0" timeOffset="151192.6">4994 14080 133 0,'0'6'562'15,"0"-1"396"-15,-3 1 217 0,1-1-143 16,1-5-291-16,-1 4-164 0,2-4-94 0,0 2-78 16,2-1-63-16,-1-2-47 0,3-3-41 15,-1-1-50-15,3-3-59 0,0 0-34 0,2-4-20 16,2-4-15-16,2-4-3 0,1-6-7 0,3-2-5 16,-2-4-6-16,3-3-5 0,-1-5 1 0,3 0-7 15,-3 0-3-15,0-2-4 0,0 1-4 16,1 2-2-16,-2 1-6 0,-2 2-4 0,0 4-3 15,1 0-17-15,-4 6-1 0,0 1 0 16,0 4 0-16,-3 5 0 0,-2 3 0 0,-2 2 0 16,2 3 0-16,-4 2 0 0,2 0 0 0,-1 6 0 15,1 1 0-15,0 5 0 0,0 4 0 16,-3 4 0-16,2 1 0 0,-1 5 0 0,-1 3 0 16,0 2 0-16,0 4 0 0,0-1 0 0,-1 4 0 15,1 2 0-15,0-1 0 0,0 3 0 16,-2 0 0-16,2-2 0 0,0 2 0 0,0-4 0 15,0-1 0-15,2-2 0 0,-2-2 0 0,1-1 0 16,1-2 0-16,0-2 0 0,-1-3 0 16,2-2 0-16,-1-2-143 0,1-5-140 15,-1 0-255-15,-2-3-320 0,3-6-399 0,3 4-477 16,-1-8-109-16,1 0 666 0</inkml:trace>
  <inkml:trace contextRef="#ctx0" brushRef="#br0" timeOffset="151399.46">5726 13966 794 0,'-3'17'1828'0,"-3"-3"-14"0,-7 5-437 15,0-1-375-15,-1 0-465 0,0-2-284 16,0-1-118-16,1-1-53 0,2-2-27 0,0-3-22 16,5-3-15-16,1-2-11 0,3-2-8 0,4-2-8 15,1-3-24-15,5-3-77 0,1-3-121 16,1-1-248-16,1-3-300 0,3-4-399 0,-1 3-482 15,3 0-167-15,0 1 590 0,-1-2 851 16</inkml:trace>
  <inkml:trace contextRef="#ctx0" brushRef="#br0" timeOffset="152068.18">6303 13555 72 0,'-3'-4'587'0,"-3"0"475"0,1 2 196 15,-1-2-41-15,1 2-288 0,0 0-244 0,0-1-176 16,-2 2-115-16,2-1-70 0,0 1-72 15,0 1-91-15,2 1-58 0,-2 2-37 0,1 2-22 16,1 2-17-16,-2 5-11 0,5 3-3 0,0 6-3 16,2 7 2-16,2 8 4 0,4 3 3 0,0 8 1 15,3 4-2-15,3 5-2 0,-1 2-4 16,4-1-6-16,-1-1-3 0,1-6-3 0,3-4-1 16,0-9-1-16,4-7 0 0,1-9-1 0,1-9 0 15,0-10 1-15,3-8 2 0,-1-11 0 16,-1-9 2-16,0-9-1 0,-5-6 0 0,-1-4-1 15,-2-3 0-15,-5-2-1 0,-3 3 2 16,-5-1 2-16,-6 3 2 0,-5 3 2 0,-5 1 4 16,-5 2 4-16,-4 3-1 0,-3 2 3 15,-5 3 3-15,-3 3 2 0,0 4-2 0,0 6-1 16,-2 5 0-16,1 7-3 0,-1 4-5 0,2 8-3 16,3 5-4-16,0 5-2 0,5 5-3 0,5 4-1 15,1 4-1-15,8 4 0 0,3 1-1 16,5 2 1-16,2 4 0 0,8 0-1 0,2-2-6 15,4 1-16-15,3-3-25 0,2-5-72 16,1-2-93-16,1-4-180 0,1-5-287 0,4-5-340 16,2-6-417-16,-1-5-231 0,4-5 167 0,-1-6 766 15</inkml:trace>
  <inkml:trace contextRef="#ctx0" brushRef="#br0" timeOffset="152328.67">6999 13701 156 0,'9'13'858'0,"-2"0"599"0,-2 10 80 16,-1 3-232-16,1 4-452 0,-2 1-331 0,3 2-187 16,1 2-123-16,-1-1-78 0,2-4-53 15,3-3-36-15,0-7-22 0,4-2-14 0,0-8-5 16,1-7-3-16,1-9-1 0,2-8 0 0,-3-5 2 16,0-8-1-16,-2-6 0 0,-4-3 1 0,1-3 0 15,-5-3 1-15,-4 2 11 0,-4 1 11 16,-3 1 8-16,-3 1 8 0,-4 1 3 0,-4 4 0 15,-4 0-6-15,-4 2-8 0,-1 2-9 16,-1 4-7-16,-4 5-6 0,2 5-5 0,-3 7-3 16,3 8-2-16,1 7-3 0,2 6-4 0,3 10-15 15,6 2-50-15,2 4-86 0,6 3-180 16,6 0-270-16,4 3-336 0,6 0-417 0,4-3-361 16,1 0 91-16,6-1 840 0</inkml:trace>
  <inkml:trace contextRef="#ctx0" brushRef="#br0" timeOffset="152710.01">8022 13824 409 0,'-1'0'1135'15,"-1"0"357"-15,2 0-145 0,0 0-266 0,3 1-439 16,3 1-221-16,2 1-154 0,0 1-71 15,6 1-34-15,2-1-37 0,3 0-34 0,2 1-26 16,4-2-18-16,2 0-14 0,3-3-10 0,0 0-7 16,3-3-5-16,1 0-5 0,0-2-3 15,1-1-4-15,-4 1-20 0,-2-1-83 0,-2 0-116 16,-7 0-239-16,-1 0-290 0,-9 2-368 16,-2-2-431-16,-5 3-142 0,-4 1 470 0,-6-1 797 15</inkml:trace>
  <inkml:trace contextRef="#ctx0" brushRef="#br0" timeOffset="152942.21">8316 13671 216 0,'5'1'832'0,"1"0"393"0,0 3 19 0,2-1-161 16,2 0-400-16,4 1-242 0,0 2-105 16,5-2-47-16,2 1-33 0,1 1-32 0,0 0-52 15,5-1-57-15,-3-1-41 0,1 2-28 16,2 2-15-16,-2 1-9 0,0 1-6 0,-4 4-5 15,0 5 0-15,-6 0 0 0,-2 6-4 0,-5 3-1 16,-5 4 0-16,-3 3-4 0,-6 5-30 0,-4 0-71 16,-5 1-76-16,-3-1-162 0,-4-2-288 15,-2-1-326-15,2-5-341 0,3-6-215 16,0-2 82-16,5-8 666 0</inkml:trace>
  <inkml:trace contextRef="#ctx0" brushRef="#br0" timeOffset="153327.62">9959 13090 566 0,'12'-25'1247'0,"-5"4"271"0,-1 4-129 16,2 8-333-16,0 5-415 0,0 5-210 0,0 8-139 15,3 8-73-15,0 6-58 0,0 8-38 16,1 8-27-16,1 5-22 0,1 8-14 0,-1 3-15 15,-2 7-11-15,0 5-11 0,-1-1-6 0,-1 5-7 16,-1-1-5-16,-2-1-3 16,2-1-1-16,-1-4-3 0,-1-5-7 0,3-8-20 0,-1-6-41 15,-1-8-78-15,-1-11-130 0,3-8-259 0,-2-10-320 16,1-9-388-16,-2-9-399 0,5-11-87 16,-3-11 608-16</inkml:trace>
  <inkml:trace contextRef="#ctx0" brushRef="#br0" timeOffset="153515.57">10449 13089 625 0,'9'-18'1438'0,"-6"6"229"16,-3 7-264-16,0 9-378 0,0 4-424 0,-3 9-235 15,-1 3-150-15,2 10-75 0,-1 3-40 0,2 9-28 16,-3 3-20-16,3 7-18 0,-1 3-11 0,-1 4-10 16,3 2-8-16,0 0-3 0,0 0-3 15,3 1-2-15,2-6-1 0,1 1-10 0,0-4-23 16,1-6-71-16,-2-8-78 0,-1-3-154 0,-2-8-284 15,1-5-327-15,-3-3-384 0,-3-6-247 16,-2-7 32-16,-1-4 686 0</inkml:trace>
  <inkml:trace contextRef="#ctx0" brushRef="#br0" timeOffset="153778.7">9837 13377 641 0,'2'-4'1540'0,"2"2"132"16,3 0-316-16,2 2-334 0,4-3-480 0,4 1-281 16,4-2-112-16,4-2-60 0,5-1-29 15,6-4-9-15,4-4-5 0,3-1-11 0,4-2-10 16,2-5 0-16,-1 0-4 0,0 1-5 0,-3-2-9 16,1 3-7-16,-4 0-3 0,-3 3 0 15,-3-1 0-15,-4 5-8 0,-4 3-30 0,-3 3-77 16,-6 0-99-16,-6 5-196 0,-1 3-293 15,-7 3-346-15,-5 3-367 0,-3 3-171 0,-6 3 276 16,-4 2 731-16</inkml:trace>
  <inkml:trace contextRef="#ctx0" brushRef="#br0" timeOffset="153976.28">10038 13821 707 0,'-2'26'1655'16,"2"-1"68"-16,2-7-368 0,1-3-349 15,4-6-480-15,3-5-289 0,3-4-119 0,7-4-50 16,0-7-27-16,7-5-13 0,4-7-7 0,3-2-5 16,5-5-5-16,2-2-5 0,2 1 0 15,4-1-3-15,1-2 0 0,1 2-2 0,-1 2-19 16,-2 3-87-16,2 2-159 0,-5 0-259 0,-4 3-297 16,-6 3-390-16,-6 1-461 0,-8 2-34 15,-4 5 742-15</inkml:trace>
  <inkml:trace contextRef="#ctx0" brushRef="#br0" timeOffset="154828.54">11343 13202 436 0,'-2'-2'885'0,"-1"-1"305"16,-1 1 1-16,1-2-287 0,0 4-239 16,1-2-132-16,-1-1-105 0,0 0-82 0,3-2-59 15,-3-1-59-15,6-1-71 0,-1-3-59 0,2-4-31 16,3 0-15-16,3-5-7 0,2 0-5 0,2-2-6 16,3 1 0-16,1-1-4 0,1 2-4 15,4 1-4-15,0 3 3 0,2 4 0 0,0-1 1 16,2 5 1-16,-2 3 0 0,1 6 5 15,-5 2-3-15,-1 2 0 0,-4 7-1 0,-2 0-2 16,-4 5-2-16,-4 5-4 0,-3 4 0 0,-6 1-3 16,-2 5-2-16,-3 5-3 0,-1 0-1 15,-9 8-3-15,2 1-4 0,-4 0-3 0,-2 2-2 16,1 3-1-16,1-3 0 0,-1-2 2 0,5-2 2 16,-1-5 2-16,4-1 1 0,2-4 1 0,3-4-1 15,4-2-1-15,2-5-3 0,2-4 1 16,5-2-1-16,1-4 1 0,5-3 0 0,3-5 0 15,2-5 0-15,3-4-2 0,3-4 0 16,3-5-2-16,4-3 0 0,-1-5-1 0,4-2 0 16,0-2-7-16,-1-2-15 0,-1 2-26 0,-4-1-69 15,-1 1-92-15,-3 1-207 0,-2 3-289 0,-5 1-355 16,2 2-432-16,-6 1-239 0,-3 1 206 16,0 1 880-16</inkml:trace>
  <inkml:trace contextRef="#ctx0" brushRef="#br0" timeOffset="155225.56">12016 13097 153 0,'0'-7'828'0,"0"0"512"16,0-3 30-16,0 5-163 0,2-1-354 0,-1 0-325 16,4-2-176-16,1 1-99 0,0-1-51 0,2-1-49 15,2 1-59-15,4 1-30 0,0 0-14 16,2 1-7-16,0 0-5 0,3 3-3 0,1 0-2 15,-2 0-4-15,2 3-6 0,2 0-3 16,-4 2-1-16,2-1 0 0,0 2-1 0,-2 1 1 16,1 1 6-16,1 2 7 0,-3 2 7 0,-1 1 1 15,-1 2 6-15,-3 6 2 0,-3 1-3 16,-5 6-5-16,-4 6-5 0,-3 1-7 0,-4 11-8 16,-4 2-6-16,-7 6-1 0,1 7 0 0,-4 2-3 15,-2 6-10-15,0-2 0 0,1 1 0 16,0-4 0-16,6-2 0 0,-1-4 0 0,4-7 0 15,4-5 0-15,4-4 0 0,2-6 0 16,5-4 0-16,2-5 0 0,7-6 0 0,2-3 0 16,7-6 0-16,4-4 0 0,3-5 0 0,3-6 0 15,8-3 0-15,2-5 0 0,1-4 0 16,4 0 0-16,3-4 0 0,-1 1-82 0,-1-2-211 16,0 2-261-16,-5-3-352 0,-3 3-462 0,-3 0-530 15,-8 5 1-15,-3 3 949 0</inkml:trace>
  <inkml:trace contextRef="#ctx0" brushRef="#br0" timeOffset="157042.6">10612 15554 134 0,'-3'9'717'0,"3"1"438"0,-2-4 96 0,2-2-140 16,0-2-408-16,2-2-217 0,2-3-89 0,3-2-53 15,-1-2-40-15,4-4-29 0,0 0-30 16,3-6-65-16,1-3-57 0,-1-1-30 0,4-4-11 16,-1-3-14-16,3 0-8 0,-1-2-7 0,2-3-4 15,-1 0-3-15,0 2-8 0,0-3-3 0,0 0-9 16,-1 1-4-16,0 4-4 0,-3 1-5 16,-2 3-3-16,-1 3-2 0,-1 3 2 0,-3 4-3 15,0 3-3-15,-2 2 0 0,-3 2 2 16,1 3-1-16,-1-1 3 0,-1 3 2 0,-1 3 3 15,2 3 0-15,0 3 0 0,-1 2 5 0,-1 6 1 16,2 2-4-16,-3 4-15 0,0 5 0 16,-3 4 0-16,0 3 0 0,-1 0 0 0,-1 5 0 15,0-2 0-15,0 5 0 0,-1-2 0 0,1 2 0 16,-3 1 0-16,2-2 0 0,1 2 0 16,0-3 0-16,1-3 0 0,-1-1 0 0,2-3 0 15,0-4 0-15,1-2 0 0,1-2 0 0,-1-5 0 16,2-3 0-16,0 0 0 0,-2-5 0 15,2-1 0-15,2-3-13 0,-2-1-49 0,2-3-56 16,-1-2-87-16,1-1-170 0,-1-3-270 16,3 1-332-16,0-3-412 0,1 1-322 0,-2-1 57 15,2 2 810-15</inkml:trace>
  <inkml:trace contextRef="#ctx0" brushRef="#br0" timeOffset="157226.32">11188 15671 569 0,'6'2'1543'0,"1"-1"197"0,-5 2-317 16,0 1-341-16,-1-1-465 0,1-2-284 16,0 1-143-16,-2-1-66 0,1 1-40 0,1-2-35 15,-1-2-28-15,3 1-14 0,0-2-7 16,4-2-6-16,-2-1-18 0,2-1-52 0,0-1-78 16,0-2-166-16,-2-2-272 0,2 0-334 0,-1-2-404 15,-4 1-322-15,3-1 32 0,-3 1 749 16</inkml:trace>
  <inkml:trace contextRef="#ctx0" brushRef="#br0" timeOffset="157591.45">11541 15237 616 0,'5'28'1541'0,"-2"4"165"0,2 2-311 15,0 6-327-15,1 2-477 0,0 4-273 16,-1-1-127-16,3-1-62 0,2-5-38 0,4-2-26 15,2-9-26-15,6-6-18 0,3-6-9 0,5-10-11 16,3-8 0-16,1-8-2 0,1-8 0 16,-1-10 0-16,0-6-2 0,-3-4 6 0,-4-5-3 15,-2 0-2-15,-6-1 2 0,-8 2 2 0,-3 3 2 16,-6 2 1-16,-7 4 2 0,-4 0 3 16,-10 4-1-16,-4 4 1 0,-7 1-2 0,-5 6 0 15,-2 3-2-15,-3 7-2 0,2 7-2 0,0 3-3 16,0 10-1-16,5 5-1 0,3 4-1 15,3 6 0-15,8 3 0 0,2 5 2 0,7 2 0 16,5 2-1-16,5 3-2 0,5 1-11 16,3 4-30-16,6 0-79 0,2-4-114 0,1-1-231 15,4-2-301-15,1-5-368 0,5-6-421 0,2-8-148 16,2-2 449-16,-1-6 801 0</inkml:trace>
  <inkml:trace contextRef="#ctx0" brushRef="#br0" timeOffset="157892.74">12305 15162 783 0,'2'-3'1651'15,"-4"6"51"-15,-1 4-349 0,-1 8-367 0,0 3-427 16,1 7-271-16,3 3-115 0,0 3-55 16,3 6-30-16,4 1-23 0,3 6-21 0,2-1-14 15,5 0-12-15,2-1-8 0,6-7-6 0,4-7-3 16,2-8-3-16,4-9-2 0,0-8-3 0,0-8-3 15,2-8-3-15,-5-8-2 0,-3-4 0 16,-5-4 0-16,-4-6 2 0,-3-4 5 0,-6-1 3 16,-6 0 4-16,-3-2 3 0,-5 5 4 15,-5-2 3-15,-6 1 1 0,-4 2 0 0,-6 1-1 16,-1 1-1-16,-2 2-4 0,2 3-2 0,-4 6-2 16,1 6-3-16,-1 5-1 0,1 9-3 0,-2 9-6 15,2 9-12-15,-1 9-28 0,2 4-67 16,2 5-74-16,4 4-154 0,2 4-281 15,5 0-322-15,0-1-364 0,1 2-241 0,2 0 20 16,0 1 672-16</inkml:trace>
  <inkml:trace contextRef="#ctx0" brushRef="#br0" timeOffset="160625.78">3421 16450 16 0,'-5'-2'474'16,"2"-2"427"-16,0 2 229 0,1-2-40 0,-1 1-330 16,3-1-291-16,3-3-174 0,-1 0-83 0,4-2-9 15,2-1 17-15,5-2 11 0,-1-1-9 0,6-4-13 16,-1 0-13-16,4 1-35 0,1-2-33 0,0 0-30 15,2 2-19-15,-1-1-16 0,1 1-14 0,-1 5-4 16,-2-1-1-16,0 3-2 0,-3 2 1 0,0 4 6 16,-5 0 0-16,1 3 4 0,-4 3 1 15,-2 3-1-15,1 1-3 0,-6 7-7 0,-1 3-6 16,-4 7-8-16,-5 5-8 0,-3 5-7 0,-1 7-5 16,-6 3-2-16,-3 6-4 0,-2 5-2 0,-3 0 0 15,0 3 1-15,0 2 0 0,1 0 3 0,-2-1 2 16,3-1 3-16,1-1-1 0,4-4 0 0,1-4 0 15,4-4-4-15,4-4-2 0,1-4 0 0,6-5-2 16,2-2 0-16,4-5-1 0,2-2 2 0,6-5-1 16,1-2 0-16,4-4 1 0,4-1 1 0,0-5-1 15,2-2 0-15,4-4-1 0,0-3 0 0,1-2-2 16,1-2 0-16,-2-2-1 0,1-3 0 0,1-1-1 16,1-2-1-16,-3 0 1 0,-1-2-2 15,1 2-11-15,-2 2-24 0,-4-2-53 0,0 4-85 16,-6-1-150-16,0 0-277 0,-4 3-323 0,0 0-386 15,-5 2-322-15,-1-2 24 0,-5 0 684 0</inkml:trace>
  <inkml:trace contextRef="#ctx0" brushRef="#br0" timeOffset="162058.17">4205 16271 554 0,'-6'0'1521'0,"1"0"217"0,0 0-330 16,2 1-354-16,0-1-479 0,3-1-303 15,2-2-138-15,1-1-69 0,3-2-30 0,5-1-9 16,2-4-2-16,3-2-1 0,4-2-2 0,4 0-3 16,1-2 0-16,4-1-9 0,-1 0 2 0,2 3 1 15,-3-2 0-15,2 6 0 0,-4 0 0 0,-3 4 3 16,-2 3-4-16,-2 2 5 0,-4 4 5 15,-3 3 5-15,-3 6 5 0,-5 5-3 0,-3 4-4 16,-3 5-3-16,-3 4-5 0,-4 3-5 0,-4 3-5 16,0 3 2-16,-3 1 0 0,-1-1-1 0,2-3-2 15,0 1 0-15,2-4-1 0,1-3-1 16,3-1-3-16,2-4-1 0,3-3-1 0,3-1-1 16,2-4-2-16,2-1 0 0,4-2 0 0,5-1-1 15,0-1 1-15,4-1 5 0,5-2 3 0,0-1 0 16,3-1 2-16,4-3 0 0,-2 2 2 0,0-2-4 15,2-2-1-15,-3 2-1 0,-2 0 1 0,0 0-1 16,-3 2 0-16,-3 1 0 0,0 1 2 16,-5 4 0-16,-5 1 3 0,-1 3 1 0,-5 4 0 15,-2 1 0-15,-4 5-1 0,-2-1-2 0,-6 2 0 16,1 2-4-16,-4 0-3 0,-2 2-2 0,-3-4 1 16,-2-1 0-16,0 0-2 0,-3-3 3 0,0-1 2 15,1-3 1-15,-3-3 0 0,2-3-2 16,-1-3 1-16,1-3-2 0,3-1 0 0,0-4-1 15,2-2-2-15,2-4-7 0,4-1-16 0,2-1-26 16,4-3-60-16,2-1-78 0,2-3-133 16,4 1-211-16,4-1-302 0,4 1-345 0,1-1-269 15,2 1-79-15,5 0 459 0,-1 3 627 0</inkml:trace>
  <inkml:trace contextRef="#ctx0" brushRef="#br0" timeOffset="162907.65">5323 16268 114 0,'-3'0'743'0,"-2"3"528"15,-1-1 141-15,-2 4-171 0,0-1-377 0,0 3-328 16,-3 2-171-16,0 3-99 0,0 1-70 0,-2 4-48 16,2 3-48-16,-1 4-33 0,2 5-25 15,4 6-12-15,1 9-7 0,3 5-3 0,4 7 2 16,1 5-3-16,3 0 1 0,4 2-5 0,4-2-3 16,2-5-5-16,3-7-5 0,5-7-3 0,1-8-2 15,4-10-2-15,2-9 1 0,1-10 1 0,4-12 1 16,0-8 1-16,1-10 3 0,-4-13 6 0,0-4-1 15,-3-10 0-15,-3-3 0 0,-3-3 5 0,-5 0 4 16,-5 0 3-16,-4 3 12 0,-6 5 7 16,-4 3 7-16,-4 4-1 0,-6 5-2 0,-7 1-3 15,-3 7-3-15,-5 2-4 0,-3 6-5 0,-4 0-8 16,-1 6-3-16,-2 5-9 0,0 4-6 0,1 6-5 16,-1 3-4-16,4 5 2 0,0 6 1 0,3 5 1 15,6 2-1-15,1 4-1 0,7 0-1 16,3 4-2-16,6 1-12 0,7-2-21 0,4 1-38 15,5-1-81-15,3-2-146 0,5-2-271 0,5 0-309 16,1-5-378-16,4 1-381 0,3-4-34 16,-1 0 694-16</inkml:trace>
  <inkml:trace contextRef="#ctx0" brushRef="#br0" timeOffset="163141.57">6085 16929 554 0,'-6'7'1591'0,"3"2"195"0,-2 2-358 0,0-4-368 15,0-1-452-15,2 0-306 0,0-1-139 0,1-2-63 16,2-2-33-16,-4 1-20 0,4-1-19 0,0-1-16 16,0 0-9-16,0 0-5 0,2-3-3 0,0 2-2 15,2-5-14-15,0 0-32 0,1 0-75 16,0-3-89-16,0-2-181 0,-2 2-292 0,3-1-335 15,-3 1-367-15,0 1-191 0,-1 4 172 0,-2 1 723 16</inkml:trace>
  <inkml:trace contextRef="#ctx0" brushRef="#br0" timeOffset="164009.56">6451 16791 449 0,'7'0'1349'0,"1"-4"319"0,-3 2-251 15,1-6-326-15,2-2-487 0,0-3-246 0,0-7-156 16,0-3-75-16,4-4-35 0,-2-3-17 0,4-7-13 16,-1-1-11-16,3-4-10 0,3-3-3 0,1-1-1 15,-2 1 1-15,2 0-5 0,-1 4-3 16,0 2 3-16,-2 3 4 0,-2 6-2 0,0 5-2 16,-5 2-1-16,0 5-4 0,-3 5-4 0,-2 0-3 15,0 6-1-15,-2 2 2 0,2 4 2 0,-2 2 2 16,2 5 4-16,-1 5-2 0,-2 6-1 15,1 4-18-15,0 4-9 0,-1 4 0 0,0 4 0 16,-1 0 0-16,1 7 0 0,-1 1 0 0,-1 1 0 16,2 3 0-16,-2-1 0 0,0 3 0 0,0 0 0 15,0-3 0-15,2-1 0 0,-2-3 0 16,1-2 0-16,1-4 0 0,-1-2 0 0,1-2 0 16,2-5 0-16,-2 0 0 0,0-6 0 0,-1 0 0 15,1-4 0-15,-2-1 0 0,0-4 0 0,0-1-66 16,-3-1-111-16,-1-2-133 0,-3-2-255 0,0-1-310 15,-1-2-379-15,0 1-433 0,1-4-101 16,-3 1 655-16</inkml:trace>
  <inkml:trace contextRef="#ctx0" brushRef="#br0" timeOffset="164577.95">7217 16330 203 0,'-1'3'893'16,"-4"1"549"-16,-1 2 75 0,-1 0-236 0,1 1-463 16,-2 4-307-16,0 1-168 0,0 1-110 0,2 5-77 15,-2 3-46-15,5 7-26 0,0 6-19 16,3 7-10-16,1 4-3 0,3 7-4 0,2 5-7 15,5 4-8-15,0 2-4 0,4-3-8 0,3-5-8 16,4-3-8-16,3-11-3 0,2-7-8 16,2-11-3-16,2-9-3 0,2-12-1 0,1-9 2 15,-3-9 0-15,1-6 4 0,-5-8-1 0,-5-4 0 16,-3-3 2-16,-3-4 0 0,-5-1 1 0,-6 1 4 16,-4-1 3-16,-4 3 3 0,-5 1 3 0,-4 1 0 15,-3 0 0-15,-5 3 0 0,-1-1 0 0,-4 1-1 16,-4 0-1-16,1 3-2 0,-2 3-2 0,0 2-1 15,0 4-1-15,0 4-1 0,1 6 1 16,1 5 0-16,3 9-1 0,1 6-1 0,2 7-1 16,1 7-1-16,7 6-2 0,2 6-9 0,2 4-22 15,5 2-68-15,2 3-90 0,1 1-197 0,5 2-287 16,2 1-349-16,2 0-427 0,1-1-251 16,2 0 197-16,0-2 847 0</inkml:trace>
  <inkml:trace contextRef="#ctx0" brushRef="#br0" timeOffset="165357.56">8729 17188 24 0,'-5'11'792'16,"2"-1"770"-16,0-4 66 0,0 0-321 0,1-1-388 15,2-1-428-15,2-1-236 0,2 0-120 0,1 2-50 16,6-3-21-16,0 0-7 0,6-2 1 0,-1 0-6 15,3-3-8-15,2-2-7 0,3-1-8 16,-1-1-5-16,4-2-8 0,-2-1-5 0,1-3-3 16,1 0-4-16,-2-2-3 0,0 2-3 0,-3-1-2 15,-4 4-3-15,1 2-18 0,-6 2-41 0,-3 3-82 16,-5 5-175-16,-2 3-271 0,-4 1-320 16,-3 4-377-16,-5 0-354 0,-2 2 52 0,-2 1 784 15</inkml:trace>
  <inkml:trace contextRef="#ctx0" brushRef="#br0" timeOffset="165624.39">8969 16917 74 0,'19'0'477'0,"-1"1"395"0,2 2 281 0,0 0 9 16,3 2-402-16,1 2-165 0,2 0-87 0,3 4-88 15,-1 0-86-15,2-1-62 0,2 2-44 0,-2 2-63 16,0-1-48-16,0 2-39 0,-2-2-19 0,-1 0-15 15,0-1-10-15,-3 1-7 0,0 0-7 16,-4 0 0-16,-1 0 2 0,-3 1 2 0,-3-1 2 16,-4 2 1-16,-3 0 0 0,-1 1-4 0,-5 1-6 15,-3 1-6-15,-3 2-4 0,-4 0-4 0,1 0-2 16,-4 1-2-16,-1 0-2 0,3-2 0 0,-2-4-4 16,0 1-12-16,2-4-41 0,-1-2-75 0,1-1-151 15,-2-2-269-15,5-5-308 0,3 2-373 16,2-6-368-16,3-2-37 0,5 0 693 0</inkml:trace>
  <inkml:trace contextRef="#ctx0" brushRef="#br0" timeOffset="166541.35">10901 16780 159 0,'5'-15'797'0,"-2"8"459"0,0 1 55 16,-1 8-75-16,1 3-371 0,2 7-331 15,-2 8-158-15,2 4-78 0,-1 7-48 0,3 7-74 16,-1 4-59-16,3 5-28 0,-1 4-20 0,-1 6-16 16,2 2-14-16,-1 5-10 0,-2-1-7 0,1 1-6 15,-1 0-6-15,2-1-3 0,-2-3-4 0,1-5-1 16,-1-5-4-16,-1-6-1 0,2-7-4 0,-2-4-1 15,0-8-11-15,0-6-22 0,0-6-61 16,-2-8-83-16,1-8-139 0,-2-9-248 0,0-10-313 16,-1-6-361-16,2-8-269 0,-1-7-5 0,0-8 560 15</inkml:trace>
  <inkml:trace contextRef="#ctx0" brushRef="#br0" timeOffset="166724.72">11298 16754 133 0,'13'1'731'0,"-2"7"456"0,-5 9 119 15,0 9-70-15,-2 8-364 0,-3 5-303 0,-1 8-166 16,0 4-89-16,-1 3-66 0,-3 4-74 16,3 4-61-16,-2 0-38 0,1 2-28 0,2 1-18 15,0-3-12-15,0-5-10 0,3-3-9 0,0-5-7 16,2-5-2-16,0-10-27 0,1-3-75 0,-1-9-94 16,-2-5-186-16,-1-6-287 0,-1-7-340 15,-2-6-365-15,-4-4-173 0,-3-7 230 0,-1-2 711 16</inkml:trace>
  <inkml:trace contextRef="#ctx0" brushRef="#br0" timeOffset="166982.38">10809 17241 307 0,'15'7'902'0,"-1"-1"333"0,2-1-33 0,3 1-176 16,4-4-497-16,4-2-198 0,2 0-51 0,1-4-28 15,3-3-20-15,0-2-13 0,2-5-25 0,3 1-53 16,2-3-62-16,-1-4-25 0,-1 0-16 0,0-1-14 16,-2 2-4-16,-1-1-7 0,0-1 0 15,-4 3-9-15,-5 3-9 0,-2 2-41 0,-6-1-62 16,-3 5-85-16,-4 3-166 0,-7 4-292 0,-2 4-322 16,-4 4-286-16,-4 3-193 0,-8 5 179 0,-2-1 614 15</inkml:trace>
  <inkml:trace contextRef="#ctx0" brushRef="#br0" timeOffset="167175.23">11031 17511 373 0,'12'12'991'16,"-2"-5"296"-16,1-2-75 0,6-4-197 0,1-2-516 16,2-3-215-16,4-1-58 0,1-3-3 0,1-2-7 15,2 0-7-15,2-7-19 0,0 2-36 16,4-2-48-16,0-2-43 0,2-2-21 0,-1-1-14 15,0 2-15-15,0 1-10 0,2-3-7 0,-3 1-4 16,1 3-7-16,-4-2-14 0,-1 4-55 0,-4-2-87 16,-1 3-168-16,-3 2-283 0,-3 0-310 15,-1 2-355-15,-1 2-224 0,-3-1 177 0,0 3 660 16</inkml:trace>
  <inkml:trace contextRef="#ctx0" brushRef="#br0" timeOffset="167641.35">12044 16917 169 0,'0'-9'842'15,"-1"0"486"-15,-1 0 20 0,2 0-212 0,0 1-403 16,3 1-258-16,-1-1-140 0,1-1-76 0,2 0-45 16,4 2-26-16,-1-3-37 0,3-1-55 0,3-2-34 15,1 1-20-15,2 2-5 0,-1 1-2 16,1 0-1-16,1 2-7 0,2 1-1 0,-1 2 0 16,-3 2-5-16,1 2 0 0,-1 4 1 0,-2 2 0 15,-1 3 1-15,1 2-1 0,-6 5 0 0,0 2 2 16,-1 5-1-16,-3 4 0 0,-4 3-3 0,-3 6 1 15,-1 3-2-15,-3 3-4 0,-3 5 3 16,-2 2 1-16,-1 2 2 0,-1 1-2 0,1-1-1 16,-1 0-1-16,0-3-3 0,4-1-4 0,2-6-4 15,-1 0-2-15,4-7-1 0,2-2-1 0,3-3-3 16,3-5-1-16,2-5-2 0,3-2-2 0,1-3 0 16,4-7-1-16,1-1 0 0,2-5-2 0,1-2-9 15,3-4-17-15,0-3-36 0,0-6-78 16,1-2-116-16,1-4-195 0,0-4-296 0,0-3-357 15,-1-5-376-15,4-2-160 0,-3-2 352 0,-2-3 714 16</inkml:trace>
  <inkml:trace contextRef="#ctx0" brushRef="#br0" timeOffset="168141.78">12538 16677 98 0,'-10'-9'1025'0,"-2"3"717"0,2 0-113 0,0 6-375 15,1-2-413-15,4 2-371 0,-1-3-241 0,4 3-107 16,-1 0-49-16,5-2-24 0,-1 1-13 0,6 0-9 16,2 0-7-16,4-3-2 0,1-1-2 0,5 1-2 15,3-2-5-15,-1 2-4 0,4-2-1 16,-1 1-1-16,-1 2-3 0,1 0-1 0,-1 2 0 16,-2 1 0-16,-2 0-1 0,-1 3 0 0,-3 2 1 15,-2 3 1-15,0 2 0 0,-5 2 0 0,-3 4 1 16,-1 2 0-16,-4 3 2 0,-3-1 0 15,0 5 0-15,-4 0 2 0,0 3 7 0,-1-3 2 16,0 0 1-16,1-3 1 0,-2 2-2 0,3-7-2 16,1-2-6-16,2-2-4 0,0-2-3 0,1-3-2 15,2 1 0-15,0-3 0 0,3 0-1 16,2-2 1-16,2 1 1 0,2-3-1 0,0 2 0 16,4-1-1-16,-1-2-2 0,3 1-5 0,1-1-6 15,0 1-9-15,2-1-7 0,-1 2-7 0,-2 2-4 16,1-1 2-16,-2 2 5 0,-1 0 8 0,-1 3 11 15,-2 2 8-15,-4 1 6 0,-1 1 6 16,-3 3 3-16,-4 3 9 0,-1 0 10 0,-2 4 10 16,-3 1 7-16,-3 3 4 0,0 1 1 0,-3 1-6 15,-4 3-8-15,1 0-8 0,1 0-8 0,-3-1-7 16,3-1-5-16,-1-3-3 0,3-3-3 0,0-1-4 16,3-5-23-16,1-5-67 0,-1-1-103 0,5-6-233 15,3-1-284-15,-1-5-368 0,6-2-442 16,0-2-233-16,2-4 375 0,1-1 892 0</inkml:trace>
  <inkml:trace contextRef="#ctx0" brushRef="#br0" timeOffset="169223.46">15268 16684 288 0,'-9'-7'1039'0,"-1"1"547"16,-1 2-60-16,-1-1-304 0,0 3-488 0,1 4-287 15,-3 3-154-15,3 3-113 0,0 7-60 0,2 5-29 16,2 5-15-16,4 8-17 0,3 8-12 15,3 4-6-15,2 7-8 0,3 4-7 0,6 0-11 16,0 2-2-16,2-4-4 0,3-5-4 0,5-10-4 16,1-3-2-16,4-13-2 0,1-8 5 15,1-9 2-15,2-9 1 0,-3-8 1 0,2-10 1 16,-3-6 1-16,-4-4-4 0,-6-7-3 0,0 0 0 16,-8-2 0-16,-2 0 0 0,-6 2 1 0,-4 1 0 15,-7 4 1-15,-3 0 0 0,-3 4 1 16,-7 1 1-16,-1 4 0 0,-5 1-1 0,-1 5 0 15,1 2 1-15,-3 5-2 0,-2 4-2 0,4 4-2 16,-1 6-1-16,2 3 0 0,5 3 0 0,3 5-2 16,0 6 0-16,8 2 1 0,0 3-6 15,5 3-6-15,4 1-17 0,4 1-28 0,1 2-73 16,3-3-115-16,4 1-222 0,-1 0-294 0,3-1-356 16,0-2-410-16,2-5-184 0,0 0 426 0,-1-2 805 15</inkml:trace>
  <inkml:trace contextRef="#ctx0" brushRef="#br0" timeOffset="169390.74">15713 17179 503 0,'1'9'1446'16,"-1"3"269"-16,-1 0-288 0,-3 3-346 0,0-1-497 16,0 1-270-16,-1-2-160 0,2-1-74 0,2-3-38 15,1-1-22-15,3-4-13 0,0-1-35 16,2-6-81-16,0-1-124 0,1-6-237 0,3-1-293 15,-2-4-358-15,1-4-378 0,0 0-110 0,-2-1 481 16,0-3 727-16</inkml:trace>
  <inkml:trace contextRef="#ctx0" brushRef="#br0" timeOffset="169707.26">15820 17292 554 0,'9'0'1432'0,"1"-4"216"0,1-4-275 16,-1-7-298-16,-1-7-485 0,5-4-265 0,-1-4-132 16,1-6-61-16,0-3-33 0,4-2-31 0,-2-1-22 15,4 0-19-15,-2 2-10 0,2-1-5 0,-3 3-3 16,1 4 0-16,-1 4 3 0,-4 2 4 0,3 6 0 16,-7 2-1-16,-1 7 5 0,1 2 7 0,-4 3 0 15,2 7 2-15,-4 5 2 0,-2 8 3 16,1 5 0-16,-2 7-5 0,-2 4-6 0,2 9-3 15,-3 2-3-15,2 8-5 0,-1 4-5 0,0 3-3 16,-1 3-2-16,2 2-2 0,-1-1-3 0,0-1-2 16,2-1 0-16,2-7-2 0,1-4-7 15,0-4-20-15,2-7-63 0,-2-6-84 0,-1-8-203 16,1-3-282-16,2-7-353 0,3-1-436 0,-4-9-289 16,0-3 167-16,-1-5 906 0</inkml:trace>
  <inkml:trace contextRef="#ctx0" brushRef="#br0" timeOffset="170407.55">16614 16862 96 0,'-3'4'674'0,"0"-2"476"0,-1 3 134 0,-1 3-115 15,-1 1-334-15,1 3-269 0,4 3-144 16,-4 4-84-16,4 4-50 0,-1 4-43 0,4 4-55 16,4 4-61-16,0 4-36 0,4 3-22 0,1-1-19 15,6 2-14-15,2-4-12 0,2 0-9 0,2-5-9 16,3-5-5-16,2-8-3 0,0-8 1 0,4-7 0 15,0-7 0-15,-2-10-4 0,0-8-3 0,-2-8 0 16,-5-8-2-16,-3-3 4 0,-1-5 3 16,-8-2 6-16,-3 0 3 0,-5 2 2 0,-4 1 1 15,-4 4-5-15,-5 6-3 0,-7 2 0 0,-2 8-1 16,-8 3-2-16,-3 7-1 0,-3 4 1 0,-2 5-1 16,-3 6-2-16,4 5 2 0,-3 4-1 15,5 6-1-15,2 1 0 0,4 5-1 0,2 5-3 16,9 2-3-16,3-1-12 0,4 4-23 0,7 2-45 15,1-3-63-15,7 4-61 0,1 0-88 0,3 0-140 16,5-2-210-16,2-1-261 0,0 0-214 0,8-4-198 16,-4-2 55-16,6-6 457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0-25T06:41:18.731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00B0F0"/>
    </inkml:brush>
    <inkml:brush xml:id="br2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1527 1344 334 0,'9'-2'795'0,"-2"2"315"0,-1 0 27 0,-4 3-275 0,-1 0-289 16,1 3-134-16,2 4-49 0,1 4-43 0,3 4-27 15,0 3-30-15,-3 6-28 0,2 2-58 0,0 4-59 16,1 5-30-16,0 6-20 0,1 3-15 0,-1 4-15 16,0 4-13-16,0 4-12 0,0 2-10 0,-2 5-9 15,1 1-7-15,-3 0-5 0,0-1-2 0,3-4-2 16,-4 0-1-16,2-6-1 0,0-4 0 0,-2-4-3 0,2-6-2 15,1-6-2-15,-3-4-1 0,2-7-3 0,-2-5-7 16,2-4-13-16,2-5-22 0,-4-8-61 0,3-6-77 16,-5-11-137-16,-1-7-202 0,0-9-301 0,-1-7-348 15,-2-8-267-15,-2-5-73 0,-3-3 469 0,-3-4 599 16</inkml:trace>
  <inkml:trace contextRef="#ctx0" brushRef="#br0" timeOffset="475.11">1446 1446 55 0,'10'-2'566'16,"2"2"425"-16,-2 0 170 0,-2-3-84 0,1 1-355 0,-4 1-307 15,1 0-175-15,1-3-22 0,2 3 35 0,7-2 10 16,0-1 4-16,3-1-16 0,3 1-19 0,-1-1-47 16,2-1-54-16,2 0-31 0,2 1-31 0,0-1-13 15,3 0-8-15,0 1-10 0,2 2-8 0,1 0-3 0,-1 3 3 16,-1 3-2-16,-2 0-1 0,-1 3 2 0,-3 1 4 15,-4 4 3-15,0 1 3 0,-4 2 3 0,-3 5 3 16,-4 0 3-16,-5 5 1 0,-1 3 1 0,-8 3-2 0,-3 5-3 16,-4 1-8-16,-6 3-6 0,-1 3-4 0,-4 1-5 15,-1 2-4-15,-1 1-3 0,1-3-2 0,1-1-2 16,4-5-4-16,2-1-4 0,0-5-1 0,6-2-1 16,2-5-2-16,5-2 0 0,2-4-2 0,2 0 1 15,4-5-2-15,5-1 0 0,4-2 1 0,2-4-1 16,4-2 1-16,4-2 0 0,0-4 0 0,4 0 3 15,2-3 3-15,2-1-1 0,3-1-1 0,-2 1-1 16,3 0 1-16,-3 1-4 0,-1 3-2 0,-1 0 2 0,-2 5 2 16,-4 3 1-16,-6 2 0 0,-2 6 2 15,-5 2 4-15,-6 4-2 0,-6 4 0 0,-3 1-1 16,-3 5 1-16,-6-1 0 0,-5 4-4 0,-2 2 1 16,-3 0 1-16,-2 3 1 0,-3-1-1 0,-1 0 0 15,1-3-1-15,-3 0 1 0,3-5 0 0,2-3-1 16,-1-4-1-16,1-2 0 0,2-5 0 0,-3-2-1 15,4-6-1-15,-3-1-2 0,1-6-5 0,-1-3-12 0,4 0-15 16,-1-4-19-16,5-2-30 0,1 0-62 0,5 0-77 16,1-1-112-16,4 1-174 0,4 1-297 0,4 2-329 15,3-1-264-15,1 1-120 0,5-2 333 0,0 1 611 16</inkml:trace>
  <inkml:trace contextRef="#ctx0" brushRef="#br0" timeOffset="809.33">2676 2275 411 0,'8'-6'1172'0,"-1"0"420"16,0 3-137-16,-2 5-334 0,0 2-407 0,0 4-256 15,-2 4-158-15,2 4-90 0,-2 3-54 0,0 6-35 16,-2 6-35-16,1 2-22 0,-2 3-18 0,0 1-14 16,0 4-11-16,0-1-10 0,-2 1-6 0,2-2-5 15,0-4-3-15,0-2-10 0,0-5-23 0,-1-5-44 16,-2-5-85-16,-2-3-180 0,0-4-274 0,-1-4-331 15,1-4-407-15,-6-9-384 0,3-4 71 0,-3-6 858 16</inkml:trace>
  <inkml:trace contextRef="#ctx0" brushRef="#br0" timeOffset="975.75">2591 1992 76 0,'-2'-17'940'0,"-1"6"727"0,0 3-44 0,0 2-341 16,-2 4-414-16,-1 0-370 0,3 4-248 0,0 1-115 15,1 2-53-15,0 1-33 0,4 1-22 0,1 1-15 16,2 1-7-16,4 1-5 0,1 2-5 0,3 0-16 16,2-1-65-16,0 2-87 0,3-4-168 0,3 2-278 15,-2 1-327-15,3 0-385 0,3 0-258 0,-1 0 111 16,0 0 715-16</inkml:trace>
  <inkml:trace contextRef="#ctx0" brushRef="#br0" timeOffset="1374.27">3277 2246 89 0,'2'4'809'0,"1"-3"752"16,-8 0 97-16,2 1-292 0,-5-2-430 0,-2 2-363 15,-2-2-202-15,-1-2-136 0,-1 2-67 0,-2-2-41 16,1 2-29-16,-1 0-23 0,-2 0-19 0,2 0-14 16,-1 2-15-16,3 0-27 0,-2 0 0 0,3 0 0 15,2 1 0-15,0 3 0 0,3-4 0 0,3 4 0 16,2 1 0-16,0 3 0 0,3-2 0 0,2 3 0 15,1 1 0-15,2 0 0 0,1 0 0 0,1 0 0 16,2 1 0-16,0 1 0 0,-1-2 0 0,5 1 0 16,-2 1 0-16,0-2 0 0,1 3 0 0,0-2 0 15,-1 1 0-15,0 1 0 0,-3 0 0 16,0 1-2-16,-2 1-5 0,-3-1 3 0,-3 2 3 16,0 0 1-16,-6 0 4 0,-2 0 2 0,-2 2-2 15,-5-1-4-15,-1 1 0 0,-5-1 0 0,-2 3 0 0,-1-5 0 16,-3 3 0-16,0-2 0 0,-1-3 0 0,-1 0 0 15,1-3 0-15,1-2 0 0,3-3 0 0,3-1 0 16,3-1 0-16,2-4 0 0,2 1 0 16,4-4 0-16,5 0-26 0,4-6-30 0,1-1-33 15,4-3-78-15,3-4-105 0,4-1-193 0,3-2-290 16,1-2-344-16,5-1-400 0,0-2-170 0,1 1 289 16,4-3 764-16</inkml:trace>
  <inkml:trace contextRef="#ctx0" brushRef="#br0" timeOffset="1707.73">3574 2391 353 0,'2'22'1359'0,"-2"3"410"16,0 1-272-16,-2 4-366 0,1-1-455 0,1 5-303 16,1 1-177-16,1 0-82 0,3 1-31 0,4-5-18 15,1-4-18-15,3 1-17 0,4-4-11 0,3-3-5 16,-1-6-8-16,5-3-6 0,1-3-2 0,2-6 1 15,0-4 0-15,0-4-2 0,2-5-5 0,-1-6 0 16,0-4-5-16,-2-4-1 0,-3-5-1 0,-2 1 2 16,-4-5 5-16,-4-1 4 0,-2 2 2 0,-5 0 6 15,-6-4 7-15,-3 2 10 0,-5-1 10 16,-6 3 11-16,1-4 10 0,-7 5 7 0,1 1 2 0,-2 5-4 16,-2 4-6-16,-3 3-10 0,-2 7-8 15,1 7-11-15,-1 5-10 0,2 5-5 0,-1 8-4 16,5 4-2-16,2 3-3 0,5 4-6 0,4 3-14 15,2-1-25-15,4 2-56 0,5 0-84 0,3-2-169 16,4-1-276-16,5-3-334 0,4 1-410 0,6 0-324 16,5-1 43-16,3 1 779 0</inkml:trace>
  <inkml:trace contextRef="#ctx0" brushRef="#br0" timeOffset="2590.54">5440 2013 39 0,'-2'0'515'0,"1"-2"470"0,-5 1 253 15,4-1-46-15,-3 1-299 0,2-1-199 0,-2 0-178 16,-1 1-113-16,0-2-77 0,1 0-57 0,-1 2-77 16,1 0-63-16,0-1-42 0,0 2-23 0,-1 0-17 15,3 0-11-15,2 0-8 0,-1 2-9 16,0-2-5-16,2 0-5 0,-1 1-3 0,1-1 0 15,0 1 2-15,0-1 1 0,0 2 7 0,0-2 4 16,1 1 7-16,-1-1 6 0,0 0 3 0,2 2 5 16,-2-2 2-16,0 0 0 0,0 0 0 0,0-2-2 15,0 2-1-15,0 0-2 0,0 0-3 16,0 0-24-16,0 0-11 0,0-1 0 0,0 1 0 16,0-2 0-16,0 2 0 0,0-1 0 0,0 1 0 15,0 0 0-15,2 0 0 0,-2 0 0 0,0 0 0 16,0-1 0-16,1 1 0 0,-1 0 0 0,0 0 0 15,0 0 0-15,2 0 0 0,-1-2 0 0,4 0 0 16,-2 1 0-16,5-4 0 0,0 1 0 0,3-2 0 16,0-2 0-16,3-1 0 0,4-2 0 15,0 0 0-15,0-1 0 0,4-2 0 0,0 1 0 16,-1 0 0-16,4 1 0 0,0 2 0 0,0 1 0 16,2 2 0-16,-4 1 0 0,2 3 0 15,0 3 0-15,0 3 0 0,-1 3 0 0,-1 2 0 16,0 5 0-16,1 2 0 0,-1 3 0 0,-2 2 0 15,0 0 0-15,-1 4 0 0,-1-1 0 0,2 2 0 16,-2 2 0-16,1-2 0 0,-1-2 0 0,-1-2 0 16,2 0 0-16,1-3 0 0,-2-3 0 15,1-1 0-15,1-4 0 0,0-1 0 0,2-7 0 16,1 1 0-16,1-3 0 0,-3-3 0 0,4-4 0 16,-1-1 0-16,0-3 0 0,-1-4 0 0,-2 0 0 15,2-1 0-15,-2-4 0 0,-3 2 0 0,1 1 0 16,-4-2 0-16,-2 2 0 0,-2 3 0 15,-2 0 0-15,-2 3 0 0,-1 1 0 0,-1 3 0 16,-3 1 0-16,0 4-238 0,-1-3-350 0,-1 4-359 16,3 1-458-16,-1 1-509 0,0 1-9 15,2 1 988-15</inkml:trace>
  <inkml:trace contextRef="#ctx0" brushRef="#br0" timeOffset="3408.18">9063 1867 114 0,'-4'6'715'0,"4"2"466"0,-1-4 90 0,1-1-155 15,1 0-405-15,1 0-308 0,4-3-94 0,3-3-27 16,4 0-18-16,4 0-6 0,1-5-9 16,7 0-27-16,4-3-56 0,4-3-40 0,5-3-23 15,8-3-16-15,1-4-15 0,5 0-4 0,2-3-9 16,1-2-8-16,1 3-6 0,-1-3-8 0,1 2 1 16,-3 0-12-16,-5 3-9 0,-1 0-5 15,-6 3-3-15,-4 4-3 0,-6 1-6 0,-7 4 3 16,-4 3 6-16,-3 1 8 0,-5 2 9 0,-4 2 4 15,-5 1 1-15,-5 3 1 0,-4 2-6 0,-8 3-26 16,-5 2 0-16,-8 5 0 0,-5 1 0 0,-6 5 0 16,-6 3 0-16,-3 3 0 0,-7 1 0 0,-3 6 0 15,-3 0 0-15,-2 4 0 0,-1 1 0 0,1 3 0 16,-2 1 0-16,2 3 0 0,3 1 0 0,4-1 0 16,4 0 0-16,7-3 0 0,5-3 0 15,5 0 0-15,6-6 0 0,9 0 0 0,5-5 0 16,5-2 0-16,7-1 0 0,8-1 0 0,5-1 0 15,6-1 0-15,6-2 0 0,5-3 0 0,7-2 0 16,7-2 0-16,3-4 0 0,7-1 0 0,2-4 0 16,0 1 0-16,1-3 0 0,2-3 0 15,-2 1 0-15,-4-3 0 0,1 4 0 0,-3-2 0 16,-3 3 0-16,-1-2 0 0,-2 4 0 0,-3 1 0 16,-1 0 0-16,-4 2-125 0,-2 1-132 0,-1-1-253 15,-4 5-318-15,-1-3-411 0,-1 1-493 16,-1 1-144-16,0-2 642 0,-1 1 849 0</inkml:trace>
  <inkml:trace contextRef="#ctx0" brushRef="#br0" timeOffset="4174.47">10542 2227 228 0,'5'0'848'16,"-2"-3"397"-16,0 2 27 0,2-2-88 0,0 0-386 16,1-3-262-16,2 2-126 0,1-3-67 0,-1 1-48 15,4-3-68-15,0-1-71 0,4-2-41 0,1-3-29 16,5-1-18-16,-1-6-15 0,4 1-15 0,1-4-5 15,0-4-10-15,3 1-6 0,-1-5-7 0,2 0-5 16,0-1-1-16,-1-2-3 0,0 3-1 16,-1-3-1-16,-1 4-1 0,0 0-1 0,-4 1 0 15,1 6 3-15,-5-1 2 0,0 5 1 0,-5 1 1 16,0 4 1-16,-4 3-6 0,-2 0-10 0,0 4-13 16,-5 3-17-16,-2 1-31 0,-4 3-65 0,-3 0-69 15,-3 4-98-15,-3 0-181 0,-5 6-300 16,1 1-318-16,-4 2-249 0,-4 2-156 0,-1 0 244 15,1-1 654-15</inkml:trace>
  <inkml:trace contextRef="#ctx0" brushRef="#br0" timeOffset="4441.93">10626 1708 319 0,'3'5'846'0,"1"-1"318"0,-1 2 15 15,0 0-230-15,4 3-332 0,-2 3-172 0,3 3-66 16,2 2-48-16,2 2-33 0,1 1-38 0,3 5-37 16,0-1-71-16,1 0-54 0,1 2-20 0,2-1-20 15,2 1-12-15,2-1-13 0,0-1-8 16,1 0-4-16,0-1-9 0,2-2-6 0,-2-2-3 16,2 1-3-16,-4-2-1 0,0-2 4 0,1-1 3 15,-5-2 0-15,1 0-12 0,-1-2-40 0,-6-3-77 16,1-1-107-16,-3 0-186 0,-1-3-302 15,-4-2-343-15,3-4-338 0,-4-1-160 0,0-3 267 16,0-3 682-16</inkml:trace>
  <inkml:trace contextRef="#ctx0" brushRef="#br0" timeOffset="5465.58">11469 1307 118 0,'-6'-7'746'16,"-2"3"624"-16,-1-1 186 0,0 2-213 0,3 2-437 16,1 0-352-16,2-2-177 0,-2 3-137 15,3 0-90-15,2 0-48 0,0 3-28 0,2 0-15 16,3 4 0-16,1 4 2 0,4 1 3 0,2 1 0 15,3 1-5-15,2 3-4 0,5 2-7 0,1-2-8 16,3 1-9-16,1 2-3 0,5-2-4 0,1 1-3 16,0-1-4-16,5 1-5 0,1-2-3 0,0 1-5 15,-1-1-4-15,2-1 0 0,-2 1 0 16,0-2 0-16,-1 0 0 0,-4 0 0 0,0 0 0 16,-3-2 0-16,1 1 0 0,-8-2 0 0,2 0 0 15,-4 1 0-15,-2-1 0 0,-2 0 0 0,-4 2 0 16,-1-1 0-16,-2 1 0 0,-4-1 0 0,-1 2 0 15,-3 0 0-15,-2 1 0 0,-5 1 0 0,-1 1 0 16,-4 2 0-16,-4 1 0 0,-4 1 0 16,0 2 0-16,-6 2 0 0,0 2 0 0,-3 1 0 15,0-1 0-15,-3 2 0 0,0 2 0 0,-2-1 0 16,2 1 0-16,0-2 0 0,0-2 0 0,0 1 0 16,2-4 0-16,4-2 0 0,1-3 0 15,3-3 0-15,2-3 0 0,2-2 0 0,2-4 0 16,1-2 0-16,2-1 0 0,1-3 0 0,2-2 0 15,2 0 0-15,0-2 0 0,1-5 0 0,0-3 0 16,2 0-71-16,-2-3-173 0,2-2-173 0,2-3-281 16,-3-2-343-16,8-2-423 0,-3-5-254 0,2-4 126 15,2-1 815-15</inkml:trace>
  <inkml:trace contextRef="#ctx0" brushRef="#br0" timeOffset="5911.22">12019 880 270 0,'0'-7'611'15,"-1"1"294"-15,1 0 178 0,1-3-202 0,2 1-235 16,2-5-141-16,-1 1-33 0,5 0-26 15,0 1-75-15,5 1-73 0,-1-1-41 0,4-1-45 16,3 1-60-16,0 1-51 0,3 0-23 16,0 1-2-16,1 1-15 0,-1 1-3 0,1 2-8 15,-3 2-1-15,1 3 7 0,-4 2-1 16,-1 3 7-16,-4 2 1 0,-1 5 2 0,-4 4-3 16,-5 3-8-16,0 3-8 0,-8 2-6 0,-1 5-7 15,-4 2-2-15,-1 3-6 0,-5 1-8 0,-2 0-17 16,2 3 0-16,-2-1 0 0,2-1 0 0,2-4 0 15,3 0 0-15,1-5 0 0,3-2 0 0,5-2 0 16,1-4 0-16,2-1 0 0,5-3 0 0,2-1 0 16,2-2 0-16,4-4 0 0,2-2 0 0,3-2 0 15,2-4 0-15,2-2 0 0,4-2 0 0,2 0 0 16,1-4 0-16,1 0 0 0,2 0 0 0,-1 0-75 16,1-1-101-16,2 0-166 0,-2 0-266 0,1 0-331 15,0 2-411-15,-2-4-407 0,-2 4-16 16,-5 0 841-16</inkml:trace>
  <inkml:trace contextRef="#ctx0" brushRef="#br0" timeOffset="8840.74">10035 5646 100 0,'-5'7'719'15,"-1"1"476"-15,0-1 92 0,1-1-159 16,0 0-373-16,2 0-342 0,1-1-114 0,2 1-27 16,0-2-20-16,2 2-23 0,1-2-24 0,0 1-45 15,0-2-50-15,2 0-50 0,3-2-20 16,-2-1-8-16,0 0 0 0,1-2 7 0,-1-3 2 15,0-1 2-15,-1-1 3 0,-2-3 2 16,-1 2-2-16,-2 1 3 0,-2-3-5 0,-1 1 6 16,0 2-4-16,-3-1-4 0,1 2-5 0,0 2-7 15,-1 1-4-15,1 1-11 0,-1 2-6 16,-2 2-4-16,3 1-4 0,-1 3-1 0,1 1-1 16,0 2 0-16,2 3-1 0,-1 0 1 15,1 0 0-15,1-1-1 0,2-1-1 0,0 0 0 16,0-2-2-16,2-3 0 0,-1 1-1 0,1-1-10 15,2-3-20-15,-1-2-52 0,0-2-77 0,-3-5-137 16,2 1-268-16,-2-1-312 0,0-4-381 16,0 2-320-16,-3-1-62 0,-2-1 621 0</inkml:trace>
  <inkml:trace contextRef="#ctx0" brushRef="#br0" timeOffset="9391.49">9189 5659 91 0,'-5'5'504'0,"-3"1"313"0,3-3 147 0,2 0-39 16,3 1-408-16,3-2-242 0,2 2-141 15,5-1-54-15,5 0 4 0,5 0 22 0,3-1 38 16,7-1 42-16,0-1 20 0,5-3-14 0,3 1-29 16,1-2-33-16,3 0-43 0,-1-2-41 15,1 0-25-15,0-2-7 0,-3 2-7 0,0-1-25 16,-4 1-78-16,-3 0-137 0,-4 1-255 0,-4 2-274 16,-3 2-271-16,-4 1-185 0,-6 0 148 15,-4 0 447-15</inkml:trace>
  <inkml:trace contextRef="#ctx0" brushRef="#br0" timeOffset="9707.87">9261 5577 251 0,'-3'4'849'0,"-1"1"365"0,-1-2 7 16,2-2-174-16,0 1-477 0,-1-2-252 15,3 1-98-15,-2-1-49 0,1 0-20 0,-1 0-14 16,0-1-15-16,-2-1-27 0,1 1-10 0,-1-2-9 16,-2 3-9-16,-1 0-5 0,-3 0-4 15,0 0-6-15,0 4-25 0,-3 3-12 0,1 1-11 16,-1 4-7-16,3 3-2 0,0 1 2 16,0 6 1-16,5-1-4 0,1 4-1 0,3 1 3 15,4-1 0-15,3 0-1 0,4-2-3 16,3 0 1-16,6-5-11 0,4-3-53 0,5-5-49 15,3-2-92-15,5-4-166 0,-2-2-302 0,5-5-293 16,-1 0-234-16,0-2-149 0,1-1 240 16,-3 1 562-16</inkml:trace>
  <inkml:trace contextRef="#ctx0" brushRef="#br0" timeOffset="10006.56">10384 5613 407 0,'5'1'990'15,"1"-1"284"-15,-1 2-77 0,0-1-243 16,-1 4-464-16,3-1-252 0,-1 1-115 0,5 0-62 15,-3 1-27-15,3 0-18 0,5 0-8 16,-2-1-8-16,4 1-3 0,0-1-3 0,2-1 1 16,2 2 0-16,-2-1 2 0,4-2 2 0,-2 1 2 15,3 1-2-15,0-1-42 0,-4 2-91 16,1-2-156-16,-3 1-297 0,-3 1-273 0,1 0-257 16,-4 0-113-16,-2-1 262 0,-5-4 476 0</inkml:trace>
  <inkml:trace contextRef="#ctx0" brushRef="#br0" timeOffset="10277.99">10603 5522 320 0,'3'0'845'16,"0"0"304"-16,1 1-3 0,4-1-215 16,2 1-428-16,5 1-260 0,0 0-114 15,7-2-60-15,0 0-29 0,4 1-13 0,4-1-11 16,1 0-1-16,5 0-8 0,-1 1-2 0,0 1-1 15,1 1-4-15,-2 1-3 0,-3 2 3 0,-4 0 4 16,-2 2-2-16,-3 0 1 0,-4 3 4 16,-4 1 14-16,-3 1 15 0,-6 0 13 0,-2 2 6 15,-3 0 7-15,-5 0 0 0,-1 3-11 16,-4-2-17-16,-4 2-10 0,-2-2-11 0,-4 2-11 16,-2-1-19-16,-2 1-75 0,-3-2-161 0,-3 1-299 15,-3 0-268-15,0-1-265 0,0-1-199 16,-2-3 172-16,0-3 538 0</inkml:trace>
  <inkml:trace contextRef="#ctx0" brushRef="#br0" timeOffset="17238.22">18815 2788 36 0,'4'-3'396'0,"0"0"326"0,-3-2 268 0,1 3 62 16,-1 0-260-16,-1 0-205 0,2 1-134 15,-2 0-61-15,0 1-37 0,0 0-41 0,2 0-40 16,-1 0-34-16,-1 0-35 0,0 0-50 0,0 0-45 16,3 1-42-16,-3-1-26 0,2 1-8 15,-2 4-1-15,0 1 4 0,1 1 6 0,1 6 5 16,-1 4 8-16,3 0 0 0,-3 4 8 0,2 6-1 15,-3 2-1-15,2 4-1 0,1 3-1 0,-1 3-3 16,-2 4-7-16,0 2-6 0,0 3-10 16,-2 4-3-16,-1 0-5 0,1-1-4 0,-1 0-6 15,0-1-4-15,-2-3 1 0,2 2-5 0,-3-6-5 16,4-2-2-16,-2-2-1 0,0-4-1 16,0-4-1-16,0-2 0 0,1-4-1 0,2-4 1 15,-3-2-1-15,0-4 0 0,2-5 1 16,1 1-2-16,-1-4-4 0,1-2-9 0,-3-4-14 15,1-1-17-15,0-4-27 0,-2-5-63 0,0-2-71 16,-1-2-99-16,2-3-155 0,0-1-289 0,0-4-325 16,-1 0-256-16,1-1-173 0,0-3 208 15,-2 2 606-15</inkml:trace>
  <inkml:trace contextRef="#ctx0" brushRef="#br0" timeOffset="17707.11">18674 2724 266 0,'-1'-3'605'16,"-3"-2"324"-16,1 2 179 0,1 0-240 0,-1 0-180 15,2 2-65-15,1-1-57 0,-4 2-87 0,4-2-87 16,0 2-66-16,0 0-72 0,0 0-77 16,0 0-63-16,0 0-39 0,0 0-23 0,2 2-15 15,0-2-12-15,-1 0-9 0,-1 2 3 16,5-2 6-16,0 1 7 0,1 2 9 0,5 0 7 0,0 0 7 15,5 0 0-15,2 2-1 0,0-3-3 16,3 0-4-16,1 2-2 0,3-2-4 0,1 0 0 16,0 0-4-16,3-1-37 0,-1-1 0 0,2 0 0 15,0-1 0-15,0-1 0 0,-1 0 0 0,0 0 0 16,-1-2 0-16,-1 2 0 0,-2 0 0 0,0-1 0 16,-1 1 0-16,-3-3 0 0,-1 3 0 0,-4 0 0 15,1-1 0-15,-4 2 0 0,-2 1 0 16,-1-2 0-16,-2 2 0 0,-2 2 0 0,-2-1-13 15,-2 2-71-15,-2 3-79 0,-2-1-146 0,-1 6-259 16,-3-3-317-16,2 1-391 0,0 2-444 0,1 0-77 16,3-1 726-16</inkml:trace>
  <inkml:trace contextRef="#ctx0" brushRef="#br0" timeOffset="18339.86">20075 3257 161 0,'-8'2'578'0,"0"2"404"0,0-2 210 16,2 0-158-16,1 0-304 0,0-1-131 0,1 0-81 16,2 1-94-16,1-1-80 0,1 1-62 15,-2-2-55-15,2 1-72 0,2-1-66 0,-2 0-40 16,1 0-9-16,5 0-2 0,0 0 6 15,2 0 10-15,2 0 6 0,6-1 9 0,0 1-12 16,4-2-3-16,2 1-9 0,3-1 4 0,-1 2-7 16,3-1-7-16,0 0 1 0,1-1-6 15,-1-1-2-15,2 0-12 0,-2-1-2 0,-1 1-4 16,-2 1-4-16,2-2-3 0,-3 2-2 0,-1 0-1 16,-2-3 0-16,-2 3 0 0,-2-1-2 15,-2 1-1-15,-2 1 0 0,-2-1-2 0,-2 0-1 16,-3 1 0-16,-2 0 2 0,1 1-5 0,-4 0-10 15,-4-2-17-15,0 2-28 0,-3-2-65 16,-4 1-78-16,0-2-123 0,-2 0-184 0,-1 2-302 16,0-3-339-16,2 0-256 0,-1 0-138 15,0-1 360-15,2-2 628 0</inkml:trace>
  <inkml:trace contextRef="#ctx0" brushRef="#br0" timeOffset="18673.21">20431 3039 8 0,'6'0'383'0,"0"0"290"16,-1 3 247-16,0-1 134 0,3-1-253 16,2 2-224-16,0 1-92 0,3 1-63 0,3-2-11 15,1 1-27-15,0 2-52 0,5-1-49 0,-2 1-49 16,3-2-27-16,-1 2-51 0,3-1-51 16,-2 2-31-16,1-1-17 0,-1 0-11 0,1 0-11 15,-2 0-7-15,0-1-4 0,0 1-3 0,-1 0 0 16,-5 0-1-16,1 0-1 0,-3 0 2 0,-1 1 1 15,-5 0 4-15,-2-1 1 0,-3 4-5 16,-3 0-2-16,-3 1-3 0,-3 1-5 0,-7 2-4 16,-1 0-4-16,-5 3-3 0,-2-1 0 15,-2 2-1-15,-3-1 2 0,0 0-1 0,-1 0 1 16,3-2 0-16,0 0-2 0,4-2 0 0,1-2-3 16,4 0-2-16,3-2-8 0,-1-3-15 15,4 1-26-15,1-3-69 0,0 1-80 0,3 0-166 16,4-1-281-16,1 0-327 0,1 0-385 15,6-1-249-15,5-1 55 0,3-2 731 0</inkml:trace>
  <inkml:trace contextRef="#ctx0" brushRef="#br0" timeOffset="19688.59">22288 2946 312 0,'16'-9'722'15,"-3"-1"342"-15,-4 2 111 0,-1 0-279 0,0 1-214 16,-2-1-76-16,-1 2-81 0,-2 0-83 0,0 1-77 16,-3 2-59-16,0-2-67 0,0-2-82 15,0 3-51-15,-3 0-29 0,0-1-19 0,0 0-13 16,-2 1-5-16,-3 0-7 0,4-1-12 0,-4 1-8 16,0 1-5-16,-3 0-2 0,1 1-7 0,-3 1-5 15,-2 2 3-15,0 2 1 0,-3 5 0 16,0 1 0-16,-1 6 1 0,-1 2 3 0,-1 9 3 15,2 4 2-15,-1 6 1 0,0 7-2 0,3 9-2 16,-2 7-6-16,5 6-1 0,0 4 2 0,4 4 0 16,4-1 4-16,4-2 1 0,7-4 1 15,3-8 0-15,9-5-5 0,5-10-1 0,6-7-3 16,2-8 2-16,7-9-1 0,4-8 0 0,2-11 0 16,3-11 2-16,0-4 3 0,1-11 1 15,-2-6 1-15,-1-5 1 0,-1-5 1 0,-7-4-3 16,-1-1 1-16,-7-1-1 0,-4 2-1 0,-9-2-1 15,-5 0-1-15,-8 1-1 0,-5-1 0 0,-9-1 1 16,-3-1 1-16,-6 2-1 0,-3-2 2 16,-3 4 1-16,-3 5 0 0,-1 4 0 0,-2 6-5 15,-1 6-3-15,-5 7 1 0,3 7-4 0,-2 8 0 16,0 6-2-16,-2 6 4 0,4 7 6 0,3 6 2 16,-1 4 0-16,6 5 1 0,1 4 1 15,6 3 1-15,3 1-5 0,5 4-1 0,4-2-14 16,5 1-21-16,4 1-48 0,5-2-79 0,4-4-150 15,3 1-275-15,2-3-312 0,5 1-383 16,1-5-360-16,3-1-29 0,2-2 704 0</inkml:trace>
  <inkml:trace contextRef="#ctx0" brushRef="#br0" timeOffset="20862.18">23438 2826 261 0,'1'-6'575'0,"3"1"312"0,-3 3 167 0,-1-2-223 16,3 2-207-16,-3-1-133 0,0 2-106 15,0 1-82-15,0 0-51 0,0 0-50 0,2 1-36 16,0 2 41-16,0-1 2 0,2 4-5 0,-3 3-17 16,2 2-17-16,1 4-10 0,-4 4-55 0,1 4-25 15,1 4-16-15,-1 2-12 0,-1 5-7 0,-1 3-9 16,-1 1 0-16,1 3 0 0,-4 5-4 0,0 0-6 15,-3 3-4-15,2 1-3 0,0 0-7 16,-1-4-3-16,1-2-5 0,0-4 0 16,3-5-2-16,1-5 0 0,0-5-2 0,4-4 0 15,0-5 1-15,-1-2 0 0,2-3 0 0,3-5 1 16,2-5 5-16,0-3 4 0,6-7 2 0,-1-2 2 16,2-7-5-16,3-5-3 0,1-3-6 15,2-3-4-15,3-3-3 0,-1-3-3 0,2-1 9 16,-2-2 4-16,1 1 2 0,1-4 0 15,-2 2 0-15,1 0 2 0,-1-3-4 0,-1 4-1 16,-1-1-6-16,0 2-2 0,1-1 0 0,0 4-2 16,-2 0-2-16,0 2-1 0,-1 2 5 0,-1 3 2 15,-1 1 1-15,-3 4 0 0,3 2 1 16,-4 2 0-16,-1 3 0 0,-2 2 1 0,-2 3 0 16,1-1 5-16,-1 3 3 0,-3 2 2 0,2 1 1 15,-4 1 3-15,2 1 0 0,1 2-4 0,-5-3-2 16,4 4-2-16,-2-1-1 0,-1 1-2 0,1 0-1 15,-1 0 1-15,-1 0 1 0,-1 0 4 0,2 0 2 16,0 0 4-16,-2 0 3 0,0 0 3 16,0 0 2-16,0 0 1 0,0 1 0 0,0-1-3 15,-4 2-2-15,3 0-4 0,-4 2-4 0,-2 0-2 16,-2 2-2-16,1 4-3 0,-3-2-4 0,-3 5-2 16,0 0-2-16,-4 2-1 0,-1 3 2 15,-1 2 2-15,-2 1 5 0,1 3 2 0,0-2 1 0,-1 4-1 16,2-1-3-16,-1 3-1 0,2-3-1 15,3 0 0-15,1 2 1 0,2-1 0 0,3-1 1 16,0-1-1-16,3 0 1 0,2-1-1 16,2-2 0-16,3-2-1 0,2-1 0 0,2 0 2 15,3-4 1-15,4 4 1 0,-2-5 1 16,4 2 4-16,3-1 1 0,1 1-1 0,2-2 0 16,0 2 0-16,0-1-1 0,3-1-4 0,2-1-2 15,-2 1-2-15,4-3 0 0,0-1 0 16,0-2 0-16,0 1-1 0,0-4-2 0,-2 0 0 15,-1 1-1-15,3-2 0 0,-5 0-1 16,-3 0-10-16,1 0-17 0,-5 0-35 0,0 0-79 16,-4-1-146-16,-4 1-263 0,-2 2-323 0,-3-3-412 15,-4 4-451-15,-2-1-57 0,-3 1 740 0</inkml:trace>
  <inkml:trace contextRef="#ctx0" brushRef="#br0" timeOffset="22123.05">17993 6078 207 0,'6'-14'734'0,"0"3"404"0,-3 0 91 16,0 3-185-16,-1-1-300 0,0 5-172 15,-1-1-135-15,2 4-85 0,-1 1-59 0,0 2-49 16,-1 8-61-16,2 3-65 0,3 7-31 0,-4 5-16 16,0 7-9-16,-1 7-7 0,-2 4-7 0,-1 6-9 15,-2 7-10-15,-1 3-7 0,0 0-9 16,0 3-6-16,0-5-4 0,0 0-3 0,1-2-2 15,-1-8 0-15,4-5 0 0,-1-5-1 0,2-6-1 16,0-6 0-16,0-6-4 0,0-4-8 16,0-5-14-16,0-7-39 0,-1-6-70 0,-3-9-68 15,1-7-103-15,0-6-153 0,-2-10-214 16,2-2-290-16,0-5-203 0,-2-6-178 0,1-2 120 16,-1-2 458-16</inkml:trace>
  <inkml:trace contextRef="#ctx0" brushRef="#br0" timeOffset="22622.76">17967 6047 260 0,'8'-28'572'0,"-3"4"259"16,1 1 147-16,-1 3-176 0,1 2-197 0,0 2-130 16,-1 3-91-16,2 3-61 0,-1 1-38 15,0 1 5-15,4 3 2 0,-4 4-13 0,2 1-18 16,0 3-23-16,3 3-31 0,-2 3-59 0,1 4-46 16,1 4-28-16,-2 3-20 0,0 4-12 0,1 0-12 15,-2 4-8-15,4-1-9 0,-2 2-6 16,0-1-1-16,1 2-2 0,3-3-2 0,1 0-1 15,-1-1-2-15,0-4 1 0,3 0 0 16,-4-2-1-16,3-2 1 0,-4-1 1 0,0-3 0 16,-2-1 1-16,-2-2 1 0,-4 2 1 0,-3-3 0 15,-2 1 2-15,-6-1-2 0,-2 1 0 16,-4 1-1-16,-3 2-1 0,-3 0 0 0,-3 3 1 16,2-1-2-16,-2 3 1 0,0 3-1 0,1-2-1 15,0 3-1-15,4-3-1 0,4-2 0 16,5 0-1-16,2-2 0 0,6 0-1 15,5-3 0-15,3-3-1 0,5-1 1 0,2-2 1 0,6-3 2 16,3-3 0-16,2-4 1 0,3 0 1 0,-1-1 2 16,1-2-2-16,-3 1-1 0,0 1 1 15,-7 1 0-15,-2 1 2 0,-6 2 0 0,-4 3 0 16,-4 3 1-16,-6 3 0 0,-5 3-1 16,-4 3-1-16,-5 1-1 0,-3 3-1 0,-3 0 0 15,-2 2 0-15,0 1 2 0,0-2 0 0,-2-1-1 16,4 0 0-16,2-1-1 0,0-3 0 15,5-2-3-15,1-3-3 0,5 0-10 0,2-3-36 16,3-3-74-16,2 0-74 0,2-4-130 0,5-4-211 16,-1 0-319-16,5-2-314 0,0-3-212 15,0 0-66-15,6-3 433 0,-2-1 580 0</inkml:trace>
  <inkml:trace contextRef="#ctx0" brushRef="#br0" timeOffset="22808.84">18703 6636 152 0,'7'13'823'0,"-4"1"533"0,-4 4 103 15,-4 3-153-15,1 5-429 0,-3-1-333 0,1 3-184 16,-2 2-108-16,-3 0-78 0,3 1-70 0,1 3-43 16,-2-4-27-16,4 3-16 0,1-6-10 15,2-1-5-15,2-4-8 0,2-3-39 0,-1-4-79 16,2-5-105-16,-1-1-205 0,-2-7-294 15,2-4-357-15,-2-2-356 0,-2-8-150 0,0-3 331 16,-1-4 726-16</inkml:trace>
  <inkml:trace contextRef="#ctx0" brushRef="#br0" timeOffset="22989.34">18704 6484 106 0,'-1'-17'842'0,"-4"6"619"0,-2 2 30 0,-2 4-235 16,-5 4-380-16,2 2-370 0,-2 2-205 15,2 3-113-15,4 2-56 0,-2 0-44 0,7 3-38 16,3 2-26-16,3 0-14 0,5 2-11 0,2 0-57 16,4-1-73-16,2-1-126 0,1 2-226 15,5-3-300-15,0-3-361 0,2 0-294 0,-2-5-98 16,0-1 460-16,2 0 666 0</inkml:trace>
  <inkml:trace contextRef="#ctx0" brushRef="#br0" timeOffset="23286.97">19022 6535 553 0,'-10'1'1496'16,"1"3"228"-16,-3 2-300 0,-1 1-341 16,1 4-490-16,3-3-274 0,-2 4-148 0,5-2-67 15,2 0-42-15,3 2-26 0,2-1-14 0,4 1-12 16,3 2-4-16,3-3-3 0,0 3-1 16,2-1-1-16,3-1-1 0,-4 2 0 0,1 1 0 15,-4-2 0-15,1 2 2 0,-4 0-1 0,-4 1 3 16,-4 0 10-16,-4 2 6 0,0-2 6 15,-7 4 4-15,-3-2 3 0,0 0-1 0,-4 0-9 16,-1 1-6-16,-1-4-7 0,0 2-3 16,0-2-4-16,3-2-2 0,0-3-2 0,3-3-2 15,7-1-4-15,2-4-11 0,4-3-16 0,5-4-40 16,2-4-75-16,4 1-84 0,5-6-145 16,0 1-215-16,2-3-320 0,5-1-320 0,0 2-193 15,3 0-10-15,0-2 498 0,2 4 549 0</inkml:trace>
  <inkml:trace contextRef="#ctx0" brushRef="#br0" timeOffset="23471.94">19246 6856 312 0,'13'11'795'16,"-1"0"343"-16,-4-4 41 0,1 2-280 15,-2-3-315-15,-2 0-223 0,1-5-124 0,-1-2-67 16,3-4-46-16,0-4-13 0,-4-3 17 0,5-2 15 16,-3-5 11-16,0-3 2 0,0-2-1 15,-3 0-14-15,-1-3-32 0,-2-1-22 0,-2 3-15 16,-1 1-12-16,-6 5-6 0,1 1-5 15,-2 7-4-15,-2 3-12 0,-2 7-16 0,0 2-11 16,-1 7-21-16,1 3-72 0,3 2-74 16,1 1-153-16,1 1-279 0,6-2-318 0,1 2-358 15,4-2-231-15,7 0 38 0,1-1 645 0</inkml:trace>
  <inkml:trace contextRef="#ctx0" brushRef="#br0" timeOffset="23971.98">20103 6132 108 0,'-2'3'675'0,"-1"0"479"16,2-2 183-16,-4 1-70 0,5-1-367 16,-1 2-290-16,1-1-182 0,1-1-105 0,1 1-67 15,2-1-58-15,1 1-57 0,5 1-30 0,4 0-16 16,0-1-9-16,8 3-14 0,1-2-13 0,3 1-8 16,5 0-9-16,0-3-9 0,2 0-6 15,3 1-6-15,2-2-7 0,0-2-5 0,1 1-3 16,-3-2-4-16,1 1-2 0,0 0-3 15,-4-2-2-15,0 2-1 0,-6-2-1 0,-2 3-6 16,-5-2-10-16,-5 2-16 0,-3-2-36 0,-6 1-84 16,-4 1-139-16,-7-1-240 0,-5 2-305 15,-1-1-384-15,-6-1-400 0,-4 1-71 0,2-2 606 16</inkml:trace>
  <inkml:trace contextRef="#ctx0" brushRef="#br0" timeOffset="24296.89">20468 6016 298 0,'8'1'672'0,"0"-1"289"16,2 2 124-16,2 0-227 0,3 0-266 0,2 2-171 15,3-3-124-15,0 2-70 0,3 0-61 0,6-1-39 16,-3 1-20-16,3 0-17 0,1-1 49 0,-2 1 31 16,1 3 17-16,-2-4 5 0,-2 3-4 15,-3 1-6-15,-1 1-39 0,-4 1-29 0,-3 1-20 16,-4-1-16-16,-4 3-10 0,-1 2-9 15,-5 0-8-15,-5 0-8 0,-1 5-7 0,-5 0-9 16,-6 2-8-16,-4 1-5 0,-1 2-4 16,-5 1-2-16,-2 2-4 0,-1-2 0 0,0 1-1 15,0-3-2-15,3-1-3 0,2-2 1 0,3-6-7 16,5 0-22-16,1-3-58 0,5-2-72 0,4-5-113 16,3 0-188-16,4-3-309 0,6-3-344 15,4-2-281-15,5-1-148 0,1-1 315 0,6-1 650 16</inkml:trace>
  <inkml:trace contextRef="#ctx0" brushRef="#br0" timeOffset="24789.61">22118 5965 78 0,'1'-15'597'15,"-2"0"473"-15,-3 2 183 0,1 2-72 0,-3 4-353 16,-1 2-215-16,-3 5-148 0,0 4-99 0,-6 6-61 15,4 5-53-15,-7 7-57 0,3 7-56 16,-1 7-38-16,0 6-21 0,4 10-10 0,1 5-12 16,4 8-8-16,2 5-12 0,3 7-10 15,3-1-10-15,8-2-8 0,1-5-5 0,7-7-3 16,6-12-1-16,8-11-3 0,4-12-1 0,6-14 1 16,3-9 1-16,3-17-1 0,3-9 2 0,0-11 0 15,-1-10 3-15,-3-9-2 0,-3-5 0 16,-4-5-1-16,-5-3 0 0,-6 1 0 0,-7 0 1 15,-7 1 1-15,-7 6 1 0,-9-2 0 0,-3 3 1 16,-9 2-1-16,-5 4 1 0,-5 3-1 16,-4 2-1-16,-6 9 0 0,-1 3 1 0,-4 7 0 15,-4 8-3-15,0 8 0 0,-7 10-1 16,2 7-2-16,-1 13-2 0,1 7-8 0,4 7-14 16,6 8-31-16,1 5-78 0,6 5-105 0,7 3-206 15,3 7-292-15,3 6-348 0,8 3-388 0,3 3-167 16,-1 2 324-16,2 4 756 0</inkml:trace>
  <inkml:trace contextRef="#ctx0" brushRef="#br0" timeOffset="40735.87">17513 1946 260 0,'-9'-4'815'0,"-4"-3"377"0,0-1 32 0,-4 1-197 16,0-2-416-16,1 0-196 0,-3 1-58 15,1-3-52-15,0 3-32 0,-3-1-28 0,0 0-37 16,1 0-54-16,-2 0-60 0,3 0-31 0,-3 0-19 16,1 2-12-16,0 0-6 0,1 1-2 0,1 0-4 15,0 0-2-15,0 3-2 0,2 0 1 16,-2 2 0-16,0-1-2 0,1 2 0 0,1 0-1 15,-1 2-2-15,3-1 0 0,-1 2-1 0,0 0-1 16,2 0-1-16,-2 1-2 0,3 0-1 0,-1 0-1 16,3-1-1-16,2 3-1 0,-2 0 1 15,1-4-2-15,2 5 0 0,-1 1 0 0,3-2-1 16,-1 1 0-16,-1 2 0 0,3 0-1 0,-4 3 2 16,4-2 0-16,-1 3 1 0,1 2 0 0,-1 0 0 15,-2-1 2-15,0 4 1 0,3 0 2 16,-1 2 1-16,-2-1 0 0,0 4 0 0,2-3 0 15,-1 2-1-15,-2 2 0 0,1 0 4 0,0 3 2 16,0 0 2-16,-1 2 0 0,1-1 2 0,-2 2-1 16,2 3-5-16,-1 0-6 0,0 2-5 15,0 2-3-15,-1 1-2 0,0 2 4 0,2 2 1 16,-3 0 5-16,2 3 2 0,-1-1 2 0,4 0-1 16,-5 2-5-16,4-1-3 0,-1 0-2 0,4 0 0 15,-2-2 1-15,1 1 0 0,0-1 2 0,3 1 1 16,1 0 0-16,-1-1 0 0,1 2 0 0,1-2 0 15,0 3-2-15,0-3 1 0,0 0-1 16,1 1-1-16,-1-1 0 0,0-1-2 16,0 1 0-16,0 3 0 0,-1-2 0 0,-1 0 2 15,-1 1 0-15,0 1 2 0,-2 1 1 0,0 2 1 16,-1 0 0-16,0 2 0 0,-1 0-1 0,-2 0 0 16,3 1-1-16,-2-1-2 0,-1 2 0 15,0-3-2-15,1 3 0 0,0-4 2 0,0 1 0 16,-1-1 2-16,1 0 0 0,0-2 1 15,2 3 1-15,-2-2-1 0,2 2 0 0,-1-1-1 16,2 1-1-16,1-1 0 0,-4 1 0 0,3-3-1 16,0 3-2-16,1 0 1 0,0-2-1 15,0-2 0-15,-2 1 1 0,4-2 2 0,0-2 0 16,1 1 1-16,-1 0 0 0,1-1 1 0,-1-1-2 16,2-1-1-16,-2 2 1 0,2-1-1 15,0 1-1-15,0-1 0 0,-1 1 1 0,-1 3-1 16,2-3-1-16,-1 4 0 0,1-3 1 0,-4 5 0 15,3-2 2-15,-1 2 0 0,1-1 1 16,-3 1 1-16,0-2 0 0,2 2 0 0,1-2-2 16,-1-1-1-16,-1 1 0 0,1-3 0 0,1 2-1 15,-1-4 0-15,1-1-1 0,-3 2 0 16,1-3 0-16,1 1-1 0,-1-2 2 0,-1 0 1 16,2-1 1-16,-1 2 1 0,2-1 1 0,-3 0 0 15,1-1 0-15,2 2-1 0,-3-2-1 16,1 1 0-16,3 1-1 0,-2-1 0 0,2 0-1 15,0-1 1-15,0 2-1 0,0-3-1 16,0 1 1-16,2-3 0 0,-2 3-2 0,3-2 0 16,1-1 1-16,-3-1 2 0,2 3 0 15,-1-3 2-15,1 1 0 0,-1-1 2 0,-1-2-2 16,1 2 1-16,2-3-2 0,-4 0-1 0,2-2 1 16,-1 0-1-16,-1 3 1 0,2-4-1 15,-2 2 1-15,0-2-1 0,0-1 0 0,2 0-1 16,-2 0 0-16,1-1 0 0,-1 2 0 0,2-1 0 15,0-2-1-15,1-2 0 0,0-2 0 16,0 1 0-16,2-3-1 0,3 2 1 0,-2-5-1 16,0 2 1-16,1-5 0 0,2 1 0 0,-3 0-1 15,4-4 2-15,-2-1 0 0,4-1-1 16,0-1 1-16,3-1 1 0,0 0 1 0,2-2 1 16,2 0 0-16,2 0 2 0,1-1 1 0,0 2 3 15,3-2 1-15,2 1 2 0,3 1-1 0,0-2-1 16,5 1-2-16,0-1-2 0,1 0-2 15,3 0-1-15,0 0-1 0,-1-1-2 0,0-1-1 16,1 1-1-16,-3-1-2 0,2 0-7 16,-3 1-14-16,0-2-37 0,1 3-83 0,-3-2-139 15,-3 3-264-15,0-2-312 0,-4 2-395 16,1 1-416-16,-2-1-42 0,-3 2 667 0</inkml:trace>
  <inkml:trace contextRef="#ctx0" brushRef="#br0" timeOffset="45518.18">5195 11241 90 0,'6'-4'696'15,"-3"4"510"-15,-1-3 120 0,1 3-119 0,-3 3-311 16,0-3-322-16,0 6-172 0,0-1-96 16,0 6-55-16,-1 1-46 0,1 3-63 0,1 6-47 15,-1 3-21-15,4 4-13 0,-1 6-15 0,3 1-13 16,-3 6-9-16,3 4-6 0,-1 1-9 15,0 2-6-15,0 3 0 0,1 0 0 0,-2-2 3 16,3 1 2-16,-2-3 0 0,1-4 0 0,-1-3-1 16,1-5 0-16,0-1-6 0,-1-8-3 15,-2-3-5-15,1-5-10 0,-3-4-15 0,1-5-36 16,-2-1-70-16,-2-5-68 0,-1-6-108 16,-2-7-161-16,-3-3-278 0,-3-6-297 0,3-4-210 15,-3-2-158-15,-3-4 226 0,1-5 549 0</inkml:trace>
  <inkml:trace contextRef="#ctx0" brushRef="#br0" timeOffset="45849.05">5011 11057 70 0,'-3'-6'688'0,"2"3"556"0,-4 1 187 0,2 0-114 16,3 1-363-16,-3-1-393 0,3 1-187 15,0 0-115-15,0 1-79 0,3-2-69 0,0 2-40 16,5 0-19-16,1 2-10 0,4-2-2 0,3 2 0 16,4 1 0-16,0-1-6 0,3 0-6 15,2 1-7-15,2 1-3 0,0-3-3 0,5 0-4 16,-1 1 3-16,1-4 2 0,1 1-1 16,2-2-2-16,-2-2-1 0,2 1 0 0,0-3-6 15,-2 1-3-15,2 0-2 0,-2-1 0 0,2 1-1 16,-2 1-2-16,-2-1-11 0,0 4-32 0,0 2-78 15,-4-3-99-15,-1 6-190 0,-3-1-293 16,-1 3-348-16,-4 1-375 0,-1 1-180 0,-4 2 251 16,-1 0 733-16</inkml:trace>
  <inkml:trace contextRef="#ctx0" brushRef="#br0" timeOffset="46247.51">6033 11320 156 0,'3'5'788'15,"0"-1"441"-15,-1 1 43 0,1-2-174 0,2 1-418 16,1-1-312-16,0 1-138 0,2 3-31 16,2-3-15-16,2 1-13 0,1 0-14 0,3 0-30 15,0-1-26-15,4 1-43 0,-2-4-23 16,4 2-14-16,0-3-7 0,0 0-5 0,2-3-7 15,1 2 2-15,-1-1-1 0,1-3-1 0,0 1 3 16,-1 0-6-16,-2 0-50 0,-1 2-57 16,-5-1-86-16,-1 0-154 0,-5 3-272 0,-2 1-317 15,-2 4-248-15,-3 0-191 0,-1 0 139 16,-4 1 549-16</inkml:trace>
  <inkml:trace contextRef="#ctx0" brushRef="#br0" timeOffset="46518.64">6088 11564 70 0,'-9'4'589'16,"6"0"444"-16,-2 0 162 0,3 0-100 0,-1-1-390 15,3-2-327-15,0 2-164 0,3-3-82 16,2 2-38-16,4-1-18 0,1 1-8 0,3-1 14 15,4 1-1-15,2 0-8 0,0 2-9 16,3 1-6-16,-1-3 0 0,4 2-20 0,-1 0-17 16,1-1-5-16,0-2-5 0,2 2-4 15,-3-3-1-15,3 0-2 0,1-1 0 0,1-2-9 16,-1 0-26-16,-1-4-47 0,1 4-164 0,-4-4-298 16,-1 3-270-16,-3-1-287 0,2 2-225 0,-3 2 71 15,-3 1 578-15</inkml:trace>
  <inkml:trace contextRef="#ctx0" brushRef="#br0" timeOffset="47219.01">7312 11121 235 0,'-11'0'701'15,"1"1"381"-15,0-1 104 0,2 0-206 0,1 0-353 16,1 0-223-16,1 0-141 0,1-1-97 0,2 1-60 16,4-3-35-16,2-1-19 0,2-4 0 15,4-1 45-15,7-4 47 0,1-2 16 0,4 1 8 16,6-2 8-16,1-1-9 0,1 1-45 15,1 0-37-15,3 2-15 0,-3 4-10 0,-1 1-13 16,-3 3-2-16,0 2 5 0,-6 2 5 0,-1 6 6 16,-4 0 1-16,-2 7-1 0,-4 1-6 0,-4 6-7 15,-3 6-10-15,-6 2-11 0,-3 3-3 16,-4 4-3-16,-4 0-5 0,0 3-3 0,-1-4 0 16,-2 0-2-16,4-2-5 0,-1-5-5 15,5-1-1-15,1-7-3 0,2-1-1 0,4-2-1 16,2-1 0-16,5-2-1 0,4 0-1 0,4-2 2 15,4-2 0-15,1-2 0 0,5-1 1 16,1-1 2-16,1-3 1 0,4-2 0 0,-2 1 1 16,0-1 1-16,-2 0-1 0,-1 0-1 15,-4 2 1-15,-1 0 0 0,-3 3 0 0,-3 3 2 16,-5 2 2-16,-1 3 1 0,-5 4 2 0,-4 6-1 16,-4 2 1-16,-2 3-1 0,-3 2 0 0,-3 2-2 15,-2 2 0-15,-3-3-1 0,-2 3-2 16,1-1 0-16,-4-5-1 0,2-2-1 15,-2-3-7-15,2-6-16 0,-1-6-31 0,1-4-78 16,1-8-79-16,2-7-139 0,3-4-224 0,2-6-319 16,6-4-340-16,3-1-208 0,2-4-40 0,4-1 481 15,4-1 595-15</inkml:trace>
  <inkml:trace contextRef="#ctx0" brushRef="#br0" timeOffset="47568.97">7941 11250 99 0,'24'10'671'0,"-3"6"449"0,-4 5 127 0,-1 5-43 16,1 4-273-16,-1 4-300 0,0 4-168 0,-2 3-100 16,2 1-66-16,-2 0-79 0,2-3-95 15,4-2-54-15,0-2-33 0,3-9-16 0,2-3-9 16,2-8-5-16,3-9-2 0,3-6-2 0,-1-10-1 16,1-7 1-16,-1-6-2 0,-2-8 0 0,-2-3-2 15,-7-6 2-15,-2 1 0 0,-2-4 1 16,-7 2 2-16,-4 2 3 0,-6-1 2 0,-4 1 0 15,-6 3 7-15,-4 1 5 0,-4 2 10 16,-2 2 8-16,-2 6 6 0,-3 1 0 0,-1 10-5 16,-1 5-7-16,-3 7-11 0,0 7-8 0,0 6-9 15,0 6-3-15,0 8-2 0,3 3-2 16,5 4-1-16,1 4-1 0,4 0 1 0,7 3 2 16,1 0-1-16,6 1 1 0,3 1 1 15,5-1 1-15,4-1-9 0,4-1-18 0,4-5-47 16,1-5-77-16,2-5-126 0,4-5-238 0,1-6-307 15,2-8-367-15,3-5-345 0,0-8-109 0,5-8 498 16,-2-2 730-16</inkml:trace>
  <inkml:trace contextRef="#ctx0" brushRef="#br0" timeOffset="47859.38">8798 11292 161 0,'7'14'953'15,"-3"3"627"-15,0 7-41 0,-3 5-280 16,2 1-446-16,1 4-326 0,0 4-204 0,2 1-114 15,2 3-56-15,-1 2-41 0,5 1-27 16,1 0-17-16,0-4-14 0,1-6-7 0,2-6-4 16,1-6-3-16,0-7-6 0,1-12-9 0,-1-4-14 15,-1-9-32-15,1-9-36 0,-5-7-35 0,-3-7-16 16,-1-4-13-16,-5-4 9 0,-1-2 39 16,-6-1 92-16,-2 0 85 0,-6 1 49 15,-3-1 26-15,-4 0 7 0,-3 2-1 0,0 4-30 16,-3 2-31-16,-2 5-21 0,2 8-17 0,-4 5-9 15,1 8-10-15,1 9-10 0,-1 10-11 16,2 6-6-16,2 10-3 0,2 6-1 0,5 3-8 16,3 5-32-16,4 1-78 0,5 3-114 0,4 2-240 15,2 1-297-15,4 0-366 0,5-3-386 16,-1-2-126-16,5-3 471 0,2-3 768 0</inkml:trace>
  <inkml:trace contextRef="#ctx0" brushRef="#br0" timeOffset="48702">9831 11156 115 0,'6'-5'570'16,"0"0"375"-16,-3 1 163 0,1 1-96 0,-1 1-319 16,-1 1-231-16,-1-1-150 0,-1 2-70 0,3 0 31 15,-1 0 29-15,1 3 1 0,0 2-15 16,2 0-25-16,-4 4-26 0,2 3-55 0,-1 4-54 15,1 1-32-15,-1 8-21 0,-2 3-12 16,3 7-11-16,-3 2-9 0,2 5-9 0,-2 5-7 16,1 2-6-16,-1 1-6 0,2 1-3 0,0 0-4 15,1-3-3-15,3-2-3 0,0-5 0 16,1-1-1-16,-1-7-1 0,2-4-1 0,3-6 0 16,-2-3-1-16,-1-4 0 0,3-8 0 0,-1-3 0 15,1-7 1-15,1-5 2 0,1-8 0 0,1-5 0 16,2-5 1-16,3-7-1 0,-1-1 0 15,2-5-3-15,2 1 0 0,-1-3-1 0,1 1-1 16,2-2 1-16,-2 1 0 0,0 2 1 16,0 1 1-16,-2 3 2 0,0 3 0 0,-3 2 0 15,-1 3-1-15,0 4 2 0,-4 1-1 16,-1 4 0-16,-3 3-1 0,-3 3 3 0,0 3 0 16,0 0 1-16,-4 2 1 0,-1 3-1 0,-1 0 0 15,-1 0 0-15,-3 3-1 0,0 0-1 16,-3 5-1-16,-2-1 0 0,-2 4 0 0,1 2-1 15,-3 4-1-15,-2 3-1 0,-1 5 0 16,2 3-1-16,-2 3 2 0,1 3 1 0,-1 3 2 16,1 4 2-16,2 1 6 0,1 0 2 0,1 1 1 15,5 0-1-15,1-5 0 0,4 0-2 0,2-2-4 16,2-6-1-16,3-2-3 0,1-3-1 16,5-1-1-16,0-5 0 0,1-3 0 0,3-3-1 15,1-2-2-15,3-3-1 0,1-4 1 0,1-2-2 16,1-1-1-16,0-1-2 0,-1 0-11 15,3 2-16-15,-1-3-46 0,-1 1-82 0,-1 3-149 16,0 2-269-16,0 3-317 0,0-1-399 16,0 5-368-16,-1 1-17 0,-2 3 712 0</inkml:trace>
  <inkml:trace contextRef="#ctx0" brushRef="#br0" timeOffset="50032.18">15001 10826 287 0,'0'0'654'0,"0"0"311"0,0 2 125 0,0 0-226 16,-2-1-267-16,2-1-156 0,0 0-104 16,0 0-63-16,0 0-40 0,0 1-16 0,2 1 25 15,1 1 0-15,1 2-11 0,-1 2-17 0,3 0-25 16,-2 5-26-16,3 2-46 0,1 5-24 16,1 6-17-16,1 6-12 0,-1 4-11 0,1 4-9 15,2 4-8-15,-2 2-8 0,-2 4-8 16,1 0-7-16,-1-1-3 0,0-1-3 0,-3 0-3 15,3-2-1-15,-4-2-1 0,0 0 0 0,-1-5 0 16,-2-2-1-16,1-5-3 0,-2-4 1 16,0-5-1-16,0-4-2 0,-2-4-9 0,-1-6-17 15,-2-1-32-15,-3-7-68 0,1-7-72 0,-3-5-103 16,0-7-159-16,-2-5-273 0,1-6-305 16,1-3-226-16,-2-7-169 0,2 1 165 0,2-5 564 15</inkml:trace>
  <inkml:trace contextRef="#ctx0" brushRef="#br0" timeOffset="50452.09">15028 10933 83 0,'3'-16'602'0,"0"4"446"0,-1 0 174 0,0 1-89 15,-2 3-400-15,1-2-277 0,1 3-146 0,2-1-59 16,1 3-9-16,0 1-12 0,1-2-17 16,2 3-30-16,3-2-33 0,0 4-22 0,2 0-36 15,3-1-23-15,-2 4-12 0,3-1-8 0,-1 2-7 16,3 0-16-16,-2 3-8 0,-1 1-6 15,1 2 4-15,0 2 2 0,-4 1 3 0,0 3 0 16,-3 1 1-16,-1 3 4 0,-2 4-4 16,-3-1-1-16,-2 1-2 0,0 3-3 0,-1 0-1 15,-2-3-5-15,-1 2-5 0,2-3-3 16,0-2-3-16,0-5-1 0,3 2-1 0,-3-4-1 16,5-1 0-16,-1-2-1 0,3-1 2 0,2-2 0 15,1-2 0-15,2 2-1 0,1-4 2 0,3 0 0 16,2 1 0-16,-1 0 0 0,0-1 1 15,2 2 0-15,-2 1 0 0,1 1 1 0,-1 0 0 16,-2 4 0-16,-1 2 0 0,-5 2 1 16,-1 2 0-16,-3 1 0 0,-2 2 1 0,-4 0 3 15,-3 3 1-15,-2 1 0 0,-4 0 6 0,-2 1 7 16,-2 0 2-16,-4-1 0 0,-1-2 1 16,-1 0 0-16,-1-2-5 0,0-2-7 0,-1-3-4 15,2-1-1-15,2-6-3 0,3 2-1 16,0-4-3-16,3-2-3 0,4-1-5 0,3-1-14 15,2-2-34-15,3 0-73 0,2-2-81 0,2-2-154 16,4-2-290-16,2-2-325 0,1-2-350 16,2 1-200-16,4-2 83 0,0-3 658 0</inkml:trace>
  <inkml:trace contextRef="#ctx0" brushRef="#br0" timeOffset="50637.42">15769 11473 356 0,'9'16'1092'15,"-6"1"436"-15,-2 3-43 0,-1 4-273 0,0 2-501 16,-3 5-261-16,-2 2-160 0,0 1-98 16,-1 4-76-16,1-3-48 0,2-1-31 0,0-3-19 15,0-2-10-15,3-6-8 0,0-6-24 0,0-3-69 16,2-6-76-16,-2-4-150 0,-2-8-279 0,2-4-328 16,0-7-371-16,0-5-247 0,-2-6 20 15,1-3 665-15</inkml:trace>
  <inkml:trace contextRef="#ctx0" brushRef="#br0" timeOffset="50802.32">15757 11251 205 0,'0'-17'1062'0,"-5"7"591"0,0 4-116 15,-1 5-322-15,0 3-462 0,-1 3-315 0,-2 5-207 16,1 1-107-16,2 4-52 0,1 1-31 0,1 1-19 16,4 2-11-16,2-2-7 0,5 1-14 15,1 0-74-15,2 0-86 0,3-1-171 0,3-1-280 16,1-2-324-16,2-1-394 0,1 1-221 0,1-1 131 15,3 0 705-15</inkml:trace>
  <inkml:trace contextRef="#ctx0" brushRef="#br0" timeOffset="51133.67">16190 11434 45 0,'-2'-3'923'16,"-1"0"790"-16,-4 1-33 0,-5 4-360 0,3 0-406 15,-4-1-390-15,4 2-250 0,-1 0-116 16,1-1-55-16,2 2-36 0,1-1-22 0,1 2-19 15,4 0-11-15,1 1-7 0,3 2-3 16,2 0-3-16,1 3 0 0,6 0-1 0,1 1-2 16,2 2 0-16,2 3 0 0,2-1 1 15,-2 0-1-15,0 1 1 0,1 0 0 0,-1 2 1 16,-2-1 0-16,-1 3 1 0,-5-1 1 0,-1 2-1 16,-6 2 2-16,-2 1 1 0,-6 2 5 0,-2-1 7 15,-8 0 7-15,0 2 4 0,-6-4 0 16,-3-1 0-16,-4 0-6 0,2-3-6 0,-3-5-6 15,2-2-6-15,1-5-2 0,2-1-4 0,3-4-2 16,2-6-6-16,6-4-10 0,3-2-14 16,6-7-22-16,4 0-42 0,2-3-75 0,6-3-71 15,2 2-107-15,4-3-161 0,3 2-231 16,4 0-281-16,1 2-198 0,4 3-158 0,0-1 171 16,4 3 504-16</inkml:trace>
  <inkml:trace contextRef="#ctx0" brushRef="#br0" timeOffset="51338.54">16313 11739 42 0,'29'8'462'0,"-5"4"421"0,-2 2 277 0,-2 3-26 15,-1-2-324-15,-1 1-238 0,-4 0-178 0,2-2-122 16,-4-1-80-16,2-6-47 0,-2-2-42 16,2-3-43-16,-5-7-23 0,4-2-10 0,-2-6 31 15,0-3 41-15,-3-6 40 0,0 1 18 0,-2-3 5 16,-3 0 0-16,-3 0-27 0,-3 2-31 16,0-2-31-16,-5 6-15 0,0 1-12 0,-3 4-10 15,-3 4-9-15,0 4-10 0,-4 5-7 0,-1 5-5 16,0 4-2-16,3 4-9 0,-1 4-31 15,4 1-81-15,3 0-115 0,0 0-229 0,3-4-295 16,4-1-366-16,3-3-394 0,2-1-132 16,1-3 442-16,5-1 761 0</inkml:trace>
  <inkml:trace contextRef="#ctx0" brushRef="#br0" timeOffset="52855.8">17593 9709 74 0,'6'-12'605'16,"1"2"471"-16,-3-1 181 0,-1 1-81 0,-1-1-307 16,-2 0-229-16,0 1-157 0,-2 0-98 15,-1-1-64-15,-2-1-54 0,-3 2-75 0,0-1-66 16,-3 2-38-16,0 0-24 0,-2 2-15 0,-1 2-12 15,-2 4-8-15,-1 1-9 0,0 4-7 16,-4 4-2-16,4 5-6 0,-1 2-2 0,2 6-1 16,1 5-1-16,3 4 1 0,0 5 1 15,6 5 2-15,1 3 3 0,2 1 0 0,4 2 2 16,1-2 0-16,4-3-3 0,2 0 1 0,5-4-3 16,1-5 1-16,7-7-1 0,2-3 1 0,7-10-1 15,2-8-1-15,4-8-1 0,6-8-1 16,1-10-2-16,0-3-2 0,-3-7 1 0,2-4 0 15,-5-1 0-15,-4-2 1 0,-3 1 2 0,-3-2 1 16,-5 3 1-16,-6 2 0 0,-2 4-1 16,-8 2 2-16,-2 2-1 0,-6 1 0 0,-3 2 0 15,-5 2-1-15,-3 1 0 0,-8 0-1 16,-1 3-1-16,-2 3 0 0,-4 2-1 0,-4 5-1 16,2 7 0-16,-2 4-1 0,-1 6 0 0,2 4-2 15,0 6 0-15,3 5-1 0,5-1 0 0,1 5 0 16,5 2-2-16,4-2-3 0,4 2-9 15,1 0-14-15,5-2-23 0,3 0-58 16,2 0-77-16,1-1-100 0,2-3-169 0,3-2-298 16,1 1-328-16,2-2-270 0,2-3-144 0,1 0 231 15,2-4 629-15</inkml:trace>
  <inkml:trace contextRef="#ctx0" brushRef="#br0" timeOffset="53137.88">18179 10051 148 0,'5'-8'834'0,"-1"2"614"0,-1 1 80 15,-1 3-243-15,-2 1-443 0,2 1-328 16,-2 3-182-16,-2 2-126 0,2 2-73 0,-2 5-47 16,-1 3-32-16,-1 4-20 0,-1 3-14 0,2 4-10 15,-2 3-4-15,0 3-5 0,0-1-1 16,1 1-38-16,-1-1-83 0,1-3-130 0,-1 0-255 16,1-2-296-16,3-2-379 0,1-4-381 15,1-2-67-15,1-5 568 0</inkml:trace>
  <inkml:trace contextRef="#ctx0" brushRef="#br0" timeOffset="53951.26">18851 9580 90 0,'10'-6'535'0,"-3"-1"423"0,0 1 236 16,-6 0-98-16,2 0-307 0,-1 1-130 0,0 1-115 15,-2-1-102-15,-2 1-82 0,-3-1-59 0,0 3-56 16,-1-2-82-16,-3 2-58 0,-1-2-34 15,-1 4-21-15,-5 2-13 0,4 0-12 0,-6 4-9 16,1 1-6-16,0 5-5 0,-4 1-2 16,5 2-1-16,-3 5-2 0,6 1 0 0,0 3 0 15,1 2-1-15,4 0 0 0,2 5 0 0,5 1-1 16,2 1 1-16,4-1 0 0,3-1 0 16,0 1 0-16,1-4-1 0,5-3 0 0,-1-2 0 15,4-2-2-15,-1-4 1 0,3-4 0 0,1-2 0 16,0-4 0-16,3-2-2 0,-1-5-11 0,-1-3-37 15,3 1-81-15,-4-5-89 0,1-1-164 16,-7 2-298-16,3-1-338 0,-4 1-346 0,-2 0-166 16,0 1 155-16,-1 1 662 0</inkml:trace>
  <inkml:trace contextRef="#ctx0" brushRef="#br0" timeOffset="54218.2">19208 9936 277 0,'8'1'730'0,"-3"0"330"15,0 4 96-15,-2 1-222 0,3 0-287 16,-3 5-136-16,-1 1-55 0,-1 6-59 0,-1 1-63 16,-1 5-58-16,-1 3-58 0,-4 1-75 0,1 4-68 15,2 1-33-15,-2 2-21 0,1-3-9 16,-3 4-4-16,2-5-6 0,1 0-2 0,1-6-8 15,1-2-59-15,1-3-70 0,-3-5-123 0,4-3-200 16,0-3-302-16,0-3-349 0,2-3-271 16,0-5-118-16,1 1 402 0,-2-5 625 15</inkml:trace>
  <inkml:trace contextRef="#ctx0" brushRef="#br0" timeOffset="55180.09">19736 9628 353 0,'4'-7'875'0,"-4"-1"329"0,0 2-2 15,-2 0-257-15,0 2-282 0,1 0-164 16,-1 0-98-16,2 0-64 0,-2 1-44 0,1 1-48 15,-1-2-64-15,2 2-63 0,-1 2-44 0,-2 0-27 16,1 0-17-16,2 0-9 0,-3 2-9 0,2 1-6 16,-3 3-3-16,1 2 0 0,2 3-2 15,-4 4-1-15,1 4-1 0,0 5 3 0,-4 5-1 16,3 6-3-16,-1 2 4 0,-1 5 5 16,-2 3 4-16,3 2 1 0,-1 2 1 0,3-1 2 15,-1-1-2-15,2-8-6 0,1-5-6 16,2-7 0-16,0-7-1 0,3-7-1 0,0-11 1 0,2-4 2 15,2-13 0-15,1-7-2 0,2-8-1 16,0-9 1-16,1-5 0 0,3-4-1 0,-2-2 3 16,0 0 0-16,-2-1 2 0,-1 1-2 15,-1 1-1-15,-2 5 0 0,1 0-1 0,-3 7-1 16,1 1 3-16,-2 6 3 0,3 3 4 0,-4 6 0 16,0 3 1-16,-1 5 0 0,-1 1-2 15,3 3-4-15,-3 4-1 0,4 1-1 0,-3 7-1 16,2 1 2-16,1 6-2 0,-1 3 1 15,0 5-2-15,5 4 0 0,-4 4 0 0,1 5 0 16,3 5 0-16,-1 5-1 0,0 4-2 0,1 4 3 16,0-1-1-16,0 5 2 0,3-2 0 0,-3-2 1 15,3 0 1-15,0-6-1 0,2-4 0 16,1-5-2-16,0-6 0 0,2-8 0 0,-2-3 0 16,2-9 1-16,-2-4 0 0,2-9 0 15,-3-4 0-15,-2-6-1 0,1-5 0 0,-2-8 0 16,-2-2 1-16,1-4 0 0,-2-1 0 0,-2-1 7 15,-1-4 3-15,0-1 3 0,-3-1-1 16,-1-2 1-16,2 1-1 0,-1-1-5 0,-1 1-3 16,0 3-1-16,0 1-2 0,2 4-1 0,-2 3-1 15,0 7 0-15,0 4-1 0,-2 4-2 16,2 5-8-16,0 1-19 0,-1 4-56 0,-1 5-79 16,1 2-151-16,-1 2-276 0,0 3-319 15,4 3-388-15,1 1-313 0,5-1 3 0,0 0 693 16</inkml:trace>
  <inkml:trace contextRef="#ctx0" brushRef="#br0" timeOffset="105476.5">21499 9657 224 0,'5'-6'818'0,"-2"-2"385"0,1 1 40 0,2-3-110 16,-2 0-383-16,4-2-222 0,0 1-122 0,3-2-70 15,0 0-50-15,-1-1-60 0,4 2-72 16,-1-1-53-16,1 1-34 0,0 1-19 0,0 5-11 15,1-1-6-15,0 2-3 0,-2 5-1 16,2 3 2-16,0 6 3 0,0-1 1 0,-1 4 1 16,0 2 0-16,2 3 1 0,-3 1-2 0,2 1 0 15,0-3-2-15,-2 0 1 0,2-3-2 0,0-1-2 16,-2-1-2-16,1-2-3 0,-1-1-3 16,0-4-3-16,1 1-3 0,-1-3-2 0,-1-2-3 15,3-1-3-15,-3-2-3 0,-1-1-1 16,1-1-2-16,0-1-1 0,-2-1-4 0,-1 1-10 15,0-1-20-15,-2 3-45 0,-2-2-85 16,-4 3-205-16,2-2-275 0,1 4-355 0,0 0-450 16,4-2-410-16,0 3 155 0,2 0 1008 0</inkml:trace>
  <inkml:trace contextRef="#ctx0" brushRef="#br0" timeOffset="106428.14">23770 9118 131 0,'-2'-5'650'0,"-1"4"424"16,-5-2 140-16,4 3-107 0,-1 3-431 0,1 2-229 16,0 4-83-16,0 4-15 0,1 5-30 15,2 5-25-15,-4 4-34 0,5 6-46 0,-1 3-61 16,2 4-60-16,2 2-34 0,0 1-20 0,4-1-14 15,1-4-7-15,1-3-9 0,5-7-5 16,2-4-1-16,3-5-1 0,2-5-1 0,-1-7 2 16,6-7 3-16,0-5 4 0,0-9 1 15,0-7 0-15,1-6 1 0,-1-6 4 0,-1-4 0 16,-1-2 0-16,-4 0 3 0,-4 0 2 0,-2 1 4 16,-4 2 0-16,-4 2 0 0,-4 1 0 0,-4 1-3 15,-4 4 0-15,-2-1-4 0,-4 4 0 0,-3 2-1 16,-2 5-3-16,-2 4-1 0,-3 4-2 15,-2 4-3-15,-1 6-2 0,1 6-3 0,-2 2-2 16,1 5-1-16,3 2-1 0,1 3-1 16,3 0 0-16,2 2 1 0,3 3 0 0,3-3 0 15,3 3-1-15,2-1 0 0,5-1-5 0,0 1-9 16,3 0-17-16,3-1-32 0,1-2-73 16,-1-1-75-16,4-4-131 0,1 3-203 0,-2-6-310 15,2 1-333-15,3-2-215 0,-1 0-94 16,1-2 430-16,1 2 603 0</inkml:trace>
  <inkml:trace contextRef="#ctx0" brushRef="#br0" timeOffset="106611.05">24281 9608 277 0,'1'0'1265'15,"-1"0"506"-15,0 0-233 0,-1 0-357 16,-4 0-450-16,2-1-323 0,-2 0-197 0,2-1-89 15,-1 1-44-15,1-1-29 0,2 0-23 16,1-2-14-16,1 2-9 0,2-2-17 0,2 0-59 16,2-1-78-16,1-1-150 0,-1 1-271 0,3 1-323 15,1 0-396-15,3-1-314 0,1 2-7 16,-2-1 688-16</inkml:trace>
  <inkml:trace contextRef="#ctx0" brushRef="#br0" timeOffset="108677.9">24609 9055 338 0,'4'-4'726'0,"-3"2"271"16,-1-4 45-16,3 1-260 0,1 1-247 0,2 0-153 15,-2-2-107-15,4 1-54 0,0-1-26 16,3 0-41-16,0-1-40 0,2 0-36 0,1-1 28 16,1-1 20-16,2 2-4 0,-3-1 1 15,2 2-5-15,-2 0-9 0,0 1-46 0,-2 2-19 0,-4 2 34 16,1 1 24-16,-4 1 14 0,-2 4 8 15,-3 0 1-15,-2 5-6 0,-4 3-37 0,-3 1-27 16,-3 2-14-16,-1 2-7 0,0 1-8 16,0 0-7-16,-3-3-5 0,5 1-2 0,1-4-5 15,1 0-4-15,3 0-2 0,1-1-1 0,3 0-2 16,2-2-1-16,0 2 0 0,7-2 1 16,-1 1 0-16,6-2-1 0,0 2 0 0,5-2 1 15,1-2 0-15,0 2 1 0,4-2-1 0,-1 1 0 16,3-2 1-16,-2 0 0 0,-3-1 0 15,1 2 0-15,-2 1 1 0,-5 0 2 0,-4-1-1 16,0 2 2-16,-4 1 1 0,-3 3-1 16,-6 0 2-16,0 4-1 0,-7-2 1 0,0 3-1 15,-6 0-1-15,0 1-1 0,-3 0 1 0,0-1-1 16,-1 0-1-16,0-1 1 0,1-3-1 0,2-1 1 16,1-1-3-16,4-4 0 0,-1 0-4 15,6 1-17-15,0-7-47 0,3 2-75 16,1-1-89-16,-1-3-158 0,5 0-290 0,0-3-328 15,5-3-299-15,1-1-179 0,2-4 136 0,0 1 602 16</inkml:trace>
  <inkml:trace contextRef="#ctx0" brushRef="#br0" timeOffset="108926.37">25120 9225 209 0,'5'0'869'0,"0"4"450"15,-2 0 1-15,0 3-118 0,2-1-414 0,1 3-298 16,2-2-163-16,0 0-86 0,3 0-48 16,3-1-66-16,2 0-55 0,3-3-31 0,3-1-16 15,0-2-10-15,5-2-5 0,3 0-5 0,0 0-3 16,2-2 0-16,-1 1-10 0,3-1-71 16,-4 2-78-16,-2-3-163 0,1 3-281 0,-4 0-315 15,-2 2-383-15,-3 0-222 0,0 3 83 16,-3 3 681-16</inkml:trace>
  <inkml:trace contextRef="#ctx0" brushRef="#br0" timeOffset="109982.76">26421 9358 171 0,'0'2'645'0,"0"-2"404"0,0-2 147 0,0 1-175 16,0 1-307-16,-1 0-146 0,1 0-83 0,0 0-76 15,0 0-62-15,0 0-51 0,1 0-56 16,-1 0-78-16,0 0-67 0,2 0-38 16,-1 0-23-16,-1 0-15 0,4 0-7 0,-4 0-3 15,1-2 4-15,4 1 3 0,1-2 8 0,0-4 5 16,4-1 6-16,1-4 3 0,2-4-4 0,1-1 0 15,3-6-7-15,-1-1 0 0,5-2-2 16,1-5 0-16,-1 1-2 0,1-1-3 0,0 2 0 16,0 0 2-16,-1-1-5 0,-1 5-1 15,0 3-1-15,-4 0-1 0,2 3-3 0,-4 2-4 16,0 3 0-16,-3 2-3 0,-1 1-1 0,1 2 1 16,-5 2 1-16,0 1 1 0,-1 1 1 15,2 2 2-15,-4 0 1 0,1 3 1 0,1 0 1 16,-2 0 2-16,1 3 1 0,0 2 2 0,0 2 2 15,-3 3 1-15,2 3-13 0,-1 2-7 16,1 4 0-16,-2 1 0 0,-1 4 0 0,0 3 0 16,0 1 0-16,0 4 0 0,0 1 0 0,0 3 0 15,-1 1 0-15,-2 1 0 0,1-1 0 16,2 3 0-16,0-3 0 0,0-3 0 0,0 1 0 16,2-4 0-16,1-4 0 0,0-2 0 15,-2-2 0-15,3-3 0 0,-4-2 0 0,1-4 0 16,-1-2 0-16,0-1 0 0,0 0 0 0,-1-3 0 15,-3-1 0-15,0-1 0 0,-4-2-66 0,-3-1-149 16,0 0-196-16,-3-1-285 0,-1-1-358 16,1 1-448-16,1-4-323 0,-1 2 224 15,2-3 910-15</inkml:trace>
  <inkml:trace contextRef="#ctx0" brushRef="#br0" timeOffset="113639.42">17572 12237 195 0,'1'-6'677'0,"-2"-2"416"16,1 1 135-16,-5 5-104 0,2-3-320 0,2 4-187 15,-1 1-144-15,-1 0-111 0,1 6-71 16,0-1-73-16,-1 5-70 0,3 5-53 0,3 6-26 15,-1 3-15-15,1 5-8 0,1 2-7 16,0 5-9-16,2 3-4 0,-1 2-7 0,2 1-3 16,-3-2-7-16,3-1-4 0,-1-2-3 15,0-1-2-15,-1-2 1 0,0-5-2 0,0-4 1 0,-2-3 0 16,0-4 0-16,0-4 0 0,-2-4 3 16,-1-2 3-16,0-4 1 0,-1-4 1 0,-4-4 1 15,1-7-2-15,-1-7-1 0,-2-4-3 16,2-7-3-16,-2-5 1 0,1-7-2 0,-1-2 0 15,-1-2-1-15,2-3-1 0,-2 0 1 0,3 1-1 16,0 3 1-16,1 1 1 0,0 6 0 16,1 4 2-16,2 4-1 0,-1 5 0 0,2 7-1 15,0 0 0-15,2 1 0 0,1 7 1 0,3-1-1 16,2 3 1-16,0 1 0 0,6 2 1 16,-1 0 0-16,4 2-1 0,-1-2 1 0,3 4 0 15,2 0-1-15,-2 0 0 0,1 0 0 0,2 0-1 16,-1 1 1-16,-1-1-1 0,2 3 1 15,-4-3 0-15,3 0 0 0,-3 0-1 16,-2-3 0-16,0 3-1 0,-2-1-2 0,-1 1-10 0,0 0-24 16,-7 0-59-16,1 0-70 0,-4 0-104 15,-2 4-180-15,-4-2-303 0,-2 2-322 16,-3 0-267-16,-1 7-158 0,-7-4 259 0,0 3 629 16</inkml:trace>
  <inkml:trace contextRef="#ctx0" brushRef="#br0" timeOffset="113826.75">17624 12397 114 0,'3'8'695'0,"2"-4"451"0,-4 1 99 0,2-3-138 15,2 2-403-15,0-3-318 0,2 0-154 0,1-1-61 16,2 0-21-16,2 0-13 0,2-2-11 16,0-3-15-16,3 1-28 0,1-2-27 0,1-3-21 15,-2 0-12-15,2 0-10 0,-2 0-7 16,-1-1-6-16,2 3-38 0,-6 0-49 0,-2-1-96 15,-1 4-167-15,-2 1-297 0,-6 0-294 0,-1 3-254 16,0 3-159-16,-5 0 244 0,1 1 550 16</inkml:trace>
  <inkml:trace contextRef="#ctx0" brushRef="#br0" timeOffset="114155.78">17933 12584 154 0,'15'14'494'0,"1"-3"272"0,-2-4 198 15,2-2-55-15,0-4-260 0,-2-1-148 16,3-3-97-16,-1-4-61 0,0-2-49 0,-2-3-33 16,4-5-7-16,-5 1 0 0,2-5-9 15,-4 0-19-15,2 0-27 0,-5-2-35 0,-2 1-40 0,-1 3-31 16,-3-3-18-16,-6 4-11 0,-2 0-10 16,-2 2-4-16,-4 0-9 0,0 6-6 0,-3 1-6 15,0 6-5-15,-4 3-4 0,3 4-4 16,-1 4-5-16,1 6-4 0,1 5-3 0,0 1-1 15,4 2 0-15,3 4-2 0,0 1-1 16,5 0-1-16,0 1 0 0,3 1-1 0,1-2-2 16,1 0 0-16,3-2 0 0,1-1-1 0,2-1-6 15,1-3-16-15,1-3-39 0,0-1-75 16,1-2-80-16,-2-2-143 0,1-1-245 0,1-2-319 16,-3-2-315-16,1-1-193 0,-1-3 1 15,1 0 525-15</inkml:trace>
  <inkml:trace contextRef="#ctx0" brushRef="#br0" timeOffset="118426.94">21846 12041 43 0,'-3'5'487'0,"-2"0"412"0,2 0 242 15,-2-2-14-15,1 2-363 0,1-3-275 0,2 1-160 16,-2-2-99-16,1-1-68 0,2 2-47 16,2-2-34-16,1-2 0 0,0-2 12 0,3-3 21 15,4-1 43-15,2-3 20 0,4-3 2 16,3 0-21-16,0-3-19 0,3 0-22 0,4 1-38 16,-3 0-23-16,-2 1-12 0,4 3-6 0,-3 1-6 15,0 2-6-15,-2 5-2 0,-2 0 5 16,0 4 1-16,-1 5 1 0,-2 0-2 0,0 6 0 15,-2 0-2-15,3 3-8 0,-5 0-1 16,1 3-3-16,0-1-6 0,-3 0-4 0,3-1-1 16,-2 0-1-16,3-4-3 0,-1 0 0 0,0-4 0 15,2 0 0-15,-3-3-1 0,0-4 1 0,5-1 0 16,-2-4 0-16,2-2-1 0,-2-4 1 16,3-1 0-16,-1-1-2 0,3-2-2 15,0 0-4-15,0 0-36 0,0 0-82 0,-3 0-112 16,1 3-239-16,-1 0-298 0,0 2-370 0,-3 4-385 15,1-1-112-15,-5 4 447 0,-2 4 773 0</inkml:trace>
  <inkml:trace contextRef="#ctx0" brushRef="#br0" timeOffset="119746.29">24015 11633 30 0,'-4'0'539'0,"3"0"479"15,-5-2 221-15,1 2-79 0,-3 2-332 16,2-1-320-16,-1 2-159 0,-2 3-71 0,3 1-16 16,-1 5-13-16,1 2-29 0,-2 4-37 15,5 6-38-15,0 4-40 0,1 5-42 0,2 4-19 16,2 5-12-16,1 1-9 0,5 2-4 0,0-2-1 16,1-2-1-16,5-5-8 0,2-5-4 15,1-4-2-15,4-7-2 0,1-5 1 0,2-8 2 16,1-4 0-16,-1-6 0 0,3-7 3 0,0-7 3 15,-2-4 3-15,0-6 3 0,1-6 0 0,-5-2 3 16,0-4-1-16,-2 1-1 0,-3-2 1 16,-2-1 2-16,-6 2 6 0,-1 3 3 0,-6 2 4 15,-4 1 3-15,-3 4-6 0,-5 2-4 16,-4 3-6-16,-2 3-6 0,0 5-5 0,-5 2-1 16,-2 5-3-16,2 6 0 0,-4 3-1 15,0 6 1-15,0 4-2 0,1 6 0 0,4 1-1 16,-1 5 0-16,3 3-2 0,7 0-1 0,-2 2-1 15,6 2 0-15,4-2-3 0,1-2 0 16,6-1-1-16,1-1 0 0,4-1-5 0,1-3-10 16,0 0-21-16,3-4-49 0,2 0-73 15,-1-2-71-15,-1-2-117 0,1 0-188 0,-4-5-305 16,4 2-267-16,0 0-191 0,-3-1-103 0,2-1 333 16,-3 1 572-16</inkml:trace>
  <inkml:trace contextRef="#ctx0" brushRef="#br0" timeOffset="119976.36">24660 12132 811 0,'-5'7'1636'15,"-6"1"40"-15,3-1-349 0,-1-1-370 0,-4 0-426 16,5-3-267-16,3 1-124 0,1-2-56 0,-2 0-30 15,6-2-23-15,0-4-17 0,6 0-10 16,-2 0-12-16,4-3-47 0,0-1-77 0,3-1-106 16,-3 0-189-16,3-1-298 0,-1 2-352 15,-2 0-328-15,0-1-147 0,0 3 301 0,-1 0 675 16</inkml:trace>
  <inkml:trace contextRef="#ctx0" brushRef="#br0" timeOffset="120326.46">24804 12131 362 0,'8'-3'855'16,"-4"-1"300"-16,4-5 20 0,-1-4-268 0,5-5-322 16,-1-4-182-16,5-3-68 0,2-4-22 15,0-5-36-15,3-1-23 0,1-3-36 0,0 1-51 16,2-3-51-16,-2 3-39 0,0-1-21 0,0 3-18 15,-2 2-4-15,-3 3-4 0,-3 7-1 16,0 2-1-16,-4 4 0 0,-2 3 1 0,-1 4-2 16,-2 3 1-16,0 1 7 0,-3 6 1 15,-1 3 1-15,1 6 0 0,-2 4-1 0,-2 4-4 16,1 4-6-16,-2 3-7 0,-1 3-4 0,-1 4-5 16,2 1-5-16,-3 2-1 0,2 0-3 15,-1 2-1-15,2 1-2 0,-2-2-2 0,3-4 0 16,0-2-2-16,2-1-6 0,0-4-19 0,0-3-56 15,4-4-78-15,-4-4-127 0,1-4-222 16,3-3-312-16,-1-3-365 0,0-3-307 0,2-3-90 16,2-3 466-16,0 0 674 0</inkml:trace>
  <inkml:trace contextRef="#ctx0" brushRef="#br0" timeOffset="120528.9">25504 11848 409 0,'4'8'1354'0,"-3"1"364"16,2-1-265-16,-3 0-345 0,6-2-493 15,-3-2-272-15,2 0-181 0,2-2-81 0,-1-2-40 16,3 2-21-16,3-4-9 0,-1 2-14 16,3-2-63-16,-3-2-77 0,0 0-145 0,3 3-268 15,-2-1-308-15,3 2-377 0,0 2-268 0,-2-1-4 16,4 1 622-16</inkml:trace>
  <inkml:trace contextRef="#ctx0" brushRef="#br0" timeOffset="121909.53">26587 11612 8 0,'5'-4'400'15,"0"-3"366"-15,-4 3 297 0,1-1 69 16,-2 0-325-16,0-1-229 0,0 1-81 0,0 0-21 16,-2 0-50-16,1 3-60 0,-1-3-49 0,-1 2-50 15,2 0-73-15,-4 1-71 0,2-1-41 0,-2 3-26 16,-2 0-17-16,1 3-12 0,-2 0-10 16,0 5-6-16,0 1-2 0,2 3-4 15,-3 4-2-15,1 4 0 0,1 4-1 0,2 4 0 16,2 4 0-16,-1 4-1 0,2 3-1 0,4-1 1 15,2 4-1-15,1-4-1 0,2 0-1 0,2-4 0 16,4-4 0-16,-1-5-1 0,6-5-1 16,-2-5 1-16,4-4 1 0,-1-5 1 0,3-6 1 15,0-6 2-15,3-5 2 0,-2-4 0 16,1-6 1-16,-1-3-1 0,2-4-1 0,-5-5 0 16,0-1-1-16,-1 0 1 0,-5-1 0 0,-4 2 0 15,-1 1 0-15,-6 0 5 0,-3 3 5 0,-5-1 0 16,-5 2 1-16,-3 3 0 0,-3 1-1 15,-1 3-5-15,-5 1-4 0,0 5-1 0,1 4-1 16,-4 3 0-16,3 6 0 0,-2 2-1 16,5 4 1-16,-2 5-1 0,5-1-1 0,1 3-2 15,3 1-1-15,3 1 0 0,3 3-1 0,3 1-1 16,1 0-1-16,4 2-10 0,-1 1-27 16,6 1-68-16,-1 0-77 0,2-2-146 0,0 3-275 15,1 3-321-15,4-5-371 0,0 4-241 0,0-2 3 16,0 0 626-16</inkml:trace>
  <inkml:trace contextRef="#ctx0" brushRef="#br0" timeOffset="122126.44">27087 12023 166 0,'0'-2'875'0,"0"0"595"16,-5 1 15-16,2-1-236 0,-2 2-430 15,-1 0-321-15,1 0-185 0,0 2-120 0,-1-1-59 16,2 1-46-16,0-1-36 0,3 0-25 16,-1 2-15-16,0 1-8 0,4-1-7 0,0 0-26 15,-1 0-62-15,3-1-63 0,-1 0-81 0,0 0-144 16,3-2-227-16,-1 0-303 0,0 0-231 16,3 0-200-16,-4-4 32 0,4 3 463 0</inkml:trace>
  <inkml:trace contextRef="#ctx0" brushRef="#br0" timeOffset="123343.5">27606 11501 147 0,'1'-3'409'0,"-1"1"242"0,0-3 197 16,0-1-55-16,2 2-106 0,-2-1-108 0,0-1-69 15,-2-2-20-15,2 4-12 0,0-3-42 16,0 2-60-16,-1 1-52 0,-2-1-51 0,1 1-62 15,-1 1-65-15,-1-1-48 0,0 3-29 0,-1-1-19 16,0 2-13-16,-2 0-12 0,0 3-7 16,1 1-3-16,-2-1-1 0,-2 1-1 0,2 1 0 15,0 2 0-15,0 1-2 0,-1-1-3 0,3 2-3 16,-2 2-2-16,-1-1 0 0,2 2 0 16,2 2-1-16,1-1-1 0,-1 1 0 15,1 1 0-15,4 1-1 0,0 1 1 0,0 0-1 16,4 0 0-16,1 1 0 0,-1 0-1 0,4 0 0 15,1-1-1-15,1-1 1 0,0-1 0 0,1 1 0 16,0-1 1-16,0 2 0 0,1-2 1 16,-2 0 0-16,0 2 0 0,-1-2 1 0,-3 2-2 15,-1 0 1-15,-2-1-1 0,1 2 1 16,-6 1-2-16,0-1 1 0,-3 0 0 0,1 1-1 16,-3-1 1-16,0-1 0 0,-3-1 0 0,0-1-1 15,1 0 1-15,0-2 0 0,1-1 1 0,-2-5-1 16,-1 2 0-16,5-5 0 0,-2-2-1 15,-1-2-3-15,1-2-9 0,0-2-16 0,-1-5-36 16,2 0-75-16,1-3-74 0,-2-4-126 16,1 2-192-16,1-5-313 0,-2 1-311 0,3-3-204 15,0 0-91-15,2-1 381 0,2-3 578 0</inkml:trace>
  <inkml:trace contextRef="#ctx0" brushRef="#br0" timeOffset="123593.35">27514 11470 45 0,'8'-6'577'0,"-4"1"476"15,1 3 185-15,2-4-75 0,-1 4-287 0,3-1-244 16,1 0-169-16,3 0-91 0,2 0-61 16,0-1-54-16,4 1-72 0,-1-1-68 0,3 0-42 15,1 1-26-15,2 0-14 0,1 1-9 0,-1-2-5 16,1 3-8-16,0-2-5 0,-1 3-3 0,0 0-3 15,-2 0-2-15,-1 2-7 0,-4-1-28 16,4 4-77-16,-7-3-78 0,-2 1-157 0,-2 1-288 16,-2 1-330-16,-4 1-356 0,1 0-201 15,0 0 81-15,-2 1 662 0</inkml:trace>
  <inkml:trace contextRef="#ctx0" brushRef="#br0" timeOffset="134264.72">4899 13566 9 0,'2'-2'263'0,"1"-4"177"15,-1 1 165-15,-1 3 11 0,1-2-117 0,0 2-79 16,0 0-37-16,-2 0 11 0,2 1-6 16,0 1-24-16,-1-1-40 0,-1 1-53 0,2 0-55 15,-2 1-56-15,0 0-39 0,-2 3-25 16,2-2-22-16,0 3-10 0,-1 1-2 0,1 0 3 16,0-1 13-16,0 3 33 0,1-1 40 0,-1 0 33 15,0 2 11-15,2 2-7 0,-1-1-21 16,-1 2-36-16,0 0-33 0,0 2-34 0,0-1-21 15,0 2-12-15,0 0-7 0,0 2-3 0,2 1-5 16,-2 0-10-16,3 1-6 0,-3 1-4 16,2 0-2-16,-2 0-3 0,3 1 1 0,-3 1 5 15,2-2 3-15,-1 3 1 0,1-2 3 0,-2 3 7 16,1-2 3-16,1 2 2 0,-2 2 1 16,0-1 2-16,0 2-2 0,-2-2-6 0,1 1 3 15,1 0 0-15,-2 2 0 0,-1 0 0 16,0 2-1-16,3-2 7 0,-3 0-3 0,1-1-3 15,0 0-1-15,-1 0 0 0,3-4 0 0,-1 1-6 16,-1-1-8-16,2 2-2 0,-2-3-4 0,0 2 0 16,0 0-2-16,2-1-1 0,-2 1 5 15,1-2 2-15,1 2 2 0,-2 0 0 0,1-2 0 16,-1 4 2-16,2-4-2 0,-2 3 0 16,2-1 0-16,0 0 1 0,0 0-2 0,0 0 1 15,2-2 1-15,-2 2 0 0,0 1 0 0,0-2 1 16,2 0-1-16,-1 0 0 0,-1-1 0 15,2 1 6-15,-2-2 2 0,0 2 1 0,0-2 2 16,0 1-1-16,0 0 1 0,0-1-4 16,0 1-9-16,-2 0-3 0,2 1-2 0,0-1-2 15,0 3-1-15,-1-3-2 0,1 2 7 0,0-1 1 16,0 1 2-16,0-2 1 0,1-1 1 0,-1 1-1 16,0-2 1-16,2 1 1 0,-2-1-1 15,0-1 0-15,1 0 1 0,-1-2 0 0,2 1-1 16,-2 1 1-16,0 0 1 0,2-2-1 15,-2 3-1-15,0-1 1 0,0-2-2 0,0 1 0 16,0 0-1-16,0 1 1 0,0 0-1 0,0 0 2 16,0-1-1-16,0 1 0 0,0 0 1 15,0-1-1-15,0-2 7 0,0 3 1 0,0-5 3 16,0 0 1-16,0-1 1 0,2 1-1 0,-2-3-4 16,2 4-9-16,-2-2-4 0,2 2-3 15,-1 0-1-15,-1 1-1 0,2 2-1 0,-1-1 7 16,-1 0 2-16,0 3 3 0,0-1 0 0,0 0-1 15,0 0 1-15,0-1 0 0,0 3 0 0,0-2 1 16,0-2 0-16,0 1 0 0,0 3 1 16,-1-6-1-16,1 3 0 0,-2-1 0 0,2 1-2 15,0-2 1-15,0 4-1 0,0-2 0 0,0-1 1 16,0 2 0-16,0-1 0 0,0 0-1 0,0 0 0 16,0 1-1-16,0 0 1 0,0-2 0 15,0-1 1-15,0 1 0 0,-1-2 0 0,1 0-1 16,0-1 0-16,0 0 0 0,0 3 0 0,0-2 0 15,0 0 1-15,0 2 0 0,-2-1 1 0,2 1-2 16,0 1 2-16,-2 0-1 0,2 3 0 0,-2 0 2 16,0 1 0-16,2 2-1 0,-2 2 1 0,1-2-1 15,-1 1-1-15,-1 2 0 0,1 0 0 16,-1-2-1-16,2 0 2 0,-1-3-1 0,0 0 1 16,1 1-1-16,1-4-1 0,-2 0 1 0,2 0-1 15,0 1 0-15,2 3-1 0,-2-3 1 0,1-1 1 16,-1 0-1-16,0-1 1 0,2-2-1 0,-2 0 1 15,0 1 0-15,2-4-1 0,-2 4 1 16,1 0-2-16,-1-1 1 0,0 4 0 0,0 1 1 16,0 1 1-16,0 2-1 0,0-3 1 0,0 3 2 15,0-3 0-15,0 3-1 0,0-1-1 0,-1 1 1 16,1-1-1-16,-2-1-1 0,2-2 0 0,0 0 0 16,0-2-1-16,0 0 1 0,2-1-1 15,-1-1 0-15,1 1 1 0,-1-2 0 0,1 3 1 16,1-2 0-16,0 4 0 0,-1-2-1 0,2 3 0 15,-2-2 0-15,0-2 0 0,-1 1-1 0,1-2 1 16,-1-2 0-16,-1-2 0 0,2-4-2 0,-2 2 0 16,0-2-1-16,0-2-1 0,0-2 1 15,0-1-2-15,0 0-1 0,-2-3-4 0,2-2-15 16,-3 0-58-16,-2-4-74 0,-2-3-125 0,-3-1-198 16,2-5-307-16,-4-4-346 0,-1-3-282 0,-4-10-107 15,-1-4 420-15,-4-7 620 0</inkml:trace>
  <inkml:trace contextRef="#ctx0" brushRef="#br0" timeOffset="135207.99">4804 13628 244 0,'-3'6'537'15,"0"-1"257"-15,0 0 157 0,0-1-180 0,1 0-195 16,-1 2-121-16,3-4-78 0,-1 2-60 0,-1-3-67 15,1 0-62-15,-1 1-55 0,2-1-33 16,0-1-22-16,0 2-10 0,0-2-3 0,0 0 22 16,2 0 38-16,-1-2 36 0,2 1 25 15,0-2 8-15,0-2-5 0,0 1-24 0,1-4-31 16,-1 1-33-16,0-1-27 0,0-1-18 0,1-1-18 16,-1-2-12-16,0 0-9 0,3-1-8 15,0-3-6-15,-1 1-4 0,0-3 6 0,0 2 2 16,2-2 1-16,-2-2 2 0,2 2 0 0,-3 2 4 15,3-1 1-15,0 2 1 0,-2 2 0 16,0 1 0-16,1 0-1 0,-1 3-3 0,0-1-3 16,1 3-2-16,0 1-1 0,-1 1-1 0,0 1-2 15,0 1 1-15,1 0 0 0,2 1 2 16,-2 1 1-16,1 1 2 0,-1 1 2 0,3 4 1 16,-1 0 2-16,0 2 0 0,2-1-2 15,-1 5-1-15,-1 1-2 0,0 0-2 0,1 3-3 16,-1-1-2-16,0 4-2 0,-3-2-3 0,4 2-5 15,-4-2-22-15,0 4-75 0,0-3-128 16,-4 0-254-16,-1-1-296 0,-1 1-384 0,-2 0-461 16,-1-1-159-16,-2 2 610 0</inkml:trace>
  <inkml:trace contextRef="#ctx0" brushRef="#br0" timeOffset="138059.31">4795 17704 270 0,'0'0'534'0,"0"2"257"15,1-2 152-15,-1 0-198 0,2 0-163 16,-2 3-105-16,0-3-87 0,0 0-81 0,0 0-75 16,2 0-72-16,-1 0-56 0,-1 0-43 0,0 0-22 15,2 0-4-15,1 0-5 0,0 0 8 0,1 0 9 16,0 1 33-16,2 1 28 0,1-1 4 16,1 0 0-16,-2 2-7 0,5-1 15 0,-3 0-3 15,2 0-14-15,2-1-10 0,-2 0-8 0,1 3-8 16,1-3-21-16,1-1-25 0,1 1-14 0,-1 1-6 15,1-2-1-15,0 0 4 0,1 0 3 16,-1 0 2-16,0 0 0 0,3 0 1 0,-4 0-3 16,4 0-7-16,-4-2-4 0,3 2-3 0,-2-1-1 15,2 1 0-15,-2 0-1 0,2-1-1 0,-2-1 0 16,2 2 0-16,0-2-2 0,-1 2 1 0,2-1 1 16,-2 1-1-16,1 0 0 0,3-1 0 15,-3 1 1-15,3 0-1 0,1-2 2 0,-2 2-2 16,2-2 0-16,1 2 0 0,-2-2 1 0,1 2 0 15,2-3 2-15,-1 2-1 0,0 0 3 0,-1-2 0 16,1 0 0-16,1 3-1 0,1-2-1 0,0 2 0 16,-1 0-1-16,3 0 0 0,0 0 0 15,-1 0 1-15,0 0-1 0,3 0 0 0,-2 0-1 16,2 0-1-16,-2 2 2 0,2-2-2 0,-3 3 0 16,3-2 2-16,0 1-1 0,-2 0-1 0,2 1 0 15,-1-3-1-15,1 2 0 0,-3 0 0 0,3 0 2 16,-3-1 1-16,1 0 7 0,0 1 5 0,-1-2 3 15,0 2 1-15,-2-2-2 0,2 0 2 16,-4 0-8-16,1 0-6 0,1 0-1 0,-3 1-1 16,3-1 0-16,-3 0-2 0,2 1 1 0,-1 1 1 15,1-2-1-15,-2 1 0 0,3 2 0 0,0-1 0 16,-1 1 1-16,-1 0-1 0,4 0 0 0,-1 0 0 16,-2-2 0-16,4 2 1 0,-1-2-1 15,0 1-1-15,-2 0 0 0,3-1 0 0,-1-1 0 16,1 0-1-16,0 0 1 0,-2-1-1 0,0-1-1 15,4 0-2-15,-2 1 2 0,-2-2-1 0,2 2 1 16,0-2 0-16,-1 1 1 0,1 1-1 0,-1-1 0 16,3 1-1-16,-2-1 2 0,0 2 1 0,2 0 0 15,-2 0 1-15,2 2 1 0,-3-1 1 16,3-1-2-16,0 2 1 0,1-1-1 0,1 1 0 16,-2-2 0-16,1 1 1 0,1-1 0 0,-1 0-1 15,-1 0 0-15,0 0-1 0,0 0 0 16,-2 0-1-16,2 0-1 0,-2 0 1 0,-1 2 0 15,2-2 1-15,-1 0 0 0,0 1-1 0,2-1 1 16,-2 2-1-16,-1-1-1 0,3-1 1 0,-2 3 0 16,0-1-2-16,0-1 1 0,-2 0-1 0,2 1 1 15,2 1 0-15,-2 0 0 0,0-1 2 16,1 0 0-16,-1 3 0 0,2-3 1 0,0 1 0 16,0-2 0-16,1 2 0 0,-1-2-1 0,3 2 0 15,0-3-1-15,0 0 2 0,0 2 0 16,0-2-1-16,0 0 0 0,0 0 1 0,0 0-1 15,0 0-1-15,2 0 0 0,-2 0-1 0,0 0 0 16,3 0 0-16,-3 0-1 0,3 0 0 0,-1 0 1 16,0 0 0-16,-1 0 0 0,1-2 1 0,0 2 0 15,-1 0 1-15,1 0 1 0,1 0 1 0,0-3-1 16,2 3 1-16,-1 0-2 0,0-1 0 16,2 1-1-16,1-1 0 0,-1 1 1 0,-1 0-1 15,2 0 1-15,-3 0-1 0,4 1 1 0,-2 0-1 16,-1 2-1-16,2 1-1 0,-1-1 1 0,2 0 0 15,-2 0-1-15,1 0 0 0,-3 0 1 16,3 0 1-16,-1 0 0 0,0 0 1 0,2 0 1 16,-3-2 0-16,3 2-1 0,-3 0 1 0,4-2 0 15,-2 3-1-15,-1-3 0 0,2 2 1 0,0 0-2 16,0 0 0-16,-2 0 0 0,2 3 0 0,-1-4 0 16,-1 1 0-16,3 1-1 0,-2 0-1 15,1-2 0-15,0 2 0 0,1-2 0 0,-1 0 1 16,-3 1 2-16,3 0-1 0,-3-2 2 0,4 2 0 15,-2 0 1-15,-1 0-1 0,2-1-2 0,0 1 2 16,1-2-1-16,1 2 0 0,-3-1 0 0,1-1 0 16,-1 2 0-16,1-3-1 0,-1 2 0 0,1-1 0 15,-1-1-2-15,0 1 1 0,-1-1 0 16,1 0 0-16,-1 0-1 0,-1 0 2 0,-2 0 0 16,3 2 0-16,-3-2 0 0,1 2 2 0,-1-1-1 15,0 0 0-15,2-1 1 0,-2 2-1 0,2 0 0 16,-2-1-1-16,3-1 1 0,-4 1 0 0,1-1 0 15,2 2 1-15,-2-2 0 0,-1 0 7 0,3 3 6 16,-2-3 1-16,2 0 2 0,-2 0-1 0,0 2 2 16,2-2-8-16,-2 0-4 0,0 3-4 15,0-1-1-15,1-1-1 0,-1 1 0 0,-1 1 2 16,-1-1-1-16,2 2 2 0,1-3-1 0,-1 0 1 16,0 1-1-16,2 1 0 0,3-3 0 15,-4 1-2-15,3-1 0 0,-1 2 0 0,1-2-1 16,0 0 2-16,0 0-1 0,-1 0-1 0,1 0 1 15,-1 0 0-15,1 0-1 0,0 0 0 0,-2 0 0 16,1 0-1-16,-1 0 1 0,0 1 1 0,2-1 3 16,-3 2 5-16,2-1 2 0,-2-1 2 0,2 0 0 15,-1 2 0-15,1-2-3 0,-1 1-4 0,4-1-2 16,-2 0-1-16,-1 2-1 0,2-2 0 16,0 1-1-16,-2-1-1 0,-1 0 0 0,-1 0-1 15,0 0 0-15,1 0 1 0,-1 0-1 0,-1 0 1 16,0-1 0-16,1-1-1 0,0 1 0 15,-3-1 1-15,1 1 0 0,-1-1 0 0,-1 1 0 0,2-1 1 16,-2 2 0-16,0-1 1 0,2 1-1 16,-1 0 1-16,1 0-1 0,0 0 0 0,-1 0 0 15,3 0 0-15,-3 0 0 0,2 1-1 0,-1-1 0 16,1 0 0-16,-1 0 1 0,-2 0-1 0,0-1 1 16,0 1-1-16,2 0 0 0,-4-1 0 15,2-1-1-15,0 2 1 0,-1-2 0 0,-1 2 0 16,0-1 0-16,-1 1 0 0,-1 0 0 0,1 0 1 15,-2 0 0-15,0 0 1 0,2 0-1 0,-2 0 1 16,1 1-1-16,1-1-1 0,-2 2 1 16,2-2-1-16,0 0 1 0,1 2-1 0,0-2 1 15,-1 1-1-15,2-1 1 0,-2 0 0 0,0 0-1 16,0 0 1-16,-1 0 0 0,1 0-1 0,-3 0 0 16,-2 0 0-16,2 1 0 0,0-1 0 0,-1 2 0 15,-2-2-1-15,-1 1 0 0,2-1 1 16,-2 2-1-16,0-1 1 0,0 1 0 0,-2-1 0 15,1 2 0-15,-3-1 0 0,4-1 0 0,-2 2 0 16,-4-1 0-16,3-1 0 0,-2 2 0 0,0-2 1 16,-4 1-1-16,2 0 1 0,-2-1-1 0,0 0 0 15,-1 1 1-15,1 0-1 0,-2-2 0 16,-1 1-1-16,2 0 1 0,-4 1 0 0,-1-2 0 16,0 2 1-16,-1-2 0 0,1 1 0 0,0-1 0 15,-4 0 1-15,1 0-2 0,-1 0 1 0,1 0 7 16,-2 1 2-16,2-1 4 0,-2 0 0 15,1 0 1-15,-1 0 0 0,0 0-6 0,2 0-3 16,-2 0-2-16,0 0-1 0,0 0-1 0,0 0-1 16,0 0 0-16,0 0-1 0,0 0 1 0,0 0-1 15,0 0 0-15,0-1 0 0,0 1-1 16,0 0 0-16,-2 0-1 0,2 0 0 0,0 0 0 16,-1 0 1-16,1 0-1 0,-2 0-1 0,0 0-4 15,1-1-15-15,-1-1-24 0,-1 0-61 0,-3 1-76 16,0-2-165-16,-1 0-275 0,-1 2-323 0,1-1-382 15,-1-1-288-15,1-1 11 0,-3-1 735 0</inkml:trace>
  <inkml:trace contextRef="#ctx0" brushRef="#br0" timeOffset="138440.04">15611 17827 312 0,'2'-4'702'16,"-2"1"264"-16,1 0 57 0,-1-2-208 0,2 1-243 15,1-2-182-15,2-2-97 0,0 2-52 0,2-1-36 16,1 2-52-16,1-1-35 0,0 0-17 0,0 2 16 16,3 0 37-16,0 3 21 0,1 1-6 15,0 0-3-15,2 0-12 0,-2 1-31 0,4 1-38 16,-2 1-26-16,0 2-10 0,-2-1-7 0,1 0-9 16,-3 1-3-16,2 0 5 0,-4 0 4 0,3 2 4 15,-6-1-2-15,3 1 2 0,-2-1 1 16,-3 2-3-16,-2-1-1 0,3 2-4 0,-4 0-1 15,1 2-4-15,-2-1-4 0,0 2-1 0,-2 2-2 16,-1-3 2-16,0 3-2 0,-2 0-1 0,0-2-2 16,-3 1 1-16,-1-1-1 0,1 0-3 15,0 0-2-15,-3-1-3 0,0 0-1 0,1-3-3 16,-3 1-3-16,1-1 1 0,3-1 2 0,-4-1-2 16,4 0 1-16,1-1-2 0,-2-1-1 0,4-1-5 15,1 0-11-15,2 0-15 0,1-1-24 16,1 1-64-16,-1-1-83 0,4-1-181 0,-1 1-276 15,3 1-333-15,0-3-407 0,3 2-268 0,-1-2 81 16,2 0 800-16</inkml:trace>
  <inkml:trace contextRef="#ctx0" brushRef="#br0" timeOffset="139490.64">16424 17699 112 0,'3'-4'367'0,"-1"1"191"0,1 0 164 16,0 0-70-16,0-2-67 0,4 3-37 0,1-3-33 15,1 1-40-15,0-1-47 0,3-1-58 0,3 2-26 16,-2-1-19-16,4 1-32 0,-1 0-21 0,1 0-26 16,1 1-37-16,-1-1-62 0,-1 4-47 15,2 0-24-15,-1 0-16 0,-3 0-7 0,-1 3 1 16,1 1 1-16,-3 2-3 0,2 2-2 0,-5 2-2 15,0 1-5-15,-2 2-4 0,0 2-3 0,-3 1-4 16,-1 3-4-16,-2 0-6 0,-2 2-3 0,1 2-5 16,-4 1-3-16,0-2-3 0,-3 2-2 15,4 0-1-15,-4-3-2 0,0 1 1 0,0-3-1 16,2-3 0-16,-1-1-1 0,0 0 0 0,0-2 1 16,2 0-1-16,1-3-1 0,-3 1 0 0,4-1 0 15,1 0-1-15,1 3 0 0,-2-2 0 0,6 1-1 16,-2-2 0-16,1 0-1 0,1 2 4 15,4-3 2-15,-3 0 0 0,3 0-1 0,0 1 1 16,1-3 1-16,0 0-5 0,0-1-1 0,3 0-1 16,0-1 0-16,-1-1 0 0,2-1-1 0,-2-2-7 15,1 3-12-15,0-4-10 0,2 0-12 16,-1-4-15-16,1 3-20 0,-2-5-19 0,5-1-23 16,-3-1-44-16,1-2-40 0,0-3-30 0,0-3-20 15,1 1-5-15,0-3 13 0,-2-1 61 0,3-1 59 16,-4-1 37-16,3 2 32 0,-3 1 29 15,1 1 15-15,-1 0 9 0,-2 4 3 0,1 0 1 16,-2 4-6-16,0-1 2 0,-3 5 3 0,0-1 6 16,2 4 14-16,-2-1 17 0,2 3 10 0,-1 0 2 15,2 5 4-15,-3-2 2 0,2 2-13 16,1 2-7-16,1 1-10 0,-2 0-4 0,0 1-5 16,0 0-4-16,1-2-6 0,1 3-6 0,-2-1 1 15,3-2 1-15,-1 1 0 0,-1-2-3 0,2 0 2 16,-1-2 1-16,1-1 1 0,1-3-5 0,-2 0-1 15,-1-3 3-15,2-1-3 0,0-5 4 16,-3-1-4-16,2-3 5 0,-2-3 0 0,0-4 1 16,-2-1 3-16,2-5 9 0,-4 1 39 0,-2-4 53 15,1-2 62-15,-1 0 33 0,-4-3 13 0,-3 0-10 16,-1-1-29-16,-3 1-33 0,-1 0-37 16,-1 4-15-16,-3 3-13 0,3 4-10 0,-5 5-9 15,0 5-12-15,-1 5-11 0,-1 7-16 0,1 2-9 16,0 7-3-16,1 2-7 0,0 5-4 0,3 2-1 15,2 2-2-15,1 2-3 0,3 1-1 0,2 2 4 16,4-2 0-16,-1 1-4 0,4-2-17 16,-1 2-37-16,4-4-73 0,-2 1-102 0,2-2-184 15,1 0-293-15,-3-1-337 0,2-1-346 0,1 1-178 16,-2-4 248-16,1-1 695 0</inkml:trace>
  <inkml:trace contextRef="#ctx0" brushRef="#br0" timeOffset="139714.35">17094 17839 57 0,'-3'-2'697'0,"2"1"640"16,1 1 141-16,0 0-229 0,0 0-392 0,4 0-320 0,1 0-191 16,6-3-124-16,0 0-56 0,5-1-27 15,3-2-20-15,1-2-47 0,3-2-19 0,2 0-16 16,2-3-13-16,1 2-6 0,-1-1-5 0,3 2-20 15,-3 1-89-15,-2-1-113 0,-4 2-266 0,0 1-289 16,-7 1-363-16,2 4-423 0,-5-3-116 0,-2 4 495 16</inkml:trace>
  <inkml:trace contextRef="#ctx0" brushRef="#br0" timeOffset="140765.5">3593 13006 53 0,'3'-1'585'0,"2"1"481"0,-3 1 187 0,1 2-96 16,0 0-337-16,1 3-218 0,-1 3-159 0,1 3-91 15,-1-1-59-15,-1 4-45 0,1 0-55 0,2 2-78 16,-2 2-47-16,0 2-29 0,-1 0-16 0,1-1-10 16,3 4-6-16,-3-4-1 0,-1-1-4 15,1 1-2-15,0-3-2 0,0-1 0 0,1-4-2 16,-3 0-25-16,1-2-68 0,-2-2-69 0,0-3-144 16,0-5-222-16,-2-2-320 0,-3-4-335 0,2-3-219 15,-3-4-48-15,1-4 522 0</inkml:trace>
  <inkml:trace contextRef="#ctx0" brushRef="#br0" timeOffset="140981.92">3513 12861 438 0,'-2'0'964'0,"1"1"271"16,-1-1-57-16,2 3-324 0,2-2-334 0,1 1-242 15,0 2-126-15,2 0-63 0,4 1-33 16,2-2-15-16,0 2-15 0,5 0-15 0,0-4-5 15,1 2-3-15,2-1-1 0,0-2-3 0,3-2-3 16,-1-1 2-16,-2 2 0 0,1-4-5 0,-2 2-5 16,1-1-31-16,-5 0-98 0,0 2-157 0,-6 0-297 15,-1 5-266-15,-3 2-262 0,-4 2-126 16,-4 2 271-16,-3 5 488 0</inkml:trace>
  <inkml:trace contextRef="#ctx0" brushRef="#br0" timeOffset="141174.01">3483 13407 264 0,'5'7'517'0,"1"-5"204"15,3 1 137-15,2-3-222 0,3-3-160 16,-1 1-87-16,6-4-87 0,-3 0-51 0,6-3-59 16,0 0-46-16,2-2-47 0,1 2-29 0,2-3-13 15,0 1-3-15,1 2-4 0,-1-1-88 16,0 4-170-16,-3 5-306 0,0 1-249 0,-1 5-229 15,-1 5-140-15,-2 5 206 0,0 5 456 0</inkml:trace>
  <inkml:trace contextRef="#ctx0" brushRef="#br1" timeOffset="157607.62">5361 17354 115 0,'0'1'367'0,"0"0"183"0,0 1 147 0,0-2-128 16,0 1-150-16,2-1-82 0,-2 0-33 15,0 0-11-15,0 0-11 0,0 0-21 0,1 0-38 16,-1 0-36-16,0 0-35 0,0 0-23 0,2 0-18 15,-2 0-12-15,0 0-10 0,0 0-11 0,2 0-10 16,-2 0-9-16,0 0-8 0,0 0-4 0,0 0-5 16,1 0-3-16,-1 0-3 0,0 0-3 15,0 0-6-15,2 0 0 0,-2 2 5 0,1-2 8 16,2 1 12-16,-1-1 9 0,-1 1 11 0,1 1-6 16,1-2 0-16,0 2-4 0,0-1-8 15,1 1-13-15,-1-2-9 0,0 1-1 0,2 1-4 16,1-1 28-16,-1 1 23 0,0-2 11 0,-1 0 4 15,1 1 1-15,3-1-2 0,-4 0-20 0,3 2-16 16,-1-2-9-16,-1 1-5 0,2 0-2 0,0 1-5 16,-2-2-11-16,3 2-10 0,-3-1-6 15,2-1-4-15,1 1-1 0,-3-1-2 0,3 2 2 16,-3 0 0-16,4-2-1 0,-4 0 1 0,1 0 1 16,1 0 2-16,-1 0 3 0,2 0-1 0,-2 0 1 15,-1 0 0-15,0-2 0 0,1 2-2 16,2 0-2-16,-2 0 0 0,1-2 1 0,-1 2-2 15,2 0 0-15,-2-1 1 0,1 1-2 0,-1 0 1 16,-1 0-1-16,4 0 1 0,-3 0-1 0,1 1 0 16,-1-1 0-16,1 0 0 0,0 0 0 15,-2 0-2-15,3 0 0 0,-3 0 1 0,1-1-1 16,3 1 0-16,-4 0 2 0,2-1 0 0,-2 1-1 16,2 0 0-16,-1-2 1 0,1 2-1 0,-1 0-1 15,-1 0 0-15,3 0 2 0,-4 0-1 0,3 2 0 16,-1-2 0-16,-1 1 0 0,3-1 0 15,-4 0 0-15,3 1-1 0,-1-1 2 0,-1 0-2 16,0 2 1-16,2-2-2 0,0 0 0 0,-2 0 0 16,1 0 1-16,-1 0 0 0,1 0-1 0,0 0 0 15,2 0 1-15,-3-2 0 0,2 2-1 0,0 0-1 16,1-1 2-16,-1 1-1 0,-1 0 1 16,2-1 0-16,-2 1 1 0,0 0-2 0,1-2 0 15,-1 2 0-15,2 0 0 0,-2 0 1 0,-1 0 0 16,2 0 0-16,-1 0-1 0,0 0 2 0,-1 0-1 15,0 0-1-15,-1 0 0 0,1 0-2 0,0 0 3 16,1-2-1-16,-1 2 1 0,1-1-1 16,-1 1 1-16,1 0-1 0,2-1 1 0,-2 1-1 15,1-2 0-15,-1 2 0 0,3-1-1 0,-2 1 1 16,-1-2 0-16,2 1 0 0,-1-1 1 0,0 1-1 16,1-1 2-16,-1 1-2 0,-1-1 0 0,2 0 0 15,-2 1 1-15,-1-2-1 0,1 2 0 16,2-1 0-16,-2 0 0 0,1 0 0 0,-1-1 0 15,-1 0 0-15,3-1 0 0,-2 2-2 0,0-1 1 16,-1 0 0-16,0 0 1 0,1 1-1 0,0-4 1 16,-1 3 0-16,0-1 0 0,1-1 1 15,-1 2-1-15,0-3 0 0,1 2 0 0,0-1 0 16,-1 0 1-16,0 0-1 0,0-1 0 0,1 0 0 16,0 0 0-16,1 0 0 0,-3 1-1 0,3-1 1 15,-2-1-1-15,2-1 0 0,-2 1 0 16,0-1 1-16,1 1 3 0,1-2-1 0,-1-1 0 15,0 2-1-15,-1-3 1 0,1 0-1 0,-1 1 0 16,3 0 0-16,-4 1 0 0,1-1-1 0,0-1 1 16,0 0-1-16,-2 1 1 0,2-1-1 15,-1-1 0-15,-1 0 2 0,2 0 0 0,-3-1 0 0,1-1-1 16,2-1 1-16,-2 1 0 0,0 0-2 16,1-1 0-16,0-1 0 0,-1 0 1 0,0 1 4 15,-1-3 5-15,1 3 1 0,-1-6 1 16,1 3 0-16,-1-3 0 0,-1 0-11 0,1 0-6 0,1 0-2 15,-1-1-1-15,-1-1-2 0,2 0 0 16,-1 2 6-16,-1-3 3 0,-1 1 1 0,3 2 0 16,-3-2 1-16,2 1 0 0,0-1-2 0,-1 2 1 15,-1-2 0-15,2 3-1 0,-2-3 1 0,1 2-1 16,1-1 2-16,-2 0 0 0,0-1-1 0,2 2 1 16,-2-2 0-16,1-1-2 0,-1 0 1 15,2 0-1-15,-2 1 1 0,2-1 5 0,-1 1 4 16,-1 1 1-16,0-3-1 0,2 3 2 0,-1-2 1 15,-1 1-6-15,0-1-8 0,3-1-3 0,-3 1-1 16,0-2-4-16,0 1-3 0,2-1 1 16,-1-1 5-16,1 0 3 0,-1 1 2 0,-1 1 0 15,2 0 2-15,0-2-1 0,-1 1 0 16,1 1 0-16,-1 0 1 0,1-3 0 0,1 1-1 16,-1 0 0-16,1-1 0 0,-1 1 0 0,2-2 0 15,-2 1 0-15,-1-1 7 0,1 4 3 16,-2-2 2-16,1 2 0 0,-1 0 0 0,2 3 1 15,-2-3-6-15,0 3-7 0,2 0-5 0,-1-2-3 16,1 1 0-16,-2-1-1 0,3 2-3 16,-3-3 6-16,0 0 4 0,3 1 2 0,-3-2 1 15,2 2 0-15,0-1 0 0,-1-1 1 0,-1 1 0 16,2 0-1-16,-1 1-1 0,1 1 0 16,-2 1 1-16,3 2 0 0,-3 1-1 0,1 1 0 15,-1 0 0-15,0-1-1 0,2 0 1 16,-1 0 1-16,1-1-1 0,1 0 0 0,-1-2 8 15,-2 0 3-15,3-3-2 0,0 2 3 0,-1-2 2 16,1-2-6-16,0 2-10 0,-1-2-4 16,2 0 0-16,-2 0-4 0,1 0-1 0,-1 4 5 15,-1-2 2-15,-1 3 2 0,0 2 2 0,0 2 0 16,0 0 1-16,0 3 1 0,0 2-1 16,0 0 1-16,0 2 0 0,0 0-1 0,0 1 1 15,0 1-1-15,0 0 0 0,2-2 1 16,-2-3-2-16,0 3 1 0,2-3 0 0,-1-1-1 15,1 0-1-15,-1-1 1 0,1 1 0 0,1-2 1 16,-3 4 0-16,2 1 0 0,-2 2 1 16,0-2-1-16,1 5 1 0,1 1 1 0,-2-1 0 15,0 2 1-15,0 0-1 0,0 1 0 0,0 1-1 16,0 0-1-16,0 0-1 0,0 0-1 0,0 0 0 16,0-1 1-16,0 1-2 0,0-2 1 15,0 3 1-15,0-2 0 0,0 0 0 0,0 0-1 16,0 1 1-16,0 2 0 0,0-2 0 15,0 3-1-15,0-1 0 0,0 1 1 0,0-3-1 16,0 3 0-16,2 0-1 0,-2 0 0 0,2 3 0 16,-2-3 0-16,0 1 2 0,2 2 1 15,-2 1 0-15,2 0 2 0,-1 0-1 0,-1 1 1 16,2 1 0-16,-1 0 0 0,-1 0 0 16,2 1 0-16,-2 0 0 0,0 1 1 0,2 1-2 15,-2 0 0-15,0 1 1 0,0 0-1 0,0 2 0 16,0-1 0-16,0 1 0 0,0 1 1 15,0 0-2-15,0 1 1 0,0-1-1 0,0 2 0 16,0-2 0-16,1 2-1 0,-1 2 0 0,0-2 0 16,3 0 0-16,-3 3 1 0,2-5-1 15,-2 4 1-15,3 0 1 0,-3-1-1 0,2 0 0 16,-2 3 0-16,0-3 1 0,0 2 0 0,1 0 7 16,-1 2 2-16,0-1-4 0,0 0-1 15,2 0-2-15,-2 2 0 0,0 0-8 0,2-1-3 16,-2 1 4-16,1-1 2 0,-1 1 0 15,3-2 2-15,0 1 1 0,-1 0 0 0,-1-1 1 16,1 2-1-16,1-2 1 0,-1 0 0 16,1-1-1-16,-1 1 2 0,-1-2-1 0,1 1 2 0,-1-2 2 15,1 2 4-15,-2 1 3 0,0-2-1 16,0 1 0-16,0-1-1 0,0 2-4 0,0-1-3 16,0 2-4-16,0-1 0 0,0 0-1 15,0 1 1-15,2-1-1 0,-2 1 1 0,0 1 0 16,1-1 0-16,-1 1 1 0,0-4 5 0,3 5-2 15,-3-2-2-15,0-1 0 0,2-1 0 16,-1 3 0-16,-1-2-7 0,0 1 3 0,0 0 2 16,2-1 0-16,-1 0 0 0,-1-1 0 15,0 1 1-15,2-3 0 0,-2 2 0 0,0-3-1 16,0 0 1-16,2 2 0 0,-1-4 0 0,-1 2 0 16,0 0 0-16,0-2-1 0,0 1 1 15,0 1-1-15,-1-2 1 0,-1 2 0 0,2-1 0 16,0 0-1-16,0-1 0 0,-2 4 0 15,2-4 1-15,-1 0-1 0,-1 0 0 0,2 2 1 16,0-2-1-16,-1-1-1 0,-1 1 0 0,2-1 0 16,0 2 0-16,-3-3 1 0,3 0 0 0,0 3 0 15,-1-4-1-15,1 2 0 0,-2-1 0 16,2 1 0-16,0-3 1 0,0 4 0 0,0-1-1 16,0-1 2-16,0 1-1 0,0 0 0 15,0-1 0-15,0 2 0 0,0-3 0 0,0 2-2 16,0-1 1-16,0 1 1 0,2-1-1 0,-2-1 1 15,0 2 1-15,0-1 0 0,0-2 0 16,0 4 1-16,1-3 0 0,-1 2 0 0,0 0-1 16,0 1 0-16,0-2 0 0,0 0-1 0,0 2 0 15,0-3 0-15,-1 1 0 0,1 0 1 0,-2-1-1 16,2 2 1-16,0-1 0 0,-2-1-1 0,2 0 1 16,-1 1-1-16,1-2 0 0,0 1 0 0,0-3 0 15,0 1 1-15,0 0-2 0,0 1 1 16,1 3-1-16,-1 0 0 0,2 1 1 0,-2-1-1 15,0-1 1-15,0 0 0 0,0 0 0 0,0 1 0 16,0 1-1-16,0-1 0 0,-2 1 1 0,2 1 0 16,-1-3 0-16,1 3 0 0,0 0 0 15,-2-2 0-15,2 1 0 0,0-2 0 0,-1-1-1 16,1 0 1-16,-2-2-1 0,2 0 1 0,0-1 0 16,0-1-1-16,0 0 1 0,0 0 0 0,0 0 0 15,0 2 0-15,0-1 1 0,0 1-1 0,0 2 0 16,0 2 1-16,0-1-2 0,0 1 0 0,-2 0 1 15,1 0-1-15,1 0 0 0,0 0 0 16,0 0 1-16,-2 0 0 0,2-2 0 0,-1 2-1 16,-1-1 1-16,2-1 0 0,0-1 0 0,-2 0-2 15,2-1 1-15,0 1 2 0,0-2-2 0,0 1 0 16,0-3 1-16,0 1-1 0,0 0 1 16,0 0 0-16,0-1 0 0,2 0 1 0,-2-1 0 15,0 1 0-15,0 0 0 0,0-1-1 0,0 2 0 16,0-2 0-16,0 1 0 0,0-1 0 0,2 1 1 15,-1 2 1-15,-1 1 0 0,0-1-1 16,0 1-1-16,0 3 0 0,0-4-1 0,0-1 0 16,0 1-1-16,0-1 0 0,0 0 2 0,0 0 0 15,2 0 0-15,-2 0-1 0,0 0 1 0,1 2 1 16,1-2-1-16,0 3 0 0,-1 0 0 16,-1-2 0-16,2 2 0 0,-2 0 0 0,0-2 0 15,1-1-1-15,1 2 2 0,-2 0-1 0,2-2-1 16,-1 2 1-16,2-2-1 0,-1-1 2 0,-1 1-2 15,2 2 1-15,-1-1 0 0,-2 0 0 0,3-1 0 16,-1 0 0-16,-1-1-1 0,1 0 2 16,0-2-2-16,-1 2-1 0,1-1 2 0,1 0 0 15,-1 0-1-15,2 0 0 0,-2-1 1 0,1-1 0 16,0 2 1-16,-1 0-2 0,1 1 1 0,0-2 0 16,0 1 1-16,1 0-1 0,-1 0 0 15,0-2 2-15,1 3-1 0,-1-2-1 0,1 0 0 16,-1-1 0-16,0 1 0 0,0 0-2 0,1-2 0 15,-1 1 0-15,0-2 0 0,1 2 0 0,-2-2 1 16,1 2 1-16,2-2 0 0,-2 2-1 16,2 0 1-16,-2-2 1 0,0 1-1 0,3 0 0 15,-1 1 0-15,0-2 0 0,-2 2 0 0,2-1 0 16,0 0 0-16,2 1 0 0,-2-1 1 0,0 2-1 16,1-2 0-16,1 1 1 0,-2 0-1 0,2-1-1 15,-2 1 1-15,0-1 0 0,1 1-1 0,1-1 1 16,-1 1 0-16,0-2 0 0,0 1 0 0,1 1 0 15,-1-1 1-15,0-1-1 0,1 3 0 16,-1-1-1-16,-1-1 1 0,3 0-1 0,-1 1 0 16,0 0 0-16,1-1 1 0,-2 0 0 0,2-1 0 15,-2 2 1-15,1-2-1 0,-1 0 0 0,1 0-1 16,0-2 0-16,0 2 1 0,-3-2-2 0,3 0 1 16,-1 0 1-16,0 1 0 0,-3-2 0 15,2 1 0-15,0 1 0 0,-2 0 1 0,2-1 0 16,-2 1-1-16,0-1 0 0,0 1 0 0,2 1 0 15,-2-2 0-15,2 2 0 0,-2-1 1 16,2 1-1-16,0 0 1 0,-1 0 0 0,1 0-2 16,1-2 1-16,-1 2 0 0,2 0 0 0,0 0-1 15,-2 0 1-15,0 0 0 0,1 0-1 0,-1 0 0 16,3 0 2-16,-2 0-1 0,-1 0 1 0,1 2 0 16,-1-2 1-16,0 1-1 0,3 1-1 0,-4-1 0 15,3 1 0-15,-1-2 0 0,1 0 0 16,0 1 0-16,0-1 0 0,-1 0-1 0,-1 0 0 15,4 0 0-15,-3 0 0 0,1 0 1 0,1 0 0 16,1 0 2-16,-3 0-2 0,1 2 2 0,1-2-1 16,-2 1 1-16,2-1 0 0,0 1-2 15,-2 1 1-15,2 0-1 0,0-1 0 0,-2-1 0 16,2 1-1-16,-3 1 1 0,4 0-1 0,-4-1 1 16,0 0 0-16,3-1 0 0,-3 2 0 0,1-2 2 15,0 0-1-15,1 2 0 0,-3-1-1 16,1-1-1-16,0 1 0 0,1 1 0 0,0-2 1 15,1 0 0-15,-2 3 1 0,0-3 0 0,-1 0-1 16,2 0 0-16,-1 0 0 0,0 2 0 0,0-2 1 16,0 0-1-16,-1 3 0 0,2-3 0 15,-1 0-1-15,0 1 0 0,1-1 0 0,-2 2 1 16,0-2 1-16,4 0-1 0,-2 1 0 0,-1-1 1 16,0 0-1-16,1 0 0 0,0 0-1 0,1 0 1 15,-1 0 0-15,-1 2 0 0,3-2 1 0,-2 0 0 16,0 0-1-16,-1 0 1 0,0 0-1 0,1 2 0 15,2-2 0-15,-3 0-1 0,1 0 1 16,-1 0 0-16,0 2 0 0,1-2-1 0,0 0 1 16,-1 2-1-16,1-2 1 0,1 2 0 0,-2-2 1 15,1 0 0-15,-2 0-1 0,0 0 1 0,-1 0 1 16,2 0-2-16,-2 0 0 0,0 1 0 0,2-1 1 16,1 0-1-16,-3 1-1 0,2-1 2 15,1 2-2-15,-1-2 1 0,4 3 0 0,-2-3 0 16,1 1 0-16,0-1 0 0,1 2 0 0,1-2 0 15,-1-2-1-15,2 1 0 0,0 1 0 0,1-3 1 16,0 0-1-16,-1 2 1 0,0-3 0 0,2 2 0 16,-2 0-1-16,1-1-1 0,0 1 1 15,0 1 0-15,-1-2 1 0,2 3-1 0,-1 0 1 16,-2 0 6-16,3 0 4 0,-1 0 1 0,-1 0-5 16,-1 0-3-16,2 0-1 0,0 0-6 0,-3 0-4 15,2 0-3-15,0 0 6 0,-1 0 2 0,-1 0 2 16,2 0 0-16,-3 0 0 0,3 0 0 15,-3 0 1-15,2 0-1 0,1 0 2 0,-2 0 0 16,1 0-1-16,-1 0 1 0,2 0-1 0,-3 0 1 16,3 0-1-16,-1 0 1 0,-1 0-1 0,2 0 1 15,-1 0 1-15,-1 0-1 0,1 0-1 0,-1 0 0 16,1 0 0-16,-2 0 0 0,1-2 0 16,-1 2 0-16,-2-3 0 0,1 3 0 0,0-2-1 15,0 1 2-15,-1 0-1 0,-1-1 0 0,0 0 0 16,0 2 1-16,-1-1-1 0,1 1 0 15,-2-1 0-15,0 1 0 0,2 0 0 0,0 0 0 16,-2 0 1-16,3 0-1 0,0 1 0 0,1-1 0 16,-1 0 1-16,2 1 0 0,1-1-1 0,-1 0 0 15,1 0 0-15,1 0 0 0,0 0-2 0,1 0 2 16,1 0 0-16,1-1 0 0,0 1 0 16,-2-1 0-16,2 1 0 0,1-2 0 0,-1 0 0 15,-1 1 0-15,2 1 0 0,-1-1 0 0,1-1-2 16,-2 0 2-16,1 1 0 0,-3 1 0 0,1-1 0 15,2-1 0-15,-4 2 0 0,1 0 0 16,1 0-1-16,-2 0 1 0,-1 2 0 0,3-1 0 16,-3 0 0-16,0 1 0 0,-1 0 1 0,2-1-2 15,-1 2 1-15,-2-1-1 0,2-1 0 0,1 0 5 16,-1 1 5-16,1 1 0 0,0-3 2 0,0 1 0 16,-1 1 1-16,0 1-5 0,1-3-3 15,1 0-7-15,-2 0-4 0,3 0-2 0,-1 0-1 16,1 0 0-16,1 0-2 0,1-3 7 0,-1 1 2 15,3 1 1-15,-2-2 1 0,2 1 0 0,1 0 0 16,0-3 1-16,0 2 0 0,1-1 1 16,0 1 0-16,1 0 1 0,2-2 0 0,-2 2-1 15,2 0 0-15,1 0 0 0,-2 2-1 0,3-2 0 16,0 0 0-16,-3 0 0 0,2 2 0 0,-1-3 0 16,-1 2-1-16,3 0 1 0,-1-1-1 0,-2 1 0 15,1-2 1-15,1 4-1 0,-2-2 0 16,0-3-1-16,1 3 1 0,-2-2 0 0,1 2 1 15,-2-2 0-15,1 2 0 0,-1 0 0 0,0-1 0 16,-1 0 0-16,-3 3 0 0,1-1 7 0,2 1 3 16,-2-2 0-16,-1 2 3 0,0 0-1 0,-1 2-1 15,-1-2-5-15,0 0-3 0,0 1-7 0,0-1-4 16,-3 0-1-16,2 0-3 0,-4-1 0 0,0 1 0 16,-1 0 6-16,-1 0 2 0,-1 0 2 15,1 0 5-15,-4-2 7 0,3 2 1 0,-3-1 0 16,0-1 7-16,0 1-3 0,0-4 3 0,0 1-11 15,0-1 2-15,0-1 3 0,-1-1-6 0,-1-2 2 16,2-1-3-16,0 2 2 0,0-4-4 16,0 0-1-16,0 0-1 0,0-1-1 0,0 0 0 15,0 0 1-15,0-1 0 0,0 2-2 0,0-1 0 16,2-1-1-16,-1 0 0 0,-1 2 0 16,2-1 1-16,-1 1 1 0,-1 0 0 0,0 0-1 15,2 0 0-15,-2 2 0 0,0-2-1 0,0 1 1 16,0-1 0-16,0 0 1 0,0-1 0 0,2-1 1 15,-2-2-1-15,1-1 1 0,-1 0 0 0,2-3 0 16,-1-1 1-16,1 0 0 0,0 0 0 0,-1-1 0 16,1 3 1-16,1 3-2 0,-3-1 2 15,2 3-2-15,-1 1 1 0,-1 3-1 0,0-1 0 16,0 3 0-16,0 0-1 0,0 0 0 0,0 1 0 16,0 0 0-16,0 0 0 0,0 1 0 15,-1-1 0-15,1-1 0 0,0-1 0 0,-2 1 0 0,2-3-1 16,0-1 1-16,-1 3-1 0,-1-2 1 15,0 1 0-15,2-1-1 0,-1 0 1 0,-1 1 1 16,0 0-2-16,1 2 1 0,-1-1-1 16,1 2 1-16,-1-1-1 0,2 1 0 0,-2 0 1 15,2 2-1-15,-1-1-1 0,1-2 1 0,-2 4 0 16,2-2-1-16,0 1 2 0,2-1 0 0,-2 1 0 16,1-2-1-16,1 0 0 0,-2 1 1 0,2 0 0 15,-1-2 0-15,1 4 0 0,-1-2-1 0,-1 0 1 16,2 0 0-16,-2 0 0 0,0 4 0 15,2-3-1-15,-1 2 1 0,-1-2 0 0,0 1 1 16,2 0-1-16,-2 0 0 0,3-1 0 0,-3 1 0 16,2-3 0-16,-1 3-1 0,1-1 1 0,-2-1 0 15,3 0-1-15,-2-1 0 0,2 1 0 0,-1 0 0 16,1-1 0-16,-1 1-1 0,1-2 2 16,-3 2-1-16,3 0 1 0,-1 2-1 0,0-1 3 15,-1 3-2-15,-1-2-1 0,2 2 0 0,-1 0 0 16,-1 0-1-16,0 2-1 0,2-1-1 15,-2 1 2-15,3 0 0 0,-2 0 1 0,-1 0 0 16,3 0 1-16,-3 0 0 0,2 1 0 0,-2-1 1 16,3 0 0-16,-3 2-1 0,2-2 1 0,-2 0-1 15,3 0 0-15,-3 0 0 0,2 0 0 16,-1 0 0-16,1 0-1 0,-2 0 0 0,2 0 0 16,-1 0 1-16,2 0 0 0,-1 2 0 0,2-1 0 15,-2 0 1-15,1 1 0 0,0 1 0 0,1 0 1 16,-1 0 0-16,0 1 1 0,0 2-2 15,0 0 1-15,1 0 0 0,0 2 0 0,-1-1 0 16,0 1 0-16,1 3-1 0,-3-3 1 0,2 1 0 16,-1 2 0-16,1-1-5 0,0 2 2 0,-1 0-4 15,1-1-3-15,0 1-2 0,-1-1-1 0,-1 2 5 16,2-2-3-16,-1 0 5 0,-2 0 1 0,3 1 2 16,-3 0 0-16,0-3 1 0,2 1 1 15,-1 0-1-15,-1 2 0 0,0-2 0 0,2 0 0 16,-2 1 0-16,0-1-1 0,2-1 1 0,-1 0 0 15,-1 1 0-15,2 1 0 0,-2-2 0 0,2 2 1 16,-1-1-2-16,-1 1 1 0,2-1 0 16,-1 1 0-16,-1-1 0 0,3 1-1 0,-3 0 1 15,2-3-1-15,-1 1 1 0,-1 0 0 0,2 0 0 16,-1-1 5-16,-1-1 4 0,0 1 3 0,2-1-1 16,-2 3 0-16,0-3 1 0,0 0-7 0,2 1-3 15,-1 1-2-15,-1-1-1 0,2 1 0 16,-1-1-1-16,-1 0 2 0,0-1-1 0,2 1-1 15,-2-1 1-15,2 1 1 0,-1-1-1 0,1 0 0 16,-2 1 0-16,2-1 1 0,-2 1-1 0,1-3 0 16,-1 3 1-16,0-2 0 0,2 1 0 0,-2-1 0 15,0 0 1-15,0 0 0 0,0 0 0 16,0 0 0-16,0 0 0 0,0 0 2 0,0 1-2 16,0-2-1-16,0 1 1 0,0 0-1 0,1 0 0 15,-1 1 0-15,0 1 1 0,0-2-6 0,2 1-2 16,-2 0-2-16,0 1 0 0,0 1-3 15,3-1 0-15,-2-1 6 0,-1 1 3 0,0-1 1 16,2 2 1-16,-2-1 1 0,1-1 1 0,-1 1-2 16,0-2 1-16,2 1-1 0,-2 1 1 0,0-1 0 15,0-1 0-15,0 2 0 0,2-3 0 16,-2 3 2-16,0-2-1 0,1 0 0 0,-1 2-1 16,0-2 0-16,0 1 0 0,0-2-1 0,0 1 0 15,2 0 1-15,-2 0 0 0,0 0 0 0,1-2 0 16,-1 2 0-16,2 2 0 0,-2-3 0 0,0 1 0 15,2 2 2-15,-1-2-2 0,-1-1 0 0,0 1 0 16,0 0 0-16,2-1-1 0,-2-1 0 0,0 0 1 16,2-1-1-16,-1 0 0 0,-1 0 1 15,3 0-1-15,-3 0 0 0,2 0 0 0,1-1 1 16,-2 1 0-16,-1-1 1 0,3 2-1 0,-1-2 0 16,0 3 1-16,-1-2-1 0,1 0-1 15,1 3 1-15,0-4 0 0,-1 2 0 0,1 1 0 16,-1-3 0-16,-1 4 1 0,1-4-1 0,1 2 0 15,0-2 0-15,-2 1 0 0,1-1 0 0,1 0-1 16,-1 0 1-16,-2 0 1 0,3-1-1 16,-3 1 0-16,2-2-1 0,-1 1 1 0,1 1-1 15,0-2 1-15,-1 1-1 0,1-1 1 0,-1 2 0 16,1-2 0-16,2 0-1 0,-2 0 1 0,1-2 0 16,-1 1 0-16,1 1 0 0,0-3 1 0,-1 1 1 15,1-1-1-15,-1 0 0 0,1 0 2 0,0-1-2 16,-1 1 0-16,-1 0-1 0,4 0 0 15,-4 1 0-15,1 0 0 0,-1 0 0 0,1-1 1 16,1 1 0-16,-1 1-1 0,-1-2 0 0,1 3 0 16,1-2 0-16,-1 2 0 0,-2 0 1 0,3 0-1 15,0-3 0-15,2 3-1 0,-1 0 0 0,0 0 1 16,0 0-1-16,-2 0 1 0,1 0 0 16,1 0 0-16,-1 0 0 0,-2 0 1 0,4-2 0 15,-4 2 0-15,2-1 0 0,-1 0-1 0,-2-1 1 16,2 0 0-16,-1 1-1 0,-1 0 2 15,2-3-1-15,-2 3 2 0,1-2-2 0,-1-1 1 16,0 1-1-16,2 0 0 0,-2 1-1 0,0-1 0 16,0 2 0-16,0-1-1 0,0 0 1 0,0 1 0 15,0 1 0-15,2-1 0 0,-2 1 0 0,0-2 0 16,0 2 0-16,0 0 0 0,0 0 0 16,0-1 0-16,0 1 0 0,0 0-2 0,0 0 0 15,0 0 1-15,0 0 0 0,0 0 0 0,1-2 1 16,-1 2 2-16,0 0-2 0,0 0 0 15,0-1 0-15,0 1 0 0,0 0 0 0,0-1 0 16,0 1 1-16,0 0-1 0,0-2 1 0,0 2-1 16,0 0 0-16,2-2 0 0,-2 2 0 0,0-1 1 15,0 1 0-15,0 0-1 0,2-1 0 0,-2 1 0 16,0 0-1-16,0 0-1 0,0 0 1 0,0 0 1 16,1 0 0-16,-1 0 0 0,0 0-1 15,0 0 1-15,0 0 0 0,0 0 0 0,0 0 0 16,0 0 0-16,0 0-1 0,0 0 1 0,0 0-1 15,0 0 1-15,0 0 0 0,0-2 0 0,0 2 1 16,2-2 1-16,-1 1-2 0,-1 0 0 16,2-1 0-16,2-1 1 0,-2 3-2 0,-1-2 0 15,3 1 2-15,-1 1-1 0,0 0 0 0,2-3 0 16,1 3 0-16,2 0 0 0,-2 0-2 0,4 0 1 16,-2 0 1-16,3 0 0 0,-2 0-1 0,1 0 0 15,2-2 0-15,-2 2 1 0,1 0-1 16,0 0 2-16,0 2-1 0,0-2 2 0,0 3-1 15,-1-2-1-15,1 1 6 0,0 3 3 0,-1-3 0 16,2 2 1-16,-1-2-1 0,0 3 2 0,2-2-7 16,-2-2-2-16,1 2 1 0,1 0-2 0,-2-1 1 15,3-1-1-15,-2 1 2 0,0-2-1 16,-1 1-1-16,1-1 0 0,0 2 0 0,-1-2 1 16,-1 0 0-16,0 1 1 0,2 1-2 0,-3-2 1 15,2 1-5-15,-3 1 3 0,2 0-6 0,-1 0-1 16,-1 0-2-16,0 0 0 0,0 0 4 0,0 0-3 15,-4-1 5-15,1 0 2 0,0 1 0 16,0-2 1-16,-2 0 0 0,0 2-1 0,0-2 0 16,0 1 1-16,-3-1-1 0,2 0 1 0,-1 1 1 15,1-1-1-15,-2 2 3 0,2 1-2 16,-1-3 0-16,1 0 0 0,-1 2-2 0,-1-2 1 16,2 3 0-16,0 0 0 0,-1-2 1 0,-1 1-1 15,2 0 1-15,-2-2 0 0,0 2 0 0,2-2-1 16,-1 2 0-16,1 0 0 0,-1-1 0 0,2 2 0 15,2-1-1-15,-2 0 1 0,3 0 0 16,1 1 0-16,1-2 0 0,3 2 1 0,0-1-1 0,1-2 0 16,1 1 1-16,0 1-1 0,1-2 0 15,0-2 0-15,2 2 0 0,-2-1 0 0,0-1 1 16,-1 0-1-16,0 1 1 0,-2 1-1 0,-1-1 1 16,0-1-1-16,-2 2 0 0,0 0 0 15,0 0 0-15,-2 0 0 0,1 0 0 0,-2 0 1 16,-1 2-1-16,1-1 1 0,0 0 1 0,3 1-1 15,-4 0 0-15,3 1 0 0,-2-2-1 0,1 1 0 16,0 1 0-16,2-2 1 0,-2 1-1 16,1-1-1-16,-1 0 1 0,3 1 0 0,-1 0 0 15,-1-2 0-15,4 1 0 0,-2-1 1 0,-1 0 0 16,2 0 0-16,-1-1 0 0,2 1-1 0,-1-2 0 16,2 2-1-16,-2-2 1 0,2 1 6 0,-2 1 3 15,1 0 0-15,0-1 1 0,-1 1 1 0,-1 0-1 16,2 0-4-16,0 0-4 0,1 1-1 15,-2-1-1-15,0 0-1 0,1 0 0 0,1 0-1 16,-2 0 2-16,1-1 0 0,0 1 0 0,0-2 2 16,-1 2-1-16,2-1 1 0,0-1 0 0,0 1-1 15,-1-2 1-15,0 1 0 0,3 1 0 0,-4-1-1 16,4 2 1-16,-3-2 0 0,2 1-6 0,-1 0-3 16,1 1-2-16,-3-2-1 0,4 2-1 15,-3 0 0-15,3 0 5 0,-3 0 3 0,3 0 1 16,-2 0 1-16,0 0 1 0,1 2-1 0,-2-2 0 15,3 1 0-15,-3 0 1 0,1 1 0 0,0-2 0 16,-1 2 0-16,0-1 1 0,2 1-1 16,-4-2 1-16,4 1-1 0,-4 1 1 0,1-2-1 15,0 1 0-15,0-1 0 0,-2 2 0 0,0-2 0 16,2 0 0-16,-2 0 1 0,0 0-1 0,-2 0 1 16,3 0 0-16,-1 0-1 0,-1 0 0 15,-1 0-1-15,3 0 0 0,-2-2 1 0,-1 2-1 16,-1 0 1-16,1 0-1 0,0 0 1 0,-1 2 0 15,-2-2 0-15,2 0 0 0,-2 1 0 0,-1 1 0 16,1-1 1-16,0-1-1 0,-1 1 0 16,2 1 0-16,-1 0 1 0,1-1-1 0,-1 0 1 15,0 3 0-15,0-3-1 0,2 0 0 0,-2 1 0 16,3 0-1-16,-1-1 1 0,0 0 0 0,1 1-1 16,-1 1 0-16,2-3 0 0,0 2 0 15,1-2 6-15,0 0 3 0,0 0 1 0,3 0 2 16,-3 0-1-16,2-2 1 0,-1 2-5 0,-1-5-3 15,0 3-2-15,-2-2 0 0,2 2 0 0,-2-3-2 16,-1 2 1-16,0 0 0 0,-2-1 0 0,-1 1 0 16,1-2 1-16,-3 0-1 0,3 1 0 15,-2 0 0-15,-1-2 1 0,0-1-1 0,0 2 0 16,2-1 0-16,-1-1 0 0,-1 0 0 0,0-2-1 16,0 0 1-16,2 0 0 0,-2-1 0 0,3-1-1 15,-3 1 0-15,2-1-1 0,0-1 1 0,-1 2-1 16,-1-3 0-16,2 4 0 0,-1-1 2 0,1 0 0 15,-2 0-2-15,2 3 2 0,-2 0 0 16,1-1-1-16,1 1 0 0,-1-1 1 0,-1 1 0 16,0 0 0-16,2 1 0 0,1-2 2 0,-2 0-2 15,-1 0 0-15,3 0-1 0,-1 0 1 0,0-1 0 16,-1 0-2-16,1 2 2 0,0-1 0 16,-1 2-2-16,-1-1 1 0,2 2 0 0,-1 1 0 15,-1-1-1-15,2 0 2 0,0 3 0 0,-1-2 0 16,-1 0 0-16,3 1 0 0,-3 0 0 0,2 0 1 15,-2 0-1-15,4 0 0 0,-4 0-1 16,2 0 1-16,0 1 0 0,-1 0-2 0,1-1 0 16,-1 3 0-16,1-1 0 0,0 1 1 0,-1 0 0 15,2 0 1-15,-1 1 1 0,1 0-2 16,0 3 2-16,-1 0-1 0,0-1-1 0,2 1 1 16,-2 1 0-16,-1-1 1 0,2 2-1 0,-3 0 1 15,2 0 0-15,1 1 1 0,0 0-1 0,-1 2-1 16,0-1 2-16,-1 0-1 0,1 1 0 0,0 0-1 15,1 0 0-15,-2 0 0 0,4 0 0 0,-4 0 0 16,2-1 1-16,-1 1-1 0,1-2 2 16,0 1-1-16,1 1 0 0,-1-2-1 0,-1 1 0 15,2-1 0-15,-1 1 0 0,0 1 0 0,0-1-1 16,-1-1 1-16,1 0 1 0,-1-1-1 16,-1 2 1-16,1-1 0 0,-2-1 0 0,3 0 0 0,-3 0-1 15,2-1 1-15,-2 1 1 0,3 0-2 16,-1-1 1-16,-1-1-1 0,-1 2 0 0,2-3 0 15,-2 1 0-15,0-1 0 0,3 2-1 0,-3-2 1 16,1 0 0-16,-1 1 0 0,2-1 0 16,-1 0 0-16,-1 1 0 0,2 0 0 0,-2 0 1 15,2 1-1-15,-1-1 0 0,3 3 0 0,-3 0 0 16,4-1 0-16,-2 1 1 0,2 1-1 0,-1-2 0 16,1-1 0-16,0 1 2 0,1-1-2 0,-1-2 0 15,0 0 1-15,3-2-1 0,-5-1 1 16,0 0 1-16,2-1-1 0,-2 0 2 0,-1-3 0 15,-1 3 0-15,2-2-1 0,-1 0 0 0,-2 2 1 16,0-1-2-16,0 0 0 0,2 1-1 0,0 1 0 16,-2-1 0-16,0 1 1 0,0-2-1 0,0 2 0 15,0 0-1-15,0-1 1 0,2-1 0 16,-2 1-1-16,2-2 1 0,-2 1-1 0,0-1 1 16,0 0 0-16,1 0 0 0,-1 2-1 0,0-2 1 15,2 0 0-15,-2 1-1 0,1 1 1 0,-1-2-1 16,0 1 0-16,2 2 1 0,0-2 0 15,1 2 0-15,0 0 0 0,0 0 0 0,2 0 1 16,1 0-1-16,0 0 0 0,2 0 1 0,-1 0-1 16,2 0 2-16,-1 0-1 0,0 0 0 0,0-2 0 15,1 2 0-15,-1 0-6 0,0-2-2 16,0 2 2-16,1 0 2 0,-2 0 2 0,-1 2-5 16,-1-2 3-16,0 0 7 0,2 2-7 0,-5-2 2 15,1 0-5-15,1 0 8 0,-1 0 5 0,-2 2-3 16,1-2-2-16,-2 0-2 0,2 2 1 15,-1-2-5-15,1 2 2 0,-1-1-4 0,-1-1 9 16,2 3-7-16,0-1 2 0,0 0 6 0,-2 0-7 16,4 1 6-16,-3-1-1 0,2 2 3 0,-1-1 2 15,3 0-8-15,-2-2 0 0,3 1 0 0,-2-1-4 16,2-1-4-16,-2 0 0 0,1 2 10 0,2-2-1 16,-1 0-5-16,0 0 4 0,0-2-1 15,-1 2 1-15,3 0-5 0,-3 0 3 0,3 0 1 16,-2 0 1-16,2 0 6 0,-1 2 3 0,-1-2 1 15,3 1 1-15,-2-1 1 0,1 1 0 0,1 1-5 16,-3 0-3-16,2-1 0 0,-1 2-2 16,-1-1-1-16,3-1 0 0,-1 0-1 0,0 1 0 15,-1 1 0-15,2-2 0 0,-1 4 0 0,2-5 0 16,0 2 1-16,0 1 0 0,1 0-1 0,1-2 0 16,1 1 0-16,0 0 0 0,1-2-1 0,-1 2 0 15,3 0 1-15,-2 0 0 0,3-2-1 16,-1 0 1-16,1 1 0 0,1-1 1 0,-2 0 1 15,-1 0 0-15,1 0 0 0,1 0 1 0,0 0-1 16,-2 1 0-16,1-1-1 0,1 2 0 0,-1-2 0 16,2 0-1-16,-2 3 2 0,-1-3 0 0,1 1 0 15,0 1 0-15,-2-1 1 0,2 2 0 16,-2 0-2-16,4 0 1 0,-6 0 0 0,4 0-1 16,-2 0 0-16,2 0 0 0,0 0 1 0,-2 0 0 15,1 2-1-15,0-3 1 0,-2 2-1 0,2-2 0 16,-2 3-1-16,1-5-1 0,-1 2 2 15,0 1-1-15,3-2 0 0,-5 1 1 0,4-1 1 16,-3-1 0-16,2 2-1 0,-2-2 1 0,1 0 0 16,1 0-1-16,-2 0 0 0,1 0-2 0,-1 0 2 15,-1 0-1-15,3 0-1 0,-3 0 1 16,3 0 0-16,-3 0 0 0,3 0 1 0,-2 0-1 16,0 0 0-16,1 2 0 0,-2-2 0 0,3 0-1 15,-1 2 1-15,-2-2 0 0,3 2 0 0,1 0 0 16,-3-1 1-16,1 2-1 0,-2-1 0 15,3-1 1-15,-3 0 0 0,3 1 0 0,-3 1 0 16,-1-2 0-16,2 0 1 0,0 1 0 0,0 0 1 16,-2 1-1-16,-1-3 1 0,2 3-1 0,0-2-1 15,-3 1 0-15,0-2 0 0,3 1 0 0,-3-1 0 16,0 2-1-16,0-2 1 0,-2 0-1 0,1 0 0 16,-4-2 0-16,0 2 1 0,2-1-1 0,-2-1 1 15,0 1 0-15,-2-4 0 0,2 0-1 16,-3 0 1-16,0-1-1 0,0-2 0 0,0-1 1 15,0 0-2-15,0-1 2 0,0-1-1 0,0 2 1 16,0-1 0-16,0-1 0 0,0 3 0 16,0-3 0-16,0 4 0 0,0 0 0 0,0-2 1 15,2 2-1-15,-2-1 1 0,0 1 0 0,0 0-1 16,0-3 0-16,0 3 1 0,0-1-2 0,2-3 1 16,-1 1 0-16,-1 0 1 0,0-1-1 0,2-1 0 15,-2 2 0-15,2-1 0 0,-2 0 0 16,0 1-1-16,0 3 1 0,0-4 0 0,0 4-1 15,1 1 0-15,-1-2 1 0,0 4 0 0,2-2 0 16,-2 1 0-16,1-1 1 0,-1 1-1 0,0 3-1 16,2-3 1-16,-2 2-1 0,2 0 1 15,-1 0 0-15,1 0 0 0,-1 0 0 0,3 2 0 16,-2-2 0-16,2 1-1 0,-3 0 1 0,1 1 0 16,-1 1 0-16,1-1 0 0,1 1 1 0,-1 0-1 15,-1 1 0-15,1-1 0 0,0 0 0 16,-1 1 1-16,2-1-1 0,-1 2 0 0,0 0 2 15,-1-1-1-15,4 1 1 0,-4-1-1 0,1 2 1 16,-1 0-1-16,1 0 0 0,0 0 0 0,1 1 0 16,-2 1 0-16,3 1 2 0,-1 0 0 15,0-1 0-15,0 3 1 0,2-2-1 0,-2 1 1 16,0 0-2-16,0 2 1 0,2 0-1 0,-2 0 0 16,2 0 0-16,0-1-1 0,2 1 1 0,-2-1-2 15,0-1 1-15,0 0 1 0,1 1-2 0,0-1 0 16,-3 1 1-16,2-2 1 0,-1 0-1 15,-1 1 1-15,0-1-2 0,0 1 1 0,-3-1 0 16,3-2-1-16,-1 2 0 0,1-2 0 0,-3 2 1 16,1-1 0-16,-1 1-1 0,0-2 0 0,2 2 0 15,-1 0 0-15,-1-2 1 0,2 3-1 0,0-1 0 16,-1-1 0-16,3 3 1 0,-3 0-1 0,4-1 0 16,0 2 1-16,2-2 2 0,0 1 0 15,1 1-1-15,1-3 1 0,2 2-1 0,0-3 0 16,-1 1-1-16,2-2 0 0,1-1-1 0,-2 0 0 15,0-2 0-15,2-1-1 0,-1 0 2 16,-2 0-1-16,0-1 0 0,0-1 0 0,-1 1 1 16,-3-2 0-16,0 0-1 0,2 2 0 0,-5-1 0 15,2 0 0-15,-2 2 0 0,0-2 1 0,-1 2 0 16,-2 0-1-16,3 0 1 0,-3 0-1 16,2 0 1-16,-1 2-1 0,1-2 1 0,-2 2-1 15,2 0 1-15,-1-1-1 0,4 0 1 0,-4 1 0 16,1 0-1-16,-1-1 0 0,1 2 0 0,1-3-1 15,-1 1 1-15,1 1-1 0,0-1 1 16,0 0 0-16,2-1 1 0,1 2-1 0,-1-2 0 16,0 2-1-16,1-2 1 0,-1 1 0 0,4 1 0 15,-1-1 0-15,0 1 0 0,0-2 2 0,1 0 0 16,1 0 0-16,-2 0 2 0,4 0 0 16,-2-2 0-16,0 1-1 0,0-1 0 0,0 1-1 15,1 1 0-15,0-2-2 0,-3 0 1 0,3 2-1 16,-1 0 2-16,-1 0 0 0,-1 0-1 0,3 2 2 15,-1-2-1-15,-1 0-1 0,1 2 0 16,1-2 0-16,-2 0 1 0,-1 1-2 0,1-1 2 16,1 0-1-16,-2 0 1 0,1 0-1 0,-1-1 0 15,0 1 0-15,-1 0 0 0,0-2-1 0,0 2 1 16,-2 0-1-16,1-2 0 0,-1 2 0 0,0 0 1 16,1 0-1-16,-2 2 1 0,1-2-1 0,0 2 1 15,2-2 1-15,-3 1-2 0,2 1 1 0,-1-1-1 16,1 1 0-16,1-2 0 0,-1 0 0 15,2 1 0-15,-2-1 0 0,2 0 1 0,-1 0 0 16,0 0-1-16,1 0 1 0,-1 0-1 0,-1 0 1 16,3 0-1-16,-1 0 0 0,-1 2 0 0,-1-2 0 15,1 1 0-15,0-1 0 0,0 3 0 16,-3-2 1-16,1 1-1 0,0-2 0 0,3 2 0 16,-5-1 0-16,2-1 1 0,-2 1-2 0,0-1 1 15,2 0 0-15,-2 2 0 0,3-2-1 0,-3 0 1 16,2 0 1-16,-2 0 0 0,0 2-1 15,1-2 0-15,-1 0 0 0,0 1 0 0,0 0-1 16,0-1 1-16,0 2 0 0,0-2 0 0,-1 2 0 16,1-1 0-16,-3 0 1 0,3 1-1 15,-1-2 0-15,0 3 0 0,-1-3 0 0,3 0 0 16,-3 0 0-16,1 0 0 0,-1 0 1 0,4 0 0 16,-4 0 0-16,4 0 0 0,-2 0 1 0,1-3-1 15,-3 3 1-15,2 0 0 0,1-2-1 16,0 1 0-16,-2 1-1 0,2 0 0 0,-2 0 1 15,-1 0-1-15,1 0 0 0,-2 0 0 0,2 0-1 16,-2 0-1-16,0 0-3 0,0 0-4 0,0 0-12 16,0 0-22-16,-2 0-75 0,-1 0-89 0,-3 3-190 15,1 0-285-15,0-1-346 0,-1 1-414 0,-2-2-221 16,-1 1 179-16,1-1 804 0</inkml:trace>
  <inkml:trace contextRef="#ctx0" brushRef="#br2" timeOffset="184608.4">5402 17248 32 0,'0'0'231'0,"0"-1"133"0,2 1 105 15,-2-2-46-15,3 2-74 0,-2-2-58 16,-1 2-39-16,0-1-24 0,0 1-11 0,0-1-12 16,0 1-4-16,0-2-6 0,0 2-3 0,0-2-5 15,0 2-6-15,-1 0-10 0,1 0-12 0,0 0-9 16,0 0-8-16,0 0-10 0,0 0-11 15,0 0-6-15,0 0-9 0,0 0-11 0,0 0-18 16,0 0-11-16,0 0-13 0,0 0-13 0,1 0-7 16,-1 0-4-16,0 0-1 0,0 0-1 15,0 0-5-15,0 0-1 0,0 2-3 0,2-2-9 16,-2 0-2-16,0 0-5 0,0 0-1 0,0 0-3 16,0 0 1-16,0 0 1 0,1 0-1 0,1 0-3 15,-2 0 6-15,0 0 0 0,0 0-3 0,0 0 3 16,2 0 0-16,-2 0 2 0,0 0-4 0,0 0 1 15,0 0 2-15,1 0-1 0,-1 0-2 16,0 0 2-16,0 0-1 0,0 0 3 0,2 0-3 16,-2 0 1-16,0 0 5 0,2 0 4 0,-1 0 6 15,1 2 1-15,-1-2 5 0,1 0 1 0,-2 0-7 16,3 0-4-16,-1 0-6 0,-1 0 0 0,1 0-7 16,2 0-1-16,-2 0 0 0,-1 0-3 15,1 0 5-15,0 0-2 0,-1 0 4 0,1 0-2 16,0 0 1-16,-1-2 2 0,1 2-4 0,-1 0 2 15,1 0 0-15,0-2 4 0,-1 2-1 0,1 0-3 16,-1 0 0-16,1 0-2 0,2 0-2 16,-2-1 15-16,-1 1 5 0,3 0 9 0,-3-1 0 15,3 1 4-15,-1-2 0 0,-2 2-18 0,3 0-6 16,-3-2-5-16,2 2 2 0,-1-1-6 16,2 1-1-16,-2 0 3 0,0-1-2 0,-1 1-1 15,2 0 2-15,-1 0 0 0,1-2 0 0,-1 2-2 16,-1 0 0-16,3-1-1 0,-3 1-1 0,1 0 5 15,1-2-1-15,-1 2 2 0,-1-1-1 16,2 1 0-16,0 0 1 0,-1-2-1 0,-1 2 1 16,1-1-2-16,0 1 4 0,-1 0 0 0,1-2-2 15,1 2 2-15,-1-1 1 0,-1 1 0 0,1-2-3 16,1 2 4-16,-1 0 1 0,-1 0-5 0,2-2-2 16,-1 2 1-16,-1-1 0 0,1 1 0 15,1 0-2-15,-1-1 4 0,-1 1 3 0,1 0-20 16,-1-2 9-16,1 2 2 0,1 0 4 0,-1-1-2 15,0 1-11-15,-1 0 9 0,2-2-8 0,-1 2-9 16,2-1-5-16,-2 1-4 0,1 0 12 0,0 0 6 16,-1 0 3-16,0 0 6 0,-1 0 1 15,2 0 2-15,-1 0-2 0,0-1 3 0,1 1-3 16,-2-2 0-16,1 2 2 0,2 0 1 0,-2 0-1 16,1 0-3-16,0 0 3 0,-1 0-3 15,1 0 5-15,0 0 0 0,-1 2 3 0,1-1 1 16,-1-1-5-16,1 0-1 0,1 0-1 0,-2-1-1 15,1-1-2-15,-1 2-1 0,1 0 5 0,0-2 2 16,0 2 1-16,-1-1-3 0,3 1 4 16,-2 0 0-16,1-1-1 0,-2 1-4 0,1-2 1 15,0 2 1-15,-1 0-1 0,1 0 2 0,-1 0-4 16,1-2 3-16,0 2 0 0,-1 0 3 0,1 0-4 16,0-2-2-16,0 2 3 0,0 0 1 0,0 0-2 15,-1 0-4-15,1-2 6 0,-1 2 3 16,1 0-3-16,-1 0-2 0,1 0 2 0,-1 0 1 15,-1 0-2-15,5 0 57 0,-3 0 61 0,0 0 33 16,2-2 11-16,0 2 4 0,0-1-6 0,-2 1-47 16,3 0-47-16,-3 0-28 0,-1 0-17 15,1 1-9-15,-1-1-6 0,-1 0-5 0,1 0 2 16,1 2 0-16,-1-2-3 0,-1 0-3 0,1 0 4 16,1 0 1-16,-1 0-2 0,-1 0-1 0,-1 2 0 15,2-2 0-15,1 0 0 0,-2 0 0 0,-1 0-2 16,2 0 2-16,-1 0-2 0,1 0 2 15,-2 0 1-15,3 0-2 0,-1 0 1 0,-2 0 0 16,3 0 4-16,-1 0-2 0,-1 0 0 0,1 0-2 16,1 0 5-16,-1 0-3 0,-1 0-3 0,1 0 3 15,2 0-1-15,-4 0-1 0,2 0 1 0,1 0 0 16,-1 0 1-16,-1 0-3 0,1 0-1 16,1 0 4-16,-3 0-1 0,2 0 0 0,-1 0 1 15,1 0 0-15,-2 0 1 0,3 0-3 0,-1 0 0 16,-1 0 0-16,1 0 0 0,2 2 2 0,-2-2-3 15,0 0 1-15,1 2-2 0,-2-2 2 16,3 2 0-16,-3-2-1 0,2 1 2 0,-1-1 1 16,1 1 1-16,-1 1 3 0,3 0 5 0,-1-1 12 15,-2-1 5-15,1 3 1 0,-2-2 2 0,3-1-3 16,-3 2-6-16,1-1-9 0,1 0-5 16,-1 1-3-16,-1 0-1 0,1-2 0 0,-1 3 0 15,1-3-3-15,1 3 1 0,0-3-2 0,-1 1 0 16,-1 1 0-16,2-1 1 0,-1 1-1 0,-2-1-1 15,3 0 1-15,-1 1 0 0,-1-2-1 16,1 2 0-16,1-1 0 0,-1 0 1 0,0 1 0 16,-1-2-1-16,2 2 1 0,0-2 2 0,-3 0-1 15,3 1 0-15,-3-1 1 0,2 1-1 0,-1-1-1 16,1 0 0-16,0 0 1 0,-1 0 1 0,1 0-4 16,-1 2 2-16,1-2-1 0,1 0 0 15,-3 0 0-15,2 0 0 0,1 2 4 0,0-2-2 16,-1 1 2-16,2-1-2 0,-2 0-1 0,1 1 1 15,0-1-2-15,1 2 1 0,-1-2-1 0,0 3 0 16,0-3 2-16,0 0 0 0,2 0-1 0,-2 2 1 16,-2-2 1-16,3 0 0 0,-1 3-3 15,0-3 0-15,-1 1 1 0,1 1 0 0,-1-2 1 16,1 1-1-16,-2-1 3 0,3 2-2 0,-2-2 2 16,2 0-3-16,-3 2-1 0,2-2-1 0,-1 0 1 15,0 0-2-15,-1 0 1 0,2 0 3 0,-1 0-2 16,0 0 2-16,-1 0-1 0,1 0 1 15,1 0 3-15,-3 0-2 0,4 0-1 0,-2 0 0 16,0 0 1-16,-1 0-2 0,1 0-2 0,-1 0 1 16,1-2 2-16,1 2-1 0,-1 0-1 0,-1-2 1 15,1 2 1-15,1-1-1 0,-1 1-1 0,1-2 2 16,-1 1 1-16,2-2-1 0,-2 3-1 16,-1 0 1-16,2 0-2 0,-1-2-2 0,1 2 2 15,-1 0 1-15,1-3 1 0,0 1-1 0,-1 1 0 16,1 1 0-16,-1-1 0 0,2 1 0 0,-2-2 2 15,1 2 0-15,0-2-1 0,-1 2 0 16,1 0-1-16,0-1 0 0,0 1-2 0,-1-1 2 16,1 1 0-16,0-2 0 0,2 0 0 0,-2 1-1 15,-2 1 1-15,3-1-1 0,-3-1 1 0,3 0-1 16,-3 1 0-16,2 0 3 0,-1-1-2 16,1 1 0-16,0-2 1 0,-1 0 1 0,2 1-1 15,-2-1 1-15,1 1 1 0,-1 1-2 0,-1 0-1 16,1-1 0-16,1 1 1 0,-1-1-1 0,-1 1 0 15,1 0 0-15,1-1 0 0,-1 0 1 16,-1 1-1-16,4 1-1 0,-4-1 1 0,1-1 0 16,1 2 0-16,0 0 0 0,-3 0-1 0,2-2 1 15,1 2-1-15,-1-2 1 0,-1 2 0 0,1-2 0 16,1 0 1-16,-1 1 0 0,-2-1-1 0,1 1 0 16,1 1-1-16,0-3 0 0,0 3 0 0,-2 0-1 15,2 0 4-15,-2 0 0 0,0-2 0 0,2 2 0 16,-1 0-2-16,-1 0 0 0,0 0-1 15,2 0-2-15,-1-3 3 0,1 3-2 0,-2 0 2 16,2-2 2-16,-1 2-1 0,1-1 1 0,-1 1-4 16,1 0 3-16,1-1-2 0,-1-1 0 15,-1 2 0-15,1-2 1 0,1 1 0 0,0 0 0 16,-3 1 0-16,3-2 1 0,-1 2-1 0,-1-2-1 16,-1 2 0-16,2 0-2 0,-2-1 1 0,0 1 0 15,2 0 3-15,-2 0 1 0,1 0-1 0,-1 0 0 16,0 0 0-16,0 0-1 0,2 0-1 15,-2-1 0-15,0 1 2 0,1-2-1 0,-1 2 0 16,2 0 0-16,-2 0 1 0,0 0-1 0,2 0-1 16,-1-2 1-16,-1 2 0 0,0-1 2 0,0 1 0 15,0 0-2-15,0 0 0 0,0 0 0 0,0 0 0 16,0 0 0-16,0 0 0 0,0 0-1 16,0 0 0-16,0 0 0 0,2 0 2 0,-2 0-1 15,0 0 0-15,0 0 2 0,2 0-1 0,-1-1 1 16,-1 1-2-16,2-2-2 0,-2 2 2 0,1 0 0 15,-1-1-1-15,3 1-1 0,-3 0 0 16,2 0 2-16,-2-2-1 0,1 2 1 0,-1-1 1 16,0 1-1-16,2 0 0 0,-2-2 0 0,1 2 2 15,-1 0-3-15,0 0 2 0,2 0 1 0,-2 0-1 16,0 0-1-16,3-1 0 0,-3 1-1 16,0 0 0-16,0-2-2 0,2 2 3 0,-2-1 2 15,1 1 0-15,1-2 1 0,-2 0-1 0,2 1 1 16,-1 0-3-16,-1-2 2 0,2 1-1 0,-2 0-1 15,0-2 1-15,2 2 0 0,-1-3 0 16,1 0 1-16,-1 1 1 0,-1-1-1 0,2 0-1 16,1-1 1-16,-2 2-1 0,-1-2-2 0,2 2-1 15,1-2-1-15,0 0 1 0,-1 1-1 0,1 1 1 16,-1-2 1-16,-1 3 0 0,1-2 1 0,1 1 0 16,0 1-1-16,-1-3 1 0,1 4 0 15,-2-1 0-15,1-1 0 0,1 0 0 0,-1 2 0 16,1-2 1-16,-1 0 1 0,-1 1-1 0,1 0 0 15,-1-1 1-15,1 1-2 0,1-2 0 0,-1 1 0 16,-2-1 1-16,3 1-1 0,-3 0 0 0,3-2 1 16,-2 1 1-16,-1-1-1 0,0-1 5 15,2 1 3-15,-2 0 6 0,0 0-1 0,1 1 0 16,-1-1 0-16,2 1-5 0,-2-1-6 0,0 1-3 16,0 0-1-16,2-1 0 0,-2 0 2 0,1 0-1 15,-1 1 0-15,0-3 0 0,2 2 0 0,-2 0 0 16,0 1-3-16,2-1 1 0,-2-2 1 15,1 2-2-15,-1-1 1 0,0 1-1 0,2 0 1 16,-1 0-1-16,-1-2 3 0,0 1 2 0,2-1-3 16,-2 1 1-16,2-1 3 0,-1 1-2 0,-1 0-1 15,2-3 0-15,-1 1 2 0,1 0 0 16,-2-1 0-16,4-2-1 0,-2 0 2 0,0 1 0 16,-1-1-7-16,2-1-5 0,-1 4-2 0,1-1 1 15,-1 2-4-15,-1 0 0 0,1 0 7 0,1 3 4 16,-3-1 3-16,2 0 0 0,-1 0 0 0,1 0 0 15,-2 1 1-15,2-2-1 0,-2 1 0 16,1 0 1-16,-1-2-2 0,3 2 2 0,-1-3-2 16,-1 2 2-16,-1-2-1 0,3 0 0 0,-3-2 2 15,2 1-2-15,0 0 1 0,-1 0-2 16,-1-2 1-16,2 2-2 0,-2-1 2 0,0 2 0 16,0-3 0-16,0 1 0 0,0 0 3 0,0-1-2 15,0-2 0-15,0 1-1 0,0 0 1 0,1 1-1 16,-1 1-2-16,0 0 2 0,0 0 0 0,0 0-1 15,0 0 2-15,0 1-1 0,2 0 1 16,-2 2 1-16,0 0-3 0,0 1 2 0,0-1-1 16,0 0 0-16,0 0-1 0,0 1 0 0,0-3 7 15,0 1 2-15,0-1 3 0,0-2 0 0,0 0 1 16,0-2-1-16,0 1-5 0,0-1-3 0,0 1-3 16,0 1-2-16,0-2 2 0,0 4 0 15,0-2-1-15,0 1 0 0,0 1-1 0,-2 1 2 16,2-2 0-16,-1 3 2 0,1-2 0 0,0 1-1 15,0-2 0-15,0 3 0 0,0-1 1 16,0-2-2-16,0 1 1 0,0 1 1 0,0-3 0 16,0 0-7-16,1-2-5 0,-1 1-3 15,2-2-1-15,-2-2 0 0,0 1-1 0,2-2 8 16,-2 1 4-16,1-1 5 0,-1 3-1 0,0-2-1 16,0 3 0-16,0-1 0 0,0 3 0 0,0 0-3 15,0 1 4-15,0 0-1 0,0 3 1 16,0-1 0-16,0 2-1 0,0 2 0 0,0-3 0 15,0 2 0-15,0 0-1 0,0-1 1 16,-1 0 0-16,1-1 1 0,-2 2-1 0,2-3 1 16,0-2 0-16,-2 1-1 0,2-1 1 0,0-2 4 15,0 0 4-15,0-1 0 0,0 0 2 16,0-1 1-16,2 2-1 0,-2-1-6 0,0 1-2 16,0 1-1-16,0 1-4 0,-2-1 1 15,2 2 0-15,-1-1 0 0,1 0 0 0,-2 0-2 16,-1-1 2-16,1 1-2 0,-1 1 1 0,2-2 0 15,-4 2 1-15,4-1-1 0,-3 2 2 0,3 0 0 16,-2-1 0-16,1 2 2 0,-1-1-1 16,1 0 0-16,-1-1 1 0,1 1-1 15,1 2 2-15,-1 0-3 0,-1 1 0 0,1-1 0 16,0 2-1-16,0-1 0 0,0 1-1 16,1 1 1-16,-1-1 1 0,-1 1 2 0,1-2 0 0,1 2 0 15,-1-1 0-15,1 1-1 0,-1 0-1 16,2 1 0-16,0 0-2 0,-2 0 1 0,2 0 0 15,0 2 0-15,-1-3 1 0,1 2-1 16,0-3 1-16,0 2-2 0,0 0 1 0,0-1-1 16,0-1 2-16,1-1 0 0,-1 0-2 0,2-1 2 15,-2-1 0-15,2 1 1 0,-1-1-1 16,1 1 1-16,-1-3 0 0,1 3 2 0,-2 2-1 16,2-2-1-16,-1 3-1 0,1-1 0 15,-2 1-1-15,0 1-1 0,1-1 2 0,-1 1 2 16,2 2 0-16,-2-1-1 0,0-3 0 0,2 5-1 15,-2-4 1-15,2 1-3 0,0 1-5 0,-2-1-3 16,2 0-1-16,-1-2 0 0,2 0-2 16,-3 0-1-16,2 0 6 0,1-2 5 0,0 2 0 15,-1-1 0-15,1 1 0 0,-1-1 3 16,-1 0 1-16,3-1-2 0,-3 1 3 0,2 0-2 16,0 0 0-16,-1 0 0 0,1 0 0 0,-1 1 1 15,1-3-2-15,-2 0 2 0,3 1 0 16,-3 0 0-16,1 1 1 0,1 2-1 0,-1-2 0 15,-1 2-1-15,2-1 1 0,-1 1 0 16,-1 0-2-16,1 2 1 0,-1-3-1 0,1 2 1 16,0 1-1-16,-1-3-1 0,1 3 0 0,-1-1-1 15,1-1 2-15,0 1 1 0,-1 1 0 0,1 0 0 16,0 0 0-16,-1-2 1 0,1 4-2 16,-1-4 1-16,2 2 1 0,-3-1-1 0,3 1 1 15,-3 0-1-15,2 2 0 0,-1-5-1 16,1 4 1-16,1 0-1 0,-1-1 0 0,-1-1 1 15,1 2-1-15,1-3 2 0,-1 2-2 0,1-2 0 16,0 0 0-16,3 0 1 0,-1 0 1 16,0-1-2-16,-2 0 1 0,0 2 0 0,2 1 0 15,-2-2-2-15,-1 2 0 0,2 0 2 16,-1 0-1-16,1 0 2 0,-3 2-2 0,3 0 0 16,-3 0 0-16,1-3 1 0,-1 3-1 0,1-1 1 15,0 1-1-15,-1 0 1 0,1 1-1 0,-1-1 0 16,1 3 1-16,0-3 0 0,0 4 2 15,0-1 1-15,0 0 2 0,-1 1 0 16,1 2-1-16,-1-1 2 0,1 2-2 0,1 0 1 16,-1 3-3-16,-1-2 1 0,1 1-1 0,1 0 0 15,-1 1 1-15,-2-1-1 0,3 0 0 0,0 0 1 16,0-1-2-16,0 2-1 0,0-1 1 16,-1-2 0-16,1 3 0 0,0-2-1 0,1 1 0 15,-1 0 0-15,0 0 1 0,0 0-1 16,3-2 2-16,-3 5-1 0,-1-4 1 0,1 1 1 15,0 0-1-15,-1 2 1 0,1-3-1 0,-1 3 1 16,1 1 0-16,-1 1-1 0,-1-3-1 16,2 2 1-16,0 0-1 0,-1 1-1 0,-1 0 1 15,1 2 1-15,0-2-2 0,-1 1 3 16,-1-2-1-16,2 2 5 0,-2-1 4 0,0 2 0 16,0-2 1-16,0 0 0 0,0 1 0 0,0-3-6 15,0 3-3-15,0-3-1 0,-2 3 0 0,2-4-7 16,-1 0-2-16,1 2-3 0,-2-1-1 15,2 0-1-15,-2 0 0 0,1 3 5 0,-1-4 3 16,-1 2 4-16,3 0 0 0,-3 0 0 16,0 0-1-16,2 1 1 0,-1-2 0 0,0 3-1 15,2-2 1-15,-1 2-1 0,1 0 2 0,-2 0 0 16,2 0-1-16,2 2 0 0,-1-1 0 0,-1 1 0 16,2 0 1-16,1-2-1 0,0 1 0 15,2 0 0-15,-1 0 0 0,0-1 0 0,-1 0 0 16,2 1-1-16,-2 0 0 0,3-1 0 15,-1 0 1-15,-1 0 0 0,1 0-1 0,-1 0 1 16,0 1-1-16,0-2 1 0,-1 2 0 0,0-1 1 16,1 0-1-16,-2 1 1 0,1 0-2 15,-1-2 0-15,-1 2 1 0,1-2 0 0,0 2 6 16,-1-1 3-16,1-2 1 0,-1 2 2 16,-1-1 0-16,2 0 0 0,0 0-11 0,-1 0-6 15,1 1-2-15,-2-3-2 0,0 1-1 0,1 2-1 16,-1-3 6-16,0 0 3 0,0 1 1 0,0-1 1 15,0 1-1-15,0-2 0 0,0 0 0 16,-1 1 1-16,1 0-1 0,-2 1 0 0,2-2 1 16,-1 2-1-16,-1 1 0 0,2-1 0 0,-2 1 1 15,1-1 0-15,-1 1 0 0,2-1 0 0,-1 0 0 16,-1 0 0-16,2 0 1 0,0 1 1 0,0-3-1 16,0 2 1-16,0-2 0 0,0 2-1 0,2 0-1 15,-1-3 0-15,-1 2 0 0,0 1-1 16,2-2-1-16,-1-1 1 0,1 2 0 0,-2-1 0 15,3 1-1-15,-1-2 2 0,-1 1 0 0,1 1 0 16,2-2 0-16,-2 0 0 0,1-1 1 0,0 0-2 16,-1 1 1-16,0-1 0 0,-1-1 2 15,1 1-3-15,-1-3 0 0,1 2 1 0,1-1 0 16,-3-1 0-16,2 0 0 0,-1 1-1 0,1-1 1 16,-2 2-1-16,0-5 1 0,2 4-1 0,0-1 1 15,-2-1 1-15,0 0-1 0,0 1 0 0,0-2 0 16,-2 1 1-16,0-1 0 0,2 0-1 0,0 2 1 15,0-2 0-15,-2 1 0 0,1-1 0 16,1 1-1-16,0 1 0 0,-2 0-1 0,2-1 1 16,0 1-1-16,0 1-1 0,0-1 2 0,0-1 2 15,0 0-2-15,0 1 1 0,0-1 0 0,0 2-2 16,0-1 0-16,0-1-1 0,0 2 2 16,0 0 0-16,0-1 1 0,0 1-1 0,2 1 0 15,-2-2-1-15,0-1-1 0,0 2 0 0,1-1-1 16,1 0 2-16,-2-1-1 0,0 0 1 0,0 1 1 15,4-1 2-15,-4 1-2 0,2-1 1 0,0 1-1 16,-1 1 0-16,1-1 0 0,-1 0 0 16,1 0 1-16,0 2 0 0,-1-1 0 0,2-1 0 15,-1 2 0-15,1-1-2 0,-1 0 0 0,-2 0 1 16,3 1-2-16,0 1 2 0,0 1 0 0,0-1 1 16,0 4 1-16,-1-1 0 0,1 0 0 15,-1 0 1-15,1 0-1 0,-1 3 0 0,-1-2-2 16,1 0 0-16,1-1-1 0,-1-2-1 0,-1 0 1 15,2-2 1-15,-1-2-2 0,-1 1 1 0,2-2 0 16,-1 1 0-16,-2-2 0 0,3 1-1 16,-1 0 1-16,-1-3 0 0,1 2 1 0,1-1-1 15,-1-1 2-15,0 2 1 0,-1-1-1 0,2-1-1 16,-1 2 0-16,2-2 0 0,-2 2 0 0,1-2-1 16,-1 1 0-16,1 0 0 0,0 1 1 15,0-2 0-15,1 1 0 0,0 1 0 0,1-2 0 0,-1 1 0 16,1-1-1-16,2-1 0 0,-1 1 0 15,-1-1 1-15,2 0 0 0,0 0-1 0,1 0 1 16,-2 0 0-16,2-1 0 0,0 1 2 16,0 0-2-16,-2-1 0 0,2-1 0 0,0 1 0 15,-2 1-1-15,1-3 0 0,2 3 1 0,-3-3 0 16,1 3 0-16,1-3 0 0,-2 1 0 0,2 2 0 16,0-2 0-16,-2 1 0 0,2 0-1 0,0-1 2 15,-2 1 6-15,1 1 1 0,-1-2 4 0,3 1 1 16,-2 0 1-16,-1-1-1 0,2 2-12 0,-1-2-6 15,0 1-4-15,1 1-1 0,-1 0-2 16,-1-1 1-16,3 1 5 0,-1 0 3 0,-1 0 1 16,1 1 2-16,1-1 1 0,-3 0-1 0,2 1 0 15,0 1 0-15,0-2 2 0,-2 0-1 0,2 2-1 16,-3-2 0-16,3 1 2 0,-4-1 0 0,3 0-1 16,-2 1 2-16,-2-1-1 0,3 2 0 15,-4-2-2-15,4 0 2 0,-3 1 0 0,0 1 2 16,1-1 4-16,0 0 2 0,0 1 4 0,-1 0-1 15,0-1 0-15,3 1-1 0,-3 1-5 0,2 0-2 16,-2-2-3-16,2 2-1 0,-2-2 1 16,2 1 0-16,-2 1-2 0,2-2 1 0,-1-1-1 15,-2 2 2-15,1 0-2 0,0-1 0 0,-1-1 1 16,1 1-1-16,-1-1 0 0,1 2 1 0,0-2 6 16,3 2 5-16,-1-1 2 0,1-1 2 15,3 1 2-15,1 1 2 0,0-2-7 0,3 3-3 16,2-3-2-16,1-3-2 0,0 3-1 0,4-3-2 15,-2 2 0-15,2-3-2 0,1 2 0 0,1-3-1 16,0 0 0-16,2 1-1 0,-2-2 1 16,0 2 0-16,2-2 0 0,-2 1 0 0,-1-1 1 15,1 2 0-15,-2-2-1 0,0 1 0 0,-2-1 0 16,-2 3 0-16,0-1 5 0,-2 2 4 0,-1 0 3 16,-2 1-1-16,-3 1 1 0,1 1 1 0,-4-1-4 15,1 2-2-15,-1 1-1 0,-3 0 1 16,1 0-1-16,0 2 0 0,0-2-1 0,-1 0 0 15,-1 0-2-15,-1-2-1 0,3 3 0 0,-3-3-1 16,2 0-1-16,0 1 0 0,-1 1-2 0,1-2 0 16,-1 1 1-16,1-1-1 0,1-1 1 15,-1 2 1-15,1-1-1 0,3 0 1 0,-3 1 1 16,2 0 1-16,1 1-1 0,1-2-4 0,2 1-2 16,1 1-1-16,-1-2 0 0,4 1-3 0,-2-1 1 15,3 0 5-15,2-1 3 0,-2 0 1 0,4 0-1 16,-2-1 3-16,2 0-1 0,1-2 0 15,-1 0 1-15,1 0-1 0,0-2 1 0,1 2-1 16,2-1 0-16,-4 1-1 0,4 0-1 0,-2-1 0 16,-2 0 0-16,2 2 0 0,-2-2 0 0,-2 3 0 15,1-2 0-15,-3 0 1 0,0 3 0 0,-2-2-1 16,-3 2 0-16,2 0 0 0,-3 0 0 0,-2 0 0 16,1 0 2-16,-2 2 0 0,-1-2 0 15,1 3 1-15,-2 0 1 0,-1 0-1 0,1-1-1 16,-2 2 0-16,1-1-1 0,1 0-1 0,-1 1 0 15,-1-1 0-15,1 1 0 0,1 0 1 0,0 0-1 16,-1 1 1-16,-1-1-1 0,2-1 0 0,-1 0 0 16,0 2-1-16,1-3 0 0,-2 3-1 15,3 1 2-15,-1-4 0 0,-1 1 0 0,1 1 1 16,1 0-1-16,1 0 0 0,-2-1 0 0,2 2-1 16,1-1 0-16,1 0 0 0,0 1 1 0,1-2 0 15,0 1 0-15,2 1-1 0,1-1 1 16,-2 0 1-16,1 0-1 0,2-2 0 0,-2 3 1 15,2-2-1-15,0 0 0 0,-1-1-1 0,0-2 6 16,-2 3 3-16,1-2 1 0,1 1 1 0,-2-2 0 16,-1 1 0-16,0-1-5 0,0 0-4 15,-2 0-1-15,-1 0 1 0,2 0-1 0,-3 0 0 16,1 0 1-16,-2 0 0 0,0 0 0 0,-1 0 0 16,-1 2 0-16,1-2 0 0,0 0 0 0,-1 0-1 15,1 2 0-15,-1-2 0 0,1 0 0 0,1 0 0 16,-1 0 0-16,-1 0 0 0,1 2 1 15,2-2 0-15,-1 0-1 0,1 2 1 0,-1 0-1 16,2-2 0-16,1 1 1 0,-1 0 0 0,1 1-1 16,0-2 1-16,-1 2-1 0,2-1-4 0,-1 0-3 15,3-1-2-15,-1 2 0 0,0-2-2 16,0 0 0-16,3-2 7 0,-3 2 1 0,0-1 2 16,4 0 0-16,-4-1 2 0,2-1 0 0,-1 0 0 15,-1 1 0-15,2 0 0 0,-4 0 0 0,3-1 0 16,-2 0 0-16,-1 0 0 0,-1 1 0 0,0 2-1 15,1 0 0-15,-1-3 1 0,-2 1-1 16,0 2 0-16,0-1 0 0,-1 1 1 0,1 0-1 16,0 0 1-16,-1 0-1 0,2 0 1 0,-2 1-1 15,1-1-1-15,0 2 2 0,-1 1-1 0,1-3 0 16,2 2 1-16,0-2 0 0,0 4-1 0,2-2 0 16,-2 1 0-16,3-1-1 0,0 0 1 15,3 0-1-15,-2 0 1 0,3-1 0 0,0-1 0 16,-1 0 0-16,3 0 0 0,-1 0 1 0,0-1-1 15,1-1 1-15,-1-2-1 0,2 2 0 0,-2-1 0 16,3 0 0-16,-2-2 0 0,2 0 0 16,-2 1 1-16,0 0 0 0,1 0-1 0,-4 2 0 15,3-2 1-15,-1 3-1 0,-1-2 1 0,-1 3-1 16,-1 0 1-16,1 0-1 0,-2 0 1 0,-1 2-1 16,0-1 0-16,0 0 0 0,0 1 0 0,-3 1 0 15,1-2 0-15,0-1 0 0,-1 2-1 0,0 0 0 16,-2-1 1-16,0-1 0 0,1 1 0 15,-1-1 0-15,-2 0 0 0,4 0 0 0,-4 0-1 16,1 0 1-16,-1 0 6 0,1 0-4 0,1 0 6 16,-1 0-5-16,-1 0 5 0,1 0 0 0,1 0-3 15,-1 0 2-15,0 0-3 0,-1 0 2 16,-1 0-1-16,2 0-2 0,-1 0-2 0,1-1 1 16,-2 1-1-16,3-1-1 0,-2 1 0 0,1-2 0 15,-1 0 0-15,1 1 0 0,0-2 0 0,1 0 1 16,0 0-1-16,0 2 0 0,1-2-1 15,0 0 0-15,1 0 1 0,-1 1-1 0,1-1 1 16,0 2-1-16,0-1 0 0,0 1 1 0,0-2-2 16,0 2 0-16,0-1 1 0,-1-1 1 0,0 0 0 15,-2-1 0-15,1-1 2 0,0-1 0 16,-1 1 1-16,2-1-2 0,-2 0 1 0,0 0-1 16,-1-1 0-16,2-1-1 0,-1 1 0 0,0 1 0 15,1-1 1-15,-2 1 0 0,3-2-1 0,-3 3 1 16,2-2-1-16,-1 1 0 0,1 0 0 0,0 0 0 15,0 0-1-15,0-2 1 0,-1 1 0 16,0-2 0-16,-1 0 1 0,1 0-2 0,-1-4 1 16,-1 3 0-16,2 0-1 0,-2-4 0 0,0 4-1 15,2-1 2-15,-2 2-1 0,1-3 0 0,-1 3 1 16,0 0-1-16,2 0 1 0,-2 2-1 0,2 1 1 16,-1 0-1-16,-1 2 0 0,2-1 0 0,-1 2 0 15,2 0 0-15,-3 1 0 0,2-3 2 16,-1 3-1-16,1-2 0 0,-1 0 0 0,1 0 0 15,1-1 0-15,-1 1 0 0,-1-2 0 0,1-2 1 16,1 2-1-16,-3 0 0 0,2-1 2 16,1 1-2-16,-1 0 0 0,-1 1 1 0,1 0-1 15,-2 1 1-15,3-1 0 0,-2 3-1 0,-1-3 1 16,2 2-1-16,-1 0 0 0,-1 0 1 16,2 0-2-16,-2 0 1 0,2 0 0 0,-1 0 0 0,1 0 0 15,1 1 1-15,-1-3-1 0,-1 2 1 16,1 0-1-16,1-2 0 0,-1 4 0 0,-1-2 1 15,1 0-1-15,1 1 0 0,-2-3 1 0,1 4-1 16,-1-1 1-16,-1-1-2 0,2 2 1 16,0 0 0-16,-1 1 0 0,1-2 0 0,0 2 0 15,-1-2 0-15,2 2 0 0,-1 0 1 0,1 2-1 16,-1-2 0-16,1 2 0 0,1-1 0 0,-2 0 0 16,1-1-1-16,0 3 1 0,-1-3 1 0,1 1-1 15,-1-1 0-15,1 1 1 0,-1-1-1 16,1 0-1-16,0 1 0 0,1-1 0 0,0 2 2 15,-1 1-1-15,0-3 1 0,0 0-1 0,0 2 0 16,2-2 0-16,-2 3 0 0,2 0 0 16,0-2-1-16,-1 3 1 0,1-2 1 0,0 2 0 15,-2-3-1-15,2 0-1 0,1 1 2 0,-3 0-1 16,2-1 0-16,0 2 0 0,-2-2 0 0,2-1 0 16,-2 3 0-16,2-2 1 0,-1 1-1 0,1 0 0 15,-2 1 0-15,0-2 0 0,2 2 0 0,-1 0-1 16,0 1 1-16,1 1 0 0,-2 0-1 0,0 0 1 15,0-2 0-15,-1 2 0 0,1 0 0 16,0-1-1-16,-1 1 1 0,1 0 0 0,0-1 0 16,-1 0 1-16,2 1 0 0,-1-1 0 0,-1 1-1 15,1 1 1-15,-1-2 0 0,1 1 0 0,0 1 0 16,-1-1 0-16,1 0 0 0,-1 0 0 16,-1 1-1-16,1-1 1 0,2 1-1 0,-2 0 0 15,0-1 1-15,-1 1-1 0,2 2 0 0,-1-2 1 16,0 0-1-16,-1 0 1 0,1 1-1 0,-1-1 2 15,1 0-1-15,1 1-1 0,-1-1 1 16,-1 0 0-16,1-1 0 0,1 1 0 0,0-1 0 16,-1 1 0-16,-1-2 0 0,1 2-6 0,1-1-2 15,-1 1-3-15,1 1 0 0,-2-2 0 0,1 1 0 16,1-2 4-16,-1 2 3 0,0-1 2 16,-1 1 0-16,2-2 0 0,0 2 0 0,-1-1 1 15,-1-1 0-15,1 1 0 0,-1-3 0 0,-1 2 0 16,2-2 0-16,1 2 0 0,-3 0 0 0,3-1 0 15,-1-1 0-15,0 4 1 0,-1-3-1 16,1 1 0-16,1 1 0 0,-1-2 0 0,-1 1 1 16,2-1-1-16,-1 0-1 0,-1 0 1 0,2 0 0 15,-3 0-1-15,2-1 0 0,-2 1 1 0,3-2-1 16,-3 1 0-16,2-1 1 0,-1-1-1 0,1 0 0 16,0 1 1-16,-1-1 0 0,1 2 1 15,0-2 0-15,1 0 1 0,-2 0 0 0,5 2-2 16,-3-2 0-16,-1 0 0 0,1 0 0 0,2 0 0 15,-2 1 1-15,2-1 1 0,0 0-2 0,1 1 1 16,-1-1 1-16,0 0-1 0,-1 2 0 0,1 0 0 16,2-1 4-16,-1 0-2 0,0-1 3 15,0 2-1-15,1 0 2 0,0-1 3 0,-2 2-4 16,2 0 4-16,-1-3-4 0,0 2 2 0,-1-2-4 16,1 3-1-16,-1-2-2 0,-2 1 0 0,0-1-1 15,1 1 1-15,-3 0-1 0,1-1 1 0,1-1-1 16,-1 1 2-16,-1-1-1 0,-1 2 1 0,3 0-1 15,-3-1 0-15,2 0 1 0,-1 1-1 16,1 1-1-16,1-2 0 0,0 2 0 0,0 0 0 16,2 0 1-16,0 0 0 0,0 0 1 0,4-1-1 15,-4 1 0-15,3-2 0 0,0 2 0 0,3-2-1 16,-3-1 1-16,1 0-1 0,2 0 0 16,-3-1 0-16,3 0-1 0,0-1 1 0,0 1-1 15,-1-2 1-15,2 0-1 0,-2 1 1 0,1-1 0 16,0 1 1-16,-3 0 0 0,3-1 0 0,-2 1 0 15,1 1 1-15,-2 0-1 0,1-1-1 0,-1 2 1 16,-1 2 0-16,-1-1-1 0,3 2 1 16,-2 0 0-16,-1-1-1 0,1 2 1 0,-1-1-1 15,3 1 0-15,-2-1 0 0,-1 0 1 0,2 0 0 16,1-1-1-16,-1-1 0 0,0 0 0 0,-1 1 0 16,2 0 0-16,-1-2 0 0,-2 0 0 15,5 0 1-15,-5-2 0 0,2 2 0 0,-1-2 0 16,1 2 0-16,1 0-1 0,-2-1 1 0,-1 1 0 15,2 0 0-15,-1 1-1 0,0-1 1 0,1 0 0 16,-2 2-1-16,2 0-5 0,-2-2 3 16,1 1 1-16,-1-1-1 0,-1 1-3 0,3-1 3 15,-2 0 5-15,0 0-6 0,1 0 1 0,-1 0 2 16,0-1-1-16,2 0-4 0,-3 1-3 0,2-4 4 16,0 3-3-16,-1 0-1 0,1-1 3 15,-1 0 2-15,-1 0 2 0,3 0 5 0,-2 2-2 16,-1-1 5-16,0 1-3 0,0 0-2 0,-1 0 4 15,2 0-8-15,-1 1 7 0,0-1-8 0,0 2 2 16,-2 0 0-16,3 0 1 0,0 0 5 16,-1-1-2-16,0 0 3 0,1 3-2 0,-1-3-2 15,2 0-2-15,0 1 0 0,0 1 0 0,1-2-1 16,0 4 6-16,1-5 2 0,0 2-3 0,0 1-3 16,1 0 0-16,0 0-1 0,0-1-1 15,0-2 0-15,2 2-1 0,-3 0 2 0,2 0-1 0,-1-1 0 16,-1-1 1-16,2 0-1 0,-1 1 0 0,-1-1 0 15,0 0 1-15,1 0 0 0,0 0 0 16,-1 0-1-16,2 0 1 0,-3 0 0 0,3 0-1 16,0 0 1-16,-1 0-1 0,-1 0 0 0,2 0 0 15,0 0 1-15,-1 0 0 0,1 2 0 0,-2-2 0 16,4 0 1-16,-2 2 0 0,0-2 0 0,0 0 1 16,0 1-1-16,0-1 0 0,0 0 0 15,-1 0 0-15,0 1 0 0,0-1-1 0,0 2 0 16,-2-2 1-16,1 0 0 0,1 1-1 0,-1-1 1 15,-1 2 0-15,0-1 0 0,-2 0-1 0,2 1 0 16,-1 0 0-16,0-1-1 0,-2 2 0 16,0-1 1-16,1 1 0 0,-2-2 0 0,0 2-1 15,-2 0 1-15,2 0 0 0,0 0 0 0,-1 0 1 16,-2 0-1-16,1 0 0 0,1-2 0 16,-3 4 0-16,2-5 0 0,-1 2-1 0,1-2 1 15,0 0 0-15,-1 3 0 0,2-3 1 0,-1 1-1 16,1-1 0-16,2 2 0 0,-1-2 1 0,1 0-1 15,0 1 0-15,3-1 1 0,0 2-1 0,1-2 1 16,-1 0-1-16,3-2 0 0,0 2 2 16,1-1-2-16,1-1 0 0,0 1 0 0,1-2 1 15,-2 3-1-15,0-2 1 0,2-1-1 0,-1 0 1 16,0 0 0-16,-2 0-1 0,0 0 0 16,0 0 0-16,-2 0 0 0,0 0 0 0,0 0 0 15,-3 2 1-15,0-1 0 0,-1 1 0 0,-1 1-1 16,-1-2 0-16,-2 1 1 0,1 1-1 0,2 0 0 15,-4 0 1-15,3 0-1 0,-3-2 2 0,0 2-1 16,2 0 0-16,-2 0-1 0,0 0 0 0,0 0 0 16,2 0-1-16,-1 0 0 0,-1 0 1 15,0 0-1-15,2 0 2 0,0 0-2 0,-2 0 0 16,1 0 1-16,-1 2 0 0,2-2-1 0,-2 0 1 16,1 0 0-16,-1 0 0 0,0 0 0 0,2 0 0 15,-2 0 1-15,2 0-1 0,-1 0 0 0,2 0 1 16,-1 0-1-16,1 0 0 0,-2 0-1 0,2 0 1 15,-1 0 0-15,0 0 0 0,1 0 0 16,-1 0 0-16,1 0 0 0,0 0 0 0,0 0 0 16,0-2 0-16,3 2 0 0,-3-1 0 0,2 1 0 15,0-2-1-15,0 2 1 0,-2-2 0 0,0 2 0 16,3-1 0-16,-2 1 0 0,-3 0 1 16,2-1-1-16,-1 1 0 0,1 0 0 0,-1 0 1 15,-1 0-1-15,1 0 1 0,0 0-2 0,-1 0 0 16,1 0 1-16,-1 0 0 0,-1 0 0 15,2 0-1-15,-2 0 2 0,0-2-1 0,2 2 1 16,-2-1-1-16,0-2 1 0,0 0 0 0,0 0-1 16,0-4 2-16,-2 3-2 0,2-3 2 0,0 2-2 15,-2-3 0-15,2 1 1 0,0 0-1 16,0-1-1-16,0 2 0 0,0-1 1 0,0 1 0 16,0 2 0-16,2 0-1 0,-2 0 1 0,0 1-1 15,2 0 0-15,-2 0 1 0,1 1 0 0,2 2 0 16,0 0-1-16,-3-3 1 0,3 1 1 0,-1 2-1 15,0-1 0-15,-1 1 0 0,2-1 0 16,-1-1-1-16,0 2 0 0,-1-2 0 0,3 1 1 16,-4 0 0-16,3-3 0 0,-2 3 1 0,2-2-1 15,0 0 0-15,-1 2 0 0,-1-1 0 0,1 1-1 16,0-2 1-16,-1 1 0 0,2 1 1 0,-1 1-1 16,-2-2 0-16,3 1 0 0,-3 1-1 15,2 0 1-15,0-2-1 0,-1 2 0 0,1 0 0 16,-1 0 0-16,2 0 1 0,0 0-1 0,-1 0 1 15,-1 2 0-15,1-1 1 0,1 2-1 0,0 0 0 16,-1 2 1-16,3-1-2 0,-2 0 0 0,0 2 1 16,-1 2-1-16,2-3 0 0,-1 2 1 15,2 1 0-15,-1-2 0 0,-3-2 0 0,2 1 0 16,1-1-1-16,-3-1 1 0,2 0-1 0,-1-1 2 16,2 1-1-16,-4-2 0 0,3 1-1 15,-1 0 1-15,-2 0 0 0,3 0-1 0,-3-1 0 16,2-1 2-16,0 1-1 0,-1 1 0 0,-1-2 0 15,2 2 1-15,-1-2-1 0,1 0 0 0,-2 0 0 16,3-2-1-16,-3 0 1 0,3 2 0 0,-3 0-1 16,2-1 2-16,-2 1-2 0,4-1 1 15,-2 1 0-15,0-2-1 0,-1 2 1 0,2 0 0 16,-1 0 0-16,0 0 0 0,-1 0 0 0,2 0 1 16,-1 0-1-16,1 2 0 0,-1-1-1 0,1 0 1 15,-1-1-1-15,-1 2 0 0,2 0 1 16,-1-1 0-16,-1-1 0 0,-1 1 1 0,2-1-1 15,-1 0 1-15,-1 2-1 0,0-2 0 0,0 0 0 16,2 2 0-16,-2-2-1 0,2 1 0 0,-1 0 1 16,-1 1 1-16,3 1-1 0,-3-1-1 15,2 2 2-15,0 1-2 0,-2-3 1 0,1 2-1 16,-1 0 0-16,0 0 0 0,2-2 0 0,-2 0 0 16,2-1 1-16,-2 1 0 0,0-1 0 0,0-1 1 15,0 1-1-15,0-1 1 0,0 0-1 0,0 0 0 16,0 0-1-16,0 0 0 0,0 0 1 0,0-1 0 15,0 1 0-15,0 0 0 0,0 0 0 16,0 0 0-16,0 0 0 0,0 0 0 0,0 0-1 16,0 0 0-16,0 0 0 0,0 1 0 0,0-1 1 15,1 2-1-15,1-2 2 0,-1 2-1 0,2-2 0 16,0 1 1-16,2-1-1 0,0 2 0 0,0-2 1 16,1-2 0-16,0 1 0 0,2-1-1 15,0-1 1-15,0 2 0 0,0-2-1 0,0 1 0 16,-2 1 1-16,2-2 0 0,0 3-1 0,-4-2 1 15,3 1-1-15,-4 1-1 0,0 0 2 0,1 0-1 16,-1 1 0-16,-2-1 0 0,1 0 0 16,-2 0 1-16,4 0-2 0,-4 0 1 0,0 0 0 15,2 0 0-15,0 0 1 0,-2 2 0 0,0-2-1 16,1 0 0-16,1 2 1 0,-1-2-1 16,-1 1 0-16,2-1 0 0,1 1-1 0,-1 1 1 15,-1-1-1-15,1-1 0 0,0 2 1 0,-1-1 0 16,2 0-1-16,-1-1 1 0,-2 2 0 0,2-2 0 15,0 0 0-15,0 2 0 0,-2-2 0 16,2 0 0-16,-2 0 0 0,0 0 0 0,0 0 0 16,1 0 1-16,-1 1 0 0,0-1-1 0,2 2 0 15,-2-2 0-15,1 1 0 0,-1 1 0 0,0-1 0 16,2 1 1-16,-2-2-1 0,0 1-1 0,2-1 1 16,-2 0-1-16,0 2 0 0,1-2 0 15,-1 0 1-15,2 0-1 0,-1 0 1 0,1 0 2 16,1 0-2-16,0 0 1 0,1 0-1 0,2 1 1 15,0 0 0-15,2 1-1 0,0 1 1 0,4 0-1 16,0-1 1-16,3 0-1 0,-2 0 0 0,4 1 0 16,-1-2 1-16,1 1-1 0,1-2 0 15,1 0 0-15,-1-2 0 0,0 1 0 0,0 0 0 16,-1-1 0-16,0 0 0 0,-2 1 0 0,2 0 0 16,-2 1 0-16,0 0 0 0,-2 0 0 15,3 1 0-15,-2 0 0 0,0 1-2 0,0 0 1 0,-1-1 0 16,1 2 0-16,-1 0 1 0,1-1-1 15,1 1 1-15,-2-2-1 0,0 2 0 0,1-1 1 16,-1 0-1-16,0 0 0 0,1 2 0 0,-1-3-1 16,1 2 1-16,-3 0 0 0,0-2 0 0,3 2 0 15,-2-1 0-15,-2 0 1 0,0 0 2 0,0 1-2 16,0-1 1-16,2 1 0 0,-4-2 0 0,2 1-1 16,-2-1 0-16,0-1 0 0,0 2 1 15,2-1-1-15,-6 0 0 0,3 1 0 0,-1-2 0 16,-1 2 0-16,1-1 0 0,-1 0 1 0,0-1-1 15,-1 4 1-15,3-3-1 0,-2 2 1 16,1-1 0-16,0-1-1 0,2 2 1 0,-1 0 0 16,2-3-1-16,0 0 0 0,3 0 0 0,-2 2 0 15,2-2 0-15,-3 0 1 0,5-2-1 0,-1 2 1 16,1 0-1-16,-1 0 0 0,2 0 1 16,-2-3-1-16,0 3 0 0,1 0 1 0,1-2-1 15,-3 2 1-15,1-1-1 0,-2 1 0 0,3 0 0 16,-4-1 0-16,2 1 0 0,-2 0 0 0,-1 0 1 15,2 1-1-15,-5-1 1 0,2 0-1 16,0 1 1-16,-2 1-1 0,1 1 0 0,-2-3 0 16,-1 2 0-16,1 1 0 0,-2-2 0 0,2 2 0 15,0 1 0-15,-2-2-1 0,0 0 0 0,0 1 1 16,0-2 0-16,1 1 0 0,-3 1 0 0,3-2-1 16,-1 1 1-16,1-1 0 0,-2 1 1 0,1-1-2 15,-2 0 0-15,3 1 1 0,-3-2 0 16,2 0-1-16,-1 2 0 0,1-2 1 0,1 0 1 15,-1 1-1-15,1-1 0 0,1 2 0 0,0-2 0 16,-1 0 0-16,1 0 0 0,2 0 0 0,-1 0 0 16,0 0 0-16,1 0 0 0,-1-2 0 15,0 1-1-15,2 1 1 0,-2-2-1 0,1 0 1 16,-1 1 0-16,3 1-1 0,-4-1 0 0,3-2 0 16,-1 1 1-16,-1 1-1 0,3-2 1 0,-2 1 0 15,1 1 0-15,-2 0 0 0,3-3 0 0,-1 2 0 16,0 2-1-16,0 0-1 0,1 0 1 15,1-2 1-15,-2 2-1 0,3 0 0 0,-1 0 1 16,-1 0 0-16,2 0 0 0,-1-2 0 0,-2 2 0 16,2-1 0-16,-2 1-1 0,0-2 1 0,0 1 0 15,2-2 0-15,-4 1 0 0,0 2 0 16,1-3 0-16,-2 1 0 0,-1 2 1 0,-1-1-1 16,0 1 0-16,1 1 0 0,-3 1 2 0,2 1-2 15,-3-3 1-15,2 2 0 0,-2 1 0 0,2 0-1 16,-2 0-1-16,1-1 1 0,-1 0 0 15,0 2 0-15,2-3-1 0,0 0 1 0,-2 1 0 16,1 1-1-16,1-2 1 0,-1 1-1 0,-1-1 0 16,3 1 0-16,-3-1 1 0,2 0 0 15,-2 1 0-15,1-2 0 0,-1 2-1 0,2-1 1 16,-1 1 1-16,-1-2-1 0,0 0-1 0,2 0 1 16,-2 0 0-16,0 0 0 0,0 0-1 0,0-2 0 15,0 1 1-15,0-1 0 0,-2 0 0 0,2 1 0 16,0 1 0-16,0-1 1 0,0-1-2 0,0 1 1 15,0 1-1-15,0 0 1 0,0-2 0 16,0 2 0-16,0-1 1 0,0 1-1 0,0-1 0 0,2-1 1 16,-2 2-1-16,0-3 0 0,0 2 0 15,2-3 0-15,-1 2 0 0,-1-2 0 0,0 1 0 16,2-1 0-16,-2-1-1 0,1 2 1 0,-1-2 0 16,2 1 0-16,0 0 1 0,-1-1-1 15,-1 2 1-15,2-1 0 0,0 1 0 0,-2-2-1 16,0 2 1-16,0 0-1 0,1 0 1 0,-1 1-1 15,0-2 0-15,2 2 1 0,-1-4 0 0,-1 4-1 16,0-3 0-16,0 1-1 0,2-1 0 0,-2 2 1 16,0-2 0-16,3 3-1 0,-2-3 1 15,1 4 0-15,-1-1 0 0,-1-1 0 0,2 3 1 16,0-1-1-16,-1 1 0 0,1 0 0 16,0 0-1-16,-1 0 1 0,2 0 0 0,-1 0 0 15,1 0 1-15,0 0-1 0,-1 0 0 0,2 0 0 16,-1 0 0-16,1 1-1 0,-1-1 1 0,0 0 0 15,2 1 0-15,-2 1 0 0,2 0 1 0,-1-1-1 16,1 0 1-16,0 1 0 0,0 0 0 16,-2 0-1-16,0 0 0 0,2 0 0 0,-1-1-1 15,0-1 1-15,-3 1 0 0,2 1 0 0,-1-2 0 16,0 3 0-16,-1-3 0 0,1 0 0 0,-1 0 1 16,-1 0-1-16,2 0 0 0,0 0 0 15,-2 0 0-15,1 0 1 0,-1-3 0 0,2 3-1 16,-1 0 1-16,1 0 0 0,-2 0-1 0,2 0 0 15,-1 0 0-15,4 3 1 0,-4-3-1 0,1 0 1 16,-1 0-1-16,1 0 0 0,0 0 1 0,-1 0-2 16,2 0 1-16,-1 0-1 0,1 0 1 15,-1 0 0-15,1 0-1 0,-1 0 1 0,2 0-2 16,-1 0 2-16,0 0 0 0,1 0 1 0,0 0 0 16,0 0-1-16,1 0 1 0,-1 0-1 0,2-3 0 15,-1 3 0-15,0-2 0 0,0 1 0 0,0 0 0 16,-1-1 0-16,-2 0 1 0,4 2 0 0,-3-1-1 15,0 0 0-15,-1-1 1 0,1 0-1 16,-1 2 1-16,1-1 0 0,0 1-1 0,-3 1 1 16,3 1-1-16,2 0 1 0,-4 0 0 0,2 0-1 15,-1 2 1-15,1 1-1 0,1-3 1 0,0 4-1 16,-2-1-1-16,1 1 1 0,0-2 0 16,1 0-1-16,0-1 0 0,-1 1 1 0,0 0-1 15,-1-1 0-15,1 0 1 0,-1 0 0 0,-1 0 0 16,1-1 0-16,0 0 0 0,-1 1 0 0,2-2 0 15,-3 1 0-15,2 0-1 0,0 0 0 16,-1 0 1-16,2 0 0 0,-1-1 0 0,-1 0 1 16,-1 1-1-16,3 1 0 0,-3-3 0 0,2 0 0 15,0 0-1-15,-1 0 0 0,2 0 1 0,-1 0 1 16,0 0 0-16,-1 0 1 0,3 0 0 16,-4 0 0-16,1-3 1 0,2 3-2 0,0-2 1 15,-1 1-1-15,-1 0 0 0,2 1 0 0,-1-2-1 16,0 2 1-16,-1-2-1 0,2 2 1 0,-3-1-1 15,2 1 0-15,1 0 1 0,-1 0-1 16,0 0-1-16,1 1 1 0,-2-1 0 0,4 2 0 16,-4-2-1-16,1 0 0 0,-1 2 2 0,1-2-1 15,1 1 1-15,-1-1-1 0,-1 0 0 0,1 0 1 16,-2 0-2-16,3 0 1 0,-3 0-1 16,2 0 1-16,0 0 1 0,-1 1-1 0,2-1 1 15,-1 2-1-15,1 1 0 0,-2-3 0 0,2 2 0 16,-1 1 0-16,3 0 0 0,-2 0 0 0,0 1-1 15,1 0 1-15,0-2-2 0,1 3 0 0,-1-2 1 16,0-2-1-16,-1 2 0 0,0-3 2 0,-1 1-2 16,1-1 2-16,0-1-1 0,-3 1 1 15,3-3 0-15,-1 2 0 0,-2-2 1 0,4 0-1 16,-4 1 0-16,2 1 0 0,0 0 0 0,-1-1 1 16,-1 0-1-16,2 2 0 0,-1-2 1 0,3 2-1 15,-3 0 0-15,2 0-1 0,-1 0 0 0,1 0 0 16,-1 0 0-16,1 0-1 0,-1 0 0 15,2 0-3-15,-2 0-2 0,-1 0-5 0,2 0-8 16,-1 0-14-16,-2 0-26 0,0-2-46 0,0 2-72 16,-2-2-88-16,1 1-174 0,-2 1-294 15,1-2-313-15,-2 2-299 0,0-1-175 0,1 1 182 16,-2-3 677-16</inkml:trace>
  <inkml:trace contextRef="#ctx0" brushRef="#br2" timeOffset="186718.24">10449 16015 16 0,'5'2'473'0,"2"-2"448"0,-5 1 268 0,1 1-25 16,-1-2-348-16,0 0-248 0,-1 0-130 0,1 0-52 15,-1 0-41-15,-1 0-41 0,2-2-36 0,-2 1-53 16,2 1-54-16,-1-4-54 0,-1 3-28 0,0 0-16 16,0 1-7-16,2-2-7 0,-1 2-6 15,-1 0-4-15,0 0-8 0,0 2-5 0,0-2-6 16,2 1-4-16,-2 0-3 0,0 4-3 0,0 1-1 16,0 3-2-16,3 1 0 0,-3 6 0 0,0 0-2 15,0 2 0-15,0 3-2 0,0 0-1 16,0 2-4-16,0-1-3 0,0 2-2 0,0-3-1 15,-3 2 0-15,3 0-1 0,-2-2 5 0,1-2 3 16,-1-3 0-16,1 0 1 0,-1-3 0 0,0 0-1 16,1-2 1-16,-1-4-1 0,2 1 1 15,-1-4 1-15,-1 1-1 0,0-3 1 0,2 2-1 16,-1-3 0-16,-1 0 0 0,0 3-2 0,1-4 1 16,-1 1-1-16,2 0 0 0,-4-1-2 0,4 3 0 15,-2-3-7-15,2 0-6 0,-3 1-8 16,2 0-11-16,-1-1-9 0,2 1-13 0,-2 1-11 15,1-2-28-15,1 0-49 0,-2 3-47 0,1-3-52 16,-1-3-80-16,0 1-107 0,1-1-121 0,-1-2-138 16,0 0-234-16,-1-1-205 0,-1-1-32 15,2 1 233-15,-1-2 384 0</inkml:trace>
  <inkml:trace contextRef="#ctx0" brushRef="#br2" timeOffset="187090.67">10346 16354 134 0,'0'2'479'0,"0"2"280"0,0 1 186 0,2-1-85 15,-1 2-208-15,1 3-137 0,1-1-104 0,2 2-60 16,1 2-54-16,0 3-54 0,2-1-9 15,-1 1 3-15,5 1-7 0,-4 2-15 0,4 0-11 16,-2 2-17-16,0-2-48 0,0 0-53 0,0-3-29 16,0 2-18-16,-2-6-19 0,0 0-8 15,1-2-2-15,-2-2-2 0,-1-2 0 0,2-3 2 16,0 1 2-16,-2-3 2 0,0-4 1 0,-1-2 1 16,0-1 0-16,1-4-2 0,-3 1-4 0,2-4-2 15,-2-1-1-15,0-2-4 0,-1 0-2 0,1 1-2 16,-1-1 0-16,0 1-5 0,-1-1-27 15,1 1-68-15,-4 1-78 0,1 1-154 0,-3-2-285 16,1 3-326-16,-2 1-353 0,-1 2-222 0,-2-2 68 16,0 3 654-16</inkml:trace>
  <inkml:trace contextRef="#ctx0" brushRef="#br2" timeOffset="187434.28">10414 16084 233 0,'2'0'755'0,"0"-1"363"15,-1-2 75-15,-1 0-203 0,0-1-367 0,0-1-246 16,2-1-134-16,-1-2-70 0,1-3 6 0,4 1 32 15,-1-3 13-15,1-1-9 0,2 0-18 16,1-4-16-16,1 0-46 0,1 2-49 0,0 0-29 16,-1 1-18-16,-1 2-7 0,2 0-6 15,-3 4 2-15,2 0-3 0,-4 3 0 0,3 2 3 16,-1 3 3-16,-1 1 2 0,-1 1-4 0,2 5-4 16,-4 1-5-16,1 4-5 0,-2 1-5 15,2 3-5-15,-3 2-2 0,0 0-2 0,-1 1-2 0,1 1-3 16,-1 2-34-16,1-2-80 0,-2 1-132 0,0-1-264 15,-2 2-299-15,2-3-384 0,0-1-401 0,2 0-75 16,1-3 613-16</inkml:trace>
  <inkml:trace contextRef="#ctx0" brushRef="#br2" timeOffset="188388.29">12583 16801 211 0,'3'-3'520'0,"-3"2"264"0,2-3 154 0,0 3-189 16,-1 0-167-16,-1-3-125 0,2 3-81 15,-2 0-56-15,2-3-48 0,-2 3-47 0,1-2-42 16,-1 2-20-16,0-2 5 0,2 3 24 0,-1-2 19 15,-1 1 3-15,2-1-9 0,-2 2-27 0,0-1-36 16,0 1-38-16,0 0-32 0,0 0-23 0,0 0-15 16,0 1-8-16,2-1-6 0,-2 2-5 15,1-1-5-15,-1 2 0 0,0 0-3 0,2 3 1 16,-1 2-2-16,-1 0-2 0,2 2 0 0,1 0-1 16,-3 1-1-16,1 1-1 0,-1-2 0 0,0 0 2 15,2 2-2-15,-1-1 0 0,-1 0 1 0,0-2-1 16,0-1 1-16,0 0-3 0,0 0 2 15,-1-2 0-15,-1 0-1 0,2-2 0 0,-1 0 0 16,-2 1 0-16,3-3-1 0,-2 1 0 0,2-3-3 16,-1 1-4-16,-1-2-9 0,-1-2-13 0,1 1-33 15,-1-7-60-15,0 1-53 0,1-2-56 16,-1 0-77-16,-2-2-111 0,1 0-122 0,-1 0-148 16,0 1-232-16,2 2-206 0,-2 0-51 0,2 3 236 15,1 0 401-15</inkml:trace>
  <inkml:trace contextRef="#ctx0" brushRef="#br2" timeOffset="188684">12496 16855 308 0,'2'3'566'16,"-2"1"268"-16,3 1 84 0,-1 0-168 0,-1-1-152 15,1 1-109-15,1 1-90 0,-1-1-85 16,0 1-68-16,-1-2-57 0,2 2-38 0,2-1 0 15,-1 2 28-15,1 0 15 0,0-1 6 0,2 2-9 16,-3-2-20-16,4 1-40 0,-2-2-48 0,-1 1-32 16,0-2-23-16,1 1-13 0,0 0-9 0,-1-3-2 15,0 1-1-15,0 0-2 0,0 0-1 0,-1 2 1 16,2-4 0-16,-1 2 2 0,-2-1-1 0,2-1 0 16,0 1-1-16,-2-1-1 0,-1 0-2 15,1-1-2-15,-1 0-5 0,0-1-31 0,-2-2-58 16,0-1-60-16,-4-2-110 0,2-2-162 0,-2-2-268 15,-1-1-291-15,0-1-229 0,0 0-156 16,2 0 245-16,-3 0 513 0</inkml:trace>
  <inkml:trace contextRef="#ctx0" brushRef="#br2" timeOffset="189002.2">12544 16743 236 0,'3'0'642'0,"-3"0"329"0,2 0 110 0,1 0-238 16,-2 0-264-16,1 0-193 0,-1 0-137 0,1 0-69 15,-2 0-33-15,2-1-26 0,-1-1-15 0,3-1-14 16,-1 0-8-16,0-2-6 0,3-2 14 0,0-1 38 16,1-1 32-16,-1 2 15 0,-1-3 3 15,3 2-14-15,-1 1-31 0,-2-3-39 0,2 3-36 16,-2 0-24-16,-1 4-18 0,2-2-5 0,-1 1-2 15,0 2-4-15,1 0 2 0,-1 4 2 0,0-1 4 16,1 2 6-16,-1 1 3 0,0 4 0 0,-1 0-5 16,1 2-4-16,0 1-10 0,-2-1-61 15,0 2-71-15,0 2-103 0,-1-1-192 0,-1 2-300 16,1 0-338-16,-2 2-271 0,2-2-148 0,-1 0 292 16,-1 0 648-16</inkml:trace>
  <inkml:trace contextRef="#ctx0" brushRef="#br2" timeOffset="189916.81">14686 16723 204 0,'5'-2'579'16,"-2"-1"318"-16,1 2 161 0,-3 1-185 15,2 0-230-15,-1 1-174 0,-2 2-126 0,3-1-66 16,-2 4-29-16,1-4 0 0,-1 4 16 0,-1-1-1 16,2 1-14-16,0 1-27 0,-1 1-38 0,-1 2-46 15,0-2-47-15,2 4-32 0,-2 1-16 0,2 4-10 16,-2-3-6-16,0 3-4 0,1 1-5 15,-1 0-5-15,0 0-1 0,2 0-5 0,-2-1-7 16,0 2 0-16,0-2 1 0,0-1-6 0,-2 0 2 16,2-3-5-16,0 0 9 0,-1-2-1 0,1-3-1 15,0-1 4-15,-2-2-4 0,0 0-9 0,-1-2-46 16,1-5-70-16,-1-1-61 0,-3-3-94 16,2-1-163-16,-3-3-209 0,2-3-273 0,-1-2-214 15,-2 1-186-15,0 1 88 0,3-1 471 0</inkml:trace>
  <inkml:trace contextRef="#ctx0" brushRef="#br2" timeOffset="190144.15">14601 16935 137 0,'3'8'527'0,"0"5"377"16,-1-1 224-16,1 3-128 0,3 0-267 0,-1 1-193 15,0 1-106-15,1 4-82 0,2 0-63 0,1-1-59 16,1 0-46-16,0-3-41 0,0-2-45 15,3-4-43-15,-3-1-29 0,4-4-14 0,-3-4-8 16,3-3 0-16,-3-4-5 0,-1-2 1 0,2-6 1 16,-4-2-2-16,2-3-9 0,-2-4-41 0,-4 2-44 15,1-3-49-15,-3 2-91 0,-2 0-146 0,-2 3-248 16,-3 1-255-16,1 3-235 0,-4 0-167 0,-2 0 155 16,2 3 477-16</inkml:trace>
  <inkml:trace contextRef="#ctx0" brushRef="#br2" timeOffset="190366.64">14645 16740 288 0,'5'-5'724'0,"-2"1"335"16,0-3 97-16,0 1-247 0,2-1-289 0,2-2-214 16,0 2-133-16,1-1-66 0,0 0-31 15,2 0 11-15,4 0 12 0,-3 1-3 0,5 5-6 16,-3-3-9-16,2 4-26 0,1 1-44 0,1 3-36 15,-4 2-21-15,3 4-10 0,-3 1-19 0,-2 2-10 16,1 2-9-16,0 2-4 0,-3 1-2 16,-3-1-19-16,1 1-69 0,-3-1-65 0,-4-1-139 15,0-1-240-15,-3-1-314 0,-2 0-342 0,0 0-228 16,-2-4-49-16,-3-2 531 0</inkml:trace>
  <inkml:trace contextRef="#ctx0" brushRef="#br2" timeOffset="193717.18">13611 14268 365 0,'3'0'870'0,"1"-3"319"0,-1 0 10 16,0-3-246-16,6-1-328 0,-1-1-146 0,4 0-81 15,3-1-63-15,0-1-52 0,3 1-44 0,-2 0-54 16,3 2-68-16,1-3-44 0,-2 4-21 15,1 2-14-15,-1 1-6 0,0 3-4 0,0 5-2 16,-4 1-1-16,2 6-1 0,-4 1 1 16,-2 5-3-16,-1 3-4 0,-4 6-4 0,-2 0-4 15,-1 1-4-15,0 2-3 0,-4-3-2 16,0 1 0-16,2-5 0 0,0-2-1 0,-1-2 0 16,1-3 0-16,0-4 0 0,1 1-2 0,1-4 1 15,1 0-2-15,0 0 2 0,2-5 0 16,0 5 0-16,2-5 0 0,2-1 0 0,-1 2 1 15,2-3 0-15,-3 0 0 0,-1-1 0 16,-1 2 1-16,0-1 1 0,-2-1 1 0,-3 1-1 16,-2 2 1-16,-2 1 1 0,-3 2 0 0,-2 2 0 15,-7 3 0-15,-2 1 0 0,-2 3 0 16,-4 0 5-16,-1 2 2 0,-2 1 3 0,2-1 2 16,-2-1-1-16,0-1 0 0,3 1-4 0,1-4-4 15,3-1-3-15,3-2-1 0,4-3-3 16,1-1-2-16,4-3-2 0,3-2-1 0,2-2-6 15,5-2-15-15,2-4-32 0,5-4-76 0,1-2-88 16,1-2-162-16,2-2-291 0,4-2-332 0,1-1-351 16,1-1-194-16,3-2 135 0,2 3 664 15</inkml:trace>
  <inkml:trace contextRef="#ctx0" brushRef="#br2" timeOffset="194033.75">14158 14323 139 0,'10'10'713'15,"-4"3"445"-15,-1 3 152 0,3 5-32 0,-2 5-379 16,0 2-298-16,-1 3-174 0,3 1-100 16,0 0-81-16,1-2-90 0,1-5-71 0,2-3-38 15,5-4-20-15,-2-2-12 0,4-7-7 0,0-6-4 16,3-3-1-16,-3-6-2 0,0-4-1 16,0-6 0-16,-3-2-1 0,0-4 1 0,-4-2 1 15,-3-2 2-15,-2-2 0 0,-2 0 2 0,-5-2 1 16,-2 2 1-16,-5 0 6 0,-1-1 3 15,-4 2 2-15,-1 1 1 0,-5 1 3 0,-1 5-1 16,1 0-5-16,-2 4-3 0,0 6-3 0,0 4-5 16,0 6-1-16,0 6-4 0,0 8-1 15,1 2-3-15,1 8 0 0,2 3 0 0,0 3-1 16,6 5 1-16,1-1 1 0,2 4-1 16,3-1-5-16,2-1-26 0,4-2-74 0,5 0-78 15,-2-4-140-15,5-6-236 0,2-5-326 16,1-4-350-16,6-6-216 0,0-6-20 0,3-3 523 15</inkml:trace>
  <inkml:trace contextRef="#ctx0" brushRef="#br2" timeOffset="194382.05">14708 14374 269 0,'12'17'838'0,"-6"2"365"15,0 4 41-15,0 3-130 0,2 4-318 0,-1 2-253 16,1 3-137-16,3-1-86 0,-3-1-64 15,4-1-79-15,2-4-80 0,-1-2-47 0,6-6-24 16,-3-8-12-16,5-1-8 0,0-8-3 0,0-6-1 16,1-6-1-16,0-4-1 0,-4-5 0 15,1-5 0-15,-5-4 0 0,-1-1 0 0,-5-4 2 16,-3 2 1-16,-4-1 2 0,-2-1 2 0,-6 0 6 16,-4 2 3-16,-3-1 4 0,-4 4 1 15,-2-3 1-15,-4 4-1 0,2 2-4 0,-2 5-3 16,1 4-3-16,-1 6-4 0,0 8-3 15,5 7-1-15,0 6-4 0,2 6-2 0,3 4-2 16,2 7-2-16,4-1 0 0,4 4-14 0,2 1-35 16,2-1-64-16,2 3-63 0,2-1-88 0,3 0-156 15,-1-3-227-15,1-1-286 0,1-3-220 16,2-2-187-16,3-3 76 0,0-6 485 16</inkml:trace>
  <inkml:trace contextRef="#ctx0" brushRef="#br2" timeOffset="194866.15">15309 14316 488 0,'4'-13'1148'0,"-3"1"407"16,-1 4-81-16,2 2-366 0,-1 1-414 15,-1 1-249-15,0 1-151 0,2 2-112 0,-2 1-75 16,2 2-40-16,0 1-21 0,2 5-10 15,-3 1-1-15,2 2 2 0,1 6 3 0,0 3-2 16,-2 2-2-16,0 5 0 0,-1 4-2 0,-1 1-2 16,-1 5-3-16,-1 1-2 0,-3 3-5 0,4-2-4 15,-3 0-6-15,1-2-3 0,2-5-4 16,1-2-2-16,1-5-1 0,2-5-2 0,1-2-1 16,0-5 0-16,3-6-1 0,2-3 1 15,-1-4-1-15,3-8 1 0,2-4-1 0,-1-4 0 16,1-3 0-16,3-7-2 0,0-1 0 0,1-2 0 15,0-4-1-15,-1 0 1 0,1 1 1 0,-4 0 1 16,1 0 1-16,-2 1 1 0,-3 1 1 16,-1 4 1-16,-2 0 0 0,-1 3 1 0,-3 2 1 15,-2 3 0-15,-2 3 1 0,-1 2 0 16,-2 5 0-16,-3 6-1 0,0 4 1 0,-3 4 2 16,2 5 5-16,-1 5 2 0,1 5 2 0,2 2 1 15,-2 6 1-15,6 2-3 0,0 5-3 0,1-1-3 16,2 1-2-16,3 0-3 0,2-1-3 15,4-4-1-15,1-2-2 0,4-2-2 0,2-5-1 16,0-3-6-16,4-1-12 0,2-1-15 16,-2-3-27-16,0-2-78 0,0-2-110 0,0 1-211 15,-1 0-295-15,-1-4-365 0,-2 0-442 0,2 2-173 16,-2-3 366-16,-1 1 824 0</inkml:trace>
  <inkml:trace contextRef="#ctx0" brushRef="#br1" timeOffset="199163.4">7658 13814 222 0,'-6'10'579'0,"0"0"312"16,-1 1 179-16,1-3-184 0,1 0-239 0,0-3-153 15,1-1-124-15,1 0-75 0,1-1-53 16,2-1-46-16,0 0-27 0,2 0 19 0,-1-2 23 16,3-2-2-16,2-2-13 0,-2 0-17 0,4-5-18 15,-1-3-36-15,2-3-34 0,2-3-21 16,-1-3-10-16,2-3-8 0,1-3-3 0,-2-4-4 15,3 1-4-15,-2-4 0 0,0 2-5 0,1-1-9 16,-2 1-8-16,1 2-6 0,-4 3 1 16,0 3 0-16,0 5 1 0,-2 3 6 0,-2 4 3 15,-1 1 1-15,-2 3-4 0,1 2-4 16,0 3-4-16,-1 3-4 0,-1 4-3 0,0 4-2 16,0 4-2-16,0 5 0 0,0 2-2 0,-1 5 0 15,1 3-2-15,-2 3 0 0,2 2 0 0,0 1 0 16,0 1 1-16,0 2 1 0,2 3 1 15,-1-4 1-15,-1 0 1 0,2 0-1 0,-1-2-1 16,1-2-1-16,1-5-2 0,0-2-1 16,-3-5-1-16,2-2-2 0,-1-2 0 0,-1-6 0 15,2-1-3-15,-1-4-6 0,1-2-7 0,0-6-16 16,2-2-24-16,-2-4-65 0,1-5-73 16,-1-5-123-16,3 0-197 0,1-1-304 0,0-3-351 15,-1 1-257-15,1-1-126 0,-1 2 404 16,1-2 637-16</inkml:trace>
  <inkml:trace contextRef="#ctx0" brushRef="#br1" timeOffset="199496.93">7998 13678 16 0,'5'21'480'0,"1"3"442"0,-1 2 257 0,0 2-18 16,1 1-342-16,0-1-304 0,2 2-194 0,-1-5-115 15,2 0-70-15,-1-5-51 0,3-2-31 16,0-4-23-16,0-3-14 0,2-5 9 0,1-5 36 15,1-5 38-15,0-7 31 0,1-2 14 0,-2-9 1 16,-1 0-13-16,1-6-33 0,-1-3-10 16,-5 0-7-16,1 0-1 0,-3-2 1 0,-2 2 4 15,-4 3 6-15,-2 1-15 0,-4 0-12 0,-5 3-11 16,1 1-4-16,-5 2-4 0,-1 2-6 16,-2 4-6-16,1 2-6 0,-2 2-5 0,0 6-5 15,-2 1-8-15,1 6-4 0,1 5-4 16,0 4-2-16,0 4-2 0,3 4-2 0,2 6-3 15,4 1 1-15,1 3-1 0,2 0-1 0,6 1-9 16,1 1-24-16,3-1-72 0,2-3-84 0,1 1-160 16,5-6-288-16,0 1-330 0,2-6-382 15,4-1-223-15,-1-4 85 0,5-1 697 0</inkml:trace>
  <inkml:trace contextRef="#ctx0" brushRef="#br1" timeOffset="200132.65">8591 13510 298 0,'5'-8'825'0,"0"3"366"0,-2-1 35 15,-1 4-239-15,2-3-256 0,-4 4-171 0,3-2-127 16,-1 3-80-16,-1-2-61 0,1 2-57 0,-2 0-70 16,2 0-64-16,-1 0-30 0,1 2-13 15,-1 1-4-15,1 0-2 0,1 5-2 0,-1 0-1 16,3 5-8-16,-1 2-7 0,-1 2-4 16,0 5-6-16,-1 2-3 0,1 4-4 0,-3 3-2 15,0 4-2-15,0 1-3 0,-3 3-2 0,1 1 0 16,-1 1-3-16,0-1-1 0,-1-3 0 15,2-5-2-15,-1-3-1 0,3-7-2 0,0-2-2 16,0-4 0-16,0-6-1 0,2-3 1 0,1-2 1 16,1-7 0-16,1-4 1 0,1-6 1 15,2-5-1-15,3-5 0 0,0-3-2 0,1-5 0 16,3-3-1-16,1-4 0 0,1 0 1 16,-1-1 0-16,3 1 2 0,0-1 0 0,-1 2 0 15,0 4 0-15,-3 0 1 0,2 3-1 0,-4 6 2 16,-1 0-1-16,-2 5 1 0,-4 3 1 15,2 4 0-15,-2 1 1 0,-4 3 2 0,3 0 5 16,-4 3 5-16,1 1 2 0,-2 3 2 0,-2 1-1 16,-1 4 0-16,-2 3-6 0,-4 1-2 15,1 3-5-15,-2 3-1 0,0 3 1 0,-2 3 2 16,1 3 0-16,1 2 4 0,1 2 2 0,0 0 1 16,1 2-1-16,2 1-2 0,3-2-1 15,1 0-3-15,2-2-2 0,2-4-3 0,2 2 0 16,4-4-2-16,0-2 0 0,3-1-2 15,5-1-1-15,-2-6-1 0,5 1 1 0,-3-2 0 16,6-3-1-16,0-1-5 0,-1-2-13 0,3 0-20 16,-1-3-53-16,-1-2-87 0,-1-1-209 0,1 0-279 15,0 0-352-15,2-1-444 0,-3-2-355 16,1-2 177-16,0-1 977 0</inkml:trace>
  <inkml:trace contextRef="#ctx0" brushRef="#br0" timeOffset="213514.15">1498 3759 231 0,'-3'4'393'0,"-1"0"137"0,2 0 14 15,-1-2-208-15,3 2-144 0,-2-3-89 0,2 0-43 16,0 2-17-16,0-3 1 0,2 0 12 0,-2 0 11 16,3 0 7-16,-1 0 56 0,2 0 32 0,1 0 48 15,1 0 39-15,2 0 9 0,0-3 45 0,3 2-12 16,-3 1-5-16,2 0-30 0,0 0-41 0,2 0-23 16,-1 1-50-16,5 2-44 0,-2-1-31 0,5 0-30 15,1 1-17-15,-2 1-7 0,4-1-6 0,1 2-4 16,0-2 11-16,4 0 9 0,0 1 4 15,1-1 10-15,2 0 36 0,2-2 20 0,1 1-9 0,2-1-4 16,1-1-2-16,0 0-9 0,-1 0-23 0,3-1-13 16,0-1 50-16,4 1 30 0,1-2 10 0,3 2 1 15,0-2-8-15,1 0-7 0,1 0-46 0,1 0-28 16,0-2-14-16,2 1-9 0,1-4-3 16,-1 2 3-16,2-1 1 0,4-1 3 0,-2-1-5 15,1-2-1-15,1 3-1 0,0-3-8 0,1 1-2 16,-1 0-5-16,0 2 5 0,-2 1 0 0,-1 0 0 15,0 2 1-15,-2 1 1 0,-3 1-1 0,2 1 0 16,-3 2 9-16,-2 2 10 0,0-1 6 16,-2 1 7-16,-1 1 10 0,3 0-2 0,-3 0-7 15,2 0-10-15,2 0-5 0,1 0-5 16,0 0-10-16,1-1 0 0,1 3-1 0,-2-4 0 16,4 1-1-16,-3 1-1 0,2-1 6 0,-1-2 2 15,1 2 2-15,3-2 1 0,-1 0 0 0,-2 0 2 16,3 0-6-16,1 0-7 0,0 0-4 15,2-2-3-15,-1 0-1 0,1 2-2 0,1 0 0 16,-3 0 3-16,2 2 10 0,-3 0 4 16,-3 1 2-16,1 0 0 0,0 1-1 0,-3 2 0 15,0-1-3-15,-3 1-3 0,1 1-2 0,-1 0 3 16,0 0-1-16,0-2 2 0,0 2-1 0,0-2-2 16,1 1 2-16,-1-4-1 0,1 2-1 15,-2-2 1-15,0 0-2 0,0-1-2 0,-1 1 1 16,-1-2-1-16,-2 1-1 0,1 1-1 15,-2-1 0-15,-2 3 3 0,1-2 0 0,-4 2 0 16,0 0 2-16,0-1 1 0,0-1 2 0,-2 1-1 16,2 1 0-16,0-1 0 0,2 0 0 15,0-2-1-15,1 1-1 0,0-1 0 0,1 1 0 16,-1-1 0-16,0-1 0 0,2 2-1 0,-1-1 0 16,-1 0 0-16,0 1-1 0,0 0-2 0,3 0-2 15,-3 2 1-15,2-3 2 0,-1 3 1 16,2-4 2-16,-3 0 1 0,3 0 2 0,3 0 0 15,-2 0 0-15,2-3-2 0,0 1 1 16,2-2-2-16,1 0-1 0,1 1 0 0,-2-1 4 16,-1 1 2-16,0-2 2 0,1 2 3 0,1 0 1 15,-4 0 0-15,3 0-5 0,-3 2-1 0,-1-1-2 16,1 1-1-16,-2 1 1 0,1 0 4 16,1 0 4-16,1 0 1 0,2 0 1 0,0 0 0 15,3 1 0-15,0-1-3 0,-1 2-2 16,2-2-2-16,2 1-1 0,-2-1-1 0,2 0 0 15,-2 0 1-15,1-1 1 0,1-1 1 0,-3 1 2 16,3-1-1-16,2 0 1 0,1-3-1 0,2 2-1 16,0-2-1-16,2 1-2 0,1-2 0 15,-2 2-2-15,2-2-1 0,0-1 0 16,-1 2-2-16,-1 0 0 0,-1 0 0 0,-3 1 1 16,2 0 0-16,-3 1 2 0,2 1 0 0,-1 0 2 15,0 1 1-15,3 1-1 0,0-2-1 0,0 1 1 16,-1 0-2-16,3-3 0 0,-2 3 1 15,0-4 0-15,2 2 0 0,-1-1 1 0,-1-2 3 16,1 2 2-16,-1-2 3 0,2 1 0 16,-2 1 3-16,1 0 0 0,-1 1 1 0,0 0-2 15,-2 0-1-15,-1 1 1 0,-1 1-2 0,-1 0-2 16,-2 1 0-16,-1 0-1 0,0-2-2 0,-3 2-1 16,1-2-1-16,-2 2 1 0,-1 0-1 15,-3-1 0-15,0 1 2 0,0-3-1 0,-3 0-1 16,0 2 0-16,-3-2 0 0,-2-2-2 15,-1 2-1-15,-2-1 0 0,-3 1-1 0,-2-3 0 16,-1 1-2-16,-5 0 1 0,-2 2-2 0,-4-2 0 16,-1 0 0-16,-4 1-1 0,-4-1-5 15,-3 0-9-15,-4-1-15 0,-2 3-20 0,-5 1-42 16,-3 0-77-16,-2 2-105 0,-2 0-204 16,2 2-292-16,-2-2-351 0,6-2-363 0,-3-2-162 15,1-4 314-15,-4 1 773 0</inkml:trace>
  <inkml:trace contextRef="#ctx0" brushRef="#br0" timeOffset="-207133.42">19361 14005 220 0,'2'-3'495'0,"1"-2"219"0,-1 4 122 16,0 0-199-16,-1-1-186 0,1 0-85 16,-1 2-27-16,1 0-1 0,0 0-12 0,-2-1-30 15,0 1-43-15,0 0-50 0,0-1-42 16,0 1-36-16,0 0-13 0,1 1 5 0,-1-1 27 16,0 0 25-16,0 1 16 0,0-1-3 0,2 0-15 15,-1 2-26-15,-1-2-34 0,0 2-32 16,0-1-29-16,0 2-17 0,-1 1-5 0,-1 2-2 15,2 4-2-15,-1 2-1 0,1 1 3 16,-4 2-4-16,4 3-5 0,-1 3-4 0,-1 3-3 16,1 3-2-16,1 1-3 0,-2 1 0 0,0 4-1 15,2-3 0-15,-1 4 0 0,1 0 1 0,0 0 9 16,0 1 2-16,1-1 5 0,-1 0 1 16,2 1 2-16,0-3 1 0,-1 2-7 0,2-1-2 15,1-2-3-15,-3 0-1 0,2-2-2 16,-1 2 0-16,-2-2-1 0,4 1 0 0,-2-1 0 15,0 1-2-15,-1-1 0 0,2-1-1 0,-3 0-1 16,4-2-1-16,-4 1 0 0,0 0 0 16,1 0 0-16,-1-1-1 0,0 2 1 0,2 0 1 15,-2-2 2-15,0 1 6 0,0 2 2 0,0-2 3 16,0 3 2-16,0 0 0 0,-2 2-2 16,2-3-4-16,0 3-2 0,0-1-2 0,0 1-2 15,0 1 1-15,-1-1-2 0,1 2 0 0,0-1-2 16,0 0 2-16,-4 0-1 0,4-1-1 15,0 2 1-15,-1-2 0 0,1 0 1 0,-2-1 0 16,2 1 1-16,0 0 0 0,2-3 1 0,-2 1-1 16,1-4 0-16,-1 3 0 0,0-2 0 15,4-1 1-15,-4 2-1 0,1-1 0 0,-1-1 0 16,3 2 0-16,-1-3-7 0,0 1-2 0,-1-2-3 16,1 0-1-16,1-1 0 0,-1 1-1 0,2-1 5 15,-2-2 3-15,-1 2 2 0,2 1 0 16,-3-2 1-16,4 2 0 0,-3-1 6 0,1 2 2 15,-1 2 1-15,-1-1 1 0,2 0 0 0,-2 2 0 16,2 0-4-16,-1 1-2 0,-1-1 2 0,2 1 0 16,-2-3 2-16,1 2 0 0,-1-4-1 0,0 1 0 15,2-3-8-15,0 0-3 0,-1-3-3 16,-1 1-1-16,5 0-1 0,-5-3 0 0,1 1 4 16,-1-1 4-16,2 1 1 0,-1-2 0 0,-1 2-1 15,0 0 2-15,2 0-1 0,-2 0 0 0,0 0 0 16,0 0 1-16,0 3-1 0,-2-2 0 15,2 3-1-15,0-3 0 0,-1 4 0 0,-1-2 1 16,2 1-1-16,-1 0 0 0,-1 3 5 0,-1-1 3 16,2 0 1-16,-1-1 0 0,0 1 0 0,-1 1-1 15,2-1-3-15,-1 0-3 0,0 0-4 0,2-2-3 16,-1 2 0-16,-1 0-2 0,1-1-1 0,1 1-1 16,-4-2 5-16,4 3 2 0,-1-2 1 15,-1 1 1-15,1 0-1 0,-4 0 2 0,5-3-1 16,-1 2 0-16,-1 1 0 0,0-2-1 0,2 1 1 15,-1 2-2-15,-1-1 1 0,1 2 0 0,1-1 0 16,-4 2 1-16,3 1-1 0,-1 0 0 0,1 1 0 16,-3 2 4-16,1 0-1 0,2 0-2 15,-1-2 0-15,0-1 0 0,-2 2 0 0,4-2-4 16,-2 0 2-16,2-2 2 0,0 0-1 0,0 5 0 16,-1-3 1-16,-1 4 0 0,2 0-1 0,0 0 0 15,-1 3-1-15,-1-1 1 0,0 3-2 0,1-2 0 16,1 2 0-16,-2 1-1 0,2 2-2 0,-1-2 5 15,1 1 0-15,-2 8 0 0,0-5-1 0,1-6-1 16,1-3-1-16,-2-8-9 0,2-5-11 16,-2-17-13-16,-1-3-38 0,2 0-65 0,-7-8-71 15,2-19-117-15,-2-14-169 0,0-9-267 0,0-12-297 16,0-8-223-16,3-10-144 0,0-5 278 0,1-5 539 16</inkml:trace>
  <inkml:trace contextRef="#ctx0" brushRef="#br0" timeOffset="-203999.9">19388 14127 58 0,'0'-2'337'0,"2"1"210"0,0-1 174 16,-2 1-49-16,0-2-118 0,1 0-100 0,-1 0-50 16,0-3-23-16,2 2-17 0,-2-4-31 0,1 0-63 15,-1-2-56-15,0-1-47 0,4-2-39 16,-4-2-32-16,1 0-13 0,2 0-11 0,-1-2 12 16,0 1 22-16,-1 1 31 0,1 0 34 15,-1-2 12-15,-1 1-1 0,0 1-24 0,0 0-25 16,0 0-35-16,0 0-34 0,0 1-23 0,-1 1-13 15,-1 1-8-15,2-2-6 0,-1 2-2 0,1 0-1 16,-2 0-3-16,2-1 0 0,-2 1-1 16,2-1-1-16,0 3-1 0,0-2-2 15,0 0 1-15,2 2 0 0,-2-1-1 0,2 0-1 16,-1-2-1-16,-1 1 0 0,3 1 0 0,-1-2-1 16,1 1 0-16,2 0 3 0,-1 0 1 0,0-2 0 15,0 2-1-15,1 1-1 0,0-2 0 16,3 2-1-16,-4 1-7 0,1 2 0 0,0-2 2 15,0 4 0-15,0 2-6 0,2 0 3 16,-2-1 2-16,1 2-2 0,3 0 3 0,1 0 3 16,-2 0-1-16,4 0-5 0,-2-1 11 0,3 1-3 15,-2-1 0-15,3-1 1 0,-1-2 5 16,1 2 4-16,1-1-5 0,-1-1 1 0,-2 1-4 16,0 2-3-16,0 0 1 0,-1-1-1 15,2 2-1-15,-4 2 0 0,-1-2 1 0,5 1 0 16,-5 1 0-16,1-1-1 0,1 1 0 0,2-1 0 15,-2 0-1-15,2 0-1 0,1 0 0 0,0-2 0 16,1-1 0-16,1 1 0 0,-2 0-1 16,2-1 1-16,0-1 1 0,0 1 1 0,0 1 2 15,2-1 3-15,-2 0 0 0,0 3 0 16,0-2-1-16,0 3 0 0,0 0-1 0,1 1-2 16,1 1 2-16,-2 0 0 0,0 1 1 0,2 1 1 15,-2 0-2-15,1 1 1 0,1 0-1 0,-1 0 1 16,2 1-1-16,-2-2-2 0,1 1 3 15,0 0-3-15,-1 0 1 0,1 0-1 16,-1 0 0-16,1 0 0 0,0-1 1 0,-2 1 0 16,1-1 0-16,1 0 1 0,-4 0-1 0,4 0 2 15,-4 1-1-15,3 0 1 0,-3 0 1 0,1 2 1 16,0-2 2-16,-1 3-2 0,1-3 0 16,-3 3-1-16,3-1-1 0,-1 0-2 0,-1-1-1 15,1 1-1-15,-2-1 1 0,3 1-1 16,-2-2 1-16,2 2-1 0,-2-1 3 0,1-1 4 15,4-1 5-15,1 0 1 0,-1 2 1 0,4-2 2 16,2-2-1-16,0 2-4 0,2-1-3 16,2 0-2-16,1-2 0 0,2 4-1 0,0-2-2 15,2-1 2-15,1 0-2 0,0 1 2 16,2 0-2-16,2 0 0 0,-1 1 0 0,0 0-1 16,-3-2-1-16,2 4-2 0,-2 0-1 0,-1-1 0 15,0 0-1-15,-1 2-1 0,-2-1 1 0,-1 1 0 16,2 0 1-16,-3 2 0 0,0-3 3 15,0 2-1-15,-5 0 0 0,3-1 1 0,-1-1 1 16,-2 1 0-16,1 1 0 0,-2-2 0 16,1-1 0-16,-1 2-1 0,0-2-1 0,-1 1-1 15,3-3-1-15,-1 2 2 0,0-2 2 0,1-1 0 16,0 1 1-16,2-2 1 0,0-2-1 16,2-1-1-16,1-1 1 0,-1-1 0 0,3-1-1 15,0-2 0-15,2 0 0 0,-1-3-1 16,3-1-1-16,1 0 0 0,1-1-1 0,1-1-1 15,3 1 2-15,0-3 1 0,1 2 1 0,3 0 1 16,-1-1 1-16,2 0 1 0,0 0 0 0,4 2 0 16,-3-1-2-16,6 0 0 0,-3 4 0 15,2 0-2-15,-1 1-1 0,1 0-1 0,0 2 1 16,1 1-1-16,-5 0-2 0,5 2 0 16,-1 0 1-16,1 1 1 0,0 1 1 0,0-4 2 15,3 1 2-15,1-1 0 0,3 0 1 0,-1 1-1 16,4-1 0-16,0-2-3 0,-2 1-2 15,1 0 0-15,-1 1-3 0,2-2 0 0,-4 3 1 16,2-1 1-16,-3 1 3 0,1 1 2 0,-1 1 1 16,-1 0 2-16,1 0-1 0,2 2 0 15,-1-1-3-15,-1 1 0 0,-1-1 0 0,-3 2-2 16,3-1 0-16,-3-1-2 0,-2 2 1 0,0 0-1 16,-3-1 3-16,2 1-2 0,-5 0 1 15,0-2 2-15,0 2 1 0,-2-1 0 0,2 1 0 16,-3-2 1-16,-1 0 0 0,1 2-2 0,0-2 0 15,-2 0 1-15,-2-1-2 0,1 2 0 16,-3-2-1-16,-2 0 0 0,0 0 1 0,0 0-1 16,-4-2-2-16,1 2 1 0,-2 2 0 15,-1-2 0-15,-1 1 0 0,0-4-1 0,0 3 2 16,-5 0-1-16,3-2 1 0,-1 3 2 16,0-2-1-16,-4 3 3 0,4-3-2 0,-2 2 1 0,2-1-2 15,-3 3 0-15,1-1 0 0,1 1 0 16,0 0 0-16,0 0 0 0,2 1 3 0,1-1-2 15,-1 2 0-15,2-1 1 0,-2 1-1 16,2 1-1-16,2-2 0 0,-1 0 0 0,0 1 1 16,1 0-2-16,1 0 1 0,0 0-1 0,2 0 1 15,-2-1-1-15,1-1-1 0,2 1 2 16,-1 1-2-16,1 0 0 0,1-1 2 0,-3 2 0 16,3 0 0-16,-3-1 1 0,1 2 0 0,1 1 1 15,1 1-1-15,0-2 0 0,0 1 1 16,0-1-1-16,2 0 0 0,1 1 0 0,1-2 1 15,-1 0-1-15,1 2 0 0,0-3 0 0,0 2-1 16,2-2 0-16,-4 2-2 0,2-3-1 16,0 2 1-16,1 0 0 0,-1-2 0 0,0 4 2 15,1-5 1-15,0 2 0 0,0-2 0 16,1 0 1-16,0 0 2 0,2-2-3 0,1-3 1 16,-1 4-2-16,3-4 2 0,-1 3-1 0,0-2-1 15,1 0 0-15,-1 1 0 0,-1-1 0 16,1 1-1-16,-3 1-2 0,0 1 2 0,0-1-1 15,-1 2 0-15,-2 0 2 0,0 0 0 16,-1 2 1-16,1-1 0 0,-3 1 0 0,3-1 1 16,-3-1-1-16,2 2 0 0,0-2 2 0,0-2 0 15,-1 2-2-15,2-1 0 0,-1-1 1 0,2 1-2 16,-4-2 0-16,1-1 0 0,-1 3-1 16,0-2 0-16,0 2 0 0,-4-2-1 0,4 2-1 15,-2-1 0-15,-2 0 0 0,3 1 2 16,-3 0-2-16,-1-1 4 0,4 2 0 0,-4 0 1 15,1 0 1-15,1 0-1 0,0 0 1 0,1 0-1 16,0 0 0-16,0 0 1 0,4 2-2 0,-2-2 1 16,1 1-1-16,0-1 1 0,0 1 0 15,1 1-2-15,-1-2 0 0,0 2 0 0,1-2 0 16,-2 1-1-16,0 0-2 0,-1 1 1 16,3-1 0-16,-4 1-1 0,3-2 1 0,-1 1 1 15,-4 0 2-15,4 1-1 0,-1-2 1 0,-1 0 0 16,0 0 1-16,0-2 0 0,4 1 0 15,-2 0 0-15,2-2 1 0,1-1 0 0,0-1 0 16,5-1-2-16,-4 0 0 0,1 0 0 0,0-2-1 16,0 2-1-16,0 0 1 0,0 0-2 0,-1 0 1 15,1 2-1-15,-2-1 1 0,-3 2-1 0,1 2 2 16,0-1 0-16,-1 1 0 0,-2 1 0 0,-1 1 1 16,-1 1 2-16,3-1 0 0,-4 0-2 0,1 3 2 15,-1-1 1-15,0-2-1 0,0 2-1 16,-1-1 1-16,1 1-1 0,0-2 0 0,0 0-1 15,-2 3-1-15,1-3 1 0,-4 0-1 0,4 1 1 16,-2 0 0-16,-1-1-1 0,0 2 0 0,0-1-1 16,1 0 0-16,-3 0 0 0,5 1 0 15,-6-1 1-15,4 1-1 0,-2-2 0 0,1 1 1 16,-1-1-1-16,1 1 0 0,0 0 1 0,0-2 2 16,-1 0 1-16,2 1 1 0,-3-1 0 15,3 0-5-15,-2 0-5 0,2 0-2 0,-1 0-1 16,0 0-1-16,-1 0-2 0,4 0 7 0,-2 1 2 15,-2-1 2-15,2 2 0 0,-2-2 0 0,0 2 2 16,-3-1-1-16,2 2 1 0,-2-1 0 0,0 0 0 16,-3 1 0-16,3 0 0 0,-1 2-1 15,-2-2 1-15,0 1 0 0,0 2-1 0,0-1 0 16,0-1 0-16,-2 0 0 0,2 1 0 0,-1 1 6 16,1-4 3-16,-1 2 2 0,0 1 3 15,2-2 2-15,-2 0 2 0,1-1-3 0,0 0-9 0,-2 2-3 16,4-3-3-16,-4 2-3 0,4-2-2 0,-3 1-2 15,2-1 5-15,-1 0 2 0,-1 1 1 0,2-2 1 16,0 2 1-16,-1-2 0 0,3-2-1 0,0 0 0 16,-1 1-1-16,1-2 2 0,2 0-3 15,-2 1 1-15,0-3 0 0,2-1 1 0,-1 1-2 0,1-2 0 16,0 2 0-16,-3 1 1 0,1-2-1 16,0 1 1-16,-3-1-1 0,0 2 1 0,1-1 0 15,-2 1 1-15,0 0-1 0,-1 2 5 0,1-1 4 16,-2 1 0-16,2 0 1 0,-1 0-2 0,-1 0 1 15,1 1-8-15,1-2-2 0,4 0-2 0,-2 0 0 16,1 0-1-16,-1 0 1 0,2 0 2 0,-1-2-2 16,3 2 1-16,1-3 1 0,2 1 0 15,0-1 0-15,-2 1 0 0,4-3 0 0,1 1-1 16,-3 0-1-16,1-1 2 0,0 0-1 16,-1 1-1-16,-2-1 0 0,1 2 0 0,-5 0 0 15,-1 1 1-15,-4 1-2 0,-8 1 2 0,-8 2 0 16,0-2 1-16,0 3-1 0,0 0 1 15,0 0 1-15,0-2-2 0,0 2 1 0,0 0-1 16,0 0 0-16,0 0 0 0,0 0-2 0,0-1-2 16,0 1-10-16,0 0-34 0,0-2-77 0,0 0-113 15,0 0-211-15,0 0-297 0,-19-2-356 16,-6 1-378-16,-9-3-159 0,-5 2 385 16,-1-3 748-16</inkml:trace>
  <inkml:trace contextRef="#ctx0" brushRef="#br0" timeOffset="-202454.55">20548 14272 385 0,'1'-6'887'0,"-1"2"317"16,0-2-4-16,0 2-293 0,0 0-281 0,0 3-154 16,0 0-93-16,0 1-62 0,2 0-43 15,-1 2-41-15,1 6-47 0,4 2-54 0,-1 7-44 16,1 5-17-16,1 4-10 0,-3 7-6 0,1 2-7 15,1 5-9-15,1 2-6 0,-4 3-9 16,2 1-5-16,-4 0-8 0,3 0-5 0,-1-2-4 16,1-5-2-16,-1-1-1 0,0-3 0 0,1-6-2 15,-3-1 1-15,2-8-3 0,-1-1-10 16,-2-4-27-16,0-5-66 0,-2-4-70 0,-1-6-117 16,-2-4-177-16,1-5-296 0,-4-4-326 15,2-6-240-15,-1-3-144 0,1-6 305 0,-5-2 583 16</inkml:trace>
  <inkml:trace contextRef="#ctx0" brushRef="#br0" timeOffset="-202000.27">20488 14241 261 0,'1'-8'776'0,"2"1"356"16,-1 1 44-16,1 1-223 0,0 1-337 0,0-1-240 0,0 1-142 15,4-1-51-15,1 1-10 0,2 0 7 16,2-1-5-16,1-2-11 0,2 4 10 15,4 1-17-15,0 1-22 0,2 1-40 0,1 0-21 16,-1 1 2-16,2 1-20 0,1 3-10 0,-3 1-8 16,1 0 6-16,0 2 4 0,-5 2-5 15,0 1 2-15,-4 3 3 0,0 1 4 0,-7 4-3 16,-1 0-3-16,-5 5-8 0,-2 0-8 0,-6 3-7 16,0 2-6-16,-4 1-4 0,-1 0-5 0,-2 0-1 15,0 0-1-15,-1-2-2 0,4-2-1 16,0-2-2-16,3-5-2 0,1 0-2 0,7-5-1 15,-3-1-1-15,6-5-1 0,1 1 2 16,4-3 0-16,1-1 2 0,4-4-1 0,1-1 2 16,2-1 1-16,3-2 1 0,2-2 0 0,1-1-1 15,0 2 1-15,1-2 0 0,0 2-1 0,-1 0 0 16,-3 1 0-16,0 3 1 0,-6 3 1 16,0 2 1-16,-3 2-1 0,-4 3 2 0,-2 2 0 15,-5 2 0-15,-1 4-2 0,-3 0 1 16,-4 2 0-16,-1 0-1 0,0 3-1 0,-3 0-1 15,1-2 1-15,-2 0-2 0,0 0-1 0,1-3 0 16,0-1 0-16,0 0-2 0,2-3-8 16,1-4-16-16,2-1-45 0,-1-3-78 0,4-3-91 15,0-4-158-15,0-3-263 0,3-2-332 16,3-1-312-16,0-3-173 0,1-2 98 0,5-1 581 16</inkml:trace>
  <inkml:trace contextRef="#ctx0" brushRef="#br0" timeOffset="-201765.94">21259 14683 357 0,'8'10'1157'16,"-5"-1"472"-16,-2 5-123 0,-1 0-322 15,-1 3-490-15,-1 2-259 0,-4 4-173 0,3 0-103 16,-2 3-62-16,1-4-38 0,-1 1-25 0,1-2-16 15,3-2-9-15,-1-1-7 0,1 0-3 16,1-1-6-16,0-2-29 0,0 0-76 0,-5-2-96 16,2-2-184-16,2-1-290 0,-6-1-347 0,4-3-379 15,-2-3-191-15,0-2 226 0,-1-3 729 16</inkml:trace>
  <inkml:trace contextRef="#ctx0" brushRef="#br0" timeOffset="-201591.84">21254 14539 235 0,'-4'-17'912'0,"-3"7"425"0,-4 4-18 16,2 6-172-16,-1 3-424 0,-4 3-275 0,3 3-151 15,0 1-78-15,0 3-46 0,3 0-50 16,1 1-48-16,6-1-37 0,1 1-22 0,5-1-69 16,-1 0-66-16,4-1-122 0,3-2-229 15,2 2-299-15,3-2-349 0,-2 1-259 0,5-2-99 16,0-2 440-16,2 1 641 0</inkml:trace>
  <inkml:trace contextRef="#ctx0" brushRef="#br0" timeOffset="-201265.66">21611 14641 429 0,'-4'-2'1359'0,"-5"0"363"0,-1 0-248 15,-1 4-336-15,-2 0-492 0,2 0-259 0,-1 4-171 16,2-1-82-16,2 1-46 0,2 0-30 0,2 0-23 15,2 0-14-15,4 1-11 0,2 1-5 16,4 0-3-16,1 2-1 0,4 0-2 0,-1 1 1 16,6-1-1-16,-2 1 1 0,1 2 0 0,-1-4 0 15,3 5 1-15,-5-1 0 0,0 2 0 16,-3 0-1-16,-1 2 1 0,-4-1 1 0,-3 2 0 16,-4 2 0-16,-5 0 0 0,-2-1 0 15,-4 0-1-15,-3 1 1 0,-1-1-1 0,-3-1 0 16,0 0 1-16,-2-1-1 0,-1-4-1 15,3 0 0-15,0-3-3 0,0-3-12 0,3-2-29 0,2-2-74 16,3-6-81-16,1-2-155 0,3-4-286 16,2-3-328-16,5-3-368 0,3 0-219 0,3-1 65 15,2-2 662-15</inkml:trace>
  <inkml:trace contextRef="#ctx0" brushRef="#br0" timeOffset="-201013.51">21826 14941 214 0,'10'18'843'0,"-3"-1"402"0,-3-2 24 0,5-2-147 16,-4-1-373-16,3-4-242 0,-1-2-130 0,2-5-71 15,-1-3-48-15,2-5-48 0,-2-3-64 0,1-4-57 16,0-4-27-16,-2-1-12 0,-1-2-7 16,-1-1-4-16,-4-1-4 0,-1 0-4 15,-3 3-6-15,-3-3-5 0,0 3-2 0,-2 4-1 16,-4 2-4-16,-2 3-2 0,1 7-3 0,-4 4-1 15,1 2-4-15,-1 4-3 0,4 5-3 0,-1 2-6 16,3 2-16-16,0 0-52 0,3-2-77 16,3 0-140-16,2-2-264 0,3 1-315 0,2-3-378 15,4 0-327-15,7-1-39 0,1-4 622 16</inkml:trace>
  <inkml:trace contextRef="#ctx0" brushRef="#br0" timeOffset="-200060.15">22824 14408 299 0,'-3'0'712'0,"2"1"342"0,-4-1 106 15,1 3-257-15,0-1-287 0,-2 0-150 16,3 1-59-16,-1 0-33 0,1 2-44 0,0-2-42 15,1 0-43-15,1 0-50 0,-1 0-64 16,2-2-56-16,2 0-33 0,-1 1-20 0,2 0-4 16,4-2-4-16,4 0 5 0,2-2 4 0,4-1 8 15,2-1 4-15,5-4 2 0,4-2 2 16,4-2-3-16,-1-3-4 0,4 0-6 0,2-3 0 16,-3-1-5-16,1 1-2 0,0-1-2 15,-5 3-1-15,-5 2-1 0,-3 1 0 0,-5 2 4 16,-2 4 5-16,-3 0 5 0,-4 3 1 0,-3 2 2 15,-5 1-5-15,-1 2-4 0,-6 4-8 0,-4 1-4 16,-3 3-3-16,-5 3-3 0,-3 3-2 16,-7 1 0-16,-2 4-2 0,-4 0-1 0,-3 4-1 15,0-2 0-15,2 0 0 0,-2 1 0 16,-1-2 1-16,4 0 0 0,1 0 0 0,3-1 0 16,2 1 1-16,6-4 0 0,3 4-1 0,2-5 0 15,5 0-1-15,2-1 1 0,5 1 0 0,2-2-1 16,4 0 1-16,5-1 0 0,2-1 1 15,3-1-1-15,3 0 0 0,6-3 0 0,0 0 1 16,3-4 0-16,4 1-1 0,-1-3 0 16,2-1 0-16,1-2 0 0,-1-1-1 0,2-1 0 15,-1 0 0-15,2 0-2 0,-3 1 1 16,-2 1-2-16,-3 0-1 0,1 2 1 0,-3 2-1 16,-1 0-4-16,-3 1-8 0,-1 2-18 0,-5 0-44 15,1 0-83-15,-3-2-144 0,-5 4-267 16,0-4-316-16,-1 1-396 0,-2-3-371 0,0-2-25 15,0 0 682-15</inkml:trace>
  <inkml:trace contextRef="#ctx0" brushRef="#br0" timeOffset="-199550.66">23482 14415 315 0,'3'-3'902'16,"-3"0"338"-16,0 0-23 0,0-1-246 0,2 0-397 15,-1 2-234-15,4-1-76 0,0-1-1 0,1 1-3 16,2-1-14-16,5-2-16 0,-4 0-35 16,7 0-54-16,-2-2-53 0,5-1-29 0,0-1-11 15,2-3-11-15,2 0-7 0,1-2-3 16,0 0 2-16,0 0 1 0,-1-2-4 0,1 2-3 15,-3 1-3-15,-1 0-2 0,-3 2-5 0,-1 2-6 16,-2-1-1-16,-2 4 5 0,-4 2 8 16,-2 2 8-16,-3 0 7 0,2 1 2 0,-7 2 0 15,-2 2-6-15,-3 1-8 0,-1 3-7 16,-5 2-7-16,-2 1-2 0,-2 3-3 0,-4 0-1 16,-4 3-1-16,-2 1-1 0,-2 2-2 0,-2 3 0 15,-3 1-1-15,3 3 0 0,-1 2 0 0,0-2 0 16,4 3 1-16,1-2 1 0,5-1 0 15,5 1 1-15,-1-2 1 0,7-1 0 16,3-2-1-16,3-2 2 0,5-1 1 0,3-3 2 16,4 0 0-16,4-7 1 0,3 1 0 15,4-3 0-15,2-3-1 0,4-2 0 0,0-1-2 16,3-2-1-16,1 0-1 0,1-2 0 0,-3-2-1 16,1 2-2-16,2-3 0 0,-6 5-2 0,0-4 0 15,-3 2 0-15,0 2-1 0,-2 1-5 16,-1-1-17-16,-4 4-44 0,0-1-81 0,-4 1-146 15,-2 1-268-15,1-1-320 0,1 3-393 0,-3 2-379 16,4-4-23-16,-1 4 693 0</inkml:trace>
  <inkml:trace contextRef="#ctx0" brushRef="#br0" timeOffset="-198884.27">24761 14258 300 0,'-3'-9'860'16,"-2"4"362"-16,0 2 7 0,-4 1-235 0,4 2-329 15,-1 2-176-15,-1 3-103 0,3 5-66 16,-4 6-46-16,3 3-36 0,0 8-53 0,1 4-66 16,0 3-36-16,4 7-22 0,0 3-6 0,2 4-9 15,1 2-6-15,4 2-6 0,2 0-10 16,4-3-5-16,1-4-8 0,7-7-7 15,2-7-2-15,4-6-2 0,0-9-2 0,6-7 1 0,0-9 1 16,0-9 0-16,2-7 1 0,0-9 0 16,2-4 0-16,-6-9-1 0,3 1 0 0,-8-6 1 15,-2 1 1-15,-4-1 1 0,-7 1 7 0,-5 1 4 16,-5 2 1-16,-4 0 0 0,-6 1 0 16,-5 2 4-16,-6 4-3 0,-4 0-5 15,-3 4 1-15,-5 2-2 0,-6 6 0 0,1 6-4 16,-5 6-1-16,0 8 0 0,0 6-2 0,0 8-1 15,0 6-3-15,5 5-2 0,5 1-2 16,5 6-3-16,5 3 0 0,9-1-11 0,3 2-29 16,8 2-78-16,1-2-104 0,7 2-219 0,5-3-300 15,6-2-362-15,4 0-409 0,7-3-159 0,2-1 367 16,5-2 802-16</inkml:trace>
  <inkml:trace contextRef="#ctx0" brushRef="#br0" timeOffset="-195745.51">29024 13909 259 0,'7'-7'787'15,"-5"-1"379"-15,0 3 51 0,-4-1-227 16,-3 0-361-16,4 6-213 0,-5 0-96 0,-2 0-27 15,1 0-18-15,-1 6-19 0,-2-2-31 16,0 2-37-16,0 1-46 0,-2 2-47 0,1 2-30 16,1 2-20-16,-2 3-16 0,4 7-12 0,-2 4-8 15,2 8-4-15,2 5 8 0,1 8 2 16,0 4 4-16,4 7 8 0,-2 1 1 0,3 3 2 16,0 3-13-16,1-1-3 0,2 0-3 0,1-3-5 15,2-6-3-15,4-2-3 0,0-7-1 16,2-6-1-16,2-5-2 0,0-5 0 0,2-6-1 15,-3-5 1-15,-1-3-1 0,2-4 1 0,-4-4 1 16,1-2-7-16,-5-5-16 0,1 0-44 16,-4-4-66-16,0-2-65 0,-1-2-108 0,-4-1-162 15,0-2-241-15,1 0-274 0,-2-4-212 16,-1 2-169-16,1-5 174 0,1 2 506 0</inkml:trace>
  <inkml:trace contextRef="#ctx0" brushRef="#br0" timeOffset="-194349.29">29299 14414 221 0,'-1'0'673'0,"1"1"362"0,-2-1 117 0,0 0-199 16,1 0-326-16,1 0-223 0,-4 0-135 15,4 0-85-15,0 0-58 0,0 0-38 0,0 0-32 16,4 0 5-16,1-1 25 0,-1 1 42 0,7-2 32 16,-1 0 12-16,4 1 5 0,-2 1-25 15,1 0-31-15,5 0-21 0,-1-1-22 0,2 1-14 16,1-2-6-16,0 2-5 0,2-2-4 15,1 0-20-15,1-1-13 0,-3 2-5 0,1-1-3 16,0-3-4-16,-3 3-1 0,0-1-1 0,0 0 0 16,-5 0 0-16,2 0-2 0,-4 0 0 15,0 0-2-15,-3 2-2 0,-1-3-8 0,-2 3-44 16,1 1-68-16,-6-1-73 0,1-1-153 0,-2 2-283 16,0 0-322-16,0 0-289 0,0 0-195 15,0 0 72-15,0 0 603 0</inkml:trace>
  <inkml:trace contextRef="#ctx0" brushRef="#br0" timeOffset="-193668.45">30183 14274 147 0,'1'-2'737'0,"1"1"434"0,-2 1 73 15,-2 1-150-15,1 2-422 0,-1 2-295 16,1 2-115-16,1 5-9 0,-4 3 8 0,4 4-11 16,-1 3-11-16,-1 3-27 0,0 3-47 0,2 1-56 15,0 2-44-15,0 1-21 0,4 0-17 0,-1 0-11 16,3-5-6-16,1-2-2 0,4-1-3 0,1-5-2 16,4-6 0-16,2-2-1 0,0-8 1 15,3-5-2-15,3-5 1 0,1-5-1 0,0-6 0 16,2-6-2-16,-2-3 2 0,-1-3-1 0,-2-3 3 15,-1 0 0-15,-7-1 4 0,2 2 5 0,-10 0 2 16,1 1 3-16,-6 3 0 0,-2 1-1 16,-6 1-1-16,1 2-5 0,-10 2-3 0,3 0-2 0,-5 5-2 15,0 3-1-15,-2 2-1 0,-2 5-2 16,1 4 1-16,-3 3-2 0,2 4-1 0,0 6-1 16,3 1 0-16,-2 4 0 0,3 3 0 0,3 2-1 15,2 2 1-15,-1 0 0 0,6 3 0 0,0-1-1 16,2 1 1-16,3 1-5 0,3-2-29 15,2-2-70-15,-1 0-65 0,5-4-111 0,1 1-179 16,1-4-313-16,-2-2-315 0,7-3-219 0,-2-1-134 16,0 0 307-16,3-2 577 0</inkml:trace>
  <inkml:trace contextRef="#ctx0" brushRef="#br0" timeOffset="-192999.65">30743 14579 321 0,'6'-2'780'16,"1"0"313"-16,-2 2 38 0,0 0-257 16,-2 0-292-16,1 4-196 0,-1-2-78 0,2 6 0 15,-3 0 12-15,2 3-26 0,-1 3-33 0,-3 1-36 16,1 0-56-16,-1 3-56 0,-1 1-49 15,1 1-27-15,-2 1-15 0,1-2-10 0,1 3-6 16,-4-4-4-16,4 1-3 0,-2-1-1 0,2-3-1 16,-4 2-17-16,4-4-46 0,-1-1-64 0,-1-2-62 15,1-2-123-15,-1-4-176 0,0-2-298 16,2-2-260-16,-1-2-212 0,1-1-112 0,0-3 335 16,0-2 523-16</inkml:trace>
  <inkml:trace contextRef="#ctx0" brushRef="#br0" timeOffset="-191968.42">31018 14549 98 0,'1'3'456'0,"-1"-3"281"15,3 0 157-15,-3 0-83 0,2 0-280 0,0 0-174 16,2 0-89-16,-1-4-29 0,0 3-3 16,1-3-1-16,-1 2-15 0,-2 0-27 0,4-4-38 15,-1 1-32-15,0 1-29 0,4-2-14 0,-2 0-12 16,1-3 1-16,2 0 15 0,2-1 15 15,-1-2 10-15,4-3 17 0,-1-2 22 0,1-1 3 16,2-2-3-16,0-2-11 0,1 1-14 0,0-3-23 16,-1 3-28-16,0-3-20 0,0 2-21 0,-2 0-11 15,-3 3-9-15,0 1-1 0,0 3-3 0,-5 2 3 16,1 3 4-16,-4 3 2 0,2 0 1 16,-4 2 1-16,4 4-1 0,-4 1-3 0,-1 4-4 15,2 0-3-15,-1 6-2 0,-1 0 0 0,0 4-2 16,2-1-1-16,-2 3 0 0,2 1 5 0,-1 0 3 15,-1 2 0-15,4 1 1 0,-3-1 0 0,1 1 0 16,-1 1-5-16,-1-2-5 0,4 3-2 0,-4-4 1 16,0 1-1-16,0-1 0 0,0-1 0 0,0 0 0 15,-2 0 0-15,0-1-7 0,-1 0-21 0,-2 2-46 16,0-4-65-16,1 3-57 0,-5-1-82 16,2-1-132-16,-3 0-154 0,1 0-246 0,0 0-209 15,1 0-212-15,1 0-30 0,0-6 329 0,0 1 457 16</inkml:trace>
  <inkml:trace contextRef="#ctx0" brushRef="#br0" timeOffset="-190984.98">31745 13739 207 0,'0'0'443'16,"1"-2"189"-16,-1 2 106 0,0 0-216 0,0 0-182 15,2 0-110-15,0 0-66 0,-2 0-17 0,1 0 6 16,1 2 32-16,-1-2 31 0,3 2 33 0,0 0 27 16,2-1-1-16,1 2-23 0,-2-1-39 15,-1 1-40-15,4-2-40 0,0 2-33 0,-2 0-22 16,2 0-4-16,2 1 20 0,1 4 41 0,2-2 40 16,-2 3 26-16,3 0 9 0,0 1-10 15,2 1-26-15,-2 1-43 0,4 2-37 0,-2 0-31 16,2 4-22-16,0-2-15 0,-1 2-10 0,2 1 4 15,0 3 2-15,0 0 0 0,1 1 0 0,0 0-1 16,-1 3 0-16,-1-1-7 0,-2 2-6 16,2 2-3-16,-2-1-1 0,1 4-1 0,-4-3 0 15,-1 3-2-15,-1 0 6 0,-3 2 2 0,0-4 3 16,-2 2 1-16,-3 0-6 0,-3-1-1 0,0 1-8 16,-3-1-2-16,-4 1-1 0,-1 3 3 0,-4-2 8 15,-1 2 5-15,-4-1 0 0,-1-1 1 16,-3 2-1-16,0-1-6 0,-1-1-3 0,-1 2-2 15,2-4 4-15,-1-1 2 0,0-1 2 0,4-4-1 16,-1-2 0-16,7-3 0 0,-2-3-7 0,4-3-11 16,2-4-21-16,0-3-38 0,4-2-67 0,0-2-64 15,3-3-94-15,-2-1-144 0,-1-4-229 16,3-1-279-16,1-3-210 0,1 2-196 0,-1-4 81 16,0-1 478-16</inkml:trace>
  <inkml:trace contextRef="#ctx0" brushRef="#br0" timeOffset="-188280.81">20897 16162 29 0,'-3'0'364'0,"1"0"291"0,-1 0 252 0,2 0 70 15,1 0-273-15,-2 0-173 0,2 0-105 16,-2 0-88-16,2 0-70 0,-1-1-56 0,1 1-55 16,-2-2-48-16,2 2-31 0,2 2 20 0,-1-2 52 15,4 1 50-15,3 0 22 0,0 1 3 0,0 0-4 16,1-1-36-16,5 1-47 0,-1-2-45 15,4 1-25-15,3-1-13 0,3-1-12 0,2 1-6 0,2-3-9 16,0 1-3-16,3 0-5 0,-1 1-5 16,-4 0-3-16,2 1-3 0,-5 0-2 0,0 1 0 15,-6 4 2-15,0-1 3 0,-7 5 0 0,-2 2-5 16,-4 2-2-16,-5 6-2 0,-2-2-6 16,-4 5-3-16,-4 3-1 0,-2 0 4 0,-2 4 1 15,-3-1 2-15,1 1 0 0,2-1 0 0,-2 0 0 16,2-2 5-16,2 0 2 0,3-3 2 0,3-1 0 15,2-2 1-15,0-4-1 0,4-1-6 0,4-5-1 16,4-2-2-16,0-4 0 0,2-4-6 16,3-6-1-16,5-4-2 0,0-5 0 0,4-6-2 15,-1-5 0-15,2-2 10 0,4-4 6 0,-1 0 2 16,1-1 1-16,0 2 1 0,1 3 0 0,-1 2-5 16,0 5-4-16,-1 5 0 0,-3 4-1 0,-1 6 0 15,-1 4 0-15,-3 4 1 0,0 9 0 16,-3 2 0-16,-4 5 2 0,4 2-1 0,-5 5 1 0,-2 0-2 15,3 0 0-15,-1 1 0 0,0 0 0 16,0-4-1-16,1-1 1 0,1-4 0 0,1-2-1 16,3-4 2-16,-2-1 0 0,1-5-1 0,-1-4 1 15,1-2 0-15,1-3 1 0,-2 1-3 0,2-1 1 16,-1-1 0-16,1 2 0 0,-3 0-1 16,2 0 1-16,0 2 0 0,0 1 0 0,-1 1-1 15,-1 1-1-15,0 1-6 0,-2 0-9 0,1-1-10 16,-3 0-14-16,-4 1-26 0,-2-3-48 15,-2 0-52-15,-2-3-45 0,-4-1-47 0,1-2-62 16,-7-4-69-16,2 1-59 0,-3-5-60 0,-5 0-121 16,0-1-230-16,-2-3-169 0,-1 0-7 0,-3-1 202 15,-2-1 320-15</inkml:trace>
  <inkml:trace contextRef="#ctx0" brushRef="#br0" timeOffset="-188085.99">21453 16122 294 0,'-1'-17'533'0,"1"0"237"0,0 2 144 0,0-2-198 15,3-2-136-15,0 3-83 0,0 0-66 16,4-2-62-16,-1 2-69 0,5 0-79 0,-1 1-67 16,-1 0-46-16,5 2-34 0,1 0-26 15,0 3-18-15,0 1-7 0,3 0-8 0,-1 3-5 16,0 3-2-16,-1 2-5 0,1 2-9 16,-3 4-30-16,0 2-66 0,-2 4-156 0,-4 2-291 15,-1 4-275-15,-2 2-274 0,-2 1-211 0,2 3 134 16,-2 0 545-16</inkml:trace>
  <inkml:trace contextRef="#ctx0" brushRef="#br0" timeOffset="-187702.3">21929 16380 367 0,'10'19'771'16,"-1"-2"301"-16,-1-2 66 0,-1-2-302 0,-2-2-261 16,-2-3-175-16,3-1-87 0,-2-4-32 15,3-3-25-15,-1-3-27 0,1-6-26 0,2-2-33 16,-1-4-40-16,2-4-43 0,0-2-37 0,2-1-20 15,-3-3-16-15,5 0-5 0,-3 0-5 0,3 0-5 16,-2 3-4-16,0 2-1 0,1 2-1 16,-4 3 3-16,3 3-2 0,-2 3 3 0,-2 3 3 15,1 5 1-15,0 2 3 0,-1 4 10 0,-4 4 16 16,3 2 9-16,-1 2 5 0,0 5 3 0,1 0 2 16,-2 3-3-16,1 0-10 0,0 1-5 15,0 2-5-15,1 2-3 0,-1 1-4 0,1-2-7 16,-1 2-5-16,2 2-6 0,0-3 0 0,-2 4-3 15,0-4 1-15,4 1-2 0,-4-1 2 0,0-1 1 16,-1 2 0-16,-2-4 1 0,-1-1 9 16,-2 1 6-16,-2-1 5 0,-1 1 2 0,-5 1 5 15,-1 0 3-15,-5-1-8 0,-2 1-6 0,-5 2-2 16,-1-2-4-16,1-1-4 0,-4-2-1 0,-2-3-3 16,0-4-1-16,-1-1-2 0,0-6-3 0,1-5-9 15,-2-6-42-15,4-3-72 0,-1-8-92 0,1-4-165 16,3-5-295-16,5-5-334 0,3-2-328 0,7-2-189 15,6 0 178-15,4-1 651 0</inkml:trace>
  <inkml:trace contextRef="#ctx0" brushRef="#br0" timeOffset="-186721.4">23453 16476 166 0,'0'0'620'0,"0"-2"370"0,0 1 129 0,0-2-143 16,0 0-329-16,0-2-222 0,2-1-133 0,0-1-72 16,-1-4-13-16,2-1 2 0,2-3 14 15,3-1 14-15,-1-5-10 0,3-4-20 0,0 0-33 16,-2-3-40-16,4-2-42 0,-2-2-33 0,1 2-19 15,-2 0-7-15,-1 5-3 0,-1 3 6 16,-2 3 5-16,1 4-1 0,-5 3-2 0,2 5-5 16,1 2-5-16,-4 4-7 0,0 6-8 0,1 5-3 15,-1 8-2-15,0 3-2 0,0 6-6 0,4 3-5 16,-3 4-2-16,2 2-3 0,1 2-2 0,0-1 0 16,2 1 5-16,2-4 2 0,0-1 9 15,0-3 3-15,2-3 2 0,-2-4 1 0,1-7-1 16,2-3 0-16,-1-3-9 0,-1-6-6 0,4-7-4 15,-2-6 1-15,0-4-1 0,3-8-1 0,-3-6 7 16,5-3 7-16,-3-3 4 0,1 1 3 16,-1 2 2-16,-4 0 0 0,4 5 1 0,-7 5-6 15,0 3-3-15,-1 4-1 0,-2 4 0 0,3 3-1 16,-6 6 0-16,4 4 0 0,-4 6-5 0,0 3-3 16,0 5-3-16,0 3-1 0,0 5 0 0,1 2-1 15,2-2 11-15,1 2 5 0,-1 1 4 0,3-3-1 16,1-2 2-16,0-2-1 0,1-2-6 0,0-6-3 15,0-2-2-15,5-5 0 0,-4-3-1 16,4-8 3-16,-2-6-1 0,0-5 0 0,5-5 1 16,-3-10 0-16,0-1-1 0,4-2 0 0,-3-3-1 15,-2 3-1-15,1-1 2 0,0 4 0 0,-4 4 2 16,-1 4 0-16,0 4 0 0,-3 3 1 16,-1 3-1-16,1 2 0 0,-3 6-1 0,0 1 1 15,-1 6-1-15,1 1 1 0,-1 7 1 0,-1 3 1 16,2 4-1-16,1 3-2 0,-2 1 0 0,1 3 0 15,3 0-1-15,0 0-2 0,-2 0 0 0,3-3 0 16,2-3 0-16,-4 1-2 0,5-5 1 16,-1-3-8-16,2-3-14 0,0-3-34 0,0-3-62 15,-2-3-60-15,-1-2-67 0,0-2-103 0,1-4-146 16,-4-2-194-16,1-1-223 0,3 1-211 16,-2-1-159-16,2-1 146 0,-1 2 451 0</inkml:trace>
  <inkml:trace contextRef="#ctx0" brushRef="#br0" timeOffset="-186453.15">24524 16377 360 0,'9'16'749'15,"-1"2"280"-15,0 0 70 0,0 1-294 0,0 0-254 16,-2-3-201-16,2-1-120 0,0-3-67 16,2-3-47-16,-1-4-30 0,-1-4-11 0,3-3 5 15,-1-6 35-15,-2-3 48 0,1-6 56 0,-1 0 27 16,-2-5 3-16,-1-2-14 0,-2 1-33 0,-3-1-39 15,-1 1-48-15,-3-1-32 0,-4 2-24 16,-2 1-15-16,-3 2-12 0,-2 2-10 0,-3 2-9 16,-3 2-5-16,3 3-3 0,-3 3-2 0,0 5-1 15,3 4-2-15,1 4 1 0,1 5-1 0,2 2-2 16,3 3 0-16,0 4-1 0,6 1-1 0,1 1-12 16,4-1-26-16,0-1-63 0,4 3-63 0,0-4-84 15,2-1-146-15,2 0-240 0,0-3-305 16,4-2-237-16,2-1-201 0,4-5 25 0,-1-1 487 15</inkml:trace>
  <inkml:trace contextRef="#ctx0" brushRef="#br0" timeOffset="-185671">24876 16272 324 0,'12'-16'883'0,"-4"3"363"0,-1 3 30 16,-4 2-207-16,1 4-294 0,-6 1-251 0,-1 6-146 15,0 1-90-15,-5 5-66 0,-2 5-76 0,2 4-61 16,-1 1-37-16,0 5-21 0,1 0-10 0,0 3-7 15,2 0-3-15,1 0-6 0,3 1-1 0,4-5-3 16,3-1-1-16,2-3 1 0,3-4-1 16,3-5 0-16,2-4 0 0,1-6 2 0,5-6 0 15,1-4-1-15,0-7 4 0,-1-6-1 0,2-3 0 16,-1-8 0-16,1-3-1 0,-1-4-2 0,0 0 2 16,-5-5-1-16,2 0 1 0,-3-1 2 0,-2 0 1 15,-3-1 2-15,0 0 0 0,-4 2 0 0,-3 5 14 16,0 4 12-16,-4 4 9 0,-4 8 2 15,1 5 1-15,-2 7-1 0,-3 6-12 0,1 7-12 16,-1 7-8-16,0 9-5 0,-3 5-4 16,1 5-1-16,2 8 2 0,3 6 0 0,2 3 0 15,2 5 0-15,2 3 2 0,2 7 1 0,2 2-2 16,3 2-2-16,5 1 0 0,-2-3-1 16,3-4-3-16,5-6-1 0,2-6 1 0,3-8-1 15,1-7 0-15,2-10 0 0,0-7-8 0,-1-8-16 16,-1-8-18-16,-4-6-11 0,1-7-7 0,0-8-5 15,-4-4 8-15,-1-4 18 0,-4-5 24 0,-1 0 29 16,-3-1 21-16,-3 0 15 0,-3 1 11 16,0 4 8-16,-3 2 1 0,-3 2-9 0,2 3-5 15,-3 6-2-15,0 1-7 0,0 7-5 0,1 3-5 16,-2 4-6-16,1 7-7 0,1 6-7 0,0 5-5 16,1 4-2-16,0 6-1 0,4 5-2 0,1 5 0 15,0 2-2-15,3 4-1 0,1 2-2 16,1 1 0-16,1 1-1 0,2-2 0 0,0-3-2 15,3-5-5-15,-1-6-8 0,2-3-11 0,0-10-12 16,0-6-7-16,0-7-3 0,1-7 2 0,-2-5 5 16,1-8 12-16,-3-4 12 0,-1-7 7 15,2-3 4-15,-4-6 5 0,3-5 4 0,-2-3 2 16,-2-3-1-16,4-6 5 0,-2-2-1 0,2-6 3 16,-3-3 5-16,4-1 9 0,-2 2 9 15,-2 3 4-15,1 6 4 0,-4 7 6 0,-1 9 0 16,-2 7-4-16,-1 9-6 0,-1 6-5 0,-1 8-4 15,0 9-7-15,-1 10-8 0,-3 4-3 0,3 10-2 16,-2 8-1-16,1 3-1 0,0 8-1 16,2 5 0-16,0 2 0 0,-1 3-1 0,-1 4 1 15,2 3 1-15,-1 5-1 0,1-2 0 0,-2 2-2 16,-1-3 0-16,3-3-2 0,3-5 0 0,-1-6-1 16,-1-6 0-16,2-6-2 0,-1-8-9 0,1-2-16 15,0-7-38-15,-1-1-79 0,0-8-94 0,-2-2-178 16,0-5-290-16,1-3-336 0,1-3-346 15,0-1-164-15,2-2 196 0,1-2 685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0-25T06:47:20.277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1003 1057 190 0,'0'0'730'0,"-7"4"409"16,0-4 101-16,-1 2-109 0,0-1-330 0,-1 4-236 16,1 1-145-16,0 2-90 0,0-1-64 15,-3 4-67-15,3 1-78 0,2 2-47 0,1 8-29 16,1 2-19-16,2 7-3 0,4 9-1 0,5 4-2 15,0 6 2-15,4 6 3 0,3 0 1 0,4 5-5 16,4-3-4-16,3-3-2 0,2-4-6 16,3-5-4-16,1-4-4 0,4-9-2 0,0-4 0 15,0-6 1-15,1-7 0 0,1-7 3 0,-3-6 2 16,1-8 1-16,-2-3 1 0,-3-9-1 0,0-4 1 16,-6-6-1-16,0-2-2 0,-4-7 0 0,-5 2-1 15,-3-3 2-15,-4 1 3 0,-3-1 5 0,-5 1 4 0,-3 2 5 16,-4 1 6-16,-4 0 2 0,-3 1 2 15,-6 3-2-15,-3-2-4 0,-4 2-5 0,-1-1-4 0,-5 3-5 16,-2 1-1-16,0 2-2 0,-1 5 3 0,0 2 2 16,-1 5-1-16,1 5 0 0,1 4-4 15,2 5-3-15,1 2-4 0,4 6-2 0,1 2-3 16,3 4-2-16,5 1 0 0,5 3-1 0,3 1-1 16,3-1-6-16,5 5-11 0,5 0-23 0,1-1-52 15,6 2-77-15,2-2-152 0,2 0-263 16,1 0-310-16,6-3-370 0,-5-1-319 0,7-1-15 15,0-4 665-15</inkml:trace>
  <inkml:trace contextRef="#ctx0" brushRef="#br0" timeOffset="283.52">2120 1013 44 0,'3'-17'659'15,"-1"8"744"-15,-4-1 228 0,-3 3-242 0,-6 4-418 16,2 2-360-16,-6-1-209 0,0 5-154 0,-3 1-81 0,-1 4-48 16,-3 4-31-16,1 4-24 0,-4 3-16 0,0 5-11 0,1 6-5 15,-4 6-1-15,3 3-1 0,1 6 3 16,0 1-3-16,2 4-1 0,4-1-4 0,3 2-5 0,2-1-6 16,4-4-5-16,4 1-4 0,3-4-2 0,2-4-4 15,5-3-1-15,4-4-2 0,3-5-1 0,2-4 0 16,3-1-1-16,5-5-3 0,-1-3-5 0,3-4-10 15,1-2-14-15,2-5-21 0,1-4-39 0,0-5-76 16,2-5-93-16,1-4-172 0,0-2-287 0,-1-5-328 16,3-2-358-16,1-1-179 0,-1-3 194 0,2 2 709 15</inkml:trace>
  <inkml:trace contextRef="#ctx0" brushRef="#br0" timeOffset="551.11">2691 911 461 0,'-5'-16'1486'16,"-3"7"312"-16,-2 1-307 0,-2 3-361 0,-3 1-459 16,0 2-301-16,-1 4-149 0,-3 0-71 0,1 5-42 15,-4 4-25-15,0 4-20 0,-1 6-14 0,0 5-10 16,1 4-4-16,-1 6-2 0,2 5-30 0,2 8-3 16,0 3 0-16,5 5 0 0,0 6 0 0,4 0 0 15,5 5 0-15,2-2 0 0,5-3 0 0,3-2 0 16,4-4 0-16,5-6 0 0,2-6 0 0,8-9 0 15,1-6 0-15,3-10 0 0,4-6 0 0,1-6 0 16,-1-8-26-16,0-4-102 0,-1-7-84 0,-1-3-176 16,0-4-273-16,-3-1-334 0,1-3-411 0,-1-2-334 15,-4 0 87-15,4 0 851 0</inkml:trace>
  <inkml:trace contextRef="#ctx0" brushRef="#br0" timeOffset="1066.11">3369 867 373 0,'-5'0'774'0,"-4"3"295"16,-1 1 58-16,-4 0-298 0,1 3-267 0,-2 0-142 15,0 3-52-15,3 2-12 0,-1 4-30 0,2 2-31 16,-2 1-38-16,0 2-48 0,1 2-56 0,1 4-50 15,1 1-28-15,1 4-15 0,3 3-5 0,1 5 0 16,3 1 2-16,2 6 3 0,2 3 1 0,3 1-2 0,3 1-6 16,2 1-8-16,3-1-11 0,3-4-8 15,3-2-10-15,3-7-5 0,0-2-4 0,5-7-3 16,1-8-2-16,0-4-2 0,2-7 1 0,1-7-2 16,1-7 1-16,-2-7-1 0,4-7 1 0,-4-6 4 15,-1-6 1-15,-2-6 2 0,0-3 3 0,-4-4-6 0,-1-1 0 16,-4-2-6-16,1 0 0 0,-6-3-4 15,-1 3-1-15,-2 1 3 0,-4 1 2 0,-1 3 0 16,-2 1-1-16,-4 3-5 0,-3 3-7 0,-2 1-13 0,-2 2-19 16,-2 3-30-16,-5 2-70 0,2 0-69 15,-1 5-107-15,1-1-160 0,-1 4-260 0,1 2-313 0,2 3-219 16,2 5-164-16,1 0 227 0,0 5 549 0</inkml:trace>
  <inkml:trace contextRef="#ctx0" brushRef="#br0" timeOffset="1615.52">4058 837 432 0,'5'-4'1374'0,"-3"4"340"15,1 4-271-15,0 1-331 0,-1 2-469 0,-1 3-275 16,2 4-154-16,3 2-66 0,-1 8-30 15,0 3-19-15,1 4-18 0,4 6-16 0,-1 5-16 16,2 4-12-16,3 4-10 0,-1 4-6 0,0 1-2 16,4 4-5-16,-1 1-6 0,0-1-5 0,3 0-2 15,-5-5-4-15,3-4-5 0,-2-7-3 0,-4-5 5 16,1-7 3-16,-2-6 0 0,-2-3 0 0,-2-6 2 16,-1-5-1-16,-4-5 0 0,-1-8 0 15,-1-4-1-15,-4-7 4 0,-1-8 2 0,1-2 1 16,-3-6-1-16,0-7 2 0,-3-2-3 0,2-6-7 15,-3-4-4-15,0-3-1 0,1-6-1 0,1 0-1 16,1-1 4-16,1-1 2 0,2 2 1 0,2 1 2 16,3 5-1-16,1 4 2 0,3 1-1 0,0 6 6 15,5 5-3-15,0 4-1 0,3 5 0 16,4 1-1-16,0 6 1 0,3 1-5 0,1 5 2 16,1 0 1-16,-1 2 5 0,3 5 3 0,-3 4 1 15,2 2 0-15,-1 2 1 0,-2 3 0 16,-1 2-2-16,0 4-2 0,-4 2 0 0,0 1 1 15,-1 3-1-15,-4 1 2 0,-1 3-5 0,-1 1-2 16,-3 2-2-16,-6 2 1 0,0 2 0 16,-2 2-1-16,-4 1 5 0,-3 0 3 0,-3 2 1 15,-4 1 0-15,-2-1 0 0,-4 2 0 0,0-1-2 0,-2-4-2 16,2 0 3-16,1-2 1 0,0-7-3 0,5-1-14 16,0-5-31-16,5-7-81 0,-1-2-129 0,5-6-242 15,3-3-315-15,4-7-388 0,6 2-443 0,4-4-115 16,3 0 557-16,2 1 795 0</inkml:trace>
  <inkml:trace contextRef="#ctx0" brushRef="#br0" timeOffset="1982.42">5046 1656 42 0,'-17'1'770'0,"3"-2"747"16,-2-5 82-16,5-2-300 0,1-6-377 0,3-5-391 16,2-7-224-16,3-4-127 0,4-4-59 15,4-8-27-15,3-4-22 0,1-7-22 0,6-2-11 0,0-7-11 16,2-1-7-16,2-4-5 0,0-2-5 0,2-2-2 16,-1 1 5-16,3 1 4 0,-1 3 3 15,-1 7 6-15,-4 7 7 0,-3 10 7 0,-2 9-4 16,-3 10-1-16,-1 11-3 0,-1 11-5 15,-1 11-8-15,-1 12-4 0,0 12-6 0,-1 7-4 16,-2 9-1-16,3 7-3 0,-1 9 1 0,3 3-2 16,0 6 1-16,0 3 1 0,0 2-2 0,1-2-2 15,2-3-9-15,-1-5-25 0,-1-7-51 16,1-7-82-16,-2-10-155 0,-2-9-274 0,3-5-327 16,-4-8-402-16,-2-6-353 0,-1-7 7 0,-5-5 743 15</inkml:trace>
  <inkml:trace contextRef="#ctx0" brushRef="#br0" timeOffset="2139.83">4985 1239 703 0,'-2'0'1626'0,"2"-1"79"16,2 3-357-16,2 3-341 0,6 1-488 0,2 0-283 16,3 3-123-16,2 0-54 0,4-2-27 0,4 0-14 15,2 0-6-15,5 0-5 0,1-1 4 0,5-1 1 16,3-2-2-16,0-1-20 0,0-1-76 0,2-1-97 15,-4 1-200-15,1-1-288 0,1 0-340 0,-3 2-394 16,0-4-201-16,-2 0 249 0,2-2 747 0</inkml:trace>
  <inkml:trace contextRef="#ctx0" brushRef="#br0" timeOffset="2333.14">6069 669 56 0,'2'-20'997'0,"-2"9"787"0,-2 6-103 0,-1 5-373 15,0 6-396-15,-2 10-408 0,0 5-241 0,1 8-105 16,-1 5-55-16,2 5-38 0,0 6-23 0,0 5-18 16,1 4-11-16,2 5-7 0,2 0 0 0,1 3-3 15,0 0-15-15,2-1-31 0,2-4-80 16,-5-5-123-16,1-5-252 0,0-6-311 0,-3-4-384 16,0-9-436-16,-1-6-144 0,-4-4 561 0,-3-10 829 15</inkml:trace>
  <inkml:trace contextRef="#ctx0" brushRef="#br0" timeOffset="2532.05">5838 961 102 0,'-14'-47'877'0,"1"10"774"15,3 4 19-15,3 8-347 0,1 2-456 0,1 7-374 16,3 3-219-16,4 0-141 0,3 5-69 16,3 3-37-16,7 0-19 0,5 4 8 0,3-2 3 15,7 3 6-15,5 3 2 0,3-2 0 16,5 2 0-16,3 0-13 0,4 0-25 0,2-2-86 15,1 3-115-15,0 0-258 0,1 0-290 16,0 1-376-16,-2-1-444 0,2-2-160 0,-2-2 496 16,-3 0 856-16</inkml:trace>
  <inkml:trace contextRef="#ctx0" brushRef="#br0" timeOffset="3048.24">7010 831 197 0,'-6'1'1098'0,"1"5"610"16,0 0-156-16,-3 3-341 0,2 3-442 0,0 0-308 16,0 2-202-16,1 2-99 0,0 5-39 0,0 2-23 15,2 3-19-15,-3 6-18 0,3 4-16 0,-2 5-13 16,2 2-8-16,-1 2-4 0,1 2-4 0,0 2-6 15,0-2-2-15,0-2-2 0,1-4-6 0,-1 0-23 16,2-8-42-16,-1-3-77 0,-1-4-120 16,1-7-218-16,1-4-305 0,-1-7-369 0,2-8-381 15,-2-8-142-15,1-6 419 0,-1-6 757 0</inkml:trace>
  <inkml:trace contextRef="#ctx0" brushRef="#br0" timeOffset="3435.17">7282 702 42 0,'3'15'608'0,"-3"4"501"0,0 6 177 0,-3 0-113 16,3 6-327-16,0 4-299 0,0 4-132 0,3 6-74 15,0 2-42-15,-1 6-36 0,1 6-41 16,0 4-56-16,2 4-54 0,3 4-35 0,3-3-20 15,2 1-17-15,4-6-12 0,2-2-9 0,5-11-9 16,4-11-4-16,4-7-4 0,1-12-3 0,5-11-2 16,0-9-5-16,-2-12-4 0,-1-9-9 0,0-11-2 15,-2-7-8-15,-3-7-5 0,-3-7 1 0,-2-2 4 16,-4-5 0-16,-4-2 8 0,-4 2 8 0,-5 0 10 16,-5 3 3-16,-5 1 5 0,-7 3 15 0,-1 3 6 15,-4 4 9-15,-3 5 9 0,-7 8 3 16,-1 6-3-16,-7 10-7 0,-1 10-7 0,-2 8-13 15,0 10-12-15,4 6-7 0,-1 8-4 0,5 3 1 16,5 9-7-16,5 1-11 0,3 6-34 0,4 4-77 16,5 0-112-16,2 4-243 0,5 0-301 0,2-2-352 15,4 3-373-15,6-6-113 0,4-1 455 0,4-4 762 16</inkml:trace>
  <inkml:trace contextRef="#ctx0" brushRef="#br0" timeOffset="4131.92">8359 1039 510 0,'-6'-24'1106'0,"-4"3"347"0,2-3-48 16,-3 6-299-16,3 2-422 0,-2 1-215 0,0 2-122 15,0 3-98-15,2 1-78 0,0 5-56 0,-1 4-45 16,2 3-30-16,1 7-22 0,-2 5-12 15,2 6-7-15,1 6-2 0,0 6 4 0,2 6 1 16,0 6 6-16,1 3 3 0,2 4 0 0,0 4-1 16,0 1 0-16,2 0 1 0,1 0-4 0,2-1-3 15,-2-5-1-15,2-6 0 0,-2-6-3 0,3-9-1 16,1-6-2-16,-4-5 1 0,2-10 1 0,-2-5-1 16,-1-9 1-16,-1-10 1 0,-1-8-3 15,-1-7 2-15,-1-9 1 0,0-4-5 0,1-7-1 16,-1-6-2-16,-1-1 3 0,-2 0-4 0,3-2-3 15,-1 2 4-15,3 3 2 0,0 6 1 0,3 5 0 16,-1 10 0-16,3 6 2 0,0 8 3 0,1 9 0 16,3 6 0-16,1 12 3 0,3 7 1 0,-1 9-1 15,3 9 0-15,-2 8-1 0,2 5 4 0,2 7 2 16,-1 4-1-16,3 2 2 0,-1 6 2 0,2 0-5 16,0-2-6-16,0-3-4 0,0-6 0 0,-1-5-4 15,-1-8 4-15,0-10 6 0,-3-4 4 0,2-12 2 16,-4-5 1-16,1-10 0 0,-3-8-4 15,0-9-2-15,-2-10-3 0,-2-6-3 0,1-9 3 16,-2-6 1-16,0-8-4 0,-1-6-2 0,1-7 0 16,-1-3-1-16,0-5 3 0,0-1-2 0,2-1 7 15,0-1-2-15,-2 3-1 0,1 2 1 16,-1 1-5-16,1 6-2 0,-1 8-2 0,0 6 2 16,-1 8 1-16,-2 8-6 0,1 7-16 15,-3 4-36-15,0 6-75 0,0 6-136 0,-3 7-263 16,3 5-305-16,-2 9-369 0,-1 3-383 0,0 4-88 15,1 6 622-15</inkml:trace>
  <inkml:trace contextRef="#ctx0" brushRef="#br0" timeOffset="5764.77">7633 5734 184 0,'2'-7'812'0,"-4"1"509"15,-3 1 130-15,0 2-138 0,-4 0-446 0,0 0-314 16,-3 3-156-16,-3 0-105 0,-1 3-85 0,-3 0-67 16,0 5-41-16,0-1-25 0,-3 5-18 15,0 2-12-15,-2 0-8 0,3 4-8 0,-1 5-7 16,0 0-1-16,1 5 0 0,4 7 1 15,1 5 5-15,2 7 3 0,5 7 4 0,2 6 2 16,1 4 1-16,6 7-5 0,0 1-4 0,6 0-9 16,2-3-18-16,5-4 0 0,4-6 0 0,1-8 0 15,7-7 0-15,5-9 0 0,5-7 0 16,4-12 0-16,4-8 0 0,3-11 0 16,1-10 0-16,2-12 0 0,1-11 0 0,0-10 0 15,0-9 0-15,-5-8 0 0,-4-2 0 0,-2-3 0 16,-7 2 0-16,-8 4 0 0,-7 0 0 0,-7 5 0 15,-10 1 0-15,-7 2 0 0,-9 2 0 16,-11 1 0-16,-6 1 0 0,-7 6 0 0,-7 1 0 16,-3 7 0-16,-7 9 0 0,0 6 0 0,0 12 0 15,-3 9 0-15,3 9 0 0,2 9 0 16,1 8 0-16,8 7 0 0,2 4 0 0,9 2 0 16,5 2 0-16,7 1 0 0,8-1 0 0,5-2 0 15,9-1 0-15,4-1-22 0,8-1-18 0,5-4-24 16,3-2-59-16,6-4-79 0,4-4-135 15,1 0-245-15,5 0-314 0,1-6-388 0,2-1-299 16,1-1-57-16,1-6 580 0</inkml:trace>
  <inkml:trace contextRef="#ctx0" brushRef="#br0" timeOffset="6131.78">8733 5798 391 0,'2'-10'1381'0,"-4"0"387"0,-2-1-263 16,-4-2-351-16,-2-5-469 0,-2 1-285 16,-1-4-172-16,-1-1-76 0,-2-2-35 0,2 1-19 15,-2 1-10-15,0 4-13 0,-1 1-10 0,-4 5-12 16,0 5-22-16,-4 7-31 0,-1 4 0 15,-5 10 0-15,-2 7 0 0,0 7 0 0,-2 11 0 16,0 9 0-16,1 8 0 0,2 5 0 16,2 7 0-16,6 4 0 0,5 3 0 0,5 1 0 15,3-1 0-15,8 0 0 0,6-4 0 16,6-1 0-16,4-9 0 0,8 0 0 0,3-10 0 16,7-7 0-16,5-4 0 0,4-11 0 0,3-5 0 15,4-10-7-15,2-8-51 0,0-7-71 16,2-6-106-16,-4-10-223 0,0 0-298 0,-2-5-371 15,2-3-457-15,-4-6-208 0,-2-5 360 16,0-2 889-16</inkml:trace>
  <inkml:trace contextRef="#ctx0" brushRef="#br0" timeOffset="6449.65">9368 5628 116 0,'-2'-23'1027'16,"-3"2"719"-16,-1 3-84 0,-3 2-360 15,-1 1-441-15,-1 3-342 0,-2 3-234 0,-1-1-110 16,-2 4-58-16,0 2-33 0,-1 2-26 16,1 2-19-16,-4 5-13 0,-1 4-9 0,-1 5-4 15,-2 7-5-15,-3 7-2 0,2 8 4 16,0 7 5-16,1 10 5 0,2 7 5 0,1 8 5 16,5 4 0-16,2 5-30 0,6 4 0 0,4 2 0 15,4 3 0-15,4-4 0 0,4-1 0 16,8-5 0-16,3-7 0 0,5-5 0 0,6-10 0 15,3-10 0-15,6-7 0 0,1-9 0 16,1-10 0-16,5-7 0 0,-2-9-66 0,0-8-93 16,2-9-152-16,2-5-258 0,-1-7-331 0,4-8-415 15,-2-2-449-15,1-4-28 0,2-3 762 0</inkml:trace>
  <inkml:trace contextRef="#ctx0" brushRef="#br0" timeOffset="7149.24">10678 5646 423 0,'2'0'1041'0,"-1"0"295"15,1 1-100-15,1 0-224 0,2 3-348 16,1-3-200-16,4 5-110 0,-1-4-53 0,2 5-31 16,5-1-46-16,2 0-72 0,2 2-43 0,5-3-28 15,2 2-21-15,1-1-15 0,4-3-12 16,1-1-9-16,2 0-8 0,-2 0-6 0,1-4-3 16,-1-1-4-16,2-1-2 0,-2-2-3 0,-3-1-1 15,-1 0-2-15,-3 0-1 0,-2 0-11 16,-5 0-23-16,-6 1-72 0,-4 1-88 0,-6 4-188 15,-3 1-289-15,-6 3-344 0,-4 2-405 0,-7 6-235 16,-2-1 174-16,-8 1 796 0</inkml:trace>
  <inkml:trace contextRef="#ctx0" brushRef="#br0" timeOffset="7365.24">10583 6049 158 0,'3'10'786'15,"2"-3"443"-15,2 0 53 0,1-2-76 0,4 1-340 16,3-2-311-16,3-1-152 0,3-2-79 16,1-1-51-16,5 0-74 0,5-1-69 0,1 0-43 15,3-4-28-15,3 2-18 0,1-1-13 16,0-1-10-16,-1-1-10 0,1 2-6 0,-4 1-13 16,-1 2-59-16,-5-1-90 0,-2 2-195 0,-4 2-272 15,-3 0-333-15,-1 3-426 0,-4-1-317 0,-5 2 155 16,0 2 848-16</inkml:trace>
  <inkml:trace contextRef="#ctx0" brushRef="#br0" timeOffset="10765.36">2961 10313 371 0,'5'-8'920'0,"-5"-3"329"0,0 2 16 16,-2 0-191-16,-3 3-315 0,-1-2-221 0,-1 3-132 16,-3-1-85-16,-1 4-69 0,-2-1-80 15,-3 1-66-15,-1 4-40 0,1 1-26 0,-1 3-13 16,-1 3-10-16,-1 3-7 0,0 3-3 0,2 5-3 15,1 1-2-15,0 6-1 0,5 4-2 0,2 5 1 16,2 3 5-16,4 3-2 0,5 2-1 16,1-1-1-16,3 0 1 0,3-6-2 0,3-3-6 15,3-4-1-15,0-6 0 0,2-5 5 0,2-7 2 16,3-6 3-16,0-10 0 0,1-7 3 0,0-5 1 16,-1-8-2-16,0-8-1 0,-4 0 1 15,2-7 1-15,-5-1 1 0,-1 1 1 0,-3 1-1 16,-3 1-2-16,-5 5 0 0,0 3-1 0,-3 4 0 15,-4 4-1-15,-1 3-1 0,0 3 1 0,-3 2-1 16,2 5 0-16,-4 1 0 0,2 5-1 0,2 0 1 16,1 4-1-16,0 2-2 0,-1 1 0 15,3 6 0-15,3 1-2 0,2 4 0 0,1 1 1 16,3 7 0-16,2 1 0 0,2 5-1 0,2 2 2 16,1 1 1-16,4 3 0 0,1 1 1 0,2-4-1 15,-1 1 0-15,5-4 0 0,1-2-1 0,2-6-6 16,0-3-21-16,3-3-73 0,0-3-74 15,-2-4-156-15,-4-2-283 0,2-1-328 0,-4-1-386 16,-2 0-239-16,-2 0 29 0,-3 1 693 0</inkml:trace>
  <inkml:trace contextRef="#ctx0" brushRef="#br0" timeOffset="11656.31">2896 11326 21 0,'3'-6'523'15,"1"2"499"-15,-3 0 232 0,1-1-57 0,-2 1-307 16,1 2-238-16,1-2-168 0,-2 3-104 0,0-1-60 16,3 1-52-16,-3 0-59 0,1 1-65 0,-1-2-44 15,0 2-24-15,2 0-16 0,-2 0-10 16,0 0-8-16,1 0-7 0,-1 2-8 0,2-2-6 16,-2 0-6-16,0 1-5 0,2 0-4 0,-2 1-2 15,1 1-1-15,-1 5-2 0,0 3 1 0,0 5-3 16,0 5 2-16,-1 6 0 0,1 5 0 0,-2 3 1 15,2 6 0-15,0 3 3 0,0 5-3 16,2 1 1-16,-1 1-2 0,3 2-1 0,-1-1 0 16,3 0-3-16,2-3 0 0,-2 0-1 0,4-1 2 15,-2-5 0-15,3-3 1 0,-2-4-1 0,2-5 1 16,2-4-1-16,-2-5-1 0,0-6-1 0,3-2 0 16,-2-3 0-16,0-7 2 0,1-4 1 0,-4-4 0 15,4-7 2-15,-4 1 0 0,1-5 2 0,1-3-1 16,-5 1 1-16,2-5-1 15,-1 3 1-15,0-2-1 0,-2-1 0 0,0-1 1 0,-2 4-5 16,-1-3-3-16,-1 1 0 0,-2 2-1 0,-1 1 6 16,-1 1 2-16,-4 0 5 0,-1 4 4 0,-1 0 0 15,-2 3 1-15,-3-1-7 0,1 4-2 16,-1 1-3-16,-2 1-1 0,0 4-1 0,-1 2-1 16,1 2 0-16,0 5 0 0,1 1 1 0,0 1-2 15,2 5 0-15,1 1 1 0,1 1-2 0,0 2-4 16,3 1-10-16,2-1-17 0,-1 2-40 15,4-3-70-15,0 1-78 0,-2-2-126 0,4 0-203 16,1 0-311-16,0-1-304 0,3-1-214 0,0 2-73 16,1-2 406-16,1-1 594 0</inkml:trace>
  <inkml:trace contextRef="#ctx0" brushRef="#br0" timeOffset="12247.16">3234 12527 132 0,'2'-7'710'15,"-2"3"458"-15,-2-3 114 0,1 4-97 0,-1-1-297 16,-1 3-272-16,1-1-166 0,-1 0-94 0,0 0-70 16,-5 2-71-16,4-2-70 0,-1 0-46 0,-3 2-26 15,0 2-17-15,0 0-5 0,0-1-5 16,0 2-12-16,-3 1-10 0,0 2-7 0,1 1-4 16,-2 5-6-16,1 0-2 0,-3 3-3 0,3 1 0 15,-2 4-2-15,1 3 0 0,0 0-1 0,1 4-1 16,0 2 0-16,3 0-1 0,2 2 1 0,1-1-2 15,-1 1 1-15,4-2 1 0,2-2 1 0,2 1 1 16,4-3 1-16,-1-1 2 0,1 1 0 16,4-4-1-16,1-2-1 0,0-3 0 0,0 1-1 15,3-4-1-15,1-3-2 0,2-1 0 0,-1-2-1 16,1-4 0-16,3 0-1 0,-2-3-1 16,1-3-9-16,-2 0-16 0,2-1-38 0,0-3-71 15,-5 2-78-15,-1-1-135 0,1 0-233 0,-6 0-318 16,2 0-316-16,-1 1-215 0,-4 0-45 0,-2 4 486 15</inkml:trace>
  <inkml:trace contextRef="#ctx0" brushRef="#br0" timeOffset="12692.23">3166 13727 61 0,'0'0'788'0,"2"0"735"0,-2 2 80 16,-2 3-295-16,-1-2-416 0,0 0-381 15,1 1-222-15,-4 1-137 0,3 1-64 0,0-2-35 16,-2 3-20-16,2 1-14 0,1-2-9 0,1 3-9 15,-1-3-23-15,0 1-69 0,1 0-81 0,1 0-157 16,-2-1-285-16,1 0-319 0,-2 0-358 16,0 3-226-16,1 0 92 0,1 3 654 0</inkml:trace>
  <inkml:trace contextRef="#ctx0" brushRef="#br0" timeOffset="12847.94">3118 14278 170 0,'-2'13'733'16,"0"-1"382"-16,1 1 65 0,-2-2-139 0,-1 1-446 15,1-1-304-15,0-2-150 0,1 2-76 0,-2-4-64 16,2 0-67-16,1 0-81 0,-1-2-89 0,1 1-115 16,-1 0-168-16,2 0-257 0,2 2-153 15,-2 0-3-15,1 2 175 0,-1-1 291 0</inkml:trace>
  <inkml:trace contextRef="#ctx0" brushRef="#br0" timeOffset="13047.74">3037 14933 352 0,'-2'7'705'16,"-1"0"232"-16,0 2 34 0,0-2-280 0,0 1-306 15,1 0-191-15,0-3-97 0,1 2-62 0,1 0-54 16,0-1-62-16,0-1-67 0,0-1-83 0,1 2-90 16,1 0-116-16,1 0-153 0,-1 1-125 15,1 1 4-15,-1-2 140 0,-1 1 189 0</inkml:trace>
  <inkml:trace contextRef="#ctx0" brushRef="#br0" timeOffset="16363.17">3086 16079 321 0,'2'0'748'0,"-1"0"313"0,-1 0 57 16,2 0-290-16,-1 0-255 0,-1-2-199 0,0 2-122 15,0 0-70-15,0-2-39 0,0 1-31 0,0 1-30 16,0 0-24-16,0-1-14 0,0 1-5 0,0 0-1 15,2 0-2-15,-2 0-2 0,4 0-4 0,-4 0-4 16,2 0-7-16,1-2-4 0,2 2-1 0,0 0 82 16,1 0 40-16,3 0 16 0,-1 0 2 0,0 0-4 15,2 0-11-15,-1 0-64 0,1 0-32 0,-2 2-8 16,1-2-4-16,1 0-3 0,-1 1 2 0,-1-1-2 0,1 3-1 16,-1-1-7-16,-1-1 0 0,2 2-2 0,-3 1 6 15,-1 1 3-15,0 1 4 0,0 1 0 16,-2 0 0-16,0 4 1 0,-1 3-5 0,-2-1-4 15,-3 4-4-15,1 2-4 0,-1 1-4 0,-2 5-4 16,0 2-3-16,-3 2-1 0,2 1-1 16,-2 1-1-16,3 1-2 0,1 0 0 0,-1 2-1 15,0-3 1-15,2 1-2 0,0-4 1 0,3-1 1 16,0-1-1-16,0-4 0 0,3-3 0 0,2-1 0 16,-1-2 0-16,1-1 1 0,2-3-1 0,-1-2 1 15,3-1 0-15,1-2 1 0,1-1 1 0,1-1 0 0,1-3 1 16,3 2 3-16,-3-2-2 0,4-2 0 0,-1 0 1 15,1-2 0-15,-1-2-1 0,3 2 0 16,-3-1-1-16,1-1 1 0,-2-1-2 0,2 0 1 16,-1-1-1-16,0 1 0 0,-2-1-2 0,0-2 0 15,-3 2 1-15,3 0-1 0,-4 0 0 0,-2-1 0 16,-2 1 1-16,2 1-6 0,-5 0-10 0,0 0-20 16,-3-1-45-16,0 1-67 0,-3-1-95 0,-2 0-156 15,-4 3-263-15,-1-1-315 0,1 1-301 0,-4 0-197 16,1 0 129-16,-4 0 588 0</inkml:trace>
  <inkml:trace contextRef="#ctx0" brushRef="#br0" timeOffset="16647.12">3028 16395 114 0,'-2'1'646'16,"0"1"449"-16,2-2 128 0,-1 1-147 0,1-1-396 16,1 2-284-16,-1-2-182 0,2 0-93 0,4 1-41 15,2-1-39-15,3 2-21 0,3-1-7 16,0 0-2-16,5 1-8 0,-1 0-9 0,4-1 18 16,2-1 7-16,1-1-1 0,0-3-7 0,2 2-4 15,3-3 2-15,-1-1-6 0,-1-1-1 0,2-2 2 16,-3 0 2-16,1 0 1 0,-1-2 7 0,-1 0-2 15,-2 3-53-15,-1-1-127 0,-4 0-202 0,-1 0-282 16,-1-1-287-16,-4 2-271 0,-4 0-44 0,2 0 397 16</inkml:trace>
  <inkml:trace contextRef="#ctx0" brushRef="#br0" timeOffset="20580.32">803 16087 55 0,'5'-3'327'0,"-5"3"242"16,0 0 266-16,0 0 33 0,6-1-101 0,-2-1-104 16,-4 2-62-16,0 0-29 0,0 0-62 15,0 0-93-15,0 0-78 0,0 0-68 0,0 0-56 16,0-6-63-16,-1 0-47 0,-4 0-24 15,2 2-13-15,-3-1-9 0,-1-2-8 0,-1 1-5 16,-1 0-4-16,1 1-3 0,0 1-3 0,-4-1-4 16,4 2 0-16,-2 0-4 0,2 1-3 15,-3 1-6-15,3 1-5 0,0 0-3 0,-1 3-5 16,1 2-4-16,2 1-2 0,-1 3-1 0,2 4-1 16,-1 4 0-16,5 2 0 0,-1 5 0 15,4 2 1-15,1 3 0 0,5 1 1 0,0 2-1 16,1-1 1-16,2 0 0 0,2-3-2 0,0-2 2 15,1-2-2-15,0-5 1 0,0-1-1 16,2-4 0-16,0-4 0 0,-2-2 1 0,2-5-1 16,-2-5 1-16,2-2 1 0,-2-6 1 15,0-3 0-15,-4-3 1 0,1-5-1 0,-2-2 1 16,-1-1-2-16,-3-2 1 0,0-1-1 0,-2-1-1 16,-1 2 1-16,-1-2 0 0,-1 4 0 15,-1 1 1-15,1 3 2 0,-2 3 0 0,1 2 1 16,-3 5 0-16,3-1 0 0,-3 5-1 0,1-1-1 15,-2 5 0-15,2 0-1 0,3 2-1 16,0 0 1-16,-7 2-1 0,2-2-1 0,0 2 1 16,0 2 0-16,2-1-1 0,-2 1 0 0,2 0 1 15,-1-1-1-15,2 2 1 0,2-5-1 16,-3 4 1-16,1 0-1 0,2-4 0 0,-1 5 0 16,1 1 0-16,-2 0 1 0,4 0-2 15,-1 1 1-15,1 3-1 0,1-2 1 0,0 3 1 16,3 1 0-16,1 0 0 0,1 4 0 0,0 0 2 15,4 3-1-15,1 0-1 0,1 3 1 16,0 1 1-16,2 4-1 0,0-2 0 0,-1 5 0 16,0-1 0-16,1 1 0 0,-2 0-1 15,-3 0 1-15,3 1 0 0,-4-2 0 0,-1 1 1 16,-1-1 0-16,-3-1 0 0,-2-2 0 0,-3-1 1 16,-2-4 0-16,-1 0 0 0,-5-4-1 0,-1-1 1 15,-2-4-1-15,-5-2-1 0,0-2-2 16,-4-4 0-16,0-1-2 0,-3-3 1 0,-1-5-3 15,1-3 0-15,2-1 1 0,-1 0 0 16,3-1-1-16,5-2 0 0,2 3 1 0,2-2-10 16,3 0-11-16,6 1-18 0,1 0-34 0,1 1-69 15,4-1-86-15,1-1-145 0,2 0-245 0,3 1-313 16,-1 0-330-16,2 0-229 0,-1 0 37 16,1-2 577-16</inkml:trace>
  <inkml:trace contextRef="#ctx0" brushRef="#br0" timeOffset="21170.29">1522 15877 235 0,'8'-6'772'15,"-3"2"431"-15,-2 0 104 0,-2 2-170 0,1-1-287 16,1 1-254-16,-3 0-160 0,-1-2-103 16,-3 3-73-16,1 0-74 0,-3-1-58 0,1 0-32 15,-1 1-18-15,1 0-11 0,0 1-10 0,2 0-7 16,-3 0-7-16,1 0-9 0,-1 2-9 0,1 0-7 15,-1 1-6-15,-1 3-5 0,1 1-3 0,-3 4-2 16,1 1 2-16,0 2 3 0,1 5 1 0,-2 3-4 16,1 2-2-16,3 5-1 0,-1 1-4 0,0 3-3 15,3 3-1-15,1 1 3 0,2 1 3 0,2 1 0 16,4 3 2-16,0 0-1 0,4 1 1 0,-1-1-1 16,4-1 0-16,1-2 0 0,2-2 0 0,0-4-1 0,4-3 0 15,-1-4-1-15,2-3 0 0,1-7 0 0,0-3-1 16,0-5 0-16,2-6 1 0,-2-3 0 0,0-4 1 15,-3-3 1-15,2-4-1 0,-5-3 1 0,1 0 0 16,-4-4 0-16,-1 2 0 0,-2-3-1 0,-2 1 2 16,-1 0 0-16,-3 2-1 0,-3 0 2 0,-1 2 1 15,-1 2 0-15,-3-1 0 0,-3 3 1 0,-1 1-1 16,-2 1-1-16,-4 2 0 0,1 1 0 0,-4 1 0 16,-1 3-2-16,0 0 1 0,-3 4 0 0,2 0-1 15,0 6-1-15,0 1 0 0,0 3 0 0,2 2-2 0,1 5 1 16,0-1 0-16,5 3-2 0,1-2 0 0,1 2-1 15,5-1 1-15,0 1-3 0,1-4-7 0,5 0-12 16,1 0-17-16,6-4-34 0,-1 2-71 0,3-3-97 16,-1 0-165-16,2-3-285 0,1 1-327 0,1-2-354 15,2-2-214-15,1 0 175 0,1 0 699 0</inkml:trace>
  <inkml:trace contextRef="#ctx0" brushRef="#br0" timeOffset="22663.49">7043 16615 37 0,'3'5'593'0,"1"-2"508"0,-1 1 191 16,-2-2-115-16,1-1-324 0,0 0-314 0,-1 1-143 15,1-2-82-15,-1 0-51 0,1 0-39 16,0-2-42-16,2 1-53 0,-1-2-46 0,0-1-26 16,4-4-16-16,1-2 0 0,1-2 0 0,4-2 0 15,1-5-8-15,2-4 0 0,4-1-4 0,-2-3-8 16,4-3-7-16,0-2-4 0,-1 0-2 16,4-4-7-16,-1 0 0 0,-1-3-1 0,-2 4 6 15,1 1 2-15,-3 2 1 0,-3 1 0 0,0 5-1 16,-4 5 1-16,-5 3-7 0,2 3-4 0,-6 5-12 15,-1 3-38-15,-4 4-74 0,-5 6-83 0,-5 1-158 16,0 7-294-16,-6 2-329 0,-2 2-334 0,-1 4-199 16,-4-2 110-16,1 2 651 0</inkml:trace>
  <inkml:trace contextRef="#ctx0" brushRef="#br0" timeOffset="22897.04">7067 16215 11 0,'8'4'568'16,"-2"0"524"-16,-1-2 196 0,0 3-121 0,1-2-301 16,0 2-327-16,2 3-149 0,0 2-77 15,0 2-41-15,3 4-25 0,-1-1-36 0,-1 1-53 16,5 4-55-16,-1-1-39 0,1 2-24 0,-1 2-15 16,4 1-9-16,-2 0-12 0,0 1-7 0,1 0 1 15,1 0-1-15,-2-3 0 0,2 1 7 0,-1-1 2 16,1-2-2-16,-1-4-39 0,0 1-75 15,-5-4-95-15,3-5-183 0,-3-1-298 0,-1-2-350 16,2-4-329-16,-4-2-165 0,2-2 239 0,-1-5 664 16</inkml:trace>
  <inkml:trace contextRef="#ctx0" brushRef="#br0" timeOffset="23298.15">7962 16587 233 0,'3'-3'879'0,"-2"0"414"16,1 3-6-16,-2 0-158 0,2 0-405 0,-1 3-241 16,-1 0-130-16,0 0-80 0,2 3-46 0,0 3-47 15,-1 1-62-15,-1 2-55 0,3 3-32 0,-3 2-16 16,2 1-9-16,-2 3-3 0,3-1-3 0,-1 4-6 15,-1-3-48-15,-1 2-70 0,0 0-106 16,-1-1-179-16,-1-1-300 0,1-3-341 16,-1 0-293-16,0-4-159 0,-1-4 294 0,3-2 630 0</inkml:trace>
  <inkml:trace contextRef="#ctx0" brushRef="#br0" timeOffset="23731.73">8254 16118 101 0,'2'-2'720'0,"0"2"504"0,-4 2 103 0,2 3-112 16,0 3-314-16,0 5-325 0,0 4-171 16,2 2-107-16,-1 3-60 0,3 3-63 0,0 3-73 15,4 4-48-15,0 1-31 0,0 3-10 0,4-4-6 16,1 1-4-16,0-5-4 0,4-3 1 0,2-6-2 15,0-6-1-15,2-4 0 0,1-7 0 0,-1-7 1 16,0-8-2-16,0-3-3 0,-2-6-9 16,-2-5-1-16,1-5-3 0,-2-2 1 0,-4-4-4 15,2 1 6-15,-4-1 6 0,1 2-2 0,-3 2 2 16,-2 1 3-16,-1 4 5 0,0 5 3 16,-2 2 7-16,-1 5 11 0,-1 3 8 0,2 4 1 15,-3 4 2-15,2 3-1 0,-2 5-3 0,1 4-8 16,1 7-5-16,-1 6-2 0,1 2-8 0,1 7-5 15,2 5-4-15,0 1-2 0,-2 6 0 0,3 1-3 16,0 3 12-16,1 2 7 0,-1 4 2 16,2 1 2-16,1 0-5 0,0 1 4 0,0-1-6 15,0-4-5-15,-2 1-1 0,1-4-5 0,-2-5-33 16,-1-1-68-16,-1-3-66 0,-2-7-119 0,-2-3-205 16,-2-5-316-16,-4-5-301 0,3-4-222 0,-3-7-106 15,-1-5 375-15,1-5 600 0</inkml:trace>
  <inkml:trace contextRef="#ctx0" brushRef="#br0" timeOffset="23931">8914 16450 139 0,'12'9'728'0,"-4"3"441"0,0 4 85 15,0 3-117-15,0 4-340 0,0 0-252 16,0 4-148-16,1 0-84 0,1 3-49 0,-2-1-53 15,3 1-70-15,-2 1-66 0,-1-2-35 0,0-4-20 16,-2-1-36-16,1-5-71 0,-4-5-68 16,0-3-121-16,-3-5-202 0,0-5-315 0,0-4-313 15,-3-3-232-15,1-6-106 0,-1-4 396 0,0-4 592 16</inkml:trace>
  <inkml:trace contextRef="#ctx0" brushRef="#br0" timeOffset="24262.34">9127 15962 135 0,'13'-17'754'0,"-2"2"457"16,-3 3 65-16,3 3-148 0,-2 2-331 0,1 3-267 15,4-1-153-15,-1 4-81 0,2 0-46 0,0 2-40 16,2 0-71-16,2 4-64 0,0-1-33 16,1 4-19-16,1 1-12 0,1 3-4 0,-1 2-1 15,-2 1 5-15,-2 2 8 0,-1 4 9 0,0-1 6 16,-2 4 9-16,-3 3 7 0,-3 2 3 0,-3 0-1 15,1 3-4-15,-4 1-2 0,2 2-6 0,-4 0-8 16,2 1-9-16,-1-3-6 0,1 1-5 16,1-3-4-16,-1-4-5 0,4-1-3 0,-1-4-1 15,0-2-2-15,4-2 0 0,1-3 1 0,-1-1-1 16,2 0-1-16,0-4-1 0,1 0-10 16,0-3-13-16,1-5-36 0,-1 2-75 0,-1-2-86 15,-1-5-167-15,2 0-286 0,-5 1-329 0,1-5-349 16,0 1-191-16,-1-5 126 0,-2 1 680 0</inkml:trace>
  <inkml:trace contextRef="#ctx0" brushRef="#br0" timeOffset="24465.31">9423 16067 653 0,'-2'6'1616'0,"-1"1"117"0,1 0-360 0,1 2-350 15,2-1-481-15,4-1-288 0,0-2-125 0,5 0-59 16,2-2-27-16,4 0-16 0,5-3-9 16,0-3-8-16,2 2-6 0,2-4-4 0,2 3-5 15,0-3-41-15,-2 2-83 0,0 0-148 0,-1 0-268 16,-2 2-305-16,0 1-389 0,0 1-367 0,-2 2-3 16,-3 0 664-16</inkml:trace>
  <inkml:trace contextRef="#ctx0" brushRef="#br0" timeOffset="47161.63">1429 10140 252 0,'2'0'452'0,"0"0"184"0,0 0 40 0,1 0-127 16,2 0-125-16,-2 0-58 0,2 0-20 0,-2-2 14 15,2 2-8-15,-3 0-33 0,-1-1-45 0,-1-1-44 16,-3 1-42-16,0-1-51 0,0 1-22 0,-1-1-3 15,3 2 16-15,2 0 36 0,3 0 27 0,-1 0 12 16,-2 0-3-16,1 0-13 0,-2 0-26 0,-2 0-33 16,1 0-28-16,-1 0-18 0,-1 0-16 0,1-1-9 15,-1 1-9-15,2 0-7 0,-3 0-5 0,3 0-4 16,-1 0-7-16,-1-2-2 0,3 2-4 0,-2 0-4 16,2 0-3-16,-4 0-2 0,4 0 0 15,-2 0 1-15,1 0-1 0,1-1 0 0,-2 1-2 0,2 0-1 16,-1 0-2-16,1 0-1 0,-2 0-1 15,2 0-1-15,0 0 1 0,-2 0 2 0,1 0 3 16,1-1 1-16,0 1 1 0,0 0 0 0,-2 0 2 16,2 0-4-16,-1 0-2 0,-1 1-1 0,2-1-1 0,-2 1 0 15,-1 1-1-15,1 1-2 0,1 0-1 0,-1 0 0 16,-2 1 0-16,1 4-1 0,0-1 0 16,-2 2 1-16,3 2 0 0,-3 2-1 0,2 1 0 15,0-1 1-15,0 2 0 0,0 0 0 0,0 1 0 16,1 0 0-16,2 0 0 0,0 2 0 0,0-4-1 15,2 4 1-15,1-2 0 0,0-1-1 0,0 0 1 16,0 1 0-16,0-3 0 0,1-1 0 0,-1 0 0 16,0-2 0-16,0-1 0 0,0-2-1 0,2 0 0 15,-2-1 0-15,0-1 0 0,2-1 1 0,-2 0-1 16,2-2 1-16,-2 0 1 0,2-1-1 0,3 0 2 16,-2-1 0-16,2-1 1 0,0 0 0 15,3-1-1-15,-2-1 0 0,1 0 1 0,2-1-1 16,0-1 0-16,0-1 0 0,-1-1 1 0,-1 1-1 15,2 0 0-15,-2 0-1 0,1-1 1 0,0-2 0 16,-3 0-1-16,0-1 1 0,2 0 0 0,-3-3-1 0,1 1 1 16,0 0 0-16,-3-1 0 0,3 0 0 0,-4 2 0 15,1-2-1-15,-2 5 0 0,1-2 0 16,-1 3 0-16,0 1 0 0,-1 2 0 0,-1-1 0 16,2 2 1-16,-3 2-1 0,2 0 0 0,-1-3 0 15,-1 4 1-15,0-2-2 0,2 2 1 0,-2 0-1 16,0-2 2-16,0 2 0 0,0 0-2 0,0 0 2 15,0 0 0-15,0 0 0 0,0 0-1 0,1 0 1 16,-1 0 0-16,0 0 0 0,0 0 0 0,0 0 1 16,0 0-1-16,0 0 0 0,2 0 0 0,-2 2 1 15,0-2-1-15,0 0 1 0,0 0 0 0,0 0 0 16,0 0-1-16,0 0-1 0,2 1 0 0,-2 0 0 16,0-1-1-16,0 0 1 0,0 2-1 0,0 0 0 15,0-1 0-15,0 2 0 0,1 3 1 0,-1 0-1 16,0 3 1-16,2-1 0 0,-1 4 0 0,1 2 1 15,1 2 0-15,-1 1-1 0,3 1 3 0,-1 5 3 16,1-2 1-16,0 2 1 0,-1 2 1 0,1 2 0 16,0 0 2-16,0 0-2 0,1 0 1 0,0 1 0 15,-2 1 1-15,0-2-1 0,0-1-4 0,-1-2 0 16,0-4-3-16,1-2-1 0,-2 0-2 16,1-8 0-16,-1 1-2 0,-1-2 1 0,-1-3-1 15,0 0 0-15,2-3-1 0,-2 0 1 0,-2-1-1 16,2-1 0-16,-1-1-1 0,-1-1-1 0,-3-4-7 15,-1 0-14-15,2-2-22 0,-3-1-34 0,-1-4-81 16,-1 1-136-16,1 2-260 0,0-2-307 0,0 4-378 16,-1-1-418-16,-1 2-78 0,2 2 640 0</inkml:trace>
  <inkml:trace contextRef="#ctx0" brushRef="#br1" timeOffset="59441.73">1280 11062 61 0,'5'2'316'0,"1"-2"171"15,-6 0 128-15,2 1-74 0,-2-1-214 0,5 2-113 16,0-2-47-16,-2 0 3 0,4 0 17 0,-2 0 13 16,0 0-4-16,0 0-21 0,-2 0-36 0,0 1-15 15,2-1 4-15,1 1 9 0,0 1 11 16,-1 1 7-16,0-1 15 0,0 0-1 0,2 2-13 15,-4-2-18-15,2 1-16 0,-3 1-10 0,1-1-16 16,2 0-23-16,-2 0-17 0,-1 0-13 0,4 0-15 16,-3 0-7-16,2 0-4 0,0 0-7 0,1-2-4 15,-1 2 2-15,4-1-1 0,-1-1-1 0,-2 0-1 16,2 1 15-16,2-1 9 0,-2 1 5 0,1-2 6 16,2 2-2-16,-1-2 1 0,1 0-15 0,0-2-6 15,0 2-9-15,0-2-2 0,0 2-1 0,2-1 6 16,4-2 74-16,-1 2 32 0,1-2 18 0,-1 1 2 15,1 0-1-15,-2 0-6 0,0 0-59 16,-2 1-28-16,1-1-18 0,-1 1-8 0,-3 1-7 16,2-2-5-16,-2 1-1 0,1-1-3 0,0 2 1 15,-2-1 1-15,1-1 0 0,1 1 14 0,-2-1 6 16,1 1 2-16,1 0 3 0,-3-1 0 0,3-2-2 16,0 4-11-16,-2-3-8 0,3 2-4 0,0 0-1 15,-1 0-2-15,-1-2 0 0,1 1 1 0,-2 2 0 16,1-2 0-16,2 2-1 0,-2-1 2 0,2 1-1 15,-2-2-1-15,0 0 0 0,0 2 0 0,0-1-1 16,-2 0-2-16,2 1 1 0,-1-2 2 0,0 1-1 16,1-1 2-16,-1 2-1 0,1-1 3 0,-2-1 1 15,0 2-4-15,4 0 2 0,-4-2 0 0,2 1 0 16,2 1-1-16,-2-1 0 0,1-1-1 16,0 0 0-16,-1 2 2 0,0 0-1 0,2-1 0 15,-1 1 0-15,1-2 1 0,-1 2 1 0,2 0-3 16,1-1 2-16,-2 1-1 0,0-1 2 0,1 1 0 15,1 0-1-15,-1-2 0 0,-2 2 1 16,4 0 0-16,-2-1 0 0,0-1 7 0,-2 1 4 16,2 0 4-16,-1 1-1 0,-1 0 2 0,3-2-1 15,-4 2-8-15,1-2-4 0,1 2-3 0,-2 0 0 16,0 0 3-16,2 0 3 0,-2 0 1 0,-1 2 1 16,4 0 1-16,-4-2-1 0,3 2-5 0,0 0-1 15,-1-1-2-15,3 1 0 0,-1 0-2 0,1 1 0 16,-1 1-1-16,4-3 1 0,-3 2 1 15,4 0-2-15,-2 0 0 0,1 0 1 0,2 2 0 16,2-2 1-16,-1-1 7 0,-1 3 5 0,3-1 2 16,0 2 1-16,-2-2 6 0,0 0 3 0,2 1-5 15,-3-1 2-15,0 2-3 0,1-1-1 0,0-1-5 16,0 1-3-16,-1-1-2 0,0-1-6 16,-2 0 1-16,-1-1-1 0,0 0-1 0,-2 0-1 15,0-1 0-15,-1-1 0 0,-3 2-2 0,-1-2 3 16,-1 0-1-16,-2-2 1 0,-1 2 0 0,0 0 2 15,-2-1 2-15,0 1-1 0,-3-2 2 16,0 2 0-16,0-2 0 0,-4-3-2 0,-1 0-2 16,-3-1-20-16,-2-1-83 0,-2-2-134 0,-3 2-251 15,-3-1-295-15,-2 4-401 0,-5 0-489 0,0 4-134 16,-4 4 642-16</inkml:trace>
  <inkml:trace contextRef="#ctx0" brushRef="#br1" timeOffset="65778.59">12182 5710 121 0,'1'5'690'0,"-1"-1"452"16,-1-1 119-16,1 0-118 0,0-1-373 0,0-1-228 15,0 2-119-15,0-3-72 0,0 3-46 16,0-3-42-16,0 0-54 0,1 0-64 0,-1 2-48 15,0-2-32-15,2 0-21 0,-1 0-12 16,-1 0-12-16,2 0-7 0,-2 0-4 0,3 0-4 16,-3 0-1-16,2 0-3 0,-2 0 0 0,2 3 0 15,-1-2-1-15,1-1 1 0,-1-1 8 0,3 1 6 16,0 0 8-16,2 0 4 0,1 0 3 16,-1 1 4-16,2 1-5 0,1-2-2 0,1 3-5 15,1-1-2-15,3 0 0 0,-1 0-2 16,3 1-1-16,0 0-1 0,1 0-1 0,-1 0 0 15,4 0-3-15,-2-1-2 0,2 2 0 0,2-1-2 16,-2-2-1-16,2 1 0 0,1 1-1 16,1-2-1-16,0-1 0 0,1 2 0 0,2-2 1 15,1 0-1-15,-1 0 1 0,2 0-1 16,-1-2 2-16,2 2-1 0,-2-1 1 0,2-1 0 16,-1 1 1-16,1-1 1 0,0 1 0 0,0-1-1 15,-1-1-1-15,1 0 0 0,2 2-2 16,-2-2 0-16,0 1-1 0,1 1 0 0,-1-2 1 15,0 1-4-15,0 1-1 0,2 0 0 0,-2-1 0 16,0-2 0-16,3 4 0 0,-1-4 0 16,2 1 0-16,0-1 0 0,-1 2 0 0,0-1 0 15,0 0 0-15,1 2 0 0,-3-1 0 0,1 0 0 16,-1 2 0-16,-1 0 0 0,2 0 0 0,-2 2 0 16,2 0 0-16,1-2 0 0,-1 1 0 15,-1-1 0-15,3-1 0 0,-1-1 0 0,0-1 0 16,3-2 0-16,-3 1 0 0,2-2 0 15,0-1 0-15,-2-1 0 0,2 1 0 16,-2 0 0-16,1 1 0 0,-3-1 0 0,-1 3 0 16,0 2 0-16,0 2 0 0,-3 0 0 0,0 0 0 15,-4 2 0-15,1 4 0 0,-1-1 0 0,-3-1 0 16,-4 0 0-16,3 2 0 0,-4-1 0 16,-3-1 0-16,-1-1 0 0,-5 0 0 0,2-1 0 15,-5 1 0-15,0-3 0 0,-4 0 0 16,-3 0 0-16,-2-2 0 0,-3 1 0 0,-2 1 0 15,-5 0-238-15,2 0-333 0,-5 1-347 0,1 1-447 16,-6 1-520-16,-1 1-27 0,-5 4 890 16</inkml:trace>
  <inkml:trace contextRef="#ctx0" brushRef="#br1" timeOffset="68306.42">1837 9758 140 0,'1'-2'498'15,"-1"0"305"-15,2-1 186 0,-2 2-69 0,-2-2-211 16,1 1-171-16,-1 0-113 0,-2 0-44 16,0-2-11-16,3 4-51 0,-1-4-48 0,1 1-35 0,-1-1-34 15,-3 2-42-15,2-1-46 0,-2-1-32 16,2 0-19-16,-3 0-11 0,0 0-5 0,-1-1-6 15,2 1-3-15,-3-1-3 0,1 1-3 0,-1-1-1 16,1 1-2-16,-2 0 1 0,0 0-1 0,-1 0 0 16,2 0-1-16,-3 2 0 0,1-3-4 0,1 1-2 15,-2 2-2-15,0-1-1 0,1 0-3 0,-4 2-4 16,3-3 0-16,-1 3-2 0,-1 1-3 0,1-1-2 16,0-1-1-16,-1 2 0 0,1 0 0 0,-1 0-1 15,2 0 2-15,-3 2-2 0,3-1 1 0,-3-1 2 16,2 1-1-16,1 3-1 0,-3-3 1 0,3 2 0 15,-3 0-1-15,3-1-2 0,-2 1 1 0,-1 0 4 16,1 0 2-16,-1 1 1 0,1 0 0 0,1 0 1 16,1 0 0-16,-1 1-5 0,0 1-2 15,1 0-4-15,0 0-5 0,-2 1 0 0,-1 0-2 16,-2 4 0-16,0-5-3 0,1 5 5 16,-2-2 2-16,2-1 1 0,-1 3 0 0,0 1 0 15,0-1 1-15,-1 2-1 0,1 2 1 16,-1 0 0-16,0 0 0 0,1 2-1 0,0-2 2 15,0 2-1-15,0-1 1 0,2-1 0 0,0-1 0 16,1 1-1-16,2 2 0 0,0-2-1 16,0 0 2-16,3-2-1 0,-1 1 0 15,2-2 1-15,1 2-1 0,-1-2 1 0,3-1 0 16,-2 1 0-16,1 2 0 0,2 2-1 16,-2-3 0-16,3 3 1 0,-1 0 0 0,1 2 0 15,1 2 0-15,1-1 0 0,0 4 0 16,1-4 0-16,1 4-1 0,0-1 1 0,1 2 0 15,0 2 0-15,2-1-1 0,0 3 1 16,2 0-2-16,0-1 1 0,-1 2-1 0,2-1 1 16,1 0 0-16,1-2 1 0,1 1 1 15,3 1 0-15,-1-2 0 0,1-1 0 0,2 1 0 16,1-2 0-16,-1 0-1 0,0-2 1 16,1 3 0-16,2-4-1 0,0 0 0 0,0 0 0 15,2 0 0-15,-2-2 1 0,3 2-1 16,-2-3 0-16,-2 2 1 0,1-2 0 0,1 0-1 15,-2-1 1-15,2-1 0 0,1-1 0 0,0-1-1 16,1 0 2-16,-1-2-1 0,2 0-1 0,1-1 0 16,-1-3 0-16,2 2 0 0,1-3-1 0,-2 1 1 15,3-2 1-15,-2-1-1 0,2 1 1 0,-1-2 0 16,1 0-1-16,-4-2 0 0,2 1-1 0,0-2 0 16,0-1 1-16,-3 0-2 0,1-1 2 0,-1-2-1 15,0 0 1-15,-1-2-1 0,1-1 0 0,-2-1 0 16,-2-1-1-16,2-2 2 0,-1-3-2 0,-3 1 2 15,3-4-1-15,-5-1 5 0,3-2 3 0,-2-2 2 16,-1-1-1-16,0-3 1 0,-1 0 0 0,-2-1-5 16,0-3-2-16,0 0-1 0,0 0 0 0,-1-3-1 15,-1 1-1-15,1 0 1 0,-2-2 1 0,1 3 1 16,-1-3 0-16,-2 0 1 0,2 1 0 16,-3 0-4-16,3 0-4 0,-4 1-1 0,1-1-1 15,0-2-1-15,-2 1 0 0,2-2 4 0,-2 0 2 16,0-1 5-16,0 3 4 0,-1-4 0 0,-2 1 1 15,0 0 1-15,-2-1-1 0,-4-1-4 0,1-1-2 16,-3 0-1-16,-1 1 1 0,-5-4 1 16,-1 3 2-16,-5-2-4 0,-2 0-2 0,-4-1-1 15,-2 3-2-15,-2-2-1 0,-2 7-1 0,-1-2 4 16,-3 5 1-16,3 5 0 0,0 3 1 0,-1 6 0 16,1 2 0-16,1 6-1 0,2 3 0 0,0 4 0 15,0 5-2-15,3 3 0 0,2 2-1 0,3 3-1 16,0 3 1-16,6 1-1 0,-1 0-1 0,5 0 0 15,0 1-8-15,7 0-13 0,2 0-23 0,1-1-54 16,2 0-77-16,0 0-165 0,2-1-270 0,1-1-317 16,2 1-377-16,-2-2-313 0,2-3 14 0,1-2 735 15</inkml:trace>
  <inkml:trace contextRef="#ctx0" brushRef="#br1" timeOffset="70140.32">2031 9679 144 0,'0'-1'447'0,"0"-2"234"15,0-2 141-15,0 3-135 0,-1-4-202 0,1-1-103 16,-2 1-28-16,2-5-11 0,-2-1-9 16,1-1-29-16,-1-1-42 0,-1-5-49 0,1-2-62 15,-2-5-38-15,4-2-16 0,0-3 27 0,0-5 30 16,0-3 23-16,4-3 13 0,-2-5-3 0,0-4-15 16,-1-3-47-16,2-2-38 0,2-6-34 0,-2-1-24 15,4-4-7-15,-1 1-7 0,3-4 0 0,-1-2-1 0,2 2 3 16,1-2 1-16,0 0-9 0,0 0 1 15,3 0-8-15,-1-1-3 0,3-1-6 0,-2 0 4 16,3 3 1-16,-1-3-3 0,3 2 10 0,0 0-1 16,2-1 2-16,-1 3-9 0,2-2-2 0,1 2 1 15,2-2-4-15,0 1 6 0,2 0 2 0,0 0-1 16,1 1 1-16,-1-2 0 0,-1 2 2 16,2 1 1-16,-1 0-1 0,1 2 2 0,1 1 0 15,-2 4 4-15,1 2 3 0,-1 1 0 0,1 4 2 16,2 1 0-16,-4 0 6 0,4 2-4 0,-1 1-4 15,1 1 1-15,-2 1 1 0,2-1 0 0,0 4-9 16,0 2-5-16,0 0-1 0,0 3-4 16,0 0-2-16,0 1-2 0,0 2 4 0,0 1 3 15,2 2 1-15,-2 1 2 0,0 2 0 0,0 2-2 16,-2 0 1-16,1 3-1 0,-1 2 1 0,-1-2 0 16,0 4-1-16,2-1 2 0,-2 2-1 0,1-3-1 15,0 1 7-15,2 1 3 0,0-3 0 16,2 2-1-16,1-3 1 0,1 0 2 0,0-1-3 15,4-1-8-15,0-1-2 0,2 0-1 0,-1 0-1 16,5-1-1-16,-2 2-3 0,3-2 5 16,1 0 2-16,0 0 1 0,2 1 0 0,-1 0-1 15,2 0 0-15,2 1 0 0,-1-2 7 0,-1 3 1 16,2-1 2-16,-2 2 2 0,0 4 0 16,1-2 2-16,-2 1-12 0,2 2-4 0,-2 1-4 15,1 0 4-15,3 0 2 0,-3 0 0 16,3 1 7-16,-1 2 3 0,-2 0 1 0,1 0-4 15,-2-1-3-15,2 4-2 0,1-3-2 0,-2 1-1 16,0 1 2-16,0-2 1 0,0 1-5 16,3-1-1-16,-4 0-1 0,4 1 1 0,0-2-3 15,-1 2-3-15,1 0 6 0,0-1 2 0,0 3 2 16,2 1-1-16,0 0 0 0,-1 3 0 16,-2-1 7-16,3 1 2 0,-1 0-4 0,0 3 1 15,1-1-1-15,1-1 0 0,0 2-6 0,2-1-4 16,3-2 4-16,-3 0 2 0,5-2-1 15,0 0 2-15,1-2-2 0,3-2 7 0,0 0 1 16,1-2 3-16,-1 1 1 0,1 1-4 0,1-2-2 16,4 0-7-16,-2 0-2 0,3 2-4 15,1-1 4-15,1 1 7 0,0 1 4 0,-2 1-2 16,0 0 3-16,1 1 2 0,-1 1-5 0,1 1-2 16,0-1 1-16,1 2 0 0,1 0 1 15,-2-2-3-15,3 3 1 0,-2-3-3 0,2 1-2 16,-2 2-1-16,0 1 2 0,-2 0 0 15,-2 1 0-15,2 0 4 0,-2 3 1 0,-1-1 1 16,2 2-1-16,-4 0 0 0,2 1-1 16,-3 0-1-16,-1 2-2 0,0-4-2 0,-1 0 1 15,-2 2 0-15,0-1 1 0,-1 0 0 0,-2-1 5 16,3-1 0-16,-3 0-4 0,2-1-5 16,-2 0-3-16,-1 1-1 0,-2 0 3 0,-2 1 3 15,0 0 5-15,-4 4 5 0,-2-3 1 0,-2 4-1 16,-4 0-6-16,1 0-1 0,-4 4-1 15,-2-3 0-15,-2 4 1 0,-1-1 2 0,1 1 2 16,-3 0-1-16,1 1-1 0,-1 0 1 0,-1-1-3 16,-1 1 2-16,-1-1-2 0,2 1 0 15,-2 0 0-15,0-1 0 0,0 1 0 0,-2-1 1 16,1 1-1-16,-2-2 2 0,-2 2-2 0,2 3 1 16,0-3-1-16,-2 2-1 0,0 0 1 15,2-1 0-15,-3 2 7 0,0 0 6 0,1 3 2 16,0-1 3-16,-1 2 0 0,0 1 0 0,-2 0-7 15,0 0-3-15,-3 2 2 0,0 0 1 16,1-1 1-16,-5 1 2 0,2-1 0 0,-4 2 1 16,1-1-3-16,-3 1 0 0,0-2 1 0,-1 1 0 15,-2 0 2-15,-2 1-2 0,-1 0 1 16,0-1-2-16,-1 3-1 0,-1-3-1 0,0 2 0 16,-1-2 0-16,1-1-1 0,-1 1-1 0,1-3-3 15,-1-1-2-15,1-2-1 0,-1 1-1 16,1-4-1-16,-2 0 1 0,2-1-1 0,0-1 0 15,0-1 0-15,-1-2 0 0,1 0 0 16,-1-2 0-16,1 0 0 0,0 0 0 0,-1 0 0 16,1 0 1-16,-1-4-1 0,-1 4 1 0,1-4-1 15,1-1 0-15,-2 3 0 0,-1-3 0 0,0 0-1 16,-1 1-3-16,-2 1-10 0,1-1-19 16,-4 2-47-16,1-1-77 0,-3 3-109 0,-3 0-190 15,2 1-298-15,-3 1-347 0,2 3-334 16,-2-2-159-16,3 1 290 0,-2-1 700 0</inkml:trace>
  <inkml:trace contextRef="#ctx0" brushRef="#br1" timeOffset="70539.72">11304 4152 28 0,'2'1'498'0,"1"3"409"0,0-2 223 0,2 1-1 15,1 2-327-15,-1 2-296 0,3 3-137 16,3 1-19-16,0 4-6 0,2 1-42 0,4 3-33 16,-1 0-28-16,3 2-46 0,3 1-52 15,-1 1-44-15,2 1-16 0,1 0-16 0,1 1-12 16,2-3-12-16,0-1-12 0,0-3-7 0,3-3-9 15,-1-2-2-15,-1-4-1 0,0-3 4 16,-1-4 6-16,-2-2 8 0,-2-5 4 0,-3-2 5 16,-3-4-1-16,-2-3 2 0,-3-5-2 15,-2-2-5-15,-4 0 0 0,-2-4-3 0,-4 2-4 16,-2-2-4-16,-4-4-5 0,-4 1-4 0,-1 0-5 16,-2-4-5-16,-2 3-1 0,0 2-3 0,3 3-1 15,-1 3 0-15,3 5-7 0,-2 4-13 16,2 6-21-16,2 4-47 0,-4 7-81 0,4 5-163 15,2 8-269-15,1 3-321 0,5 5-405 16,1 2-373-16,4 6 0 0,5 0 773 0</inkml:trace>
  <inkml:trace contextRef="#ctx0" brushRef="#br1" timeOffset="71798.39">12999 4591 226 0,'4'-7'557'0,"-3"-1"303"0,1 0 195 15,-1 1-172-15,-1 0-225 0,0 0-145 0,2-1-68 16,-2 1-30-16,0 2-21 0,0-1-46 15,2 1-40-15,0 2-39 0,-2 0-47 0,0 0-54 16,2 2-49-16,-2-1-31 0,2 2-16 16,-2 0-15-16,0 0-9 0,1 0-10 0,-1 0-7 15,0 2-7-15,0-2-8 0,0 1-4 0,0 2-5 16,-1 3-2-16,1 0-2 0,-2 4-1 16,0-2 3-16,2 5 3 0,-4 0 5 0,4 2 4 15,-2 2 4-15,2 2 3 0,-3 3 0 16,2 2 1-16,-1 3-1 0,0 3-2 0,-1 3-2 15,2 3-3-15,-1 1-3 0,2 0-3 0,0-2-3 16,2 1-3-16,-1-7-1 0,2 0-2 0,2-4 0 16,2-4-1-16,2-3 0 0,0-4 1 15,1-4-1-15,2-4 1 0,3-3 0 0,0-3 1 16,2-4 0-16,1-5 1 0,0-3 0 0,2-5 0 16,2-2 1-16,-2-4-2 0,0 2 1 15,2-4-1-15,-3 1 0 0,0 0 0 0,-2 3 0 16,-2-1 3-16,0 5 0 0,-3 0 2 0,-3 2 1 15,2 3-7-15,-3 2-2 0,-2 1 0 16,-1 1 0-16,0 2 0 0,-1 0 0 0,-1 2 0 16,1 1 0-16,-3 1 0 0,1-3 0 15,-2 4 0-15,2 0 0 0,-1 0 0 0,-1 1 0 16,0-3 0-16,2 3 0 0,-2 0 0 0,0-1 0 16,0 1 0-16,0 0 0 0,0 0 0 15,0 0 0-15,0 0 0 0,0 0 0 0,0 0 0 16,0 0 0-16,0 0 0 0,0 0 0 15,0 0 0-15,0-1 0 0,0 1 0 0,1 0 0 16,-1 0 0-16,0 0 0 0,0 0 0 0,0 0 0 16,0 0 0-16,0 0 0 0,0 0 0 15,0 0 0-15,0 0 0 0,0 1 0 0,0 0 0 16,2 2 0-16,0 0 0 0,-1 4 0 16,2 4 0-16,1 2 0 0,0 5 0 0,-1 5 0 0,0 4 0 15,-1 2 0-15,0 6 0 0,-1 2 0 16,1 4 0-16,-2 0 0 0,1 2 0 0,-1 0 0 15,0-1 0-15,2-2 0 0,0-2 0 16,-1-3 0-16,2-5 0 0,-1-5 0 0,4-1 0 16,-3-6 0-16,0-3 0 0,1-3 0 15,-3-3 0-15,2-2 0 0,-3-1 0 0,2-2 0 16,0-4 0-16,-1-2 0 0,1-2 0 0,0-2 0 16,-2-2 0-16,0 1 0 0,0-1 0 15,0 1 0-15,0 0 0 0,-2 1 0 0,0-1 0 16,1 3 0-16,-1 2 0 0,0-3 0 0,-2 3 0 15,0 1 0-15,1-2 0 0,-3 3 0 16,1 3 0-16,-3-2 0 0,0 1-133 0,0 3-228 16,-4 0-265-16,4 1-338 0,-2 0-419 0,-2 2-409 15,2-1 27-15,1 0 836 0</inkml:trace>
  <inkml:trace contextRef="#ctx0" brushRef="#br1" timeOffset="74311">5960 10076 264 0,'-3'-7'899'0,"-3"1"430"15,1 0 75-15,-3 2-136 0,0 2-481 0,-1 1-281 16,-1 1-148-16,1 3-96 0,-2 3-85 16,0 6-72-16,3 3-47 0,-2 7-26 0,4 5-16 15,4 9-7-15,1 5-5 0,4 5 3 16,3 5 3-16,5 2 1 0,2-1-1 0,4-3 0 15,1-2 0-15,4-6-7 0,0-4-4 0,2-6-2 16,3-7 0-16,1-8-3 0,1-9 0 16,2-7 2-16,-1-9 3 0,-1-7 0 0,-2-8 2 15,-2-8 1-15,-2-4 1 0,-5-6 0 0,-1-2-1 16,-4 0-1-16,-5-1 2 0,-5 2 1 0,-4 2-1 16,-6 0 2-16,-2 2 0 0,-7 3 1 15,-2 2-2-15,-4 1 1 0,-1 4-1 16,-1 4 0-16,-3 4-1 0,2 2 0 0,-2 9 0 15,0 4-3-15,2 8 1 0,2 4-2 0,1 7 0 16,2 6-2-16,4 7-5 0,0 5-6 0,7 6-12 16,2 6-54-16,1-1-74 0,3 6-133 15,5 1-253-15,2 1-303 0,4-4-369 0,2 1-300 16,2-4-61-16,4-6 560 0</inkml:trace>
  <inkml:trace contextRef="#ctx0" brushRef="#br1" timeOffset="74545.82">6488 10494 5 0,'3'0'526'0,"-1"3"497"16,1 3 234-16,-3 1-54 0,0 4-250 0,2 5-277 15,-2 3-199-15,-2 3-111 0,2 5-72 0,-3 1-57 16,1 4-74-16,1 2-73 0,-1-1-41 15,2-1-24-15,0-1-13 0,0-2-8 0,3-4-35 16,1-4-80-16,-1-2-108 0,3-7-188 0,-1-1-291 16,4-6-352-16,-1-4-347 0,2-4-160 15,1-3 309-15,-2-6 684 0</inkml:trace>
  <inkml:trace contextRef="#ctx0" brushRef="#br1" timeOffset="74907.05">6811 10118 99 0,'-3'-11'727'16,"0"5"530"-16,-1 4 134 0,-1 4-78 15,2 5-367-15,-1 5-359 0,2 3-182 0,-1 6-110 16,2 6-71-16,1 6-78 0,1 2-55 16,1 8-37-16,4 2-20 0,-2 2-15 0,5 1-9 15,0-6-7-15,5 1-5 0,2-6-2 16,3-9 0-16,0-6-8 0,5-7-16 0,1-10-35 0,-1-5-61 15,1-11-61-15,-3-5-49 0,0-9-39 16,-3-5-20-16,-3-4 25 0,-2-2 80 16,-4-4 76-16,-4 0 49 0,-4 0 44 0,-2 3 41 15,-5-1 55-15,-3 3 63 0,-6 1 47 0,0 3 35 16,-5 1 8-16,-2 1-16 0,-1 3-36 16,-2 7-44-16,2 3-39 0,-2 7-33 0,-1 6-25 15,3 7-16-15,0 5-9 0,3 9-4 0,0 5-5 16,4 5-2-16,5 5-9 0,0 4-51 15,5 2-69-15,2 4-97 0,3 0-189 0,3 2-299 16,2 0-337-16,2-2-297 0,3-1-165 16,0-4 258-16,3-1 676 0</inkml:trace>
  <inkml:trace contextRef="#ctx0" brushRef="#br1" timeOffset="75223.25">7321 10499 116 0,'2'1'806'15,"-2"2"636"-15,0 3 103 0,-2 3-229 0,2 1-424 16,-1 0-353-16,-1 8-195 0,-1-2-126 16,0 3-74-16,2 2-52 0,-1 4-38 0,-1-2-19 15,1 4-15-15,2 2-9 0,-3 1-5 0,3-2-4 16,0 2-1-16,0-3-13 0,2-1-47 16,-1-5-79-16,1-2-139 0,1-4-259 0,3-3-311 15,-3-5-382-15,2-7-343 0,0-7-44 16,3-5 613-16</inkml:trace>
  <inkml:trace contextRef="#ctx0" brushRef="#br1" timeOffset="75575.73">7668 9912 276 0,'0'10'1090'0,"-3"5"498"16,-1 6-82-16,1 5-291 0,0 3-475 15,-1 7-287-15,2 2-185 0,-1 6-97 0,3 4-61 16,0 1-42-16,5 1-29 0,2-2-18 16,1 0-11-16,2-4-7 0,5-7-5 0,0-5-3 15,2-4-8-15,2-7-19 0,3-6-42 0,2-7-49 16,-2-8-59-16,2-3-54 0,1-11-48 16,-3-4-59-16,0-6-32 0,-2-7-15 0,-3-1 26 15,-4-4 25-15,-3-2 61 0,-2 1 143 16,-4 1 168-16,-4 0 133 0,-2-2 66 0,-5 1 23 15,-3-1-17-15,-3-2-41 0,-3 7-33 0,0-1 5 16,-2 6 47-16,0 6 24 0,-1 4-4 0,0 7-21 16,0 5-29-16,2 6-45 0,1 6-61 0,-1 5-85 15,2 8-91-15,-2 3-135 0,2 8-251 16,0 5-297-16,2 5-356 0,1 1-318 16,4 1-96-16,1 1 495 0</inkml:trace>
  <inkml:trace contextRef="#ctx0" brushRef="#br2" timeOffset="81091.82">2093 15671 15 0,'0'-3'478'0,"-2"1"441"0,2-3 255 0,-3 2-20 15,-2-3-330-15,2 0-289 0,-3 0-126 0,3-1-36 16,0 1-43-16,-2-2-38 0,0-1-37 0,0 1-37 15,-1-3-55-15,0 2-57 0,-2-2-24 0,0 1-14 0,1-2-6 16,-5 1-4-16,4 0-5 0,-3 0-5 16,-2 0-8-16,0-1-8 0,0 0-6 0,-2 0-5 15,1 2-2-15,-2-1-5 0,-1-1 0 0,1 2-1 16,-1-1-1-16,-1 2-4 0,-1-1-1 0,0 1-1 16,0 1-1-16,-1 0-2 0,-2-1 1 0,-1 2-1 15,0 1-1-15,-3 0-1 0,1 0 1 0,0 0-1 16,-1 2-1-16,-2 1 4 0,1-2 2 0,0 1 1 15,-1 1 0-15,1 0 1 0,0 0 0 0,5-1-5 16,-2 1-1-16,2 2-2 0,2 0 0 16,-1 0-1-16,2 1 1 0,-3 0 1 0,3 0-4 15,-2 1-2-15,1 0-2 0,2 3 0 16,0-2 0-16,0 0 1 0,-1 1 4 0,3-2 2 16,-3 2 2-16,2 0 0 0,1-1 0 15,-1 1-1-15,1 0 0 0,0 0 0 0,0 1-1 16,-1-1 0-16,1 3 0 0,-1-1 0 15,1 1-1-15,-2 0 1 0,4 1-1 0,-3 1 1 16,1 1-1-16,2 0 0 0,-1 0 0 16,0 1-1-16,2-1 2 0,-3 0-1 0,2 1 0 15,0 1 1-15,-1-1-1 0,0-2 1 16,0 1 0-16,0 2-1 0,-1-2 0 16,-1 0 0-16,-1-1 1 0,1 3-1 0,1 0-1 15,-3-1 1-15,2 1 1 0,-1-1-2 0,1 4-1 16,1-2 1-16,-1 1 0 0,2 2 0 15,-2-1-1-15,4-1 1 0,-1 2 0 0,3-2 1 16,1 0-1-16,0 0 1 0,0 0 1 16,0 0-2-16,1 0 2 0,1 0-1 15,-2 1 1-15,0 3-1 0,2-2 1 0,-2 3-1 16,-1 0 1-16,2 0-1 16,-4 3 5-16,0 2 1 0,-1 4-3 0,0-1-1 15,0 4 0-15,0-1-1 0,1-1-4 16,0 1-2-16,1-2 3 0,2-2 1 0,0 1 1 15,3-4 0-15,-1 0 0 0,3 0 1 16,0-1-1-16,2-3 1 0,1 1-1 16,2 1 1-16,0-2 0 0,2 3-1 0,-1-1 1 15,4 2-1-15,0 0 1 0,2 2 0 16,-1 2 0-16,5 1 0 0,-2-1 0 0,4 4 0 16,-2-1 1-16,2 3 3 0,1-1 4 15,0 1-4-15,2 1-1 0,0-2 0 16,1 2-2-16,1 2-3 0,2 1-2 0,0-2 3 15,1 2 5-15,3-1 1 0,1-1 3 16,-1-1-1-16,3-2 1 0,-3 1-2 0,4-2-1 16,-1-1-3-16,1-1 1 0,1-1-1 0,-1-1 0 15,1-4-1-15,-3 2 0 0,3-4 0 16,-1 1-1-16,-2-2 2 0,1-3-1 0,1 3 0 16,-1-6 1-16,1 1 0 0,-1-2 0 15,2-2 0-15,-1 1-1 0,-1-4 1 0,0-1 0 16,0 0-1-16,-2-1 0 0,2-3 0 0,-2 2 0 15,-1-1 0-15,0 0 2 0,-2-1-1 0,2 0 1 16,-1 0 0-16,0-1 1 0,2 2-1 0,0-2 0 16,2 3 0-16,-2-3-1 0,2 1-1 0,0-1-1 15,0 1 1-15,2-1-1 0,-1 1 1 0,-1-2 0 16,1 0 1-16,-1 0-1 0,0 0 1 0,-2 0-1 0,-1 0-1 16,-2-2 2-16,2 1-1 0,-2-2-1 15,-3 0 0-15,1-2 0 0,0 2 0 0,0-2 1 0,-3-1-1 16,1-2 1-16,1-1-1 0,-3-2 1 0,1-1-1 15,-1-1 0-15,1-1 0 0,0-2 0 0,-4-1 1 16,4-2-1-16,-4-1 1 0,2-2 0 0,0-3-1 16,-2 0 0-16,3 0 0 0,-2-2 0 0,0-2-1 15,-1-1 1-15,1 2 0 0,-1-1 0 0,-2 2 1 16,3 0-1-16,-3 0 1 0,0 1 3 0,0 2 3 16,-1 1 0-16,-1-1 0 0,-1 3 1 0,0-1 1 15,0-3-8-15,-2 3-5 0,-1-2-1 0,-2-2-2 16,0-1-1-16,-1 1 0 0,-1-5 4 0,-2 1 1 15,-1-1 2-15,-1-2 1 0,0-2 0 0,-2-1 0 16,-4 2 1-16,2-3-1 0,1 4 6 0,-5-4 1 16,3 5 1-16,-1-4 0 0,-3 4 0 0,2 0-2 15,0-1-5-15,0 4-1 0,-2-3 0 0,4 1 0 16,0 0 1-16,-3 0 1 0,3-1 1 0,-2 1-3 16,0 0-4-16,2-3-1 0,-2 3-2 15,-4-4-1-15,3 2-1 0,-2-3 3 0,-4 2 2 0,2-2 2 16,-2 0 1-16,-2 1 0 0,3 4 1 15,-1 1 1-15,1 2 0 0,-1 6 1 0,2 3 1 0,0 2-1 16,-1 3 0-16,2 3-1 0,-1 5 0 16,1 0-1-16,2 4-2 0,0 2 0 0,0 2 0 0,1 2-2 15,0 0-2-15,3 6-8 0,0-1-14 0,3 3-28 16,0 3-78-16,1-2-124 0,1 3-250 16,1 1-298-16,-1-2-377 0,3 3-438 0,2 0-132 15,-1 0 556-15,4 0 806 0</inkml:trace>
  <inkml:trace contextRef="#ctx0" brushRef="#br2" timeOffset="82324.77">7043 17192 16 0,'10'7'342'0,"-2"2"291"15,4-2 313-15,-2 2 89 0,1 0-228 0,3 1-198 16,1 3-139-16,0-2-105 0,3-1-105 16,1 1-68-16,1-1-42 0,1-2 9 0,4-2 25 15,2 0 15-15,1-2-4 0,2-4-15 0,0-2-33 16,2-2-44-16,0-1-44 0,2-4-18 0,0-1-11 16,-1-2-3-16,3-1 0 0,0 0 2 0,-2 0 0 15,0-1-10-15,0 4-6 0,-1 2-7 16,2 3 7-16,-2 1 1 0,2 4 0 0,-2 4 1 15,0 1-3-15,2 3 2 0,-2 1-7 0,-1 1-2 16,1 1 5-16,-2-2 4 0,1 2 3 0,1-1 3 16,-3-1-1-16,2-3 0 0,-2-2-11 15,0-1-6-15,0-4-5 0,0-2-1 0,-2-4-1 16,2-1-1-16,1-3 5 0,-3-2 1 0,-1 2 2 16,3-3-1-16,-3 3 1 0,3 0-2 15,-3 2 8-15,1 1 3 0,-1 3 1 0,0-1 5 16,0 4 3-16,-3 2 2 0,4 0-4 0,-4 2-3 15,3 1-1-15,-2 1-3 0,0 2 2 0,-1 2 1 16,2-1 4-16,-1 1 1 0,0 1 1 0,-1-2-1 16,-2 1-3-16,0-2-4 0,2 1-4 15,-4-5-3-15,1 4-2 0,1-3 1 0,1-1-1 16,-3 4 0-16,2-4-1 0,1 3 1 0,1-1-1 16,-1 2-1-16,2 2 0 0,0-1-1 15,0 2-1-15,2 0 1 0,-3 2-1 0,1-3 1 16,0-1-2-16,-3 0 2 0,-1-1-2 0,0-3 1 15,-3 0-1-15,-1-1 1 0,-2-2 0 0,-2 0 0 16,-1-2 0-16,-4 1-1 0,2-1-1 0,-4 2-2 16,-1-2-9-16,1 2-10 0,-3 0-23 0,-1 0-50 15,0 2-69-15,-4 1-96 0,0 2-178 16,-1-1-294-16,-3 0-322 0,-2 2-292 0,0-1-175 16,-1-2 218-16,-4 0 675 0</inkml:trace>
  <inkml:trace contextRef="#ctx0" brushRef="#br2" timeOffset="85021.87">2050 15923 192 0,'5'4'435'0,"-2"-1"173"0,0 0 94 0,-1-2-213 15,-1-1-230-15,1 2-120 0,1-2-55 0,-1 0-20 16,0 0-4-16,-1 0-2 0,1 0 23 0,2 0 7 16,1-2 15-16,1 2 40 0,-1 0 33 15,3 0 39-15,3 0 28 0,0 0 15 0,5 0-4 16,-2 2-25-16,3-2-25 0,3 1-37 0,0-1-39 15,2 0-51-15,2 0-10 0,1-3-28 0,2 0-16 16,2-3-9-16,-1 0 1 0,4-3 19 0,-1-3-16 16,1 0 5-16,1-3-2 0,0 0-5 0,1-3-3 15,-1-2 17-15,2 1 22 0,-1-1 13 0,2-3 10 16,1 0 1-16,-1-1-3 0,2 0-19 16,3 0-21-16,-3 0-12 0,2 2-3 0,2-2-2 15,1 4 1-15,0-2-7 0,3 2-2 0,0-1-2 16,1 3-2-16,-2-1 0 0,0 0-7 0,1 2 0 15,-2-2 2-15,1 2 0 0,-1 2-3 16,-3-3-3-16,0 3-2 0,2-2 4 0,-2 2-3 16,-3 0 2-16,0 2 5 0,0-2 3 0,-4 2 7 15,1 2-3-15,-2 0 5 0,-1 1-3 16,0 1-4-16,1 1-2 0,-1 1-2 0,-1-2 3 16,4 1 3-16,0 1-1 0,2-2 1 15,2-2 2-15,0 0 0 0,1 0 3 0,2-4-3 0,1 0-2 16,3-2-1-16,0-4-1 0,1 0-2 15,1-1-2-15,2-2 2 0,-1-3 1 0,2-2 2 16,1 1 5-16,3-4 0 0,-1 1-3 16,3-2-5-16,3-2 1 0,-3 1-6 0,3-2-4 15,-1-1-3-15,1 0 4 0,0-2 0 0,-2 0 5 16,2 0 41-16,-1-1 39 0,0-1 22 16,1 1 6-16,1-3 2 0,1 4-5 0,-2-2-31 15,2 1-32-15,-2-1-17 0,0 0-12 0,0-1-8 16,0 0-5-16,-2 2-3 0,-1-1-1 15,0 1 0-15,0-1 0 0,-3 2 5 0,1 0 1 16,1 1 4-16,0 0-1 0,0 1 4 0,-1-1-3 16,2 1-2-16,-2 3 1 0,1-1-2 15,-1-1-2-15,-3 3-2 0,2-4 1 0,-2 1 0 16,-1 0-2-16,-1 0 1 0,1 0 0 16,-5 0 4-16,3 0-1 0,-3-2 2 0,3-1-1 15,-3 1 0-15,3-1-1 0,-2-2 0 0,0 1 2 16,1-2-3-16,-2 1 3 0,-1 0-2 0,-2 0-1 15,2-1 0-15,-1 1-4 0,-3 2 3 16,3-3-2-16,-3 1 3 0,1 0-1 0,0-2 1 16,-1 2 0-16,-1 0-2 0,1-2-1 15,-2 1 0-15,1 1 3 0,0-4 0 0,0 2 0 16,-2 1 5-16,2-2-1 0,-1 2 0 0,-1 0 0 16,-1 0-2-16,-1 0 1 0,-1 2-3 15,0-1 0-15,1-1 0 0,-3 3-2 0,0-1 1 16,2 1-4-16,-3 1 1 0,1-1-1 0,-1 2 2 15,-1-1 3-15,1 1 3 0,0-2-1 0,-1 1 3 16,-1 1-1-16,2-1-1 0,-2-1-1 16,0 2-2-16,0-1 1 0,0 1-1 0,0-1 2 15,0 1 0-15,0-1 2 0,0 2-3 16,-1 2 2-16,-1-1 0 0,-1 3-2 0,-3 0-1 16,3-1-2-16,-4 3 3 0,1 0-2 15,0 1 0-15,-3 1 0 0,0-1 1 0,1 1-1 16,-4-1 0-16,4 1 2 0,-3-3-2 0,0 1 2 15,3 1 2-15,-3-5 1 0,2 3-1 16,-1-1 0-16,2-3 2 0,1-2 2 0,0 3-2 16,1-2-1-16,0-2 1 0,-2 1-2 0,3-1-2 15,0 3 0-15,-1-3-1 0,1 1 0 0,-2 1 0 16,2-1-1-16,-1 0 0 0,1 1-1 16,-3 0 1-16,4 1 2 0,-3-2-2 0,2 1 3 15,0 2 2-15,-4-2-1 0,3-1 1 16,0 1-4-16,-1 2 3 0,-2-2-2 0,3-1-1 15,-2 5 0-15,1-2 2 0,0 0-2 0,0 2-3 16,-1 0 0-16,2 3 1 0,-3 0-2 16,4 0 2-16,-3 3 2 0,3-4 1 0,-4 4 0 15,4-1 0-15,-1-1 2 0,1 2 0 16,-2-1 0-16,0-1 1 0,3 0-1 0,-1 0 1 16,0 1-3-16,-1-3 0 0,3 2 1 15,-2-1-1-15,0-1 2 0,2 1 0 0,0 2 0 16,-3 0-3-16,4-3 0 0,-1 0 0 0,0 2 0 15,0-2 1-15,0 0-2 0,-1 0 2 0,1 0-2 16,-3-2 0-16,3 2-2 0,-2 0-1 16,2 0 1-16,-2-1 1 0,-2 2 1 15,1-1 0-15,-1 2 2 0,-1 1-1 0,-1 2 0 16,1-2 1-16,-3 5-3 0,-1 1 2 0,-3 2-1 16,1 1 2-16,-2 1 1 0,-1 0 4 0,-1 4 11 15,0 0 3-15,-3 0 5 0,0 3 3 16,1 0-2-16,-4-1-4 0,2 2-8 0,0 0-4 15,-2 0-4-15,-1 2-3 0,0-3 1 16,1 2-1-16,-1 3 0 0,0-2 1 0,-1 1 0 16,1-2 1-16,-2 2 0 0,1 1 5 0,-3 0 0 15,3 0 2-15,-3 1 0 0,2-1 1 0,0 1 0 16,0 0-2-16,0-2-3 0,-1-1-1 16,1 1-1-16,0-1-2 0,2-1-1 0,0 1-2 15,1-4 1-15,2 1-2 0,0-3 0 0,0 0 1 16,3 0-1-16,0-1 1 0,0 0-1 15,3-1 1-15,-2-2 0 0,2 5 1 0,-2-4-2 16,1 3 2-16,0 1 0 0,-1 1-2 16,-1 0-1-16,0 0 1 0,-1 2 0 0,2 0-1 15,-4 2 0-15,-1 1 1 0,-1 1 2 16,3 1-2-16,-4-1 0 0,-1 1 1 0,0 0 0 16,0 4-1-16,-1-4 0 0,0 3 2 0,1-3 2 15,-1 2 3-15,1 0 3 0,-1-1 1 0,0 2 1 16,0-1 0-16,-1 1-1 0,3-2-4 15,-2 1-2-15,1 1-2 0,-1-2-1 0,-1 1 0 16,3-1-2-16,-2 1 0 0,2-1 0 16,-2 2 1-16,0-2-1 0,3 0 0 0,-2 1 1 15,0-2 0-15,0 2-1 0,-1 0 0 0,0-1 1 16,2 0-2-16,-2 0 0 0,0 0 0 16,2 0 0-16,-2-1-2 0,-2 4 0 0,1-3 2 15,0 2-1-15,-2 0 1 0,0 1-2 16,0-1 1-16,0 1-5 0,-2 0-20 0,0 0-58 15,1 1-71-15,-4 0-138 0,-1 0-274 0,1 2-312 16,-1-3-361-16,-1 2-286 0,1-4-41 16,-3-1 606-16</inkml:trace>
  <inkml:trace contextRef="#ctx0" brushRef="#br2" timeOffset="85436.58">11837 7563 405 0,'4'3'819'0,"0"-2"253"16,-3 1-6-16,1-2-308 0,1 0-316 15,2-2-198-15,2 1-93 0,-1-2-34 0,6-2 2 16,-2 1 4-16,4-3-2 0,0 2-16 0,2-5-11 15,0 3-16-15,4-2-17 0,-2 0-14 16,3 1-7-16,0-2 18 0,0 3 32 0,0 1 18 16,-1 2 35-16,0-1 31 0,-2 4 11 0,-2 2-7 15,1 0-28-15,-2 3-13 0,-1 4-28 0,-3 1-25 16,-2 2-13-16,-1 2-14 0,-1 2-9 16,-4 4-10-16,0-2-7 0,-3 4-8 0,0 0-5 15,-5 2-3-15,2 1-4 0,-3 0-5 16,-1 2-2-16,-2-1-2 0,0 2-3 0,-1-2-1 15,-1 1-2-15,1-1-12 0,1-3-60 0,-2-1-81 16,1-4-187-16,1-3-273 0,-2-2-332 16,3-7-405-16,0-3-294 0,-3-4 97 0,5-9 817 15</inkml:trace>
  <inkml:trace contextRef="#ctx0" brushRef="#br2" timeOffset="86538.7">13339 6442 495 0,'5'-12'1013'16,"-5"1"267"-16,0 1-27 0,0-1-225 0,-3 4-317 16,-2 0-215-16,0-1-120 0,-1 2-72 15,-5 0-63-15,1 2-78 0,-1-1-56 0,-3 3-33 16,1 0-20-16,-1 4-13 0,2 0-13 0,-4 3-10 16,3 4-6-16,0 1-5 0,-1 5-3 15,3 5-1-15,0 2-1 0,2 5-1 0,1 4 0 16,3 3-1-16,2-1 0 0,0 1-2 0,6-1 0 15,0-1 0-15,2-4-1 0,1-5 0 16,2 1 0-16,4-6 0 0,-2-4 1 0,1-3-1 16,5-3 2-16,-2-6 1 0,0-2 1 15,2-4 1-15,0-7-1 0,0-3 3 0,-2-6 0 16,1-1 1-16,0-5-1 0,-4 1 1 0,-1-3 0 16,1 0 0-16,-5 2-2 0,-1 0 1 15,-2 1 0-15,-1 2-2 0,-4 3 0 0,1 0 1 16,-1 5 0-16,-3 1 0 0,2 2 1 15,-2 4 2-15,0 0 3 0,1 0-1 0,-1 4-1 16,0 0 0-16,2 2 0 0,0 0-5 0,1 2-3 16,-1 2 0-16,3 4-1 0,-2-2 1 15,2 5 0-15,2 2 1 0,0 2 1 0,1 1-1 16,0 0 0-16,2 5 0 0,1-1 0 0,2 1 0 16,-2 0 0-16,4 5 0 0,1-2 0 15,-2 0 0-15,1 4 0 0,-2-1 1 0,3 2-1 16,-3 2 0-16,-2-1-1 0,-1 0 2 0,1 2 1 15,-4 1 0-15,-2-2 1 0,-2 2 6 16,-4-2 3-16,1 3 1 0,-3-2 2 0,0 1-1 16,-4-3 1-16,1 0-4 0,-1-1-2 15,-2-2 1-15,1-5 0 0,0-1 1 0,0 0-1 16,0-6 0-16,0-1-1 0,2-3-4 0,-1-3-1 16,2-1-4-16,2-4 0 0,-1-1-2 15,3-4-2-15,2-3 0 0,0-1-2 0,2-6 0 16,4 1-5-16,1-3-11 0,0-1-18 0,3 0-45 15,2-1-79-15,-2 1-118 0,2 1-234 16,1 1-304-16,0 0-365 0,2 2-349 0,-1-3-112 16,2 3 460-16,-1 0 754 0</inkml:trace>
  <inkml:trace contextRef="#ctx0" brushRef="#br2" timeOffset="87255.02">14126 6236 249 0,'2'0'654'0,"-2"2"370"0,0-2 154 16,0 2-227-16,0-2-186 0,-2 0-108 0,2 0-114 15,0 0-107-15,-1 0-82 0,-1-2-64 16,-2 0-79-16,2 1-70 0,-1-2-39 0,0 0-22 16,0 0-15-16,0 0-7 0,-1 0-4 15,1 0-5-15,0 0-3 0,-3 2-2 0,4-1-4 16,-2 1-6-16,-1 0-7 0,-2-1-7 0,2 4-7 16,-4-1-4-16,1 3-4 0,-1 2-2 15,-1 2 0-15,-4 4-1 0,3 1 0 0,-2 3 0 16,1 6 1-16,0 0-1 0,0 5-1 15,4 3 1-15,-2 3-1 0,3 3-1 0,2 2-1 16,0 2 0-16,5 2-2 0,0 2 0 0,3 0-2 16,2 0 2-16,3 0 0 0,1-2 0 0,1-3 1 15,6-3 2-15,-4-3 0 0,6-5 1 0,-4-3-1 16,6-3-1-16,-2-4 0 0,2-8 1 16,1-2-2-16,-2-5 1 0,3-6 0 15,-2-3 0-15,0-3-1 0,-3-6 1 0,-1 0 1 16,-2-2 1-16,-3-4-1 0,0 2 2 0,-5-3 0 15,-1 2 1-15,-5-1-1 0,-1 0 2 0,-4-1-2 16,-4 3 1-16,-3 0-1 0,-5 1 0 16,0-1-1-16,-5 6-1 0,-4 1 0 0,2 3-1 15,-4 5 1-15,-2 5 0 0,0 4 0 16,0 5 0-16,1 3 1 0,3 5-1 0,2 2-1 16,2 1-1-16,4 2-1 0,1 2-1 0,4-1-1 15,5 0-5-15,1-1-17 0,5-1-30 16,2-3-84-16,3 0-141 0,3-6-259 0,2-1-324 15,2-1-408-15,2-5-463 0,4-2-52 0,1-2 717 16</inkml:trace>
  <inkml:trace contextRef="#ctx0" brushRef="#br3" timeOffset="93654.89">15319 5610 144 0,'0'8'776'0,"-2"5"467"0,2-3 54 0,-3 1-167 16,3 1-365-16,0-2-299 0,2 1-141 15,-1-1-79-15,1-2-44 0,2-1-30 0,1-2-50 16,-2-3-30-16,2 2-22 0,2-6-10 15,-1-1 3-15,2-2 0 0,-2-3 7 0,0-3-3 16,-1 1 2-16,-2-2 9 0,-1 1 0 0,-2-1 3 16,-2 1-6-16,-1 3-7 0,-3 0-10 15,-1 4-13-15,-1 1-11 0,-2 0-10 0,2 4-6 16,-4 2-8-16,2 1-4 0,2 4-2 16,-1 1-4-16,2-2-1 0,2 4-2 0,4-3-1 15,-1 3-1-15,4-4-1 0,2 0-2 0,2-1-9 16,2 0-15-16,0-3-38 0,0-1-76 0,3-1-109 15,-3-2-200-15,2-1-296 0,-1-1-357 16,-1-3-378-16,0 0-166 0,0-1 311 0,0-2 750 16</inkml:trace>
  <inkml:trace contextRef="#ctx0" brushRef="#br3" timeOffset="94034.58">16158 4815 133 0,'3'-8'787'0,"-1"2"585"15,0 3 151-15,-4 0-192 0,0 3-432 0,-1 0-352 16,-4 3-176-16,-1 2-116 0,0 2-86 15,-4 6-54-15,0 4-31 0,1 7-19 0,-3 6-9 16,1 8-6-16,-1 8-2 0,1 8-4 16,2 9 0-16,-1 6-2 0,0 9-5 0,4 5-5 15,1 7-6-15,2 4-7 0,3 2-9 16,6 2-3-16,5-1-3 0,0-4-2 0,7-2-1 0,5-8-1 16,2-5 1-16,4-9-3 0,2-9-2 15,1-7-6-15,1-11-9 0,-1-8-14 0,0-8-22 16,0-8-57-16,-6-8-79 0,-2-7-119 15,-4-6-201-15,-6-3-305 0,-2-4-356 0,-2-3-295 16,-7-4-125-16,-1-2 391 0,-6 2 682 0</inkml:trace>
  <inkml:trace contextRef="#ctx0" brushRef="#br3" timeOffset="95154.41">17403 5539 124 0,'-7'6'708'0,"2"-3"472"15,2 2 142-15,-3-2-117 0,5-2-392 16,-1 2-287-16,2-2-134 0,3 3-78 0,2-3-57 16,1 2-45-16,1 0-37 0,2 0-37 15,5 0-33-15,1 3-21 0,2-4-15 0,2 2-15 16,3 1-12-16,2-3-12 0,1 0-6 0,2-2-8 16,-2 2-5-16,2-2-3 0,2-2-3 0,-3 2-1 15,0-1-3-15,-3 0-2 0,-2-1-1 16,-1-1-2-16,-5 1-1 0,-3 1-8 0,-2-2-15 15,-4 3-45-15,-4-2-82 0,-4-1-136 0,-2 0-255 16,-4-2-309-16,-4 3-382 0,0-3-358 16,-3-1-49-16,-2-1 603 0</inkml:trace>
  <inkml:trace contextRef="#ctx0" brushRef="#br3" timeOffset="95437.79">17645 5404 161 0,'8'2'602'0,"2"-1"370"15,2 1 178-15,2 0-113 0,3 0-347 16,2 1-203-16,0 2-76 0,6 1-25 0,-1-2-50 16,3 1-43-16,-1 4-40 0,2-3-46 0,-1 2-59 15,1-1-48-15,-1 2-31 0,2 0-21 16,-6-1-10-16,2 4-1 0,-4 1 0 0,0-1-6 16,-5 1 1-16,-1 2 2 0,-5 1 3 15,-4 1-2-15,0 0-3 0,-6 4-1 0,-6-2-6 16,-2 4-3-16,-1-1-7 0,-9 1-5 0,1-2-4 15,-5 3-2-15,0-3-2 0,2-2-2 0,-1-2-1 16,0-2-1-16,5-4-2 0,1-1-15 16,0-3-35-16,1-1-78 0,4-3-95 15,1-1-173-15,1-2-298 0,3-4-340 0,4 2-366 16,2-3-181-16,3 1 197 0,3-2 694 0</inkml:trace>
  <inkml:trace contextRef="#ctx0" brushRef="#br3" timeOffset="97470">16754 5292 114 0,'0'-6'611'0,"-3"1"436"0,0 2 182 16,1-2-93-16,-1 3-319 0,2-2-190 15,-4 4-143-15,0 0-106 0,1 0-73 0,-1 4-60 16,0 1-76-16,-1 3-65 0,-2 0-39 0,2 5-21 16,-1 2-13-16,2 6-8 0,1 3-4 15,-2 6-5-15,2 3-2 0,3 6-3 0,1 3 3 16,0 5 3-16,1 0 1 0,3-2 0 15,2 2-2-15,2-6-1 0,0-1-5 0,6-7-5 16,-2-4-2-16,6-7-1 0,-2-4 0 0,4-6 1 16,-1-5-2-16,5-9 2 0,0-4 1 15,-1-8 1-15,0-5 0 0,0-5 0 0,-1-6 1 16,-1-4-1-16,-4 0-2 0,2-5-1 16,-4 0 0-16,-5 0 0 0,0 3 1 0,-5 0 6 15,-4 2 3-15,-2 1 4 0,-4 3 2 0,-6-1 1 16,-5 5 1-16,-4 0-5 0,-4 2-4 0,-6 0-2 15,-4 5-2-15,0 2-2 0,-1 3-2 16,0 4-2-16,0 4-1 0,2 5-2 0,3 4 0 16,3 3-1-16,2 4-1 0,7 5 0 15,1 0 0-15,6 4 0 0,6 4-4 0,4 0-20 16,2-1-67-16,7 1-76 0,4-1-157 0,3-4-279 16,4 0-330-16,7-1-385 0,2-4-255 15,4-1 34-15,4-3 698 0</inkml:trace>
  <inkml:trace contextRef="#ctx0" brushRef="#br3" timeOffset="98253.06">18544 5734 11 0,'-1'13'542'0,"-1"-3"500"0,2-3 219 0,0-1-93 16,0 0-339-16,0-1-334 0,5-4-123 0,0-1-35 15,2-1-24-15,3-5-23 0,1-5-21 0,3-4-39 16,2-5-67-16,3-5-53 0,0-5-33 16,3-6-18-16,3-4-12 0,2-2-6 0,0-5-5 15,3 1-5-15,-1-1-2 0,-1 1 1 16,-2 1 0-16,-1 4-3 0,-3 2-1 0,-3 5-5 16,-5 8 0-16,-1 5-1 0,-2 4-3 0,-5 4-1 15,1 2 0-15,-3 5 0 0,-2 6-3 0,-4 5-3 16,1 7-3-16,-2 3-2 0,-1 6-3 15,0 5-1-15,-1 4 0 0,1 1 0 0,0 4 2 16,-1 2 0-16,2 4 0 0,2-1 1 16,-3 4-2-16,0-1 0 0,2 2 0 0,-1-1-2 15,1 1 0-15,2-6-3 0,0-2 0 0,3-2-1 16,-1-4-2-16,1-2 0 0,0-3 0 16,2-4-5-16,-2-3-13 0,3-2-21 0,-4-2-42 15,-1-3-81-15,1-5-107 0,-4-4-184 16,2-1-295-16,-3-5-344 0,-1-3-343 0,-1-5-153 15,4-4 266-15,-6-4 695 0</inkml:trace>
  <inkml:trace contextRef="#ctx0" brushRef="#br3" timeOffset="98654.4">19094 4290 41 0,'5'-17'589'0,"0"4"499"0,-2 2 179 15,2 4-109-15,-4-1-363 0,4 6-260 0,0 2-128 16,1 0-72-16,4 8-49 0,1 3-26 16,2 2-24-16,0 8-57 0,4 1-59 0,1 7-28 15,2 2-14-15,3 6-12 0,2 1-5 16,1 5-11-16,2 1-4 0,2 5-5 0,-1 2-2 15,1 4-2-15,-2 3-5 0,-2 4-1 0,1 4-3 16,-4 5-6-16,-3 2-5 0,-2 2-2 0,-1 6-1 16,-5 3-4-16,0 3-3 0,-6 3-1 15,-2 3-1-15,-3 1 5 0,-2 3 4 0,-3-1 7 16,0 3 2-16,-4-2 1 0,-2 2 1 16,-1 0-7-16,-1 0-8 0,-1-1-6 0,-3-6-3 15,2-4-1-15,-2-6-2 0,0-4 0 0,-1-7-3 16,3-10-7-16,-4-7-15 0,2-7-24 0,-2-13-60 15,0-8-87-15,1-12-163 0,1-9-275 16,0-9-334-16,3-8-410 0,3-7-308 0,1-4 57 16,3-6 768-16</inkml:trace>
  <inkml:trace contextRef="#ctx0" brushRef="#br3" timeOffset="116160.26">26390 1402 371 0,'-4'0'883'0,"1"-3"347"15,-3 2 11-15,3-2-258 0,0 0-359 0,1 1-193 16,2 1-86-16,0-2-64 0,2 0-48 16,1 0-36-16,5 0-46 0,0-3-31 0,1 4-38 15,8-4-21-15,0 1-13 0,4 1-4 0,5 1-1 16,0 0-3-16,5 0-1 0,0 3-4 0,2-1-2 0,1 2-5 15,-3 0-5-15,4 3-3 0,-3-2-6 0,-1 4-4 16,-2 0-2-16,-2 4 3 0,-4-1 1 0,-2 2 2 16,-4 0 3-16,-2 3 1 0,-5 0 7 15,-1 5 1-15,-6 0 2 0,-3 4-1 0,-7 2-6 16,-2 2-3-16,-5 3-8 0,-5 2 0 0,-2 2 0 16,-6 2 2-16,-3 3 6 0,0 1-2 0,-3-1-1 15,0 4-6-15,-2-3 0 0,2 2-2 16,-2-1 2-16,5-1 5 0,1 2 1 0,2-4 2 15,4 1-4-15,1-3-3 0,4-2-4 0,4-2-3 16,5-4-2-16,2-4 1 0,4 0-1 0,5-4 0 16,2-2-1-16,6-3 1 0,4-2-2 0,4-4 0 15,4-1-1-15,3-4 1 0,3-4-2 16,6-1 0-16,0-5 0 0,1-2 0 0,3-4 1 16,2-1-1-16,1 0 2 0,-2 0-1 0,-2 0 0 15,-2 0-5-15,-2 1-10 0,-5 1-18 0,-2 0-37 16,-4 3-78-16,-6 1-111 0,-4 1-207 0,-2 2-296 15,-4-3-356-15,-3 3-384 0,2 0-162 0,-5-2 345 16,0 1 763-16</inkml:trace>
  <inkml:trace contextRef="#ctx0" brushRef="#br3" timeOffset="116621.97">27100 2214 152 0,'-4'0'829'0,"3"-1"556"0,-3-3 46 16,1-3-239-16,3-1-413 0,2-7-302 0,3 0-161 15,0-4-104-15,3-2-54 0,2-5-27 0,3-1-31 16,2 0-31-16,0-3-22 0,1 0-14 16,1 3-8-16,2 2-6 0,-4 2-2 0,0 3-7 15,-2 6-4-15,-2 0-3 0,-2 6-1 0,0 4 4 16,-1 4 6-16,-4 4 2 0,2 7 9 0,-2 7 2 15,-4 3 4-15,-2 6-6 0,-2 3-3 0,0 2-1 16,1-3-2-16,-2 3 0 0,4-3-2 16,-1-3-1-16,1-2-2 0,2-5-1 0,1-3-7 0,3-4-3 15,-1-3-1-15,4-3 0 0,2-9 1 16,2-1 1-16,2-7 1 0,2-4 0 0,3-4 0 16,0-2-1-16,-1-4-1 0,0 0-1 0,2 3-2 15,-3-2 0-15,-3 2 1 0,0 3 0 16,-2 4-2-16,0 2 2 0,-4 2-1 0,-2 5 2 15,-1 2-1-15,0 4 2 0,-2 4 1 0,2 3 1 16,-5 7 0-16,0 1 0 0,0 2-2 0,0 2-1 16,-2 2 0-16,2 2 0 0,0-1-1 0,2-1 0 15,1 2-1-15,-2-4 0 0,3-1-1 16,0-1 0-16,5-3-1 0,0-1 0 0,0-2 1 16,3-4-1-16,3-1-13 0,1-5-29 0,1-1-67 15,-1-1-67-15,2-4-105 0,-2 1-169 0,-1-4-289 16,0 1-308-16,0-1-231 0,1 1-160 15,0 1 210-15,-2-2 572 0</inkml:trace>
  <inkml:trace contextRef="#ctx0" brushRef="#br3" timeOffset="117168.6">28483 1573 394 0,'2'-7'931'0,"-2"-1"322"16,-2 2-10-16,0 0-245 0,2 4-276 0,0-2-221 15,-1 4-128-15,1 2-79 0,-3 1-53 0,-3 4-58 16,-1 4-57-16,1 5-34 0,-4 7-15 16,-2 5-4-16,-3 6-6 0,0 9-4 0,-1 7-6 15,-5 5-5-15,5 3-8 0,-3 5-11 0,2 2-9 16,6-2-6-16,5 0-6 0,1-6-6 0,8-6-4 16,5-5-2-16,6-5-1 0,4-8-1 0,5-8 0 15,4-8 1-15,1-7 0 0,6-8 2 16,-1-8 0-16,2-6-1 0,0-6 1 0,-2-6 1 15,-1-5 0-15,-2-2 1 0,-2-5-3 0,-4-3-2 16,-2-2-1-16,-6-1-1 0,-2-3 0 0,-2-3-3 16,-3-1 6-16,-3-4 5 0,-2-3 3 0,-1 0 5 15,-3 0 4-15,-4 1 7 0,-4 2 6 0,-3 5 2 16,-6 5 0-16,-3 5-3 0,-6 6-5 16,-4 7-2-16,-5 6-6 0,-3 8-6 0,-3 8-2 15,0 9-2-15,-3 5-1 0,1 8-2 0,-2 7-1 16,1 8-3-16,1 5-2 0,4 7-2 0,-2 4-3 15,4 4-15-15,4 1-21 0,5 0-37 0,3-3-79 16,5-2-151-16,5-3-268 0,3-3-317 16,5-3-395-16,2-2-411 0,2-1-37 0,3-5 739 15</inkml:trace>
  <inkml:trace contextRef="#ctx0" brushRef="#br3" timeOffset="121033.52">20617 427 61 0,'-4'0'295'0,"0"0"163"0,-1-1 146 0,4 1-71 15,-2-2-126-15,1 2-59 0,0 0-20 16,2 0 9-16,-1 0 7 0,-1 0 2 0,1 3-21 16,1-2-26-16,-2 2-40 0,-1 2-41 15,2 1-35-15,-1 2-31 0,0-2-25 0,2 5-23 16,-3 0 20-16,2 3 30 0,-1-1 35 15,0 3 7-15,-1 2-11 0,2 2-3 0,-3 1-32 16,1 1-37-16,0 3-42 0,-1 1-23 16,0 7-9-16,3 0-4 0,-1 2-6 0,1 5-1 15,-3-2-1-15,3 4 0 0,-1 1-1 0,-1 0-7 16,1 2 1-16,-1 0 0 0,1 0 0 0,2-1 0 16,-1 3-3-16,-1-1-1 0,2-2-1 0,2 0 4 15,-1-1-1-15,1 1-2 0,0-2 0 0,-1 0 0 16,3 0-4-16,-3 0-9 0,-1 0 1 15,2-1 0-15,-1 2 2 0,-2 0-3 0,-1-1 0 16,1 2 0-16,-1-1 0 0,-3 3-1 0,3-2 0 16,-2 0 6-16,-1-1 2 0,2 1 0 0,-2-2 2 15,2-1 0-15,2 1-4 0,-4-4-7 0,1 1-5 16,1-2 0-16,2 1-4 0,-5-2-1 16,3 1 5-16,-1 0 2 0,0-1 2 0,-1-1 0 15,1 3 1-15,0-2 1 0,-4 2-1 0,3-2-1 16,0 0 6-16,1 1 2 0,-1-1 1 0,0 0-1 15,-1 1 0-15,1-2 1 0,2 0-4 0,-2-1-3 16,4-1 0-16,-3-1 0 0,3-1 1 16,-1 1 0-16,1-1 1 0,1 0-2 0,-2-2-4 15,2 3-3-15,-3-2-3 0,3 1-1 16,0 0-2-16,-1 3 6 0,1-3 8 0,-2 1 3 16,2-1 3-16,0 1 0 0,0 0-1 15,0 0-4-15,0 0-4 0,2-1 0 0,-2-1-2 16,1 0 0-16,-1-2 2 0,0 3 0 0,3-3 0 15,-1 1 1-15,-1-3 1 0,-1 2 1 0,2 4-2 16,-1-4 0-16,-1 0 1 0,2 2 0 16,0 0-1-16,-2 0 0 0,0 3 0 0,0 0 0 15,0 0 0-15,0 1-1 0,0 1 0 0,0 0-2 16,0-1 1-16,-2 1 0 0,2 3-1 16,-2-3 0-16,2 1 4 0,0-1 4 0,-1 1 2 15,1-2 2-15,-2 1 1 0,2-1 1 16,0 1-3-16,-1 1-2 0,1 0-2 0,-2 1-1 15,-1 1-1-15,2 1 0 0,-1 0-2 0,0 1 0 16,-1 1-1-16,2 0 0 0,-1 2-1 0,0-1 3 16,-1 0 2-16,2 1 1 0,1 1 3 15,-4-1 2-15,3 0 2 0,-1 0-2 0,1 0 0 16,-1-1 0-16,0 0 0 0,2-1-3 16,-4-2 0-16,4 3-1 0,0-2-1 0,-2 1-1 15,1-1 0-15,-1 1-1 0,1-1-1 16,-1 1 1-16,-1 1-1 0,0-1-1 0,-1 3 2 15,1 0 2-15,-2-1 1 0,-1 4 1 0,3-2 0 16,-2 1 3-16,1 3-1 0,-3 0-1 16,1-1 0-16,-2 0-1 0,3 0 0 0,1-2-2 15,-3 2-1-15,1-1-1 0,-2 0 0 0,3 0-3 16,-3 0 1-16,3-1 1 0,-4 2 1 16,1 0 0-16,0 1 0 0,0 3 1 0,-3-1-2 15,2 1 1-15,-2 2-2 0,-2-1-1 16,0 2 0-16,-1-1-2 0,2 0 0 0,-4 0-2 15,2 1 2-15,-4-3 0 0,4 0 2 0,-2 0 0 16,0-2 2-16,1-2 1 0,0 0-1 16,0 2 1-16,2-4-1 0,2 2 0 0,-2 0 0 15,0 0-1-15,4 1 1 0,-2-2 0 0,3 1 1 16,1-3-1-16,0 1 0 0,2-4 0 0,2-1 1 16,1-1-1-16,2-2 0 0,0 1 0 15,0 0 2-15,0 2-2 0,0-1 1 0,2 1-1 16,-2 2-1-16,0 3 1 0,-2-2-2 15,2 4 0-15,-1-1-1 0,-1-1 1 0,0 1-1 16,-1-2-1-16,2 0 1 0,-3 0 2 16,3-4 0-16,-1 2 1 0,1-1 0 0,-4-2 2 0,2 2 0 15,2 0 0-15,-3 2-1 0,1-1 0 16,1 3 0-16,-1-5-1 0,2 1 0 16,-1 0-2-16,2-1 0 0,0-1 0 0,2-1-1 15,-2 0-1-15,1 0 0 0,2 1 1 0,-1 3 0 16,0 1 1-16,-1 1 2 0,1 2 0 0,0-1 1 15,-2 3 1-15,0-3-2 0,1-2 1 16,-1 5-2-16,0-2 0 0,2-1-1 0,-2 1 0 16,0 0-2-16,0 0-1 0,0 3 2 0,0-1 0 15,-2 2 1-15,1 2 2 0,-1-1 0 16,0 1 2-16,-1 1-1 0,1 0-1 0,-1-3 0 16,2 5-1-16,-3 1-1 0,1-1 0 0,2 0-1 15,-4 5-2-15,2-2 2 0,0 1 1 16,-2-4 2-16,0-1 1 0,0-3 1 0,2-1 2 15,-3-1-2-15,3-2 0 0,0 2 0 16,0 0-2-16,-1 3 1 0,1-1-1 0,2 3-1 16,-3 1-2-16,1 0 1 0,0 1 1 0,-1-2 1 15,0 1 1-15,0-2 1 0,0 0 2 16,0-2-4-16,-1 1-2 0,1-1 0 0,0 1 0 16,-2 1 0-16,1 0 0 0,0 1 0 15,4-3 0-15,-4 3 0 0,3-3 0 0,0 2 0 16,1-3 0-16,-1 0 0 0,2 1 0 0,0-3 0 15,2-1 0-15,-2 0 0 0,1-1 0 0,1 2 0 16,0 0 0-16,1-1 0 0,0 2 0 16,0-3 0-16,1 2 0 0,-3 0 0 15,2-1 0-15,3-1 0 0,-3 1 0 0,1 0 0 16,1-1 0-16,-4-2 0 0,4 2 0 0,-2 0 0 16,0-1 0-16,1 1 0 0,0-1 0 15,-1-1 0-15,0 0 0 0,-1-1 0 0,1 0 0 16,-1-3 0-16,1 1 0 0,-1 0 0 0,1-1 0 15,0 1 0-15,0 0 0 0,3 2 0 16,-3-3 0-16,2 3 0 0,0 1 0 0,0 0 0 16,0 0 0-16,1-1 0 0,-3 4 0 0,2-3 0 15,-4 1 0-15,2-2 0 0,-1 0 0 16,0 0 0-16,-1-4 0 0,-1 2 0 0,0-3 0 16,-1 2 0-16,1-1 0 0,-2 1 0 0,2-3 0 15,0 3 0-15,0-1 0 0,0-1 0 16,0 2 0-16,0 0 0 0,2-2 0 0,-1 1 0 15,3-1 0-15,-3-1 0 0,2-2 0 16,2 0 0-16,-4-3 0 0,4 1 0 0,-2-2 0 16,2 0 0-16,-2-3 0 0,1 0 0 0,0-1 0 15,1-1 0-15,-4 0 0 0,1 0 0 0,-1-1 0 16,-1 0 0-16,2-1 0 0,-2-1 0 0,0 0 0 16,-2 0 0-16,2-1 0 0,0 2 0 15,0-1 0-15,0 2 0 0,0-1 0 0,0 2 0 16,2 0 0-16,0 0 0 0,-1 0 0 0,1 1 0 15,1-1 0-15,-1 2 0 0,1-2 0 0,0 1 0 16,-1-1 0-16,1 0 0 0,0 0 0 16,-2 0 0-16,1-1 0 0,-2-1 0 0,0 0 0 15,-2 0 0-15,1-1 0 0,-2 0 0 0,-2-2 0 16,4 1 0-16,-3-1 0 0,1 1 0 0,0-2 0 16,0 1 0-16,-1-1 0 0,3 1 0 0,-1-2 0 15,2 1 0-15,0 2 0 0,0-2 0 16,2 0 0-16,-1 1 0 0,1 0 0 0,1 0 0 0,1-1 0 15,0 1 0-15,1-1 0 0,0 1 0 16,1 1 0-16,-1-3 0 0,0 1 0 0,-1-2 0 16,1 2 0-16,0-1 0 0,-1-2 0 0,1 1 0 15,-2 1 0-15,1-2 0 0,-1 0 0 0,0 0 0 16,-1 0 0-16,-1 0 0 0,2-2 0 16,-3 2 0-16,2 0 0 0,-2-3 0 0,2 3 0 15,-2-3 0-15,0 3 0 0,0-1 0 0,-2 0 0 16,2-1 0-16,0 0 0 0,-2-1 0 0,1 1 0 15,-1 0 0-15,2-1 0 0,-1-1 0 16,-1 3 0-16,0-4 0 0,2 0 0 0,-1 2 0 16,-1-2 0-16,2 2 0 0,0 0 0 0,-1 1 0 15,1-2 0-15,0 1 0 0,0-1 0 0,1 1 0 16,-1 0 0-16,2 0 0 0,-1-1 0 16,3 0 0-16,-1 2 0 0,0-2 0 0,3 1 0 15,-1 1 0-15,1 0 0 0,1-1 0 0,-2 0 0 16,4 1 0-16,-3-1 0 0,0 0 0 0,-1 0 0 15,3 2 0-15,-2-4 0 0,1 2 0 0,-4 0 0 16,0 1 0-16,2 0 0 0,-2-1 0 0,-1 1 0 16,-1 2 0-16,4-3 0 0,-4 2 0 15,1 1 0-15,-1 0 0 0,1 2 0 0,1-3 0 16,1 3 0-16,-3-2 0 0,2 2 0 0,-1-3 0 0,0 3 0 16,-1-1 0-16,2 0 0 0,-3 0 0 15,0-1 0-15,2 1 0 0,-2 2 0 0,0-1 0 16,0 1 0-16,-2 0 0 0,2-2 0 0,-1 4 0 15,-1-2 0-15,-1-1-32 0,0 0-77 0,-2-1-61 16,-3 0-73-16,-3 1-148 0,1-4-269 0,-2 0-317 16,-4-4-368-16,0-4-238 0,-4-3 7 0,-4 2 689 15</inkml:trace>
  <inkml:trace contextRef="#ctx0" brushRef="#br3" timeOffset="168029.28">21267 4500 332 0,'1'-3'864'0,"-1"-1"343"16,0 0 19-16,-1 1-183 0,-2 1-265 0,1-2-201 15,-1 2-129-15,-2 0-78 0,1-1-57 16,-1 2-81-16,-2 1-74 0,-2 0-50 0,1 1-32 16,-3 4-20-16,-3 1-16 0,-1 2-10 0,-2 4-6 15,1 3-4-15,-3 5 0 0,3 4 0 0,-2 4 1 16,2 5 3-16,3 4 1 0,0 7 2 15,4 4-3-15,3 6-3 0,2 3-2 0,4 5-5 16,4 1-3-16,2 0-3 0,5-4-1 0,2-3-2 16,5-3-1-16,2-10-1 0,5-5-1 15,3-10-2-15,2-5-1 0,4-10 0 16,1-8-2-16,-1-8 1 0,2-8 0 0,-1-7 1 16,0-7 1-16,-3-4 1 0,-2-7 0 0,-4-3 1 15,-5-2-1-15,-2 0 1 0,-6 0 0 0,-4 1 0 16,-2 1 1-16,-9-1 0 0,-3 5 0 15,-7-1 0-15,-3 1 0 0,-3 0-1 0,-6 1-1 16,-2 1 1-16,-1 2-1 0,-4 2 0 0,-1 6 0 16,-1 3 1-16,-3 3 0 0,1 6 0 15,-1 3 1-15,-1 5-2 0,6 3-1 0,-1 5 0 16,4 1 0-16,2 4 0 0,6 2 0 0,2 3 0 16,7 2 0-16,0 2 0 0,8 0-6 15,3 3-4-15,5 1-11 0,4 1-13 0,2 0-21 16,2-1-47-16,4 2-79 0,4-2-111 15,0-3-187-15,1 0-299 0,1-2-358 0,1-1-340 16,2-3-151-16,-3 2 326 0,2-2 701 0</inkml:trace>
  <inkml:trace contextRef="#ctx0" brushRef="#br3" timeOffset="168345.35">22098 4657 681 0,'0'-9'1523'15,"-7"2"173"-15,-1 1-294 0,-4 1-373 0,-5 3-435 16,-3-2-241-16,-1 3-143 0,-3 1-69 0,-2 1-41 16,-3 4-27-16,-1 0-19 0,2 0-15 15,-2 6-7-15,1 0-6 0,2 4-5 0,0 2-2 16,0 3-3-16,5 2-2 0,0 4-1 0,5 4-2 15,1 2-1-15,3 4-2 0,5 1-3 16,2 2-1-16,6 2-2 0,5-3-2 0,1 2-2 16,4 1-1-16,5-2-1 0,5-3 0 0,2-3-2 15,4-1-6-15,4-4-11 0,2-5-20 16,1-5-50-16,2-6-83 0,2-3-142 0,-3-6-255 16,4-2-318-16,-2-5-395 0,-1-3-342 15,0-4-33-15,-2-6 628 0</inkml:trace>
  <inkml:trace contextRef="#ctx0" brushRef="#br3" timeOffset="168615.06">22484 4607 134 0,'-4'-25'958'0,"-3"7"718"0,-4 3-27 16,0 5-333-16,-2 3-457 0,-4 1-333 0,-2 6-220 15,2 2-121-15,-5 4-65 0,-2 5-37 16,2 4-22-16,-2 4-12 0,0 5-6 0,-1 8-5 15,4 4-1-15,1 6-3 0,0 4-3 0,3 5-5 16,5 3-6-16,2 4-5 0,4-2-5 0,4 1-5 16,4-1-4-16,4-2-1 0,3-5-2 15,4-1 1-15,2-4-1 0,5-5 0 0,2-5-1 16,2-5-1-16,5-6-4 0,2-3-9 0,1-4-14 16,1-6-21-16,2-4-47 0,-2-5-84 15,0-2-154-15,0-5-266 0,2-2-321 0,3-1-399 16,0-2-375-16,5-2 7 0,0-2 738 0</inkml:trace>
  <inkml:trace contextRef="#ctx0" brushRef="#br3" timeOffset="169111.99">23208 4591 65 0,'-1'5'647'0,"-4"2"557"0,5 1 212 16,0-2-80-16,2 1-368 0,2 3-362 0,3-3-196 0,-1 0-117 15,2 1-79-15,6-1-68 0,1 1-47 16,0-2-23-16,4-1-14 0,3-1-14 0,2 0-9 16,1-1-9-16,4-1-9 0,-4-2-9 15,5-3-5-15,0 1-6 0,-3-2 0 16,2 2-4-16,-4-3-1 0,-2 2-9 0,-5-1-31 16,-1 3-71-16,-5-3-96 0,-6 3-192 0,-6 1-291 15,-5 1-344-15,-3 5-378 0,-6 0-210 0,-7 4 234 16,-2 0 757-16</inkml:trace>
  <inkml:trace contextRef="#ctx0" brushRef="#br3" timeOffset="169312.08">23091 5014 438 0,'2'12'1411'0,"0"0"323"0,-1-3-291 15,2 0-352-15,4-1-482 0,2-2-279 16,2-2-170-16,2 1-76 0,3-4-33 0,1 1-17 15,7-2-9-15,1-3-9 0,5 0-5 0,3-3-3 16,1 0-2-16,2 1-3 0,3-2-3 0,1 1-17 16,0 1-81-16,-2-1-115 0,-2 3-256 15,-2 2-285-15,-2-1-360 0,-2 4-431 16,0-1-127-16,0 2 486 0,-1-2 804 0</inkml:trace>
  <inkml:trace contextRef="#ctx0" brushRef="#br3" timeOffset="170597.61">24526 3682 199 0,'-2'-1'622'0,"2"-3"351"15,-1 2 141-15,1-2-170 0,-2 1-315 16,0-1-196-16,2 3-130 0,0-3-83 0,0 0-50 15,4 0-16-15,-1-1 10 0,3-1 43 0,2 0 21 16,0-2 2-16,1-1-12 0,4 2-29 16,-4-2-49-16,5 0-51 0,-1 1-34 0,0 0-19 15,3 0-8-15,-4 4-3 0,4-1 7 16,-1 3 7-16,-2 2 7 0,0 2 2 0,0 4 3 16,-2 2 2-16,-1 4-2 0,0 3-7 0,-3 2-7 15,-4 5-7-15,-1 0-4 0,-1 2-6 0,-2 2-4 16,-1 1-1-16,-1-2-2 0,-2 2 1 15,-1 0-2-15,0 0 1 0,-1-1-1 0,-1 0 0 16,-3-1 0-16,2-1-1 0,1-1 1 0,-5 0-1 16,4-1 0-16,-3-3 0 0,3 0 0 15,0-1-1-15,1-1-1 0,1 0-1 0,2-3-2 16,-1 1-1-16,3-1-2 0,2-3-1 16,1 2-1-16,1-3-1 0,2 1 1 0,5-2-1 15,0 0 1-15,2-3 0 0,4 0 1 16,-2-4 0-16,7-2-1 0,-1 0 0 0,4-4-1 15,1-2-1-15,0-1-1 0,2-3-1 0,0 2-1 16,1-2-1-16,-3 0 0 0,-2 1-1 0,1 2 1 16,-3 1-3-16,-3 2-7 0,-1 3-12 15,-3 0-14-15,-3 2-26 0,-1-1-55 0,-3 3-77 16,-4-1-119-16,-2 4-188 0,-2-1-300 0,-3 2-343 16,-1-1-293-16,-2 2-127 0,-1-1 386 15,-2 0 646-15</inkml:trace>
  <inkml:trace contextRef="#ctx0" brushRef="#br3" timeOffset="170965.57">24276 4521 436 0,'-3'5'932'0,"-1"-4"291"0,1 1-38 0,3 1-311 16,-1-1-339-16,2 0-126 0,-1 1-55 15,5 0-44-15,2 2-26 0,0 1-18 0,3 1-25 16,-1 0-68-16,5 2-49 0,2 0-26 16,5 0-17-16,-2 0-15 0,5 2-10 0,2-2-7 15,4-2-10-15,2 1-8 0,1-1-8 0,1-2-4 16,2-1-7-16,2-1-4 0,0-1-3 0,1-2-2 15,4-2-1-15,0 1-1 0,-4-2 0 16,4-2-1-16,-5-1 0 0,1 2-1 0,-1-2 0 16,0 2-2-16,-2-1 1 0,-4 0-2 15,0 2-1-15,-6-1-5 0,-1 4-16 0,-7 0-35 16,0 0-73-16,-6 3-87 0,-7 0-158 0,-2 2-273 16,-6 1-327-16,-2 1-349 0,-3 3-207 15,-4 1 78-15,-2-1 633 0</inkml:trace>
  <inkml:trace contextRef="#ctx0" brushRef="#br3" timeOffset="171594.51">24309 5485 48 0,'-1'7'521'16,"1"1"435"-16,0-2 207 0,-2-1-48 15,0-1-382-15,2-2-274 0,0-1-185 0,0 1-93 16,0-4-10-16,4 1 44 0,0-2 44 0,1-2 11 16,-1-6-7-16,3 1-22 0,-1-5-43 15,2-3-57-15,1-3-47 0,3-6-28 0,-3 0-19 16,5-5-11-16,-1-2 1 0,4-1-4 16,-2-2-4-16,2 1-2 0,-1-2-1 0,0 4 5 15,-2 3-5-15,-2 1-3 0,0 5-3 0,-6 5 0 16,3 2-3-16,-4 5-5 0,0 2-4 0,-2 2 2 15,-1 3 2-15,-1 0 1 0,3 1 0 16,-3 2 1-16,-1 2 1 0,2-1-6 0,-1 1-2 16,-1 2-2-16,0 1-2 0,0 1 1 15,0 3 3-15,-1 1 2 0,-1 5 0 0,2-1 1 16,-1 4 1-16,1 1-1 0,-4 4-1 0,3 4 2 16,-1 3-1-16,-1-1-1 0,1 5-1 15,-1 1-1-15,1 2-2 0,1-3-3 0,1 2 0 16,-2-3 0-16,2 2-1 0,2-4 1 15,-1-1-2-15,1-1-1 0,0-4 0 0,-1-1-1 16,3-3-1-16,-3-2 0 0,1-2 0 0,-1-3 0 16,3-1-2-16,-3-1-1 0,-1-3-9 0,3-1-13 15,-1-3-23-15,1-2-59 0,-2-1-77 16,-1-5-110-16,0-3-177 0,0-1-300 0,0-3-344 16,3 0-275-16,-1-4-145 0,0 3 275 15,-1-1 648-15</inkml:trace>
  <inkml:trace contextRef="#ctx0" brushRef="#br3" timeOffset="172044.49">24708 5067 131 0,'9'-6'508'0,"-3"1"326"0,1 0 223 15,-1 0-70-15,2-1-271 0,1 0-197 0,-1 1-109 16,0-1-18-16,4 1-25 0,-2 1-48 0,1 0-38 16,0 1-32-16,0 1-40 0,-1 1-55 15,2 0-50-15,-2 2-24 0,0 0-18 0,0 3-8 16,2 1-5-16,-4 1-7 0,1 2-2 16,-3 2-4-16,2 4-4 0,-3-1-7 0,-2 4-5 15,2 1-3-15,-5-1 0 0,0 5-2 0,0-1-1 16,0 1 0-16,-5-1 0 0,2 4 2 0,2-5-2 15,-4 1-1-15,1 0 0 0,0-1 0 16,-1-1-1-16,-3 0-3 0,2 1 0 0,-1-2-2 16,-1 0-2-16,2-1 0 0,-1 1-1 15,2-3 1-15,-2 1-2 0,2-1 0 0,1 0-1 16,-1 0 1-16,4-1-1 0,1-2-1 0,0 1-1 16,1-1 0-16,4-1-1 0,-1-2 0 15,4 2-3-15,1-3 1 0,1-2-2 0,1-1 1 16,4-3-2-16,0 0 1 0,3-4-1 15,-1-2 0-15,4 0-11 0,0-3-25 0,-1-3-79 16,0 1-96-16,0-4-190 0,0 2-293 0,0-1-353 16,0 0-417-16,2-1-190 0,-2-1 239 0,-1-3 776 15</inkml:trace>
  <inkml:trace contextRef="#ctx0" brushRef="#br3" timeOffset="172741.63">25921 4669 93 0,'4'7'511'0,"-1"-4"354"16,-1 4 187-16,1-3-80 0,-2 1-292 0,3-2-214 15,-3 0-147-15,1 0-86 0,-1-2-46 16,1 1-29-16,0-2 37 0,0 0 67 0,2 0 33 16,-3-3 6-16,-1-2-11 0,0 1-21 0,-1-5-59 15,-3 2-61-15,2 1-40 0,-5-1-23 16,2 1-14-16,-1 0-10 0,-1 0-8 0,-2 1-9 15,1 3-8-15,0 0-7 0,2 2-7 16,-2 0-7-16,4 0-6 0,-1 0-5 0,1 2-2 16,1-1-3-16,2 2-1 0,-1 0-2 0,2 2 0 15,2-1-2-15,1 0-1 0,2 2-13 0,1 0-27 16,3 0-82-16,-1-1-133 0,2 1-253 16,1-1-319-16,-2-1-405 0,-1 1-479 0,4-2-91 15,-2 0 669-15</inkml:trace>
  <inkml:trace contextRef="#ctx0" brushRef="#br3" timeOffset="173344.35">26330 4782 26 0,'4'4'549'16,"0"2"492"-16,0-3 212 0,0 0-102 0,-2-1-356 15,3-1-289-15,-2-1-126 0,4-1-40 0,-1-1-30 16,2-4-24-16,3-2-27 0,-1-4-39 15,2-6-72-15,-1 0-51 0,4-4-28 0,0-3-18 16,1-3-10-16,3 1-12 0,0-5-4 0,0 0-10 16,0-2 4-16,0-1 1 0,0-1-1 15,0 0 1-15,-1 0-1 0,-1 2 1 0,-1 1-2 16,-2 1-1-16,-1 4 1 0,-1 5 0 0,-2 3 3 16,-2 4 1-16,-4 4-1 0,2 5 0 15,1 1 2-15,-4 6 1 0,0 4 0 0,-1 5-1 16,-1 6-3-16,1 4-3 0,-2 6-4 0,-2 5-4 15,2 1-4-15,-1 5-3 0,-1 5-1 16,-1-1 0-16,0 6 0 0,0-1 0 0,-1 2-1 16,-2 1 1-16,2 0-2 0,0 0-2 0,1-1 0 15,-2 3-2-15,2-1-1 0,-2 0-10 0,-1-4-18 16,2 0-39-16,-1-3-84 0,-2-4-147 16,2-4-267-16,1-5-319 0,1-8-399 15,3-5-407-15,3-7-11 0,-2-3 705 0</inkml:trace>
  <inkml:trace contextRef="#ctx0" brushRef="#br3" timeOffset="173792.74">27625 4367 168 0,'4'0'783'0,"1"0"437"0,-2 2 59 0,3 0-36 16,1-2-383-16,-1 2-299 0,2 2-161 15,3 1-82-15,0-3-58 0,0 0-83 0,7 4-65 16,-2-3-35-16,2 0-22 0,4-2-17 0,1 3-8 16,1-3-11-16,1 0-9 0,0 1-4 15,2-2-4-15,-5 0-2 0,4 0-2 0,-5 0-3 16,0 0-19-16,-5 0-69 0,-1 0-77 15,-6 0-158-15,-5 2-279 0,0 0-330 0,-8 1-385 16,-2 3-253-16,-5 2 46 0,-10 2 696 0</inkml:trace>
  <inkml:trace contextRef="#ctx0" brushRef="#br3" timeOffset="173960.72">27586 4645 509 0,'2'6'1005'0,"1"-1"236"0,2-1-77 15,2 1-294-15,3-3-348 0,2 4-159 0,6-2-72 16,2 1-47-16,3-3-27 0,4-2-33 16,3 0-46-16,3 0-54 0,4-2-38 0,1-3-18 15,1 1-15-15,1 0-17 0,-2 1-73 0,-2-2-106 16,-3 3-225-16,1-1-286 0,-4 1-316 16,-4 2-363-16,-2 0-138 0,-4 3 347 0,-2 0 704 15</inkml:trace>
  <inkml:trace contextRef="#ctx0" brushRef="#br3" timeOffset="175073.81">29259 3889 295 0,'-1'9'787'0,"-2"-1"367"0,-1-1 52 0,3-3-265 15,-2 0-326-15,1-2-190 0,0 1-109 0,4-2-25 16,0-1-14-16,1-1-17 0,0-6-28 16,2-3-30-16,1-4-40 0,2-2-48 0,3-6-32 15,0-4-20-15,2-4-6 0,-1-4-12 16,4 1-10-16,-2-5-9 0,4-1-7 0,-4-1-5 16,2 2-6-16,0-2 5 0,-3 3 2 0,1 1 1 15,-3 4-1-15,1 1 1 0,-4 5-3 0,-1 6 3 16,-3 2 2-16,1 2 1 0,0 6 2 15,-2 3 0-15,-3-1-1 0,1 5-7 0,-1 4-5 16,-1 7-2-16,-1 4-4 0,-1 6 0 16,-1 7 0-16,0 4-1 0,1 4 0 0,0 3 5 15,0 3 2-15,0 3 1 0,-1 2-1 0,1 0-1 16,2 0 2-16,-4-1-3 0,4-2-3 0,-1 0-1 16,0-4 0-16,2-1 0 0,0-3-2 15,2-2-1-15,0-6 1 0,-1-1-1 0,-1-3 0 16,3-3-1-16,-1-3 0 0,-2-4-1 15,0 0-4-15,0-2-8 0,0-2-15 0,-2-1-29 16,-1-1-69-16,0-1-76 0,-2-3-121 0,-1 0-196 16,-2-1-310-16,-1 0-329 0,1-1-232 15,0 0-115-15,1-3 387 0,-2 2 617 0</inkml:trace>
  <inkml:trace contextRef="#ctx0" brushRef="#br3" timeOffset="175392.89">29139 4161 96 0,'0'9'688'0,"0"0"473"16,0 0 106-16,0-1-146 0,2 2-385 0,1 0-327 16,2 0-132-16,2 0-28 0,1 3-17 15,2-2-17-15,2 0 3 0,1 0-20 16,4-1-41-16,1 1-44 0,3-3-22 0,1-1-6 15,0-1-19-15,3-1-12 0,2-2-8 0,2 0-5 16,1-3-5-16,3-1-16 0,0-1-8 0,0-2-6 16,2-1-4-16,-2-1-6 0,3-2 1 15,-4 2 7-15,0 1 3 0,-4-1 1 0,-1 4 0 16,0-2 1-16,-2 2-8 0,-1 0-9 16,0 2-22-16,-7 0-48 0,2 0-72 0,-4 3-77 15,-3-2-140-15,-3 4-219 0,-4-2-310 0,2 1-280 16,-3 2-196-16,-2 1-30 0,-1 0 464 15,-2 3 549-15</inkml:trace>
  <inkml:trace contextRef="#ctx0" brushRef="#br3" timeOffset="176144.08">29710 4728 165 0,'6'-3'489'16,"-3"0"303"-16,1-1 215 0,-3 3-121 0,-1-2-191 16,-1-1-147-16,-1 1-57 0,-1 0-6 0,0-2-33 15,-1 3-63-15,-2-2-57 0,-1 0-48 16,-2 1-61-16,1-1-69 0,-2 0-47 0,-3 3-26 16,0 0-21-16,-3 1-14 0,0 0-10 0,-1 2-12 15,-2 4-8-15,-2 0-6 0,-1 3-4 16,1 2 1-16,-2 4 2 0,-1 1 0 15,2 2 1-15,0 3 0 0,5 3 0 0,-4 3-4 16,7 3-2-16,-2 3-1 0,5 5-2 0,-1 3-1 16,4 4 0-16,1 5-2 0,2 3 2 0,4 1-1 15,1 0 2-15,1 1-1 0,4-3 1 16,5 1 2-16,4-6-3 0,0-4 0 0,7-4 0 16,2-7 0-16,3-7 0 0,4-5 0 15,3-10 0-15,5-5 0 0,-3-6 0 0,0-7 0 16,-1-7-1-16,0-2 0 0,-4-4 0 0,-4-3 0 15,-4 0 0-15,-4-1 1 0,-6-1 0 0,-2 4 2 16,-5-1 1-16,-5 3-1 0,-3 0 1 16,-4 3-1-16,-2 2 1 0,-5 3-1 0,-2 2-2 15,-6 4 1-15,-4 5-1 0,0 3-1 0,-4 4 0 16,-2 3-1-16,0 3 1 0,1 4 0 16,-3 3-1-16,6 2 0 0,0-2 0 0,4 3-2 15,5 0 1-15,3 0-7 0,5-3-13 0,4 0-31 16,4 2-77-16,3-3-97 0,2-1-193 15,3 2-290-15,3-2-346 0,1-3-390 0,4 1-182 16,-4 0 243-16,5-1 748 0</inkml:trace>
  <inkml:trace contextRef="#ctx0" brushRef="#br3" timeOffset="178409.57">21189 6499 11 0,'7'6'442'0,"2"-1"405"0,-3-2 242 16,-2 0-14-16,0-2-331 0,0 2-306 0,1-1-135 16,-2-1-88-16,4 1-43 0,-2 1-16 0,2 0 6 15,1 0 11-15,2-2 18 0,0 4 20 16,1-3 15-16,1 2-6 0,1-3-16 0,1 2-30 16,2-1-41-16,2-1-36 0,-2 0-27 15,2 1-13-15,3-2-10 0,1 3-3 16,2-1-2-16,1-2-3 0,0 3-2 0,1 0 0 0,2-1-3 15,3 1-4-15,-1 3-4 0,1-4-1 16,4 3-3-16,1-1-5 0,0-1-1 0,2 2-1 16,4-1 1-16,0 1-1 0,-1-2-2 15,2-2 1-15,0 0 1 0,0 1-1 0,1-2-2 16,-2-2-2-16,1 1-1 0,1 0-2 0,-1-2-2 16,1-2 1-16,1 1 2 0,-1-1 2 15,0 1 3-15,3-2 5 0,-1 2 1 0,2-2-1 16,-1 0-3-16,4-1-1 0,-2 1-4 15,3 0-3-15,-2 0-2 0,3 0-1 0,1-1 0 16,-1 1 0-16,3-2 0 0,-1 1 2 0,4 1 1 16,-1-2-1-16,1 1 1 0,2-2-1 0,-1-1 0 15,4 3-2-15,1-3-1 0,-4 1-1 16,4-2-1-16,-2 0 0 0,2 1-2 0,0-1 0 16,-2 1 0-16,2 0 3 0,-2-1 2 15,2 1 3-15,0 0-5 0,1 2-2 0,-1 0 0 16,4 0 0-16,-4 1 0 0,2 1 0 0,-2 0 0 15,-1 2 0-15,3-1 0 0,-2 2 0 16,0-1 0-16,2 1 0 0,0 0 0 0,-1-1 0 16,1 0 0-16,1-1 0 0,1 3 0 15,-1-4 0-15,0 4 0 0,0-5 0 0,0 1 0 16,2 0 0-16,-1-2 0 0,-1 1 0 0,0-1 0 16,3 0 0-16,-3 0 0 0,4-1 0 15,-4 1 0-15,2 1 0 0,-3-1 0 0,1 2 0 16,-1 0 0-16,-2 0 0 0,-1 3 0 0,0 0 0 15,-4 0 0-15,1 3 0 0,3 0 0 0,-4 0 0 16,1 3 0-16,-1 0 0 0,2 0 0 16,-3 2 0-16,1-1 0 0,-2 2 0 0,0-1 0 15,1 1 0-15,-1 1 0 0,1-5 0 0,-1 4 0 16,2-1 0-16,-1-3 0 0,3 2 0 16,1-4 0-16,0 1 0 0,0 0 0 0,0-1 0 15,1-1 0-15,-3 0 0 0,1 1 0 16,0-2 0-16,-1 2 0 0,-1-2 0 0,-1 2 0 15,-2 0 0-15,3 0 0 0,-3 2 0 16,3 0 0-16,-3 0 0 0,0 0 0 0,-2 1 0 16,-2-2 0-16,0 2 0 0,-1 0 0 0,-2 0 0 15,-2 0 0-15,1 2 0 0,-3-2 0 16,0 2 0-16,-2 0 0 0,-1 1 0 0,0 0 0 16,0 0 0-16,-1 0 0 0,1 1 0 15,0 0 0-15,1-1 0 0,-1 0 0 0,1 1 0 16,-1 1 0-16,-1-3 0 0,2 3 0 0,-2 0 0 15,2-1 0-15,-3 2 0 0,-1-1 0 0,2 1 0 16,-2 0 0-16,-1 0 0 0,-2-1 0 16,0 2 0-16,0 0 0 0,-1-2 0 0,-1 0 0 15,-2 2 0-15,2-1 0 0,-2-2 0 0,1-1 0 16,-3 0 0-16,4-1 0 0,-4-3 0 16,-1 2 0-16,-2-3 0 0,0-1 0 0,-3-1 0 15,0-3 0-15,-1 3 0 0,-5-4 0 0,0 3 0 16,-3-1 0-16,-5 0 0 0,-1 3 0 0,-4 0 0 15,-4 1 0-15,-4 4-62 0,-3 1-308 0,-4 2-275 16,-3 8-356-16,-5 0-448 0,-5 4-421 16,-6 3 78-16,-5 7 976 0</inkml:trace>
  <inkml:trace contextRef="#ctx0" brushRef="#br3" timeOffset="-191744.02">21947 8550 218 0,'-5'-5'675'0,"0"1"397"0,-1 1 138 16,0-2-150-16,-2 2-273 0,0 2-160 15,-2-2-134-15,2 3-103 0,-1 0-76 0,-5 3-70 16,2 0-76-16,-1 2-62 0,0 1-34 0,-1 4-21 16,-1 2-15-16,0 3-10 0,0 6-7 15,0 3-1-15,2 7 2 0,2 6-3 0,0 4 0 16,4 7-2-16,3 5 0 0,4 4-5 0,3 0-2 15,3 2-2-15,5-1 0 0,3 0-1 16,4-8 0-16,3-2-1 0,2-8-3 0,6-5-1 16,1-8-1-16,1-7-1 0,4-6 1 0,0-9-1 15,0-8 0-15,2-8 0 0,-2-12 1 16,-2-3-1-16,1-7 1 0,-4-6 3 0,-7-2 0 16,0-2 2-16,-4-2 0 0,-7 1 2 15,-4 2 0-15,-3 3 4 0,-9-2 4 0,0 4 1 16,-10-1 0-16,-2 1-1 0,-6 1 1 0,-5 0-6 15,-5 2-4-15,-1 1-3 0,-4 2-1 16,-2 5 4-16,1 2 1 0,0 7 2 0,2 4 1 16,1 5-1-16,2 7 0 0,0 4-4 15,6 6-2-15,0 3-2 0,5 3-1 0,5 8-1 16,2-1-1-16,7 1 0 0,3 3-2 0,3 0 2 16,6-1-2-16,2 1-5 0,4-4-12 0,4 2-25 15,0-3-66-15,4-2-74 0,-2-1-127 16,4-1-191-16,-1-2-310 0,3-1-344 0,2-1-249 15,-1-2-122-15,2-4 379 0,0 1 622 16</inkml:trace>
  <inkml:trace contextRef="#ctx0" brushRef="#br3" timeOffset="-191352.14">22738 8553 257 0,'9'-9'1004'16,"-5"2"591"-16,-4 0-37 0,0 1-296 0,-3 1-490 16,0-1-278-16,-3 2-171 0,0 1-118 15,-1 0-63-15,-1 0-37 0,-1 2-24 0,-1-2-17 16,-1 1-12-16,0 1-9 0,-1 1-9 0,-4 0-6 16,2 3-8-16,-5 1-6 0,-1 3-2 0,-2 5-7 15,-1 6-1-15,-4 2 0 0,1 7-1 16,0 5 1-16,-5 5-1 0,3 5 1 0,1 6-1 15,0 2-1-15,5 2-1 0,3 2-2 16,4-2 1-16,5 0 0 0,5-1 0 0,4-2 2 16,5-2 0-16,4-4 0 0,4-3-2 0,2-2-2 15,3-5-1-15,5-5-2 0,3-3 0 16,4-6-1-16,1-5 2 0,3-5-3 0,4-5-7 16,-1-6-13-16,3-3-23 0,3-8-52 15,-3-2-82-15,-1-4-131 0,1-4-226 0,-2 3-309 16,-4-3-375-16,-1 2-322 0,-4-1-88 0,-3 1 505 15,-1 1 702-15</inkml:trace>
  <inkml:trace contextRef="#ctx0" brushRef="#br3" timeOffset="-191060.68">23281 8612 96 0,'3'-16'662'15,"-3"2"490"-15,-1 3 260 0,-2 0-37 16,-1 1-404-16,0 3-323 0,-4-3-186 0,0 3-108 16,-2 3-104-16,0-1-88 0,-3 1-53 0,-2 7-30 15,-2 3-23-15,-2 2-11 0,2 7-5 16,-5 6 0-16,-2 7 3 0,2 7 1 0,-4 7 3 16,4 6-3-16,2 8-5 0,2 2-8 15,1 8-6-15,6-4-20 0,3 1-5 0,5-2 0 16,4-3 0-16,4-8 0 0,5-3 0 0,5-7 0 15,1-5 0-15,8-7 0 0,1-7 0 0,5-7 0 16,3-5 0-16,2-8-21 0,0-4-31 16,2-7-64-16,-3-3-95 0,1-5-199 0,3-2-288 15,-2 0-360-15,2-2-448 0,0-1-274 16,3-3 234-16,0 3 875 0</inkml:trace>
  <inkml:trace contextRef="#ctx0" brushRef="#br3" timeOffset="-190411.14">24080 8560 152 0,'4'2'744'0,"0"-1"435"0,-3 2 75 0,3-3-133 16,0 3-313-16,4-1-257 0,0-1-149 0,3 1-66 16,1-1-40-16,1 0-39 0,4 1-78 15,0 0-54-15,3-2-28 0,2-2-22 0,0 2-16 16,4-3-10-16,2 0-13 0,0 0-8 15,3-1-5-15,-1-1-6 0,1 1-8 0,2-2-3 16,-3 1-3-16,0-1-3 0,1 0-2 0,-5-1-1 16,0 5-2-16,-4-3 0 0,-2 2-1 15,-2 0-6-15,-6 3-14 0,-2 0-36 0,-2 4-77 16,-7 1-103-16,-4-1-187 0,-6 5-292 16,-2 1-342-16,-5 1-365 0,-2 1-166 0,-4 1 261 15,-3-1 703-15</inkml:trace>
  <inkml:trace contextRef="#ctx0" brushRef="#br3" timeOffset="-190177.48">24127 8794 119 0,'-3'6'692'0,"-2"3"440"0,5-2 102 0,-1-4-130 16,1 2-412-16,1-3-262 0,4 2-101 15,3-2-48-15,1 1-30 0,3-3-15 0,1 0-6 16,4 0-39-16,1-3-60 0,2 0-36 15,3-2-20-15,2-1-20 0,2 0-23 0,2 0-12 16,1-1-9-16,0-1-3 0,1 2-3 0,3 0-3 16,-3 1-4-16,-1-1-35 0,0 1-77 15,-1-1-114-15,-4 3-232 0,-3 0-290 0,2 1-356 16,-4 2-356-16,0 0-118 0,-3-3 420 16,2 6 728-16</inkml:trace>
  <inkml:trace contextRef="#ctx0" brushRef="#br3" timeOffset="-189027.92">26075 8305 97 0,'6'-8'647'0,"-4"-1"468"0,-2 1 171 0,-2-1-50 16,-3 1-333-16,1 1-278 0,-5 0-170 0,-3 1-103 16,-3 1-71-16,0 0-72 0,-5 2-71 15,1 3-45-15,-3 2-24 0,-2 3-14 0,0 1-12 16,0 4-7-16,2 3-5 0,0 2-3 16,0 5-4-16,6 5 1 0,1 4 0 0,3 5 0 15,6 8-4-15,3 6-1 0,3 6-5 16,5 5-5-16,3 0-3 0,6 0-4 0,2-1 0 15,6-7-3-15,3-5 0 0,6-7 1 0,4-8 0 16,5-9 1-16,6-5-1 0,1-15 1 0,4-7 0 16,2-11-1-16,2-8-1 0,-3-11 0 15,-1-5-1-15,-1-7-2 0,-5-5 0 0,-5 1 0 16,-5-2-1-16,-7 1 3 0,-6 1 1 16,-9 2 2-16,-5 3 1 0,-9 1 2 0,-7 3 0 15,-8 0 0-15,-8 3 0 0,-4 2-1 0,-9 4 0 16,-5 4-2-16,-4 9 0 0,-6 6-2 15,-2 7 0-15,0 7-2 0,-1 7-1 0,3 7-2 16,1 3 1-16,5 7 0 0,6 2 0 16,5 1-1-16,9 2 1 0,5-2-1 0,7 1-1 15,6-2 0-15,8 2-11 0,6-2-20 0,4 3-67 16,3-1-81-16,6 0-148 0,2-1-284 0,4 1-326 16,3-2-394-16,4 0-264 0,4-4 34 15,2-3 669-15</inkml:trace>
  <inkml:trace contextRef="#ctx0" brushRef="#br3" timeOffset="-188727.9">26799 8578 98 0,'2'-7'738'0,"-2"2"681"16,-2 1 168-16,1 2-242 0,-1 4-434 0,-1 2-356 15,0 1-183-15,-1 5-141 0,0 2-81 0,-1 5-44 16,0 4-30-16,1 3-23 0,0 3-16 16,0 3-11-16,-1 0-10 0,2 3-8 0,-3-2-5 15,2 2-5-15,3 0-1 0,-1 0-19 16,1-1-73-16,-3-2-105 0,1 0-243 0,0-1-284 15,1 0-371-15,1-2-455 0,1-2-216 0,0 0 431 16,1-1 888-16</inkml:trace>
  <inkml:trace contextRef="#ctx0" brushRef="#br3" timeOffset="-187978.19">27307 8625 357 0,'0'6'902'0,"-2"-2"335"0,0 1-14 0,0-4-285 16,2 2-326-16,2-3-162 0,0-1-85 0,1-2-52 16,0-4-40-16,5-1-30 0,0-4-41 0,3-7-62 15,0 0-43-15,2-6-29 0,4-3-8 16,2-4-7-16,-1-3-7 0,2-2-5 0,2-2-9 16,-2-2-2-16,2 0-2 0,-2 0-5 15,-1 1-1-15,0 2 0 0,-1 2 2 0,-4 4 0 16,-1 4-4-16,-3 5 1 0,-2 5 2 0,0 3 0 15,-3 5-3-15,-2 4-4 0,-3 4-1 0,0 5-6 16,-1 8-3-16,-4 5-3 0,0 5-1 16,-1 8-1-16,-1 4-2 0,1 4-2 0,2 5 1 15,-3 3 1-15,2 2 0 0,2 1 1 16,1 0 2-16,1 1 0 0,-1-4 0 0,2-1-1 16,2-4-2-16,-1-1-1 0,4-4-2 0,-2-4 0 15,2-2-1-15,2-3-2 0,-1-3-14 16,-2-4-27-16,1-4-83 0,2-2-117 0,-6-3-253 15,4-5-311-15,-2-4-384 0,2-4-452 16,-1-3-112-16,0-6 550 0</inkml:trace>
  <inkml:trace contextRef="#ctx0" brushRef="#br3" timeOffset="-187278.07">28361 8016 334 0,'12'-12'755'16,"-6"1"352"-16,1-1 85 0,-2 3-264 16,-1 2-140-16,-1-1-145 0,-3 4-140 0,-2 0-107 15,-3-1-81-15,-1 4-68 0,-3 1-95 0,-4 4-54 16,-4 3-30-16,-1 4-17 0,-2 5-7 0,-6 4-7 16,2 5 0-16,-1 5-4 0,0 5-1 15,1 2-1-15,1 5-5 0,3 4-1 0,2 3-6 16,5 5-2-16,-1 1-6 0,6 3-2 15,1 1-3-15,4-1-4 0,3-6-2 0,3-2-2 16,5-8-2-16,2-7-1 0,4-9 1 0,4-6 0 16,0-11 0-16,4-4 1 0,1-10 1 15,2-8 0-15,2-8-1 0,0-4 1 0,-2-6 0 16,-1-5 0-16,-2-1 1 0,-2-2 0 0,-2 3 1 16,-7 0 1-16,-3 6 2 0,-3 2-1 15,-5 2 0-15,-5 4 1 0,-3 1-1 0,-2 5 0 16,-5 1 0-16,-1 8-1 0,-5 3 0 0,-2 5-1 15,-1 5 0-15,-2 8 2 0,3 4-1 0,-4 4 0 16,3 5 1-16,1 3 0 0,3 3-1 16,3 0-1-16,8 1-1 0,1-1-2 0,3-4-4 15,5 0-12-15,8-4-25 0,-2-4-63 16,5-1-74-16,3-5-122 0,3-4-198 0,1-3-309 16,4-6-347-16,1-4-267 0,2-5-126 0,2-4 362 15,0-5 655-15</inkml:trace>
  <inkml:trace contextRef="#ctx0" brushRef="#br3" timeOffset="-186864.9">28880 7945 264 0,'1'-15'912'16,"-1"2"523"-16,-1-1 94 0,-1 7-264 0,-1-1-457 15,-3 3-299-15,1 3-156 0,-1 3-118 16,-2 5-89-16,-3 5-51 0,0 3-31 0,-1 9-15 15,-3 6-9-15,-1 5-9 0,-1 7-8 0,-4 7-6 16,2 5-4-16,-1 5-5 0,-1 3-3 16,4 4-1-16,-2 1-1 0,6 1-1 0,3-1 0 15,4-4-1-15,6-4-2 0,5-7-1 16,3-8-1-16,6-5 1 0,3-8-1 0,4-10 1 16,4-5 2-16,1-7-1 0,2-10 1 15,1-8 0-15,1-6 0 0,0-6 0 0,-2-7-1 16,-1-4-1-16,-2-3 1 0,-4-2-1 0,-2 0 0 15,-5 0 0-15,-2 2 1 0,-5 3 1 0,-2 0 1 16,-5 3 2-16,-3 0 0 0,-6 5 1 16,0 1 1-16,-2 4-2 0,-3 4 0 0,-4 5-2 15,0 7-1-15,-3 5-1 0,-1 8-2 16,-3 6 0-16,-1 9 0 0,2 5-1 0,1 5-11 16,1 4-29-16,4 0-74 0,2 3-90 0,7-3-169 15,4-1-291-15,5-4-340 0,6-1-382 16,4-5-209-16,7-2 137 0,3-1 711 0</inkml:trace>
  <inkml:trace contextRef="#ctx0" brushRef="#br3" timeOffset="-186122.66">29671 7890 517 0,'12'-9'1031'16,"-4"-2"290"-16,-1 4 28 0,-3 1-284 0,1 2-343 15,-4-2-229-15,-2 6-129 0,-4-3-87 0,1 6-91 16,-5 3-69-16,-2 1-34 0,-4 7-22 15,-1 2-14-15,-3 5-4 0,-5 7-4 0,2 5-6 16,-4 5-4-16,1 3-5 0,3 7-2 0,0 0-2 16,3 8 0-16,2 1 0 0,2 3-4 15,5 0-1-15,5-2-1 0,2 0-3 0,4-4-5 16,4-5-3-16,6-8-2 0,0-7-1 16,8-7-2-16,0-7 1 0,5-9 0 0,1-7 1 15,2-8 0-15,-1-6 0 0,-1-6 0 0,0-5-1 16,-2-5 0-16,-2-2-1 0,-5-2 1 15,-1-2-1-15,-3 1 1 0,-6 2 0 0,-3 3 2 16,-3 3 0-16,-1 1 1 0,-6 5 0 0,-1 3-1 16,-3 2 0-16,-5 5-1 0,-1 4-1 0,0 6 0 15,-4 3 0-15,0 6-1 0,-1 3 1 16,0 6-1-16,0 3-1 0,5 3-4 16,0 2-6-16,2 0-11 0,4 1-18 0,6-1-43 15,1-2-79-15,4-2-100 0,4-2-181 0,4-2-294 16,2-3-342-16,4-5-340 0,3-1-160 0,4-6 253 15,0-3 695-15</inkml:trace>
  <inkml:trace contextRef="#ctx0" brushRef="#br3" timeOffset="-185478.66">30091 7788 44 0,'10'-2'585'15,"0"1"486"-15,0-2 183 0,0 3-85 16,0-2-299-16,2 2-266 0,5 0-172 0,-1 0-88 16,4-1-49-16,0 0-47 0,3-3-65 0,2 2-56 15,2-2-35-15,2-1-19 0,1 1-13 0,-2 1-5 16,2-1 0-16,-1 1-10 0,-4 1-5 0,1 1-10 16,-1-1-5-16,-3 2-6 0,-5 2-3 15,1 1 0-15,-2 1-2 0,-2 4-1 0,-5 0 0 16,-2 6-1-16,-1 3-4 0,-3 1-2 0,-3 5-1 15,-3 4-1-15,-3 1-1 0,-1 5 0 0,-2 1-2 16,1 4-1-16,-5 1-1 0,0 1-1 16,1 2 0-16,-1 2-1 0,2-1 1 0,-3 4 1 15,3-2 1-15,-2 3 1 0,2 2 0 0,1-2-1 16,0 1 1-16,2-2-2 0,3-6 0 0,2-1-1 16,3-7-1-16,1-5-1 0,2-6-5 15,1-5-11-15,1-5-24 0,2-6-52 0,-2-4-72 16,-4-3-84-16,1-4-149 0,0-2-237 0,-6-5-311 15,3-1-275-15,-7 0-191 0,-1-6 12 0,-3 1 528 16</inkml:trace>
  <inkml:trace contextRef="#ctx0" brushRef="#br3" timeOffset="-185261.3">30042 8292 387 0,'16'-4'1078'0,"-3"2"416"15,4-3-23-15,3 2-270 0,3-4-525 0,5 1-228 16,2-3-131-16,5 0-91 0,4-1-76 16,2-3-43-16,4 0-28 0,2 1-21 0,-1-2-16 0,5 3-12 15,-1 0-7-15,-1 2-5 0,2-1-3 16,-1 4-6-16,-2 4-5 0,-1 0-4 0,-1 4-3 16,-2 3-13-16,-2 1-35 0,-3 4-86 0,0 1-151 15,-5 0-262-15,-4 1-320 0,-5 0-405 16,-4 1-422-16,-7-3-14 0,-8 3 735 0</inkml:trace>
  <inkml:trace contextRef="#ctx0" brushRef="#br3" timeOffset="-179385.25">21245 8199 313 0,'5'-13'722'0,"-2"2"339"16,-2 2 93-16,3 0-253 0,-3 3-309 0,-1-1-156 15,2 4-73-15,-1-2-25 0,1 5-15 0,-2 0-26 16,3 0-28-16,-3 6-35 0,0-1-48 16,1 6-51-16,-1 1-40 0,0 1-23 0,2 4-15 15,-2 2-14-15,1 3-9 0,-1 2-9 0,4 2-5 16,-3 2-6-16,3 2-1 0,-3 3-2 16,2 1 1-16,-1 4 0 0,0 2-1 0,-1 5 0 15,1 2 0-15,-1 2-1 0,-1 7-1 16,0-1-2-16,-1 5-1 0,-1 2 0 0,1 1 0 15,-3 1 0-15,1 3 0 0,-2-3 0 0,4 3 0 16,-4-1-1-16,3 0-1 0,-2-3-1 0,2-1-1 16,2 0 0-16,0-6-1 0,0 0 0 15,0-5-1-15,5-2 2 0,-4-5 1 0,1-2 2 16,3-3-1-16,-4-4 1 0,4-1 0 16,-2-3-1-16,2-5 0 0,-2-2-2 15,3-4 0-15,-3 0-2 0,2-3 1 0,-1-2-1 0,-1-4 0 16,2 1 0-16,-2-2 0 0,2-2 1 15,-3-1-1-15,3-1 0 0,2-2 1 0,-3 1-1 16,4-4 0-16,2 1 0 0,-2-2 1 16,3-2 0-16,1 1-1 0,1-2 1 0,3 0-1 15,-2-1 1-15,5-1 0 0,0 0-1 0,2 0 0 16,2 0 0-16,-2 0 1 0,4 0 0 0,0 1 1 16,2 0 0-16,2-1 3 0,-1 2 2 15,1 0 0-15,2 2 1 0,-1-2 1 0,3 1-1 16,2 1 0-16,0-1-3 0,0-1-1 15,1 2-2-15,-1-1 0 0,3 1-2 0,-2-2 1 16,2 0-1-16,0-1 1 0,2 0-1 16,-2 0 1-16,1 0 0 0,3-1 0 0,0 2 0 15,-1-2 2-15,3 0 1 0,-1 3 0 0,4-3 1 16,-1 2-2-16,2 0 1 0,1 0-2 16,1 0 0-16,1 2-2 0,1-2 0 0,0 0 0 15,2-2-1-15,-1 2 0 0,2-1-1 0,2-1 0 16,-1 1 2-16,1 0 0 0,3-2 1 0,-2 1 1 15,3-1 0-15,1 4 0 0,1-5-1 16,2 2 0-16,-2-1-1 0,0 1 0 0,2 3-1 16,0-3 0-16,0 2 0 0,0 0 1 15,0 0 0-15,-1 0 1 0,1 0 1 0,3 0 0 16,-2-1 0-16,2 1-1 0,1-2 0 0,-1 0-1 16,1 3 0-16,-1-4-2 0,0 4 0 0,0-3 0 15,1 3 2-15,-1-2 0 0,1 3 2 16,-1-2 0-16,1 3 0 0,0-2 0 0,1 2 0 15,-2-1-2-15,0 1 0 0,2 0-1 16,-2 0-2-16,-2 0 2 0,2 0-1 0,-1 0 1 16,2 1 1-16,-3-1 1 0,3 2 1 0,-1-2-1 15,0 3-1-15,-1-2 1 0,0 1-2 16,-1 0 0-16,1-1-1 0,-2 0-1 0,0 1 2 16,-1 1-1-16,0-3 3 0,0 0 1 0,-1 0 1 15,4-3 0-15,-2 1-1 0,1 1 0 16,1-2-1-16,-2 0-1 0,-1 0-1 0,1 0-1 15,1 0 1-15,1 1 0 0,-1 0-1 16,1-1 2-16,-2 1 2 0,3 1-1 0,-1-1 2 16,1 1-2-16,0-1 1 0,-1 1-1 0,-1-1-2 15,2 2 0-15,-2 0-1 0,-1 0 0 16,0 0 0-16,-1 0 2 0,-1 2-1 0,2-1 2 16,-4-1 2-16,4 0-1 0,-1 2 0 15,-1-2 0-15,-2 1-2 0,-1-1 0 0,2 0 0 16,-2 2-2-16,-1-2 0 0,1 0 0 0,-3 0 1 15,-1 0 0-15,3 0 1 0,-5 0 1 0,3-2 1 16,0 1 0-16,-1-2 1 0,1-1-2 16,2 0 0-16,-2 0 0 0,-3-1 0 0,1-1-1 15,0 2-2-15,0-2 1 0,-2 1 0 16,1-1 0-16,-1 1 1 0,-1 1 1 0,-1 0 1 16,0-1 0-16,1 1 2 0,-5 1-2 0,5 0 0 15,-2-2 1-15,-2 2-3 0,1 0 1 0,-1 0 0 16,-1-1-1-16,-2 1-1 0,2 0 0 0,-4-1 1 15,-2 0-1-15,1 1-1 0,0-1 0 0,-3 2 0 16,1 2 1-16,-2-5 0 0,-4 1 2 16,1 1 1-16,0-2 0 0,-2 1 0 0,1 0 0 15,-4-1 0-15,1 1 0 0,-2-1-1 0,1 1 0 16,-3-1 0-16,-1-1 0 0,1 2 0 0,-2-2 0 16,1 0 0-16,-4 1 0 0,2-4 0 0,-2 1 0 15,-3 1 0-15,1 0 0 0,-1-3-1 16,-1 3 1-16,1-1-1 0,-3 0 0 0,-1-1 0 15,0 2 0-15,-1 0 0 0,0 0 0 0,2-1 1 16,-3-1-1-16,0 0 0 0,0 0-1 0,1-1 0 16,-1-1 0-16,0-4 0 0,1 0-1 15,-1-1 1-15,1-2 0 0,0 0 0 0,0-3 0 16,1-1-1-16,-1-1 0 0,0-2 0 0,2 2 0 16,-2-4 0-16,1 4 0 0,0-4 2 0,0 0 2 15,-1 0 0-15,0-2 1 0,2-2 0 0,-3 0 1 16,0-1-1-16,2-5-1 0,-1-1 0 15,-3-3 0-15,0 0 0 0,3-2-2 0,-2-6 0 16,-2 0 0-16,2 2 0 0,-3-2-2 0,0-1 1 16,1 1 0-16,-2 0 1 0,-2 2 0 0,-1 2 1 15,3-1 2-15,-7 5-1 0,3-1 1 16,-4 1-1-16,0 2 0 0,-2 3-1 0,0 0 0 16,1 1 0-16,-2 2-1 0,-3 0-1 0,2 1 0 15,0 2-1-15,0 0 0 0,0 0 0 0,-1 0 0 16,0-2 0-16,1 1-1 0,2-1 1 0,0-1 0 15,1 2 2-15,1-3-1 0,0 2 2 16,0 0 0-16,0 0 1 0,0 1-1 0,1 1 0 16,-1 2 1-16,0-1-1 0,-1 4 0 0,1 2 0 15,-3 1 0-15,1 2-1 0,-1 2 0 0,-4 3 0 16,2 2 0-16,-2-1 0 0,1 3 0 16,-2 1 0-16,-2-1-1 0,1 4 0 0,-2 0 0 15,-2-1 0-15,0 2-1 0,0-1 0 0,0 1 1 16,-2-1 0-16,-1 1 0 0,2 1 1 0,-3 0 1 15,1 1 0-15,-3 1 0 0,1-1 0 0,-2 3 0 16,0 1 0-16,-1 1 0 0,-1 3 1 16,-4-1-1-16,3 0 0 0,-4 1 1 0,3 1-1 15,-5 0-1-15,1-2 0 0,-2 2 0 0,0-1-1 16,-2 0 0-16,1-1 0 0,-3 0-1 0,3-2 1 16,-4 2-1-16,1-3 0 0,-1 2 0 0,-2-1-1 15,3 1 0-15,-5 0 1 0,3-1 1 16,-3 0 1-16,1 2 1 0,0-1 0 0,-5 0 1 15,5 1 0-15,-3 1 0 0,0-2 0 0,-2 2-2 16,2-1 1-16,-3 0-1 0,0-2 0 0,1 2-1 16,-3-1 0-16,2-1-1 0,0-1 0 0,-1 2 0 15,1-2-1-15,0 0 0 0,2 0 1 16,-2 0 2-16,0 0 0 0,0 0 1 0,-1 0 0 16,1 2 1-16,0 2 0 0,-2-2-1 0,2 1 0 15,-3 1-1-15,-1 0 0 0,1-1 0 16,-3 3-2-16,2-1 0 0,0 0 0 0,-1-1 0 15,0 1-1-15,3 0 1 0,-3-1 2 0,2 3-1 16,-2-2 2-16,3 0 0 0,-3 2 1 16,1-4 1-16,-1 4-2 0,3-3 0 0,-2 2-1 15,-3 0 0-15,2-1 0 0,-2-1-2 16,1 1 1-16,1-1-1 0,-2-1 1 0,4 0-1 16,-2 0-1-16,3-1 2 0,-5-1 1 15,6 1 0-15,-1-2 1 0,-2 0 1 0,2 0 0 16,3-2 0-16,-1 1-1 0,1 1 0 0,0-2-1 15,0 0 0-15,-1 2 1 0,-1 2-1 0,1 0 1 16,0-1-2-16,-2 1 0 0,2 1-1 16,1 1 0-16,-1-1-1 0,1 1 1 0,1 0 0 15,-1-2 2-15,1 1 1 0,3 1 1 16,-4-1 1-16,5-2-1 0,-2 1 0 0,0 1 1 16,2-2-1-16,-2 1 0 0,0-1-1 0,0 1 0 15,0 1 1-15,0-2-1 0,-2 3 0 16,2-2 0-16,0 0 0 0,0 1-1 0,-2-2 0 15,4 0 0-15,-1 1-2 0,-4-2 2 0,5-2 0 16,-1 2 1-16,-4-2 0 0,4 0 1 16,-3-1 1-16,-2-1-1 0,5 1 0 0,-4-2 0 15,-3 2 0-15,2-1-1 0,-5 2 0 0,0 0-1 16,1 0-1-16,-2 0-1 0,1 2 0 16,-3 2-1-16,0 0 1 0,1-1 1 0,-1 0 2 15,-2 1 0-15,0 1 2 0,3-2 0 16,-2 1 0-16,-1-1 0 0,3 2-2 0,-2-1 0 15,-3-1-1-15,3 1-1 0,-1 0-1 0,-2-1 0 16,4 0 0-16,-1 1 0 0,-1-1 0 16,-2 2 1-16,3 0 1 0,-2 0 0 0,0 0 1 15,3 0 1-15,-1 2-1 0,1-2 0 0,1-1 1 16,0 0-2-16,-1 1 1 0,3-3-1 16,0 2 0-16,1-2-1 0,0 0-1 0,3-2 0 15,0 2 0-15,2-3-2 0,-3 1 3 0,3 1 0 16,4-2 2-16,-4 2 1 0,4-2 0 15,-3-1 2-15,3 3-2 0,1 0 0 0,0-1 0 16,1 2-1-16,1-2 0 0,-2 2-1 16,4-1 1-16,-4 1-1 0,3 0 0 0,-2 0 0 15,1 0-1-15,1 0 0 0,1 0 0 0,-3 1 0 16,4-1-1-16,0 2 0 0,-2-2-1 0,2 0 1 16,-1 2 0-16,-2-2 1 0,3 0 2 15,0 0 1-15,0 0 0 0,-1 0 1 16,1 0-1-16,2 0 0 0,-3 0 0 0,4 1-1 15,-1-1 0-15,1 1-1 0,-2-1 1 0,0 2 0 16,2 0-1-16,-1-1 0 0,-1 1 0 0,0-1 0 16,2 1 0-16,-1-1-1 0,1-1 0 15,-2 1 0-15,2 1 0 0,-2-2-1 0,2 0 1 16,0 1-1-16,-1-1 0 0,-1 2 1 16,0 0 0-16,2-2 1 0,-3 0 1 0,1 5 1 15,1-4 0-15,-1 0 0 0,1 0 0 0,-4 2-1 16,6-1 0-16,-2 0 0 0,-2 1 0 0,1-2 0 15,1 1-1-15,1-1 1 0,-4 1-1 16,4 1-1-16,-3-2 1 0,3 1-1 0,0-1 1 16,0 1-1-16,2-1 0 0,0 3 0 15,1-3 0-15,1 0-1 0,-1 1 1 0,2 1-1 16,-1-2 1-16,4 0 1 0,-2 1 0 0,2 1-1 16,0 0 1-16,1-2 0 0,1 3 1 15,0-1-1-15,2 0 0 0,-1-2 0 0,3 3 1 16,-1 0-1-16,3-2 1 0,0 3-1 0,-1-1 0 15,3-2 2-15,1 2-1 0,1-2 1 16,-1 0 0-16,5 1-1 0,-1-2 1 0,1 1-1 16,1-1-1-16,-1 1 0 0,3-2 0 0,0 0 0 15,-1 2 0-15,3-2-1 0,-1 0 2 16,2 1-2-16,-1-1 2 0,1 1-1 0,0 1 0 16,-2 1 1-16,0 0-1 0,2 1 0 15,0 2 1-15,-1-1 0 0,-1 2-1 0,2-1 1 16,-1 1 0-16,-1 2-1 0,-1-1 1 0,2 0 0 15,-2-1 0-15,-1 2 0 0,3 0 1 16,-4 0-1-16,2 0 0 0,-2 1 0 0,2-2 0 16,-2 0 0-16,0 3-1 0,2-3 1 15,2 1 0-15,-3 2-1 0,1-1 0 0,3 1 0 16,-1 1 1-16,1 2-1 0,0-3 0 0,0 3 1 16,0 0 0-16,1 1-1 0,-1-1 0 0,2 1 0 15,-2 0-1-15,1 1 1 0,-1 1 0 16,0 0-1-16,0-1 1 0,0 2 0 0,0 1 1 15,-1 1-1-15,-1 1-1 0,1 0 1 16,-3 3-1-16,1-3-1 0,2 2 0 0,-3 0 0 16,-2-1-1-16,3-3 0 0,0 2 0 0,0-4-1 15,0 0-1-15,-1-4-12 0,1-3-22 16,-2-1-78-16,1-3-132 0,-2-5-247 0,-1-2-312 16,-3-4-409-16,-3-2-503 0,-5 0-139 0,-6-4 676 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0-25T06:54:38.079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B050"/>
    </inkml:brush>
    <inkml:brush xml:id="br3">
      <inkml:brushProperty name="width" value="0.05292" units="cm"/>
      <inkml:brushProperty name="height" value="0.05292" units="cm"/>
      <inkml:brushProperty name="color" value="#00B0F0"/>
    </inkml:brush>
    <inkml:brush xml:id="br4">
      <inkml:brushProperty name="width" value="0.05292" units="cm"/>
      <inkml:brushProperty name="height" value="0.05292" units="cm"/>
      <inkml:brushProperty name="color" value="#FFC000"/>
    </inkml:brush>
    <inkml:brush xml:id="br5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1128 826 196 0,'0'0'519'0,"0"0"303"16,0 0 213-16,0 0-121 0,2-5-204 0,3 1-89 15,-5 4-54-15,0 0-75 0,0 0-88 0,0 0-89 16,0 0-62-16,0 0-67 0,0 0-62 0,0 0-39 15,0 0-23-15,0 0-14 0,3 4-6 0,2 4-5 16,-2 1-6-16,2 5-4 0,-2 4-1 16,3 3-4-16,2 5-3 0,0 3-2 0,0 6-2 15,4 4 0-15,0 4-1 0,0 4-2 0,1 2 0 16,0 3 1-16,1-3 2 0,-3 0-5 0,4-2-2 16,-2-7-2-16,1-4-2 0,-1-4-5 0,-2-5-2 15,2-5 3-15,-2-3 3 0,1-6 4 0,-2-3 3 16,0-4 4-16,0-3 4 0,0-4 2 0,1-5 4 15,0-5 2-15,0-3 1 0,2-5-1 0,-2-2-1 16,0-2-2-16,0-5-1 0,2-2-3 0,-4 1 0 0,2-3-1 16,-1-3-1-16,-1 1-2 0,-2-2-2 0,2-1-2 15,-4 2-3-15,0-1-2 0,-2 1-1 0,-3 2-2 0,0-3 0 16,-2 3 0-16,-1 2-1 0,0 1 0 0,-4-1-1 16,-2 3 1-16,1 1 0 0,0 3 0 0,0 2-1 15,-1 4-1-15,1 0 1 0,1 5-1 16,3 3-1-16,-2 1 0 0,1 5-3 0,0 1-5 15,0 3-11-15,4 4-17 0,1 4-28 0,0 2-57 16,1 5-92-16,-1-1-182 0,0-1-278 0,2 2-330 0,1 0-393 16,-1 1-300-16,1-1 144 0,0-2 809 0</inkml:trace>
  <inkml:trace contextRef="#ctx0" brushRef="#br0" timeOffset="996.35">2050 836 22 0,'-3'-5'297'16,"3"1"213"-16,-1 2 219 0,-1 2 50 0,2-2-118 15,0 2-73-15,-2 0-57 0,1-2-59 0,-1 0-65 16,1-3-63-16,-1 1-31 0,2 2-32 0,0 1-24 0,0 2-18 16,0-1-20-16,0-1-22 0,-2 1-35 0,2-2-41 15,-1-1-28-15,1 2-18 0,0-4-13 0,0 3-9 16,0 0-8-16,0-1-7 0,0 2-7 0,0-1-7 16,0 2-5-16,0 0-4 0,1 2-4 0,3 0 0 0,-1 3 0 15,3 1 1-15,0 1 0 0,2 2 2 0,2 3 0 16,1 1 2-16,0 3 0 0,2 0 1 0,2 2 1 15,0 4 1-15,0 3-1 0,3-1 1 0,-1 4-2 16,0 1-2-16,1 1-1 0,1 3-2 0,-3-2-2 0,3 4-3 16,-3-4 0-16,1 1-2 0,-3-2 0 15,2-1 0-15,-3-1-1 0,1-3-1 0,-3-3 0 0,-1 1 0 16,0-6 1-16,-2-1-2 0,0-2 1 0,0-3 0 16,-3 0 0-16,0-3 0 0,-2-2 2 0,0-1 1 15,-1-3 3-15,-1 2 1 0,1-3 5 0,-2-1 1 16,1-1 4-16,-1-5 0 0,0-2-1 0,0-5-2 15,0-4-2-15,0-3-4 0,0-5-2 0,2-3-2 16,-2-3-1-16,0-5-1 0,2-1-1 0,-1-5 0 16,2 0 0-16,0-2-1 0,-1-1 1 0,3 2 0 0,-2 0 1 15,3 4 1-15,-1 1 0 0,1 3 1 0,-1 6 0 16,1 0 0-16,-1 5 0 0,-2 4-1 16,2 1-1-16,-3 4-3 0,1 1-2 0,0 6 0 15,-2 0 0-15,1 2 0 0,-2 1 0 16,0 0 0-16,0 3 0 0,0 1 0 0,0-2-2 15,1 3-5-15,1 0-9 0,0 3-15 0,1-2-25 16,-3 1-46-16,2 1-82 0,-1 1-139 16,-1 0-231-16,0 1-314 0,3-1-366 0,-1 0-355 15,3-2-82-15,-2 2 547 0,3-2 711 16</inkml:trace>
  <inkml:trace contextRef="#ctx0" brushRef="#br0" timeOffset="1744.65">3029 784 338 0,'3'-15'845'0,"-3"0"352"0,0 2 36 16,0 0-186-16,0 4-246 0,0-1-215 0,3 3-139 16,-3 1-92-16,0 2-67 0,2-1-89 0,-2 1-68 15,1 3-42-15,-1 1-27 0,0 4-12 16,2 2-7-16,-1 5-1 0,1 5-5 0,-2 6-4 15,3 4-2-15,-1 5-4 0,-2 7-3 0,3 3-5 16,-3 6-1-16,0 5-2 0,2 4-4 0,-2 0-2 16,1 0 2-16,1 0-2 0,1-4-1 0,-1-5-1 15,4-5 1-15,-3-6-2 0,3-6-3 0,-1-5-3 16,0-7-1-16,1-3-1 0,2-4 0 0,0-7 1 16,0-4-4-16,4-6-1 0,-2-7-2 0,1-4 0 15,0-8-2-15,2-2 0 0,1-4 4 0,0-3 1 16,2 1 2-16,0-3 1 0,1 3 0 0,-1 0 1 0,1 4-1 15,1 2 1-15,-1 4-2 0,-4 4 1 0,2 3 0 16,0 4 0-16,-1 7 0 0,-1 0 1 0,1 6 0 16,0 6 1-16,1 4 0 0,0 4 0 0,-2 3 0 15,3 5 0-15,-2 1 0 0,2 3 0 0,-2 2 0 16,2-1-1-16,-2 3 0 0,2-2 4 0,-2-1 2 16,2-1 0-16,-3-3 1 0,2-3 0 0,-4-3 0 15,2-3-3-15,1-3-3 0,-4-4-1 0,4-3 1 16,-3-4-1-16,-1-2 0 0,-1-7 1 0,1-3 1 15,-1-4 0-15,0-3 1 0,-2-4-4 0,-1-3-2 0,1-1-1 16,-3-4-1-16,1-1-1 0,0-1 0 0,-2-1 5 16,0-3 5-16,-3-2 7 0,2 1 5 0,-2-2 3 15,-2-3 1-15,0-1 1 0,-1-3-1 0,0-2-8 16,-3-2-4-16,3-3-3 0,-2-1-1 16,0 1 2-16,-1 3 1 0,-1 4 5 0,0 6 1 15,-1 5-10-15,0 6-3 0,0 7 0 0,-3 4 0 16,3 5 0-16,0 2 0 0,-3 4 0 15,3 7 0-15,0 3 0 0,0 1 0 0,2 6-7 16,1-2-39-16,2 2-41 0,0 1-82 0,0 3-162 16,1 1-268-16,2 0-331 0,0 2-403 0,3-3-413 15,0 0 1-15,2-1 794 0</inkml:trace>
  <inkml:trace contextRef="#ctx0" brushRef="#br0" timeOffset="4977.51">1108 2074 23 0,'0'0'279'0,"0"0"181"0,0 0 165 15,0 0-8-15,0 0-158 0,0 0-96 0,0 0-34 16,0 0-3-16,0 0-7 0,0 0-12 16,0 0-26-16,0 0-42 0,0 0-55 15,0 0-52-15,0 0-41 0,0 0-32 0,5 2-21 16,-2 0-14-16,2 2 7 0,-1-1 14 0,1 1 7 15,0 2 8-15,-1 0 3 0,1 1-3 0,2 1-9 16,0 0 4-16,0 0 1 0,-1 0-8 16,4 1-4-16,-1-1 5 0,1 1 8 0,1-2-17 15,1 2-5-15,-2-2-1 0,1 0-2 0,5 0 28 16,-2-3 45-16,5 2 23 0,0-2 10 0,-2-1 0 16,0 0 0-16,0-2-29 0,-2 2-51 0,1-3-29 15,1 1-15-15,-2-1-10 0,0-1-2 0,0 1-5 16,2 0 6-16,-2-1 5 0,0-1 2 0,0 2 3 15,0-1 1-15,0-1 7 0,0 1 0 0,0 0 3 16,0 1 0-16,-2 0-2 0,4-2-1 0,-2 2-7 16,0-2-1-16,1 2-4 0,0-1 0 0,-2 0-1 15,2-1-1-15,-2 2 2 0,2-2-1 0,0 0 0 0,-1 2-1 16,0 0-2-16,2-2 1 0,-1 0-1 0,-2 1 0 16,2-1-2-16,-2 1 0 0,2 1 1 0,-2-3-1 15,-1 3 1-15,3 0 0 0,-5 0 0 0,2-2-1 16,2 2-2-16,-3 0 0 0,1 0-1 0,-1 0-1 15,1 0 0-15,1-3 2 0,-3 3 1 0,3-2 1 16,0 2 7-16,-1 0 4 0,1-1-3 0,-1 1-2 16,1-1 0-16,2-1-1 0,-2 0-6 0,2 1-4 15,1 0 5-15,0-3 1 0,1 3 2 0,-1 0 2 16,1-1-1-16,-1 0 3 0,1 2 0 0,0-1 0 16,1 1 1-16,-3 0-3 0,3-1-1 0,-3 1 0 15,3-2-3-15,-3 2 0 0,3 0-1 0,-2-1 2 16,2 1 0-16,-2-2 0 0,0 2-1 0,1 0 1 15,-2-1 0-15,3 1-2 0,-2-2-1 0,1 2 2 16,1 0 1-16,-2-1 2 0,2 1 1 0,0-2 2 16,0 2 1-16,0-1-2 0,-1-1 1 0,2 0-1 15,0 2 0-15,0-1 0 0,0 0 0 0,1-1 1 16,-2 2 0-16,1-3 0 0,2 2 5 16,-4 0-5-16,2-1 0 0,1 0-1 0,-2 1-1 15,1-2-2-15,-2 1-5 0,2 0 3 0,1 0 2 16,-2 0 1-16,3 1 1 0,-3-1 1 0,2-2 1 15,-1 4 0-15,2-2 0 0,-3-3-1 0,2 3 1 16,1-2-2-16,-1 2 0 0,-1-2-1 0,0 2-1 16,0-2-1-16,0 0 0 0,2 1 0 0,-4 0 1 0,2 2-1 15,-1-2 2-15,0-1-1 0,0 2 0 16,-1 0 0-16,2-1-1 0,-3 2 1 0,3 0-1 16,-2-1 1-16,0-1-1 0,1 2 0 0,1-1 0 15,-2 0 0-15,2 2-1 0,-1-2 0 0,0 2 0 16,0 0 4-16,-1 0 2 0,2 0 0 0,-1 0 0 15,-1 0 0-15,0-2 2 0,0 2-5 0,-1-2-3 16,-1 2-4-16,1-1-3 0,-2-1-1 0,1 1 0 16,-2-2 0-16,-2 3 0 0,1-2 6 15,-2 2 2-15,-3-5 1 0,0 5-1 0,-2-1 0 16,0 0-1-16,-1-1 0 0,0 2 1 0,-3 0 2 16,1-2 2-16,-2 2 1 0,1 0 1 0,-2 0 1 15,2 0 0-15,-1 0-2 0,-1 0 0 16,0 0-2-16,0 0 0 0,0 0-2 0,2 0 0 15,-2 0-1-15,0 0-1 0,0 0-1 0,0 0 0 16,0 0-1-16,0 0 0 0,0 0-1 0,0 0 1 16,0 0-1-16,0 0 0 0,0 0 0 0,0 0 0 15,0 0 0-15,0 0 0 0,0 0 0 16,0 0 0-16,0 0 0 0,0 0 0 0,0 0 0 16,0 0 1-16,0 0-1 0,0 0 1 0,0 0-1 15,0 0 0-15,0 0 0 0,0 0 0 16,0 0 0-16,0 0 1 0,0 0-1 0,0 0 0 0,0 0 0 15,0 0 1-15,0 0-1 0,0 0 0 16,0 0 0-16,0 0 0 0,0 0-1 0,0 0 1 16,0 0-1-16,0 0 1 0,0 0 1 0,0 0-1 15,0 0 0-15,0 0 0 0,0 0 4 0,-2 0 2 16,2 0 0-16,0 0 1 0,-1 0 0 0,-1 0 1 16,2-1-5-16,-3 1-2 0,1-1-2 15,-3 1 0-15,2-2-3 0,-2 0-5 0,-2 2-10 16,-1-1-13-16,1 1-20 0,-1 0-44 0,-1 1-78 15,-4 1-117-15,1 1-237 0,-1 2-299 0,-4-1-363 16,2 1-363-16,-2 1-113 0,-2-1 487 0,0 2 764 16</inkml:trace>
  <inkml:trace contextRef="#ctx0" brushRef="#br0" timeOffset="8374.71">2193 3389 182 0,'3'-12'829'0,"0"1"493"16,-5 2 101-16,1 0-146 0,-4 0-430 0,-1-1-317 15,-3 2-152-15,-3-1-93 0,1-1-73 0,-5 0-70 16,2 3-44-16,-3-1-28 0,2 1-22 0,-3 1-16 15,0 1-11-15,-1 3-4 0,3-1-4 0,-3 6-4 16,0-1-2-16,3 3-3 0,-1 2-2 0,3 2 0 16,0 3 0-16,1 3-1 0,3 4-1 0,0 1 1 15,1 4-2-15,5 4 0 0,-1 3 0 0,3 3 0 16,4 2-1-16,1 2 0 0,2 1 0 0,3 1 5 16,4 1-2-16,1 0-1 0,4 0 1 0,1 2-1 15,4 0 2-15,-2-1-1 0,3-2 5 0,-1 1 2 16,1-4 1-16,1-2-4 0,0-2-2 15,0-4-6-15,-1-1-2 0,1-6-2 0,-2-1-2 16,0-3 4-16,0-3 2 0,-1-5 1 0,0 0 0 16,-1-3 1-16,-2-4 1 0,2-2 0 0,0-1 0 15,-2-1 2-15,-1-2-2 0,1-3 0 0,-2 0 1 16,-2-3 0-16,0 2-1 0,-3-4 1 0,0-1 0 16,-1-2 0-16,-4 1 1 0,-1-2 1 15,-2-1 0-15,-1-2 2 0,-4 1 0 0,-1-1 4 16,-2 1 1-16,-3-2 1 0,-4 0 0 0,-1-1 5 15,-3 1 4-15,-1 1 1 0,-4 0-1 0,2 0-1 16,-1 3 1-16,-1 1-5 0,5 3-4 0,-3 0-2 16,3 3-3-16,2 2 0 0,0 3-1 15,0 0-3-15,3 3 0 0,-2 0-1 0,4 3-1 16,1-1 0-16,0 1-1 0,0-1-1 0,3 2 0 16,0-2 0-16,2 1-1 0,0-1-1 0,3 2 1 15,-2-4 0-15,2 4-1 0,0-1 1 0,0 0 0 16,2 0-1-16,-2 0-1 0,5 0-6 15,-2 0-9-15,2 0-12 0,2 1-18 0,0-1-40 16,1 1-74-16,0-1-69 0,1 1-110 0,-1-1-169 16,0-2-309-16,2 2-290 0,0-1-204 0,0 2-127 15,1-2 296-15,0 0 572 0</inkml:trace>
  <inkml:trace contextRef="#ctx0" brushRef="#br0" timeOffset="8965.35">2929 3798 516 0,'2'-14'1341'0,"-5"1"320"0,-2 5-210 16,0 1-361-16,-4-1-448 0,-1 2-225 0,-1 3-171 15,-3 2-84-15,1 1-52 0,-4 1-32 0,1 5-26 16,-1 0-20-16,1 3-10 0,-3 2-8 15,3 2-3-15,0 4-9 0,2-1-5 0,2 2-2 16,2 1-3-16,2 3-1 0,-1-2-1 0,7 1 3 16,-1 1 3-16,5-1 1 0,1 0-1 0,0-4 0 15,4 0 0-15,0-3-1 0,1-1-1 0,3-4-1 16,-2-3 0-16,3-3 1 0,0-3 0 16,1-3 6-16,2-4 4 0,-2-5 3 0,0-3 1 15,1-1 0-15,-1-3 1 0,-1 1-4 0,-1-1-3 16,-1 2-1-16,-1 2-1 0,-2 2 0 15,-3 0 1-15,1 5 0 0,-1 2 0 0,-1 0 1 16,0 3 1-16,0 0 0 0,-2 1-1 0,1 4 0 16,-1 1 0-16,1 3 0 0,1 3-1 0,-1 2 1 15,1 6-1-15,2 2 0 0,-2-2-1 0,2 2 0 16,1 1-1-16,0-1-2 0,1-2 0 0,-1 0-7 16,3-2-16-16,-1-2-27 0,2 0-73 15,-2-3-75-15,0-4-133 0,0-1-199 0,-2-5-311 16,2-5-344-16,0-1-217 0,-2-7-90 0,2-1 418 15,-1-6 601-15</inkml:trace>
  <inkml:trace contextRef="#ctx0" brushRef="#br0" timeOffset="9274.86">3162 3709 13 0,'1'-5'582'0,"-1"4"568"16,-1 1 275-16,-1 4-86 0,2 4-313 0,-2 1-370 15,-2 3-225-15,2 4-124 0,1 3-86 0,-1 2-65 16,2 1-59-16,0 5-37 0,0-1-26 15,2 0-16-15,1-2-11 0,1 1-9 0,1-4-4 16,2-3-6-16,-1-3 1 0,2-4 3 0,3-3 1 16,-2-3 0-16,1-5 1 0,2-6 8 0,1-5 6 15,-2-4 2-15,2-6-2 0,-2-1 1 0,3-4-1 16,-3-1-6-16,-1 2-3 0,1 0-1 16,-3 3 1-16,0 5 1 0,-1 0 2 0,-2 4 1 15,0 3-1-15,-2 4 0 0,-1 0 0 0,1 3 0 16,-1 3 0-16,-1 4-2 0,1 3-2 0,-2 3 2 15,0 5 1-15,1 2 0 0,1 2-4 16,0 2-3-16,0 3-1 0,0 0-2 0,1 3 0 16,0-1-4-16,2-1 5 0,0 0-1 0,1 0-13 15,-1-3-54-15,3-1-69 0,-3-4-117 0,1-4-192 16,-1-4-303-16,4-3-338 0,-3-6-284 16,1-4-143-16,1-5 364 0,0-7 632 0</inkml:trace>
  <inkml:trace contextRef="#ctx0" brushRef="#br0" timeOffset="9649.09">3664 3513 121 0,'-1'-6'768'0,"-4"6"575"16,0 2 152-16,-2 2-168 0,-1 0-432 0,1 4-353 16,-1 1-181-16,-1-1-118 0,1 3-85 15,0 0-59-15,3-1-39 0,-2 0-19 0,2-1-15 16,2 2-7-16,-1-1-4 0,4 2-8 0,0 0 0 15,4-1-5-15,-1 3-2 0,3-1-1 0,3 0-2 16,1 1 0-16,0 1-1 0,2-1 1 0,1-1-1 16,1 2 0-16,2 1 1 0,1-2 1 15,-1 0 1-15,3 0 0 0,-3 2 0 0,3-4 2 16,-5 5 1-16,2-2 1 0,-3-1 0 0,-3 1-1 16,0 1 2-16,-3 0-2 0,-3 0 0 15,-1 0 1-15,-3 1 0 0,-3-1 2 0,0 0 0 16,-3-1 1-16,-1-4-1 0,-1 3 0 0,-4-3 0 15,2 0-2-15,1-3 0 0,-4 0-1 0,2-1-1 16,1-1 1-16,0 0-2 0,0-2-1 16,2 0 0-16,0-1-5 0,2 0-20 0,1-2-52 15,2-1-67-15,1-1-69 0,-1-4-128 0,3 0-200 16,2-3-310-16,-1-1-256 0,4-2-211 0,-2 0-86 16,4-4 381-16,2 1 559 0</inkml:trace>
  <inkml:trace contextRef="#ctx0" brushRef="#br0" timeOffset="10090.93">4076 3535 110 0,'-7'-12'802'16,"1"2"673"-16,-4-1 123 0,0 4-254 0,-2 1-434 15,-3 3-361-15,0 1-196 0,1 2-135 16,0 2-81-16,1 1-51 0,-1 3-35 0,1 3-21 15,1 1-13-15,2 1-8 0,2 2-5 16,3 2-3-16,1 0-1 0,1 2-2 0,6-1 0 16,1-1 0-16,1 1 0 0,3 0 0 0,2-1 0 15,2-1 1-15,1 0-1 0,4-2 1 16,-1 0 0-16,3-1 0 0,0-1 1 0,5-1 0 16,-2 2-1-16,3-1-1 0,0 0 1 0,-1-2 0 15,2 3 1-15,-3-2 0 0,1 1 1 16,-3 1 0-16,-1-1 1 0,-3 1-1 0,-1 2 0 15,0 1 0-15,-5-1 1 0,-3 2 1 0,1 1 1 16,-4 1 0-16,-3 0 1 0,-2 0-1 16,-2 0 1-16,-1 0 0 0,-3-1-1 0,0 1 0 15,-1-2-1-15,-3 1 0 0,0 0-1 16,0-3-1-16,-1-1 1 0,0 1-2 0,0-2 0 16,1-2 0-16,-2-3-1 0,2 1-1 0,2-1-4 15,-1-3-11-15,1-1-29 0,2-1-74 0,-1-1-79 16,-2-1-156-16,3 1-286 0,-1-3-329 15,4 1-363-15,1 0-214 0,1 2 60 16,1 0 669-16</inkml:trace>
  <inkml:trace contextRef="#ctx0" brushRef="#br0" timeOffset="15307.27">5298 3596 98 0,'-3'2'376'0,"-2"-2"228"0,0 2 200 15,-1-2-32-15,1 0-130 0,0 0-89 0,2 0-61 16,0 0-62-16,-2 0-55 0,3 0-59 0,1 0-52 16,-1 0-30-16,1 0-20 0,-2 0-11 15,3 0-24-15,-2-2-21 0,2 2-35 0,0 0-29 16,0 0-28-16,0 0-23 0,0 0-13 0,2 0-12 15,-2 0-8-15,0 0-5 0,3 0-1 16,-2 0 5-16,2 0 2 0,2 0 4 0,2 0 7 16,1-2 4-16,1 2 0 0,2-1-1 0,2-1 1 15,1 1 0-15,2-2-1 0,3-1 6 16,3-1 2-16,0-1 1 0,2 0 1 0,4 1 1 16,-1-1-7-16,2-3-10 0,1 2-6 0,1 0-3 15,1 0-5-15,-2 0-1 0,2 1 2 16,-1 3 1-16,-1 1 1 0,0 0 0 0,-3-1-1 15,0 1-1-15,-3-1 0 0,-2 3-1 16,-2 0 1-16,-2 2 0 0,-2-1 0 0,-4 2 2 16,2 1 0-16,-4-2 1 0,-2 1 3 0,0 3 1 15,-2-1 1-15,-3 2 1 0,0 2 0 16,1 1-2-16,-3 0-2 0,-1 0-1 0,0 3-2 16,0-1-2-16,-1 4-1 0,-1 0 4 15,0 1 1-15,1 1 0 0,1 3 1 0,-2 2-2 16,2 0 2-16,-1 4-4 0,-1 4-2 0,0 1-4 15,1 2-1-15,-1 4 0 0,1 2-1 0,-1 3-1 16,-2 2-1-16,1 1 4 0,-1 2 5 16,1 2 1-16,0 2 3 0,1 0-2 0,-1 3 1 15,1 0 2-15,-1 2-4 0,0 0 0 16,0 0 0-16,3 1-3 0,-1-5-3 0,1 3-2 16,0 0 2-16,0-2 2 0,-2 1-1 0,2 0 3 15,-2-1 2-15,1-2-1 0,-1 3-3 0,-1-5-1 16,0-3 0-16,1-2 0 0,2-3 2 15,-3-3-1-15,1-3 1 0,2-3 0 0,-3-5-2 16,3-2 0-16,-1-3-1 0,-1-4 0 16,2-2-1-16,0-4 1 0,-3-2-2 0,3-2 1 15,0-2-1-15,-1-1 0 0,1-1 0 0,0-2 0 16,-2 0 1-16,2-2 0 0,0 2-1 16,-2-3 1-16,1 2 1 0,1-1-1 0,0-1 1 15,0 0-1-15,0 0 1 0,0 0 0 16,0 0-1-16,-2 0 0 0,2 0 0 0,0 0-1 15,-1 0 0-15,-1 0-1 0,2 0 0 0,0 0-1 16,-2-1 0-16,1 1 1 0,-1-2-2 16,1 0 1-16,-1 1-4 0,2 0-5 0,-2-2-11 15,-1 0-12-15,2 0-16 0,-1 0-29 16,0-2-57-16,-2-1-63 0,1 0-63 0,-2 0-96 16,0-1-150-16,0-1-205 0,-1-3-237 0,-2 3-200 15,2-1-165-15,1 0 140 0,-3 0 459 0</inkml:trace>
  <inkml:trace contextRef="#ctx0" brushRef="#br0" timeOffset="15805.97">5646 5388 182 0,'0'0'544'0,"0"0"325"16,0 0 194-16,1 0-160 0,-1 0-226 16,0 0-191-16,-1-2-126 0,1 2-88 15,0-1-66-15,1 1-54 0,1 0-36 0,-2 0-13 16,0 1-10-16,3-1-2 0,-2 2 34 0,2 1 37 16,1 1 14-16,-1 1-4 0,3 2-8 0,-1 2-15 15,2 3-41-15,0 2-33 0,1-1-21 16,0 5-14-16,0 0-6 0,5 2-10 0,-4-1-5 15,4 4-6-15,-2-1-5 0,3 1-1 16,0 1-2-16,-1 0 6 0,3 0 3 0,-2-1 1 16,2 1 0-16,-2-2-1 0,0-1-4 0,-1-2-3 15,-2-2 5-15,3-2-5 0,-4-2 4 16,-1-1 1-16,1-3 2 0,-2-1 1 0,0-1-6 16,1-4 2-16,-3 0-3 0,2-3-1 15,-1-1 0-15,0-4-4 0,0-1-5 0,-1-5-1 16,2 0 0-16,0-6 0 0,-2-2-2 0,2-2 10 15,-1-3 4-15,-1-4 2 0,3 2 1 0,-1-4-1 16,0-1 0-16,1 0-8 0,-1-2-3 16,2 0-3-16,-2 0-2 0,3 0 2 0,-3 2-1 15,0 2 1-15,1 1 1 0,-1 2 0 16,0-1 0-16,0 6-6 0,1 0-15 0,-4 2-37 16,2 2-69-16,-3 2-70 0,1 4-112 0,-2-3-176 15,2 4-280-15,-4 2-297 0,2-2-216 16,-1 5-146-16,0-3 248 0,-2 2 563 0</inkml:trace>
  <inkml:trace contextRef="#ctx0" brushRef="#br0" timeOffset="46387.1">1766 7928 38 0,'-2'-6'409'0,"-1"3"322"0,-2 2 256 16,2 0 71-16,0 0-289 0,-2-2-199 0,-1 1-114 16,3 2-53-16,1 0-42 0,2 2-49 0,0 3-58 15,2-1-34-15,-1 6-37 0,4 1-40 0,-2 2-32 16,3 5-26-16,-1 5-12 0,3 4-10 0,1 4-9 15,3 5-4-15,-1 4 0 0,3 5-1 0,0 3-9 16,2 3-4-16,0 0-3 0,1 3-5 0,-2 2-8 16,2-1-6-16,-1 3-1 0,-1-2-2 15,0-2 3-15,0 0 1 0,-3-1-1 0,0-3 0 16,-1-6-1-16,-1 0 2 0,1-5-4 0,-5-3-2 0,-1-5 2 16,1-4 1-16,-3-2 3 0,1-6 2 0,-3-1 3 15,2-5 3-15,-3-1 2 0,0-4 1 0,0-1-3 16,-4-3-2-16,-1-3-4 0,-3-4-5 0,-2-5-4 15,-2-6-3-15,1-2-5 0,-5-8-3 16,0-6-1-16,0-6-3 0,0-6 0 0,-1-5-3 16,1-6 3-16,1-5 2 0,2-4 6 0,0 2 1 0,2-3 0 15,3-2-1-15,2 2 1 0,0 0-2 0,2 0-3 16,3 3-1-16,1 2 0 0,3 1 2 16,1 2 0-16,1 4 1 0,0 2-1 0,0 4 0 15,3 3 1-15,-2 3-1 0,2 4 5 0,1 3 3 16,0 3 0-16,0 6 1 0,0 2 0 0,-1 2 0 15,5 6-4-15,-4 0-1 0,4 6-1 0,1 3 0 16,-1 2 0-16,2 2 1 0,0 5 0 0,1 2 2 16,-2 2 0-16,2 3 1 0,-4 2 0 0,0 1 2 15,0 3-1-15,-1 0 2 0,-3 2 1 0,0 2 1 16,-2 1 1-16,-4 5 1 0,0-1-1 0,-4 3 0 16,-1 3-1-16,-2-1-2 0,-4 2-2 0,-1-1 0 15,-1-1-2-15,0 0-2 0,-2-3-1 0,2-4-1 16,-3-2 0-16,3-4-1 0,0-3 0 15,1-4 0-15,1-3-2 0,-2-5-4 0,1 0-9 0,2-4-14 16,-1-4-19-16,1 0-26 0,0-6-63 0,3-2-73 16,2-3-112-16,0 0-173 0,3 0-295 0,1-2-338 15,3 3-261-15,-1-4-143 0,3 0 312 0,1-1 631 16</inkml:trace>
  <inkml:trace contextRef="#ctx0" brushRef="#br0" timeOffset="46654.01">2268 8036 380 0,'23'23'855'0,"-1"1"330"16,-2 3 19-16,-2-1-298 0,2 4-240 0,-1-3-171 16,-1-3-116-16,-1-2-78 0,-1-4-56 0,3-1-50 15,-3-7-60-15,-1-2-40 0,0-6-24 0,0-3-13 16,-3-6-6-16,0-5 3 0,-4-6 5 0,-3-3-5 16,-2-5-2-16,-3-1 3 0,-2-1 3 15,-2-2-3-15,-6-1-4 0,-4-1-2 0,-4-1-5 16,-4 2-4-16,-5-3-7 0,-1 3-6 0,-2 2-4 15,2 2-7-15,-1 4-5 0,4 4-6 0,2 6-4 16,1 3-3-16,2 7-2 0,4 5-2 16,-1 6 1-16,7 4-2 0,2 2-5 0,3 8-15 15,3-2-27-15,4 5-75 0,3-1-106 0,2 2-200 16,2 1-290-16,4-1-352 0,3 0-406 16,4-3-193-16,2 2 305 0,4-5 768 0</inkml:trace>
  <inkml:trace contextRef="#ctx0" brushRef="#br0" timeOffset="47647.34">2675 8293 329 0,'3'-1'825'0,"2"-3"329"15,-2 3 26-15,0-4-278 0,-1-1-287 16,1-1-159-16,1-2-77 0,-2-2-47 0,1-3-39 15,2-4-36-15,-2-2-39 0,2-2-65 0,-2-4-53 16,2-2-31-16,1-2-17 0,0-2-11 0,-1 2-7 16,-2-2-2-16,2 3-3 0,-2 2 0 15,3 3-1-15,-4 3 3 0,1 4 0 0,-1 4 0 16,-1 1 0-16,-1 2-5 0,2 4-4 0,-2 2-4 16,2 1-3-16,-2 3-2 0,1 3-3 0,1 6-1 15,1 5-1-15,0 4-2 0,0 4-1 0,3 3-2 16,-1 4-1-16,0 1 0 0,1 0-1 15,1 2 0-15,2-3 4 0,-1-1 3 0,0-2 0 16,0-5 0-16,1 0 0 0,-4-6 0 0,3 1-5 16,-1-6-2-16,-1-2-2 0,1-3 0 15,0-3 1-15,1-2 0 0,-2-2 1 0,3-7 0 16,-2-1 2-16,1-3 0 0,0-3-2 0,-1-3 1 16,0-4 1-16,-1 1-2 0,1 0 0 0,-2-3 1 15,-1 3-1-15,1-1 1 0,-2 2-1 0,0 2-1 16,-1 4 1-16,1 2-1 0,-1 2 0 0,-1 4-1 15,-1 1 0-15,2 2 1 0,1 1 1 0,-3 6 1 16,3 1 1-16,2 5 3 0,-2 3 2 16,2 1 1-16,-2 5 1 0,3 1 0 0,-1 0-1 15,1-2-2-15,-1 1-3 0,1 0-1 0,-1-2-1 16,2-2-3-16,-3-3 0 0,2-2 0 16,-1-2-3-16,1 1 1 0,-1-4-1 0,0 0 2 15,0-4 0-15,1-1 1 0,0-4 1 0,-1 1 2 16,2-3-2-16,-1-3 1 0,0-2-1 0,0-3 0 15,-1-1-2-15,0 0-1 0,0 1 0 0,-2-1-1 16,3 1-3-16,-3-1-1 0,0 0-1 0,-1 4-1 16,1-1-1-16,-1 3 1 0,1-1 1 15,-1 3 0-15,1 3 2 0,0 2-4 0,0-2-2 16,3 5-1-16,-3 2 1 0,2 2 0 0,0 1 2 16,0 1 6-16,1 1 2 0,2 1 3 0,-2 2 0 15,2 0 0-15,-1 1 0 0,0 1 0 16,1 3 1-16,-3-2 0 0,3 2 0 0,0 0 1 15,-2 0-1-15,-1 2-1 0,1-2 6 0,-1 0-4 16,0 0-14-16,1 0-41 0,-6 0-78 0,1 0-119 16,-2 0-235-16,1 3-309 0,-2-1-365 15,-2 0-372-15,2 0-128 0,1-1 468 0,-1-1 747 16</inkml:trace>
  <inkml:trace contextRef="#ctx0" brushRef="#br0" timeOffset="47836.49">3604 7949 293 0,'5'4'1028'0,"-1"8"428"0,-3 3-28 16,1 6-218-16,-1 3-481 0,2 4-284 0,-3 4-164 16,3-1-89-16,-1 0-67 0,1 0-55 0,2-2-35 15,1-1-21-15,-1-3-31 0,4-3-71 0,-4-3-70 16,0-2-118-16,-2-4-186 0,0-3-313 0,-3-4-325 15,0-2-231-15,-1-4-117 0,-3-4 360 0,1-3 580 16</inkml:trace>
  <inkml:trace contextRef="#ctx0" brushRef="#br0" timeOffset="48003.1">3516 7599 34 0,'-10'-16'614'0,"-2"8"526"0,2 5 171 16,-1 5-132-16,-1 2-328 0,2 3-366 0,2 4-195 15,0 0-106-15,1 4-50 0,3-1-35 0,3 1-31 16,2 3-31-16,4-1-23 0,4 5-41 0,-1-1-55 16,2 0-120-16,4 1-237 0,0 1-289 15,3 0-301-15,3 0-259 0,0-1-79 0,1 0 435 16</inkml:trace>
  <inkml:trace contextRef="#ctx0" brushRef="#br0" timeOffset="48371.97">4014 7950 196 0,'0'-9'1097'0,"-1"3"633"16,-3 1-115-16,-2 3-348 0,-2 2-464 15,0 1-309-15,-3 2-215 0,3 1-106 0,-2 3-59 16,-2 3-36-16,2 2-28 0,-2 3-18 16,1 4-13-16,3 2-9 0,0 3-3 0,0 1-4 15,3 0-2-15,2-1-3 0,2-4-2 0,2-1 1 16,2-2-2-16,2-6 0 0,4 0 1 15,1-6 0-15,1-5-2 0,3-4-8 0,-1-7-9 16,1-5-13-16,2-5-15 0,0-4-16 0,0-4-10 16,1-3-4-16,-3 2 3 0,2 2 13 15,-2 1 15-15,0 6 15 0,-4 3 15 0,-2 5 10 16,0 4 11-16,-2 3 7 0,0 6 9 0,-2 5 9 16,-1 5 5-16,0 7 4 0,-3 5-7 15,2 6-1-15,-2 4-8 0,0 4-7 0,1 2-7 16,-1-1-5-16,2 1-2 0,3-5-5 0,1 1-12 15,-2-6-63-15,3-4-73 0,-1-4-132 16,2-5-206-16,0-5-312 0,0-4-362 0,0-4-273 16,-2-7-96-16,2-4 470 0,0-4 618 0</inkml:trace>
  <inkml:trace contextRef="#ctx0" brushRef="#br0" timeOffset="48636.85">4340 7951 196 0,'4'2'850'0,"0"3"474"0,-1 6 82 15,0 4-140-15,0 6-439 0,3 0-311 16,-1 4-166-16,0 4-96 0,3-2-78 0,1 2-72 16,-1-1-46-16,0-2-28 0,3-3-13 0,0 1-10 15,0-7-5-15,-1-2 0 0,1-4 0 16,-2-4 1-16,-1-6 0 0,1-3 2 0,-2-6 0 16,-2-4 0-16,0-3-1 0,-2-3 2 15,-2-4 3-15,1-1 1 0,-2-2 3 0,0-2 1 16,-2-2 0-16,1 1-2 0,-1-1-2 0,1 1-4 15,-1 3-1-15,2 0-5 0,0 4 0 16,2 2-3-16,1 4-3 0,4 1-2 0,1 2-10 16,2 4-50-16,1 3-77 0,3 2-144 0,1 4-272 15,2 4-310-15,3 0-379 0,1 5-314 16,6 0-14-16,3 1 660 0</inkml:trace>
  <inkml:trace contextRef="#ctx0" brushRef="#br0" timeOffset="49453.13">5249 7404 219 0,'4'-12'523'0,"-2"1"316"15,1 1 227-15,-3 2-184 0,2 2-187 0,-1 0-97 16,-1 4-32-16,0-2-57 0,2 1-94 0,-2 2-79 16,0-1-56-16,0 2-63 0,0 0-72 15,0 0-53-15,2 0-27 0,-1 2-19 0,-1-1-13 16,0 2-9-16,0 3-6 0,2 3-7 16,-2 5-2-16,1 3 6 0,1 3 5 0,0 4 0 15,1 4 0-15,0 4 1 0,1 4 0 0,0 3-7 16,0 2-5-16,0 4-2 0,0 0-1 15,1 0-1-15,0-2-2 0,1-2-2 0,-1-5-1 16,1-5-1-16,-1-2-2 0,3-6-1 0,0-4-2 16,-2-5 0-16,2-2 0 0,2-5 1 15,2-4-1-15,-1-6 2 0,3-6 2 0,-1-7 0 16,4-3 1-16,-1-6 1 0,0-1 1 0,0-4-1 16,1 1 0-16,-4 0 1 0,1 2-1 15,-3 2 2-15,-1 2 0 0,-1 5 1 0,-4 3 2 16,1 2 1-16,-4 4 0 0,-2 3-1 0,-2 4 0 15,-1 2-2-15,-2 4-1 0,-2 4-2 16,-3 4 2-16,2 4-1 0,-3 7 0 0,0 3 1 16,1 5 0-16,0 3 0 0,2 2-2 0,1 3 0 15,2 1-1-15,2-5-1 0,1 0-3 16,4-4-2-16,3-2-7 0,3-7-20 0,0-2-66 16,1-9-77-16,2-2-143 0,2-8-258 15,3-7-322-15,1-4-376 0,1-8-264 0,2-7-18 16,-1-7 606-16</inkml:trace>
  <inkml:trace contextRef="#ctx0" brushRef="#br0" timeOffset="50086.5">5834 7694 96 0,'-2'3'698'0,"1"5"528"0,-6 3 199 16,1 5-70-16,-2 4-402 0,-3 4-356 0,0 3-188 16,0 2-112-16,-2 3-88 0,4 0-87 15,2 0-47-15,1-4-31 0,2-4-18 0,4-3-13 16,1-2-8-16,5-6-3 0,2-3-3 0,2-9-1 15,4-5-1-15,0-8 0 0,5-6-1 16,-1-6-10-16,2-5-19 0,0-4-25 0,1-1-21 16,-2-1-15-16,-1 1-11 0,-1 2 4 15,0 2 16-15,-4 6 29 0,0 3 21 0,-3 4 12 16,0 6 12-16,-3 2 8 0,-1 6 26 0,1 3 24 16,0 4 18-16,-2 4 15 0,0 9 5 15,-2 0-2-15,2 6-16 0,-1 2-21 0,-1 4-11 16,0 2-12-16,1 2-7 0,0 3 1 0,0 0 0 15,-1 0-2-15,4-4-3 0,0-2-2 16,-1-6-2-16,4-5-6 0,1-7-4 0,-2-5 0 16,3-7 1-16,-2-8 0 0,1-8 0 15,-1-6-1-15,1-6 1 0,-1-7-1 0,-1-5-1 16,-1-5 0-16,-2-3 0 0,-1-3 3 0,-2-2 0 16,0-3 1-16,-3-3 2 0,0 1 1 0,-1-3 1 15,-1 2-1-15,1 6 10 0,-1 5 8 16,2 6 10-16,0 7 5 0,-2 8 4 0,2 6-1 15,0 6-7-15,2 5-4 0,-2 7-4 16,2 9 1-16,-1 5 3 0,-1 8 0 0,3 9 3 16,-1 7-2-16,-2 5-1 0,3 9-3 0,-1 5-1 15,1 10-1-15,1 0-3 0,-1 5-4 0,4-1-6 16,-1-1-4-16,4-5-6 0,2-5-4 16,1-7-2-16,1-9-1 0,-1-6-2 0,4-8-1 15,-4-6-5-15,0-6-4 0,3-6-6 16,-4-6-8-16,-1-6-6 0,0-6-3 0,-1-4 0 15,2-5 2-15,-4-1 6 0,0-3 8 0,2 0 8 16,-4 2 6-16,0 2 4 0,-1 3 4 16,0 2 2-16,-2 2 2 0,0 7 1 0,0 3 3 15,-3 4 4-15,2 4 2 0,-2 5 0 16,-2 3 3-16,2 3-1 0,-3 3-2 0,0 2-3 16,2 1-5-16,-1-2-4 0,0 1-27 0,2-4-90 15,0-6-153-15,2-4-256 0,0-6-306 16,-1-8-415-16,4-5-476 0,-1-7-36 0,1-8 759 15</inkml:trace>
  <inkml:trace contextRef="#ctx0" brushRef="#br0" timeOffset="50219.57">6581 7276 651 0,'-17'12'1335'0,"0"4"170"15,-2 2-232-15,0 2-333 0,6-2-452 0,2 1-244 16,2-1-139-16,4 1-119 0,5-4-115 0,2 0-209 15,4-5-295-15,5 0-296 0,2-4-326 16,2 0-173-16,0-1 235 0,2 1 643 0</inkml:trace>
  <inkml:trace contextRef="#ctx0" brushRef="#br0" timeOffset="51018.58">6869 7269 475 0,'-6'-6'960'0,"1"-2"288"16,-4 2-14-16,4 4-248 0,-1-1-269 0,-1 3-199 15,-1 3-131-15,1 3-83 0,-1 2-67 16,1 5-77-16,-1 4-62 0,-1 8-34 0,4 6-23 16,-1 8-7-16,3 7 0 0,1 10-5 0,2 5-3 15,2 7-7-15,1 3 3 0,2 4-6 16,1 0-7-16,3-2-6 0,1-8-4 0,3-6 2 16,2-9-5-16,0-9-2 0,4-7 0 15,-2-11 1-15,2-7 1 0,0-8 3 0,-3-8 1 16,1-8 2-16,-4-9 1 0,-1-7-1 0,-2-8 1 15,-2-5-1-15,-3-5-1 0,-4-1 0 0,-1-3-1 16,-1 1 2-16,-4 6 1 0,-3-1 1 16,-2 5 2-16,0 4-1 0,-2 6 2 15,3 4 0-15,-2 4 2 0,1 5 0 0,1 5-1 16,0 5-1-16,2 4-1 0,-1 5-2 0,3 7-2 16,-1 3-1-16,5 5-1 0,-1 4 2 0,4 2-1 15,-1 2 0-15,5 1-2 0,-1 2 1 16,0-1-2-16,3-2-1 0,3-5-1 0,-2 1-1 15,3-7-2-15,0-2-3 0,2-4-5 16,0-6-8-16,-1-4-7 0,0-8-9 0,1-3-10 16,0-7-5-16,2-4 0 0,-3-6 5 0,2-3 8 15,0-2 11-15,0-1 9 0,-2 0 11 16,1-1 4-16,-1 1 2 0,-2 6 2 0,0 2 2 16,-1 7 0-16,-1 1 1 0,-1 7 5 0,-2 2 7 15,1 4 5-15,-2 4 7 0,-2 6 5 16,0 4 2-16,1 6-1 0,-4 4-8 0,0 0-4 15,0 5-8-15,-2-1-4 0,2-1-3 0,0 0-4 16,2 0-1-16,0-4-2 0,0-4-8 0,2-2-33 16,-2-2-67-16,3-6-62 0,-2-7-98 15,0-2-160-15,0-5-246 0,2-9-295 0,1 0-224 16,2-5-175-16,2-2 138 0,2-3 511 16</inkml:trace>
  <inkml:trace contextRef="#ctx0" brushRef="#br0" timeOffset="52002.06">7491 7643 466 0,'0'11'1007'0,"-3"4"301"0,-2 2 50 0,-2 7-259 16,-3 1-350-16,0 1-243 0,0 6-137 15,-4 0-89-15,3 0-95 0,3-1-78 0,-1-1-47 16,4-3-28-16,0-4-16 0,5-5-10 16,0-3-3-16,5-3-3 0,4-6 0 0,-1-7-2 15,5-6 0-15,3-7-6 0,0-7-15 0,3-2-29 16,1-8-48-16,-1 0-50 0,0 0-43 15,-1-1-30-15,-1 3-13 0,-3-1 22 0,0 8 59 16,-2 3 68-16,-2 4 84 0,-3 1 74 0,-2 7 72 16,-2 3 42-16,-2 4 18 0,-1 5-2 15,0 5-31-15,-3 3-38 0,0 3-40 0,0 5-30 16,1 0-21-16,-1 4-12 0,3-3-12 0,0 1-5 16,3 2-6-16,0-3-3 0,2 0-1 15,3 0-1-15,0-4-1 0,1-2-2 0,3-3-2 16,0-1 1-16,1-5 0 0,1-3-2 0,2-4-2 15,-2-4-7-15,2 0-13 0,-2-2-16 16,2-5-25-16,-3-1-25 0,2-2-30 0,-3-1-19 16,0 0-12-16,-1 0 3 0,-1-1 15 15,2 1 23-15,-4 0 29 0,0 3 30 0,-1 2 23 16,-1 0 13-16,0 6 12 0,-3-1 24 16,2 4 39-16,-2 4 34 0,2 3 30 0,-2 2 18 15,2 7 7-15,-2 4-7 0,0 3-25 0,0 6-20 16,2 6-21-16,-2 7-12 0,2 3-9 15,-2 8-7-15,2 2 2 0,-2 5-2 0,0 6 2 16,-3 1 1-16,0 3 3 0,-2-1 0 0,-1 1-2 16,-3-5 0-16,-2-5 1 0,0-9 1 15,0-4 1-15,-2-11-1 0,0-8-5 0,0-10-9 16,-2-9-9-16,2-12-9 0,2-12-10 0,-1-12-5 16,4-7-4-16,2-13-3 0,3-7-2 15,3-7-2-15,2-1-1 0,4-7-5 0,1 1-5 16,3-4-4-16,2 3 0 0,1 0-2 0,0 6 1 15,3 3 4-15,-2 7 7 0,1 5 5 0,-2 8 2 16,-1 6 1-16,-4 6 3 0,2 6 1 16,-2 4 2-16,-3 9 1 0,0 4 1 0,1 6 2 15,-1 6 0-15,-3 3 1 0,2 8 0 16,-1 0 1-16,1 7-1 0,0 1 1 0,1 4-2 16,0 0-2-16,3 1-1 0,-2 0-1 15,3-3-2-15,0-4-2 0,1-4 0 0,2-2 1 16,0-6-1-16,2-3 1 0,-2-5 0 0,0-4 1 15,1-4 0-15,-2-5 0 0,-1-4 0 0,1-3 0 16,-1-2 0-16,-2-1 0 0,3 1 1 16,-4-1-1-16,0 4 0 0,0 1 0 0,-2 3 0 15,2 2-1-15,0 1 1 0,-2 5-1 16,2-2 1-16,-1 6 1 0,2 0 0 0,-1 0 0 16,2 4 1-16,0 0-1 0,-1 4 1 0,0-1-2 15,0 2 0-15,0 0 0 0,-2 0-2 16,1 0 1-16,0-4-1 0,-1 2 0 0,-1-3-1 15,-2-2-3-15,2-2-3 0,0-2-3 16,-3-3-2-16,1-1-2 0,-1-2 0 0,1-1 3 16,0 1 3-16,-1 3 2 0,-2-1 4 0,2 0 1 15,0 3 2-15,0 3 0 0,-1 2 2 16,2 4 1-16,-1 1 1 0,0 3 2 0,-2 4-1 16,2 3 0-16,-2-1-1 0,3 2 0 15,-3 0-3-15,2-1 1 0,-3-1-1 0,1 1 0 16,0-3 0-16,2-2-1 0,-3-1-1 0,-1-3 0 15,1-1-1-15,1-1-10 0,-3-2-17 0,-3-2-39 16,-2-1-77-16,-1 1-99 0,-6-2-176 16,0 2-273-16,-2 2-339 0,0 2-344 0,1 1-179 15,2 4 180-15,0-1 661 0</inkml:trace>
  <inkml:trace contextRef="#ctx0" brushRef="#br0" timeOffset="56268.34">1793 10449 351 0,'3'6'847'0,"-2"-2"321"16,1-1 6-16,-2 2-250 0,0-3-308 0,0 0-171 15,0 1-72-15,4-3-48 0,-2 2-35 0,-2-2-47 16,0 0-50-16,2 0-45 0,-2 0-51 0,0 0-26 15,0 0-15-15,0 0-5 0,0 3-1 0,-2-3-4 16,2 2-4-16,0-2-3 0,-2 1-1 0,2 0-1 16,0 3 0-16,2 2-1 0,-2 2-1 0,2 3 0 15,-1 3-2-15,-1 3-4 0,2 2-2 0,1 4-3 16,-1 1-3-16,-1 1-3 0,1 4-1 0,1 0-3 16,-3 1-2-16,3-1-3 0,-1 3-1 0,1 1-2 15,1 0-2-15,-2 2-1 0,0-1 0 0,-1 2 0 16,1 0-1-16,-1 2 1 0,1-1 0 15,-2-1-1-15,3 0 1 0,-3 0-2 0,2-3 1 16,1-2-1-16,0 0 4 0,-1-3 2 0,3-1 1 0,-1-3 1 16,1-3 0-16,0-2-1 0,-2 0-3 0,2-4-2 15,0-3-2-15,2-2 1 0,-2-2-1 0,0 0 0 16,1-1 1-16,-1-3-1 0,3 1 0 0,1-4 1 16,-1 1-1-16,0-4-1 0,3 1 1 15,0-2-1-15,0-1-1 0,3-5 1 0,-1 1 0 16,3 0-1-16,-2-1 0 0,0-2 0 0,2 3-1 15,-2-3 0-15,1 2 0 0,0 1-1 0,-2-1 1 16,0 0-2-16,1 2-2 0,-1 0-10 0,-1 0-17 16,1 0-25-16,-1 1-72 0,-4 0-88 15,2 0-159-15,-2 1-280 0,0-1-327 0,0-3-403 16,1 2-230-16,-1-2 78 0,3-2 695 0</inkml:trace>
  <inkml:trace contextRef="#ctx0" brushRef="#br0" timeOffset="56718.5">2611 11012 559 0,'0'-6'1196'16,"-1"-1"366"-16,-2-2-125 0,-1 3-378 16,-3-2-385-16,0 1-220 0,1-2-143 0,-2 3-102 15,-1 1-58-15,-1-1-38 0,2 0-24 0,-4 3-21 16,2 2-16-16,-1 0-13 0,-1 2-11 0,0 3-10 15,-2 0-9-15,3 5-4 0,-2 1-2 16,1 6-2-16,2 2-1 0,-1 7 0 0,2 2 0 16,1 1 0-16,3 4-1 0,0 1 5 0,4 1 1 15,-1-2 1-15,4-3 1 0,2 1 0 0,0-5 0 16,2-2-5-16,2-4-3 0,1-4-1 16,2-5-1-16,2-2-1 0,3-5 0 0,3-5 0 15,-2-7-3-15,2-4 0 0,-1-7-1 0,2-4 0 16,-3-4 0-16,-1-2 0 0,0-4 3 0,-3 3 2 15,-2-2 2-15,-2 4 2 0,-1 2 0 0,-3 1 1 16,0 4 1-16,-3 3 1 0,-1 6 1 16,-1 0 1-16,0 3-1 0,0 4 0 0,0 2-1 15,-1 2-2-15,-1 4-1 0,0 4-2 0,2 4 0 16,0 6 1-16,0 2-1 0,2 4 0 16,1 3 0-16,0 2 1 0,5 1 2 0,-2-1 0 15,2 1 1-15,2-3-3 0,2 0-7 0,1-3-17 16,3-4-42-16,-2-2-83 0,3-4-151 0,-2-2-264 15,4-1-324-15,-2-5-408 0,2-1-420 0,0-2-34 16,0-2 741-16</inkml:trace>
  <inkml:trace contextRef="#ctx0" brushRef="#br0" timeOffset="57435.25">3116 10465 106 0,'0'-2'451'0,"0"1"353"0,0 0 267 16,0-1-68-16,0 0-241 0,-2 2-182 0,2-1-74 16,2 1-62-16,-2 0-62 0,2 0-68 0,-1 1-57 15,-1 1-47-15,2 1-61 0,1 2-59 0,1 4-30 16,1 8-8-16,0 2-2 0,3 6 3 0,2 6-4 15,0 2 4-15,2 7-5 0,0 3-11 16,1 1-6-16,-2 2-9 0,3 2-1 0,-3-1-8 16,3-1-5-16,-3-1-3 0,1-2-3 0,0-2-1 15,-1-2-1-15,-1-3-1 0,1-4-2 0,-3-2-1 16,0-5-1-16,-1-5 4 0,-4-2-10 16,1-6-27-16,-4-4-69 0,-2-7-79 0,-3-7-138 15,-4-6-217-15,-2-9-319 0,1-4-341 0,-4-4-231 16,-2-7-47-16,-1-3 481 0,1-3 575 0</inkml:trace>
  <inkml:trace contextRef="#ctx0" brushRef="#br0" timeOffset="57951.47">3086 10429 348 0,'5'-5'810'0,"-2"0"287"15,3 0 48-15,-1 0-256 0,0 2-304 0,-1-4-225 16,1 2-84-16,6-1-4 0,-1-1-29 0,2 0-47 15,4-1 9-15,0-1-3 0,3 1-33 0,1-2-46 16,1 2-30-16,3 1-5 0,1-2-28 16,-2 3-17-16,3 2-4 0,-4 0-1 0,0 2 5 15,0 2 2-15,-4 2-2 0,1 3 2 0,-5 2-1 16,0 4-1-16,-3 2-1 0,-4 6-6 0,-4 3-5 16,-5 6-3-16,-1 4 2 0,-5 6-3 0,-5 2-7 15,-1 2-3-15,-3 1-2 0,-2 3-4 16,2-3-7-16,-1-2-4 0,4-3 1 0,1-3 1 15,2-5-1-15,2-2-2 0,4-6-1 0,0-1-1 16,5-5-2-16,0 0 0 0,5-4-2 0,0-2-1 16,7-3 1-16,-1-2 0 0,5-2 2 0,2-3 0 15,2-3 3-15,2 0 0 0,2-1 2 16,3-4-1-16,1 1 5 0,-1 1 4 0,2 0 1 16,-3 1-1-16,1-1 1 0,-3 6 0 0,-2 0-3 15,-1 5-3-15,-5 1 0 0,1 1 1 0,-6 5 1 16,-2 1 0-16,-4 4 1 0,-2 3-1 15,-4 0 2-15,-4 4-2 0,-3 0-1 0,-1 0 1 16,-1 1 0-16,-4 1-1 0,-2 0-1 0,-1-3 0 16,1 0 0-16,-3-1-2 0,-1-1 0 0,0-5-1 15,0-2 0-15,2-1 0 0,-2-4 0 0,1-2-1 16,3-2 0-16,1-1-2 0,3-1 0 0,0-1-2 16,4 0-8-16,1-2-13 0,4 0-21 15,0-2-54-15,1-1-73 0,2 0-118 0,2-2-217 16,3 2-299-16,3-2-348 0,0 1-303 0,4-2-127 15,1 1 407-15,3 1 707 0</inkml:trace>
  <inkml:trace contextRef="#ctx0" brushRef="#br0" timeOffset="58618.27">4292 10926 399 0,'0'0'933'16,"-1"-2"363"-16,-1-3 140 0,-1 4-290 15,1 0-330-15,-1-1-248 0,0 1-152 0,-2 1-97 16,0-2-108-16,-1 2-66 0,2 0-37 0,-3 0-25 15,1 0-17-15,-1 2-11 0,-2-1-9 0,-2 2-8 16,1 3-4-16,-2-2-5 0,1 5-5 16,-3 3-3-16,1 3-19 0,-4 2-2 0,1 8 0 15,-3 3 0-15,4 5 0 0,-2 6 0 16,3 2 0-16,0 5 0 0,6 2 0 0,1 1 0 16,4 2 0-16,1 1 0 0,6-3 0 0,0 2 0 15,5-5 0-15,3-2 0 0,2-7 0 16,3-6 0-16,3-4 0 0,2-7 0 0,3-9 0 15,0-6 0-15,-1-7 0 0,2-6 0 0,-3-5 0 16,-1-6-5-16,-4 0 0 0,-1-3-1 16,-4-1 1-16,-2 1 0 0,-5 0 3 15,-3 3 1-15,-3 0 3 0,-3 5 0 0,-3 0 1 16,-7 5 0-16,0 1 1 0,-4 2-2 0,-2 4 0 16,-5 2 0-16,2 3 0 0,-3 5-1 0,1 2 0 15,2 2-1-15,0 3 0 0,4 1-1 16,1 3 0-16,4-2-1 0,1 2-3 0,4-2-14 15,6 0-23-15,2-2-57 0,0-5-91 0,5 1-221 16,3-3-293-16,4-2-369 0,6-1-458 16,1-3-324-16,3-2 273 0,2 0 997 0</inkml:trace>
  <inkml:trace contextRef="#ctx0" brushRef="#br0" timeOffset="59284.48">5896 9895 39 0,'7'-12'582'0,"0"3"511"0,-4-2 296 0,0 4 17 15,-1 1-367-15,-2 0-337 0,-2 2-211 16,-3-1-120-16,0 2-101 0,-1 2-95 0,-2-1-58 16,2 4-39-16,-4-1-28 0,2 5-16 15,-2 2-15-15,0 5-8 0,0 4-3 0,1 10 2 16,1 7 4-16,0 8 7 0,3 12 5 0,-1 7 0 15,5 10-1-15,1 6-6 0,1 5-4 0,5 0-6 16,2-4-3-16,2 2-3 0,4-5-1 16,2-6-1-16,4-3-3 0,0-10-3 0,3-2-9 15,1-10-18-15,-2-3-44 0,0-7-80 16,0-5-160-16,-1-5-269 0,-4-6-329 0,2-1-413 16,-6-8-401-16,1-2 3 0,-6-4 793 0</inkml:trace>
  <inkml:trace contextRef="#ctx0" brushRef="#br0" timeOffset="60168.52">6273 10255 478 0,'0'-12'991'0,"0"0"264"0,0 2-40 0,-3-1-209 16,3 4-290-16,0 3-200 0,0-2-121 15,0 2-79-15,0 2-63 0,0-1-86 0,2 3-72 16,-1 0-37-16,2 7-19 0,1 1-4 0,0 5-1 16,3 7-1-16,-1 7 0 0,2 5-7 0,-2 6-5 15,-1 4-6-15,2 1-5 0,0 2-4 16,-2 0-1-16,1 0-2 0,-1-7-1 0,0-1 0 16,1-8-1-16,-1-2-2 0,-2-6 0 15,0-4-2-15,0-4 0 0,-1-4 0 0,0-5 2 16,-1-4-1-16,-1-6 2 0,0-6 1 0,-1-7 2 15,1-6 0-15,-2-6-1 0,0-7 1 16,-1-1-1-16,0-9 0 0,0-2-1 0,-2-2 0 16,2-1-1-16,0 3-1 0,1 3-1 0,-1 4 1 15,1 6 0-15,1 6-1 0,1 8-1 16,0 5 0-16,0 4 0 0,3 7 0 0,0 5 1 16,4 7 2-16,0 7 1 0,1 6 0 15,2 5 3-15,4 7-2 0,-1 5 0 0,2 5 0 16,0 1 0-16,2 3-1 0,-1 1-1 0,1 0 0 15,-2-3-1-15,2-5 0 0,-3-4 0 0,2-3 0 16,-2-4 1-16,0-5 0 0,-4-3 1 16,1-3-1-16,-2-5 0 0,-1-1 0 0,0-5 0 15,-1-2 0-15,0-4 0 0,-2-5 2 0,2-3 1 16,-3-5 1-16,1-7 0 0,0-3 0 16,1-6 1-16,-3-7-1 0,0-3-1 0,-1-6-1 15,1-6-1-15,-3-3-2 0,0-2-1 0,0 0-1 16,0 0 2-16,0 7-1 0,2 5 3 15,-2 6 2-15,0 7-1 0,0 6 2 0,0 5-1 16,0 4-2-16,0 7 0 0,0 2-1 16,0 4-2-16,0 7-1 0,1 4 1 0,1 3 0 15,1 4 0-15,0 5 0 0,1 1-4 0,3 3-18 16,-4 0-71-16,2 0-81 0,0 3-172 16,0-3-279-16,0 4-339 0,2-4-402 0,-2 0-259 15,1-2 81-15,1-4 757 0</inkml:trace>
  <inkml:trace contextRef="#ctx0" brushRef="#br0" timeOffset="60367.81">6928 10009 269 0,'3'12'1031'16,"-3"6"510"-16,2 3-25 0,-1 6-271 0,1 4-486 15,0 2-286-15,-1 5-177 0,-1 4-103 0,3 3-74 16,-3 5-47-16,0 0-32 0,2 2-19 15,1 1-11-15,0-3-7 0,0-3-21 0,2-1-81 16,1-7-119-16,-4-3-258 0,1-3-287 16,0-4-376-16,-1-6-449 0,1-4-137 0,-2-6 534 15</inkml:trace>
  <inkml:trace contextRef="#ctx0" brushRef="#br0" timeOffset="61282.81">7466 10024 534 0,'4'-7'1156'0,"-4"2"356"0,3 2-64 0,-3 0-346 16,-1 0-422-16,-1 1-220 0,-2 1-139 0,0 0-100 15,1 1-75-15,-2 0-44 0,-3 0-27 16,2 1-20-16,-3 0-13 0,-1 1-6 0,2 1-8 16,-4 0-4-16,2 0-5 0,-3 2-5 15,1-1-3-15,-1 1-4 0,1 2-3 0,0-1-2 16,1 0-1-16,1 2 0 0,0-1-1 0,2 1 0 16,-1-1-1-16,2 0 0 0,1 3-1 15,1-1 1-15,2 2-1 0,1 1 0 0,2 1 1 16,3 1 0-16,2 2 0 0,3 0 1 15,3 2 0-15,0 0 0 0,5 0-1 0,0-1-1 16,4 1 0-16,-2-2 0 0,4-1 0 0,0 1 0 16,-1-2 0-16,2 0 1 0,-2-1 0 0,-3-1 1 15,0 0 1-15,-3 3 0 0,-3-5 0 16,-1 3 0-16,-6 0 1 0,0 1 0 0,-5-1 0 16,-2 1-1-16,-2 3 0 0,-3-3 0 15,-3 3 0-15,-2-1-1 0,1 1 0 16,-2-2 0-16,-1 0 0 0,1-1 0 0,-1-2 0 0,3 1-1 15,0-2 0-15,2-4-1 0,2 0 0 0,1-2-1 16,1-1-1-16,-1-1-7 0,3-1-11 16,1-2-18-16,2-2-27 0,-1-1-68 0,2-1-74 15,-1-3-114-15,2-5-192 0,1 1-301 16,3 0-334-16,0-1-243 0,1-1-129 0,1-1 345 16,1 0 647-16</inkml:trace>
  <inkml:trace contextRef="#ctx0" brushRef="#br0" timeOffset="61767.67">7846 10018 382 0,'2'-1'892'0,"-2"1"310"16,0-2-7-16,0 0-283 0,0 2-297 0,0-1-161 16,2 2-90-16,-2-1-55 0,1 0-47 15,1 2-41-15,-1 1-42 0,1 0-59 0,1 2-34 16,2 6-21-16,1 1-3 0,-1 2-1 0,1 4-1 16,2 5-2-16,-1 4-9 0,0 3-2 15,1 3-7-15,0 3-7 0,-1 2-9 0,0 0-6 16,1 1-4-16,-3 0-7 0,3-3-6 15,0-1-2-15,-2-3-2 0,-1-3 0 0,1-3-1 16,-1-4 0-16,-2-2 0 0,1-4-6 0,-2-4-15 16,-2 0-32-16,0-5-79 0,-4-4-89 15,-2-3-160-15,-2-1-262 0,-2-6-325 0,-1 0-350 16,-2-3-182-16,-4-6 97 0,1-2 611 0</inkml:trace>
  <inkml:trace contextRef="#ctx0" brushRef="#br0" timeOffset="62009.89">7646 10043 318 0,'3'-6'930'0,"0"1"335"16,0 2-43-16,0 0-214 0,0 1-467 16,4-3-151-16,1 3-82 0,3-2-45 0,3 0-3 15,2 0-17-15,1-2-21 0,2 0-86 0,0-2-48 16,3 1-25-16,0-2-30 0,2-1-15 15,0 0-9-15,1-1-3 0,0 1-4 0,1 1 0 16,-1 0-2-16,-1 0 0 0,1 2-4 0,0 0-34 16,-3 4-75-16,-2 3-102 0,-3 3-186 15,-1 3-290-15,-2 1-343 0,0 3-338 0,-3 4-160 16,0-1 275-16,-1 1 672 0</inkml:trace>
  <inkml:trace contextRef="#ctx0" brushRef="#br0" timeOffset="62534.67">8778 9846 241 0,'5'-6'835'16,"-4"-1"424"-16,-1 3 141 0,0 1-139 15,0 1-401-15,-1-2-294 0,-3 4-151 16,0 0-95-16,-3 2-95 0,0 0-80 0,-1 0-51 16,-2 3-29-16,0 1-20 0,-4 1-14 0,3 4-11 15,-3 2-6-15,3 3-3 0,0 4-4 0,-2 2-2 16,2 9-1-16,0 2 1 0,3 3-1 15,0 7 0-15,3 0-2 0,4 2-1 0,1 1 0 16,3 0-2-16,3-1-1 0,1-2-1 16,5-2-1-16,1-7-1 0,3-2 0 0,1-8-1 15,2-5 0-15,0-7 1 0,0-5 2 0,0-7 0 16,0-3 2-16,-2-5 1 0,-4-3 1 16,1-2 0-16,-4-1 2 0,-4 0 0 0,-1-3 1 15,-2 3 1-15,-3 1-1 0,-3-4 1 0,-2 6 0 16,0-1 0-16,-4 2-1 0,-5 2-1 15,1 1-1-15,-3 4 0 0,0-2 0 0,-2 5-2 16,0 0 0-16,1 6-1 0,-2 1 0 0,4 4-1 16,3 1-2-16,-1 2 1 0,5 4-2 15,0 0-6-15,2 4-17 0,3-3-52 0,3 2-79 16,0-4-150-16,2-1-273 0,4-1-319 16,0-3-395-16,4-3-341 0,2-1-6 0,1-2 702 15</inkml:trace>
  <inkml:trace contextRef="#ctx0" brushRef="#br0" timeOffset="63335.38">9328 9730 30 0,'6'-6'535'16,"-1"1"487"-16,-3 1 243 0,-1 1 2 0,1 0-262 16,-2 0-283-16,0 2-205 0,-2-1-124 15,-1 2-76-15,0 0-78 0,-2 0-84 0,0 2-48 16,-1-1-29-16,0 2-15 0,-2-1-12 0,0 0-12 16,1 2-8-16,-2 0-7 0,1 1-5 0,-3 1-6 15,0-1-4-15,-2 7-3 0,1-3-2 16,-2 4-1-16,-1 2-3 0,1 0 0 0,0 8-1 15,0-3 1-15,1 5 1 0,3 5 0 16,0 1 1-16,3 3 1 0,4 5 0 0,1 2 0 16,4 3-1-16,3 2 0 0,1 0-2 0,5-2 0 15,2-2 0-15,4-3-2 0,-1-5-1 0,6-2 0 16,0-4-2-16,-1-8 1 0,1-2-1 16,1-6 0-16,0-6 1 0,-1-5 2 0,-2-4 0 15,-2-4 3-15,-2-4 0 0,-3-4 1 16,-3-4 1-16,-2 2 0 0,-3-4-1 15,-5 1 2-15,0-2-1 0,-5 0 0 0,-1 2 1 0,-5 0-2 16,0 4 1-16,-5-1-1 0,0 3 0 16,-3 1 0-16,0 1-1 0,0 4 0 0,-1 3-1 15,2-2-1-15,1 5 0 0,1 0-1 16,4 6-1-16,2-2-1 0,2 5 1 0,2 0-1 16,1 5 1-16,4 2-2 0,2 1-5 0,2 3-11 15,2-1-20-15,0 2-46 0,1-1-75 16,2-1-94-16,1 1-166 0,1 0-290 0,0-4-332 15,2 3-322-15,-1-4-178 0,5-2 163 16,-2-3 662-16</inkml:trace>
  <inkml:trace contextRef="#ctx0" brushRef="#br0" timeOffset="63763.28">9701 9825 211 0,'-3'-9'847'16,"-2"5"451"-16,-1 2 88 0,-2 4-115 0,0 2-443 15,0 5-302-15,-3 3-159 0,2 2-93 16,-1 6-79-16,2 3-76 0,-1 4-50 0,2 6-25 16,4 3-13-16,2 4-8 0,2 4-6 0,2 2-2 15,6 3-2-15,1 1-7 0,3-3-2 16,3-2-4-16,1-7-1 0,2-6-1 0,2-5-2 15,1-7 2-15,0-10 1 0,3-7 1 16,-2-9-1-16,0-7 0 0,-1-10-3 0,-4-5-1 16,1-9-3-16,-4-1-2 0,-3-3 3 0,-4-4-1 15,-4 2 2-15,-2-2 1 0,-4 1 7 0,-4 0-1 16,-2 4 3-16,-2 1 1 0,-5 0 4 16,0 5 6-16,-2 3 2 0,-2 6 1 0,0 4-1 15,-3 6-1-15,2 6-2 0,-1 6-6 16,-1 9-5-16,0 3-3 0,2 8-2 0,0 4-1 15,1 4-3-15,5 6-19 0,4-2-59 0,0 4-73 16,3-3-118-16,5 3-205 0,2-2-312 16,5 0-347-16,0-4-278 0,3 3-121 0,1-2 392 15,3 0 651-15</inkml:trace>
  <inkml:trace contextRef="#ctx0" brushRef="#br0" timeOffset="65079.68">10188 10108 288 0,'-2'-1'656'0,"2"-2"298"0,-1 0 127 0,-1 3-242 16,1 0-248-16,1 0-178 0,-2 0-116 15,2 0-82-15,-3 0-68 0,3 3-54 0,0 0-36 16,0-2-27-16,0 3-16 0,0-2-6 0,0 2-3 16,3-2-4-16,-3 2-2 0,0 0 3 15,2-1 2-15,-2 1-3 0,1 1-2 0,-1 1 0 16,0-1-11-16,0 3-34 0,0 0-58 16,-1-1-88-16,-1 2-116 0,-1 2-154 0,2-2-263 15,-1 1-228-15,2 1-103 0,0-1 129 0,0-2 313 16</inkml:trace>
  <inkml:trace contextRef="#ctx0" brushRef="#br0" timeOffset="65251.11">10190 10369 84 0,'-2'6'513'16,"0"1"363"-16,1-1 191 0,-1 5-68 0,-1-6-306 15,0 3-242-15,2-2-153 0,-1 0-89 16,-1-1-54-16,3 0-45 0,-2-1-38 0,2-1-29 15,0 0-23-15,0 0-10 0,2-1-16 16,-2 0-27-16,2 0-47 0,-1 0-79 0,1-2-98 0,-1 1-124 16,2 0-146-16,0 1-211 0,0 1-189 15,-1 0-28-15,1 0 165 0,0 0 284 16</inkml:trace>
  <inkml:trace contextRef="#ctx0" brushRef="#br0" timeOffset="65417.04">10231 10537 39 0,'3'5'281'15,"0"2"179"-15,-3-3 126 0,2 2-50 16,2-1-132-16,-1 0-130 0,-1 0-99 0,1-3-65 16,-1 3-42-16,1-2-25 0,0 0-18 0,1-2-12 15,-1 2-4-15,0-3-9 0,3 2-16 16,-3-4-32-16,0 2-46 0,1-1-58 0,0-1-81 16,-2 1-139-16,1-1-155 0,-1 1-35 15,1-1 77-15,1 1 133 0</inkml:trace>
  <inkml:trace contextRef="#ctx0" brushRef="#br0" timeOffset="65586.59">10348 10574 7 0,'3'2'217'0,"0"0"129"0,2-1 103 0,-2 1-31 16,0-1-96-16,2-1-97 0,-2 0-65 0,0 0-51 16,0-1-39-16,-1-1-27 0,1-1-27 0,-1 1-28 15,1-2-25-15,0 0-25 0,0 0-28 16,-1-1-52-16,-1-1-78 0,1 4-122 0,-1-3-91 15,-1 3 10-15,2-2 79 0,0 2 110 16</inkml:trace>
  <inkml:trace contextRef="#ctx0" brushRef="#br0" timeOffset="65734.71">10413 10497 92 0,'1'-2'345'0,"1"2"207"0,-2 0 151 0,2 2-46 16,-2-2-97-16,1 2-91 0,-1-1-71 15,0 0-61-15,0 1-64 0,0-2-62 0,0 1-68 16,0 1-57-16,0-2-37 0,0 0-26 0,0 0-20 15,2-2-40-15,-2-1-64 0,1 1-89 16,-1-3-113-16,0-2-146 0,0 3-238 0,2-3-180 16,-2 5-26-16,3-5 167 0,-2 1 264 15</inkml:trace>
  <inkml:trace contextRef="#ctx0" brushRef="#br0" timeOffset="66050">10433 10414 356 0,'0'2'665'16,"-2"0"265"-16,1-1 58 0,-1 0-235 15,-2 3-222-15,2-3-154 0,1 0-107 0,-1-1-75 16,1 2-59-16,-1-2-52 0,0 0-35 0,1-2-27 16,-1 1-13-16,2-2-19 0,0-1-28 15,-2 0-37-15,-1-2-50 0,3-1-58 0,-3 2-64 16,0-3-59-16,0 1-47 0,-2 0-21 0,-1-1 5 16,3 1 30-16,-1 1 55 0,-2-2 64 15,3 4 68-15,-2 0 72 0,-1-1 68 0,1 4 63 16,2-1 41-16,-2 2 38 0,2 2 31 15,-2-1 35-15,2 4 27 0,-1-1 39 0,0 0 43 16,0 1 35-16,-1 1 18 0,0-2-14 16,0 1-31-16,0 1-46 0,-1-2-53 0,3 2-51 15,-2 0-51-15,1-1-37 0,0 2-22 0,1-5-19 16,0 4-18-16,1-1-7 0,2-1-13 16,0 0-22-16,2-2-100 0,-1 0-174 0,-1-2-290 15,4-2-275-15,1 0-262 0,-1 0-168 0,3-4 266 16,0 2 527-16</inkml:trace>
  <inkml:trace contextRef="#ctx0" brushRef="#br0" timeOffset="67252.42">10607 9201 206 0,'2'0'469'0,"-2"0"222"0,0 0 102 16,3 0-184-16,-2 0-152 0,2 3-58 0,-1-2-27 15,3 2-20-15,1 2-17 0,1 0-21 0,2 1-45 16,-1 1-52-16,6 3-10 0,0 4 4 15,4 0 5-15,1 5 16 0,1 0-6 0,3 2-16 16,0 2-40-16,2 5-40 0,2 0-35 16,3 4-35-16,-1 3-20 0,1 3-9 0,0 1-6 15,-2 5-3-15,2 4-1 0,-4 3 0 0,1 4 1 16,-2-3-5-16,-3 6-5 0,0 2 1 0,-3 2 4 16,-2 4-1-16,-2 3 2 0,-3 2 1 15,-2 0-2-15,-2 2-3 0,-2-3-3 0,-4 3-3 16,2-4-2-16,-8 1-1 0,1 4-2 0,-4-2-1 15,-4 0-5-15,-1-3-3 0,-1-4-14 16,-3-8-33-16,0-8-74 0,-1-10-105 0,1-10-195 16,-3-10-294-16,2-9-338 0,-5-10-364 0,-2-9-167 15,-3-1 301-15,0-5 719 0</inkml:trace>
  <inkml:trace contextRef="#ctx0" brushRef="#br0" timeOffset="93867.28">12531 0 197 0,'-1'0'467'0,"-1"0"213"16,2 0 135-16,2 0-158 0,-1 0-174 16,1 0-76-16,-1 0-45 0,1 0-36 0,0 0-33 15,-1 0-54-15,1 0-48 16,-2 0-49-16,2 0-30 0,-2 0-9 0,1 0 4 15,2 0 26-15,-1 0 36 0,2 0 46 16,-1 0 16-16,1 2-5 0,-3 13-18 0,3 1-34 16,-3 3-44-16,2 1-48 0,-3 0-27 15,2 5-17-15,0-3-11 0,-1 3-7 0,-1 0 2 16,3 2-1-16,-1-1-2 0,1 3 1 16,-2 0 0-16,1 2 0 0,-1-1 1 0,1 1 1 15,1 1 0-15,-1 0 0 0,0 2-2 16,-1-3-2-16,2 4 0 0,-1 0 2 0,1-1-2 15,-1 1-2-15,-1 1-2 0,1-2 0 16,1 0-1-16,-2 1-6 0,1 2 1 0,-1-3 0 16,-1 0-1-16,0 1-1 0,0-1-2 0,0 1 1 15,-1 1-2-15,-1-2-1 0,1 1 0 0,-2 1 0 16,3-2 0-16,-2-1-1 0,1 3 5 0,-1-1 1 16,2-1 1-16,-3 2 0 0,3 1 1 0,-2-2 1 0,2 1-3 15,-3 0-8-15,3 2-2 0,0-2 0 16,-1 2-4-16,-1-1-1 0,2-1-1 0,0 3 5 15,0-1 2-15,0-1 1 0,0 2 1 0,0-2 6 16,0 1 3-16,0-2 1 0,0 2 0 16,0-3 0-16,0 1-1 0,0 0-5 0,2-1-3 15,-1-1 1-15,-1-2 0 0,2 2 0 0,-1-1 1 16,1 0 1-16,-2-2 0 0,2 3-1 0,-1-3 0 16,-1 2 0-16,0 0-1 0,2 0 0 0,-2 0 0 15,1 1-1-15,-1 2 0 0,0-1 0 16,2 1-1-16,-2 1 0 0,0 3-1 0,0-1-1 15,-2 1 0-15,2 2 2 0,0 2 0 0,-1 0 1 16,1 1 2-16,-2 3 1 0,2-3 0 16,0 5 0-16,0 0-1 0,0-1 0 0,2 1 0 15,-1 1-1-15,1-1 0 0,1 0-1 0,-2-1-1 16,2-2 0-16,-1 2-2 0,1-4 2 16,-1 2 2-16,3-2 0 0,-4 0 1 0,3 0 2 15,-3-2 0-15,2 3-1 0,-1-3-1 0,2-1-1 16,-4 2 1-16,4-4-3 0,-3 1 1 15,2-3-2-15,-1-1 1 0,1-1-3 0,0-3 2 16,1-1 0-16,0 0-1 0,-2 0 0 0,4-3 0 16,-3 1 1-16,0-3-1 0,1 1 1 15,-1-1 1-15,0-1 1 0,0 4 1 0,1-2 1 16,-1 1-1-16,-2 3 0 0,4 1 0 0,-4 2 1 16,1-1-2-16,-1 4 1 0,-1-1-1 15,2-1 0-15,-2 1-1 0,0 0 0 0,2-1-1 16,-1 0-1-16,-1-3 0 0,0 0 0 15,0 1 0-15,0-2 1 0,0 1-2 0,0-1 3 16,0 4 0-16,0-3 0 0,0 4 2 16,0 0 0-16,0 2 1 0,0 3-1 0,0 3 1 15,0 3 0-15,0-1-2 0,-1 4 0 0,-1-2-2 16,2 4 0-16,0-2-2 0,-2-2 0 0,2 1 0 16,0-2 1-16,0 1 2 0,0-2 1 15,0-1 0-15,0 1 2 0,0-1 1 0,0 1-1 16,2-1 0-16,-2 1-2 0,2 0 0 15,-1 2-1-15,-1-1-1 0,3-1 0 0,-1 3-2 16,0-1 2-16,-1-2-2 0,1 1 3 0,0-2 1 16,1 1 0-16,-2 0 2 0,1-2 1 0,1 0 1 15,-2-1-2-15,2-1 0 0,-3-3-1 16,2 1 0-16,-2-1 0 0,0-3-1 0,0 3 0 16,0-3-1-16,0-1 1 0,-2 0-1 15,1 2-1-15,-1-2 0 0,1 0-1 0,-2 1 1 16,1-1 1-16,-1 3 1 0,2-1 1 0,-3 2 2 15,3 2 1-15,-3 2 0 0,1-1-1 0,0 5 1 16,0 0-2-16,0 4-1 0,-2-1 0 16,4 2-2-16,-2 0-1 0,1 2-1 0,0 1 1 15,-1-1 2-15,1 3 1 0,2-3 1 16,-1 3 3-16,-1-2-1 0,1 1 0 0,-1 0 0 16,0-2-2-16,-1 2 0 0,0-1-2 0,0 1 0 15,0-2-1-15,1-1 0 0,1 2 2 0,-1-2 1 16,1 1 0-16,-1 2 3 0,0-1 1 15,2 1-1-15,0 1-1 0,-1-1-1 0,1 2 0 16,-2-1-3-16,2-1-1 0,0-1-2 16,-1-1 1-16,1-1-1 0,-2-2 2 0,2 1 1 15,2-3 3-15,-2-1-1 0,1 1 2 0,-1-2 0 16,2 0-1-16,-1 0 0 0,1-2-2 0,0 1 1 16,-1 1-2-16,2-2-1 0,1 2-1 15,0-2-1-15,1 1 0 0,-2 1 1 0,3-1 1 16,-1-1 2-16,0 1 0 0,1-1 1 15,-1 1 1-15,0-1 0 0,-1 1 0 0,1-1-2 16,0 2 0-16,0-3 0 0,-1 0-1 16,1 0-1-16,-2 0 0 0,1-1-1 0,-1-1 0 15,-2-1 0-15,3-2 2 0,-3-1 2 0,2-1 2 16,2-1 2-16,-1 2 0 0,0 1 1 0,1 3-1 16,1 1-6-16,0 0-3 0,3 3 2 15,-2 4 0-15,1 0 0 0,0 1-1 0,0 4 3 16,0-1 2-16,0 2-4 0,-2-1 1 15,3-2 0-15,-4 2 0 0,1-2 2 0,-1 0 1 16,0-3 1-16,-2 4 0 0,3-1-1 0,-3-1-1 16,1 2-1-16,-1-1 0 0,0 2-1 15,0-1-1-15,-1 0-1 0,1 1 2 0,0 1 1 16,2-1 0-16,-2 0 2 0,0 2-1 16,-1-3 1-16,1 2 0 0,-2 0-2 0,1 0 0 15,-2 0-1-15,0-3-1 0,0 1-1 0,-2-2-1 16,-1 0 0-16,0-3 1 0,-2 0 1 0,2 0 1 15,-3-1 0-15,1-1-2 0,0-2-1 16,1 4-2-16,-1-3-1 0,0 1-1 0,-1 0-1 16,3 1 2-16,0 1 5 0,-1-3 3 15,3 3 2-15,-1-2 0 0,1-3 0 0,-1 2 1 16,2-2-3-16,2 1-1 0,-2-2-4 0,1 2-1 16,1-2-1-16,-1 1-2 0,-1-2 0 15,2 2-1-15,0 0 3 0,-1-2 2 0,1 2 0 16,0 2 3-16,-1-2 2 0,2 2 2 15,0-2 0-15,0 1 0 0,0 1 1 0,1 0 1 16,0-2-6-16,1 2-3 0,0 1 0 0,1 0-2 16,-1 2 0-16,-2-2-2 0,2 1 2 0,-2-1 2 15,0 2 0-15,1-2 1 0,-3 2 5 16,2-4 1-16,-3 0 1 0,2 1 0 0,-2-4 1 16,0 0 0-16,0 0-3 0,0-3-4 0,0 1-2 15,0-2-2-15,0 0-1 0,-2 0 0 0,2-1-1 16,0 2 2-16,-1 0 1 0,1-1 2 15,0 2 0-15,1-1 0 0,-1 1 1 0,2-1 0 16,2 2 0-16,-1-3 3 0,2 2 1 0,0-2 0 16,0 1 2-16,1-1-3 0,3-1-1 0,-2 1-4 15,1 0-1-15,0-2-1 0,1 2-2 0,-2-2 2 16,1 1 2-16,-2-1 1 0,2 1 1 16,-2-1-1-16,0 1 1 0,-1-1 0 0,0 1 0 15,-2-2 0-15,3 1-1 0,-1 0 4 0,-2-1 1 16,0 1 5-16,2-1 2 0,0-1 3 0,1 1 1 15,-1 0-5-15,1 0-3 0,-1 4-4 0,3-1-3 16,0 2-3-16,-2 0-2 0,2 2 2 16,-3 1 1-16,0 0 1 0,1 1 0 0,-2 1 1 15,1 1-1-15,-3-2 0 0,0 3 4 0,-1-4 0 16,1 2-1-16,-1-1 0 0,-1 0-1 0,2 0-1 16,-2-1-3-16,0 0-2 0,2-1 2 0,-2 1 0 15,0-1 1-15,0-1 0 0,0 0 1 0,-2 1 0 16,2 0 0-16,-2-4 0 0,-1 3 0 0,2-5 1 15,-3 1 0-15,1-5 3 0,1 0 2 0,1-1 0 16,-1-4 0-16,2 7 0 0,0-5 0 16,3-2-4-16,-1-5 0 0,1-2-1 0,2-7-1 15,-2-14 1-15,2 0-4 0,2 0-2 0,0 0 0 16,0 0 0-16,-1 0-1 0,2 0 1 0,1 0 2 16,-1 0 2-16,0 0 1 0,0 0 0 15,3 0 0-15,-3 0 0 0,2 0 1 0,-1 0-1 16,-1 0 0-16,-2 0 0 0,-1 0 0 15,0 0-2-15,-1 0-2 0,-1 0-10 0,-1 0-21 16,-4 0-34-16,-1 0-80 0,-6 0-151 0,1 0-263 16,-6 0-323-16,-7 0-400 0,-9 0-440 15,-8 0-59-15,-14 0 759 0</inkml:trace>
  <inkml:trace contextRef="#ctx0" brushRef="#br1" timeOffset="98907.23">14302 2171 147 0,'-1'4'697'0,"-1"-2"430"0,1-2 104 16,-3 2-123-16,3 0-436 0,1-2-231 0,0-2-78 16,1-1-32-16,3 0-29 0,0-1-34 0,2-4-27 15,1 0-41-15,-1-1-54 0,5-3-38 0,0-4-19 16,2 1-5-16,3-3-6 0,1-2-6 16,2-4-7-16,5-1-7 0,-2-5-5 0,7-2-4 15,-1-1 2-15,4-5-2 0,1-1-2 0,2-3-4 16,4-3-5-16,-1-2-5 0,2-3-33 0,2 0 0 15,-1-1 0-15,4-4 0 0,0 2 0 0,1-2 0 16,0 0 0-16,-1 2 0 0,0 1 0 0,-2 3 0 16,-5 2 0-16,1 5 0 0,-6 3 0 15,-3 3 0-15,-3 4 0 0,-3 4 0 0,-2 5 0 16,-4 2 0-16,-4 2 0 0,-3 3 0 0,0 4 0 16,-3 1 0-16,-1 2 0 0,-3 3 0 0,-1 0 0 15,-1 0 0-15,-4 3 0 0,-4 1 0 0,1 1 0 16,-1 1 0-16,-2 1 0 0,-3 4 0 0,1 0 0 15,1 2 0-15,-2-2 0 0,1 4 0 0,1-2-32 16,-2 2-38-16,3 2-31 0,-2-2-61 0,-2 1-73 16,1-1-133-16,-1-1-224 0,-1 4-305 0,1-3-343 15,-2 1-258-15,1-2-71 0,2-1 538 0,-3-3 642 16</inkml:trace>
  <inkml:trace contextRef="#ctx0" brushRef="#br1" timeOffset="99330.01">14432 1083 358 0,'-9'7'879'0,"0"-1"328"15,3 0-8-15,0-1-248 0,-2-1-274 0,6 2-172 0,1 2-107 16,1 0-66-16,3 3-44 0,0 2-43 0,5 0-73 16,1 2-54-16,3 2-31 0,3 2-15 15,4 4-11-15,0 0-7 0,5 4-6 0,1 2-1 16,4 0-5-16,-1 3-3 0,4 3-4 0,-4-1-4 15,5 2-4-15,-3 0-7 0,0 0-4 0,2 2-2 16,-5-2-5-16,2-2-2 0,-2 0 0 16,-1 0-6-16,1-1-3 0,-5-2-4 0,1 0 0 15,-3-3-1-15,0 0 3 0,-2-2 6 0,-2-2 2 16,-2-2 3-16,0 0 0 0,-4-5-1 0,-1 1-4 16,2-3-6-16,-3-1-10 0,-1-3-20 0,-3-4-47 15,2-1-76-15,-3-3-120 0,-1-2-226 0,1-2-304 16,2-3-363-16,0-2-353 0,1-2-129 15,4-3 438-15,-2-1 741 0</inkml:trace>
  <inkml:trace contextRef="#ctx0" brushRef="#br1" timeOffset="99882.46">16152 1453 139 0,'-1'2'663'0,"-3"0"425"0,3-2 125 16,-1 1-144-16,1-1-394 0,1 1-275 16,1-1-134-16,1 2-5 0,3 0 12 0,2-1-14 15,1 2-9-15,4-1-13 0,0 0-29 0,2-2-63 16,5 2-45-16,0-1-14 0,3-1-11 0,0-1-11 16,4-1-8-16,-1 1-8 0,1 0-7 0,0-3-12 0,1 2-9 15,-2-2-5-15,0 0-6 0,0-1-1 0,-2 1-2 16,1-1 0-16,-2 0-3 0,-3 0-1 15,1 0-1-15,-5 0-1 0,2 3-3 0,-4-1 1 16,-2 0-3-16,-2 0-11 0,-1 1-26 0,-2 1-60 16,-2-1-73-16,-4 0-140 0,-2 1-281 0,-2 0-315 15,-1-2-352-15,-2 0-275 0,-1-2-26 0,-4-1 623 16</inkml:trace>
  <inkml:trace contextRef="#ctx0" brushRef="#br1" timeOffset="100180.32">16484 1185 347 0,'9'-2'724'0,"-1"2"288"0,2 0 84 16,1 0-247-16,3 2-268 0,-1 1-177 0,4 0-74 16,4 1-31-16,-2 1-30 0,5 1-38 0,-1 0-19 15,2 1-25-15,-1 1-17 0,3-1-35 0,0 1-32 16,1 1-22-16,-1-2-21 0,2 2-10 15,-3-1-23-15,1 0-11 0,-3 0-5 0,0 1-3 16,-2-1-2-16,-1 1-4 0,-2 0 2 0,-1 0-1 16,-5-2 0-16,0 3 7 0,-4 1 12 0,-4 0 7 15,-2 3 3-15,-4 0 0 0,-4 1-2 0,-5 1-7 16,-4 1-10-16,-3 3-8 0,-5-1-4 0,-4 4-6 16,-2-2-32-16,-2 3-69 0,-2-4-68 0,-1 2-135 15,2-2-243-15,0-4-319 0,6-1-319 16,3-2-219-16,5-2-60 0,3-3 515 0</inkml:trace>
  <inkml:trace contextRef="#ctx0" brushRef="#br1" timeOffset="101079.13">18062 1652 279 0,'0'4'740'0,"0"-3"351"0,-1 0 77 0,-1 1-237 15,2 0-323-15,0-2-214 0,0 0-101 16,0 0-37-16,2 0-10 0,-1 0-10 0,-1 0-7 15,3-4-14-15,-1 0-31 0,2-4-44 0,1-2-35 16,0-5-29-16,3-3-19 0,3-3-14 0,-2-1-9 16,3-5-3-16,2-4-8 0,0 2-2 0,0-5-6 15,2 3-8-15,-2 1-7 0,1 0-1 0,-3 3 3 16,-1 2 1-16,-3 5 0 0,1 2 8 0,-4 4 5 16,0 3 2-16,-2 2-2 0,0 1 0 0,-1 4 0 15,0-1-3-15,-1 5-4 0,-1 4-3 0,0 1-2 16,0 9 5-16,-1 2 1 0,-1 7 1 15,-1 2 0-15,1 5-1 0,1 3 0 0,-1 4-5 16,0-2-2-16,2 3-1 0,2-1 2 0,0 1 0 16,-1-4 0-16,4-2 1 0,-2-5-2 0,4-4 0 15,0-3-1-15,1-4-1 0,2-7 0 0,1-2 1 16,1-6-1-16,1-7 0 0,3-5 0 16,0-9-1-16,3-6 1 0,1-3-7 0,-1-4-2 15,5-4-1-15,-2 1 0 0,0 0 0 0,-3 3-1 16,-2-1 6-16,0 6 2 0,-4 4 2 0,-1 5 1 0,-4 4 1 15,-1 2 3-15,-2 4 4 0,-2 3 2 0,-1 1 0 16,-2 3 0-16,-2 7-1 0,-1 3-4 0,-2 4-2 16,-1 2-2-16,2 4-2 0,-3 5 6 15,2 0 2-15,0 1 1 0,1 4 1 0,-1-1 1 16,2 0-3-16,0 3-10 0,1-1-3 0,2 0-3 16,2-4-3-16,1 0-2 0,2-4 3 0,2-3-2 15,3-3-7-15,1-4-33 0,3-5-75 16,-1-6-79-16,1-6-151 0,2-6-264 0,1-6-329 15,3-2-341-15,0-4-203 0,2-4 43 0,-1-1 600 16</inkml:trace>
  <inkml:trace contextRef="#ctx0" brushRef="#br1" timeOffset="101382.2">18946 1288 126 0,'3'-9'725'0,"-3"3"493"0,0 3 175 0,-5 3-79 16,1 1-393-16,-5 5-335 0,0 3-185 0,-2-1-105 15,0 5-83-15,-1 0-83 0,0 3-43 0,-2 0-23 16,3 3-13-16,3 0-12 0,0 1-9 0,0-3-7 15,4 0-11-15,0-2-7 0,3 0-4 0,2-4-4 16,3-2-1-16,0-3-1 0,6-4 2 16,-1-3 0-16,4-5 1 0,3-3 0 0,0-6 1 15,2-3-7-15,3-3-12 0,-2-3-16 0,3-1-19 16,-2 0-13-16,0 2-11 0,-1 1 1 0,-5 3 8 16,0 1 20-16,-4 5 23 0,-2 2 15 0,-2 5 10 15,-2 2 7-15,-2 4 5 0,-2 2 10 0,-2 6 3 0,-2 4 3 16,-2 3 5-16,-1 5 1 0,-2 2-1 15,1 3-11-15,-2 3-5 0,2 0-5 0,4 1-3 16,-3-2-5-16,6 0-1 0,-3-4-3 0,4 1-2 16,0-4-41-16,4-2-71 0,-1-2-81 0,2-6-147 15,-1 1-257-15,1-7-332 0,3-1-300 0,1-4-200 16,1-4 61-16,0-4 555 0</inkml:trace>
  <inkml:trace contextRef="#ctx0" brushRef="#br1" timeOffset="102079.31">19314 1294 318 0,'4'15'785'16,"-3"3"314"-16,-1 3 61 0,-1 2-261 0,-1 5-289 15,0 5-191-15,2 4-65 0,-3 1-15 0,3 7-39 16,-2 2-38-16,-1 4-41 0,0 1-48 16,1 3-63-16,1 0-51 0,-1 0-29 0,2 1-15 15,2-2-9-15,-1-2-4 0,1-4-1 0,1-4-1 16,0-4 3-16,1-7-2 0,-1-6-1 0,0-4 3 15,-1-9 1-15,-1-3-2 0,4-6-1 0,-4-8 1 16,1-6 2-16,-1-8 1 0,1-5 1 16,1-7-1-16,-1-8 3 0,0-7-1 0,-2-5-4 15,0-7-4-15,1-7-4 0,1-3-1 0,1-5 1 16,2 1 1-16,2 1 5 0,3 0 2 0,0 8-4 16,0 4-4-16,2 7-3 0,-3 7-4 0,2 5-3 15,-1 8 0-15,-2 5 8 0,0 6 3 0,2 3 0 16,-2 7 6-16,1 3-1 0,0 5 1 0,-3 4 2 15,0 6 9-15,3 4 5 0,-5 4 0 0,2 4 1 16,-1 1-4-16,0 5-2 0,-2 0-8 16,2 5-5-16,-2 1-1 0,0 0 0 0,2 1 4 15,-1 2 0-15,0-5-1 0,2 1 1 0,1-5 1 16,3-6-1-16,3-2-3 0,4-7 0 0,1-8-3 16,2-6-2-16,6-5-8 0,-4-8-13 0,7-8-11 15,-3-4-6-15,0-3-2 0,0-4 3 0,-2-5 4 16,-1 3 14-16,-5-3 13 0,-2 4 9 15,-2-1 3-15,-4 2 4 0,-4 1 18 0,-6 2 22 16,0 3 20-16,-3 3 18 0,-2 1 14 0,-1 4 6 16,-4 5-8-16,1 3-15 0,-2 3-15 0,0 4-16 0,-2 5-11 15,2 5-11-15,-3 1-7 0,4 5-5 0,1 2-3 16,2 2-4-16,0 2-2 0,5 2-2 16,2 1-2-16,2 1-2 0,5-1-2 0,1 2 0 15,4-3-2-15,2 2 0 0,0 0-1 0,3-4 2 16,3 0-1-16,0 0 2 0,2-1-1 0,0-3 2 15,0-1 0-15,0 0 0 0,-1-2 0 0,0 1 0 16,-3-1 1-16,-3 2 1 0,-1 2 1 0,-5 1 0 16,-2 1 1-16,-2 0 1 0,-4 3-1 15,-1 2 1-15,-3 1 0 0,-3 2-1 0,-1 1 1 16,-2 0-1-16,-2 0-1 0,1 1 0 0,1-4 0 16,-4-1-1-16,5-3-1 0,0-1-1 0,2-7-1 15,1-5-5-15,4-4-11 0,1-7-28 0,1-7-69 16,3-5-77-16,2-8-155 0,0-6-280 15,4-5-328-15,-2-5-370 0,2-4-245 0,3-6 32 16,0-4 674-16</inkml:trace>
  <inkml:trace contextRef="#ctx0" brushRef="#br1" timeOffset="102262.35">20293 777 45 0,'-3'-8'787'0,"-4"1"774"0,-2 6 90 15,-1 2-300-15,-1 0-399 0,-3 3-397 0,3 0-227 16,-3 0-135-16,4 3-68 0,2-3-42 0,-2 2-31 15,2 0-21-15,1-2-14 0,2 1-9 0,2-2-5 16,2-2-4-16,1 2-2 0,1-1-5 0,2 1-19 16,2-2-51-16,0 2-74 0,0-1-129 0,-2 0-251 15,3 2-313-15,-3 1-369 0,0 3-324 0,-3-2-84 16,-1 7 544-16</inkml:trace>
  <inkml:trace contextRef="#ctx0" brushRef="#br1" timeOffset="102545.92">20298 1491 173 0,'6'28'795'16,"2"-3"424"-16,-4-6 39 0,3-3-160 0,1-4-369 15,2-4-262-15,0-4-114 0,2-4-58 0,2-7-37 16,-2-2-34-16,1-5-56 0,1-4-58 16,1-4-40-16,0-4-21 0,-2-3-10 0,3 1-3 0,-5-3-3 15,1 1-1-15,-4-2 0 0,0 2-2 16,-1 3-1-16,-4 2 2 0,0 2 2 0,-6 4 1 15,0 2-1-15,-2 5-1 0,-1 4-2 0,-3 6-6 16,0 3-4-16,-2 4-6 0,1 6-3 0,-2 3-6 16,2 6-2-16,-1 2-2 0,1 5-2 0,-2 0-2 15,3 4 0-15,-2 1 0 0,1 1 1 0,4 3 0 16,1-1-6-16,-1-2-25 0,6 1-74 16,0-3-105-16,2-3-206 0,5-3-293 0,1-4-358 15,3 1-420-15,3-8-198 0,4 1 315 0,6-5 804 16</inkml:trace>
  <inkml:trace contextRef="#ctx0" brushRef="#br1" timeOffset="103212.22">20992 1699 444 0,'-2'8'964'0,"-1"-2"279"0,3-3-63 0,0-2-314 16,0-2-357-16,5-5-227 0,-2-2-107 0,3-5-34 16,1-2 27-16,5-5 28 0,-1-2 27 0,4-5 0 15,0-5-18-15,3-1-30 0,-1-1-51 0,3-3-38 16,-2 0-34-16,3 1-17 0,-5 3-8 0,-1 2-7 15,-2 6 2-15,1 4 2 0,-6 2 3 0,-1 4 1 16,-1 5-3-16,0 4 1 0,-3 3 3 0,-1 4-1 16,-1 7-1-16,-1 5 5 0,0 7 2 15,-1 4 1-15,-1 4-3 0,0 2-4 0,1 2-3 16,1 0-8-16,0 2-6 0,0 0-3 0,1-2-1 16,3-1-1-16,-1-6-3 0,3 0-1 0,2-6-2 15,1-4 0-15,4-6-2 0,4-8 0 0,0-5-2 16,5-10 1-16,1-6 0 0,4-7 0 0,0-5 1 15,3-4 0-15,0-3 2 0,0 2 1 16,-1-1 0-16,-1 2 0 0,-3 3 0 0,1 3 0 16,-4 6 0-16,-5 3 0 0,0 5-1 0,-4 5 0 0,-1 4 2 15,-3 5 1-15,-1 7 6 0,-2 3 4 0,-3 6 5 16,1 6 2-16,-4 3 2 0,0 7-2 16,0 2-5-16,-4 3-3 0,1 2-4 0,0 1-4 15,1 1-3-15,-1 0-1 0,3-3-6 0,3-3-12 16,1-5-29-16,-1-6-70 0,2-5-90 0,2-4-177 15,0-9-286-15,1-4-342 0,1-8-403 0,4-7-240 16,-4-4 147-16,5-7 757 0</inkml:trace>
  <inkml:trace contextRef="#ctx0" brushRef="#br1" timeOffset="103387.23">21925 999 156 0,'0'-32'962'0,"1"10"667"0,-2 4-46 15,-3 5-332-15,0 7-451 0,-2 5-335 0,-2 5-208 0,0 4-122 16,1 3-58-16,-2 5-31 0,3 2-17 15,1 4-11-15,3 1-8 0,2 4-5 0,3 0-3 16,4 2-3-16,5 2-12 0,-1-1-58 0,7 2-71 16,-1-3-133-16,4 2-253 0,2-1-309 0,1-2-361 15,6 1-290-15,2-4-65 0,2 0 555 0</inkml:trace>
  <inkml:trace contextRef="#ctx0" brushRef="#br1" timeOffset="103695.5">22579 1414 536 0,'-3'-16'1539'0,"-5"-4"249"16,-4 3-322-16,-1-6-356 0,-4 2-468 0,2 0-270 16,-4 2-140-16,2 3-69 0,-2 6-41 0,0 1-31 15,-3 3-25-15,1 3-21 0,2 4-26 0,0 4-19 16,4 2 0-16,2 4 0 0,3 5 0 0,3 2 0 16,2 5 0-16,3 1 0 0,5 2 0 0,5 2 0 15,2-1 0-15,4-2 0 0,6-2 0 0,2-5 0 16,5-7 0-16,3-3 0 0,2-6-8 0,1-6-11 15,0-4-7-15,-1-3-3 0,0-3 0 0,-2-2 2 16,-4 0 6-16,-1-1 6 0,-3 0 8 16,-4 4 4-16,-3 3 3 0,-3 1 1 0,-2 7 3 0,-4 2-1 15,-2 6 1-15,0 5 0 0,-4 5 2 0,0 7 1 16,-3 2-1-16,2 7 2 0,-4 0-2 16,1 6-2-16,1-2-1 0,2 0-5 0,-1 0-15 0,0-2-32 15,2-2-83-15,-3-3-135 0,2-2-253 16,-4-3-325-16,2-3-412 0,0 0-467 0,-4-2-78 15,-1-1 684-15</inkml:trace>
  <inkml:trace contextRef="#ctx0" brushRef="#br1" timeOffset="104633.33">14778 4549 485 0,'3'-10'973'0,"-1"-1"267"0,-1 2 3 16,-1 3-223-16,0 0-291 0,0 3-195 0,0 0-124 15,0 2-81-15,0 1-73 0,0 3-85 0,-1 0-62 16,-1 6-36-16,2 3-16 0,0 4-9 16,0 5-3-16,3 5-1 0,-1 6-4 0,1 2-3 15,2 5-5-15,1 2-3 0,-1 7-4 0,1-1-3 16,-1 4-4-16,0 2-2 0,0 1-4 16,-1 1-4-16,-1 2-3 0,-1-1-1 0,-1-2-1 15,-1-2-2-15,0-5 1 0,0-4 1 0,0-4-2 16,-3-8 0-16,3-3-1 0,-3-6 0 15,0-5 0-15,2-4-2 0,-2-5-1 0,-2-4-3 16,0-8-6-16,-2-4-13 0,3-7-20 16,-6-5-38-16,2-5-73 0,0-7-88 0,-2-1-147 0,-2-7-245 15,1-3-321-15,-3-4-332 0,1-3-206 16,-1-1 23-16,3-4 569 0</inkml:trace>
  <inkml:trace contextRef="#ctx0" brushRef="#br1" timeOffset="105045.69">14599 4101 215 0,'0'-13'819'15,"-1"1"400"-15,-1 1 51 0,2 3-121 0,0 2-398 16,0 1-234-16,0 4-133 0,0-1-77 0,2 2-50 16,-1 2-55-16,3 3-55 0,-1 2-46 15,2 3-22-15,2 5-9 0,1 2-7 0,2 5-6 16,2 3-5-16,-1 7-9 0,2 1-6 15,1 5-5-15,2 1-8 0,0 2-4 0,0-1-7 16,1 1-3-16,0-3-2 0,-1-1-2 0,2-6-2 16,-1 0 1-16,0-6-1 0,0-5 2 0,1-1-1 15,0-6 2-15,2-5 0 0,-3-6 2 16,1-7 0-16,1-7 1 0,-3-8 4 0,1-5 3 16,-1-8 3-16,1-6 3 0,-1-4 2 0,-3-5-1 15,-2-4-3-15,0-1-4 0,-5 0-4 16,-1-3-4-16,-2 2-3 0,-1 2-2 0,1 2-2 15,-3 5 0-15,0 4-1 0,-1 5 0 0,-1 7-2 16,2 5 1-16,0 6-3 0,-2 1-1 16,2 6-1-16,0 4-1 0,2 3-1 0,1 4-4 15,0 3-9-15,3 4-16 0,1 2-29 16,-1 3-74-16,4 3-90 0,1 0-165 0,-3 3-283 16,1 0-338-16,5 4-386 0,-1 0-221 15,3 3 114-15,-2 3 711 0</inkml:trace>
  <inkml:trace contextRef="#ctx0" brushRef="#br1" timeOffset="105389.17">15635 4804 153 0,'-6'6'1082'16,"3"-1"651"-16,0-3-135 0,-1 2-368 0,1-2-429 15,1 1-349-15,2-3-216 0,0 1-96 16,2 0-42-16,5-2-17 0,-1 0-15 0,6-2-10 16,3-1-8-16,4-2-11 0,-1-1-7 0,6-2-8 15,2-2-6-15,4-1-6 0,1-1-5 0,3 0-2 16,0 0-5-16,4 1 0 0,-2 3-3 15,-1 0-9-15,0 3-26 0,-2 4-75 0,-3 2-105 16,-3 2-224-16,-2 3-296 0,-4 2-373 16,0 2-438-16,-1 3-188 0,-2 2 381 0,-1-1 857 15</inkml:trace>
  <inkml:trace contextRef="#ctx0" brushRef="#br1" timeOffset="105886.28">16306 4442 481 0,'-2'2'1429'0,"-1"2"287"0,0 0-289 0,-1 1-348 16,1-1-479-16,3 0-276 0,0 1-153 15,3 1-69-15,2-2-34 0,4 4-10 0,1-3-12 16,3 2-10-16,2-1-9 0,5 1-8 0,2-1-3 15,1 1-8-15,4-1-3 0,0 1-2 16,1-1-2-16,-2 2 1 0,3-1 0 0,-1 0 0 16,-3 1 0-16,0 1 0 0,-3-1 0 15,-2 3 0-15,-5 3 1 0,-4-2 1 0,-3 1 0 16,-6 4 1-16,-2-3 9 0,-6 5 6 16,-2-1 6-16,-8 0 3 0,-3 1-1 0,-5 2 0 15,-3 0-8-15,-3 0-6 0,-3 0-7 0,-2 2-4 16,0-2-1-16,0 0-2 0,2 0-3 0,2-3-7 15,2-2-24-15,6-1-76 0,4-4-106 16,4-2-217-16,7-2-293 0,2-2-367 0,8 0-440 16,5-3-195-16,3 0 367 0,3 1 833 0</inkml:trace>
  <inkml:trace contextRef="#ctx0" brushRef="#br1" timeOffset="107061.14">17801 4654 30 0,'-3'-12'536'0,"1"2"471"0,-3 0 223 0,2-1-73 15,2 2-346-15,-2 1-307 0,1 0-128 0,2 3-49 16,0-1-41-16,0 1-31 0,2 1-32 15,1 1-30-15,-2 0-50 0,2 2-43 0,-1-1-21 16,5 0-10-16,-1 4-2 0,2 1-7 0,6 4-7 16,0 2-2-16,4 6-3 0,-2 5-6 15,2 8-4-15,1 4-5 0,-3 7-2 0,1 3-7 16,-4 4-4-16,1 3-5 0,-2 1-3 0,-3-2-4 16,0-1-3-16,-2-5-4 0,-1-6 0 15,-1-6-2-15,-2-7 1 0,0-3 1 0,-1-6 1 16,2-5 1-16,-4-8 2 0,2-5 2 0,0-11-1 15,-2-10 0-15,0-7-2 0,0-7-2 16,0-8 0-16,0-2-2 0,-4-3-2 16,4 1 0-16,-2-4 0 0,0 4 2 0,2 3 0 15,4 3 1-15,-4 5 0 0,5 4 0 16,-2 5 0-16,2 3-1 0,0 6-1 0,1 3-1 0,4 2 0 16,-2 7 0-16,3-1-1 0,1 3 1 15,-1 4-1-15,2 1 0 0,4 3 1 0,-2 0-1 16,2 1 0-16,0 2 1 0,1 0-1 15,-1 1 1-15,2 2 0 0,3-2-1 0,-1 1-4 16,0-3-13-16,2-1-23 0,-1-1-53 16,0-1-74-16,-2-4-82 0,-2-1-120 0,0-1-150 15,-2 0-160-15,-2-1-95 0,-2 1-26 0,-2-1 30 16,-3 2 181-16,-3 3 272 0,-1 2 268 0,-6 2 225 16,0 2 201-16,2 5 135 0,-6 2 36 15,2 4-39-15,-1 6-58 0,1 1-20 0,1 5-13 16,2 4-46-16,0 3-51 0,4 4-41 0,1 3-42 15,3 4-61-15,2 2-63 0,0 2-43 16,6-2-25-16,-1-2-18 0,7-4-11 0,1-7-6 16,5-6-4-16,2-7-2 0,4-8-3 15,-1-7-1-15,3-11 1 0,-3-7 1 0,1-6-2 16,-2-8 1-16,-2-5 1 0,-3-4-1 0,-1-3 1 16,-6 0 2-16,-4 0 0 0,-6 2 5 0,-3 3 6 15,-7 0 10-15,-3 4 9 0,-5 0 6 16,-5 3 6-16,-1 2 5 0,-5 0 0 0,1 5-1 15,1 1-5-15,-2 4-4 0,5 2-6 16,-1 3-7-16,4 2-9 0,3 2-6 0,1 2-7 16,6 2-3-16,2 1-2 0,2 2-1 0,4 1 0 15,6-1-1-15,2 2 0 0,3 0 0 16,3-1-1-16,3 1 1 0,0-3 0 0,6 1-1 16,1-1 1-16,3 0 0 0,-2 0 1 0,0 2 1 15,-2-1 0-15,-1 3 1 0,0 2 1 16,-4 4 1-16,-2-1-1 0,-2 8-1 0,-3 0 1 15,-2 3 1-15,-4 1 0 0,-6 6 1 0,-2 1 0 16,-4 3 2-16,-1 1-1 0,-5 4-1 16,-2 2-1-16,-3-1 0 0,0 1-1 0,-1 1-1 15,2-2 0-15,1-2-2 0,2-2 0 0,4-4-2 16,2-4-1-16,3-3-14 0,3-4-31 16,4-3-80-16,2-4-94 0,2-4-177 0,5-2-295 15,0-4-348-15,4-3-391 0,4-3-176 0,1-3 201 16,2-1 713-16</inkml:trace>
  <inkml:trace contextRef="#ctx0" brushRef="#br1" timeOffset="107913.68">19473 4976 337 0,'-5'10'823'0,"-2"1"334"16,-1-4 34-16,-1-1-276 0,3-2-349 16,-1-4-223-16,2-4-131 0,1-5-73 15,4-6-38-15,1-5 34 0,6-7 44 0,1-3 33 16,4-6 7-16,2-3-6 0,4-4-16 0,-4-1-47 15,6 0-40-15,-2 0-31 0,1 2-20 0,-3 4-10 16,1 4-7-16,-2 5-6 0,-1 6-8 16,-5 6-3-16,-1 5 0 0,1 5-2 0,-1 7-1 15,1 4 0-15,-5 9-2 0,2 8-2 16,-3 3 1-16,1 6 0 0,-3 3-1 0,1 5-1 16,-1-1 0-16,3 5-2 0,-1-1-4 0,0-1-4 15,0-1-2-15,3-4-2 0,-1-5-2 16,2-5-1-16,1-4 0 0,1-6 0 0,-1-6-1 15,3-7 1-15,1-8 0 0,1-9 0 16,0-9-1-16,3-5 0 0,0-6-2 0,2-5-1 16,0 0 1-16,-2-2 1 0,1 3 1 0,-1 1 2 15,-1 5 0-15,-2 4 1 0,0 6 0 0,-4 5 0 16,-1 2-2-16,0 8 1 0,-2 3 0 16,1 5 1-16,-2 5 0 0,-1 6 6 0,0 2 3 15,-1 5 3-15,0 3 1 0,0 4 0 16,2 1 1-16,-2 0-4 0,2 3-4 0,-1-2-2 15,1 2-2-15,3-2 0 0,0-3-3 0,0-4-1 16,2-1-2-16,0-6 0 0,1-2-1 0,1-7-2 16,0-4 3-16,3-4-1 0,0-7-1 15,0-4 0-15,0-6 2 0,0-3-2 0,-1-4-4 16,-2 1-5-16,1-2-8 0,0 1-6 16,0 1-7-16,-3 1-5 0,1 3 0 15,-1 3 4-15,1 3 7 0,-1 4 7 0,-2 4 7 0,-2 3 6 16,1 6 3-16,-2 6 1 0,0 1 3 0,2 4 0 15,-4 1 1-15,4 2 1 0,-2 2 0 16,0 2 1-16,1 1 0 0,1 1-1 16,2-1-1-16,-1 1 0 0,2-2-1 0,-1 1-3 15,4-1-16-15,-4 2-35 0,4-2-66 0,-2 1-64 16,0-1-87-16,1 1-146 0,-2-2-210 0,0 0-284 16,0 0-218-16,0 2-194 0,-2-4 34 15,1 0 441-15</inkml:trace>
  <inkml:trace contextRef="#ctx0" brushRef="#br1" timeOffset="108129.29">20622 4192 869 0,'-13'-54'1755'0,"-1"6"-25"0,-3 8-388 0,1 7-350 15,-2 7-496-15,5 6-249 0,0 6-114 0,5 3-52 16,-1 7-32-16,5 2-18 0,4 5-16 15,0 7-7-15,4 3-4 0,5 3-4 0,0 9-2 16,7 0-4-16,0 6-20 0,3 4-72 16,-2 2-90-16,4 2-197 0,-3 3-282 0,0 2-350 15,4-1-424-15,-2 2-242 0,0-1 207 0,0-1 827 16</inkml:trace>
  <inkml:trace contextRef="#ctx0" brushRef="#br1" timeOffset="108644.34">20958 4519 553 0,'-4'-19'1506'0,"-1"-1"253"16,-4 1-301-16,1 5-372 0,-5-1-457 16,4 3-267-16,-3 3-156 0,0 3-75 0,1 4-43 15,-2 2-29-15,2 4-20 0,0 5-15 0,0 6-9 16,3 2-7-16,2 7-1 0,2 2-2 0,1 4-2 16,5 3 0-16,1 3-1 0,2 2 1 15,1-1-2-15,5 0 0 0,0-4-3 0,1-3-2 16,5-7-8-16,-1-5-17 0,3-9-27 15,-1-8-57-15,2-8-76 0,-2-8-90 0,0-8-131 16,2-8-156-16,-2-3-144 0,-1-7-37 0,0-1 77 16,-2 0 183-16,0 1 343 0,-5 0 351 0,0 5 202 15,-3 4 144-15,-2 7 64 0,0 2-40 16,-2 6-112-16,0 4-106 0,-3 4-78 0,4 6-84 16,-4 5-79-16,1 5-54 0,-1 5-29 15,3 5-13-15,1 4-9 0,0 3-5 0,2 2-2 16,1 5-3-16,1-2 0 0,3 5-2 0,-2 1 1 15,1 3-1-15,2-1-7 0,-1 3-19 0,-1-5-36 16,2-1-44-16,-2-7-41 0,-2-3-26 16,3-6-24-16,-3-4 12 0,-2-7 33 0,1-4 57 15,-1-6 61-15,-2-3 61 0,1-6 78 16,0-3 50-16,-2-2 28 0,1-1 4 0,-1 0-15 16,0-2-33-16,1 1-47 0,0-2-35 0,0 2-21 15,1-3-14-15,2 2-7 0,-3-3-4 0,1 2-2 16,3-3-6-16,-2 2-1 0,1-5-1 15,1 4-4-15,-1-2-2 0,1 1-14 0,2 1-23 16,-1 2-54-16,1 0-71 0,-1 4-80 16,4 2-160-16,-2 7-267 0,2 2-304 15,2 4-260-15,1 7-172 0,3 2 89 0,2 3 578 0</inkml:trace>
  <inkml:trace contextRef="#ctx0" brushRef="#br1" timeOffset="109860.89">22450 3652 368 0,'1'-4'946'0,"-1"1"305"16,-1 1-43-16,-3 5-234 0,1 3-424 0,1 6-171 16,-1 6-55-16,3 7-35 0,-1 6-16 15,1 7-23-15,1 4-36 0,2 10-57 0,1 4-51 16,1 5-31-16,-1 3-26 0,1 2-13 0,2-1-10 16,2 1-11-16,-1-7-7 0,1-1-3 15,2-9-2-15,2-6-2 0,-2-7 0 0,5-6 0 16,1-6-2-16,1-8 0 0,0-7-1 15,2-6 2-15,2-8 0 0,1-8 2 0,1-5 0 16,-2-6 3-16,4-6-1 0,-3-3 0 0,1-3-2 16,-3-1-1-16,-2 1-1 0,-2 4 0 15,-3 0-1-15,-4 6 2 0,1 0 0 0,-7 6 1 16,0 4 2-16,-4 4-1 0,-2 6-2 0,-1 4 0 16,-4 7 0-16,0 5-2 0,-1 7 0 15,-2 3 0-15,-1 6 1 0,2 4-2 0,1 2 1 16,1 0 0-16,1 2 0 0,3-1 1 0,3-2-1 15,2-2 0-15,1-4 0 0,4-4 0 16,3-3 0-16,6-7-1 0,-2-5 2 0,7-6 0 16,1-8 1-16,3-7-1 0,4-6 1 15,-1-7-1-15,4-4-1 0,-1-5-1 0,3-2 2 16,-4 0-2-16,0 1 1 0,-4 4 0 0,-2 2 0 16,-5 7 1-16,-1 4 0 0,-6 6 1 15,-3 5 0-15,0 4 2 0,-5 7 0 0,-4 4 0 16,0 8 7-16,-4 5 1 0,-1 4 3 15,-2 4 0-15,0 5-1 0,0 3 0 0,3 1-5 16,-1 2-4-16,1 3-2 0,4-2-1 0,2 2 0 16,3-3-1-16,1-1-1 0,6-3 0 15,2-6-1-15,0-4-1 0,3-9-1 0,4-4-1 16,0-9-2-16,0-4-9 0,5-6-17 0,-4-6-21 16,0-4-13-16,0-4-8 0,0 1-1 0,-4-5 6 15,1 2 18-15,-5 2 24 0,2-1 16 16,-5 3 6-16,0 2 3 0,-2 5 2 0,-1 2 4 15,-3 5 16-15,3 3 10 0,-4 6 12 0,1 5 7 16,-1 5 3-16,-3 4-1 0,2 7-14 0,-1 3-10 16,-2 4-10-16,-2 6-6 0,-1 3-3 15,0 6 0-15,-4 6 3 0,-2 3 4 16,-2 7 4-16,-3 5 4 0,-7 4 3 0,-2 1 2 16,-4 3-3-16,-2-3-1 0,-4-1 0 0,2-4-5 15,-3-7-1-15,4-6-4 0,0-9-5 0,5-11-5 16,2-13-5-16,6-10-9 0,4-13-18 15,6-10-38-15,5-10-77 0,8-9-79 0,6-8-149 16,2-7-241-16,6-5-319 0,7-4-321 16,3-4-187-16,7-5 15 0,1 1 549 0</inkml:trace>
  <inkml:trace contextRef="#ctx0" brushRef="#br1" timeOffset="110327.9">23963 3846 277 0,'-5'-25'1231'0,"-5"8"518"15,-4 8-201-15,-2 4-354 0,-4 7-463 0,-1 2-303 16,1 7-197-16,-1 2-93 0,2 5-47 16,3 1-30-16,2-2-22 0,5 2-15 0,4 1-9 15,3-1-5-15,6-2-5 0,2 0-2 0,6-1-2 16,3 0-1-16,4 0-2 0,1-1-1 16,2 1 1-16,4 1-1 0,-3 0 1 0,0 5 0 15,-1 2 0-15,-2 2 2 0,-4 2-1 0,0 4 0 16,-5 3 0-16,-3 3 0 0,-2 2-1 15,-4 2 1-15,-2 3 0 0,0 1 1 0,-4-3 2 16,-2 0 1-16,3-4 2 0,0-4-2 0,1-10 0 16,2-4-3-16,0-11-1 0,4-7-2 15,-1-10-1-15,4-9 0 0,1-9 1 0,4-9 0 16,0-7 1-16,1-9-2 0,0-7-5 16,-1-7-8-16,-1-9-15 0,3-7-19 0,-1-3-23 15,-2-3-24-15,2-4-19 0,-4-2-4 0,4 0 3 16,-5 2 20-16,1 4 52 0,3 8 68 0,-2 8 45 15,2 9 19-15,-3 8 9 0,0 11 5 16,-1 9-18-16,-4 11-23 0,-1 9-10 0,-3 12-6 16,-2 10 0-16,1 12-5 0,-3 8-5 15,0 11-5-15,-3 9-4 0,1 8-5 0,1 11-6 16,-3 7 0-16,0 8-2 0,0 11-3 0,-1 5-3 16,1 3-3-16,2 1-1 0,-1-4-3 15,6-5-4-15,1-12-11 0,1-10-25 0,2-12-71 16,2-14-77-16,0-10-152 0,2-9-267 15,-3-11-325-15,2-5-374 0,-2-11-235 0,-1-12 5 16,-2-4 638-16</inkml:trace>
  <inkml:trace contextRef="#ctx0" brushRef="#br1" timeOffset="110495.93">24181 3926 527 0,'-2'-30'1109'0,"-1"10"342"0,0 3-80 15,1 6-366-15,1 4-389 0,1 3-224 16,1 2-140-16,3 5-105 0,0 0-68 0,3 2-35 15,3 2-20-15,2 1-11 0,1 1-9 0,2 1-37 16,1 1-65-16,3 2-72 0,-2 0-136 16,1 4-219-16,1 3-315 0,-2 1-288 0,5 0-205 15,0 3-18-15,4 1 461 0</inkml:trace>
  <inkml:trace contextRef="#ctx0" brushRef="#br1" timeOffset="111307.42">24562 4239 363 0,'1'15'977'0,"-1"-1"499"16,-1 4 28-16,-4-1-337 0,2 3-411 0,-2-4-278 15,1 1-151-15,0-4-129 0,3 0-86 16,1-5-49-16,1 0-27 0,4-3-16 0,0-4-8 16,1-1-5-16,3-1-3 0,0-3-2 15,-1 0-2-15,2-1 0 0,-2 1-2 0,0 0 1 0,0-1 0 16,3 1 0-16,-4 2 0 0,1 0 1 16,-2 2 0-16,0 0 1 0,-1 0-1 15,0 0 1-15,-4 0-1 0,2-3 1 0,1-2-1 16,-3-3 1-16,3-6 0 0,-1-4-1 0,1-5 0 15,1-7 0-15,0-6-1 0,1-7-1 0,1-5-1 16,-1-9 0-16,3-7-1 0,-1-7-2 16,3-5-1-16,2-5 1 0,1-2 1 0,2 2-1 15,-3 5 3-15,1 3 4 0,-3 11 3 16,-3 5 3-16,-2 10 5 0,2 7 7 0,-3 6 5 16,-2 9 4-16,-2 7 6 0,3 8 4 15,-4 8 4-15,0 8 0 0,-2 9 0 0,-1 11 0 16,0 7-1-16,-2 10-3 0,-3 11-6 0,3 8-3 15,-3 7-3-15,2 6-5 0,0 6-5 0,-2 1-3 16,3 2-4-16,4-3-3 0,1-3-3 16,4-8-3-16,4-6-3 0,3-10 1 0,0-11-1 15,3-8-1-15,3-11 0 0,-4-9 0 0,4-8 1 16,-4-8-1-16,2-7 0 0,-1-5 1 16,-1-4 0-16,-4-2 1 0,2-1 1 0,-3 2 1 15,0 2 0-15,-3 2 2 0,-1 1-1 16,0 4 1-16,-1 3-1 0,-2 3 0 0,-1 3 1 15,2 3-1-15,-2 4-1 0,-2 3 0 0,2 6 0 16,4 2 0-16,-3 6 0 0,4 2 0 0,1 5 1 16,5 2 0-16,2 0 0 0,3 3-1 15,1-2-1-15,5-1 1 0,2-4-1 16,0-1 0-16,4-4 0 0,-1-5-1 0,3-4-1 16,-3-8-10-16,-2-2-14 0,-3-7-12 0,-2-6-7 15,-3-2-5-15,-4-7-1 0,0-2 10 16,-3-6 15-16,-2-2 13 0,-1-7 8 0,0-5 4 15,-2-4 1-15,0-10 1 0,0-6 0 0,1-7-2 16,2-7 2-16,0-9 1 0,3-7 0 16,3-7-1-16,2-1 1 0,3-2 2 0,-2 5 0 15,4 8 0-15,-6 11 2 0,1 10 1 0,-4 12 2 16,0 10-2-16,-2 9-2 0,-2 9 2 0,-2 8 3 16,-2 8 5-16,0 8 7 0,-3 6 7 15,-2 10 6-15,-3 9 3 0,1 7 7 0,-4 9 4 16,0 10 3-16,-1 6 5 0,-1 11 7 0,-2 8 0 15,0 6-53-15,1 4-10 0,1 5 0 16,2 0 0-16,4-1 0 0,2-2 0 0,4-5 0 16,0-6 0-16,3-9 0 0,5-5 0 0,-3-8 0 15,3-7 0-15,-1-10 0 0,-2-5-140 16,-4-9-112-16,0-9-193 0,-1-6-301 0,-2-10-366 16,-1-7-428-16,0-8-198 0,-3-9 287 0,2-5 798 15</inkml:trace>
  <inkml:trace contextRef="#ctx0" brushRef="#br1" timeOffset="111495.46">25591 3537 154 0,'-11'5'1011'0,"0"5"668"0,0-1-83 0,1 1-342 16,0-1-450-16,3 2-338 0,2-2-216 15,4 0-113-15,1-1-54 0,3 1-32 0,3 1-16 16,7-1-15-16,0-2-9 0,3 4-4 0,2-3-4 15,1 2-4-15,1 0-2 0,-2 1-14 0,1 1-56 16,-1-2-75-16,-3 2-99 0,0-2-191 16,-1 4-309-16,-3-3-344 0,-1 2-293 0,-2-1-132 15,-1 2 268-15,-2-1 680 0</inkml:trace>
  <inkml:trace contextRef="#ctx0" brushRef="#br1" timeOffset="111985.14">25798 4182 286 0,'2'-3'1272'0,"-2"4"530"0,-5 7-222 0,-3 2-371 16,2 7-468-16,-2 2-304 0,-2 8-190 15,1 4-92-15,0 5-44 0,0 3-28 0,2 4-22 16,1 0-15-16,1 2-12 0,3-4-11 0,4-4-9 16,1-4-6-16,3-10-7 0,7-5-2 0,0-11-2 15,2-5-2-15,4-11-4 0,2-7-3 16,2-9-3-16,3-6-3 0,-2-4 0 0,3-4 0 15,-1-1 3-15,1 2 6 0,-2 2 4 16,-5 5 5-16,-2 6 2 0,-5 5 1 0,-2 7 3 16,-3 6 0-16,-3 7 5 0,0 7 4 0,-4 3 5 15,-1 11 6-15,0 1 4 0,-1 6 2 0,-2 3-1 16,1 2-4-16,0 1-27 0,4 2 0 16,0-1 0-16,2 0 0 0,5 1 0 0,3-4 0 15,-3-2 0-15,4-1 0 0,0-7 0 16,0-3 0-16,-1-1-11 0,-3-5-106 0,1-6-113 15,-6-1-239-15,0-1-296 0,-1-1-391 0,0 0-493 16,-1 1-267-16,-2 1 520 0,0 0 946 16</inkml:trace>
  <inkml:trace contextRef="#ctx0" brushRef="#br1" timeOffset="117618.59">13921 9737 246 0,'0'6'535'0,"-3"-2"252"16,0 0 137-16,1 1-198 0,-1-1-180 0,1-1-95 16,-2 0-69-16,2 0-62 0,1 0-51 15,-1 0-54-15,2-2-55 0,-1 1-37 0,1 1-14 16,0-2 19-16,0 1 40 0,0-2 34 0,0 2 14 16,1-2-8-16,-1 1-19 0,0-1-33 0,0 0-38 15,2 0-33-15,-2 0-22 0,0 0-10 16,1 0-7-16,-1 0-3 0,0-1-4 0,2 1-2 15,-2-2 3-15,4-1 0 0,-1 0-2 16,1-1-1-16,1-4-4 0,-1 2-2 0,3-3-6 16,0 1-3-16,1-3-2 0,0 0-1 0,2-1-2 15,1-1 1-15,-2 0-2 0,1-1 2 16,4-4 0-16,0 3 2 0,0-5 1 0,3-2 1 16,1-3 1-16,-2 0-2 0,6-3 0 15,-1-4-1-15,1-1-1 0,0-1-1 0,3-4-2 16,2-3 0-16,0 2-3 0,1-4 0 0,2 0-2 15,-1-1-10-15,-1 1-1 0,0 0 0 0,-1 3 0 16,-1 3 0-16,-4 0 0 0,0 3 0 16,-2 0 0-16,-2 7 0 0,-2 2 0 0,-2 0 0 15,-4 6 0-15,1 2 0 0,-2 3 0 16,-1 0 0-16,-3 3 0 0,0 3 0 0,-2-1 0 16,2 3 0-16,-4 2 0 0,-1 0 0 0,0 1 0 15,-1 0 0-15,-4 1 0 0,2 2 0 16,-2 0 0-16,0 2 0 0,-1 1 0 0,0 1 0 15,-2 1 0-15,3-1-16 0,0 2-37 0,-1 2-32 16,0-1-70-16,-2-1-81 0,0 2-138 16,2-1-236-16,-6 1-319 0,3-3-360 15,1 3-231-15,0 0-30 0,-3-2 546 0</inkml:trace>
  <inkml:trace contextRef="#ctx0" brushRef="#br1" timeOffset="118480.1">13972 8914 99 0,'-4'-1'371'0,"0"1"228"16,2 0 214-16,-1 0-16 0,0 0-135 16,1 0-92-16,-1 0-72 0,2 0-63 0,-1 0-70 15,0 0-45-15,2 0-34 0,-1 0-3 0,1 0-9 16,0 0-18-16,0 0-23 0,0 0-42 0,0 0-38 16,0 0-46-16,0 0-26 0,1 0-19 15,-1 0-12-15,0 0-8 0,2 1-8 0,-2-1-6 16,2 2-3-16,-2-2-1 0,1 2-1 15,-1 0 0-15,3 3-1 0,-1 1 1 0,0 0-4 16,1 0-1-16,0 0-2 0,5 1-1 0,-4 0 0 16,1 4 0-16,2-3 2 0,-1 1 0 15,5 1 1-15,-2 2 0 0,3 0 3 0,0 0-1 16,3 2 0-16,0 3-1 0,3-2 0 16,1 5-1-16,-1 1-1 0,2-1 0 0,2 2-1 15,0 4 2-15,0 0 0 0,3 0 0 0,0 1-1 16,-1 2-2-16,4-1-2 0,-2 1-5 0,-1 1-8 15,1-2 0-15,-1 1 0 0,-2-2 0 16,3 1 0-16,-4-3 0 0,2 0 0 0,-2-3 0 16,-3 1 0-16,3-1 0 0,-2-1 0 15,-4-1 0-15,3-1 0 0,-3-1 0 0,0 0 0 16,-2-1 0-16,0-2 0 0,-2-1 0 0,0 0 0 16,-2-2 0-16,-2-2 0 0,-2 1 0 15,1-4 0-15,-2 1 0 0,-1-2 0 0,-1-1 0 16,0-3 0-16,-1 0 0 0,-1 1 0 15,-1-3 0-15,0 2 0 0,0-2 0 0,-1-2 0 16,-1 1 0-16,0-1 0 0,-1-1 0 0,2 0 0 16,-3 0 0-16,1-1 0 0,-2 0 0 15,1-2 0-15,-1 2 0 0,2 0 0 0,0-1 0 16,0 0 0-16,-2 1 0 0,1 1 0 0,0 0 0 16,-1 0 0-16,4 0-8 0,-2 1-33 15,1 1-27-15,0 0-57 0,-1-1-83 0,-2 1-156 16,2-1-270-16,0 1-323 0,0-1-390 0,-2 1-313 15,4-1 22-15,-2 1 726 0</inkml:trace>
  <inkml:trace contextRef="#ctx0" brushRef="#br1" timeOffset="120327.23">13606 8413 266 0,'0'-7'565'0,"0"0"255"16,-3 1 159-16,2 1-200 0,-1 0-208 0,0 2-110 16,-2-1-81-16,1 4-68 0,-2 0-66 15,3 0-61-15,-2 4-46 0,2 1-19 0,-1 3 21 16,1 0 50-16,0 3 26 0,2 3 5 0,-1 3-13 16,-1 4-20-16,2 5-41 0,0 3-47 15,2 5-31-15,-2 5-17 0,1 4-13 0,-1 7-10 16,0 2-7-16,2 7-8 0,-2 3-2 0,0 5 4 15,2 3-1-15,-2 3 2 0,1 3 1 0,-1 2-2 16,0 0-2-16,2 1-7 0,0-1-4 16,-1-3-3-16,2-4-1 0,2-5 1 0,0-9 1 15,3-2 0-15,1-8 3 0,1-8-1 16,2-5 1-16,1-5-1 0,1-4 0 0,0-5 0 16,4-5 0-16,-2-4 1 0,2-3 0 0,2-5 0 15,0-2 1-15,2-2-1 0,-1-4 0 16,1-1-2-16,2 1 0 0,-4-1 1 0,3-2-2 15,-1 2 1-15,-1 2 1 0,2 1 2 16,1 2 0-16,-1 1 2 0,4 1 1 0,1 4 0 16,2 0 1-16,2 4 0 0,3 2-2 0,1 1 0 15,3 1-1-15,0 2-2 0,2 0-2 16,0 0 1-16,3-2-1 0,-3 1-2 0,4-1 0 16,-1-2 0-16,0-3 0 0,2-1-1 0,-3-2 1 15,1-2 1-15,-3-2-1 0,0-1 1 16,0-1 1-16,1-2 1 0,-4-2-1 0,0 1-1 15,-1-2 0-15,-4-1-1 0,1 1-1 0,-4-5 0 16,-2 3 0-16,-3-1 1 0,-1-1 0 0,-3-4-1 16,-2 3 0-16,-3-4 1 0,-2-1-1 15,-2 1 0-15,-2-3 0 0,-1 1 2 0,-1-2-1 16,-1-4 1-16,-1 3 0 0,3-4 1 16,-4-1-1-16,2 0 0 0,-1-2 0 15,0-3 1-15,2 0-1 0,-2-4-1 0,2-2-1 16,0-5 0-16,3 0-1 0,-1-5-1 0,-1-2-1 15,2-4 1-15,0-4 0 0,-1-4 1 0,2-3 1 16,-2-6 1-16,1-1 0 0,-2-5-1 16,0-3 0-16,-3 1-1 0,-3-1-2 0,0 3-1 15,-4 3 3-15,-2 3 2 0,-5 5 1 16,-2 5 2-16,-2 5 1 0,-5 5 1 0,-1 3-1 16,-4 6 1-16,-1 3-2 0,0 5 0 0,-6 5 1 15,-1 5 0-15,0 4-1 0,-3 3-1 16,-2 4 1-16,-1 4-2 0,-4 2 0 0,1 4 0 15,-3 1 0-15,-2 3 2 0,-2 0 1 0,-2 3 1 16,-5 0 0-16,-2 2 0 0,-5-1 0 0,-4 3-2 16,-5-1-1-16,0 2-3 0,-1-2-1 15,-1 0-2-15,1-1 0 0,4 1 0 0,1-3 1 16,5 2 1-16,6 0 1 0,5-2 0 0,5 0-1 16,8-2-1-16,6 0-2 0,7 1-1 15,7 0-8-15,8-2-23 0,8 2-78 0,7-1-134 16,6-2-250-16,5 0-304 0,6 0-394 15,4-2-480-15,3 1-129 0,0 3 647 0</inkml:trace>
  <inkml:trace contextRef="#ctx0" brushRef="#br1" timeOffset="122827.77">16211 9101 296 0,'-7'8'666'0,"1"-1"305"0,-1 1 99 0,3-6-252 16,-1 4-290-16,2-1-147 0,2-4-90 16,1 2-64-16,1-1-34 0,5-2 18 0,-1 1 51 15,3-2 18-15,3 1-10 0,1-4-16 0,1 2-23 16,3-3-40-16,0-3-51 0,4 2-37 0,-2 0-20 15,4-1-14-15,3 1-12 0,-3 1-9 16,2 1-9-16,0-1-9 0,0 5-7 0,-3 0-4 16,0 2-6-16,1 1-3 0,-3 1-2 15,1 2-3-15,-2 0-2 0,-3 1-2 0,0 4-1 16,0-5 0-16,-1 2-2 0,-3-1 0 16,0 1-1-16,-2-3-4 0,1 2-15 0,-4-1-37 0,4-3-78 15,-9-2-110-15,2-1-190 0,1-3-298 16,-4-1-353-16,-4-4-365 0,1 1-162 0,-2-3 315 15,-2-1 706-15</inkml:trace>
  <inkml:trace contextRef="#ctx0" brushRef="#br1" timeOffset="123109.93">16536 8874 140 0,'7'-2'653'0,"-1"4"367"0,2-1 152 0,-2 0-72 16,2 4-424-16,3 0-265 0,2 1-72 0,1 1 7 15,3-1-26-15,1 2-33 0,2-1-31 16,1 2-35-16,2 0-55 0,1 0-57 0,0 0-36 16,4 2-22-16,-1-2-14 0,2 3-9 15,-3-1-9-15,1 0-6 0,-3 1-5 0,0 2-2 16,-2 1-1-16,-4 0 0 0,-1 0 3 0,-4 1 4 16,-3 0 1-16,-1 4 1 0,-5-2-1 0,-2 2 1 15,-4 1-6-15,-1-1-3 0,-2-1-2 16,-3 1-2-16,-2-2 0 0,-2 1-2 0,0-4-3 15,-1 0-14-15,0-2-53 0,-2-2-73 16,0-2-124-16,-2-3-202 0,4 0-309 0,1-1-350 16,4-3-301-16,1 2-127 0,4 0 411 0,5-1 657 15</inkml:trace>
  <inkml:trace contextRef="#ctx0" brushRef="#br1" timeOffset="124310.71">18043 8851 106 0,'-6'2'643'0,"-2"2"457"0,3-1 149 0,0-1-114 16,1 1-406-16,0-2-286 0,1 1-136 0,3-1-16 15,3-1-11-15,2 0-15 0,2 0-26 16,3-1-27-16,5-1-35 0,2 1-61 0,2-1-35 15,3 1-23-15,5-1-11 0,-2 0-8 16,4 2-3-16,-2 0-4 0,3 0-4 0,0 2-5 16,0 1-4-16,-1 0-3 0,-3 2-3 0,0-1 0 15,-5 3-2-15,-3 3 3 0,-4-1 0 0,-3 3 2 16,-4 4-2-16,-4 1-1 0,-5 3-4 16,-4 2-2-16,-4 0-3 0,-5 4-2 0,-1 0-1 15,-5-3 1-15,-1 4-1 0,3-2 1 16,-5-4 0-16,3 2 0 0,1-3 1 0,1-1 0 15,3-2-1-15,2-3-1 0,3 0 1 0,0-3-2 16,5-2 0-16,0 0-2 0,2-2 1 16,4 0-1-16,4 0-1 0,-1-1 1 0,3 1-1 15,3-1 1-15,3-2 0 0,2 1 0 16,3-2 1-16,4 0 0 0,0-3 1 0,2 0-8 16,6-3-13-16,-1-1-36 0,4 0-78 0,1-2-87 15,2-2-166-15,1-1-291 0,3-2-336 16,-1 0-353-16,2-3-191 0,-2-2 127 0,0 0 675 15</inkml:trace>
  <inkml:trace contextRef="#ctx0" brushRef="#br1" timeOffset="125122.44">19925 8593 172 0,'-10'-7'655'15,"-4"-1"402"-15,-1-1 144 0,0 2-144 16,2 1-341-16,-1 0-142 0,3 3-99 0,1 0-88 16,-1 3-68-16,2 1-55 0,-1 3-59 0,3 3-77 15,0 3-52-15,1 2-29 0,1 6-12 16,0 5-9-16,3 4-7 0,2 3-3 0,0 6-6 16,2 3-2-16,1 3-5 0,2 0-1 15,0-2-1-15,3-2-1 0,1-2-1 0,1-5-1 16,1-5-1-16,1-6-1 0,3-4 1 0,-1-4 1 15,2-6 1-15,1-8 2 0,-1-7 1 16,3-6 2-16,1-7-1 0,0-8 0 0,2-8-2 16,1-5-1-16,0-4 0 0,0-4-3 15,2-3 2-15,-1-4 0 0,1-1 2 0,-4 1 0 16,1-3 1-16,-1 3 0 0,-2 2 0 0,-2 3 2 16,-2 4-2-16,-3 8 2 0,-4 7 0 0,-2 5 2 15,-2 6-1-15,-3 8 0 0,-2 7-1 16,-6 4-2-16,2 10-3 0,-4 8 0 0,-2 6-2 15,0 8 0-15,-2 8 0 0,4 4 3 16,-3 6 1-16,6 6 4 0,-2 5 2 0,4 2 3 16,2 6 1-16,0 1-2 0,4 1 1 0,1-4-4 15,2-4-2-15,4-5-2 0,2-5-2 16,5-7 1-16,0-8-2 0,4-4-1 0,0-9-1 16,3-4 2-16,3-9-1 0,0-5 1 0,1-7 1 15,2-8 1-15,1-7 2 0,-5-6-1 16,2-5 0-16,-2-6 0 0,-3-1-1 0,0-4 0 15,-6 1 0-15,-3 1-1 0,-4 0 1 0,-4 3 1 16,-3 3 2-16,-5 1-2 0,-2 5 1 16,-3 3 1-16,-1 3-1 0,-3 6-2 0,-2 4 0 15,3 6 0-15,-3 5 0 0,-2 5-1 16,3 8 0-16,-1 2-1 0,1 6 0 0,1 3 0 16,2 6 0-16,2 3 0 0,2 3-1 0,0 2 1 15,5 3 0-15,1 1-2 0,1 3 0 16,5 0-1-16,0 1-6 0,1-3-28 0,3 1-70 15,0-5-73-15,2-2-136 0,0-5-244 0,4-4-319 16,0-7-341-16,3-6-227 0,1-6-38 16,-1-8 529-16</inkml:trace>
  <inkml:trace contextRef="#ctx0" brushRef="#br1" timeOffset="125460.49">20993 8076 220 0,'-6'-27'812'0,"1"2"393"0,-3 2 54 16,0 4-76-16,4 5-375 0,-2 2-251 15,1 5-143-15,2-1-84 0,-2 2-64 0,2 3-81 16,1 3-80-16,0 3-49 0,2 5-24 16,0 5-13-16,2 2-6 0,0 7 0 0,2 4 3 15,0 5 3-15,-1 4 3 0,2 4 1 16,1 3 0-16,-2 3 2 0,1 4-1 0,-2 4-1 15,2 1-4-15,-2 3-1 0,1 2-1 0,0 1-6 16,-1 1-4-16,-1-3-2 0,1-1-1 16,-1-2-2-16,1-5-2 0,0-5 0 0,0-1 0 15,1-6-1-15,-3-1-1 0,2-6 2 0,2-4-1 16,-4-3 1-16,-1 0 0 0,-1-5 1 16,-1 1 0-16,-4-3-1 0,0-1-1 0,-2-2-4 15,-5-1-12-15,4-2-20 0,-6-2-54 0,1-3-76 16,-2-5-107-16,1-1-179 0,-2-4-298 15,2-5-335-15,2-4-293 0,-1-1-142 0,1-6 273 16,4-2 641-16</inkml:trace>
  <inkml:trace contextRef="#ctx0" brushRef="#br1" timeOffset="125819.25">20889 8755 438 0,'9'3'970'0,"-1"2"263"0,0 2-56 15,4 1-271-15,-2 4-348 0,5-1-172 0,0 4-60 16,3-5-31-16,2 2-33 0,4-3-31 0,1-3-44 16,4-6-53-16,2-3-52 0,1-6-30 15,1-6-17-15,0-2-10 0,1-5-11 0,1-3-4 16,-5-5-4-16,0-1-2 0,-4-1-1 16,-2 3 1-16,-6 1 0 0,-3 0 3 0,-4 4 10 15,-6 2 6-15,-3 2 5 0,-4 2 4 0,-4 1 4 16,-5 4 0-16,-3 3 0 0,-2 1 0 15,-5 9 2-15,-1 0 0 0,1 11-1 0,-4 3-4 16,0 6-4-16,0 6-6 0,1 3-6 0,3 6-4 16,4 1-5-16,3 3-4 0,1 0-2 15,7-2-2-15,4 1-2 0,5-2 0 0,4-3-2 16,5-3-2-16,6-3-14 0,4-6-42 16,5-5-85-16,3-4-161 0,0-6-266 0,5-3-325 15,1-3-406-15,1-3-396 0,2-3 28 0,-3 0 767 16</inkml:trace>
  <inkml:trace contextRef="#ctx0" brushRef="#br1" timeOffset="127368.38">21607 8040 280 0,'3'1'647'0,"2"1"279"0,-4 1 119 16,2 2-213-16,2 3-223 0,-1 2-169 15,-1 4-82-15,3 3-9 0,-2 4 14 16,0 2-32-16,1 5-35 0,-4 3-34 0,2 3-42 16,-1 0-48-16,0 3-61 0,-2 2-37 0,0 2-25 15,0-1-15-15,0 2-10 0,0-1-9 16,0-3-5-16,0-3-3 0,1-3-4 0,2-4-1 16,2-5-2-16,-1-3-2 0,0-4-1 0,1-4 0 15,1-3 1-15,0-5 0 0,4-2 1 16,-1-7 0-16,2-5 3 0,0-5-2 0,2-6 0 15,-2-3 1-15,3-5 0 0,-1-1 1 0,-1 0-2 16,1-1 0-16,-3 1 1 0,-1 3 1 0,-2 0 2 16,-3 7 0-16,1 5 1 0,-3 2 0 15,-2 3 0-15,-2 5-2 0,1 4-2 0,-3 3-1 16,0 6 2-16,-1 2-1 0,-2 4 0 16,3 3-1-16,-1 3 2 0,4 3-1 0,-1 1-1 15,2 1 1-15,2 2-1 0,-1 0 0 16,4 2 0-16,2-1 0 0,2-1-1 0,-1-2-2 15,2-3 1-15,3-1 0 0,3-6-3 0,-2 2-21 16,3-6-70-16,-2-2-72 0,-1-6-143 0,2-1-266 16,-2-7-322-16,0-5-360 0,2-4-232 15,-2-6-4-15,-1-5 597 0</inkml:trace>
  <inkml:trace contextRef="#ctx0" brushRef="#br1" timeOffset="127617.45">22223 7874 262 0,'3'-2'811'0,"-3"6"369"16,0 5 36-16,0 8-201 0,2 5-363 0,0 5-186 15,-1 3-81-15,3 7-53 0,-1 1-39 0,2 5-38 16,-2 2-47-16,3 4-62 0,-2 1-55 16,1 0-32-16,0 1-21 0,2 0-15 0,-3 1-10 15,6-3-7-15,-4-4-4 0,2-2-3 16,2-5-11-16,-3-7-45 0,1-2-73 0,0-8-77 15,-1-5-141-15,-1-4-215 0,-3-5-322 0,-2-2-295 16,-1-5-190-16,-3-5-15 0,-3-3 468 16,-2-4 526-16</inkml:trace>
  <inkml:trace contextRef="#ctx0" brushRef="#br1" timeOffset="127810.8">22059 8211 107 0,'3'-6'671'0,"2"0"441"0,-1 3 108 0,-2 0-131 16,5 3-415-16,-1 1-317 0,4 1-172 0,-1 2-79 16,4 1-37-16,1-1-20 0,0 3-13 15,5-4-6-15,0 4-11 0,3-3-15 0,3 1-8 16,2 1-3-16,2-2 0 0,-4 1-13 16,2 1-59-16,-2 0-148 0,0 1-263 0,-1 0-268 15,-3 1-260-15,-1 0-208 0,-1-3 109 16,-1 3 488-16</inkml:trace>
  <inkml:trace contextRef="#ctx0" brushRef="#br1" timeOffset="128077.27">22626 8408 233 0,'4'18'829'0,"-3"3"382"16,-2 1 45-16,1 5-94 0,1 1-366 16,1 2-258-16,1 2-143 0,0 0-84 0,1-1-61 15,0-4-77-15,5 1-79 0,1-6-45 16,1-5-24-16,3-5-12 0,2-4-6 0,2-7-1 15,-2-7-2-15,2-3-2 0,1-8 0 0,-1-2-1 16,-1-5 1-16,-2-3-1 0,-5-3 1 16,0 2 6-16,-7-2 4 0,-3 1 3 0,-5 3 0 15,-4 1 0-15,-7 1-1 0,-4 3-5 16,-4 0-5-16,-5 1-3 0,-1 5-2 0,-1-2-3 16,-1 4-6-16,0 1-20 0,4 4-40 0,1 0-69 15,2 4-70-15,3-1-139 0,4 3-215 16,3-3-301-16,2 2-288 0,4-3-202 0,2 0-43 15,4-1 472-15,1-4 540 0</inkml:trace>
  <inkml:trace contextRef="#ctx0" brushRef="#br1" timeOffset="128243.19">22669 8068 254 0,'12'-5'880'16,"-6"3"416"-16,-2 2 29 0,0 6-146 0,-4-1-442 15,0 3-272-15,-2 3-139 0,-1 1-86 16,0 3-63-16,-1 1-59 0,2 1-53 0,0 4-30 15,0-3-43-15,4 1-82 0,0-2-87 0,4 2-170 16,-2-2-288-16,4-3-325 0,4 1-332 16,2-5-182-16,-1 1 158 0,4-3 642 0</inkml:trace>
  <inkml:trace contextRef="#ctx0" brushRef="#br1" timeOffset="128545.08">23076 8284 288 0,'1'7'1073'0,"-4"-1"533"0,2 4-82 16,-4 2-305-16,2 1-494 0,-1 2-272 0,0 4-177 16,0 0-109-16,2 3-60 0,-2 1-36 0,4 2-23 15,0 2-17-15,4 0-10 0,2-1-5 0,-2-1-7 16,4-1-5-16,0-1-2 0,3-5-1 16,0 0 0-16,2-6-2 0,1-4 1 0,-1-2-1 15,3-1 1-15,-5-5 0 0,3-5-2 16,-3 2 1-16,0-6 1 0,3-1 0 0,-2-4-1 15,-4 0-1-15,2-1 1 0,-2-3-1 0,-1-2 2 16,0 1-1-16,-2-2 1 0,-2-2 0 0,2 1 0 16,-2-1 0-16,1 2-1 0,-3-3-3 15,1 4-15-15,-1-4-36 0,1 4-73 0,0 2-81 16,-2 0-137-16,1 2-221 0,4 5-318 0,-2 1-317 16,3 3-209-16,2 1-22 0,5 3 470 0,-4 1 566 15</inkml:trace>
  <inkml:trace contextRef="#ctx0" brushRef="#br1" timeOffset="129231.01">24613 8035 524 0,'-7'-16'1088'0,"-2"2"323"0,-5 2-15 0,-4 1-290 16,-2 5-449-16,-2 4-214 0,-5 2-117 15,-2 2-91-15,-1 6-83 0,-1 5-54 0,-3 1-31 16,1 4-19-16,2 2-13 0,1 3-11 0,3 0-6 16,4 4-3-16,3 0-6 0,5 2-6 0,5-1-3 15,5 1-1-15,5-1 0 0,5 1-1 16,5-1 1-16,5 1 2 0,5-2 2 0,4 0 0 15,6-2-1-15,6-2 0 0,2 1 0 0,4-3-2 16,2-5 0-16,0 1 0 0,-1-3 0 16,-1-3 0-16,-4 0-1 0,-3-1 1 0,-3-1 1 15,-7 1-1-15,-5 3 2 0,-7-1 0 0,-5 2 0 16,-8 2-1-16,-1 1 1 0,-6 2-1 16,-2 0-2-16,-7 2-7 0,-2 3-12 0,0-3-26 15,-3 3-56-15,0-1-70 0,-1-2-84 16,0-3-149-16,5-2-257 0,0-1-308 0,2-6-259 15,4-4-186-15,2-1 65 0,4-8 551 0</inkml:trace>
  <inkml:trace contextRef="#ctx0" brushRef="#br1" timeOffset="129463.09">24863 7682 549 0,'17'-39'1127'0,"-6"5"249"0,0 8-139 15,-3 7-255-15,0 8-359 0,0 5-189 16,-1 6-116-16,1 8-65 0,-1 6-28 0,-2 7-56 16,4 6-54-16,-5 6-32 0,1 5-23 0,0 9-15 15,2 4-14-15,-6 5-9 0,4 5-10 0,-1 4-7 16,-2 2-2-16,1 1-3 0,-1 1-1 16,1-3-4-16,-1-3-15 0,-1-2-59 0,2-4-81 15,-1-7-145-15,-2-6-266 0,0-4-324 16,0-6-384-16,-2-5-300 0,-2-7-2 0,-1-4 644 15</inkml:trace>
  <inkml:trace contextRef="#ctx0" brushRef="#br1" timeOffset="129627.29">24828 8197 14 0,'-4'-23'682'15,"4"3"744"-15,-3 2 154 0,3 6-268 16,2 1-373-16,1 2-435 0,3 2-225 0,5 1-145 15,4 0-67-15,3 0-33 0,3 1-15 0,6 0-7 16,2-1-4-16,2 4-7 0,2 0-67 16,1 0-86-16,-3 4-195 0,1 0-281 0,-4 4-310 15,-1 1-380-15,-2 1-205 0,-4 1 196 16,-4 0 713-16</inkml:trace>
  <inkml:trace contextRef="#ctx0" brushRef="#br1" timeOffset="130198.97">25395 8108 39 0,'-8'-4'567'0,"4"1"486"0,-3 1 203 15,1 0-80-15,-1 0-322 0,1 4-287 16,2 2-125-16,0 2-89 0,3 3-59 0,1 3-46 16,0 2-47-16,3 2-62 0,0 4-53 15,5 1-27-15,1 2-14 0,1 2-12 0,2 0-8 16,0 2-3-16,0-1-7 0,2-2-6 0,-1-1-3 16,1-2 0-16,-3-4-3 0,1-1-2 15,-2-4-1-15,-1-1 1 0,-3-3 0 0,0-2 2 16,-1-3 1-16,-4-3 3 0,1-6-1 15,-1-3-2-15,-2-1 0 0,1-6-1 0,-2-1-3 16,1-2 0-16,-2-1 1 0,1-2 0 0,-1 0 0 16,2-2-1-16,-1 1 0 0,2 1 1 0,0 3-2 15,0-1-1-15,2 3-2 0,1 2 0 16,3 4-13-16,-2-2-38 0,1 3-65 0,2 2-64 16,1 1-90-16,2 2-155 0,-1-1-221 15,2 2-285-15,1 1-219 0,1 0-185 0,3-1 76 16,0 1 469-16</inkml:trace>
  <inkml:trace contextRef="#ctx0" brushRef="#br1" timeOffset="130477.03">25801 8050 131 0,'5'0'708'0,"-3"1"469"15,-4 1 185-15,1 4-35 0,-3 4-414 16,0 1-305-16,-4 4-175 0,2 3-102 0,-2 3-89 16,0 2-89-16,0 1-53 0,2 1-36 0,-1 1-20 15,2-4-17-15,4-1-8 0,2-3-11 16,3-4-5-16,4-3-3 0,2-7 0 0,2-6 0 15,4-2-1-15,2-8 2 0,3-4 1 0,1-4 1 16,2-3-1-16,3-3 0 0,-2 3 0 16,0-3-1-16,-2 5 0 0,-1 3-1 0,-4 3 0 15,2 3-1-15,-6 5 1 0,-1 3-1 0,-1 4 1 16,-4 4 0-16,-2 3 0 0,-1 5 0 16,-2 3 0-16,-1 1 1 0,1 5-1 0,-3-3 1 15,0 5-1-15,1 0-1 0,-1 1-1 16,2 0-10-16,-1-3-18 0,3 2-50 0,-3-4-76 15,3-3-108-15,0-3-182 0,0-5-301 0,0-3-338 16,5-7-303-16,0-5-142 0,0-3 290 16,4-9 648-16</inkml:trace>
  <inkml:trace contextRef="#ctx0" brushRef="#br1" timeOffset="131109.14">26274 7583 32 0,'0'-26'538'0,"-1"5"458"0,-2 6 198 15,-1 4-77-15,1 4-347 0,-2 3-342 0,4 2-191 16,-5 5-106-16,4 0-52 0,1 1-29 16,1 2-20-16,0 0-18 0,3 2-6 0,-2-1-6 15,4 2-4-15,-2-1-11 0,0-1-22 0,0 1-29 16,1 0-33-16,-3-1-20 0,1-3-12 16,-1 2 3-16,1-1 17 0,-2-1 40 0,0 0 51 15,0 1 45-15,-2-3 47 0,2 3 26 16,-1-4 30-16,-1 1 8 0,1 1 6 0,1-3 7 15,-2 0 15-15,2 0 24 0,0 2 33 0,0-2 15 16,0 2-1-16,0-2-24 0,2-2-38 0,-2 2-37 16,0-2-39-16,1-1-28 0,1 1-18 15,-1-2-8-15,1 2-3 0,0 0-6 0,-1-1-3 16,-1 0-2-16,3 2-5 0,-3-2-2 16,2 1-1-16,1 1-1 0,-3-1 0 0,0 2-2 15,1-2 0-15,-1 2-2 0,0 2-2 16,2 0-1-16,-2 1 3 0,1 0-1 0,-1 2 3 15,0 1 2-15,0 5 1 0,0 1 1 0,-1 2-1 16,1 4 0-16,-2 0-1 0,2 9-1 0,-1 0 1 16,1 5-2-16,-5 2-1 0,4 7-1 15,-1 0-4-15,1 4-3 0,-1 0-2 0,0 1-4 16,2-3-2-16,2-4-2 0,1-3-1 16,5-6 0-16,-2-6 0 0,4-7 0 0,-1-4 1 15,4-4 0-15,1-7 0 0,2-7 0 0,0-5 1 16,1-3-1-16,1-6-1 0,-3-2 0 15,4-4 0-15,-3 2-1 0,0-3 1 0,-5 3 0 16,0 0 0-16,0 2 2 0,-3 4-1 0,-2 3 1 16,-1 1 1-16,-2 5-1 0,-1 4 0 15,-2 3 2-15,-2 4 0 0,-1 4 0 0,-2 5-1 16,1 3 1-16,-1 3 0 0,-2 3-1 0,1 4 0 16,0-2-1-16,1 4 0 0,0 2 0 15,0 1-1-15,2 0-1 0,2 4 0 0,-4-1 0 16,4-3-2-16,1 0 1 0,1-5-10 15,4-1-19-15,-1-7-44 0,3-2-86 0,1-8-146 16,-2-1-273-16,7-4-321 0,0-5-398 0,1-4-386 16,2-2 2-16,2-3 708 0</inkml:trace>
  <inkml:trace contextRef="#ctx0" brushRef="#br1" timeOffset="131609.03">26829 7420 171 0,'-8'-7'610'16,"2"1"389"-16,-2 3 160 0,4 2-175 0,-1 2-323 16,-2 2-204-16,6 6-120 0,-3 3-28 15,4 2 10-15,2 7-12 0,0 5-22 0,-1 2-25 16,4 8-38-16,0 1-58 0,0 6-57 0,1 5-33 16,0 3-20-16,0 5-17 0,1-1-14 15,-1 4-11-15,5-3-5 0,-1 0-5 16,-2-3-2-16,2-2-2 0,2-5-1 0,-1-4-5 15,1-3-26-15,-4-6-69 0,0-4-69 0,2-4-119 16,-7-6-188-16,-2-3-316 0,-1-7-328 0,-1-2-232 16,-4-5-122-16,-3-7 349 0,0-3 600 15</inkml:trace>
  <inkml:trace contextRef="#ctx0" brushRef="#br1" timeOffset="132179.26">26790 8076 72 0,'1'-7'566'15,"2"1"420"-15,2 4 184 0,2 0-55 0,0 2-389 16,3 0-279-16,3 2-167 0,2-2-73 0,6 2 10 16,-2 1 12-16,5-2-9 0,2 0 9 0,3-1-6 15,-1-1-24-15,5 0-53 0,-1-2-45 16,1 1-24-16,1-2-27 0,-1 2-15 0,-2 0-7 16,1 0-5-16,-3 2-3 0,-3 2-2 15,-2 2 0-15,-5 2-6 0,-2 3-3 16,-2 4 3-16,-3-1 3 0,-4 4 0 0,-3-1 1 15,-3 1 4-15,-1 3 3 0,-2-3-5 0,1-1-1 16,-2-2-2-16,0-1-3 0,2-5-5 0,0 2-3 16,4-6-1-16,1-3-3 0,-1-5 0 15,5-2 0-15,-1-2 0 0,4-3 0 0,0 0 0 16,1-3 1-16,1 1-1 0,0 1 1 16,0-2 0-16,1 4 1 0,0 1-1 0,1-1 1 15,-3 4-1-15,3 1 0 0,-2 1 0 0,0 2 0 16,1 2-1-16,-1-1-1 0,-1 4 1 0,0 1 0 15,-1 3 1-15,-4 0 0 0,2 1-1 16,-3 4 2-16,-1 0-1 0,-1 1 0 0,2 1-1 16,-3 4 0-16,1-3 0 0,0 3 1 15,-1 0 0-15,1 0 1 0,2 1-2 0,-1 0 0 16,2 0 0-16,0 0 0 0,0 1 0 16,1-5 1-16,0 3 0 0,0-3 1 0,0 0-2 15,0 0 1-15,-2-3-1 0,1 2 1 0,-2-2 1 16,-5 4-1-16,1-2 1 0,-4 3-1 15,1 1 1-15,-7 2-1 0,-2 4 0 0,-1 0 1 16,-3 5-1-16,-2 2 0 0,-3 1 0 0,-3 4 0 16,2-1-1-16,-2 4-2 0,0-1 0 0,1-2 0 15,-1-5-1-15,1-6 0 0,7-8-3 16,0-7-15-16,4-7-45 0,4-8-82 16,-2-7-111-16,5-4-189 0,3-7-305 0,3-6-346 15,5-4-328-15,1 0-122 0,4-3 330 0,3-1 659 16</inkml:trace>
  <inkml:trace contextRef="#ctx0" brushRef="#br1" timeOffset="132373.48">28058 8033 461 0,'0'2'1053'15,"-5"-1"264"-15,-2 4-98 0,-2 1-261 16,3 0-479-16,-2 2-236 0,1 3-132 0,3-3-84 15,-4 1-85-15,3 1-155 0,2-2-217 0,1 1-290 16,2-1-265-16,4-1-226 0,-1-2 11 0,3 2 435 16</inkml:trace>
  <inkml:trace contextRef="#ctx0" brushRef="#br1" timeOffset="132542.89">28135 8369 130 0,'-8'14'921'16,"4"2"650"-16,-3-5-30 0,1 0-307 0,1-1-442 16,-1 1-340-16,3-4-219 0,0-1-129 15,1-1-101-15,0 1-94 0,1-3-82 0,-2-2-142 16,3 3-212-16,0-3-316 0,0 0-267 16,3 1-194-16,-2-2-27 0,4 0 435 0,2 0 511 15</inkml:trace>
  <inkml:trace contextRef="#ctx0" brushRef="#br1" timeOffset="134210.85">17838 12878 21 0,'1'0'513'0,"1"3"461"0,-1-3 235 16,-2 1-57-16,-1 0-330 0,2 0-336 0,0 4-145 15,3 0-61-15,-1 1-32 0,0 0-34 16,2 2-28-16,-1-3-28 0,2-1-47 0,-2 1-48 15,2-2-30-15,1 0-14 0,2-3 17 0,-2-3 10 16,-1-3 6-16,2-4 6 0,-2-2 7 16,-1-2 4-16,1-4-12 0,-4 2-4 0,-1-2-1 15,-1 0-1-15,-4 2-4 0,2 2-3 0,0 2-6 16,-2 1-8-16,0 4-7 0,2 0-6 16,-2 2-6-16,-1 2-3 0,3 3-6 0,0 3-3 15,1 2-2-15,1 2-14 0,1 2-52 16,1 0-77-16,1 1-150 0,-1 0-270 0,4 1-317 15,4 0-383-15,-1-3-323 0,2 0-10 0,4 0 678 16</inkml:trace>
  <inkml:trace contextRef="#ctx0" brushRef="#br1" timeOffset="134859.16">19176 12696 411 0,'0'-2'946'16,"0"2"296"-16,-3-1-36 0,2 2-265 0,-2 1-326 15,3 2-153-15,0 2-94 0,0 3-57 16,0 0-47-16,3 1-45 0,-2 3-56 0,1 2-69 16,-1-4-39-16,3 3-23 0,1 0-13 15,-4-1-8-15,4-4-4 0,-2-1-5 0,2-2 2 16,-1-2 3-16,0-4 4 0,-1-2 3 0,-2-6 0 16,3-3 4-16,-3-2-4 0,1-5-3 0,-2 0-4 15,-2-1-3-15,2 0 0 0,-1 2 0 16,-3 3 0-16,3 1-3 0,-1 2 0 0,1 3-1 15,-1 4-3-15,2 2-8 0,2 4-38 16,-1 2-77-16,2 7-129 0,1 1-245 0,0 1-298 16,3 3-366-16,4 1-356 0,0 0-90 0,2-2 531 15</inkml:trace>
  <inkml:trace contextRef="#ctx0" brushRef="#br1" timeOffset="135461.28">20652 12631 102 0,'6'0'645'16,"0"0"445"-16,-2 3 145 0,-3 2-102 15,1-1-357-15,0 2-214 0,-1 2-118 0,1-1-83 16,-1-1-61-16,-1 2-49 0,5-2-61 16,-4 0-73-16,2-2-57 0,2 0-26 0,-1 1-15 15,0-2-8-15,4-1-3 0,0-2-4 0,2-3 0 16,-2-2-1-16,4-4 2 0,-1-1-2 16,0-5-1-16,3 0 0 0,-2-2 1 0,0-2-2 15,-2 1-2-15,-2 2-2 0,-2 0-34 0,-3 4-74 16,-3 3-85-16,-4 4-168 0,-5 5-290 0,-3 2-334 15,-6 4-337-15,-4 5-182 0,-2 3 154 16,-4 3 659-16</inkml:trace>
  <inkml:trace contextRef="#ctx0" brushRef="#br1" timeOffset="136199.2">17958 14333 134 0,'0'1'693'0,"-2"2"445"16,0-1 117-16,-1-1-111 0,-2-1-342 15,2 0-224-15,-3 0-134 0,2 0-85 0,-3-1-57 16,2 1-48-16,2 0-76 0,-2-2-64 0,2 2-39 16,-1 0-26-16,2 0-18 0,1 0-13 15,1 0-9-15,0 0-5 0,1 0-3 0,1 0-3 16,4 2 1-16,-2-2-1 0,3 1-1 16,-1 0 0-16,2-1 1 0,1 2 0 0,1-2-8 15,-2 0-37-15,1 0-73 0,-1 0-86 0,0 0-161 16,-3 0-295-16,3 0-334 0,-2 0-340 15,2-2-193-15,0 1 128 0,1 0 660 0</inkml:trace>
  <inkml:trace contextRef="#ctx0" brushRef="#br1" timeOffset="137275.64">21143 14211 365 0,'-6'-2'1076'0,"-3"-1"508"16,-1 3-75-16,-4 3-339 0,3 0-444 0,-5 1-254 15,5 2-161-15,-2 0-119 0,1 2-68 16,2 0-40-16,1 0-28 0,0-1-21 0,4 0-15 15,1-1-8-15,1-1-6 0,3-1-3 0,2 1-2 16,1-1-2-16,2-1-1 0,1 0-1 0,3 2 0 16,-1-3-10-16,1 3-26 0,0-2-77 15,-1 0-93-15,-3-1-179 0,-1 0-289 16,-2 1-346-16,0-2-392 0,-6 0-203 0,0 3 198 16,-8-4 731-16</inkml:trace>
  <inkml:trace contextRef="#ctx0" brushRef="#br1" timeOffset="138025.59">18076 15954 461 0,'-1'7'898'16,"-1"0"271"-16,0 2-10 0,1-1-313 0,-1 0-262 15,1-1-135-15,1 1-56 0,0 1-53 0,0-2-50 16,1 0-42-16,-1-1-60 0,2 0-63 0,-1 0-53 15,1 1-30-15,0-1-18 0,-1-1-13 0,2 1-4 16,-1-4-3-16,1 3-4 0,-1-2 0 0,1 0 0 16,0-1 0-16,3 0-1 0,1 0-4 0,-3-2-52 15,1 1-72-15,0-1-116 0,3 0-197 16,-2 2-299-16,2-1-356 0,3 1-291 0,0-1-125 16,0 1 371-16,5-1 643 0</inkml:trace>
  <inkml:trace contextRef="#ctx0" brushRef="#br1" timeOffset="138525.12">19188 15999 29 0,'-3'-3'568'0,"1"1"498"0,0 1 201 0,-1 1-83 16,3 1-285-16,0 3-298 0,0-2-168 0,3 3-99 15,1-1-63-15,-3 2-53 0,4 0-61 0,-2-1-63 16,2-1-46-16,1 1-23 0,0-3-10 16,-1 2-7-16,2 1-3 0,-3-3-4 0,6-1 1 15,-2 2-5-15,-2-3-54 0,2-3-78 0,1 2-154 16,-1 1-277-16,0-1-303 0,5 0-379 0,-1-2-286 16,0 2 38-16,3 1 662 0</inkml:trace>
  <inkml:trace contextRef="#ctx0" brushRef="#br1" timeOffset="139109.26">21306 16020 250 0,'-3'3'899'0,"1"1"407"0,-1-1-6 16,2 2-155-16,-2-3-420 0,1 2-257 0,2-2-138 15,0 2-79-15,0-3-50 0,0 3-53 0,5-4-56 16,-4 2-45-16,2-2-23 0,2-2-14 15,0-2-24-15,2-1-78 0,-1-1-89 0,3-4-181 16,-1-2-287-16,3-5-325 0,0-4-362 0,0-5-181 16,2-2 193-16,1-4 685 0</inkml:trace>
  <inkml:trace contextRef="#ctx0" brushRef="#br1" timeOffset="139944.68">23041 12411 514 0,'5'1'1013'0,"0"1"235"0,-3-1-82 0,2-1-335 16,-3 0-353-16,2-1-212 0,-1-1-99 15,0 1-18-15,-1-2 10 0,2-2 32 0,-1 0 18 16,0 0 1-16,-1-3-19 0,-1 1-35 0,2 1-31 16,-2 0-32-16,1 2-26 0,-1 0-19 15,0 2-10-15,0-1-6 0,0 2-8 0,0 1-8 16,-1 4-5-16,1-1-5 0,-2 4-4 16,1 5-2-16,1 0-6 0,-2 1-42 0,0 2-76 0,1 0-109 15,-2 0-211-15,1 2-298 0,0-2-351 16,1 0-330-16,-1-2-137 0,1 2 363 0,-1 2 705 15</inkml:trace>
  <inkml:trace contextRef="#ctx0" brushRef="#br1" timeOffset="140475.1">23013 13990 270 0,'3'9'730'0,"0"1"327"16,0 3 61-16,0-1-225 0,2-2-311 15,-4-1-215-15,4 0-134 0,2-1-70 16,-4-1-42-16,2-2-30 0,1-3-21 0,-2-2-3 16,3-1 0-16,-2-2 23 0,-1-1 34 0,1-2 37 15,1 0 30-15,-3-2 5 0,-1 2-4 0,0 2-26 16,-2-1-31-16,0 3-37 0,0 0-37 16,-2 0-24-16,0 2-19 0,-1 2-11 0,2 0-13 15,-4 2-52-15,2 3-74 0,-2 2-112 16,0 3-195-16,1 1-301 0,-1 2-342 0,2 2-295 15,-5 0-131-15,3 2 354 0,2 1 644 0</inkml:trace>
  <inkml:trace contextRef="#ctx0" brushRef="#br1" timeOffset="141674.26">18062 17397 382 0,'-1'9'857'0,"-1"-2"291"0,0-1-6 16,-1 0-280-16,2-1-368 0,1-2-211 0,-2-2-119 16,2 1-61-16,2-1-27 0,-1 0-13 15,4 1-10-15,-2 0-11 0,3-2-5 0,1 1-8 16,-1-2-9-16,0 1-6 0,2-4-5 0,-3 3 11 15,1-2 7-15,-1-1 7 0,0-1 21 0,-2-1 32 16,-1-1 35-16,-1-1 26 0,-1-3 11 16,0 3 5-16,-3-1-15 0,2 1-27 0,-3 2-33 15,3 0-32-15,-3 2-19 0,3 1-16 0,-1 3-14 16,1 0-8-16,1 3-11 0,0 1-49 0,1 3-62 16,1 3-76-16,1-2-138 0,4 4-220 0,0 1-315 15,1 0-259-15,5 1-206 0,1-1 26 16,0 1 480-16</inkml:trace>
  <inkml:trace contextRef="#ctx0" brushRef="#br1" timeOffset="141992.2">19099 17536 426 0,'0'0'980'0,"0"-1"287"0,-3 1-47 15,3 0-222-15,-2 0-304 0,2 1-215 0,-1-1-114 16,-1 1-71-16,2-1-52 0,-1 2-66 16,-3 0-75-16,3-2-44 0,-1 1-22 0,-1 0-11 15,0-1-6-15,2 0-3 0,-1 2-1 0,1-2-4 16,-1 0-7-16,2 2-3 0,0-2-4 0,2 1-1 15,-1-1-1-15,2 3-7 0,3 0-28 16,2-3-69-16,-1 2-69 0,1-2-126 0,4 3-223 0,-1-2-314 16,3-1-314-16,2 2-221 0,3-2-65 15,0 0 447-15,5 1 592 0</inkml:trace>
  <inkml:trace contextRef="#ctx0" brushRef="#br1" timeOffset="142589.93">21291 17312 257 0,'0'4'837'0,"-2"-3"381"0,1 2 15 15,-3 1-205-15,1 1-377 0,2 1-206 0,-3 1-85 16,3-1-56-16,-3 1-38 0,1 0-37 0,-3 1-49 16,3-1-59-16,0-1-53 0,0 2-31 0,0-4-18 15,1 2-11-15,0-1-5 0,2-2-5 16,2 0-4-16,1-2 0 0,0 1-1 0,2-2 2 16,3 0-25-16,0 0-59 0,-2-2-56 0,4 1-74 15,0-2-130-15,3 0-202 0,-1 1-295 0,2 2-229 16,0 0-208-16,3 2-26 0,-1 1 396 15,3 1 500-15</inkml:trace>
  <inkml:trace contextRef="#ctx0" brushRef="#br1" timeOffset="143174.38">23248 17342 24 0,'2'7'608'0,"-2"3"573"15,-4 1 206-15,3 2-161 0,1 1-297 0,-2 2-355 16,2 0-175-16,2-2-115 0,-1-1-62 0,3 1-35 16,0-3-49-16,1 0-55 0,2-4-37 0,0-1-21 15,1-2-12-15,0-4-7 0,5-1-4 0,-4-2-1 16,1-4-2-16,1-4-29 0,-2-2-77 16,-1 0-90-16,-1-2-167 0,0-1-291 0,-2-2-334 15,-2-1-344-15,1 2-182 0,-3-1 175 0,-2-2 662 16</inkml:trace>
  <inkml:trace contextRef="#ctx0" brushRef="#br1" timeOffset="144357.63">21259 12681 114 0,'0'0'311'0,"2"0"133"0,-1-2 116 16,4 0-158-16,-2-2-154 0,2 0-60 0,-2-1-21 15,3 0 11-15,-1 3 30 0,4-2 30 0,1 2 24 16,0 0 19-16,5 2 54 0,1 2-11 16,5-1-18-16,2 3-21 0,6-2-45 0,4 4-38 15,3-4-58-15,6 2-26 0,3 1-35 0,5-2-31 16,3-2-7-16,6 1-13 0,1-2-14 16,5-2-6-16,-1 2-10 0,1-1-4 0,0 1-5 15,2-1-1-15,-1 1 0 0,-5 0 0 16,-2 0 3-16,-3 1 1 0,-3 2-11 0,-2 0-36 15,-7 0-102-15,-3 1-176 0,-6 1-294 16,-4 1-271-16,-5 1-239 0,-2 2-79 0,-6 0 308 16,-3 0 481-16</inkml:trace>
  <inkml:trace contextRef="#ctx0" brushRef="#br1" timeOffset="144961.89">21518 14151 86 0,'10'1'599'0,"-2"2"398"0,-2 0 141 16,3 0-90-16,1 2-400 0,1 1-313 16,3-1-159-16,5 2-48 0,2-2-17 0,4-3-6 15,4 0 5-15,5-2-2 0,6-2-13 0,6-2-32 16,3-2-24-16,5-3-14 0,-1-2-15 16,4-1-11-16,-2-1-2 0,3 1-3 0,-3-2-3 15,-1 2-3-15,-1 0 4 0,-2 2 2 16,1 2-1-16,-3 2-28 0,-3 2-86 0,-2 2-152 15,-4 4-280-15,-2 2-274 0,-2 4-264 0,-1 0-150 16,-2 3 225-16,-3 2 483 0</inkml:trace>
  <inkml:trace contextRef="#ctx0" brushRef="#br1" timeOffset="145590.29">21586 16067 279 0,'8'1'801'0,"-3"0"327"16,3-1 21-16,0 0-222 0,-2 0-394 0,10-1-259 16,-2 0-134-16,6-3-41 0,5 1-23 15,3-1-8-15,5 0-2 0,10-2 3 0,1-1-5 16,7-2-20-16,1-1-12 0,3-2-7 0,2-2-12 16,3 1-11-16,0-4-7 0,-1 2 4 0,1 2-1 15,-3 0 2-15,-1 3 0 0,-1 3-2 16,-2 0-16-16,-1 6-65 0,-4 1-120 15,-2 4-177-15,-7 0-292 0,-1 3-267 0,-3 4-220 16,-8-1-1-16,-2 2 361 0</inkml:trace>
  <inkml:trace contextRef="#ctx0" brushRef="#br1" timeOffset="145997.34">21710 17442 434 0,'12'3'799'16,"6"0"215"-16,-1-2-2 0,9 1-283 16,4-1-375-16,6 1-173 0,6-1-55 0,3-1-15 15,4 1-9-15,0 1-5 0,5 0-3 0,-1-2-7 16,4 0-31-16,0-2-22 0,0-1-12 0,3-4-3 15,-1-4-1-15,-1-1-21 0,1-4-69 0,-1-6-147 16,-1-2-236-16,-3-2-275 0,-2-6-249 16,-1-2-150-16,-5-6 145 0,-4 1 414 0</inkml:trace>
  <inkml:trace contextRef="#ctx0" brushRef="#br1" timeOffset="146743.35">23435 12912 279 0,'1'-3'739'0,"-1"0"345"0,0 3 81 0,0 2-244 15,-1-1-303-15,-1 4-182 0,2 0-76 16,-2 3-22-16,2 2-29 0,0 2-31 0,0 3-39 16,-1 4-45-16,1 3-53 0,0 3-50 15,0 4-34-15,0 3-19 0,0 5-9 0,-2 1-10 16,0 5-6-16,2-1-6 0,-3 1-2 16,3-3-1-16,-1-1-3 0,1-3-1 0,0-2-1 15,0-5 0-15,1-3-3 0,-1-3 0 0,2-4-11 16,-1-4-38-16,-1-1-62 0,0-4-67 0,0-4-112 15,-3-2-182-15,2-3-304 0,-7-4-286 16,5-3-219-16,-2-2-120 0,0-1 316 16,-3-4 560-16</inkml:trace>
  <inkml:trace contextRef="#ctx0" brushRef="#br1" timeOffset="147000.18">23262 13439 12 0,'4'14'411'0,"0"3"346"0,-1 2 244 0,4 0 57 16,-3 1-301-16,4 3-233 0,2-1-156 0,-2 1-88 16,1-1-52-16,4-1-52 0,-2 0-51 0,0-1-40 15,5-4-28-15,-3-3-21 0,2 0-10 16,0-4-10-16,0-3-5 0,0-4 0 16,-1-4-1-16,-2-4 1 0,1-2-3 0,1-1-3 15,-2-8 4-15,0 1-1 0,-3-3-1 0,1-2 0 16,1-2-3-16,-5-1-9 0,2 2-21 0,-4-3-38 15,-1 1-113-15,-3 1-164 0,-2 0-297 16,1 1-264-16,-3 1-249 0,-1 1-109 0,1-3 312 16,-3 5 487-16</inkml:trace>
  <inkml:trace contextRef="#ctx0" brushRef="#br1" timeOffset="147291.43">23281 13008 47 0,'2'-3'423'0,"-1"0"294"16,1-2 185-16,0-1 36 0,1 2-261 16,2-4-182-16,1-1-118 0,-2 3-65 0,3-6-41 15,-1 0-57-15,5-1-59 0,-3 0-52 0,2-3-37 16,-1 1-18-16,4-2-10 0,-2 1-10 15,0 0-9-15,0-2-10 0,-1 3-2 0,0 0-2 16,-2 1-2-16,0 4-2 0,-1 1 3 16,-2 3-3-16,1 3 1 0,-3 3-2 0,-2 6-2 0,3 3-2 15,-4 5-3-15,-2 3-10 0,0 7-36 16,-1-1-103-16,2 2-155 0,-5 4-279 16,2 1-274-16,1 1-249 0,2 1-122 0,1 0 274 15,0 0 472-15</inkml:trace>
  <inkml:trace contextRef="#ctx0" brushRef="#br1" timeOffset="147757.73">23890 13164 330 0,'9'-20'675'15,"0"4"312"-15,-5-3 137 0,2 1-287 0,-3 0-218 16,-1 1-104-16,0 0-38 0,-2 0-47 0,-4 3-62 16,3-1-50-16,-2 3-46 0,-5 1-62 15,2 5-68-15,-2 0-51 0,-5 6-30 16,4 3-21-16,-4 5-14 0,0 2-5 0,1 5-5 16,0 2-1-16,0 2 0 0,1 4-2 0,0 1-1 15,5 1-5-15,-1 0-3 0,4-2-3 0,1-2-1 16,2-3-2-16,4-3-1 0,0-3 1 15,1-6 0-15,4-5 0 0,-1-5 0 0,4-6 1 16,-4-5-1-16,2-7-1 0,2-2 0 16,-2-5 0-16,-2-1 1 0,0-3-1 0,0-1 3 15,0 2 0-15,-3-1 1 0,0 3 2 0,-4 0-2 16,2 3 0-16,-3 3 1 0,0 5 1 16,-1 1-1-16,-2 6 0 0,1 5 0 0,-3 3 1 15,2 5-2-15,-1 5-1 0,0 4 0 16,0 3 0-16,2 6 0 0,0 2-2 0,2 5 0 15,0 1 2-15,4 1 0 0,0 4-1 0,1 1-1 16,3-2-6-16,0 2-37 0,2-2-83 0,2-1-115 16,1-4-213-16,1-2-300 0,0-3-365 15,5-1-370-15,-1-4-126 0,2-1 406 0,2-3 723 16</inkml:trace>
  <inkml:trace contextRef="#ctx0" brushRef="#br1" timeOffset="148573.2">27091 10707 461 0,'0'5'970'16,"0"7"282"-16,-3-1-27 0,2 4-204 0,-2 4-319 15,3 6-192-15,0 2-124 0,3 3-72 0,-3 6-49 16,1 3-78-16,2 6-53 0,1 4-35 15,-1 5-19-15,0 8-14 0,0 2-9 0,-1 5-6 16,-2 6-7-16,0 4-6 0,-2 4-5 0,1 3-7 16,-2-2-7-16,-1 2-9 0,3-3-5 15,-3-6-4-15,4-5-1 0,4-7-2 0,-3-6 0 16,3-6 1-16,0-8-1 0,1-8-1 16,0-3-4-16,1-7-9 0,-1-7-15 0,-2-2-26 15,-1-4-65-15,-2-7-75 0,-4-2-141 16,0-6-242-16,0-7-311 0,-2-3-359 0,0-6-263 15,0-3-65-15,-3-10 567 0</inkml:trace>
  <inkml:trace contextRef="#ctx0" brushRef="#br1" timeOffset="148890.32">26931 10759 93 0,'-4'-25'670'0,"4"3"473"16,-3 0 124-16,3 1-123 0,0 2-348 16,0 0-262-16,5-3-140 0,3-2-81 0,-2 1-52 15,4-5-30-15,4 0-47 0,2-2-66 16,2 0-42-16,2-2-24 0,2 0-12 0,1 3-17 16,2 2-8-16,0 2-5 0,-2 8-4 0,2 1 2 15,-3 6 5-15,-1 7 1 0,0 5 3 16,-3 5-1-16,-1 8 0 0,-4 5-5 0,-3 5-5 15,-3 5-3-15,-3 4-4 0,-2 6-2 0,-2 1-2 16,-2 3 1-16,-1 0-1 0,2 0-1 16,-4-1-31-16,2-3-72 0,-1 0-89 0,1-5-167 15,-2-3-289-15,5-2-340 0,-1-2-351 0,2-5-193 16,1-2 165-16,3-3 671 0</inkml:trace>
  <inkml:trace contextRef="#ctx0" brushRef="#br1" timeOffset="149873.1">26913 12298 222 0,'-2'-7'683'0,"1"5"373"16,-3-3 102-16,1 3-190 0,3 1-363 0,-1-2-210 15,1 2-142-15,0 1-92 0,0 1-53 0,3 2-15 16,3-1 5-16,2 4-4 0,6-4 80 16,2 5 35-16,6 1 8 0,5-2-3 0,6 0-24 15,4-2-13-15,4 2-59 0,6-1-33 0,4-1-14 16,3 2-15-16,4 0-4 0,1-2-6 15,4 2-10-15,2-1-5 0,5 0-4 0,4-1-9 16,3-2-3-16,4 0-2 0,3-6 0 0,0 1-2 16,3-3 2-16,-2-1 0 0,3-5-4 15,2 0-3-15,0-2-1 0,1-1-1 0,0 0-4 16,-3 2 0-16,-1-1 0 0,-4 4-2 0,-2 2 2 16,-5 4 1-16,-3 3 2 0,-3 3 0 15,0 3 1-15,-3 4 2 0,-2 1-3 0,-2 2-1 16,-2 2 1-16,-2 4-2 0,-2-4 0 15,-4 3-1-15,-2-1-1 0,-2-3-1 0,-2-1 2 16,-4-2-2-16,-1-3 2 0,-3 0 0 0,-3-3 0 16,-1-4 11-16,-3 0 4 0,1-3 5 0,-2-1 5 15,1-2 3-15,0 0 2 0,-1-3-4 0,3 1-1 16,-3-1-2-16,4 1-3 0,-2-3-2 16,3 3-1-16,-1 1-3 0,0-1-1 0,0 2-1 15,0 2 0-15,0 1 0 0,-1 0-1 0,4 0 0 16,-2 3-1-16,1-1-1 0,1-1-1 0,0 0-2 15,3-1 0-15,-2-1-1 0,1 2 1 16,1-4-1-16,-1-1 0 0,-1-1 0 0,2-1 1 16,-1-2-1-16,-2 2-1 0,1-3 0 0,-1-1 1 15,-2 1-1-15,1 1-1 0,-6 1 0 0,0 0-1 16,-5 3 0-16,-2-1-1 0,-5 2-1 0,-2 0 1 16,-4 1-1-16,0 3 0 0,-7-1 0 15,-1 2 0-15,-4 1 0 0,-1 1 0 0,-3-1-1 16,-2 3 0-16,-1-1 0 0,-3 0-3 0,-1 1-3 15,1-2-6-15,-4 1-9 0,0-1-10 0,-1-1-15 16,0-1-21-16,-3-1-49 0,1 1-75 16,-5-2-102-16,-1-1-167 0,1 0-295 0,-1 2-345 15,0-2-311-15,2-1-151 0,-2-2 251 0,3-2 650 16</inkml:trace>
  <inkml:trace contextRef="#ctx0" brushRef="#br1" timeOffset="150141.63">31057 11925 19 0,'8'-9'511'0,"1"5"473"0,0-2 240 0,0-3-64 0,0 5-346 16,3 0-309-16,1-1-128 0,0 2-44 0,4 2-24 16,1-1-27-16,-1 0-23 0,3 2-33 15,-2 0-56-15,3 0-55 0,-3 2-34 0,0 1-18 16,0 3-15-16,-1 0-4 0,-1 2-9 0,-3 3-4 16,-2 2-5-16,-4 2-1 0,0 3-1 0,-6 0-4 15,-1 6-3-15,-1-1-3 0,-4 1-4 16,-3 4-5-16,-1-1-1 0,-1-1-2 0,-2 2-2 15,-1-1 1-15,2-1 0 0,-5 0-2 0,3-2-1 16,-1-2-5-16,3-5-16 0,-1 0-38 0,0-4-76 16,3-4-90-16,0-3-173 0,1-2-293 15,0-2-334-15,3-2-347 0,2 0-181 0,-1-3 167 16,4 0 682-16</inkml:trace>
  <inkml:trace contextRef="#ctx0" brushRef="#br1" timeOffset="151003.29">31753 12458 42 0,'-7'-6'550'15,"6"-1"462"-15,-4 3 200 0,1-3-83 0,2 1-359 16,0 0-326-16,4-1-181 0,2 0-86 0,3-1 13 16,1 1 45-16,1-1 18 0,5 1-6 0,1 2-15 15,2-2-28-15,1 5-58 0,0 0-55 16,3 2-36-16,-3 2-17 0,0 0-7 0,0 5-3 15,-2 3 2-15,-4 1 3 0,2 3 0 0,-6 0 0 16,-1 5-2-16,-4 0-2 0,-1 4-3 0,-6 1-1 16,-2 3-1-16,-4 1-6 0,0 1-3 0,-5 5-2 15,-2-1 1-15,-1 3-2 0,0 1-1 0,0-2-1 16,-3 1 1-16,3-3-2 0,2 0-4 0,0-3-3 16,5-1-2-16,0-5 1 0,1-2-3 15,6-4-1-15,2 0 0 0,2-5-1 16,2-1-3-16,2 1-11 0,6-6-12 0,-2 1-35 15,3-5-67-15,3 0-64 0,0-3-79 0,2-3-136 0,2 0-186 16,-1-3-286-16,0-2-214 0,4-1-203 0,-3-2-31 16,2-1 407-16,2-1 492 0</inkml:trace>
  <inkml:trace contextRef="#ctx0" brushRef="#br1" timeOffset="151323.49">32143 12862 196 0,'15'-7'574'0,"-3"0"321"0,-2 5 159 15,-2 3-174-15,0 4-219 0,1 2-169 0,-4 5-117 16,1 3-37-16,1 2-1 0,0 3-11 0,-1 2-41 15,2 2-40-15,1-2-38 0,1 2-51 0,0 0-53 16,3-5-46-16,1-2-26 0,2-2-13 16,-1-4-9-16,5-4-2 0,-2-1-5 0,3-6 2 15,-3-6-1-15,3-1 0 0,0-5 8 0,-2-6 2 16,2-1 3-16,-1-7 3 0,-2-3-6 0,0-2-2 16,0-4-5-16,-1-1-2 0,-2-1-3 0,-5-1-1 15,0 2 6-15,-3-1 1 0,-6 2 1 0,-1 2-2 16,-3 1 1-16,-4 3 0 0,-2 2-1 0,-3 2 4 15,-1 5 3-15,-3 3 1 0,0 4-1 0,-1 5 0 16,-3 3-3-16,3 5-4 0,0 5-5 16,-2 3-1-16,2 3-1 0,2 1-1 0,1 2-1 15,3 1 0-15,1 1-2 0,1 3-8 0,4-1-23 16,1-2-51-16,-1 3-64 0,2-5-75 0,1 1-122 16,2-2-184-16,-2 0-297 0,2-3-251 15,2 0-209-15,-2-5-64 0,0 0 352 0,0-1 523 16</inkml:trace>
  <inkml:trace contextRef="#ctx0" brushRef="#br1" timeOffset="151491.7">32317 12678 423 0,'6'0'1091'0,"-2"-1"297"16,-1-1-112-16,2 2-283 0,3 0-452 0,4 2-203 15,1-1-111-15,1 0-26 0,3 3-22 0,4-2-15 16,-2 3-14-16,5-1-43 0,-2 2-32 0,4 0-34 15,1 0-18-15,1 2-11 0,-1-2-24 0,-1 1-71 16,0-1-105-16,-1-4-206 0,-3 5-284 0,-5-5-331 16,1 0-375-16,-6-4-191 0,-4-3 294 0,-4-1 729 15</inkml:trace>
  <inkml:trace contextRef="#ctx0" brushRef="#br1" timeOffset="152290.15">26863 9546 140 0,'0'-2'717'0,"-4"2"444"16,3-1 101-16,-4-1-136 0,2 2-415 0,1 0-286 15,0 3-127-15,2 0-47 0,-1 3-23 0,1 3-28 16,1 3-27-16,-1 7-32 0,0 0-37 0,2 3-40 16,-2 4-31-16,2 1-17 0,-2 1-8 15,0 0-6-15,0-2-24 0,0-1-71 0,-2-1-77 16,0-4-161-16,-1-2-289 0,-1-3-316 16,1-3-331-16,-4-2-185 0,2-6 117 0,-3-2 635 15</inkml:trace>
  <inkml:trace contextRef="#ctx0" brushRef="#br1" timeOffset="152493.12">26658 9490 192 0,'0'9'787'0,"-1"-1"399"0,1 1 42 0,0 1-155 15,3-1-453-15,2 2-298 0,4-1-149 0,1 1-71 16,6-2-39-16,0 0-23 0,4-1-10 15,4-2-8-15,1-1-8 0,2 1-7 0,-2-1-8 16,2 1-35-16,2-3-124 0,-4 1-243 16,-2-1-274-16,-3 2-271 0,-5-1-256 0,-2 0-65 15,-5 3 414-15</inkml:trace>
  <inkml:trace contextRef="#ctx0" brushRef="#br1" timeOffset="152673.06">26730 9976 272 0,'6'8'532'0,"2"-4"195"0,3 2 83 0,2-1-251 15,4-3-259-15,4 2-136 0,1-3-66 16,5 0-37-16,4 1-20 0,1-2-36 0,3 2-74 16,1-1-162-16,-1 2-272 0,1 1-176 0,-1 3-85 15,-4 1 68-15,-1 3 227 0</inkml:trace>
  <inkml:trace contextRef="#ctx0" brushRef="#br1" timeOffset="154591.41">27650 12003 142 0,'-2'3'437'0,"0"0"253"0,-1 0 175 15,3-1-110-15,-1-1-220 0,1-1-101 0,1 1-69 16,-1-1-54-16,0 0-43 0,2 0-41 0,-2 0-45 16,1 2-37-16,-1-2-27 0,4 0-16 15,-3 0 4-15,4 0 2 0,2 0 50 0,-1 0 36 16,3-2 7-16,1 2-11 0,-2 0-27 16,4-1-19-16,-1 1-30 0,2-1-34 0,0 1-22 15,1 0-8-15,2-2-3 0,-2 2-5 16,2 0-16-16,1 0-1 0,1 0 1 0,-1 0-2 15,0 0 0-15,4 0-2 0,-5 0-1 16,3 2-7-16,-3-2-5 0,1 0-1 0,0 0-5 0,-1 0 0 16,1 0-2-16,-2-2 0 0,0 2-1 15,0-3 0-15,0 2 5 0,-2-4 5 0,0 0 2 16,3-2 3-16,-5-1 0 0,3-4 1 16,-1-1-3-16,1-2-5 0,-2-5-4 0,1 0-2 15,0-2 0-15,0 0-1 0,0-3-1 0,-1 2-1 16,-3-1 1-16,4-1-1 0,-4 2 0 15,-1-1 1-15,2 0 0 0,-2-2 1 0,0 2-1 16,-2-1 2-16,2-2-2 0,-2 0 0 16,0-1 0-16,-1-1 1 0,2-3-1 0,0-2 1 15,-2-1 1-15,0-1 0 0,0 0-1 16,-2-2-1-16,0 1 0 0,0-2 0 0,-1 2 0 16,1-2 0-16,-2 3-1 0,1-2 1 0,-1 2 2 15,1 3-1-15,0-2-2 0,-1-1 1 16,3 2 0-16,0 2-2 0,0-2 1 0,0 1 0 15,2 0 3-15,1 0-2 0,-1-2 2 0,1 1 0 16,-1 0 0-16,1-1 0 0,3 1 0 16,-2-2 0-16,1 2 0 0,1-3 0 0,0 3 2 15,2-1-2-15,-1 4-1 0,1 2 0 16,-2 4-1-16,-2 3 1 0,2-1-1 0,1 6 0 16,-5 2 0-16,0 2 0 0,1 2 0 0,-1 3-1 15,0 1 1-15,-1 1-1 0,-2 1 1 16,1 3 0-16,-1-2 0 0,2 2 1 0,-2 0-1 15,-2 0 0-15,4 1 0 0,-2 0 0 0,-2-1 0 16,3 2-1-16,-3 0 1 0,3-2 0 0,-1 2 1 16,-2 0-2-16,1-1 2 0,0 1-1 15,-1 0 0-15,-1 1 0 0,3-1 1 0,-1 4-5 16,0-2-5-16,2 3 1 0,-2 0 0 0,2 2-1 16,0 1-1-16,-1 3 5 0,-2-1 4 15,3 2 1-15,-1 3 0 0,2-1 7 0,-4 4 3 16,4-1 2-16,-2 3 2 0,0 0 0 15,0 5 8-15,0 0-1 0,1 2 1 0,-3 1-1 16,2 1-1-16,-3 2-2 0,4 1-7 16,-3 1-3-16,4-3-3 0,-2 3 1 0,-2 2 4 0,4-1 3 15,-2-1 1-15,2 2-1 0,2 0 1 16,-1 2-2-16,-2 0-5 0,1 1-1 16,3 3-3-16,-1-2 0 0,0 5-2 0,0 0 1 15,1 1-2-15,0-1-2 0,-1 1 1 16,1 2-1-16,0-2 1 0,2-1 1 0,1-2 0 0,-2-2 1 15,1-5 2-15,2 1-1 0,-2-5-1 16,1-1 0-16,2-2-1 0,-2-3 0 0,1 0 1 16,-2-1-1-16,1 0-1 0,0-1 0 15,0-2 1-15,-1 0-2 0,0-2 0 0,2-2 0 16,-3-2-1-16,5-4-2 0,-1-3 1 0,3-2 0 16,0-5-1-16,3-3 1 0,-2-6-1 15,4-2-4-15,1-5-14 0,-3-4-32 0,0-3-82 16,-2 0-104-16,-4-2-197 0,0 1-295 15,-4 0-350-15,-3 6-386 0,-3 0-147 0,1 4 298 16,-8 2 734-16</inkml:trace>
  <inkml:trace contextRef="#ctx0" brushRef="#br1" timeOffset="155090.32">28646 12052 136 0,'6'-9'645'0,"-2"2"446"0,2-1 151 16,-3 2-159-16,-2 2-298 0,3 1-191 16,-3 2-144-16,1 1-87 0,-1 0-54 0,3 2-40 15,-4 4-58-15,1 3-57 0,-1 1-39 0,2 5-30 16,-2 2-22-16,-2 3-17 0,2 2-12 0,-1 0-12 16,1 5-8-16,-4-1-6 0,4 3-4 15,-1 0-1-15,-2 1-1 0,3 1-4 0,-4-3-8 16,4-1-37-16,-1-4-83 0,-2-2-154 15,-1-5-261-15,0-1-313 0,2-10-400 0,-2-2-412 16,0-6-28-16,0-5 728 0</inkml:trace>
  <inkml:trace contextRef="#ctx0" brushRef="#br2" timeOffset="166921.76">19352 14171 4 0,'2'0'226'0,"1"1"148"0,-3-1 129 16,0 1 0-16,1-1-68 0,-1 0-64 0,0 0-27 15,0 0-5-15,2 0 9 0,-1 0 5 16,-1 0 2-16,0 0-16 0,2-1-32 0,-2 1-39 16,0-1-46-16,0 1-27 0,0 0 4 0,0 0 21 15,2 0 31-15,-2 1 6 0,0-1-3 16,0 0-21-16,0 0-39 0,0 0-48 0,0-1-48 15,0 1-32-15,-2 0-22 0,0-2-15 16,2-1-12-16,-3 3-7 0,2-2-4 0,-2-3-3 16,1 4-1-16,-2-2-1 0,0 0-1 0,1 0-1 15,0 0-2-15,-2 0 0 0,0 0-8 16,-1 0-33-16,0 2-64 0,-1 1-63 0,-2 0-101 16,0 1-162-16,-1 3-239 0,2 1-298 15,-3 0-233-15,3-1-181 0,0 0 137 0,2 1 511 16</inkml:trace>
  <inkml:trace contextRef="#ctx0" brushRef="#br2" timeOffset="167154.54">19123 14166 168 0,'-5'0'447'0,"-1"0"233"0,0 0 174 16,1 0-110-16,2 0-163 0,-1-2-95 15,1 2-62-15,2-3-56 0,-3 0-68 0,1 2-75 16,2-3-69-16,-4 3-57 0,2-2-39 0,2 1-21 15,-1 0-9-15,0-2-9 0,-1 3-5 16,1 0-2-16,2 1-7 0,-3-2-4 0,2 2-6 16,-3 2 1-16,3-1-8 0,-2 2-17 15,-3 0-57-15,-1 0-108 0,1 0-143 0,-1 2-230 16,-3-1-280-16,0 1-228 0,0 0-61 16,0-3 260-16,2 2 396 0</inkml:trace>
  <inkml:trace contextRef="#ctx0" brushRef="#br2" timeOffset="167338.57">18891 14239 283 0,'0'5'533'0,"-2"-1"232"15,2 2 98-15,-1-1-182 0,-3 2-160 0,3-1-100 16,-1-1-69-16,0 2-63 0,-1-1-63 16,2 0-63-16,-3 1-54 0,3-1-43 0,-1 1-32 15,1-2-18-15,1 1-8 0,-2-2-15 0,-1 2-45 16,2-3-82-16,-3 1-112 0,3-1-144 0,-2-1-245 15,-1 1-252-15,1 0-141 0,2-2 84 16,-1 1 293-16,0-1 313 0</inkml:trace>
  <inkml:trace contextRef="#ctx0" brushRef="#br2" timeOffset="167539.85">18846 14443 115 0,'3'9'380'0,"-3"-2"198"16,2 2 161-16,1 0-107 0,-1-2-146 0,-1 0-91 15,1 1-49-15,1-1-40 0,0 1-42 16,-1-2-52-16,-1 0-56 0,1-2-58 0,-1 0-44 16,3 1-21-16,-3-1-14 0,2 0-10 0,-1-2-9 15,0 1-34-15,-1-3-59 0,1 2-77 0,0 0-89 16,-1-2-107-16,-1 2-153 0,2-1-198 16,-2 2-102-16,1-1 43 0,4 0 182 0,-5 1 227 15</inkml:trace>
  <inkml:trace contextRef="#ctx0" brushRef="#br2" timeOffset="167721.26">18944 14634 103 0,'5'6'338'0,"3"1"179"0,-4-2 120 0,0 1-100 15,1 0-129-15,-4-2-83 0,4 2-53 16,-2-3-35-16,2 2-28 0,-1-3-37 0,-1 3-39 16,2-5-43-16,-1 2-37 0,0-2-22 0,0 2-15 15,0-2-7-15,2 0-3 0,-2 0-6 16,-1-2-3-16,2 2-14 0,-2-2-37 0,0-1-65 15,0 1-80-15,0 1-100 0,-1 1-157 0,0 0-219 16,-1 0-82-16,4 0 70 0,-4 0 187 16,2 0 206-16</inkml:trace>
  <inkml:trace contextRef="#ctx0" brushRef="#br2" timeOffset="167888.78">19126 14722 140 0,'7'5'334'15,"2"-1"152"-15,-5 1 54 0,3-1-109 0,-1 1-132 16,1-3-95-16,0 3-62 0,-2-2-47 15,2-1-36-15,-3-2-19 0,3 0-14 0,-2-2-7 16,2-1-6-16,0-2-4 0,-3-1-2 16,1 1 1-16,0-2-8 0,1-1-24 0,-3 1-48 15,4-1-75-15,-4 0-168 0,0 1-193 16,-1 2-80-16,3-1 41 0,-4 2 136 0</inkml:trace>
  <inkml:trace contextRef="#ctx0" brushRef="#br2" timeOffset="168054.46">19352 14658 58 0,'6'3'333'0,"-1"-2"193"16,0 1 140-16,-2-1-62 0,0-1-213 15,2 1-156-15,0-2-100 0,1 1-45 0,-1-3-29 16,1 0-17-16,1-2-19 0,-1-2-11 0,2-1-17 16,0 0-40-16,0-2-62 0,-2-2-83 0,3 2-148 15,-1 0-210-15,-1 0-90 0,-1-1 42 16,3 1 149-16,-1-1 177 0</inkml:trace>
  <inkml:trace contextRef="#ctx0" brushRef="#br2" timeOffset="168348.26">19553 14466 13 0,'3'-5'308'0,"0"1"257"0,1-1 263 15,-3 0 57-15,-1 1-145 0,2-2-149 16,-2 0-125-16,1-1-99 0,-1-1-91 0,2 0-77 16,2-3-66-16,-2-3-53 0,1 1-32 15,0-2-19-15,1 0-14 0,0-1-8 0,1 1 1 16,0 1-2-16,-1-1-4 0,0 1 1 0,-1 2 0 15,0 2-1-15,-1 0-3 0,-2 2 0 16,0 0-2-16,-4 2 3 0,1 2-1 0,-2 1 1 16,-4-2 0-16,1 2 4 0,-1 0 3 15,-5 0-1-15,-1-1 3 0,0 0 14 0,-3-2 12 16,-1 0 14-16,0 1 10 0,3 0 6 0,-3 1-7 16,5-1-7-16,-2 0-11 0,4 3-12 0,-2-3-16 15,4 1-10-15,2 1-23 0,-2 0-67 16,4-2-166-16,-2 1-300 0,4-3-266 0,0 1-279 15,1-4-209-15,1 3 139 0,2-4 562 16</inkml:trace>
  <inkml:trace contextRef="#ctx0" brushRef="#br2" timeOffset="169289.37">15899 11364 21 0,'2'-2'533'0,"-1"2"481"16,-1 0 229-16,0 0-52 0,0 2-265 15,-1-1-260-15,1 2-176 0,-2 1-110 0,2 2-69 16,-3 3-57-16,1-1-74 0,2 5-73 16,-3 0-43-16,3 5-23 0,-1 2-14 0,1 4-11 15,-2 2-4-15,2 2-4 0,2 0-4 0,-2 0-1 16,1-2-3-16,2-2 0 0,2-3-2 0,0-4-1 16,4-4-2-16,-1-3 0 0,0-2 1 15,0-6 0-15,3-2 0 0,0-4 2 0,2-2 1 16,-4-1 0-16,4-3 0 0,1-1 0 0,1 3 1 15,-2-1 0-15,2 0-1 0,-1 3 0 16,-1 1 0-16,0 0 0 0,1 2 1 0,-3 0 0 16,1 3 0-16,-2 0 0 0,-1 1 2 15,2 1-2-15,-3-2 1 0,-1 2-1 0,-1-2 0 16,3-2 2-16,-4-1 0 0,0-2 1 16,1-2 0-16,-2-3 10 0,-1-4 7 0,0-5 5 15,0 0 7-15,-2-2 4 0,-1-3 5 0,0-1-2 16,0-2-5-16,-1-2-4 0,-4-1-4 0,2 0-6 15,0 2-3-15,-2 0-6 0,3 0-3 16,-1 6-3-16,0 3-2 0,1 2 0 0,-1 5-4 16,2 1 0-16,-1 4-2 0,2 2 0 15,0 3-2-15,2 2-3 0,-1 2-12 0,1 4-31 16,1 2-76-16,2 1-94 0,-2 1-170 0,4 3-294 16,-3 1-342-16,2 1-378 0,2 3-195 15,0 1 180-15,0 4 701 0</inkml:trace>
  <inkml:trace contextRef="#ctx0" brushRef="#br2" timeOffset="169587.16">16419 11583 382 0,'4'-7'888'0,"-1"-4"301"16,0-1 0-16,0-4-246 0,0-3-268 16,0-2-167-16,0-3-108 0,2-3-66 0,0-1-53 15,1-3-52-15,2-1-70 0,0 0-62 0,0 3-36 16,0 1-20-16,1 1-7 0,-1 5-8 0,0 2-3 15,0 4-1-15,0 4 4 0,-2 2 3 16,2 8-3-16,-1 2-2 0,0 5-1 0,1 3-5 16,-1 6-3-16,-1 3-6 0,2 4-2 15,-2 5-3-15,2 2-2 0,-1 3-1 0,-3 1-1 16,5-2 0-16,-4 4-1 0,2-3-1 0,-1 1-9 16,2-2-28-16,-4-4-80 0,1-1-86 0,-1-4-165 15,-4-2-292-15,0-5-336 0,0 1-375 16,-4-5-189-16,1-2 133 0,-2-3 688 0</inkml:trace>
  <inkml:trace contextRef="#ctx0" brushRef="#br2" timeOffset="169757">16483 11391 35 0,'0'2'571'15,"1"0"468"-15,-1 1 183 0,3 2-98 0,-1-2-350 16,6 1-362-16,-4 1-202 0,3-1-99 0,2 0-49 15,2-1-22-15,0 1-14 0,2-3-3 0,1-1-5 16,2 0-2-16,1 0-6 0,1-1-12 16,-2-1-58-16,1 0-130 0,-3-1-188 0,2 2-289 15,-3-2-265-15,0 2-238 0,-1-1-3 0,-1 2 390 16</inkml:trace>
  <inkml:trace contextRef="#ctx0" brushRef="#br2" timeOffset="170220.19">16829 11190 128 0,'4'-5'589'0,"-2"1"419"15,-1 1 189-15,-1 0-147 0,2 0-321 0,-2 1-181 16,3 2-90-16,-1 0-67 0,0 2-63 0,1-1-45 15,-2 4-34-15,4-1-54 0,-2 4-63 16,-1 0-39-16,2 3-22 0,-2 4-14 0,-1 2-10 16,-1 1-7-16,0 4-8 0,0 3-5 0,-1 0-1 15,-2 3-2-15,-2 0-5 0,1 3-3 16,-1-3-3-16,2-1-5 0,-1-2-3 0,1-2-3 16,3-3-3-16,-2-5-1 0,4-3-1 0,-2-4 0 15,3-4-1-15,1-4 1 0,0-8 0 16,4-4 1-16,3-5 0 0,0-8 1 0,3-2 1 15,2-2-2-15,2-3 1 0,-4-1 0 0,5 1-1 16,-1 2-2-16,-1 1 0 0,-1 3 1 16,-1 5-1-16,-3 1 1 0,0 5 1 0,-2 5 0 15,-4 1 2-15,0 5 0 0,-2 4 2 16,0 4 0-16,-2 3 0 0,-2 3 1 0,0 5-2 16,-2 2-1-16,0 2 0 0,2 4 0 0,-2 1-1 15,0 3-1-15,4 0 2 0,0 0-1 0,2-2-11 16,-3 2-35-16,4-2-81 0,-2-5-127 15,2-1-229-15,1-4-307 0,2-3-372 0,0-2-398 16,0-2-109-16,3-2 507 0,3-3 739 16</inkml:trace>
  <inkml:trace contextRef="#ctx0" brushRef="#br2" timeOffset="170500.75">17339 11505 32 0,'0'-11'583'0,"-3"-2"498"16,0-4 184-16,0-2-80 0,0-4-266 15,-2-4-309-15,4-3-181 0,-1-4-103 0,2-3-52 16,0-3-47-16,3 1-69 0,0 0-57 16,0 3-36-16,0 5-21 0,1 4-12 0,-1 4-11 15,0 5-2-15,0 6 4 0,2 5 5 16,1 5 8-16,-1 6 3 0,-2 3 7 0,3 6-3 16,-2 5-4-16,1 7-4 0,-1 2-6 0,2 2-4 15,-3 4-8-15,2 3-4 0,0 0-7 0,-2 2-4 16,2-1-2-16,0 1-4 0,2-4-18 15,-3-3-47-15,1 0-85 0,-4-5-152 0,2-4-266 16,-3-3-323-16,0-2-394 0,-1-2-349 16,-2-6 13-16,-1-2 694 0</inkml:trace>
  <inkml:trace contextRef="#ctx0" brushRef="#br2" timeOffset="170675.14">17287 11323 90 0,'-4'-5'827'0,"0"3"723"15,1 0 53-15,2 4-312 0,-1 0-423 0,2 0-358 16,2 1-214-16,-1 0-136 0,4 2-66 16,3-2-33-16,3-2-21 0,2 3-20 0,2-4-8 15,3 0-5-15,2 0-13 0,2 0-25 16,1 0-81-16,2-2-109 0,0 0-231 0,2 2-292 16,0 0-343-16,1 0-385 0,1 0-136 0,-2 2 402 15,1 2 749-15</inkml:trace>
  <inkml:trace contextRef="#ctx0" brushRef="#br2" timeOffset="171496.31">17733 11147 276 0,'0'-5'703'0,"-2"0"361"0,1-1 118 15,-2 1-249-15,1 0-221 0,-1 0-101 16,0 3-98-16,2-2-93 0,1 1-71 0,-4 0-56 16,3 2-74-16,-3 1-79 0,3 1-49 0,-2 4-28 15,1 2-17-15,-3 3-12 0,4 6-7 16,-4 1-7-16,0 6-4 0,2 2-3 0,-2 5-6 15,2-1-4-15,-2 1-2 0,1-1 0 0,0-1-2 16,0-5 0-16,1 1 0 0,1-6-1 16,2-5 0-16,-1-1-2 0,1-6 2 0,0-4-1 15,1-4 0-15,1-5 3 0,-1-5 0 0,3-4 2 16,2-5 0-16,-2-4 0 0,1 1 0 16,0-2-2-16,0 0 2 0,1 0-2 0,0 3 0 15,1 1 0-15,-1 4-1 0,1 4 1 0,0 1-1 16,-1 5 1-16,1 4 0 0,1 6 0 15,0 2 0-15,1 7 0 0,-1 2 0 0,0 5 0 16,1 1 0-16,3 3 0 0,-4 0 0 16,2 2-1-16,0-1 0 0,0-1 0 0,0-2 0 15,-2-2 0-15,0-3 0 0,2-3 1 0,-2-2 0 16,0-3 0-16,-4-3 1 0,3-3-1 16,-2-6 1-16,1-2 1 0,-5-4 0 0,2-4 0 15,1-4 1-15,-4-2-1 0,0-1 0 0,-2-1-2 16,0-3 0-16,-1 3 0 0,2-3-1 15,-5 2-5-15,3 0-11 0,1 3-25 0,-1 3-55 16,1 2-72-16,0 2-86 0,2 2-137 16,2 5-192-16,0 3-308 0,1 2-257 0,3 2-192 15,3 2-24-15,1 2 407 0,1 0 518 0</inkml:trace>
  <inkml:trace contextRef="#ctx0" brushRef="#br2" timeOffset="171720.66">18201 11122 42 0,'3'-7'600'16,"-4"2"515"-16,-2-1 298 0,-2 0-15 0,-2 3-367 16,-2-1-379-16,0 2-201 0,-1 2-114 15,-2 2-100-15,-3 2-86 0,3 4-51 0,-3 5-31 16,4 3-22-16,-3 3-14 0,3 8-12 16,0 0-9-16,1 1-6 0,6 1-4 0,0-1-3 15,4-2-2-15,4-1 0 0,2-4-2 0,2-1-1 16,6-5-10-16,-1-3-26 0,2-2-68 0,0-4-80 15,2-3-150-15,-2-3-232 0,3-2-321 16,-2-3-354-16,3-2-239 0,2-6-17 0,-5-1 563 16</inkml:trace>
  <inkml:trace contextRef="#ctx0" brushRef="#br2" timeOffset="172055.6">18423 10984 66 0,'-7'5'665'0,"4"2"502"16,-2 3 130-16,2-2-114 0,0 2-310 0,3 0-326 16,0 0-165-16,3 1-95 0,0-2-50 15,4 1-51-15,2 0-54 0,4 0-56 0,-2-1-24 16,3 2-11-16,2 1-4 0,1 4-5 16,-1 0 5-16,1 4 3 0,-1 2-9 0,0 4-3 15,-3 1-4-15,-2 4 2 0,0 1-2 0,-5 2-3 16,1 3-1-16,-6-1 4 0,-1 5 6 0,-1 0 4 15,-6-1 1-15,1 1 1 0,-5-2 2 16,3-5-3-16,0-2-5 0,-2-4-5 0,0-5-7 16,0-7-6-16,0-4-4 0,0-4-4 15,0-8-4-15,0-6-1 0,0-4-2 0,-2-5-6 16,3-6-14-16,-4-2-29 0,2-6-72 0,-1-2-85 16,2-5-149-16,-1-2-234 0,0 0-321 15,5-4-359-15,1 0-222 0,3 4-3 0,2-2 559 16</inkml:trace>
  <inkml:trace contextRef="#ctx0" brushRef="#br2" timeOffset="172637.72">18737 11383 391 0,'-4'10'977'0,"-3"-5"309"15,2 0 5-15,0-5-188 0,1-2-338 0,-1-2-257 16,1-6-138-16,2-1-78 0,0-4-74 15,2-3-85-15,0-5-58 0,4-3-31 0,0-2-21 16,2-4-8-16,-1 1-7 0,1-2-2 16,3-1-3-16,-3 1-2 0,3 1 0 0,-1 5-2 15,0 1 4-15,1 4 3 0,1 4 4 0,-4 4 4 16,2 1 4-16,2 7 10 0,-2 4 0 16,0 2 3-16,1 6 3 0,0 5 1 0,-1 5-2 15,0 4-6-15,0 4-3 0,-2 4-6 0,2 0-5 16,-1 6-4-16,-1-1-4 0,0 0-4 15,1 2-2-15,-4-3-1 0,2 0-1 0,0-1-1 16,-4-3-1-16,2-5-7 0,3 1-14 0,-4-5-38 16,-1-1-80-16,-2-5-121 0,-2-2-214 15,-3-4-302-15,-1 0-363 0,1-5-377 0,-1-1-121 16,-2-3 426-16,3-4 726 0</inkml:trace>
  <inkml:trace contextRef="#ctx0" brushRef="#br2" timeOffset="172821.28">18766 11074 317 0,'-5'2'1131'0,"0"4"435"15,0 1-153-15,4-1-268 0,-1 2-466 0,5-1-271 16,1 2-178-16,2-2-86 0,5 1-40 0,0 0-32 16,2-1-33-16,6 0-17 0,-2-1-12 15,2 0-53-15,1-2-81 0,0 2-154 0,-2 0-276 16,1 1-302-16,-1 0-381 0,-1 2-319 0,1 2 9 15,1-1 673-15</inkml:trace>
  <inkml:trace contextRef="#ctx0" brushRef="#br2" timeOffset="175620.71">17976 12953 10 0,'0'-2'304'16,"0"-2"238"-16,-1 2 243 0,1 0 112 0,-2-1-180 15,2 2-132-15,0-1-92 0,0 2-80 16,0-1-90-16,2-1-86 0,-2 2-79 0,1 0-59 16,1 2-30-16,1-1-13 0,2 3 11 0,3 2 34 15,1 3 44-15,3 1 42 0,-1 2 20 16,3 1-2-16,-1 1-23 0,2 1-31 0,-2 1-32 16,3 1-37-16,-2-1-25 0,2 2-15 0,-5-2-10 15,0 1-6-15,1 0-11 0,-3-2-5 16,0-2-6-16,-1-1-3 0,-4 0 0 0,1-3 1 15,0 1-1-15,-2-3-1 0,-1-1-22 0,0-2-68 16,-6-1-66-16,1 0-108 0,-3-3-166 16,-2 0-265-16,-3-1-316 0,0-2-232 0,-2-1-157 15,2 2 218-15,-2-3 530 0</inkml:trace>
  <inkml:trace contextRef="#ctx0" brushRef="#br2" timeOffset="175853.41">18021 13139 85 0,'3'2'484'0,"0"3"329"16,3 1 235-16,-1 0-2 0,3 2-314 0,-1 0-217 16,2 2-100-16,2 3-29 0,0 0-29 0,3 0-40 15,-1 3-42-15,3-2-41 0,-4 2-47 16,1 0-54-16,3-3-50 0,-3 3-34 0,1-4-20 16,-1-2-11-16,-3-1-6 0,2-2-4 0,-3-7-2 15,0 0-3-15,1-2 0 0,-2-4-3 16,0-6 1-16,0-4-2 0,-2-2-3 0,0-2-26 15,-1-3-74-15,0-1-84 0,-2 2-160 0,0-3-290 16,0 5-327-16,0-1-337 0,1 1-182 16,0 2 145-16,3 3 638 0</inkml:trace>
  <inkml:trace contextRef="#ctx0" brushRef="#br2" timeOffset="176636.09">19208 12856 201 0,'3'-1'616'0,"-1"-2"367"16,0 1 161-16,-1 0-193 0,-1 1-282 15,0 0-176-15,2 1-85 0,-2 0-37 0,1 0-35 16,-1 2-40-16,0 2-36 0,2-1-43 0,-2 1-56 16,2 3-54-16,-2 3-38 0,0 3-23 15,1 0-13-15,1 1-7 0,-1 4-9 0,-1 0-5 16,2 2-3-16,1-1-3 0,0-1-4 0,-1 0-1 15,-1 0-1-15,1-1 0 0,-1-4-2 16,-1 2-9-16,0-4-49 0,-3 2-77 0,0-5-123 16,-5 1-198-16,2 0-306 0,-4-3-355 15,2 1-306-15,-1-1-110 0,0-1 406 0,0-4 641 16</inkml:trace>
  <inkml:trace contextRef="#ctx0" brushRef="#br2" timeOffset="176837.18">19083 13047 87 0,'0'5'611'16,"-1"-1"438"-16,1 2 171 0,0 1-83 0,0 4-375 15,3-1-241-15,2 2-121 0,1 0-72 0,2 2-54 16,1-2-44-16,3-2-50 0,-3 1-56 16,5-2-54-16,-3-5-33 0,5 0-17 0,-3 0-10 15,2-4-2-15,0-4-4 0,-2-2-5 0,2-1-59 16,-3-2-63-16,1-1-122 0,-3-2-202 15,0 1-303-15,-1 2-339 0,-3-3-258 0,2 1-111 16,-3 3 395-16,-2-2 607 0</inkml:trace>
  <inkml:trace contextRef="#ctx0" brushRef="#br2" timeOffset="177758.71">20743 12741 234 0,'0'0'508'0,"2"0"267"0,-2 0 146 16,0 3-134-16,0-2-157 0,-2-1-121 16,2 2-92-16,-2-1-63 0,2 1-28 0,0 1-6 15,-2 0-3-15,0 1-22 0,2 1-28 16,-3 1-35-16,2 1-49 0,-3 1-57 16,0 1-47-16,0 2-24 0,-1-1-15 0,1 5-9 15,-4 0-10-15,2 1-4 0,-1 0-3 0,-1 3-4 16,-1-2-4-16,3 0-2 0,-2 1-2 0,0-1 0 15,-1 2 0-15,0-2-4 0,0-1 0 0,1-1-11 16,2-3-44-16,1-1-78 0,0-3-96 16,0-6-161-16,4 0-277 0,-2-6-336 15,3-2-307-15,0-4-167 0,0-5 173 0,1-2 600 16</inkml:trace>
  <inkml:trace contextRef="#ctx0" brushRef="#br2" timeOffset="178003.19">20611 12828 102 0,'-3'7'568'0,"-1"1"413"0,-2 1 197 0,1-2-98 16,-4 4-338-16,4 0-206 0,0 2-85 0,1-1-62 15,0 3-54-15,1 1-46 0,-2-1-48 16,1 2-60-16,2 1-67 0,2-2-49 0,-1 1-27 16,1-3-17-16,1 2-11 0,1-2-5 15,2-5-4-15,1 1-1 0,2-3-2 0,-1-2 2 16,2-4-2-16,1-1-1 0,-1-1 1 0,2-4-2 15,1-1-8-15,0-1-44 0,0-1-63 16,1 1-66-16,0-2-117 0,-3 0-182 0,2 1-313 16,-1 2-275-16,-1 0-217 0,0 3-101 15,0 2 341-15,-1 1 543 0</inkml:trace>
  <inkml:trace contextRef="#ctx0" brushRef="#br2" timeOffset="178936.77">20963 14241 243 0,'-5'3'752'0,"-1"0"383"0,0-1 81 0,0 1-211 16,-2 1-246-16,2-1-179 0,-1 0-134 0,-1 0-86 15,2-2-62-15,-1 1-57 0,-2-1-74 16,3-1-63-16,-2-1-33 0,0-2-19 0,0 0-10 15,0 0-6-15,0-2-6 0,0 3-6 16,-3-3-5-16,3-1-6 0,0 4-3 0,-1-3-3 16,3 3-2-16,-4 0-1 0,4-1-1 0,-4 3-1 15,2-1-1-15,0 1-1 0,0 1-2 16,2-1 0-16,0 3-3 0,1-1-9 0,0 0-25 16,2 0-60-16,0 1-70 0,0-1-92 15,0-2-154-15,1 3-215 0,1 0-311 0,-1-2-247 16,2 3-186-16,0-4 62 0,3 2 483 0</inkml:trace>
  <inkml:trace contextRef="#ctx0" brushRef="#br2" timeOffset="179310.58">20699 14244 55 0,'-3'0'441'0,"2"2"378"0,-3 0 275 0,1 2-27 15,0-4-296-15,0 4-217 0,-3-2-158 16,3 0-98-16,-1 2-63 0,1-2-38 0,1 1-11 15,1 0-4-15,-1-1 4 0,2 1-8 0,-1-2-19 16,-1 1-23-16,0-2-28 0,2 1-29 16,0-1-26-16,0 2-25 0,0-2-12 0,0 1-7 15,0-1-3-15,0 0-3 0,0 0-1 16,0 0-2-16,0 0-1 0,0 0-1 0,0 0 0 16,0-1 0-16,0-1 0 0,2-1 1 15,-2-1 1-15,2-1 2 0,-2-2-2 0,0-1 1 16,1 0-1-16,-1 1 2 0,0-4-1 0,0 3-1 15,-1 0 0-15,-1 1 1 0,-3 1 0 16,4 0-1-16,-7 2 1 0,5-1 0 0,-2 4 1 16,-1 1-1-16,-1 0-1 0,0 1-1 15,-1 2-2-15,0 1-3 0,1 2-30 0,-2 0-65 16,3 0-59-16,-1 0-104 0,-1 0-168 0,3 0-305 16,-4-3-292-16,4 0-224 0,2-2-153 15,-2-1 258-15,0-1 561 0</inkml:trace>
  <inkml:trace contextRef="#ctx0" brushRef="#br2" timeOffset="180087.31">17920 14333 173 0,'-2'2'603'0,"0"0"384"15,-1 0 158-15,3-2-163 0,-1 1-322 0,1 0-218 16,0 2-142-16,1 0-96 0,2 0-61 16,1 2-42-16,0-2-27 0,3 1-15 0,2-1 3 15,1 0 7-15,-1 1-8 0,5 0 4 0,-1-3-7 16,-2 2-5-16,5-3-17 0,-3 2-19 16,1-4-4-16,-3 0-10 0,3 1 3 0,-3-2-6 15,0 0-3-15,-1 0-10 0,-2 0-32 0,-2 0-42 16,-3 2-120-16,1-1-183 0,-4-1-298 0,-2 2-280 15,0-1-238-15,-1 1-102 0,-2-2 360 16,0 0 518-16</inkml:trace>
  <inkml:trace contextRef="#ctx0" brushRef="#br2" timeOffset="180336.98">18109 14262 415 0,'10'0'833'0,"-1"0"303"15,-1 2 25-15,2-2-305 0,1 2-295 0,0 1-144 16,3 0-41-16,0 2-44 0,2-1-47 16,0 2-27-16,0-2-38 0,0 2-57 0,-2 2-57 15,2 1-40-15,-3-2-21 0,-1-1-17 0,-1 4-9 16,-3-1-7-16,0 0-1 0,-4 0-2 16,-2 1-2-16,-2 0-3 0,-2 2-1 0,-1-2-3 15,-3 0-1-15,-2 2-3 0,0 0-29 0,-1 0-72 16,-4 0-67-16,0 1-126 0,-1-1-180 15,2-2-320-15,-4 2-311 0,6-1-215 0,-1 0-94 16,2 2 379-16,3 0 544 0</inkml:trace>
  <inkml:trace contextRef="#ctx0" brushRef="#br2" timeOffset="181086.35">18133 15962 94 0,'3'-1'512'0,"0"0"355"0,1 1 171 16,-3-2-99-16,3 2-276 0,-1 0-210 16,3-2-146-16,-3 1-83 0,3 1-39 0,-1-3-33 15,2 0-43-15,-1-1-34 0,3-3-28 0,-2 0-17 16,1-1-9-16,0-3-6 0,-1-2-1 0,1 0-2 16,0 0-5-16,1-2 1 0,-4-1-4 15,3-2 0-15,-1 0-2 0,-1 2-15 0,3 1-59 16,-4 2-121-16,-2-1-164 0,0 3-295 0,-1 4-272 15,0 0-240-15,-1 2-17 0,1 2 355 16,-2 3 434-16</inkml:trace>
  <inkml:trace contextRef="#ctx0" brushRef="#br2" timeOffset="181320.52">18277 15681 163 0,'6'-9'475'0,"-1"-1"234"0,1 3 197 0,1-2-101 16,2 0-207-16,1 1-140 0,-1 0-77 16,4-1-48-16,-4 1-75 0,1 1-54 0,1 1-57 15,-3 0-37-15,0 4-26 0,0 1-12 0,-1 2-6 16,-2 3-12-16,2 5-10 0,-6 1-13 16,2 3-10-16,-3 1-9 0,0 2-6 0,0-1-9 15,-1 0-13-15,-1 2-39 0,-3-4-120 0,2 1-198 16,-2-4-289-16,1 0-274 0,2-4-253 15,-1-1-72-15,3-3 379 0</inkml:trace>
  <inkml:trace contextRef="#ctx0" brushRef="#br2" timeOffset="181953.53">19211 15702 8 0,'-3'-3'441'15,"2"2"433"-15,-3 1 287 0,0-2 1 0,-1 4-350 16,2-2-268-16,-2 2-177 0,4 2-109 0,-1 0-62 16,0 1-44-16,2 2-18 0,0 0-10 15,4 2-11-15,-3 1-13 0,2-2-17 0,2 3-11 16,-2 1-13-16,3-1-20 0,-1 2-15 16,2 2-16-16,-4-2-6 0,2 2-2 0,-2 0-18 15,0-1-48-15,0-1-49 0,-3 0-88 0,0 0-155 16,-1-2-255-16,-3-1-293 0,1-3-237 15,0 1-184-15,-2-5 165 0,-1-3 511 0</inkml:trace>
  <inkml:trace contextRef="#ctx0" brushRef="#br2" timeOffset="182185.65">19107 15648 247 0,'5'-7'713'0,"-4"0"323"15,2 2 82-15,-1-1-201 0,0-4-305 0,-1 1-227 16,3 1-130-16,-3-3-62 0,4 3-44 16,-2-1-41-16,5 2-39 0,-2 1-24 0,1 0-15 15,1 1-13-15,1 4-9 0,-1 1-3 16,1 3 2-16,1 3 0 0,2 3 0 0,-4 3 0 16,2 2-5-16,1 5-15 0,-3 0-58 0,-2-1-149 15,2 1-260-15,-2 0-279 0,1-2-270 16,-1-3-232-16,1-2 55 0,0-3 497 0</inkml:trace>
  <inkml:trace contextRef="#ctx0" brushRef="#br2" timeOffset="183032.65">21006 15658 329 0,'-2'-2'763'0,"-1"1"334"0,2-2 74 0,-3 3-286 16,1-1-291-16,2 1-199 0,-1-2-123 16,-1 2-83-16,3 2-63 0,0-1-39 0,5 2-25 15,-2 2-25-15,3 1-17 0,1 5-11 0,2 0-1 16,4 3-5-16,0-1-3 0,0 3 1 15,2 1 0-15,0 0-1 0,2-1-1 0,0-1 2 16,-3 0-5-16,3-2-20 0,-4-2-40 16,-2-2-103-16,-1 1-168 0,-6-5-295 0,1-2-276 15,-3 0-247-15,-2-3-121 0,0 0 296 0,-3-2 504 16</inkml:trace>
  <inkml:trace contextRef="#ctx0" brushRef="#br2" timeOffset="183253">20897 15673 16 0,'-5'-12'459'0,"5"0"404"16,-3-3 233-16,2 0 10 0,-3-2-317 0,3-2-288 16,-1-2-181-16,1 0-95 0,1-2-55 0,1 1-50 15,2 0-40-15,1 2-28 0,0 2-22 16,4 3-13-16,-2 3-10 0,2 3-1 0,4 7 1 15,-2 2 0-15,2 4 0 0,2 5-2 0,-2 4-8 16,0 2-38-16,0 4-113 0,-1 0-184 16,0 0-293-16,-3 1-269 0,0-2-258 0,-1-2-111 15,-1-1 331-15,-2-3 510 0</inkml:trace>
  <inkml:trace contextRef="#ctx0" brushRef="#br2" timeOffset="188555.84">17915 13312 109 0,'0'3'395'15,"-2"2"266"-15,1-3 208 0,-1 2-60 16,-1-2-186-16,2 0-100 0,-1 1-63 0,1-3-81 15,1 1-61-15,0-1-56 0,-2 0-46 0,2 0-27 16,0 2 5-16,0-2 23 0,0 0 9 16,0 0-9-16,0 0-17 0,0 0-28 0,0 0-39 15,2 0-40-15,-2 0-29 0,0 0-17 16,1 0-14-16,-1 0-9 0,0 3-8 0,2-3-5 16,-2 0-4-16,0 0-3 0,1 0-3 0,-1 0 8 15,3 0 7-15,-1 0 5 0,1 0 3 0,2 2 3 16,-2-2 6-16,2 3-6 0,1-2-4 15,2 1-2-15,-2-1-1 0,2 3-1 16,0-2 1-16,3 3-1 0,-1-2-1 0,1 0-1 16,1 1-2-16,-1-1 0 0,3 0-2 0,-2 0-2 15,0 0-1-15,1 0-1 0,-2-1-1 0,3-1 0 16,-3 1 1-16,-1-1 1 0,1-2 0 16,-2 1 2-16,1-2 0 0,1-1 0 0,-3 0 0 15,1 0-2-15,-1-2 0 0,1 3-1 16,1-3-2-16,-2 1-1 0,3 1 0 0,-1-2-1 15,-1 3 0-15,2-2 0 0,-1 3-1 0,1-1 0 16,1 1-1-16,-1-2 0 0,-1 3-1 16,2 0 0-16,-2 0 0 0,1 0 0 0,0 0 0 15,-1 0-1-15,-1 0 1 0,2 0-1 16,-3 0 0-16,0 0 0 0,0 0 0 0,-2-2 1 16,-1 2-1-16,-2 0 1 0,2 0 0 0,-2 0-1 15,0-3 1-15,1 3-1 0,0-2 1 0,-1 2-1 16,2 0 0-16,0 0 1 0,-2-1-1 15,3 1 0-15,-1 0 0 0,3-1 0 0,-2-1-1 16,2 0 1-16,-1 1-1 0,2-2 1 16,-3 0-1-16,2 0 1 0,2 0 1 0,-1 0 0 15,-1 0 0-15,2 0 0 0,0 0 0 16,0 0 0-16,-2 0 1 0,4 0-1 0,-3 0 0 16,0 1 0-16,4 0 0 0,-5-1 0 0,3 0-1 15,0 1 0-15,-2 1-1 0,3 0 1 16,-2-1 0-16,1 0 0 0,1-1-1 0,0 2 1 15,-1-2-1-15,2 3 0 0,0 0 0 0,-4-2 0 16,3 2 1-16,1-3-1 0,-3 3 0 16,4-2 0-16,-4 2 0 0,4 0-1 0,-5-1 1 15,4 1 0-15,-1 0-1 0,1-1 0 16,0 1 1-16,-1-2-1 0,1 2 1 0,1 0-1 16,-1-2 1-16,3 2 0 0,-2-1 0 0,0 1-1 15,1-1 0-15,-1-1-1 0,-2 2 2 0,0-2 0 16,2 0 1-16,-3 0 0 0,1 0-1 15,-1 1 2-15,-1-2-2 0,1 2 0 0,-1-1 1 16,-1 1 0-16,2-1-1 0,-1 1 1 16,-2-1 0-16,1 2 0 0,-3-1 0 0,2 1 0 15,2 0 0-15,-1 0-1 0,-1 1 1 0,0-1-1 16,-2 2 0-16,4-2 0 0,-2 0 1 16,-2 0-1-16,1 0 0 0,2 0 0 0,-5-2 1 15,4 2-1-15,-1-1 1 0,2 1-1 0,-1-2 1 16,0 0-1-16,2 0 1 0,0 0 0 15,2 1-1-15,2-1 1 0,-3 1-1 0,0 0 1 16,5-1-1-16,-2 2 1 0,0-2-1 0,2 1 0 16,1 1 0-16,-2-1 0 0,0-1 0 15,2 2 0-15,-4-2 0 0,2 1 0 0,-1 1 0 16,-3-1-1-16,0-1 1 0,2 0 0 16,-4 1 1-16,1-1-1 0,1 1 0 0,-3-2 0 15,0 3 0-15,1-2 1 0,-3-1-1 0,1 1 0 16,-1 1 0-16,1 0 1 0,0-1-1 15,0 2 0-15,-1-2-1 0,1 2 1 0,2 0 0 16,-1 0-1-16,1 0 1 0,-1 2-1 16,3 0 0-16,2-1 1 0,-1 2 0 0,0 0-1 15,0-1 1-15,2 2-1 0,-1-1 0 16,1 1 0-16,-3 0 0 0,2-1 0 0,1 0 0 16,-2-1 0-16,-2 0 1 0,1 0 0 0,-1-1 1 15,1 1 0-15,-3-2-1 0,2 1 1 0,-1 0-1 16,-3-1 1-16,2 2-1 0,0-2 0 15,1 2 0-15,-1-2 1 0,-1 1 0 0,1-1 0 16,-2 2 0-16,3-2 0 0,-1 0 0 16,1 1-1-16,0-1 0 0,0 0 1 0,-1 2-1 15,5-2 1-15,-4 0-1 0,3-2 1 0,0 2-1 16,-1 0 1-16,0-1 0 0,3-1 0 0,-1 1 0 16,3 1 0-16,-2-2 0 0,0 2 0 15,2-2-1-15,1 2 1 0,-2 0-1 0,0 0 0 16,2 0 0-16,-4 0 1 0,2 0-1 0,-3 0 1 15,1 0-1-15,-2 0 1 0,0 0-1 16,-1 0 1-16,-1 0 0 0,1 0 0 0,-2-1 0 16,0 1 1-16,-2-1-1 0,3 1 1 15,-2 0-1-15,-1-2 0 0,2 2 0 0,0 0 0 16,0-1-1-16,-2-1 0 0,1 2 0 16,2-2 1-16,-3 0-1 0,1-1 0 0,1 0-1 15,1-1 0-15,-3-3 1 0,2 3-2 0,0-1 2 16,0-1-1-16,0 2 1 0,0-2-1 15,-2 1 1-15,3 1-1 0,-2 1 0 0,-1 0 0 16,1 0-1-16,-1 1 1 0,2 0 0 16,-4 2-1-16,1 0 0 0,2 0-1 0,-4 0 1 15,0 2-1-15,0-2 0 0,2 0 0 0,-4 0-7 16,1 0-11-16,-2-2-17 0,0 2-33 0,-2 0-78 16,-4-2-114-16,2 2-215 0,-5-2-294 15,-2 2-366-15,0 2-416 0,-1 0-160 0,-4 2 395 16,3 0 795-16</inkml:trace>
  <inkml:trace contextRef="#ctx0" brushRef="#br2" timeOffset="190345.34">17893 14327 4 0,'-3'2'366'0,"-1"0"337"15,0 1 295-15,-1 0 93 0,0-1-290 16,1 0-241-16,0 1-127 0,1-1-75 0,2-1-18 16,-3 1 7-16,3-1-26 0,-1-1-31 0,2 2-35 15,0-2-44-15,-1 0-59 0,1 0-55 16,0 0-31-16,0 0-21 0,0 0-12 16,1 0-7-16,-1-2-6 0,0 2-3 0,0 0-2 15,2-1-1-15,-2 1 2 0,0 0 0 0,1 0-2 16,-1 0 2-16,4 0 2 0,-3 0 1 0,2-2 0 15,4 1 3-15,2-1 3 0,1 1 0 16,-1-1-5-16,4 2-4 0,-1 0-2 0,1 0-3 16,3 0 1-16,0 2 1 0,1-1-1 15,0 2-1-15,-1-1 1 0,3-1-2 0,-1 1-5 16,1-1 3-16,1 1 0 0,-1-1 1 0,0-1 1 16,0 2 1-16,3-1 0 0,-3 1-3 0,2-1-1 15,-1 1 1-15,1-1 0 0,-2 0 0 16,3 3 1-16,0-2-1 0,-3 2 1 0,3-2-2 15,-1 0-1-15,-2 1-1 0,1 0-2 16,-1 0 0-16,0-1-1 0,0-2 1 0,0 2-1 16,-3 1 0-16,3-3-1 0,-3 1 1 0,1-1 0 15,-1 0-1-15,1 0 2 0,-1 0-1 16,0 0 0-16,0-1 0 0,0 1 1 0,-2-3 0 16,3 1 0-16,-2 2 0 0,0-2 0 15,0 2 0-15,-1 0-1 0,0-5 0 0,0 4-1 16,-1 0 0-16,3-1 0 0,-4-1-1 0,1 2 1 15,1-1-1-15,-1 0 0 0,3 1 0 0,-3 0-1 16,0-3 0-16,0 4 0 0,3-1 0 16,-2 0 0-16,0 1 1 0,1-2-1 15,0 2 0-15,-2 0 0 0,2 0 0 0,0 0 0 16,-2 0 1-16,3 0-1 0,-3 0 2 0,0 0 0 16,2 0 0-16,-1 0-1 0,-1 0 1 0,2-1 0 15,-2-1 0-15,3 1 0 0,-3-1 0 16,1-1 1-16,3 0-1 0,-2 0 0 0,0 0 0 15,1-1 0-15,1-1-1 0,2 1 1 16,-3 0 1-16,3-1-1 0,0-1 1 0,0 4-1 16,3-4 0-16,-3 0 0 0,3 1-1 0,0 1 1 15,-2 1-1-15,0-1 0 0,0-1 1 16,0 2-1-16,0 0 0 0,-3 0-1 0,3 0 1 16,-5 0 0-16,1 1-1 0,1-3 1 15,0 2 0-15,-2-1-1 0,0 4 0 0,-2-4 1 16,2 2-1-16,0-3 1 0,-2 3 0 0,1-3-1 15,-1 1 0-15,0 1 0 0,1 0 0 0,-3-1-1 16,3 0 1-16,-3 2 1 0,2-1-1 16,0 1 1-16,0-1 0 0,-1 2 0 0,-1 1 0 15,2-2 1-15,-1 1 0 0,1 1 0 16,-1 0 0-16,0 0-1 0,-1 0 1 0,3 0-1 16,-3 0 1-16,3-2-1 0,-3 2 2 0,2-1-1 15,1 1-1-15,-1 0 1 0,3-2-1 16,-3 1 1-16,2-1-1 0,0 2 0 0,0-1 1 15,1-1 0-15,0 1 0 0,1 0 0 16,1 1 0-16,-2-2-1 0,2 2 1 0,1-2-1 16,-3 2 1-16,3 2-1 0,-1 0-1 0,-1 0 0 15,1 1 0-15,-3 0-1 0,2 2 2 0,-4-2-2 16,0 0 2-16,1 0 0 0,-3 0-1 16,2-1 1-16,-5 0-1 0,1-2 0 15,-1 0 1-15,1 0-1 0,0-2 1 0,-1 1 0 16,-2-2 0-16,1 0 0 0,0 0 0 0,-1 0 0 15,1 0 0-15,-1 0 0 0,0 2-1 0,1-2 1 16,-3 1 0-16,1 0 0 0,0 0 0 16,-1 0 0-16,1 1 0 0,0 1-1 0,-2-1 0 15,0-1-1-15,1 2 0 0,0 0-1 16,-2 0 0-16,1 0 0 0,0 0-1 0,-1 0-6 16,-1 0-11-16,-1 2-17 0,0-2-40 0,-1 1-84 15,-4-1-156-15,0 1-264 0,-3 1-318 16,0 0-403-16,0-1-412 0,-6-1-7 0,1 0 754 15</inkml:trace>
  <inkml:trace contextRef="#ctx0" brushRef="#br2" timeOffset="191519">17597 13609 165 0,'0'-1'453'0,"0"-1"248"16,0 2 180-16,0-1-129 0,0-1-145 15,0 1-99-15,0 1-77 0,0 0-65 0,0-2-56 16,2 2-50-16,-2 0-32 0,0 0-12 0,3 2 5 16,-3-2 8-16,0 1-6 0,0 1-23 15,0 1-33-15,-3 1-38 0,3 2-38 0,0 0-31 16,-2 0-21-16,2 3-13 0,0-1-9 15,0 1-6-15,0 1-4 0,0 1-3 0,0-1 0 16,2 4-1-16,-2 1-1 0,0 0 0 0,4 1 1 16,-4 2 0-16,2 0 1 0,-2 3 0 0,1 2 1 15,-1-3 1-15,0 5-2 0,0-3 2 16,0 0-2-16,0 1-1 0,0-3-1 0,0-1-1 16,0-2 1-16,0-4-1 0,-1 1-1 15,1-5 0-15,0-1-1 0,-2-3 2 0,2 0-1 16,0-2-1-16,0 0 2 0,-1-2-1 0,-2-1 0 15,1 0-1-15,2 0 1 0,-3-1 0 16,2 1-3-16,-1-2-3 0,-1 2-15 0,0 0-29 16,-1 0-55-16,-1 0-53 0,1 2-52 15,-2 1-70-15,1 0-97 0,0-2-115 0,0 1-114 16,0-2-229-16,1 0-227 0,-1-2-120 0,2 1 150 16,2-4 375-16</inkml:trace>
  <inkml:trace contextRef="#ctx0" brushRef="#br2" timeOffset="191873.69">17482 13971 102 0,'-2'3'346'0,"0"3"185"15,2-2 155-15,0 2-90 0,0 1-114 0,0 3-55 16,2-1-23-16,0 4-6 0,-1-1-21 15,1 3-41-15,1 0-55 0,-1-2-61 0,1 5-50 16,0-4-44-16,0 0-36 0,0-1-24 16,2 1-21-16,0-2-12 0,-1-4-13 0,1 4-7 15,0-5-2-15,0-1-5 0,1-2 0 0,0-2-1 16,1-1-1-16,-1-2 2 0,1-2-1 16,2-3-1-16,-3 0 0 0,2-3-4 0,0-3 3 15,1-2-4-15,-1 1-1 0,0-2 1 0,0-1-5 16,1-3-3-16,0 1-22 0,-3-1-71 15,-1 0-131-15,-2 0-208 0,1-2-282 0,-2 3-264 16,0 1-207-16,-6-2 77 0,2 1 414 16</inkml:trace>
  <inkml:trace contextRef="#ctx0" brushRef="#br2" timeOffset="192200.78">17458 13573 247 0,'3'-4'692'0,"-1"1"322"0,-1 1 87 0,1-3-222 16,0 3-289-16,-1-3-212 0,2 2-129 0,-1-1-63 15,2-1-41-15,1-1-29 0,0-1-23 0,1-2 5 16,2-1 17-16,2-3 20 0,-1 0 7 15,1-1-1-15,1 1-11 0,-2-1-27 0,-1 4-34 16,-1-1-26-16,0 2-21 0,-2 1-11 16,2 4-2-16,-3 0-4 0,0 0 1 0,0 4 0 15,-2 0 4-15,4 4 3 0,-3 0 2 0,0 5-1 16,-1-1 0-16,0 5-4 0,-2 1-3 16,0 1-17-16,0 1-59 0,-4 1-57 0,1 0-120 15,-2-2-205-15,-1 2-301 0,-2-2-309 16,4-1-229-16,-5 1-92 0,0-3 398 0,-2-2 565 15</inkml:trace>
  <inkml:trace contextRef="#ctx0" brushRef="#br2" timeOffset="192819.18">16963 13866 124 0,'2'-2'495'0,"-1"-1"330"16,-1 1 229-16,0 1-61 0,0 0-267 16,-1-3-188-16,-1 3-78 0,0-2-12 0,1 1-45 15,-2 1-63-15,-3 0-48 0,1-3-44 16,-2 4-55-16,1-1-69 0,-5 1-43 0,3 1-27 16,0 3-14-16,-1-2-14 0,-2 4-9 0,1 2-5 15,0 3-4-15,1 2-3 0,1 4-2 16,2 2 0-16,1 4-1 0,2-1-1 0,3 3 0 15,0 0-1-15,3 0 0 0,2-2-2 0,1-4 0 16,4-4-1-16,1-1 1 0,0-4 0 16,3-5 1-16,0-7 1 0,-1-4 1 0,4-7 1 15,-1-9-2-15,-2-3 0 0,-1-7-1 16,1-4-2-16,-1-3-1 0,-1-4 2 0,-2 0 0 16,0-1 3-16,-1-1 1 0,-3 3 2 0,-1 2 1 15,-3 3 2-15,-1 1 1 0,-4 5 5 0,2 4 6 16,-6 4 6-16,2 4 3 0,-2 6-1 15,0 2-1-15,-1 7-7 0,2 4-7 0,-2 6-6 16,4 4-4-16,-3 5-3 0,6 6-1 16,1 2-2-16,0 5 2 0,1 2 0 0,4 5 0 15,1-1 1-15,3 4 0 0,0 0 1 0,0 0-5 16,5-1-17-16,-3-3-61 0,3-1-77 16,-2-6-151-16,0 0-275 0,1-4-324 0,-2-3-388 15,0-2-296-15,0-3 4 0,-3-1 689 16</inkml:trace>
  <inkml:trace contextRef="#ctx0" brushRef="#br2" timeOffset="199245.42">28288 1195 126 0,'5'-10'414'0,"-2"-1"250"0,1 4 215 15,0-2-66-15,1 1-157 0,0 2-115 0,3-2-76 16,0 1-75-16,0-1-82 0,1 3-80 0,4-1-50 16,-4 3-40-16,5-1-17 0,2 6 15 0,0 3 9 15,0-1-2-15,-1 3 2 0,2 3 2 0,-2 0-16 16,-2 2-31-16,-2 4-13 0,-3 0-5 0,-3 0-17 16,-2 4-17-16,-5 1-8 0,1 3 0 0,-6-2-5 15,-2 4-8-15,-2-1 8 0,-4 0 5 0,0 3 1 16,-4-3-7-16,0 2-1 0,-2-1 0 0,-1-1-18 15,3 1-7-15,-3-1-1 0,0 0 0 0,3 0-2 16,2-2-1-16,0-4 5 0,2-1 0 16,4-3-4-16,3-2-2 0,-1-1-3 0,4-1 0 15,2-2-1-15,-1-2-2 0,4 1-1 0,4-1 0 16,0 1 0-16,3-2 1 0,3 0-1 0,3 0 1 16,3-1 0-16,2-3 6 0,0 3 3 15,3-3 4-15,3 0-5 0,-1 0-3 0,3-1-9 16,0-1-22-16,0-1-40 0,-4-3-69 0,2 2-65 15,-2-4-135-15,-3 0-196 0,-2-3-300 0,4-2-306 16,-5-1-217-16,-1 0-88 0,1-1 437 16,0-2 562-16</inkml:trace>
  <inkml:trace contextRef="#ctx0" brushRef="#br2" timeOffset="199650.13">28880 1326 102 0,'0'-3'605'0,"-3"1"447"0,1 0 174 0,0 0-92 16,0 0-328-16,2 2-212 0,-2 0-149 0,2 0-102 16,-2 2-70-16,1 0-55 0,-1 2-57 0,1 1-62 15,-3 6-36-15,0 4-19 0,-1 2-11 0,-4 6-5 16,1 2-3-16,-4 2-9 0,4 4-6 16,-2-2-4-16,2 1-1 0,3-3-4 0,1-3-6 15,3-3-1-15,2-5 2 0,3-2 1 0,1-6 1 16,3-3 0-16,2-6 1 0,2-5 3 0,0-6 6 15,4-5-3-15,0-4 0 0,3-6-1 0,-2-1 0 16,1-4-1-16,-1-1-7 0,-1 0 4 0,-1-1 3 16,-2-2-1-16,0 4 2 0,-4 0-1 0,-1 0 1 15,-1 1-2-15,-1 1 0 0,-3 4 7 0,-2 2 5 16,1 4 6-16,-2 2 2 0,-2 5 1 0,-1 3 0 16,-3 3-6-16,2 7-7 0,-4 5-4 15,-1 4-3-15,-3 6-2 0,-1 6-1 0,4 3 1 0,-4 4-1 16,0 6-1-16,3 3-2 0,-2 2 2 15,1 3 1-15,0 2-1 0,2 0 1 0,1 0 0 16,-1-2 1-16,4-2-1 0,3-2-3 0,1-5-6 16,2-5-18-16,2-2-35 0,3-8-62 0,1-2-61 15,1-7-111-15,-2-3-165 0,2-6-250 0,3-3-281 16,-1-5-235-16,2 0-164 0,-1-4 224 16,1-3 530-16</inkml:trace>
  <inkml:trace contextRef="#ctx0" brushRef="#br2" timeOffset="200050.24">29253 1253 437 0,'3'0'916'16,"-1"0"296"-16,-2 0-26 0,-2 2-337 0,1 0-289 15,-1 1-165-15,0 1-90 0,2 2-35 0,0 3-34 16,-1 0-29-16,1 3-30 0,0 2-49 15,-2 0-48-15,2 4-35 0,0 0-21 0,2 4-12 16,-2-1-7-16,1 1-2 0,3-1-2 0,-1 3-1 16,0-2 1-16,0 1 2 0,2 0 2 0,-2-2-2 15,3-2 3-15,-1 2 1 0,0-4-1 0,-2-1-4 16,0 0 2-16,-1-4 0 0,0 2-2 16,-2-3-3-16,-4-1 1 0,1-1 3 0,-2 0-2 15,-1-3-1-15,-3 0-2 0,1-2 2 0,-4 1-2 16,2-4-7-16,-2-1-25 0,3 0-37 0,-2-2-42 15,1-3-37-15,1 0-33 0,1-1-28 16,-1 1-7-16,0-3 14 0,3 1 19 0,0 1 8 16,1 0-3-16,1 1-2 0,0 3 1 0,3-2-3 15,1 1-11-15,0 2-15 0,1-2-24 0,4 1-27 16,3-1-41-16,-2 0-38 0,4 0-46 0,1 0-78 16,3-2-129-16,0-1-30 0,4 2 77 15,0-3 148-15,2-1 156 0</inkml:trace>
  <inkml:trace contextRef="#ctx0" brushRef="#br2" timeOffset="200251.43">29618 1463 87 0,'-3'4'675'0,"1"2"477"16,-2 3 125-16,1 1-93 0,0 4-284 0,-1 1-306 15,1 4-181-15,0 2-97 0,0 4-58 16,-2-2-59-16,3 3-85 0,1-1-55 0,-4-1-27 15,5-5-16-15,5-1-8 0,-4-4-6 0,2-3-2 16,2-2-5-16,0-6-36 0,0-4-69 0,0-6-81 16,-4-4-157-16,3-3-266 0,-2-4-324 15,1-1-314-15,-1-3-200 0,0 0 87 0,-1-2 599 16</inkml:trace>
  <inkml:trace contextRef="#ctx0" brushRef="#br2" timeOffset="200417">29651 1144 34 0,'-3'-19'551'0,"2"5"474"0,-3 2 206 0,0 3-90 16,-1 3-358-16,2 2-344 0,0 2-199 0,-4 6-111 16,2 0-56-16,0 2-35 0,0 4-17 0,0 1-8 15,2 1-7-15,0 1-4 0,1 1-2 16,2 1 3-16,0 0-22 0,2-1-86 0,-2 3-163 16,0 0-298-16,0-1-264 0,0 2-265 0,-2 0-156 15,2 0 225-15,0 2 514 0</inkml:trace>
  <inkml:trace contextRef="#ctx0" brushRef="#br2" timeOffset="200835.79">29628 1642 313 0,'-3'10'893'0,"1"0"346"0,0-3-15 0,1-1-259 16,1-3-368-16,1 1-241 0,3-4-99 0,0-2-48 15,4-3-27-15,2-1-26 0,2-6-18 0,1 0-39 16,4-3-44-16,1-1-26 0,-1-2-13 15,0-1-7-15,0 3-4 0,-2 0 11 0,0 1 25 16,-2 1 9-16,-1 2 6 0,-4 3 1 0,-1 2-1 16,0 2-1-16,-2 2-12 0,-2 1-2 0,-2 6 2 15,-1 0 5-15,0 2 5 0,0 3-4 0,-3 3-3 16,0 0-13-16,0 2-9 0,0 0-10 0,-1 2-5 16,0 1-5-16,2-1-7 0,1 1 1 0,1-1 1 15,0-5-1-15,1 1-1 0,3-1-1 0,2-6 8 16,2-2 2-16,1-3 2 0,7-6 1 15,-2-2 0-15,3-5-1 0,3-2-5 0,-2-3-5 16,1 1 0-16,-3-1 0 0,1 3 1 0,-4 1 0 16,-1 3 1-16,-3 2 0 0,-3 1 0 0,1 2-1 15,-4 3 0-15,0 1 0 0,-1 2 0 0,-1 2 1 16,-1 3-1-16,0 1 2 0,0 0 1 0,0 3 0 16,-1 0-1-16,1 1 0 0,-2 0 1 0,0 1-1 15,1 1-10-15,-1-3-34 0,1 2-77 0,-3-2-92 16,3 0-170-16,-1-3-297 0,1-2-335 15,1-1-342-15,0 0-181 0,3-3 186 0,2-2 671 16</inkml:trace>
  <inkml:trace contextRef="#ctx0" brushRef="#br2" timeOffset="201283.89">30343 1088 326 0,'3'-10'850'0,"-2"3"346"15,-1-1 13-15,0 1-261 0,0 2-313 0,0 4-218 16,0 2-102-16,2 5-48 0,1 1-30 0,-2 4-31 0,-1 3-28 16,0 0-28-16,0 4-37 0,0 5-30 15,-1-2-17-15,-2 6-12 0,1 5-11 0,-2-1-12 16,0 3 1-16,0 4-4 0,0-1-3 0,-1 1-5 0,2 1-2 16,-1 0-1-16,2 0-7 0,1-1-9 0,2-1-6 15,1-4-3-15,1-3-3 0,1-1-1 0,1-5-2 16,2-3 6-16,1-6 2 0,1-4 1 15,1-5 1-15,1-5 2 0,1-4 1 0,1-5 1 16,1-1 1-16,0-6 7 0,-1-1 3 0,3-3 1 16,-3-4 1-16,1-2 4 0,0 0-6 0,0-5-3 15,-1-1-1-15,2-4 0 0,-2-4 1 0,3-1 1 0,-2-4 7 16,2-2 3-16,-2-2 4 0,2 0 3 16,-3 0 0-16,0 3 2 0,-3 3 0 0,0 3 4 0,0 7 0 15,-3 5 2-15,-2 3-1 0,0 7-3 0,-2 1-4 16,0 6-7-16,-3 1-8 0,4 2-6 15,-3 2-3-15,-1 2-1 0,0 1-1 0,-1 6-1 0,-3 2 1 16,1 2 0-16,-2 4 0 0,-1 3-1 0,-2 2 0 16,0 6 0-16,2-1-2 0,-2 3 0 0,-3 3-1 15,1-2-9-15,2 3-17 0,-4-1-33 0,2 1-76 16,-1-2-124-16,0-2-222 0,2-1-297 0,1-1-357 0,0-4-399 16,2-2-151-16,-1-2 462 0,4-2 749 15</inkml:trace>
  <inkml:trace contextRef="#ctx0" brushRef="#br2" timeOffset="201518.03">30333 1202 139 0,'-2'4'677'0,"1"1"389"0,1-3 101 16,1 4-114-16,3-4-412 0,2 4-298 0,5 0-144 15,-2-1-71-15,3 1-37 0,3-2-26 0,0 1-24 0,3 0-13 16,-2-2-16-16,2 3-9 0,-1-3 3 16,0 0 1-16,2 1 10 0,-3 0 4 0,1 1 4 15,0-2 2-15,1 2-58 0,-2 0-157 0,2-1-313 0,-2 0-271 16,1-2-265-16,-3 0-243 0,0 1 91 0,-2-2 543 16</inkml:trace>
  <inkml:trace contextRef="#ctx0" brushRef="#br2" timeOffset="202816.56">30709 1027 123 0,'4'0'398'0,"-1"0"226"16,-2 1 170-16,1-1-117 0,1 0-145 0,0 2-89 0,-3-2-49 15,1 0-35-15,1 0-34 0,0-2-42 0,-2 0-48 16,1-3-49-16,3 1-32 0,-4 0 9 0,1 0 36 16,1 2 34-16,-2 0 6 0,1-1-6 0,-1 0-22 15,0-2-43-15,2-1-48 0,-2 0-43 0,2-1-25 16,-2-1-14-16,0 1-11 0,0-1-5 0,0 2-2 15,0-1-2-15,0-2-1 0,0 3-4 0,0-1-1 0,-2-2 2 16,2 3-2-16,-2-1-1 0,2 1 1 0,-1-1 0 16,-1 1 2-16,1 0-2 0,-1 0 1 0,0-1 2 15,1 0-2-15,-3 1 0 0,1 0-1 0,-1 0-4 16,1 0-2-16,0-1-2 0,-1-1-1 16,-1 2 0-16,1 0 0 0,-1 1 1 0,-3 0-1 15,4 0 0-15,-3 3-1 0,1-3-1 0,-1 2 1 16,0-2-1-16,-1 3 1 0,1-2 1 0,1 2-2 15,-3-2 0-15,2 3 0 0,1-3-1 16,-1 3 2-16,3 0-2 0,-2-1 1 0,1 0 0 16,2 2-1-16,-2-1 1 0,2 1 0 15,-2 0 0-15,0 0-1 0,2 0 0 0,-3 0 0 16,-1 1 0-16,3-1 0 0,-1 0 0 0,0 2 0 16,-3-2 0-16,4 2 1 0,-1-2-1 15,-2 0 0-15,2 1 0 0,2-1-1 0,-3 1 1 16,3-1-1-16,0 0 0 0,0 2 1 15,-1 0-2-15,1-1 1 0,0-1-1 0,0 4-1 16,-2-3 1-16,1 1 0 0,1 3 1 0,-2-3 0 16,1 2 0-16,0 1 1 0,0-2 0 0,1 0 0 15,-3 0 0-15,3 0 0 0,-2 1 1 0,2 2-1 16,0-1 1-16,0-2-1 0,-2 1 1 0,0 1 0 16,1-1 0-16,-1 0 0 0,0 0-1 0,2 1 0 15,-4-2 0-15,4 4-1 0,-2-3 1 0,-1 3-1 16,3-1 0-16,-2 0-1 0,4 1 2 0,-4 0-1 0,2-1 0 15,1 3 0-15,-1-1 0 0,1-1 1 0,1 1-1 16,-2-1 0-16,1 3 0 0,2-2-1 16,-1-1 1-16,1 1 1 0,0 1 0 0,-3 0 0 0,3 0 0 15,-2-1 0-15,0 3-1 0,1-3-5 0,1 3-14 16,-2-2-32-16,1 0-64 0,1-1-70 0,-4 1-98 16,1-4-154-16,0 0-208 0,0 1-300 0,-2-1-227 15,5-3-175-15,-1 2 99 0,2-3 465 0</inkml:trace>
  <inkml:trace contextRef="#ctx0" brushRef="#br2" timeOffset="203266.64">31122 1219 68 0,'-6'-5'533'15,"1"3"416"-15,0-2 210 0,0 3-68 0,2 0-365 16,0 1-283-16,0-2-167 0,3 0-106 0,-3 2-65 16,3 0-37-16,3 0-26 0,-3 2-19 0,3 1 28 15,3 1 56-15,1-1 28 0,2 4 12 0,5 0 4 16,-1-1-3-16,1 2-32 0,2-4-49 0,1 2-29 15,-1 0-19-15,5-1-6 0,-2-1-5 0,0 0-4 0,0 0-2 16,0-2 4-16,0 0 1 0,-4 0-7 16,0-1-55-16,-2 3-56 0,-4-4-94 0,-1 0-164 15,-7 1-272-15,-1-1-314 0,-1 1-229 0,-2 2-143 0,-4 0 214 16,-4-1 524-16</inkml:trace>
  <inkml:trace contextRef="#ctx0" brushRef="#br2" timeOffset="203434.09">31057 1348 330 0,'-4'4'689'0,"-1"1"249"0,1 0 48 16,4-1-296-16,0 1-273 0,0-2-188 0,4 1-109 15,1 1-51-15,2 0-22 0,-1-1-9 0,6-1-9 0,2 0-2 16,-1-2-6-16,4 2-4 0,0-3-6 16,4 1 1-16,0-1-1 0,2 2-1 0,1-2-28 15,1-2-83-15,2 2-136 0,-5 0-299 0,4 0-236 0,-1 2-182 16,-2 0-25-16,3 1 255 0</inkml:trace>
  <inkml:trace contextRef="#ctx0" brushRef="#br2" timeOffset="204143.31">31988 1173 107 0,'3'-4'596'0,"1"-1"424"0,-4 0 170 16,1 3-142-16,1 0-358 0,-1 0-279 15,-1 1-181-15,4-1-105 0,-4 2-49 0,1 2-11 0,3-1 20 16,-1 4 46-16,3 4 44 0,-2 1 21 0,3 4 31 15,-1 1-5-15,1 4-29 0,2 1-31 0,-4 2-35 16,3 2-21-16,-2 2-38 0,2-1-18 0,0 2-12 16,-3 0-15-16,1 0-5 0,0 0-6 0,2 0-1 15,-3-2-4-15,0 1 0 0,-1-2-1 0,1-1-3 16,-2-2 1-16,1-3-1 0,0 0-1 0,-1-5 0 16,-1-1-2-16,-1 0 0 0,3-6 0 0,-4 1 2 15,0-3 0-15,0-2 1 0,1-4 1 0,-1 0 0 16,2-4 0-16,-2-3-1 0,0-2 0 0,0-1-3 15,0-1 1-15,0-1 2 0,0-2 5 0,-2 2 3 16,1 0 0-16,-3-1 3 0,1 1 1 0,0 2-3 16,-3 2-2-16,3-1-2 0,-4 2-1 0,3 1-1 15,-1 3-1-15,0 0-2 0,-3 4-1 0,4 1-1 16,-1 1-2-16,-3 4-1 0,0 0 0 0,-1 6 1 16,0 1 0-16,0 2 1 0,-2 2 1 0,1-1 1 15,-1 3 0-15,1 3-1 0,-3-1 1 0,0 2-1 16,0 2 0-16,1-3-1 0,-2 3-1 0,1-1 1 15,-1-1-1-15,-1-1-1 0,1 0-2 0,2-3-2 16,0 1-15-16,-2-5-36 0,1 1-67 0,0-3-84 16,-4-2-166-16,2 0-277 0,-1-2-319 0,-1-2-329 15,0 0-215-15,2-5 107 0,0 0 649 0</inkml:trace>
  <inkml:trace contextRef="#ctx0" brushRef="#br2" timeOffset="211401.49">28356 11828 194 0,'4'3'487'15,"-3"-1"238"-15,-1-2 132 0,2 1-183 16,-1-1-199-16,1 3-106 0,-2-3-63 0,2 0-33 15,-1 0-28-15,-1 0-33 0,4 0-43 16,-4 0-42-16,3 0-16 0,-2 0-14 0,4 0-15 16,-2-3-8-16,2 1-2 0,0-2 2 0,-1 2-26 15,4-2-15-15,0 2-10 0,-2-3-2 0,4 2-6 16,-2 0-5-16,3-1-2 0,-2-1-2 16,3 2 2-16,0 0-3 0,-1-1 0 0,2 1 2 15,-1 0 0-15,0-2-1 0,0 2-4 16,-1 0 0-16,2 0-1 0,-4 0 54 0,3 0 54 15,-2 1 55-15,2-2 26 0,-1-1 7 16,-2 1-4-16,1-2-47 0,-1 0-45 0,0-3-41 16,3 0-26-16,-4 0-13 0,1-1-9 0,4-1-4 15,-4 0-3-15,4 1-4 0,-4 0 1 16,3-2 1-16,0 3-3 0,-3 0-1 0,1 0 0 16,-1-1 1-16,-1 2-1 0,0 0 1 0,-1 1 1 15,0 1 1-15,-2-3 0 0,0 2-1 16,0-1 2-16,-2 0-3 0,0-1 0 0,0-2 0 15,1 3 1-15,-2-3-2 0,2-1 0 0,-3 0 2 16,2 0-1-16,1-2 0 0,-3 1 3 16,2 1-1-16,-1-1 1 0,1 0-3 0,-1 0 4 15,1 1 0-15,-1 1 1 0,0 0 0 0,0 0 5 16,0 2 7-16,-2-1 3 0,3-1 1 16,-3 3-1-16,1-3 0 0,-1 3-3 0,0-3-7 15,2 2-4-15,0 1-2 0,-1-3 1 16,1 1-2-16,-1-1-2 0,3 0 0 0,0 1-1 15,0-1 0-15,2 3-3 0,-3 0 0 0,0 1-1 16,0 2 0-16,-1 1-1 0,1 1 1 16,-1-1 0-16,1 4 1 0,-1 0 0 0,1 0 3 15,1 0 0-15,-2 2 0 0,1 2 2 0,-2-2 0 16,3 1-2-16,-3 0 2 0,2-1-1 16,1 1-1-16,-3-2-1 0,3 1-1 0,-1-1 2 15,-2 1-2-15,4 0 0 0,-2-2 2 16,2 0 0-16,-4 1 1 0,4-1-1 0,-2 1-1 15,1-1 1-15,0 2-1 0,1-1 0 0,-1-1-1 16,0 2 2-16,-1 0 0 0,2 0-2 16,-2-1 1-16,2 1 1 0,-4 0 2 0,5-2-2 15,-1 0 1-15,-2 1 0 0,1-1 0 0,-1 0 1 16,2 0-1-16,-4 0-1 0,1 0 0 16,-1 0 0-16,1 1 0 0,0-1-1 0,0 2 1 15,-2 0 2-15,0 1 4 0,2 0 5 16,-2 2 3-16,0 1 1 0,0 0-1 0,0 3-2 15,0-1-2-15,2 0-4 0,-2 1-4 16,0-1-1-16,1 2 0 0,1 0-1 0,-2 0 0 16,1-2 2-16,1 1-1 0,0 2 7 0,-2-2 6 15,3-1 2-15,-3 3 4 0,1-2 0 0,-1 2 2 16,0-2-1-16,0 1 0 0,0 3-1 16,-1-4-1-16,1 2-2 0,-3 0-1 0,3 1-5 15,0-1-4-15,0-1-3 0,-2 1-1 16,2 0 0-16,0 0-1 0,0-2-1 0,2 2-1 15,-2-1 1-15,0 0-1 0,0-1 1 0,1 2-1 16,1-2 2-16,-2 0-1 0,0 1 1 0,1-1 0 16,-1 1-1-16,0-2 0 0,0 0 0 15,2-1 0-15,0 2 0 0,-2 0 1 0,0-1-2 16,-2-1 1-16,0 2 0 0,2 1 0 0,0 0 0 16,0-1 0-16,-1 1 0 0,1 1 0 15,0 1-1-15,-2-1 0 0,1-1 0 0,1 0 0 16,0 1 0-16,1-2 0 0,1 0-1 15,-2-2 1-15,1 2 0 0,1-4-1 0,0 3 1 16,1-1 0-16,-2-3 0 0,3 2-1 16,0-1 0-16,1 1-1 0,-4-2 2 0,4 1-1 15,0-3 0-15,0 3 1 0,0-2-2 0,2 2 1 16,0-2-2-16,-1-2 2 0,2 0-1 16,1-1-1-16,-1 0 2 0,4-2 0 0,-2 0 0 15,3-2 0-15,0-3 0 0,1 2 1 16,0-1 0-16,0-3 1 0,2 1-1 0,-2-1-1 15,3 1 0-15,0-2-2 0,-3 0-6 0,2 0-24 16,-3 2-65-16,-1 0-72 0,-4 1-126 0,-2 2-233 16,1 2-313-16,-1 0-349 0,-3 3-253 15,-2 0-86-15,3 0 471 0,-4 2 652 0</inkml:trace>
  <inkml:trace contextRef="#ctx0" brushRef="#br3" timeOffset="-209065.15">17778 14491 189 0,'3'3'515'16,"0"-3"262"-16,0 0 131 0,-2 2-172 16,2-2-230-16,-3 1-129 0,2-1-81 0,1 0-38 15,-3 0-22-15,2 0-20 0,0 0-21 16,-1-1-33-16,2-1-29 0,1 1-21 0,0-1-11 15,-2 1-8-15,5 0 3 0,-3-1 34 0,1 2 32 16,-1 0 11-16,3-2-7 0,0 1-4 0,-2 0-10 16,2-1-36-16,-1 2-34 0,2-2-21 0,0 2-6 15,0-2-10-15,0 2-12 0,1 0-6 16,2 0-3-16,-1 0-2 0,2 0-6 0,-2 0-2 16,3 0 3-16,-3 0 0 0,3-3 1 0,-2 2 0 15,3 1 0-15,-2-2-5 0,0-1-4 16,-1 1-1-16,0 2-2 0,2-2 1 0,-4 2-2 15,1-3 1-15,-1 1 3 0,-1 2 2 16,2-1 2-16,-4 0 1 0,3-1 1 0,-1-1 0 16,-1 2-2-16,-1-1-3 0,2-1 0 15,-2 2-1-15,-1-3 0 0,2 3-1 0,-3-2-1 16,4 0 0-16,-2 2-1 0,-1-1 0 0,3 1 0 16,-1-2 0-16,0 3-1 0,1-3-1 0,-1 3 0 15,1 0-2-15,-1 0 1 0,1 0-1 16,0 1 0-16,3 1 1 0,-3-1-1 0,-2 1-1 15,3-2 0-15,0 1-1 0,-3 1 0 16,2-1-1-16,-3-1 1 0,1 2 1 0,0-1-1 16,-1-1 0-16,-2 0 1 0,1 2-1 0,-1-2 0 15,0 1 0-15,0-1 1 0,0 0-1 16,2 1 0-16,-1-1 0 0,0 0 0 0,1 2 0 16,1 0 1-16,0-1 0 0,0 0 0 15,1-1 0-15,-1 2 1 0,2 0-1 0,-1-1-2 16,0-1 0-16,1 1 0 0,-3 1 1 0,1 0 0 15,4-1 0-15,-6-1 0 0,1 1 0 16,0 1 0-16,2 1 0 0,-6-3 0 0,5 2-1 16,-3-2 0-16,-1 0 0 0,-1 0 1 15,3 2 0-15,-4-2 0 0,1 0 1 0,-1 3-1 16,2-3 1-16,-2 0 0 0,1 0-1 0,-1 0 2 16,0 0-1-16,0 0 0 0,0 0 1 0,0 1 1 15,0-1-1-15,0 0-1 0,0 0 2 16,0 0-1-16,0 0-1 0,0 0-1 0,0 1 2 15,0-1-1-15,0 0 0 0,0 0 4 16,0 0 2-16,0 0 1 0,-1 0 2 0,1 0-2 16,-2 0 2-16,1-1-5 0,-3 1-2 0,3-1-1 15,-2 1-2-15,-2-3 0 0,1 3-3 16,-1-2 0-16,0 0-10 0,0 2-21 0,-1-3-69 16,-4 1-90-16,4 1-193 0,-4 1-284 15,4 1-340-15,-2 4-411 0,0-1-249 0,-1 1 192 16,-2 5 807-16</inkml:trace>
  <inkml:trace contextRef="#ctx0" brushRef="#br3" timeOffset="-206699.43">18049 15566 220 0,'-3'4'476'0,"2"-3"234"0,-3 1 161 0,1-1-150 16,-2 1-135-16,3-2-85 0,0 1-61 15,0-1-64-15,2 0-73 0,-1 0-71 0,1 0-71 16,1 0-56-16,-1 0-38 0,0 0-8 15,2 0 41-15,2 0 52 0,1 0 36 0,0 0 12 16,1 0 7-16,1 0-13 0,2 0-47 0,-1 0-50 16,0 0-26-16,2 0-15 0,2 0-16 15,-1 0-4-15,2 0-1 0,-1 0 0 0,1 2-1 16,3-2-1-16,-3 0-1 0,1 0-7 0,0 0 2 16,0 0 0-16,-1 0-5 0,3 0-4 15,-4-2 3-15,1 2 0 0,0 0-3 0,0-1-1 16,0-1 1-16,0 1 3 0,1-2-4 0,1 1-1 15,-1-1-2-15,-1 0-1 0,-1 2-3 16,2-2-2-16,1 1 2 0,-1 0 1 0,0 0 1 16,0-1-1-16,1 2-1 0,0-1-1 15,-2 0-3-15,0 1-1 0,1-1-3 0,-1 2 1 16,-1-1 0-16,-1-1 0 0,3 2-2 0,-4-1 0 16,1 1 0-16,-2-2 0 0,1 1-1 15,0 1 2-15,-4-3-1 0,3 1 1 0,-1 0 3 16,2-1 1-16,1 1 0 0,-3 1 0 15,0-4 1-15,1 5-1 0,2-4-2 0,-3 2-1 16,3 0 0-16,-2 1-2 0,1-1 1 0,1 2-1 16,0 0 0-16,-1 0 0 0,-1 0 0 0,4 0 0 15,-4 0-1-15,1 2-1 0,1-2 1 16,-2 1 0-16,1-1-1 0,1 0 1 0,-2 2 0 16,1-2 0-16,1 0 0 0,-2 0 0 15,1 0 0-15,2 0-1 0,-2 0 1 0,1 0-1 16,0 0 1-16,0 0 0 0,1-2 0 0,0 1 0 15,-1-1 0-15,2 1-1 0,-2-1 0 16,0 1 1-16,1-2 0 0,1 0 0 0,0-1 0 16,-2 1 1-16,0 1 0 0,3-1 0 15,-3-1 0-15,3 0-1 0,-2 2 1 0,0-2 0 16,1 1-1-16,0 2 1 0,-3-2-1 0,3 1 1 16,-2 1 0-16,3 0 0 0,-1-1 1 0,1 0-2 15,-1 2 2-15,1-2-2 0,0 2 1 16,-1 0-1-16,3 0-1 0,-2 0 1 15,0 0 0-15,1 0 1 0,-1 2-1 0,-1 0 1 16,1 0-1-16,-2-1 0 0,-2 0 1 0,2 1 0 16,-2-1-1-16,1 2 0 0,-2-1 1 0,-1-1-1 15,2-1 0-15,-1 4-1 0,-1-4 1 16,0 1-1-16,0 0 1 0,1 1 0 0,0 0 1 16,-3-1-1-16,2-1 0 0,0 1 0 15,0 1 0-15,-2-1 0 0,0-1 1 0,4 2-1 16,-6-2 0-16,4 1 0 0,-3-1 4 0,2-1 2 15,0 1 3-15,1-2 0 0,-1 1 0 16,-1-1 1-16,2 1-3 0,0 0-3 0,0-1 0 16,0-1 2-16,2 2 1 0,-1 1 1 15,0-2 0-15,2 0 1 0,0 2-1 0,0-1-2 16,0 1-2-16,2 0-1 0,-1 1-1 0,1-1 0 16,0 2-1-16,-1 0 1 0,1-2 0 0,0 1 0 15,-2-1 0-15,0 0 0 0,1 1 0 16,-2-1 2-16,0 2 1 0,0-2 2 0,0 0 2 15,-2 2 1-15,4-2 0 0,-2 1-1 16,1-1 0-16,0 1-2 0,-1 1-2 0,-1-1 0 16,4 1 0-16,0-1 0 0,-4-1-1 0,4 1-4 15,-4-1 0-15,4 2 0 0,-4-2 0 0,3-2 0 16,-2 2 0-16,0-1 0 0,0 0 0 16,0-2 0-16,2 0 0 0,-3 0 0 0,0-1 0 15,-1-1 0-15,2 0 0 0,-2 1 0 16,0-1 0-16,0 0 0 0,-2 2 0 0,0-2 0 15,4 0 0-15,-4 2 0 0,2 0 0 0,0 0 0 16,4 2 0-16,1 1 0 0,1-2 0 16,2 2 0-16,1 0 0 0,0 0 0 15,1 0 0-15,0 0 0 0,2 0 0 0,1 0 0 16,0 0 0-16,-1-1 0 0,4 1 0 0,-2-3 0 16,-1 1 0-16,-1-1 0 0,0 1 0 0,1 0 0 15,0-1 0-15,-1 0 0 0,-1 0 0 16,0 0 0-16,-1 0 0 0,-1 0 0 0,-1 0 0 15,0 1 0-15,-4 1 0 0,2-1 0 0,-2 2 0 16,-3 0 0-16,0 0 0 0,-1 0 0 16,1 2 0-16,-5-2 0 0,2 1 0 0,-1 1 0 15,-2-1 0-15,2-1 0 0,-2 2 0 0,1-1 0 16,-3-1 0-16,2 0 0 0,0 2 0 16,-1-2 0-16,-1 0 0 0,2 0 0 0,1 0 0 15,-3 0 0-15,1 0 0 0,-1 2 0 16,1-2 0-16,1 0 0 0,-1 1 0 0,0-1 0 15,-1 0 0-15,-1 0 0 0,2 0 0 0,-2 0 0 16,0 0 0-16,-2 0 0 0,1 0 0 16,-3 0 0-16,-1 0 0 0,1-1 0 0,-6 1 0 15,-2-2 0-15,-1 2-39 0,-3 0-68 0,0 2-77 16,-3 0-119-16,1 3-225 0,-2 1-295 16,2 1-372-16,-2 2-412 0,1 1-116 0,-1 2 508 15,1 1 775-15</inkml:trace>
  <inkml:trace contextRef="#ctx0" brushRef="#br3" timeOffset="-204832.87">18089 17479 273 0,'2'0'632'0,"-2"2"304"16,-2-2 134-16,2 0-215 0,0 0-251 15,-2 0-159-15,2 0-99 0,0 0-50 0,0 0-17 16,0 0-4-16,0 0-6 0,0 0-21 0,2 0-23 16,-2 0-38-16,0 0-44 0,0 0-44 0,2 0-35 15,-2 0-21-15,1 0-14 0,-1 0-9 16,3 0-4-16,-1 3 3 0,-1-3 5 0,2 0 5 15,2 1 7-15,3 1 3 0,0-1 1 0,5 3-4 16,0-2-4-16,0 2-5 0,0-2-5 0,4 2-2 16,-2-2 2-16,2 1-4 0,1 0-1 0,1 0-2 15,-2 0 1-15,2-1-1 0,0 1 0 0,-1 0 0 16,0-2 0-16,0 2 0 0,-1-2 0 16,2 1-3-16,-1 1-3 0,-3-2-2 0,1 1 1 15,-2 0 0-15,-1-2-1 0,3 1 1 0,-5 0 0 16,0-1-2-16,1 0 0 0,-2 0-1 0,1 0-1 15,0-1-2-15,0 1 1 0,-1-1 0 0,1 1-1 16,0-2 0-16,1 0 1 0,0 2-1 16,-1-1 0-16,1 1 1 0,1 0-1 0,3-1 0 15,-4 1 1-15,6-2 1 0,-6 2 0 0,6 0 2 16,-4 0-1-16,3 0 0 0,-2 2-1 0,0-2-1 16,1 1-1-16,2-1 0 0,-6 0-2 15,6 1 0-15,-4-1 0 0,2 0 1 0,-4 2-1 16,3-2-1-16,-1 2 1 0,0-1 1 0,-1 0 0 15,0-1-1-15,0 2 0 0,-3 0 1 0,1-1 0 16,2 0 3-16,-2 1 2 0,-1 1 2 16,0-1 1-16,0 1 0 0,0-2-1 0,0 1-1 15,2-1 1-15,-3 0 0 0,5-1 1 0,-2 3 0 16,1-3-1-16,0-3 1 0,3 3-3 0,-2-2-2 16,4-1 0-16,-2 0 0 0,2-2-1 15,-1 1 1-15,3-1-1 0,0-1 1 0,0 1-1 16,-2 0-1-16,4-1 0 0,-2 1-1 0,-2 1 0 15,2-1 0-15,0 1-1 0,-3 1 1 0,3-2-1 16,-3 3 1-16,-3-2 0 0,3 1 0 0,-2-1 2 16,0 2 3-16,-2 2 2 0,1-5 3 15,1 4-8-15,-1-2-3 0,-2 1 0 0,4 0 0 16,-2-2 0-16,2 2 0 0,-2-3 0 0,4 2 0 16,-4 0 0-16,5-1 0 0,-1 1 0 0,0-2 0 15,-2 2 0-15,5 0 0 0,-2-1 0 0,0 1 0 16,0 2 0-16,-2-3 0 0,2 2 0 15,1-2 0-15,-3 3 0 0,0-2 0 0,0 0 0 16,1 1 0-16,-4-1 0 0,2 0 0 0,-3 2 0 16,2-1 0-16,-4 0 0 0,3 1 0 0,-3 0 0 15,1-3 0-15,-2 3 0 0,2 0 0 0,-3-1 0 16,2 0 0-16,-3 1 0 0,2-2 0 16,1 2 0-16,-3-1 0 0,1-1 0 0,2 2 0 15,-1-2 0-15,-1-1 0 0,4 0 0 0,-4 1 0 16,3-1 0-16,0 1 0 0,-1 0 0 0,0-1 0 15,2 2 0-15,0-1 0 0,-1 0 0 0,-1 0 0 16,2 3 0-16,-1-2 0 0,0 2 0 16,0 0 0-16,-2 0 0 0,-1 0 0 0,-1 0 0 15,1 0 0-15,-1 0 0 0,-1 0 0 0,-1 0 0 16,0 2 0-16,-1-2 0 0,0 0 0 0,-2 0 0 16,0 0 0-16,2 0 0 0,-2 0 0 0,3 0 0 15,-3 0 0-15,2 0 0 0,-1 0 0 16,0 0 0-16,1 0 0 0,3 0 0 0,-2 3 0 15,1-3 0-15,-1 3 0 0,0-2 0 0,3 3 0 16,-2-4 0-16,-1 4 0 0,1-1 0 16,0 0 0-16,1-1 0 0,-1 0 0 0,-1 0 0 15,-1-1 0-15,3 1 0 0,-2-1 0 0,0-1 0 16,-1 0 0-16,0 0 0 0,-2 0 0 0,3 0 0 16,-1 0 0-16,-2 0 0 0,2 0 0 0,0-1 0 15,0 1 0-15,1-2 0 0,0 2 0 16,0-1 0-16,-1 1 0 0,3-2 0 0,-2 2 0 15,1-1 0-15,-1 1 0 0,2 0 0 0,0 0 0 16,-2 0 0-16,1 0 0 0,1 1 0 0,-4 1 0 16,4-2 0-16,-2 3 0 0,1-2 0 15,-1 2 0-15,1-1 0 0,0 1 0 0,0 0 0 16,-3 0 0-16,1-2 0 0,0 2 0 0,3-2 0 16,-4 1 0-16,0 0 0 0,0-1 0 0,0-1 0 15,-1 1 0-15,0-1 0 0,-1 0 0 0,2 2 0 16,-2-2 0-16,1 2 0 0,-2-2 0 15,3 1 0-15,-3 0 0 0,2-1 0 0,-1 2 0 16,1-2 0-16,1 2 0 0,-3-2 0 0,-1 1 0 16,2-1 0-16,-1 0 0 0,1 1 0 0,1 1 0 15,-3-2 0-15,0 0 0 0,0 3-8 0,-5-3-74 16,4 0-77-16,-2 0-106 0,-2 2-187 16,0-2-292-16,-2 3-355 0,3-3-404 0,-2 1-187 15,-1-1 274-15,1-1 759 0</inkml:trace>
  <inkml:trace contextRef="#ctx0" brushRef="#br3" timeOffset="-201361.66">20230 15591 121 0,'1'-4'429'15,"1"2"273"-15,-1-1 201 0,-1 1-115 0,2-1-170 16,0 3-129-16,-1-1-99 0,-1 1-69 0,0-2-54 15,2 2-46-15,-2-1-52 0,0 1-44 16,0 0-35-16,0 0-27 0,0 0-19 0,2 0-14 16,-2 0-3-16,0 0 3 0,1 0 15 15,1 1 28-15,-1 2 39 0,4 0 48 0,-4 0 31 16,2 1 2-16,-1 2-12 0,0 3-28 0,1-2-35 16,-2 0-38-16,1 4-27 0,1-2-17 0,-3 1-7 15,4 2-6-15,-3 1-4 0,1 0-2 16,-1 1-5-16,4 0-3 0,-4 0-3 15,1 1-2-15,1 0 0 0,0 3-3 0,1-1 0 16,-1 2-1-16,2 0 2 0,-2 1 6 0,0 1 1 16,1 2 4-16,-1 1 3 0,2 2 2 0,-3 2-1 15,1 0-2-15,-1 3 0 0,-1 2-1 0,-1 3-3 16,0 2-1-16,0 2-1 0,-1 4-2 16,-1 1-4-16,-1 1-1 0,0 4-1 0,-1-2-2 15,0 0-1-15,-1 0-2 0,2 0 2 0,-2-3 1 16,2-1 1-16,2-1 1 0,-4-3 2 0,3-1-1 15,-1-3 1-15,1-3 0 0,-2-5-2 0,2-2 1 16,1-5-2-16,-1-4 0 0,2-4-2 16,0-3-1-16,-1 0 1 0,1-4-2 0,0-2 1 15,1 0 0-15,-1-3 1 0,2-1 1 0,-1 0 0 16,1 0 2-16,-2 0-1 0,3 0 1 0,-3 0 0 16,0 0-1-16,0 0-2 0,0 0 2 0,0 1 0 15,0 1 0-15,0 1-1 0,0 1 1 16,0-1 0-16,0 2-6 0,0-1-8 0,0 1-23 15,-3-4-49-15,1 1-63 0,-1-1-65 0,-2-1-112 16,0-3-154-16,1-1-252 0,-3-6-257 16,-2 1-212-16,4-3-148 0,-3-7 224 0,2 1 493 15</inkml:trace>
  <inkml:trace contextRef="#ctx0" brushRef="#br3" timeOffset="-200846.97">20144 15733 79 0,'0'3'368'0,"-1"0"219"0,-1-1 159 0,2-2-73 16,-1 0-202-16,1 0-131 0,0-2-64 0,0-1-30 15,0 0-10-15,0-3 6 0,1 2 2 16,-1-3-4-16,3 2-15 0,-1-1-17 0,1-1-19 16,0-1-24-16,1-1-1 0,2 1 24 15,-2-3 35-15,1 1 9 0,2-2-5 0,-1-1-14 16,0 1-29-16,0-1-44 0,-1-3-46 0,2 3-25 16,-3-2-14-16,1 1-11 0,1 1-8 15,-3-2-9-15,2 4-4 0,-2 1-6 0,1 2-4 16,-3 1-3-16,3 1 0 0,-3 3 2 15,1 1 0-15,2 4 2 0,-2 2 1 0,1 4-1 16,-2 4-1-16,3 1-5 0,-1 2-2 0,0 3-3 16,0 3-3-16,1 0-1 0,-3 2-4 0,2 2-10 15,-1-1-44-15,-2 2-78 0,-2 1-129 16,-1-2-245-16,0 2-304 0,-2-1-372 0,2 0-346 16,-2-1-87-16,0 0 541 0</inkml:trace>
  <inkml:trace contextRef="#ctx0" brushRef="#br3" timeOffset="-200097.97">20156 17104 122 0,'2'2'382'0,"-2"-2"255"15,2 0 210-15,0 0-107 0,-1 0-120 0,2 3-83 16,-1-3-64-16,0 0-83 0,-2 0-64 0,0 0-63 16,1 0-58-16,-1 1-42 0,3-1-1 15,1 2 27-15,-3-2 18 0,2 1 0 0,1 1 0 16,0 0-17-16,-1-1-39 0,0 0-44 0,2 1-31 15,0 0-19-15,0 0-14 0,1 3-5 16,3 1-2-16,-2 0-3 0,1 3-6 0,1 1-6 16,-1-1-4-16,0 2-5 0,3 4-6 0,-2-2 0 15,1 1-3-15,-2 0-1 0,3 0-1 0,-3 0 0 16,0-4-1-16,-2 1-2 0,2-2 0 0,-2-3 0 16,-1-2 2-16,-2-3-2 0,2-1 1 0,0-2 1 15,-1-3 2-15,-2-4-1 0,0-2 0 16,-1-5 0-16,1 0 0 0,-1-4 0 0,3-2 0 15,-3-2-1-15,2 1 0 0,-1-1-1 0,1 0-3 16,0 0 1-16,-1 0-2 0,1 2-1 0,2-1-11 16,-2 2-28-16,-2 2-59 0,-1-2-58 0,0 6-80 15,0-2-141-15,-3 5-215 0,0 0-291 16,-1 4-235-16,-1 0-212 0,-2 3 4 0,-1 2 450 16</inkml:trace>
  <inkml:trace contextRef="#ctx0" brushRef="#br3" timeOffset="-199240.36">19649 16665 327 0,'2'-5'696'0,"0"1"315"0,-2-1 110 0,-2 2-287 15,2-2-240-15,-2 3-155 0,2-2-77 16,-3 3-14-16,3-2-9 0,-1 0-24 0,-3 2-33 15,3-2-35-15,-2 1-46 0,-2 1-59 0,2-1-47 16,1 2-27-16,-1-1-17 0,-2 1-9 0,2 1-8 16,2 1-6-16,-4-2-5 0,2 3-7 0,-1 0-3 15,-2-1-4-15,3 3-4 0,-2 2-4 0,2 1-1 16,2 1 0-16,-3 4-1 0,1-2-1 16,2 4 0-16,1 2 2 0,0 1 0 0,0 0 1 15,1 1 0-15,2 1 2 0,1 1 0 0,-1 0-1 16,2-3 0-16,-1 1 0 0,4-2 0 0,-3 0-2 15,1-4-1-15,1-3 0 0,-3 0-1 0,4-4-1 16,-3-1 0-16,1-2-1 0,-1-3 2 16,2-3 1-16,-4-4-1 0,3-3 1 0,-3-1 0 15,0-5-1-15,0-1 1 0,-1-4 0 0,-1 0 0 16,1-5 1-16,1 0 1 0,-1 0 1 16,0-4 1-16,-2-1 0 0,1 0 2 0,2-1-1 15,-3-2 0-15,2 1-2 0,1 0 0 0,-3 2 1 16,0-2-2-16,0 3 0 0,-3 2 1 0,1 2-1 15,2 4 1-15,-3 3 6 0,3 2 8 0,-1 6 7 16,1 0 4-16,-4 4 2 0,3 3-1 16,-3 2-6-16,1 2-7 0,2 3-7 0,-3 1-5 15,1 4-1-15,2 2-2 0,-4 4 1 0,5 1-1 16,0 3-1-16,0 0 0 0,5 2 0 16,-4 5-1-16,6-3 0 0,-3 5 0 0,5 2-1 15,-3-1 0-15,3 3 0 0,2 1-1 0,2-1-1 16,-4 0 1-16,4-1 0 0,1-2 0 0,-1-2-1 15,-1-1-9-15,1-3-19 0,-2-3-55 0,2-3-77 16,-4-2-128-16,0-4-219 0,1-2-306 16,-2-6-361-16,0 0-307 0,0-5-106 0,0-3 460 15,-2-4 675-15</inkml:trace>
  <inkml:trace contextRef="#ctx0" brushRef="#br3" timeOffset="-196200.37">27512 11922 91 0,'4'3'453'0,"-4"-2"313"0,2 1 199 15,-2-1-95-15,0 1-259 0,2-2-189 0,-2 2-117 16,2-2-76-16,-1 1-39 0,1-1-27 0,-2 0-14 15,1 0-21-15,3 0-25 0,-3 0-14 16,2 0-17-16,-1 0-7 0,1 0 22 0,0 0 55 16,2 0 24-16,3 0 4 0,-3 1 24 0,1-1 12 15,-1 2-30-15,1-2-50 0,2 2-31 16,-2-1-16-16,-1 0-30 0,2 2-13 0,-3-1-6 16,5 0-2-16,-4 0-2 0,3-1-1 0,-1 3 1 15,0-3-9-15,1-1-2 0,0 2-4 16,2-2 2-16,1 0-3 0,-3 0 0 0,1-2 0 15,2 2-1-15,-1 0-1 0,1 0-2 16,0 2-1-16,-2-2-1 0,3 1-1 0,-2-1-1 16,0 0 0-16,0 2-2 0,2-2 1 0,-2 0 0 15,-1 0-1-15,0 0 0 0,1-2 1 0,-2 1 0 16,1-1 0-16,-1 1 0 0,-1-3 0 16,-1 0 2-16,3 0-1 0,-2-2 0 15,1-2 1-15,-2 1 0 0,1-1-2 0,2 0 1 16,-1-1 0-16,-2 1-1 0,2 0 0 0,1 0 1 15,-1 3 0-15,1-1-1 0,-2-2 0 0,-1 2-1 16,2-1 0-16,-1 3-1 0,-1-2 0 16,3-1 1-16,-2 1 0 0,-1-1 0 0,1-1 1 15,-1-1 1-15,-2-1-1 0,1-4 1 16,2 1-1-16,-2-2-1 0,-1-2 1 0,0 1-1 16,0 0-1-16,-1-3 0 0,0 1 1 0,1-1-1 15,-4 1 1-15,3 0 0 0,-3 0 1 16,1 0 0-16,-1 0 0 0,0-1-1 0,-1 3 0 15,1 0 0-15,-3-2 0 0,3 2-1 0,-4-1 1 16,3 0 0-16,-1 1 0 0,1-1 0 16,1 3 1-16,-2 0 0 0,0-2 0 0,2 5 0 15,-2-3-1-15,2 4 1 0,0-3-1 0,2 3 0 16,-2-2 0-16,4 2 0 0,-3-2 1 16,1 1-1-16,3-3-1 0,-2 2 1 0,0-1-1 15,0 0 1-15,0-1 0 0,2 0 1 16,0-3 1-16,-1 3-1 0,0-1 0 0,-3 0 1 15,2 2-2-15,1 0 1 0,-3 1 0 0,-1 5 0 16,2 0 2-16,-2 0 7 0,1 3 5 16,-1 0 3-16,0 1 2 0,0 1-1 0,0 1 0 15,0-1-6-15,2 1-5 0,0 1-2 0,-2 0-3 16,0 0-1-16,0 0-1 0,0 0-3 16,0 0 1-16,0 0-2 0,0 0 1 0,1 0-1 15,-1 0 1-15,0 1 0 0,5 1 2 16,-5-1 0-16,1 3 2 0,1-2-1 0,-1 3 1 15,1-1 0-15,0 1 0 0,-1 1-1 0,2 0 1 16,-1 0-2-16,0-3 0 0,-1 5 1 16,3-3-1-16,-1 1 0 0,-2 0 1 0,4-1 4 15,-2 1 3-15,-2-2 1 0,3 2 1 0,0 0 1 16,0-2-1-16,1 3-2 0,-2-2-1 16,0 0 3-16,1 3 0 0,1-3 2 0,-2 5-1 15,1-3 1-15,-1 3-1 0,-2-2-2 16,3 1-3-16,-1 2 0 0,-2-2-1 0,1 2 0 15,1-1-1-15,-2 0-1 0,2 1 0 0,-1-1 0 16,0 1 1-16,-1-1-1 0,-1-1 0 16,2 2 2-16,0-1 1 0,-2 0 2 0,0-1-1 15,1 0 2-15,-1 1-1 0,0-1-1 0,0-1-2 16,0 1-1-16,0-1-1 0,-1 0 0 16,1 1-1-16,-2-2 0 0,0 1 1 0,2 1-1 15,-1-2 0-15,-1 2-1 0,0-1 1 16,2 1 0-16,-3 0-2 0,3 0 1 0,-1-1 0 15,1 2 0-15,0-1-1 0,-3-3 1 0,3 5-1 16,0-3 1-16,0 0-1 0,0-1 0 16,0 1 0-16,3-1 0 0,-3-1 0 0,0 2 1 15,1-2 0-15,-1 0-1 0,0 0 0 0,2-1 1 16,-1 2 0-16,-1-3 0 0,0 2-2 16,0-1 2-16,2 0 0 0,0-1-1 0,-2 0 1 15,0 2 0-15,0 0 0 0,0-1 0 16,0-1-1-16,0 2 1 0,-2-2-1 0,2 2 0 15,-2 1 0-15,2-1 0 0,0 0 0 0,0 1 0 16,0 1 0-16,0-1 0 0,0 2 1 16,0-1 0-16,2 1-1 0,0-2 1 0,-2 1-1 15,0-1 0-15,1 1-1 0,-1-2 1 0,0 0-1 16,2-1 2-16,-2 2-1 0,2-3-1 16,-2-1 1-16,0 1 0 0,1 1 0 0,-1 0 0 15,2-3 0-15,-2 3 0 0,0-1-1 0,1-2 1 16,-1 0-1-16,2 2 1 0,0 1 0 15,-1-2-1-15,1 0 1 0,1 1 0 0,1 0 0 16,-1 0 0-16,1-1 0 0,-3-1 0 16,4 3 0-16,-2 0 0 0,1-1 0 0,0-1 0 15,0 2 0-15,2-3 0 0,-3 2 0 0,0 2 0 16,0-4 0-16,0 3 0 0,1-3-1 16,-3 4 1-16,2-3 0 0,1 0 0 0,-3 2-1 15,5-3 1-15,-3 2-1 0,2-2 0 0,2 1 0 16,-1 0 1-16,2-2 0 0,0 2 1 15,0 1-1-15,1-3 2 0,0-1-1 0,3 0 1 16,-1 0-1-16,1-1 1 0,1-3-1 16,3 0-1-16,-2-2-1 0,2-1 0 0,0-1-2 15,1-2 0-15,1 0-2 0,-3-1-13 0,4 0-28 16,-3 0-82-16,0 4-129 0,-5-1-254 16,2 3-313-16,-1 0-393 0,-1 4-452 0,3 2-96 15,-1 2 621-15</inkml:trace>
  <inkml:trace contextRef="#ctx0" brushRef="#br4" timeOffset="-185233.12">27843 15147 44 0,'0'-4'554'16,"-2"2"480"-16,1-2 216 0,-3 1-64 0,3 2-324 16,-1 0-242-16,2-1-156 0,-2 2-101 15,2-1-66-15,2 1-48 0,0 1-49 0,-1 2-52 16,6 1-33-16,-2 6-16 0,4 5-9 16,-1 3-5-16,1 6-10 0,1 5-14 0,2 3-11 15,-4 5-12-15,2 4-9 0,-1 3-8 0,-1 1-8 16,0 0-5-16,0-1-5 0,0-3-2 0,-3-1-3 15,-1-2-2-15,1-4 0 0,-1-2-3 16,-1-5-7-16,-2-6-12 0,-2-6-21 0,-1-3-41 16,-3-7-74-16,0-5-73 0,-3-7-104 15,-2-6-153-15,2-5-211 0,-4-6-284 16,0-4-199-16,1-6-167 0,0-3 119 0,0-3 465 16</inkml:trace>
  <inkml:trace contextRef="#ctx0" brushRef="#br4" timeOffset="-184951.71">27873 15049 130 0,'8'-27'557'0,"-1"3"347"0,1 6 205 16,-1 3-90-16,1 4-308 0,3 1-221 0,-2 4-106 16,3 3-10-16,1 3-23 0,2 3-39 15,0 3-35-15,2 4-33 0,0 2-46 0,-1 4-59 16,-1 4-48-16,1 2-22 0,2 3-16 16,-4 5-10-16,0 0-3 0,-3 2-3 0,2 4-2 15,-5 1-8-15,0 1-3 0,-3 1-2 0,-2 0-8 16,-3 2-4-16,0-3-3 0,-3 1-2 15,-2 0-2-15,-2-4-1 0,-1-1-1 0,-3-3-1 16,3-2 0-16,-1-5 0 0,-4-2 0 16,5-5 1-16,-1-2-1 0,0-3-1 0,1-3-2 15,3-4-1-15,-2-2-13 0,2-3-23 0,2-3-53 16,-1-2-69-16,2-2-82 0,1-2-144 0,1 0-215 16,1-2-309-16,-1 0-263 0,6 1-200 15,-3 1-4-15,2 0 469 0</inkml:trace>
  <inkml:trace contextRef="#ctx0" brushRef="#br4" timeOffset="-184436.08">28309 15368 518 0,'2'-6'1013'0,"-2"2"237"16,-2 4-51-16,2 3-216 0,0 7-300 0,0 0-195 15,0 7-105-15,0 3-68 0,0 3-57 0,0 7-85 16,2 0-71-16,-1 3-40 0,3-2-25 16,2 0-16-16,-2-4-9 0,4-4-6 0,2-3-1 15,1-2-2-15,0-4-2 0,0-6-1 16,2-5 1-16,0-4 0 0,0-5-1 0,2-8 1 15,0-2-1-15,2-5 1 0,0-6-2 0,-1-1 1 16,1-2-3-16,-2 1 1 0,0 0-2 0,-2 1 2 16,-1 0-1-16,-2 5 2 0,-4 2 2 15,2 1 0-15,-3 5-1 0,-2 3 3 16,-2 3 0-16,-1 3-2 0,0 3 2 0,-3 3-2 0,2 3 1 16,-4 3-2-16,2 4 1 0,0 2 1 15,0 4 0-15,-1 2 0 0,3 3 1 0,-2 2-2 16,1 5 0-16,-1 2-1 0,0 3 7 15,-2 3 2-15,1 1 3 0,0 3 2 0,1 2-1 16,-2-3 1-16,4 3-7 0,-3-5-4 16,3-1-3-16,1-5-1 0,-2-4-3 0,2-3-3 15,2-6-11-15,-2-3-25 0,0-5-59 0,1-6-69 16,-1-1-90-16,2-8-155 0,0-6-236 0,-2-2-308 16,1-5-245-16,1-4-181 0,1-6 79 15,0-3 514-15</inkml:trace>
  <inkml:trace contextRef="#ctx0" brushRef="#br4" timeOffset="-184118.85">28847 15022 140 0,'-10'-6'763'0,"1"6"497"0,-1 0 133 15,-1 3-111-15,0 2-396 0,1 1-331 0,0 1-168 16,2 1-106-16,0 1-77 0,3-1-74 15,2 2-53-15,3 1-32 0,3-3-19 0,2 3-11 16,3 0-6-16,1 2-3 0,5-2-3 16,1 4-1-16,0-2 0 0,3 1-1 0,1 0-1 15,0 1 1-15,-2 1 2 0,2 1 0 16,-1 1-1-16,-3 0 1 0,0 2-1 0,-5-1 0 0,0 2 0 16,-5 2-1-16,-2 1 1 0,-3-2-1 15,-3 2 0-15,-2 0 1 0,-1-1-1 0,-7-1 1 16,4 0-2-16,-4-2 1 0,-3-3-2 15,2-1 0-15,-3-3-1 0,1-2-4 0,0-3-26 16,2-1-75-16,0-4-71 0,1-3-139 0,0-1-230 16,4-4-325-16,2-1-340 0,6 1-217 15,-3-1-42-15,6-1 515 0</inkml:trace>
  <inkml:trace contextRef="#ctx0" brushRef="#br4" timeOffset="-183435.42">29153 14916 8 0,'-1'-11'287'0,"1"2"211"16,-5 0 213-16,4 1 95 0,-1 0-120 0,1 2-94 15,-3 0-66-15,3 1-61 0,-1 0-58 0,0 3-62 16,2-2-27-16,-1 2-7 0,1 2-13 16,0 0-22-16,0 0-30 0,1 0-32 0,-1 0-48 15,2 2-46-15,0 1-32 0,-1 3-15 16,3 0-8-16,-1 2-4 0,-2 5-7 0,4-1-6 16,-2 6-6-16,-2 4-5 0,1 2-3 0,0 3-7 15,-1 3-1-15,-1 1-3 0,0 3-3 16,0 1-4-16,0 2-3 0,0 1-2 0,0-2-2 15,0 2-3-15,2-1-1 0,-1-1-3 0,1-2 0 16,0-3-2-16,-1-1 0 0,3-5-1 16,-1-2 0-16,-2-5 0 0,4-3-1 0,-4-3 0 15,2-3-1-15,2-3 1 0,0-5-2 0,0-2-4 16,1-3-5-16,2-5-11 0,0 1-15 16,0-4-28-16,2-2-65 0,0-1-73 0,-2 0-102 15,4-2-157-15,-2 1-231 0,0 1-320 16,1-1-235-16,2 1-163 0,-4 0 142 0,4 0 519 15</inkml:trace>
  <inkml:trace contextRef="#ctx0" brushRef="#br4" timeOffset="-183144.38">29400 15285 193 0,'5'4'609'0,"-2"5"371"15,0 2 179-15,0 3-189 0,2 0-258 0,2 4-95 16,2 4-84-16,-1 0-89 0,1 2-79 16,2 0-67-16,0-2-58 0,1 0-92 0,3-3-65 15,0-5-36-15,3-1-21 0,3-9-13 16,-3-4-5-16,2-7-2 0,0-5-2 0,0-6-3 15,-2-6 0-15,2-4 0 0,-5-3-1 0,0-2 2 16,-5-1-1-16,-2 1 7 0,-1-1 2 16,-4 5 2-16,-4 0 2 0,-3 4-1 0,-1 1 6 15,-3 6-2-15,-2 2-2 0,-3 3-1 0,-3 6-2 16,2 5-1-16,-5 5-5 0,1 6-6 16,0 4 0-16,-2 6-1 0,2 1-1 0,-1 4-1 15,3 5-10-15,-1 0-28 0,2 3-71 16,1 0-74-16,3 0-130 0,3 0-219 0,0-3-315 15,8-2-335-15,5-1-220 0,-1-4-79 0,8-3 452 16,0-3 606-16</inkml:trace>
  <inkml:trace contextRef="#ctx0" brushRef="#br4" timeOffset="-182252.36">29844 14772 41 0,'2'-6'361'0,"0"-1"283"0,-1 3 255 16,-1 1 43-16,2 0-208 0,-2 0-164 15,1 2-115-15,-1-3-95 0,0 3-75 0,0 1-61 16,2 0-6-16,0 0 31 0,-1 1 16 0,2 4-3 16,0 1-18-16,0 1-22 0,1 2-50 15,-1 2-60-15,-2 4-37 0,4 2-23 0,-1 2-11 16,-1 3-12-16,3 3-1 0,-3 0-3 0,0 2-3 15,0 3-5-15,0 0-2 0,1 2-3 16,-1 1-4-16,-1 1-4 0,2-1 0 0,1 0 0 16,-2 0 1-16,2-2-2 0,-1 0 0 15,1-7 0-15,2-1-3 0,2-6 0 0,-3-1-2 16,2-7 2-16,2-1 0 0,2-5-1 0,-2-4 0 16,2-4 1-16,1-2 0 0,0-4-1 15,1-2-1-15,-1-1 3 0,1-2 0 0,-3-1 0 16,0 1 1-16,3-2 0 0,-4-1 1 0,1 2-2 15,-3 2 1-15,0 1-1 0,-3 0 0 0,-2 3 0 16,-2 3 1-16,-1 1-1 0,-1 1-1 0,-1 1 0 16,-3 2 0-16,1 3 0 0,-3 1-1 0,1 2-1 15,-3 3 0-15,2 2 1 0,-1 3 0 16,0 0 0-16,-1 2 0 0,2 1 1 0,-1 0 0 16,2 2 0-16,0 2 1 0,1-1-1 0,0 2 2 15,2 1-2-15,0-1-1 0,1-2 1 16,2 1-1-16,2-3-1 0,0-1-2 0,1 1-4 15,2-5-15-15,0-1-44 0,2-1-69 0,-1-4-67 16,2-3-102-16,1-1-168 0,0-1-248 0,0-2-275 16,3-2-210-16,0-1-161 0,1-2 165 15,2-1 513-15</inkml:trace>
  <inkml:trace contextRef="#ctx0" brushRef="#br4" timeOffset="-181902.41">30421 15066 165 0,'4'-7'672'0,"-3"3"416"16,-2 3 126-16,-3 2-183 0,0 5-325 0,0 4-201 16,-2 2-87-16,0 2-53 0,0 2-42 15,-3 5-37-15,0 1-38 0,1 3-61 0,2 1-66 16,1 0-46-16,0-1-26 0,4 0-19 0,-4-2-13 16,7-4-9-16,1-4-4 0,1-3-3 0,1-3 0 15,2-4-2-15,1-5 0 0,1-4 0 0,1-4 0 16,1-5-2-16,3-1-1 0,-3-7-1 0,0-2-2 15,5-2 1-15,-3-2-1 0,-1 0 0 0,-1-2 1 16,3 2 2-16,-4 5 1 0,0 1 2 16,-1 3 1-16,-5 3 0 0,1 4 1 0,-1 5 1 15,-3 2-2-15,1 4 0 0,-2 4 1 0,0 2-1 16,-2 4 0-16,1 0 0 0,1 3 0 0,-4 2 1 16,4 2-1-16,-1-2-1 0,-3 4 1 15,4 0-6-15,0 0-18 0,0 1-42 0,0 0-64 16,0 1-58-16,4-1-94 0,-3-2-154 0,4-2-208 15,-2-2-273-15,5-1-217 0,0-2-186 16,2-5 79-16,-1-3 470 0</inkml:trace>
  <inkml:trace contextRef="#ctx0" brushRef="#br4" timeOffset="-181703.21">30855 15009 72 0,'-4'-1'609'0,"-2"2"467"15,-2 3 167-15,-1 5-98 0,-1 2-382 0,-1 3-296 16,0 3-189-16,0 4-99 0,-1 0-53 16,2 3-38-16,-1 2-33 0,2 1-20 0,1-1-14 15,-1 2-6-15,5-2-7 0,-2 2 1 0,4-6-9 16,1 1-22-16,1-4-28 0,3-2-40 0,0-4-91 16,3-4-131-16,-1-4-179 0,3-2-277 15,-2-3-247-15,3-2-178 0,3-4 108 0,-1-1 391 16</inkml:trace>
  <inkml:trace contextRef="#ctx0" brushRef="#br4" timeOffset="-181309.17">31070 15134 55 0,'9'3'626'0,"-1"6"503"16,0 3 162-16,-2 4-110 0,1 3-311 0,-2 6-280 15,-1 3-154-15,4 3-90 0,-3 5-59 16,0 3-49-16,-2 5-59 0,2 1-73 0,-2 5-46 16,3 3-29-16,-3 0-13 0,2 2-10 0,0-1-6 15,1-1-10-15,-1-4-28 0,-2-2-68 0,1-6-68 16,-2-7-115-16,-2-6-182 0,0-5-306 0,-2-6-315 16,2-6-227-16,0-3-131 0,0-8 320 0,0-6 583 15</inkml:trace>
  <inkml:trace contextRef="#ctx0" brushRef="#br4" timeOffset="-181160.22">31103 14809 382 0,'2'-20'918'0,"-4"3"291"16,0 9-40-16,1 2-274 0,-3 6-386 0,3 6-249 15,-2 3-130-15,-2 3-64 0,5 3-32 16,0 1-31-16,0 4-51 0,2-2-80 0,1 2-128 15,1-1-187-15,3-1-290 0,-1 2-245 0,7-2-141 16,-4 1 115-16,6-3 373 0</inkml:trace>
  <inkml:trace contextRef="#ctx0" brushRef="#br4" timeOffset="-180727.3">31495 15091 175 0,'-3'-4'834'0,"-3"0"614"0,-1 2 97 0,-1 5-248 15,2 1-464-15,-3 5-319 0,1 3-166 16,-2 5-126-16,2 3-77 0,-1 0-45 0,2 4-28 16,3 2-19-16,-1 1-14 0,2-4-13 0,3 2-10 15,3-4-7-15,2-3-4 0,1-7-4 0,4 0-2 16,0-5-1-16,2-6-2 0,3-3-3 15,0-4-7-15,0-5-6 0,1-5-3 0,0 0-1 16,-3-2-1-16,0-1 4 0,-1 3 6 0,-2-2 7 16,-1 4 6-16,-1 2 2 0,-3 1 1 0,-1 2 1 15,1 1 3-15,-3 1 3 0,-1 2 5 16,1 1 5-16,0 3 5 0,-2 1 4 0,-2 1 3 16,2 2 0-16,-2 4 0 0,2 0-5 0,0 3-2 15,2 2-5-15,0 0-4 0,-1 3-4 0,4-1-3 16,-2 3-2-16,3 2-3 0,-1-2 0 0,2 2-2 15,2 0-3-15,0-1-5 0,1-1-15 0,2 1-13 16,0-3-26-16,-1 2-48 0,3-4-75 16,-1 0-108-16,-1-2-196 0,1 1-293 0,-4-3-322 15,5 2-302-15,1-3-139 0,-1-2 354 0,0-1 676 16</inkml:trace>
  <inkml:trace contextRef="#ctx0" brushRef="#br4" timeOffset="-176718.35">23288 15541 55 0,'-7'-1'283'15,"1"1"152"-15,-1 1 136 0,-2 1-74 16,4 1-144-16,-3 0-76 0,3 3-20 16,-2-2 15-16,1 2 18 0,-1 0 9 0,1 0 5 15,-2 2-9-15,0-2-13 0,0 1-21 0,2-1-30 16,-1 2-25-16,-2-4-27 0,3 3-27 0,-1-3-30 15,1 2-28-15,-2-3-22 0,4 1-20 16,-3-3-12-16,2 3-17 0,0-1-4 16,1-2-9-16,-1 1-5 0,0-2-1 0,2 1-9 15,2-1-9-15,-3 0-27 0,1 0-66 0,0 0-117 16,-2-1-170-16,-1 1-291 0,1-2-265 0,2 2-221 16,-2-1 5-16,1-2 363 0</inkml:trace>
  <inkml:trace contextRef="#ctx0" brushRef="#br4" timeOffset="-176535.4">23005 15696 362 0,'-2'9'770'0,"0"-1"294"0,1 2 65 16,-3-2-285-16,3 2-287 0,-1-3-192 0,1 1-125 16,-4 2-73-16,5 1-59 0,0-2-39 0,-1 0-32 15,1-2-18-15,1 1-10 0,-1 0-10 0,2-2-21 16,1 1-64-16,-2-3-109 0,-1 1-145 15,2-1-254-15,-1 1-275 0,1 1-234 0,0-2-44 16,-1-1 288-16,3 2 404 0</inkml:trace>
  <inkml:trace contextRef="#ctx0" brushRef="#br4" timeOffset="-176326.54">23091 16017 98 0,'8'10'477'0,"-3"0"316"0,2 2 199 0,-1-1-58 16,-2 0-259-16,3-1-193 0,-1-1-135 0,-1 2-85 15,3-2-60-15,-4-2-59 0,1 0-52 16,2 0-42-16,-2-4-24 0,1 1-15 0,1-4-9 16,0 0-14-16,-1-1-36 0,-1-2-71 0,3-2-102 15,-2 0-133-15,-1 2-185 0,1-2-278 16,-1 0-201-16,4-1-14 0,-2 2 225 0,-1-2 338 16</inkml:trace>
  <inkml:trace contextRef="#ctx0" brushRef="#br4" timeOffset="-176083.24">23453 15655 57 0,'-4'-17'319'16,"-1"4"203"-16,-1 1 188 0,-2 1-32 0,0 2-123 16,-3 3-99-16,1 1-74 0,1 2-51 0,-2 0-59 15,1 3-60-15,1 0-64 0,0 0-51 16,-1 1-56-16,0-1-97 0,0 0-135 0,1 0-214 16,1 0-273-16,-2-1-219 0,2-2-115 0,-4-2 146 15,4-1 340-15</inkml:trace>
  <inkml:trace contextRef="#ctx0" brushRef="#br4" timeOffset="-170943.14">22989 15685 114 0,'3'0'417'0,"-3"0"261"0,0-1 209 0,0 1-57 16,0 0-182-16,-5-3-128 0,5 3-80 16,-1 0-71-16,-1-2-66 0,-1 0-66 0,1 2-49 15,-1-4-15-15,1 2 4 0,-1-3 26 16,0-1 19-16,-2-2 3 0,4-1-16 0,-5 0-32 15,1-1-36-15,2-1-37 0,-4 0-31 0,2 0-17 16,1 0-8-16,-4 1-5 0,3-2-3 16,0 2-3-16,-1-1-1 0,0 1-2 0,-2-1-3 15,2 0-3-15,-2-1-1 0,0 0-7 16,-2 0-2-16,1 1 0 0,-3-1-4 0,2-4-1 16,-1 2-2-16,-2 2-1 0,0-4-3 0,-1 1-3 15,0 0-1-15,-1 2-2 0,2-2 0 0,-4 0 0 16,3 2-1-16,-2-2 1 0,2 2-1 15,2 0 2-15,-1 1 3 0,-1 1 3 0,2 0 1 16,0 0 1-16,3 3 0 0,-3 1 0 0,2-3-3 16,0 3-3-16,0 0 0 0,0-1-2 15,1 1-1-15,1-1 2 0,-1 2 3 0,3-1 1 16,-1 0 2-16,-1 2 0 0,2-2 0 16,-2 0 0-16,4 1-4 0,-3 1-2 0,2 0 0 15,2-1-1-15,-2 1 1 0,1 1-2 0,1-1 1 16,0 0-1-16,-1 2 0 0,1-2 0 15,2 3 0-15,-1-1-1 0,0 1 1 0,2 1-1 16,-1 0 1-16,1-1-1 0,0 2 0 0,-2-1 0 16,2 1 0-16,0 0 0 0,0-2 0 15,0 2 0-15,0 0 1 0,0 0-1 0,0 0 0 16,0 0 0-16,0 0 0 0,0 0 1 16,0 0-1-16,0 0 0 0,0 0-1 0,0 0 0 15,0 0 1-15,0 2-1 0,0-2 0 0,0 0-1 16,0 1 1-16,2-1-1 0,-2 0 0 0,1 2-2 15,-1-1 0-15,4 0 0 0,-3-1 0 16,1 2-2-16,-1-1-1 0,3-1-4 0,-3 2-10 16,2 0-14-16,1-2-24 0,-2 0-50 15,0 2-76-15,0 1-73 0,-1-3-104 0,-1 2-145 16,0-1-177-16,0 2-207 0,-1 1-192 0,-1 0-162 16,0 1 61-16,0-1 359 0,2-1 401 15</inkml:trace>
  <inkml:trace contextRef="#ctx0" brushRef="#br4" timeOffset="-170612.47">22451 15204 73 0,'2'5'332'15,"-1"2"209"-15,3-2 182 0,-4-2-63 0,1 0-91 16,2-1-57-16,-3 0-34 0,2 0-40 0,-2-1-34 16,0-1-48-16,-2-1-34 0,2-1-29 0,0 0 7 15,-3-3-6-15,3 2-21 0,-3-4-29 0,0 1-39 16,0-3-45-16,-2-2-52 0,0 2-39 15,2-4-17-15,-2-1-12 0,1 1-10 0,0 0-5 16,0-1-3-16,0-1 3 0,3 2-5 0,-1 0-1 16,0 0 3-16,-1 2 3 0,3 0-3 0,-1 2-3 15,1 1-3-15,0 2-2 0,0 2-4 16,0-1-3-16,0 0-3 0,0 4-1 0,4 0 0 16,1 2 1-16,2 0-1 0,1 4 0 15,2 1 0-15,0 2 1 0,3 1-1 0,-1 1 0 16,1 0 0-16,0 1-1 0,-2-1 0 15,-2-1-2-15,2 1-2 0,-1-3 0 0,0-1-2 16,-3 0-1-16,-1-1-2 0,-1-1-11 0,-2-1-31 16,1 1-81-16,-6 0-117 0,-1-3-211 0,0 2-300 15,-4 0-360-15,1-2-398 0,-2-1-134 16,-1 2 409-16,-4-4 737 0</inkml:trace>
  <inkml:trace contextRef="#ctx0" brushRef="#br4" timeOffset="-169581.98">22032 14827 305 0,'-3'-1'768'0,"0"-1"355"0,-2 2 69 15,0 0-258-15,0 2-322 0,1-1-174 16,-4 4-67-16,5 1-32 0,0-1-39 0,-1 4-35 16,1 1-32-16,3 2-48 0,0 2-56 0,3 2-51 15,1 2-23-15,1 1-12 0,4 1-11 0,-3-1-9 16,1 3-2-16,2-5-4 0,0 0-7 15,-1-1-3-15,2-2 3 0,-2-3 2 0,1-1 1 16,-1-1 0-16,0-3 4 0,1-2-1 0,-2-1-2 16,1-3-2-16,-2-4-1 0,2-2-2 15,0-5-1-15,-2-3-1 0,-1-2-1 0,-2-2-1 16,1-1 1-16,-3-3 2 0,1 0 3 16,-4 1 2-16,1 2 1 0,-3-2 4 0,-1 4 2 15,1 1-1-15,-4 1 1 0,-2 3 0 16,2 2 1-16,-1 2-4 0,0 2-4 0,-3 4 0 15,1 2-6-15,-1 6-2 0,1 4-3 0,-1 2 0 16,2 2 0-16,-2 4-2 0,4 3 0 16,2 2 0-16,2 2-1 0,2-1 0 0,4 3 0 15,-1 0 0-15,2-2 0 0,5 0 0 16,-2-3 2-16,2-1 1 0,0-3 3 0,1-3 0 16,1-1 3-16,-2-4 2 0,3-2 3 0,-1-4 1 15,-2-2 0-15,2-4 2 0,-2-4-2 0,0-4-1 16,0-4-2-16,0-3-1 0,-3-1-3 15,0-3 0-15,-1-1-2 0,0-1 0 0,-3 2-1 16,-1-1-1-16,-1 3 0 0,-3-1 1 0,0 4 0 16,-3 1 1-16,0 1 1 0,-3 2 2 15,0 4 0-15,-2 0-1 0,1 3-2 0,-1 4 0 16,0 2-2-16,3 2 0 0,-3 4-2 16,2 2-1-16,0 2 1 0,2 3 0 0,0-1-1 15,4 2 0-15,0 3-1 0,4-1 1 16,0 2-1-16,4 2 0 0,0-2-1 0,2 3 1 15,2-3-1-15,4-1 0 0,0-2 1 0,-1-2 0 16,5-2 1-16,-2-3 1 0,1-3 0 0,0-5 2 16,1-2 0-16,1-5 1 0,1-3 1 15,-4-6-1-15,0-4 0 0,-3-1-1 16,1-4-1-16,-3-1 1 0,-3 0-1 0,-3 0 1 16,1 2 0-16,-4 1-1 0,-4 3 2 0,-1-1-1 15,-4 5 1-15,-2 0 0 0,-2 2-1 0,-2 1 1 16,-1 1-1-16,-5 4 0 0,4 2 0 15,-1 3-1-15,1 3 0 0,1 3 0 0,1 4-1 16,2 2 0-16,2 4-1 0,5 0 0 16,-1 4 0-16,6-1-1 0,1 1 0 0,1 0 0 15,6 1 0-15,-3 0 1 0,5-3-1 0,0 1-1 16,0-6 1-16,0 0 0 0,3-1 0 16,-3-6 1-16,4-3 0 0,-2-4 0 0,0-3 0 15,-2-5 1-15,1-3 0 0,-2-4 1 16,-2-3-1-16,-1-3 0 0,-2 3 1 0,-2-3-1 15,-1 1 0-15,-1 1 0 0,-2 1 0 0,-5 3-1 16,2 2 1-16,-4 0-1 0,-1 6 1 0,0 2-2 16,0 2 1-16,-2 6-2 0,2 5 0 15,1 4-1-15,1 3-4 0,3 5-9 0,1 3-17 16,5 1-28-16,0-2-79 0,3 1-136 16,1-3-256-16,2-4-311 0,1-2-397 0,3-4-473 15,1-1-102-15,2-3 674 0</inkml:trace>
  <inkml:trace contextRef="#ctx0" brushRef="#br4" timeOffset="-168203.18">23013 13975 59 0,'0'3'451'0,"0"0"375"0,0 0 282 15,-4-1-18-15,4 1-311 0,-1-2-194 16,-1 0-81-16,2 3-49 0,0-2-73 0,-1 0-57 15,1 0-52-15,0-1-50 0,0 0-71 16,0 1-62-16,0-2-34 0,0 2-21 0,1-2-12 16,1-2-3-16,1 0-1 0,0 0 3 0,5-3 3 15,-4-1 1-15,5-3 4 0,-1-1-3 16,0-3-2-16,2-1 0 0,2-4-3 0,-3 1-3 16,5-3-3-16,-3 0-3 0,3-3-2 15,-2 1-5-15,2 0-1 0,-3-3-1 0,0 4 0 16,1 0-2-16,-3 0 1 0,0 3-1 0,0 2-1 15,-2 1 0-15,-2 2 0 0,-1 2 0 0,1 3-1 16,-3 2 1-16,-1 0-1 0,1 1 0 16,0 4 0-16,-4 0-1 0,0 2-1 0,-1 0-1 15,-2 4-5-15,1 1-15 0,-3 0-46 16,-4 2-79-16,0-1-115 0,1 1-191 0,-3 0-302 16,0-3-357-16,0-1-337 0,0 0-135 0,1-3 351 15,-1 1 673-15</inkml:trace>
  <inkml:trace contextRef="#ctx0" brushRef="#br4" timeOffset="-167954.4">23030 13675 154 0,'1'0'642'0,"3"-2"417"15,-3 0 147-15,2-1-156 0,2-1-296 0,-2-1-154 16,5-2-125-16,-2-1-89 0,2-2-67 0,2 0-49 16,1-2-61-16,2-2-79 0,-1 0-47 15,1-4-23-15,1 1-12 0,0 1-7 0,2-1-5 16,2 3-1-16,-4 1-3 0,2 1-4 0,0 3-2 15,-2 3-5-15,-2 3-4 0,2 3-1 0,-2 2-3 16,-3 3-4-16,2 3-1 0,-3 2-3 16,-1 4-2-16,-3 3-1 0,1 1-2 0,-4 2-1 15,-1 4-2-15,0-3-2 0,-1 5-1 16,-4-2-12-16,1 0-35 0,-1-1-79 0,-3-4-110 16,-5 1-200-16,2-2-301 0,-3-2-358 15,-2-1-373-15,-2-4-155 0,-2-3 359 0,0-6 723 16</inkml:trace>
  <inkml:trace contextRef="#ctx0" brushRef="#br4" timeOffset="-167004.64">20974 14301 27 0,'2'0'413'15,"0"0"364"-15,-2-2 283 0,1 0 23 0,-1 0-276 16,-1-2-220-16,1 3-75 0,0-2-32 16,-2 0-61-16,0 2-63 0,-1-2-50 0,0 0-50 15,-2-2-70-15,-2 2-62 0,0-1-31 16,-1-2-22-16,0-1-15 0,-1 2-10 0,-2-3-8 15,-1-1-9-15,-1-1-7 0,0-1-4 0,-4-1-3 16,2-1-3-16,0 0-4 0,-2-3 1 16,0 2-2-16,4-2 0 0,-2 3-3 0,0-2 1 15,3 1-1-15,1 2-2 0,1 0 0 16,-1 2-1-16,3 2 0 0,2 1 0 0,1 0 0 16,0 2-1-16,-1-1 0 0,5 4-2 0,-2-1 0 15,1 1-2-15,0 1-1 0,2 0-1 0,-1-1 0 16,1 2 1-16,0 0 0 0,1-2-5 15,-1 1-8-15,4-2-13 0,-3 1-26 0,-1 0-59 16,3-3-70-16,-3 2-84 0,0-3-138 16,0 2-214-16,0-1-304 0,-1 1-251 0,1 0-192 15,0 2 16-15,0-1 461 0</inkml:trace>
  <inkml:trace contextRef="#ctx0" brushRef="#br4" timeOffset="-166671.75">20658 14083 157 0,'-3'0'624'0,"0"-3"403"16,-3-1 170-16,1-2-152 0,0-2-330 0,0-1-157 15,0 0-78-15,1-2-83 0,-2-3-66 0,1-2-47 16,-2 0-49-16,3-3-67 0,-3-2-62 16,1-2-30-16,1-1-17 0,1 1-14 0,-3-5-5 15,2 4-7-15,2 1-4 0,-2-1-2 16,1 4-1-16,1 2 0 0,0 1-4 0,1 3-2 15,0 4-1-15,1 1-5 0,-1 2-4 0,2 2-3 16,0 2-2-16,2 1-2 0,1 6 0 16,0 0-3-16,4 2 0 0,2 3 0 0,-1 0-1 15,3 2 0-15,1 0-2 0,1 1 1 0,1-1-1 16,1 1-2-16,2 0 0 0,-1-2-3 16,1 1-9-16,-1 0-38 0,5 1-82 0,-7-3-119 15,3 1-231-15,-2 0-304 0,0 2-373 16,1 1-390-16,1 0-107 0,1 4 480 0,-4 1 748 15</inkml:trace>
  <inkml:trace contextRef="#ctx0" brushRef="#br4" timeOffset="-165722.21">21340 16140 114 0,'1'-3'527'0,"-1"-3"378"0,0 4 220 15,0-3-110-15,-1 2-294 0,-1-4-198 16,0 3-85-16,1-1-22 0,-1 2-39 0,1 2-49 15,-3-1-40-15,0 1-45 0,1-2-63 0,0 3-68 16,-1 0-36-16,0 1-21 0,0 2-14 0,-1 0-5 16,1 1-5-16,-4 2 2 0,3 3-4 15,-3 1 1-15,2 1 0 0,-2 1-2 0,-1-1-3 16,-1 4-5-16,-1-2-4 0,-2 3-4 0,2 0-3 16,-3 1-3-16,1 1-1 0,-2 1-2 0,0-2 0 15,1 2-2-15,2 1 0 0,0-1-1 16,2 1-1-16,0-2 0 0,0 1-1 0,3-1 0 15,2-3 0-15,0-1 0 0,0-2 0 0,4-2-3 16,1-1 1-16,-2-2-2 0,4-2-1 0,-2 0-12 16,1-5-23-16,3 0-68 0,-3-2-73 15,-1-1-136-15,2-1-242 0,-1-1-312 0,1-1-364 16,0 0-241-16,-2-1-67 0,0-1 525 0</inkml:trace>
  <inkml:trace contextRef="#ctx0" brushRef="#br4" timeOffset="-165470.45">21047 16329 153 0,'-4'-9'805'0,"-3"2"531"0,2 2 146 0,-3 1-162 15,1 0-439-15,-1 3-338 0,0 1-170 16,1 0-108-16,-2 5-86 0,3-1-68 0,-1 1-40 16,2 5-27-16,1-2-16 0,0 4-13 0,4 1-6 15,0 4-5-15,2-2-1 0,1 2 0 0,4 0-3 16,-3 1 0-16,4 0 0 0,3-2-1 15,-3 1-1-15,4-2-1 0,0 2 1 0,-1-4 0 16,0-1-1-16,3-2 0 0,-1-1 0 0,3-2 1 16,-2 0-4-16,2-4-12 0,-2 0-35 0,2-3-69 15,-2 0-69-15,0-6-134 0,2 4-235 16,1-6-312-16,0-1-316 0,1-1-222 0,0-2-69 16,2-1 486-16,1-1 610 0</inkml:trace>
  <inkml:trace contextRef="#ctx0" brushRef="#br4" timeOffset="-164579.92">22903 16052 409 0,'3'-4'957'0,"1"2"303"15,0-1-25-15,0 6-177 0,-1-2-318 0,0 4-222 16,5-1-123-16,-4 3-76 0,1 3-55 0,2 0-85 16,-1 2-59-16,3 1-36 0,-1 3-21 15,2 3-13-15,1 0-11 0,0 2-9 0,0 2-7 16,1 1-8-16,1 1-7 0,-1-1-3 0,2 2-2 15,-2-4-3-15,2 0-1 0,-1-2-2 0,0-2 0 16,-2-4-1-16,-1-3-1 0,-1-5-6 16,-5-1-10-16,1-7-25 0,-5-5-54 0,-5-3-70 15,-1-4-80-15,-5-2-130 0,-2-2-177 0,-4-1-272 16,1 2-256-16,-4 1-199 0,-1-1-82 0,0 3 334 16,1-1 502-16</inkml:trace>
  <inkml:trace contextRef="#ctx0" brushRef="#br4" timeOffset="-164371.39">22894 16243 460 0,'6'9'969'0,"-1"1"285"0,1 1-41 0,1 3-249 0,2-2-249 15,4 4-197-15,-2-1-120 0,4 3-80 16,0 1-52-16,2 0-71 0,1 0-72 0,2 0-41 16,1 0-26-16,-1-1-16 0,2-2-12 0,2-2-8 15,-2-4-8-15,1-1-6 0,-1-4-3 16,-1-5 0-16,-3-3-2 0,3-5 0 0,-7-5 0 15,2-5-1-15,-4-6-3 0,-1-3-14 0,-3-3-35 16,-1-3-79-16,-6-2-94 0,-2 1-159 0,-3-1-285 16,-2 3-334-16,-5-2-346 0,0 1-172 0,-3 0 144 15,-4-2 634-15</inkml:trace>
  <inkml:trace contextRef="#ctx0" brushRef="#br4" timeOffset="-154761.14">28206 11739 49 0,'-1'3'314'0,"1"0"195"0,-4 1 173 15,3-2-28-15,-1 3-164 0,1-2-98 16,-2 0-44-16,1 1-17 0,2-1-15 0,0 0-24 15,-1 0-31-15,1 0-38 0,0-2-41 0,1 3-33 16,-1-3-29-16,2 0-16 0,1 1-16 16,-2 0-9-16,2-1-8 0,1 0-5 0,-3-1 35 15,4 0 30-15,-2 0 56 0,4-1 28 16,-1-2 3-16,-2 0-7 0,1-3-39 0,0-2-35 16,0 0-47-16,0-3-34 0,2-1-20 0,0-4-11 15,-2-1-5-15,1-2-6 0,0-1-3 16,0-1-1-16,1-2 2 0,-2 1-1 0,1-1 0 15,-1 1-1-15,0-1 0 0,1 1-3 16,-3 1 0-16,0 0-2 0,0 1-2 0,0 1 0 16,-1 1 0-16,0-1-1 0,-2 2 1 0,1 0-2 15,-1 2 1-15,0-1-1 0,2 0 0 16,-2 1 0-16,2 2-1 0,-2 1 1 0,0 2 0 16,3 1-1-16,-3 1-1 0,1 4-1 0,-1-3 1 15,5 5 0-15,-5-2-2 0,3 2 2 16,-2 0 0-16,1 2 1 0,1-2 0 0,0 2 1 15,1 0 0-15,-1 0 0 0,2 0 0 0,-2 2-1 16,3-2-1-16,-1 0-1 0,-2 0 1 16,2-2 0-16,0 2 1 0,-1-3 2 0,1 2 1 15,-1 0 1-15,0-2-1 0,-3 1 1 16,3 1 0-16,-3-1 7 0,1 0 5 0,-2 2 1 16,1 0 0-16,-1 0 1 0,0 2 0 0,0 3-8 15,0 0-4-15,0 2 0 0,0 4-3 16,0 0 0-16,0 1-2 0,0 1 0 0,0 3 0 15,0 1-1-15,0-3 1 0,0 5-1 16,0-2 5-16,0 1 3 0,0 1 4 0,0 2 0 16,0-4 1-16,0 3 2 0,0 2-5 0,0-1-3 15,2 0-2-15,-2 3-2 0,2 1-1 16,-1-2-1-16,2 4-1 0,2-1 0 0,-1 1 0 16,1 0-1-16,2 0 0 0,1-2 0 0,3-1-2 15,-3 0-7-15,1-4-26 0,2-3-71 16,-1-7-81-16,-1-4-162 0,-1-6-285 0,1-6-332 15,1-2-375-15,-2-5-230 0,0-7 79 0,-4-1 696 16</inkml:trace>
  <inkml:trace contextRef="#ctx0" brushRef="#br4" timeOffset="-151632.29">28706 11920 149 0,'-2'2'382'16,"1"1"174"-16,1-2 120 0,-2 1-186 15,1-2-165-15,1 0-75 0,1-2-22 0,1 1 19 16,-2-2 31-16,3 0 26 0,0-2 10 16,0 0-19-16,1-1-24 0,2-1-35 0,-3 0-42 15,0-1-34-15,2-1-34 0,0 1-27 0,0-3-18 16,-2-1-17-16,3 2-5 0,-3-1 1 15,2-3 10-15,-4 2 16 0,4-1 6 0,-2-2 13 16,1 0 14-16,-1 0 0 0,3-2-9 0,-5 1-17 16,2-3-18-16,1 2-15 0,-3-3-22 15,3 1-14-15,-3-1-10 0,2 1 15 0,-1-2 13 16,1 1 5-16,0 3-2 0,-3-2 4 0,5 3-2 16,-4-1-14-16,1 2-11 0,-1 0-6 15,-1 3-5-15,2 1-4 0,-2 1-2 16,2 2-2-16,-2 0-3 0,0 2 1 0,0-1 7 15,1 3 2-15,-1 2 1 0,0-3 3 0,0 1-1 16,0 3-1-16,0-2-5 0,0 2-3 0,2-1-4 16,-2 1 0-16,2 1 0 0,-2-2 0 15,3 1 0-15,-3-1 0 0,1 2 1 0,3-2-1 16,-3 1 0-16,1 1 0 0,-1 0-1 16,3 0 1-16,-2 0 1 0,0 0-1 0,0 0 0 15,1 1 0-15,-2 1 0 0,3-2 1 0,-1 3-1 16,0-1 1-16,0-1 0 0,0 1 2 15,1 2 1-15,-2-1 5 0,2-1 4 0,0 5 1 16,0-3 2-16,-1 3-3 0,0 0 7 0,0 2-4 16,0 2 1-16,2-1 0 0,3 4 3 15,-3 0 4-15,1 5-1 0,1 1-3 0,2 3-1 16,-1 3-1-16,0 0-5 0,0 2-4 0,2 5-5 16,-1-3-1-16,0 0-2 0,2-2-2 15,-1-1-2-15,-2-1 1 0,2-5-1 0,-2-2-2 16,0-1-9-16,0-4-30 0,-2-2-74 15,-1-3-72-15,-2-4-147 0,-3 0-261 0,0-3-318 16,-1-2-337-16,-2-4-215 0,-3 0-2 16,-1-2 579-16</inkml:trace>
  <inkml:trace contextRef="#ctx0" brushRef="#br0" timeOffset="-143253.77">20840 12426 184 0,'-2'-2'327'0,"1"0"115"15,1 1-17-15,-5 0-140 0,5-1-125 0,-1 0-73 16,-1 2-46-16,1-1-37 0,1 0-43 0,0-1-65 16,-4 2-115-16,4 0-156 0,-3-1-45 15,1 1 41-15,2 0 95 0</inkml:trace>
  <inkml:trace contextRef="#ctx0" brushRef="#br0" timeOffset="-141691.53">20799 12436 145 0,'0'-2'459'0,"0"0"290"16,0 1 233-16,0-4-90 0,0 1-188 16,-1 2-141-16,1-2-51 0,-2 3-5 0,0-2-48 15,2 0-74-15,-1 0-57 0,-3 2-50 0,3-2-58 16,-2-1-68-16,-1 2-42 0,1-1-25 15,-3 1-15-15,3 0-14 0,-2 2-12 0,2-2-12 16,-2 2-8-16,0 2-7 0,1-1-5 0,-2 0-5 16,-1 2-2-16,2-1-1 0,1 2-1 15,-3 1-1-15,1 1 0 0,-2 1 0 0,2 1 1 16,-1 2-2-16,2 1-1 0,-4 1 0 0,5 2 2 16,-1 2-3-16,0 1 0 0,2 0 0 15,1 1 1-15,2 0-1 0,2 1 0 0,1 1 1 16,0 0-1-16,4-1 0 0,2 0 0 15,0-3 2-15,3-1 0 0,1-2 1 0,0-1 2 16,3-2 2-16,-2-1 2 0,4-6-2 16,-2-1 1-16,2-4-1 0,0-4-1 0,-1-2 0 15,-1-6-1-15,2-3 0 0,-1-6-1 0,-6 0 0 16,0-4 1-16,-2 0-2 0,-2-3 0 0,-2 2 1 16,-4 0 5-16,1 3 5 0,-4 1 4 15,-3 3 3-15,1 3 1 0,-6 0 2 0,1 4-2 16,-1 0-4-16,-4 3-4 0,1 2-2 15,-2 0-2-15,0 5-4 0,0-1-2 0,-1 5 0 16,0 0-1-16,3 3 1 0,-1 3-1 0,5 1-1 16,-3 4 1-16,4 1-1 0,1 2 0 0,2 2 0 15,0 2 0-15,4 3 0 0,-1-1-1 16,2 1 0-16,2 0 0 0,-1 0-1 0,4-2 0 16,0 1 0-16,2-3 0 0,1 0 0 0,-1-3 0 15,1-1 1-15,3 1 0 0,-3-4 0 16,1 0 0-16,2-2 0 0,-1-6 1 0,-1 2-1 15,2-2 0-15,-1-4 0 0,-1-2 0 0,-1-4 0 16,1-4 0-16,0-3 0 0,-5-2 0 16,3-3 1-16,-1-2-2 0,-2 2 1 0,-2-3 0 15,0 3 1-15,-2 1-1 0,-2 2 1 16,-3 3 0-16,-1 0 0 0,2 2 0 0,-4 1 0 16,-2 3-2-16,-1 2 1 0,0 1-1 0,0 4 1 15,-2 1-1-15,0 3 1 0,1 3 0 16,1 1 0-16,1 6 1 0,-1-3 0 0,3 7 0 15,4-2 0-15,-3 3 0 0,4 2 0 16,-1 0-1-16,4-3 0 0,0 5 0 0,2-3-1 16,2-2-1-16,0 0 1 0,1 0 0 0,2-1 0 15,-1-3 0-15,3-1 1 0,2-2 0 0,-2-3 0 16,3 1 0-16,-3-5 0 0,4 0 0 16,0-4 0-16,-2-2 0 0,1-3 2 0,1-2-1 15,-2-3 0-15,0-6 0 0,-1 2 0 16,-1-5 0-16,1 1 0 0,-6-2 0 0,1-2 0 15,-2 2-1-15,-3 2 1 0,0-1-1 0,-4 2 1 16,-1 1 0-16,-4 3 0 0,-3 0 0 16,-1 1 0-16,-4 1-1 0,0 3-1 0,-4 0 1 15,-1 1 0-15,3 4 0 0,-3 1 2 0,0 3 0 16,2 0 2-16,0 4-1 0,3 2-1 16,3 2 0-16,0 2-1 0,4 2 0 0,2 2 0 15,2 4-1-15,1 1 0 0,4 0 0 0,2 4-1 16,4-2 0-16,-1 3 0 0,4-3 0 15,2 1-1-15,4-3-1 0,2-1 1 0,0-4 1 16,1 0 0-16,4-3 0 0,-1-4 3 16,0-2-1-16,1-4 1 0,3-4 0 0,0-2 1 15,-3-6-1-15,1-3 0 0,-2-5 1 0,-2-3-1 16,-1 1 0-16,-3-4 0 0,0 0-1 0,-6 0 0 16,0 0-1-16,-4 4 1 0,-3 0 0 15,-1 2-1-15,-5 0 0 0,-3 3 1 16,-1 1-1-16,-5 1 0 0,-2 1 0 0,-2 2-1 15,2 3 1-15,-2 3 0 0,0 2-1 0,1 3 1 16,0 4-1-16,0 4 1 0,4 5 0 0,0 0 0 16,3 3 1-16,-1 2-1 0,6 4 1 15,1 0-1-15,2 5 0 0,4 0 0 0,-1 1-1 16,2 2 1-16,4-1 0 0,2-2 0 16,-1-1 0-16,3-3 0 0,2 0 0 0,-2-5 0 15,2-2 1-15,2-4-1 0,-2-4 1 0,4-3 0 16,-4-5 0-16,4-7 0 0,-4-2 1 15,1-5-1-15,-3-3 0 0,-1-5 1 0,1-3-1 16,-5-2 0-16,1 0-1 0,-6 0 1 0,-1 2 0 16,-1 0 1-16,-6 0 1 0,-1 4 2 15,-6 0 0-15,-2 2 0 0,-3 2 0 0,-3 2 0 16,3 2-2-16,-3 4-1 0,0 3-1 0,4 3 1 16,-2 3-1-16,6 3 1 0,-4 6 0 0,7 1 0 15,-1 5 0-15,4 3 0 0,1 2-1 16,4 4-1-16,2 1 0 0,1 1 0 0,3-1-2 15,2-2 1-15,1-1-1 0,0-4 1 16,5-1 0-16,-3-4-1 0,4-2 1 0,0-4 1 16,-1-5 0-16,0-2 0 0,3-5 1 0,-2-4 0 15,1-6 0-15,-3-3 1 0,0-3-2 16,0-3 1-16,-3 2-1 0,-2-2 0 0,0 3 1 16,-4 1-1-16,-1 4 1 0,0 1 1 0,-3 0-1 15,-3 6-1-15,-3-2 0 0,-1 4 0 16,-1 2 0-16,-2 2 0 0,-3 3-1 15,3 3 1-15,-1 4-1 0,1 3 1 0,1 3 0 16,2 2 0-16,2 3 1 0,2 1-1 0,0 1-1 0,3 2 1 16,1-3-1-16,4 0-1 0,-1-1 0 15,3-1-1-15,2-2 0 0,0-2-2 16,0-2-10-16,3-3-21 0,0 0-45 0,-1-3-91 16,-2-5-215-16,4 0-287 0,-1 0-364 0,0-2-460 15,1-3-410-15,-1-1 258 0,-1 0 1034 16</inkml:trace>
  <inkml:trace contextRef="#ctx0" brushRef="#br0" timeOffset="-136641.45">21276 10791 108 0,'0'-4'696'0,"2"4"465"16,-4 0 133-16,2-3-144 0,0 3-375 0,0 3-274 16,4-3-107-16,-1 6-64 0,2 1-44 0,4 3-31 15,0 4-33-15,3 6-61 0,2 4-51 0,2 5-34 16,-1 5-22-16,1 0-18 0,0 2-12 16,0 2-11-16,1-3-7 0,-2 0-4 0,2-2-2 15,-3-2-2-15,0-6-1 0,1 1 0 16,-1-5 0-16,-5-2-4 0,-1-7-12 0,0 1-25 15,-2-6-61-15,-6-4-70 0,0-5-103 0,-6-2-161 16,0-7-223-16,-2-2-314 0,-3-3-248 16,-2-4-178-16,-1-2 136 0,-2-4 503 0</inkml:trace>
  <inkml:trace contextRef="#ctx0" brushRef="#br0" timeOffset="-136308.3">21232 10744 51 0,'0'-9'503'0,"0"3"380"0,0 3 204 15,0 1 17-15,2-2-354 0,2 4-254 16,3 0-128-16,2 0-31 0,1 2 6 0,4-2-31 16,0 0-39-16,4 0-28 0,0 0-46 0,3-2-46 15,1 2-47-15,2 0-31 0,3 0-21 16,-5 0-11-16,7 4-5 0,-3-2-8 0,1 3-7 16,0-1-3-16,-2 2 5 0,-1 3 0 0,2 0-2 15,-4 3 2-15,-2 0 2 0,-2 5 1 16,-3-1-4-16,-2 5 0 0,-3 1-2 0,-4 3-3 15,-5 2-2-15,-1 3-3 0,-5 1-2 16,-4 3-4-16,0-3-3 0,-5 1-2 0,-2 0-1 16,-2-3-1-16,2-2 0 0,-1-3-1 15,1-4 0-15,-1-2 0 0,2-3 0 0,0-1 0 16,2-3-1-16,1-4-1 0,4-2-5 0,1 0-13 16,2-1-27-16,1-4-67 0,0-2-76 0,0-1-141 15,2-1-257-15,4-2-315 0,0-2-359 16,4-1-247-16,-2-2-31 0,1-4 569 0</inkml:trace>
  <inkml:trace contextRef="#ctx0" brushRef="#br0" timeOffset="-135738.49">21945 10751 332 0,'-4'0'903'16,"-3"2"342"-16,2 0 0 0,1 2-194 0,-1 2-327 16,2 3-218-16,-1 1-123 0,2 5-75 15,2 1-53-15,0 3-62 0,4 3-70 0,-1 0-46 16,4 3-29-16,2-2-17 0,-1 2-12 15,6-4-8-15,-2-3-5 0,3-1-5 0,0-5-2 16,0-3-1-16,0-6-1 0,2-5 2 0,-3-5 1 16,3-7 0-16,-4-4 2 0,3-3-1 15,-5-4 0-15,-1-1 0 0,-3-1-1 0,-4 2 2 16,1-1 1-16,-6 1-1 0,-1 3 1 0,-5-2 2 16,-1 5-1-16,-3 0 1 0,-3 2-1 15,-3 2 2-15,-1 4 3 0,-3 3 0 0,0 2 1 16,0 6-1-16,2 4 0 0,-1 5-3 0,3 5-2 15,0 5-3-15,3 4-1 0,2 2-1 16,4 2-2-16,3 2-1 0,3 3-9 0,3-4-45 16,1 2-75-16,4-3-123 0,1 1-231 0,5-4-302 15,0-3-363-15,5-1-340 0,2-7-108 16,-1-3 474-16,1-2 708 0</inkml:trace>
  <inkml:trace contextRef="#ctx0" brushRef="#br0" timeOffset="-135029.27">22204 10866 57 0,'-1'3'565'0,"-1"-2"454"15,1 1 183-15,-1-2-82 0,0-3-374 0,2-2-299 16,0-2-185-16,0-4-95 0,0-3-32 0,4-2 2 15,-1-3 21-15,0-2 36 0,0-4 20 16,2 2-3-16,-2-4-21 0,2 2-27 0,-2 2-37 16,-2-2-37-16,3 6-24 0,-3 0-11 15,1 5-3-15,0 2-5 0,-2 4-4 0,1 1-7 16,-1 2-8-16,3 5-7 0,-1 5-9 0,1 2-3 16,0 3-4-16,2 3-1 0,-1 4 0 0,0 0 0 15,1 4 7-15,1 1 1 0,0 0 2 16,0-1 1-16,-1 0 1 0,3-1-1 0,-3-4-6 15,1-1-4-15,-1-3-3 0,4-4 0 16,-4-2-2-16,2-4 0 0,-1-6 0 0,2-4 1 16,-2-3 0-16,0-3-1 0,-1-4 1 15,2-2 1-15,-1-3 0 0,-2 2 1 0,0-3 0 16,-3 1 3-16,2 3-2 0,-3 1 5 0,2 3 6 16,0 2 4-16,-2 3 2 0,0 2 3 0,1 5 1 15,-1 1 0-15,0 4-2 0,2 4-4 16,-2 3 0-16,2 3-4 0,-2 3 0 0,1 1-6 15,1 1-2-15,-1 1-3 0,4 2-1 16,-2-2 0-16,2 1 0 0,-2-2 0 0,0-1-2 16,2 0-1-16,0-4-2 0,1-2-2 0,-2-2 0 15,1-3 0-15,0-3 0 0,2-2 3 0,-3-4-1 16,2-4 1-16,-1-3-5 0,0-3-4 16,-2 0-11-16,4-6-11 0,-4 0-17 0,2 1-28 15,1-4-36-15,-2 1-29 0,0 1-21 16,-1 0-10-16,0 2 6 0,-1 3 29 0,1 2 48 15,-2 3 42-15,1 4 24 0,0 1 23 0,-1 3 37 16,4 4 33-16,-4 4 31 0,1 3 14 16,1 1 6-16,-1 1-7 0,1 3-24 0,0 1-28 15,0 1-26-15,1-1-15 0,0 2-8 16,2-1-7-16,-1-2-2 0,0 1-1 0,0-3-1 16,1 1-2-16,-1-3-2 0,2 3-27 0,-2-3-67 15,0 0-69-15,2-2-121 0,-4 1-196 0,3 1-318 16,-3-1-315-16,2 0-235 0,0 4-99 15,1-4 387-15,2-1 586 0</inkml:trace>
  <inkml:trace contextRef="#ctx0" brushRef="#br0" timeOffset="-134792.3">22704 10326 382 0,'-9'-33'1064'0,"-5"-1"515"16,2 6-60-16,1 1-338 0,2 5-453 0,1 3-250 15,2 5-157-15,1 0-126 0,1 5-73 0,1 3-45 16,2 0-29-16,-2 1-22 0,1 4-11 0,2 0-8 16,0 2-5-16,2 3 0 0,1 0-2 15,-3 0 0-15,1 4-1 0,2-1 0 0,-3 2-1 16,4 0-3-16,-3 1-8 0,1 1-26 16,-2-3-73-16,0 3-82 0,-2-3-162 0,2 1-286 15,-1 2-331-15,1-1-380 0,0-1-229 0,0 0 84 16,1-3 701-16</inkml:trace>
  <inkml:trace contextRef="#ctx0" brushRef="#br0" timeOffset="-134360.04">22818 10380 320 0,'-2'24'692'0,"1"-3"257"0,-1-2 47 0,0-1-252 15,6-4-267-15,-3 1-177 0,4-5-91 0,0-1-43 16,1 0-12-16,3-4-20 0,1-3-32 16,1 2-22-16,2-6-18 0,0 0-4 0,1-3-5 15,-3-1-1-15,0-2 4 0,1 0 14 16,0-4 37-16,-3 1 52 0,4-3 58 0,-5 1 28 16,-2-4 2-16,3-1-16 0,-2 0-29 0,-4-3-43 15,0 0-43-15,0 0-24 0,-1 0-13 16,0 0-6-16,-4 0-6 0,0 2-7 0,1 0-5 15,-2 2-2-15,-1 3-1 0,3 2-5 16,-4 3-5-16,2 3-6 0,-3 6-7 0,1 2-9 16,0 6-9-16,0 7-3 0,0 2-3 0,1 5-2 15,-2 6 0-15,3 2 0 0,1 5-1 16,0 0-2-16,2 3-1 0,2 1-1 0,0 0 0 16,1-2 0-16,3 0-1 0,-2-6 1 0,1-3 0 15,2-2 0-15,1-7 1 0,2 1-2 16,-1-7 0-16,0-3 0 0,3-4-1 0,-2-1-9 15,0-3-12-15,1-4-16 0,-2-3-38 16,1-1-73-16,-4-3-106 0,0 1-171 0,1-3-288 0,-4 1-345 16,2-2-368-16,-4 0-199 0,4-3 229 15,-3 2 702-15</inkml:trace>
  <inkml:trace contextRef="#ctx0" brushRef="#br0" timeOffset="-133825.02">23141 10288 29 0,'-2'-6'520'0,"-1"0"472"0,1 0 246 0,-1-2-28 16,1 1-283-16,1 1-226 0,-1-1-183 16,2 1-122-16,0 0-82 0,0 1-69 0,2 1-81 15,-1 2-73-15,-1 1-41 0,4 1-16 0,-3 1-8 16,3 2-3-16,-1 1-3 0,1 6 0 0,-1 3 2 15,0 0-3-15,1 3-3 0,-3 5-2 16,4 1-1-16,-2 2-1 0,-1 2-5 0,1 2-2 16,-1 1-3-16,1 0-2 0,0 1-1 15,-2-2-1-15,2-1-2 0,-3-1 1 0,2-6 1 16,0-1 1-16,-1-2-1 0,-1-7 1 16,2 0 0-16,0-5 0 0,-1-5 1 0,2-5-1 15,1-7 2-15,0-3-1 0,1-5-3 0,-1-3-7 16,1-7-7-16,-1 2-6 0,0-4-3 0,1 1-1 15,2-2 2-15,-3 1 7 0,1 3 6 16,0 1 5-16,-1-2 3 0,0 7 1 0,0 0 1 16,0 4 0-16,0 2 1 0,-1 4 2 15,0 4 1-15,1 3 3 0,-1 2 4 0,0 4 6 16,-1 2 2-16,1 3 2 0,-2 2 5 0,3 5-1 16,-3 1-1-16,4 4-5 0,-4 2-1 0,2 3-1 15,1 0-5-15,-1 3-4 0,0 0-3 16,0 0-1-16,2 0-3 0,1-3 0 0,-1-1 0 15,0-5-1-15,-1-2 0 0,3-6 1 16,-1-1 0-16,0-7 0 0,1-3-1 0,-2-5-2 16,-2-1-6-16,2-4-10 0,-2-2-16 0,3-5-34 15,-6 0-59-15,1-5-63 0,-1 0-67 16,-1-5-123-16,-2-2-172 0,-2 0-242 0,2-5-230 16,0-1-205-16,0-3-89 0,-1-4 325 0,3-2 487 15</inkml:trace>
  <inkml:trace contextRef="#ctx0" brushRef="#br0" timeOffset="-133292.41">23409 9574 44 0,'0'0'583'0,"-1"0"539"0,-1 5 403 0,1 1-73 15,-1 0-423-15,0 2-344 0,2 0-217 16,0 1-130-16,0 0-122 0,0 2-74 0,2-1-40 16,0 4-21-16,1 0-12 0,2 0-8 0,-1 5-9 15,1 3-7-15,-1 3-8 0,1 2-5 16,-1 4-3-16,0 4-5 0,0 2-3 0,-1 4-3 15,0 2-3-15,1-2-14 0,0 3-1 16,0-4 0-16,1-2 0 0,3-2 0 0,-1-6 0 16,0-5 0-16,1-3 0 0,0-4 0 0,0-6 0 15,1-4 0-15,-2-5 0 0,-1-4 0 16,2-5-3-16,0-6-9 0,-2-3-3 0,2-5-4 16,-1-1-1-16,0-2 0 0,0-1 4 15,-1-1 4-15,1 3 5 0,-3-2 2 0,4 1 1 16,-3 4 2-16,0 2 0 0,-2 3 1 0,0 4 0 15,0 4 1-15,0 3 1 0,1 4 1 16,-2 5 0-16,2 5 0 0,-1 3 0 0,0 5 0 16,0 2 0-16,0 6-1 0,1-1 0 0,-1 2-1 15,2-1-3-15,1 0-8 0,0-3-11 16,0-4-15-16,1-5-17 0,-1-3-25 0,3-6-37 16,-1-3-20-16,1-6-39 0,0-5-53 0,-1-4-43 15,0-3-18-15,0-3 15 0,1-3 0 16,-3 2 56-16,-1-4 87 0,2 2 78 0,-6 0 91 15,4 3 144-15,-2 0 104 0,-2 4 44 16,1 1 0-16,-1 6-26 0,-1 1-54 0,0 5-80 16,0 1-60-16,0 4-36 0,0 3-25 0,2 5-14 15,0 0-11-15,-1 3-8 0,1-2-7 16,1 3-5-16,0-1-2 0,1-1-3 0,0 3 0 16,2-4-4-16,1 3-11 0,-2 0-21 15,-1-1-43-15,1 0-74 0,2-2-92 0,-1 4-181 16,-3-2-292-16,2 0-331 0,-1 2-329 0,1-2-187 15,2 0 165-15,0-2 707 0</inkml:trace>
  <inkml:trace contextRef="#ctx0" brushRef="#br0" timeOffset="-126691.66">27693 11920 125 0,'-2'0'365'0,"0"-1"189"15,2-2 149-15,-1 3-134 0,1 0-129 0,0-2-71 16,0 0-35-16,0 2-20 0,1 0-28 16,-1 0-41-16,2-3-51 0,0 3-50 15,-1 0-6-15,2 3-2 0,3-3-5 0,-2 0-7 16,2 2-5-16,0 0-5 0,1-2-35 0,2 0-35 16,-1 0-17-16,0 0-6 0,2-4 6 0,-1 1 2 15,2-3 1-15,-1-2-2 0,0-3-2 16,0-1-3-16,0-2-10 0,0-3-4 15,-3-2-2-15,-1 2-2 0,2-3-2 0,-2-1-3 16,-3 2-2-16,2-3-2 0,-1 2 0 0,-3 0-2 16,1-1 2-16,-1 0 1 0,3 2-2 0,-3-2-1 15,1 4 2-15,-1-2 0 0,3 2 2 16,2 0-3-16,-2 1 5 0,0 2-1 0,0 2 0 16,1 1 1-16,2 3 0 0,-1 2 0 15,-2 1 0-15,1 4 0 0,2 1 0 0,-2 1 2 16,2 4-2-16,-1 1 5 0,-1 3 4 0,2 2 4 15,-2 2 4-15,-1 2 12 0,2 1 11 16,1 1 8-16,-3 0-3 0,1 1-1 0,0-3-4 16,-2 4-11-16,3-2-11 0,-3-3-9 15,1 2-2-15,-3-1-3 0,3-2 2 0,-1 2-3 16,-2-2-2-16,1 4 0 0,0 1-2 0,1 2-21 16,-3 0-25-16,0 3-73 0,-3-3-154 15,-1 5-283-15,3-4-281 0,-1 1-254 0,1-3-196 16,1-3 158-16,0-2 519 0</inkml:trace>
  <inkml:trace contextRef="#ctx0" brushRef="#br0" timeOffset="-125675.64">29161 11794 296 0,'2'3'666'0,"-2"-2"282"0,0 1 74 0,0-1-265 16,0-1-264-16,0 0-157 0,0 2-106 15,1-2-53-15,-1-2-25 0,4 2-15 0,-3-3-19 16,3 1-24-16,-1-4-17 0,3 0-15 0,-2-3-14 16,5 0-15-16,-5-4-8 0,4 2-3 0,1-1-9 15,0-3-4-15,-1 0-1 0,0-2-2 16,2-1-2-16,-2 0 2 0,2 2 6 16,-1-3 5-16,-2 4 10 0,1 1 11 0,-2 0 7 15,2 3 0-15,-4 0 16 0,0 1 3 0,-1 4 9 16,0-1 3-16,-1 3-3 0,-1 1 0 0,1 3-14 15,1 1 23-15,0 2 10 0,2 2 4 16,-2 6 2-16,2 0-5 0,-1 1-5 0,3 3-26 16,-1 0-25-16,3 3-14 0,1 2-11 15,0-1-2-15,0 1-2 0,2 0-5 0,-3-1 0 16,4-3 0-16,-2-1 1 0,0-1-3 0,0-3-2 16,-1 0 3-16,-2-1-4 0,-1-3-48 15,0-1-64-15,-6-1-74 0,2-1-147 0,-3 0-276 16,-3-2-320-16,2-1-275 0,-1 1-195 15,-1-2 76-15,0 0 563 0</inkml:trace>
  <inkml:trace contextRef="#ctx0" brushRef="#br5" timeOffset="-109112.05">26744 11871 95 0,'2'-2'489'16,"0"1"337"-16,0-2 190 0,0 2-82 0,-1-3-272 15,1 2-189-15,-1 0-134 0,-1-1-81 16,0 1-42-16,0 2-28 0,2-1-23 0,0 1-11 16,-2 0-19-16,0 0-14 0,0 0-17 15,1 0-20-15,2 1 53 0,1-1 7 0,-1 2-1 16,2-2-5-16,-1 1-5 0,1 1 5 15,0 0-53-15,-4-1-28 0,4 0-6 0,-2 1-3 0,1-2 1 16,-1 2-4-16,-2-1 0 0,4 0 1 16,-5 1-3-16,1-1-4 0,2 1 1 0,-1-1-4 15,0 0-5-15,-1-1 1 0,2 2-4 16,-1-1-2-16,0 1-5 0,-1 0-3 0,3-1-1 16,-3-1-2-16,2 2-1 0,2-1-1 0,-4 1-1 15,2-1 0-15,2-1-2 0,-1 2 0 16,0-1-1-16,1 0 1 0,0-1 0 0,1 2 0 15,-1 0-1-15,1-1-3 0,-1 0-1 16,0 3-1-16,1-4-2 0,0 2 0 0,1 1-1 16,-3-1 0-16,1-1 0 0,2 2-1 0,-1-1 0 15,-2 0 1-15,3 1 1 0,-2 0-2 16,-1-2 0-16,1 2 1 0,3-1 0 0,-3 1-1 16,-1 0 0-16,1-2 0 0,0 1 0 0,-2 0 1 15,3-1-1-15,-1 0 1 0,-2 1-1 16,2-2 5-16,0 1 1 0,0-1 1 0,1 0 1 15,-3 0 0-15,2 0 0 0,-1 0-3 0,0 0-1 16,1 0-2-16,-1 0 0 0,4 0-1 16,-2 0 0-16,1 0-1 0,-1 0 1 0,2 0-1 15,-4 0 0-15,5 0-1 0,-3 2 1 16,0-2 0-16,2 0 0 0,-2 1 0 0,1-1 0 16,-1 1 1-16,1-1-1 0,0 0 1 0,-2 2-1 15,1-1 0-15,-1-1 0 0,2 2 0 16,-1 0 0-16,-2-2-1 0,1 1 1 0,-2-1 0 15,2 0 0-15,0 2 0 0,1-2 0 16,-3 1 0-16,4-1 0 0,-4 0 0 0,2 2 0 16,0-2 0-16,-2 1 0 0,3-1 0 0,-2 2 0 15,1-2 0-15,2 0 0 0,-2 1-1 16,-1-1 1-16,4 1 0 0,-2-1 0 0,1 0 0 16,-1 2 0-16,1-2 0 0,0 0 0 0,0 0 0 15,-1 0-1-15,-1 0 1 0,1 0 0 16,0 0-1-16,-1-2 1 0,0 2-1 0,0 0 1 15,-1-1-1-15,1 1 1 0,1-1 0 0,-3 1 0 16,2-2 0-16,-2 1 0 0,1-1 0 16,1 2 0-16,-2-1-1 0,3-1 1 0,-3 1 0 15,0-3 0-15,0 1-1 0,2 1 1 16,-2-1-1-16,4-1 1 0,-4-1 0 0,3-1 0 16,-1 1 0-16,1-2 0 0,-3 3-1 0,2-2 1 15,0-1 0-15,-1 3 0 0,3-2 0 0,-4 1-1 16,2 1 1-16,0-1 0 0,-2 1-1 15,2 1 0-15,0-1 1 0,0-1-1 0,-1 0 1 16,0 1 0-16,1-1 0 0,0 1 0 16,1 0 0-16,-1-1 0 0,0-1 0 0,-1 2 0 15,0-2 0-15,0 2 0 0,1 0 0 16,0-1 0-16,-1-1 1 0,1 2-1 0,-2-2 0 16,1 2 1-16,1-3-1 0,-2 1 1 15,3-2-1-15,-3 3 0 0,2-3 0 0,-2 1-1 16,2-1 1-16,0 0 0 0,-2 1 0 0,3 0-1 15,-3-2 1-15,2 1 0 0,0 0-1 0,-1 2 1 16,0-3-1-16,0 2 1 0,2 1 0 16,-3-2-1-16,2 3 1 0,0 0 0 0,-2-1 0 15,1 2 0-15,-1-1 0 0,0 1 0 16,1 0 0-16,-1 0 0 0,1-1 1 0,-1 2-1 16,0-2 0-16,0 0 1 0,1-1-1 0,-1 0 0 15,2 0-1-15,-1-1-1 0,1 0 1 0,-2-1 0 16,2-1-1-16,0-1 1 0,-4-1 1 15,4 3-1-15,-2-1 1 0,3-2-1 0,-3 3 1 16,1-1 0-16,-3 0 0 0,2 1 0 16,1 1 0-16,-3-3 0 0,3 3 1 0,-1 1 0 15,-2-2 0-15,4 1 0 0,-2-2 0 0,-2 2 0 16,3-2-1-16,-3-1 1 0,2 2-1 16,1-1 1-16,-1 1-1 0,0-1 0 15,0 0 1-15,2 0-1 0,-1 0 1 0,0 2-1 16,-3-1 0-16,2 1 1 0,1-1 0 0,-1 2-1 15,2 0 0-15,-4 0 0 0,4 2 0 0,-4-1 0 16,1 3 0-16,-1-2 0 0,1 1-1 16,0 0 1-16,-1 0 0 0,3-3 1 0,-1 2 0 15,0-3 0-15,2 1-1 0,-2-1 0 0,3 0 0 16,-1-2 0-16,0-2 0 0,1 2 1 16,0-1-1-16,0-3 1 0,2 2-1 0,-1 0 0 15,-2 1 0-15,-1-1 0 0,1 1 1 16,3-1-1-16,-5 2 0 0,0-2 0 0,2 2 0 15,-2 1 0-15,1-2 0 0,-1 2 0 0,1-1 1 16,-1-1-2-16,0-2 1 0,2 1-1 16,0 2 1-16,-2-2-1 0,4-1 0 0,-1 2 1 15,-2-2-1-15,1 2 0 0,2-1 1 16,-2 0-1-16,-1 2 1 0,1-1-1 0,-1-1 1 16,1 2-1-16,0-1 0 0,-2 1 0 0,1 1 0 15,0-4 0-15,1 3 0 0,-4 0 0 0,4-1 0 16,-2-2 0-16,2-1 0 0,0 3-1 15,0-3 0-15,0 1 0 0,1-2 1 0,-2 3 1 16,3-1 0-16,-2-1 0 0,-1 2 0 0,1-2 1 16,3 1-1-16,-3-1 1 0,3-3-1 15,0 1 0-15,1 2 1 0,-3-2-1 0,1 0 1 16,1 1-1-16,-2 1 1 0,-2 1-1 0,1 1 0 16,-2 0 1-16,2-1-1 0,-1 3 1 15,-1-1-1-15,-2 2 0 0,1-1 0 0,1 1 0 16,-2 0 0-16,1 3-1 0,-1 0 1 15,3-1 0-15,-4 0 0 0,1 2 0 0,3-2 0 16,-3 1 0-16,2-1-1 0,1-1 0 0,0 0-1 16,4-3 2-16,0 0-1 0,0-2 0 15,3 0 1-15,-3-1-1 0,0 2 1 0,-3 0-2 16,3 1 1-16,-2-1 0 0,-2 2 0 16,3-1 0-16,-2-1 0 0,-1 2 1 0,1 0 0 15,0 1 0-15,-2 1 0 0,-2 0 1 0,3-1-1 16,-3 2 0-16,1 2 0 0,-1-2 0 15,3 0 0-15,-3-1 0 0,1 2-1 0,0-1 1 16,1-1 0-16,-2 0-2 0,7-2 1 0,-2-3 0 16,2 0-2-16,0-1 2 0,5-2 0 15,-4 1 0-15,1 1 1 0,-1-1 0 0,-2 4 0 16,-1-1-1-16,0 2 1 0,0 3-1 0,-3-3 1 16,2 3-1-16,-1 2 1 0,-1-1 0 15,-2 1 1-15,1 1-1 0,0 0 0 0,-1-2 1 16,2 2-1-16,-1 0 0 0,2 0 0 15,-2 1 0-15,1-3 0 0,0 2 0 0,1-1-1 16,-1 1 1-16,2 1 0 0,-4-4-1 0,6 4 1 16,-3-1 0-16,1 0 0 0,0 0 1 0,-1 0-1 15,0 2 0-15,1-3 1 0,-1 3-1 16,1 0 1-16,-1-1-1 0,1-1 0 0,2 2 1 16,1-4 1-16,1 2-1 0,-1-3 1 15,2 0 0-15,2-3 0 0,1 1 0 0,1 0 0 16,-3-2 0-16,0 3-1 0,2 0 0 15,-5 1-1-15,0 3-1 0,0 0 0 0,-2 0 0 0,0 1 0 16,-1 2 0-16,0 0 0 0,-1 0 1 16,1 2 0-16,0-1 1 0,-2 2-1 0,2 0 1 15,-2 0 0-15,2 0 0 0,-4 0-1 16,4 0 1-16,-2 1-1 0,5 0 0 0,-5 0 0 16,0-1-1-16,4 2 0 0,-2-2 0 0,-1 2 1 15,2-1-1-15,1 0 1 0,-2 2 0 16,1-1 0-16,0 1 0 0,0-2 1 0,1 2 0 15,1 0 0-15,-3 0 0 0,1 0 0 16,2 3 1-16,0-3-1 0,0 1 2 0,0 1-1 16,-1 0 0-16,0-1 0 0,-3 2 0 0,3 0-1 15,-2 0 0-15,2 0 0 0,-2 2-1 16,-2 0 2-16,2-1-1 0,0 0 1 0,0 2-1 16,1 0 1-16,-3 0 0 0,2 1-1 0,-1-1 0 15,1-1 0-15,-1 3 0 0,0-2 0 16,2 1 0-16,1-4 4 0,-2 3 2 15,1 0 2-15,0-1 0 0,3 1 0 0,-4-4-1 0,2 3-2 16,-1-2-4-16,2 2 0 0,-4-1-1 16,1-1 0-16,2 2-1 0,-4 1 1 0,0-2-1 15,2 1 0-15,-1 0 0 0,0 2 0 16,-1-3 0-16,-2 2 0 0,3 0 0 0,-4-1 0 16,3 0 0-16,-3 2 0 0,1-3-1 0,1 1 1 15,0-1 0-15,1-1-1 0,0 0 0 16,0 0 1-16,2-1 0 0,-2 0 0 0,0-1 0 15,0 2 0-15,0-3 0 0,1 1-1 16,-1 1 0-16,0-2-1 0,-1 1 2 0,2 1-1 16,-2-3 0-16,1 2 1 0,-2 0 0 0,-1-1-1 15,2 0 0-15,0 2 1 0,-1-3-1 16,-1 1 0-16,2 0 1 0,-1 0-1 0,1-1 1 16,-2 2-1-16,2-1 1 0,-2 0-1 0,1 0 0 15,-1-1 1-15,2 1-1 0,0 0 1 16,-2-1 0-16,3 2 0 0,-3-1 1 0,1-2-1 15,1 2 1-15,1-1-1 0,-2 2 1 0,1-4 0 16,-1 4-1-16,3-3 0 0,-3 1 0 16,2-1 0-16,1 1 0 0,-3-1 0 0,4 2 0 15,0-1 3-15,2 1 1 0,0-2 2 0,-1 2 0 16,1-2 0-16,-1 3 1 0,-2-1-3 0,3-1-2 16,-1 3 0-16,1-2 0 0,0 2 0 15,0-2 0-15,-2 0 0 0,-2-1-1 0,2 3 1 16,-4-2-1-16,2 3-1 0,1-5 1 0,-3 2 0 15,-1 1-1-15,3-1 1 0,-1 0 0 16,-2 0-1-16,1 0 1 0,-1 0-1 0,2-2 0 16,-2 2 0-16,0 0 0 0,0 0 0 15,1 0 0-15,-1 1 0 0,0-1 0 0,2 2 1 16,0 0-1-16,1 1 1 0,-2 0 0 16,4-2 1-16,-1 2-1 0,-1-2 1 0,1 2-1 15,1 0 0-15,0 1 0 0,1-1 1 0,-1-1-1 16,1 0 0-16,2 1-1 0,-3-1 0 15,1 1 0-15,1-1 0 0,-1-2 0 0,1 2 0 16,-2 0 0-16,2-1 0 0,-4-1 0 16,2 1 0-16,-4 0 0 0,4-1 0 0,-4-2 0 15,1 2 0-15,-1-1 0 0,1 0 0 0,0-2 0 16,-2 4 0-16,0-3 0 0,0 1 0 0,0-1 0 16,0 2 0-16,1-1 0 0,-1-1 0 15,0 0 0-15,4 3 0 0,-4-3 0 0,3 2 0 16,-2 0 0-16,1-1 0 0,0 1 0 15,1-1 0-15,-2 1 0 0,1-1 0 0,2 0 0 16,0 1 0-16,-3-1 0 0,1 2 0 0,-1-2 0 16,3 3 0-16,-3 2 0 0,1-1 0 15,-2 0 0-15,1 2 0 0,-1 1 0 0,2-1 0 16,0-1 0-16,-1 1 0 0,2 0 0 16,1-2 0-16,-3 1 0 0,4-1 0 0,-2-1 0 15,-2-1 0-15,3-2 0 0,-3 3 0 0,1-3 0 16,-1 1 0-16,3 0 0 0,-4 0 0 15,1-1 0-15,-1 1 0 0,2-2 0 0,-1 2 0 16,-1 0 0-16,2-1 0 0,-2 0 0 0,2 1 0 16,-2 0 0-16,1-1 0 0,2 1 0 15,-1-1 0-15,-1-1 0 0,2 4 0 0,-1-1 0 16,1-3 0-16,0 2 0 0,1-1 0 0,-1 1 0 16,0-2 0-16,0 1 0 0,2-1 0 15,-2 1 0-15,2-1 0 0,-2 1 0 0,2-2 0 16,-2 1 0-16,2-1 0 0,-2-1 0 15,3 3 0-15,-5-3 0 0,3-1 0 0,-1 2 0 16,2-1 0-16,-2 0 0 0,3 0 0 0,0-1 0 16,-1 0 0-16,0 2 0 0,0-3 0 0,0 3 0 15,-1-3 0-15,0 2 0 0,0-1 0 16,1 1 0-16,-4-2 0 0,3 2 0 0,0-1 0 16,-2 0 0-16,1 1 0 0,-1-2 0 15,1 2 0-15,-1 0 0 0,0 0 0 0,0-1 0 16,0 1 0-16,1 0 0 0,-2 0 0 0,-1 1 0 15,4 0 0-15,-4 0 0 0,1 0 0 16,1 2 0-16,-2-2 0 0,0 1 0 0,1 0 0 16,-1 1 0-16,0 1 0 0,2-1 0 15,0 1 0-15,-2-2 0 0,1 1 0 0,1 0 0 16,-1-3 0-16,3 3 0 0,-3-3 0 0,2 1 0 16,-1 1 0-16,-1-3 0 0,1 1 0 15,-1-1 0-15,1 2 0 0,0-1 0 0,1-1 0 16,0 1 0-16,0 1 0 0,2-3 0 15,-2 1 0-15,3 0 0 0,-3-1 0 0,1 0 0 16,0 0 0-16,1 0 0 0,-1 0 0 0,-1-1 0 16,3 1 0-16,-3 0 0 0,2 0 0 0,1 1 0 15,1 1 0-15,2 0 0 0,-1 3 0 16,1-3 0-16,-1 2 0 0,3 0 0 0,-1 0 0 16,-1 2 0-16,2-1 0 0,0-1 0 15,-1 1 0-15,1-1 0 0,-3 0 0 0,0 3 0 16,1-3 0-16,-1 1 0 0,-2 1 0 15,3-2 0-15,-5 0 0 0,4 1 0 0,-2-1 0 16,1 0 0-16,-1 0 0 0,2-1 0 0,-2 0 0 16,1-1 0-16,-1-1 0 0,0 1 0 15,0-2 0-15,2 0 0 0,-1 0 0 0,1 0 0 16,-3-2 0-16,4 1 0 0,-3 1 0 0,1-2 0 16,1 1 0-16,-1 1 0 0,3-2 0 0,-2 2 0 15,3 0 0-15,-2 0 0 0,-1 0 0 16,0 0 0-16,3 0 0 0,-3 0 0 0,0 0 0 15,1 0 0-15,-1 0 0 0,0 0 0 0,0 0 0 16,0 0 0-16,-2 0 0 0,1 0 0 0,-2 0 0 16,-1 0 0-16,2 0 0 0,1 0 0 15,-4 2 0-15,2-1 0 0,-2-1 0 0,0 2 0 16,2 1 0-16,-1-1 0 0,1 0 0 0,-2 2 0 16,1-2 0-16,-1 1 0 0,2-1 0 15,-4 0 0-15,2 0 0 0,1-1 0 0,-3-1 0 16,4 0 0-16,-2 0 0 0,-2-1 0 0,1-1 0 15,0 1 0-15,1 0 0 0,-2-1 0 0,1-1 0 16,0 2 0-16,-1 0 0 0,3-1 0 0,-3 2 0 16,1-2 0-16,-1 1 0 0,-1 1 0 15,3 1 0-15,-1-1 0 0,-1 2 0 0,1 0 0 16,-2-2 0-16,0 1 0 0,0 0 0 0,0-1 0 16,0 0 0-16,0 0 0 0,0 0 0 0,0 0 0 15,0 0 0-15,0 0 0 0,0 0 0 16,0 0 0-16,0-1 0 0,0 1 0 0,0-1 0 0,0-1 0 15,-2 2 0-15,1-2 0 0,1 1 0 16,-2 0 0-16,-1-1-25 0,0 2-49 0,0 0-32 16,-2 0-72-16,-1 0-88 0,1 0-162 0,-4 0-282 15,2 0-338-15,1 3-356 0,-1 0-196 16,3 0 158-16,-2 1 689 0</inkml:trace>
  <inkml:trace contextRef="#ctx0" brushRef="#br5" timeOffset="-91832.12">241 12014 177 0,'4'-5'315'0,"-4"5"120"0,0 0-43 16,0 0-58-16,0 0-40 0,0 0-11 0,0 0 6 15,0 0 20-15,6 0 16 0,2 0 25 16,1 0-13-16,2 3-20 0,2-1-25 16,1 0-34-16,-3 1-21 0,3 0-45 15,-1 0-28-15,-2 0-37 0,0-1-26 0,-1-1-17 16,1 1-24-16,-3-1-1 0,0-1-10 16,0 0 1-16,1 0 30 0,-1-1 24 15,0-1 21-15,0 1 3 0,3-3-1 0,0 3-8 16,3-2-7-16,-1 0-14 0,1 2-17 0,2-2-20 15,-2 2-10-15,3-3-4 0,-2 3-26 16,2 0-13-16,2-3-9 0,-3 3 14 16,1-1 8-16,1-1 2 0,2 2 4 0,-1-2 0 15,-1 0 0-15,0 1-7 0,2 0 0 0,0-1 0 16,-1 1-2-16,0-2 2 0,2 2 1 16,-1-2-3-16,-1 2-7 0,2-2-1 15,-1 2-3-15,-1-1-1 0,3-2-2 0,-1 2-2 16,0 0 1-16,2-1 0 0,-1 1 5 15,2-1 3-15,0-1 3 0,-1 2-1 0,1-2 2 16,0 1-1-16,-2-2 2 0,2 4-5 0,1-3-4 16,-3 3 0-16,-1-4-2 0,1 4-1 0,0-1-6 15,-3 0 1-15,0 1 3 0,0 0 1 0,-3 0 6 16,1 2 5-16,1-1 2 0,-1 1 2 16,-1 0 0-16,1 1-1 0,1-1-6 0,-1 0-5 15,2 2-2-15,-2-1-1 0,0 0-1 0,1 1-1 16,1 0 1-16,-1-1 0 0,-1 0-1 0,2-1 1 15,-3 2-2-15,1 0 0 0,-1-2 0 0,3 2 0 16,-3 1 0-16,1-3 0 0,-1 1 1 0,1 0-1 16,0 0 0-16,1-1 0 0,-1 3-1 0,-1-3 2 15,1 2-2-15,0 0 1 0,1 1 0 0,-2 0-1 16,3 0 1-16,0 0-1 0,-1 0 1 0,0 0 6 16,0 0 3-16,2-1 2 0,1 0 0 0,0 1 2 15,-1-1-6-15,2 0-8 0,2-2-4 0,-3 2-3 16,2-1-1-16,-1 1-1 0,-1 0 4 15,1-2 3-15,2 1 2 0,-1-1 1 0,-2 2 0 16,3-1 0-16,-1-1 1 0,1 3 0 0,0-1 0 16,1-1 0-16,0 2 0 0,2-1-1 0,-2 0 0 15,2 2 0-15,-4-2 0 0,4 2 0 0,-2-2 0 16,3 1 0-16,-1-1 0 0,0 0-1 16,0 1 6-16,0 0 3 0,3-2 1 0,-2 2 0 15,3-3 1-15,-3 2 1 0,2-2-5 0,0 1-2 16,2-1 0-16,-1 0-7 0,1 2-1 0,0-2-4 15,1 0-1-15,0 0 0 0,1 0-2 16,1 0 7-16,0 0 0 0,0 0 4 0,1 0 0 16,-1 0-1-16,0 0 0 0,-2 0 0 0,3-2 2 15,-1 1-1-15,-2 1 5 0,2-2 3 0,-3 1 2 16,3-1-1-16,-4 2 0 0,3-1 0 0,-1 1-6 16,-2-2-1-16,3 2-1 0,0 0 2 15,-2 0 0-15,1-1 0 0,2 1 2 0,-2-3-8 16,2 3-2-16,1 0-3 0,-1 0-2 15,3-2 1-15,-2 0-3 0,-1 2 6 0,1 0 3 16,-1-3 2-16,2 2 7 0,-4 0 1 0,3 0 3 16,0-2 1-16,-4 1-1 0,3 0-1 0,-2 0-6 15,2 1-2-15,-2 0-1 0,2-3-1 16,-2 3 2-16,-1-2 0 0,4 2 2 16,-1-2 1-16,0 1 0 0,1-1 0 0,1 1-7 15,-1-1-3-15,3 2-2 0,1 0-3 0,0-1 0 16,0-1 0-16,0 2 11 0,1 0 5 0,2-1 3 15,-2 0 1-15,0 2-1 0,1 0 0 16,0 0-6-16,1 2-2 0,-1 0 0 0,-1-2 1 16,3 2 1-16,-1-2 1 0,2 2 0 15,0-1 1-15,0-1-1 0,5 0 0 0,-1 0 0 16,-3-1-2-16,3-1-1 0,0 2 0 0,0 0 0 16,-3-1-2-16,3 0-1 0,-3 1 0 15,1 0 0-15,-1-2 0 0,0 2 0 0,-2 0 3 16,2 0 0-16,-1 0 2 0,0 0 2 0,1 2-2 15,3-2 1-15,-1 0-1 0,2 1 0 16,-1 0 0-16,0-1-2 0,2 0 0 0,-2 0 0 16,1 0-3-16,1 0 0 0,-2 0-1 0,2-1 1 15,-3 0 1-15,2-1 1 0,-2 0 2 0,0 1 2 16,1-2 0-16,3-2 1 0,-3 2-1 16,3-1 0-16,-1-1-2 0,3-1 1 0,-2 1-1 15,0-1-1-15,-1 2 0 0,1 0-2 16,0-1 0-16,-3 2-1 0,3 0 0 0,-3 1 1 15,0-1 1-15,0 3 1 0,1-1 2 0,0 1 1 16,0 1 0-16,1-1-1 0,3 2 1 16,-1-1 0-16,-2 3-3 0,3-3 0 0,0 2-1 15,-1 0-4-15,-2 0 2 0,3 2-1 0,-2-3-1 16,-1 2 2-16,1-2 2 0,-2 1 3 16,1-1 0-16,1-1 2 0,0 2 1 0,2-3-2 15,-2 0 0-15,2 0-1 0,0 0-2 16,-2 0 0-16,0 0-1 0,0 0 0 0,-1 0-2 15,1 0 0-15,0 0-1 0,-3 0 2 0,2 0 1 16,-2 2 0-16,0-2 2 0,1 2 1 0,-2-2 2 16,4 0-1-16,-3 0-1 0,3 0 1 15,-1 0-1-15,-1 0 0 0,1 3-2 0,-2-3-1 16,0 0 0-16,0 0-2 0,-2 1-1 16,1-1 0-16,-1 0 0 0,-2 2 2 0,0-1 1 15,-2-1 1-15,0 2 1 0,3-2 1 0,-3 1 1 16,2-1 0-16,-2 0-2 0,3 0 1 15,-2 0 0-15,-1 0-1 0,1 0 0 0,-1-1 0 16,-1 1-1-16,0-2-2 0,-1 2 1 16,1 0-1-16,-4-1 0 0,2 1-1 0,-2 0 1 15,1 0 1-15,-1 0 0 0,-1 0 1 0,-1 1 1 16,2 1 1-16,-2-1-1 0,1-1 2 16,-1 2-1-16,-1-1 0 0,3 1-1 0,0-2-1 15,-2 2 3-15,0-1-2 0,1-1-1 16,-4 0 1-16,2-1-1 0,-1 1 0 0,-2-2 0 15,0 2 0-15,-2 0-1 0,1-2 0 0,-2 1-2 16,-2 1 2-16,1 0-1 0,-1 0 0 0,-2 0 1 16,1 0 0-16,-1 0-1 0,-3 0 2 15,0 0 0-15,-1 1 0 0,-2-1 1 0,0 2-1 16,-2 0 2-16,-1-2-1 0,1 1 0 16,-4 0 0-16,3-1-1 0,-2 2 2 0,-1-2-1 15,1 2-1-15,-3-2 0 0,2 0 0 0,-2-2 1 16,0 2-1-16,0 0 1 0,-2-2 0 15,3 1 1-15,-2 0-1 0,0-1-1 0,0 0 1 16,0 1-1-16,-2-1 0 0,1-1 0 16,1 2 1-16,-2-1 0 0,0 1-1 0,2-2 1 15,-1 3-1-15,1-4 1 0,-1 4 0 0,2-3-1 16,-1 2 1-16,-1 0-1 0,2 0 2 0,-3-2-2 16,3 1 0-16,0 0 0 0,-1 0 0 15,0 0-1-15,0-3 1 0,1 2-1 16,-1-3 1-16,4 1 0 0,-3-2-1 0,2 0 1 15,0-2-2-15,-2-3 1 0,3 3-1 0,-3-2 1 16,3 1-2-16,-3-1 0 0,0 2 0 0,0 2-5 16,-3-1-17-16,-1 2-46 0,-2 2-76 15,-2 0-128-15,-2 4-247 0,-1 0-306 0,-4 0-366 16,0 0-338-16,-1 2-87 0,-3 0 526 16</inkml:trace>
  <inkml:trace contextRef="#ctx0" brushRef="#br5" timeOffset="-90563.38">7076 12658 95 0,'2'-2'572'15,"-2"-1"416"-15,0 2 200 0,0-2-73 16,-2 1-370-16,2 2-216 0,0-1-94 0,0 0-54 16,0 1-52-16,0 0-46 0,2 0-46 15,-2 0-57-15,0 0-59 0,2 0-47 0,-2 1-27 16,1 2-11-16,-1 5-5 0,2 1-3 0,1 8-3 15,0 3 0-15,-1 5 1 0,3 6-5 16,-1 3-1-16,1 6-2 0,0 3 1 0,-1 3-4 16,3 4 1-16,-2 0-1 0,2 5-3 0,0 1-1 15,-1 0-2-15,1 2-4 0,-1 1-1 16,3 3-2-16,-4 1 5 0,1 1 4 0,1 5 0 16,-1 1 3-16,-3 4-1 0,0 4 0 15,0 2-4-15,-1 6-6 0,0-3-2 0,-1 1 0 16,-1 2 0-16,0-4 0 0,2 1 0 0,-1-2 2 15,-1-2-1-15,0-2-1 0,2-4-1 0,-2-7-1 16,2-4-1-16,-1-8-1 0,1-9-1 16,1-6 0-16,-1-6 1 0,0-6-1 0,0-6 0 15,0-5 0-15,-2-2-1 0,1-3-6 0,-1-2-9 16,0-3-15-16,0-4-31 0,-3-2-64 16,1-2-65-16,-4-4-71 0,0 0-128 0,1-4-183 15,-3 0-290-15,-1-4-219 0,-1-1-207 0,2-3-49 16,-4-3 387-16,2-3 507 0</inkml:trace>
  <inkml:trace contextRef="#ctx0" brushRef="#br5" timeOffset="-89941.3">6991 12711 175 0,'2'-3'514'0,"-1"1"324"15,1-1 221-15,-2 2-150 0,0-3-201 16,0 4-171-16,0-1-118 0,0 0-75 0,0 1-60 16,0 0-39-16,3-2-19 0,-3 1-10 0,2-1-13 15,-1 0-26-15,1-2-26 0,2-2-31 16,-1-3-24-16,2-2-17 0,0-1-10 0,2-4-2 16,-1 0-6-16,3-4-2 0,1-1-3 15,-2-1-6-15,3-1-4 0,-2 0-5 0,-1 1-2 16,0 0-2-16,0 1-5 0,-2 4-4 15,1 2-7-15,-2 2-2 0,-1 2-6 0,-2 4-2 16,2-1-1-16,-2 4-1 0,1 2 2 0,0 2-1 16,2 2 0-16,0 5-2 0,1 3-1 15,0 3-2-15,-1 3-1 0,0 5-4 0,0 4-2 16,-2 1-2-16,3 4-9 0,-1-1-16 0,-1 2-22 16,0 3-59-16,-1-3-79 0,0 0-154 15,-3 1-270-15,3-1-318 0,-1 1-387 0,1-1-302 16,0 0-6-16,3 0 693 0</inkml:trace>
  <inkml:trace contextRef="#ctx0" brushRef="#br5" timeOffset="-88411.02">7216 14991 305 0,'-10'7'542'0,"2"-3"243"15,-1 0 178-15,3-1-215 0,-1-2-157 0,4 1-88 16,-2-2-69-16,2 0-69 0,3 1-73 16,-2-1-57-16,2 0-32 0,0 0-11 0,0 0-3 15,0 0-14-15,0-1-25 0,2 1-33 16,-2-2-12-16,5 1-21 0,0 0-20 0,1-1-3 15,2 0 2-15,4 0 1 0,1 2-8 16,4-3-6-16,1 3-2 0,2 0-8 0,4 0-2 16,1 0-8-16,1 3-10 0,4-3-6 0,4 0-5 15,0 0-2-15,2 0-8 0,2 0 1 16,3 0 2-16,0-3-2 0,2 2 1 0,1-1 6 16,-1-1 2-16,1 1 2 0,2-2-1 0,-3 3 2 15,1-2 0-15,-3 2-4 0,2-2-3 16,-1 0-1-16,1-1 2 0,0 0-1 0,0 1-7 15,-2-1-3-15,4-1-2 0,-2 3-1 0,0-2-2 16,-2 1-1-16,-3 2 5 0,2-1 8 16,-3 2 5-16,0 0 1 0,-4 2 2 0,2-1 0 15,-4 1 2-15,1 1-8 0,-2 1-2 16,0-1-2-16,0 0-1 0,0 0-1 0,-1-2 1 0,-1 3 1 16,-1-3 1-16,0 0 0 0,-2-1 2 15,2 2 0-15,0-2 0 0,-2 0-1 0,0 0 1 16,-1 0-1-16,0-2 0 0,1 2 1 15,-1 0-1-15,-2-1 0 0,0 1-1 16,0 0 1-16,0 0-1 0,-2 0 0 0,0 1 0 16,0 1 0-16,-2 1 0 0,1 0 1 0,0 0-2 15,-2-2 1-15,-1 2-1 0,0 1 1 0,0-2-2 16,-2 2 0-16,2-2 1 0,-2 1-1 16,2-1-1-16,-2 0 1 0,3 0 0 0,-2-1 0 15,2 0-1-15,-1 1 1 0,1-2 1 16,1 1-1-16,1 1 0 0,1-1 1 0,-2-1-1 15,2 2 0-15,-1-1 0 0,2 1 0 0,1-1 1 16,-3 1 0-16,3 1 1 0,0 0 1 0,3-2 1 16,-4 2-1-16,4 0 0 0,1 0 0 15,0 0-1-15,-1-1 1 0,2 0-2 0,-1 2 1 16,3-3 0-16,-3 1 0 0,3-1-1 16,-1 1 0-16,-1-1 1 0,-2 0-1 0,2-1 0 15,-3 2 0-15,1-1 0 0,0 1 0 0,1 0 1 16,-3-2-2-16,1 5 0 0,0-3 0 15,1 2 0-15,0-2 1 0,-1 2-2 0,0-2 1 16,1 1-1-16,1 0 0 0,-1-1 1 16,-2 1 0-16,1-2 1 0,0 1 0 0,1-2 2 15,0 0 1-15,-2 0 0 0,2-2-2 0,-1 2 1 16,1-1-1-16,-1-1 0 0,0-1 0 0,-1 3 0 16,2-3 1-16,1 3-1 0,0-1 0 15,-3-1 0-15,2 2 0 0,0-1-1 16,2 1 0-16,-2 0 1 0,2 0-1 0,-3 0 1 15,3 0-2-15,0 0 0 0,0-1 0 0,0-1 0 16,1 0 0-16,0 0 0 0,-1-2 0 0,2 2 0 16,-2-3 0-16,3 1 1 0,-1 0 1 15,1 0 0-15,0-1 1 0,0 1 0 0,0-1 1 16,1-1-1-16,-1 3 0 0,0 1-1 16,2-2 1-16,-2 3-1 0,2-1 1 0,-2 1 1 15,1-1-1-15,-2 2 0 0,-1-1-1 0,-1 1 0 16,-2 0 0-16,0 0 0 0,-4 1 0 15,0-1-2-15,-4 0 0 0,0 2 1 0,-1-2-1 16,-5 1 0-16,-1-1 0 0,-2 0 0 16,-1 2 1-16,-2-2 0 0,0 0 1 0,-2 1 0 15,-1-1 0-15,0 0 0 0,-1 0 1 0,1 0 0 16,-1 0 0-16,-1 0 1 0,-1 0-2 0,-1 2 1 16,2-2-2-16,-3 0-1 0,1 2-2 15,-1-1-3-15,2 0-3 0,-4 1-14 0,0 1-46 16,-3 1-75-16,2-1-116 0,-1 1-209 15,-1 0-305-15,-1-3-356 0,5-1-334 0,-5-1-142 16,5-3 399-16,-1-2 705 0</inkml:trace>
  <inkml:trace contextRef="#ctx0" brushRef="#br5" timeOffset="-88088.15">11891 14858 101 0,'3'-6'625'0,"0"3"408"0,-1 1 127 15,1-2-85-15,3 2-386 0,-1 0-290 0,3 1-160 16,0-1-73-16,4 0-29 0,0 4-21 16,-1 0-11-16,5 1-9 0,-2-1 15 0,3 3 29 15,2-1 15-15,-3 2 7 0,1-1 2 0,-2 3-7 16,0 1-14-16,-2-1-24 0,-2 3-17 16,-2 1-13-16,-2 1-12 0,-1 1-6 0,-4 2-8 15,-2 0-8-15,-2 1-7 0,-1 2-7 16,-3-1-9-16,-2-1-7 0,-1 1-8 0,-4 2-5 15,-1-3-5-15,-1-1-4 0,-2 2-3 0,1-2-1 16,0-3-9-16,-1 0-22 0,-2-2-68 16,1-3-80-16,1 2-169 0,-2-3-281 0,3 1-331 15,2-1-390-15,1-1-256 0,2 2 71 0,0 1 737 16</inkml:trace>
  <inkml:trace contextRef="#ctx0" brushRef="#br5" timeOffset="-86971.86">11549 15712 44 0,'-1'3'347'16,"-1"-2"234"-16,-1-1 188 0,1 0-11 16,2-1-186-16,-1-1-143 0,1 0-61 0,0-1-31 15,0 0-19-15,0 0-27 0,0 0-34 0,-2 2-41 16,2-3-40-16,0 1-27 0,0 0-1 16,0 2 9-16,0-1 19 0,2 1 10 0,-1 1-6 15,1-3 7-15,1 3-19 0,0 0-32 16,1-2-26-16,2 0-22 0,2-2-12 0,1 2-15 15,1-3-11-15,2 1-4 0,1 0-2 16,4 0-4-16,-1 1-1 0,2-2-5 0,-1 2 0 16,4 1-2-16,-1 2-3 0,1 0-1 0,-1 4 3 15,-2 2-4-15,2-1 1 0,-4 5 1 0,-2 3-2 16,-2 2-2-16,-2 3-4 0,-5 3-1 16,-2 0-1-16,-3 5-4 0,-1-1-2 0,-6 4-2 15,-1 0-1-15,-4 1-4 0,-1 1-2 16,-2 0 0-16,0-2 0 0,-2-2 3 0,1-2 3 15,0-1 1-15,0-3 1 0,2-1-1 0,3-5-1 16,-1-2-3-16,2 0-2 0,4-5-3 0,-1 0-2 16,2-3 0-16,1 0-2 0,1-2 0 0,1 0 0 15,4 0-1-15,-1 0 1 0,5-2-1 0,-1-1 1 16,3 0-1-16,2-1 0 0,2 0 2 0,3-2-1 16,2-3 0-16,1 1 0 0,2-2 1 15,3-2 0-15,0 0-1 0,1-2 0 0,2 0-2 16,0-1-3-16,0 1-7 0,1-1-7 0,-3 0-9 15,2 1-11-15,-3 0-18 0,-1 3-28 16,-3-2-53-16,0 5-63 0,-4-1-58 0,-1-1-75 16,-1 3-104-16,-6 1-101 0,1 1-49 15,-2-2-18-15,-1 3-14 0,-3 1 50 0,1-1 143 16,-3 1 184-16,0 0 171 0,0 0 142 0,-3 1 128 16,3-1 103-16,-2 1 73 0,2 1 25 0,0 0-12 15,-1-1-38-15,1 0-61 0,1 2-62 16,-1 1-59-16,5 3-48 0,-2-1-24 0,5 3-13 15,-2 2-2-15,2-1-8 0,2 5-7 0,2-2-6 16,0 2-11-16,3 0-12 0,-2 0-13 0,3-4-11 16,-2-1-4-16,5-2-2 0,-3-5-1 0,1-3 3 15,2-3 6-15,-2-5-5 0,1-2-2 0,-4-6 0 16,2 0 0-16,-5-2-1 0,0-3 27 16,2-2 45-16,-7-2 48 0,0 0 37 0,-1 0 20 15,-3-3 3-15,-4 2-26 0,-1 0-31 16,-3 0-39-16,-2 1-30 0,-8-1-22 0,1 2-12 15,-3 0-9-15,-3 1-2 0,2 4-2 0,-1 4 1 16,-2 4-1-16,2 6-1 0,-2 5-2 16,2 6-4-16,1 4-2 0,0 5-5 0,4 2-3 15,0 4-29-15,4 0-73 0,1 0-86 0,1-1-161 16,2-1-285-16,3-3-335 0,0-1-356 16,3-3-198-16,1 0 124 0,1-4 667 0</inkml:trace>
  <inkml:trace contextRef="#ctx0" brushRef="#br5" timeOffset="-86764.21">12223 15786 65 0,'0'5'731'0,"2"5"640"0,-4-1 116 16,2 3-174-16,0 0-377 0,2 2-391 16,-1 0-207-16,4-2-125 0,1 0-63 0,2-1-60 15,2-4-38-15,2 1-24 0,4-5-11 16,0-1-9-16,4-6-4 0,1 0-17 0,1-3-79 15,-1-2-94-15,-1-3-205 0,-1 1-285 16,0-3-335-16,2 0-397 0,-7-1-183 0,3-4 264 16,-4 2 755-16</inkml:trace>
  <inkml:trace contextRef="#ctx0" brushRef="#br5" timeOffset="-85697.7">7559 12184 66 0,'6'3'576'0,"-3"-1"439"15,0-1 178-15,-1 0-76 0,1 3-370 16,-1-2-285-16,-1 2-130 0,1 2-56 0,1 1-26 15,0 1-31-15,-1 3-31 0,2 0-30 16,-2 1-50-16,-1 3-42 0,1 3-29 0,1-4-12 16,-1 4-9-16,0 0-9 0,-1 0-2 0,1 0 1 15,-1-2-5-15,1 1-2 0,1-3-3 0,-3-2-26 16,2 1-51-16,-1-2-50 0,-1-5-93 16,-1-1-156-16,1-2-267 0,-2-2-275 0,-1-2-240 15,1-3-175-15,-1-2 185 0,0-2 510 16</inkml:trace>
  <inkml:trace contextRef="#ctx0" brushRef="#br5" timeOffset="-85431.23">7424 12196 123 0,'2'-1'689'0,"1"-1"436"0,-1 0 99 15,1 2-137-15,0 0-419 0,3 0-307 16,-1 0-167-16,1 0-80 0,2 0-39 0,3 2-20 16,2-2-10-16,1 2-11 0,4-2-8 0,0 1-11 15,3 0-8-15,1 1-3 0,2-2-4 16,1 2-4-16,-1-1-1 0,2 0 0 0,0 2 0 16,0-3 1-16,-1 1-4 0,0 0-35 15,-4 0-132-15,-1 4-237 0,-4-3-275 0,0 2-271 16,-5 4-247-16,0-2-47 0,-5 1 445 0</inkml:trace>
  <inkml:trace contextRef="#ctx0" brushRef="#br5" timeOffset="-84097.46">7462 12511 164 0,'2'3'640'0,"-2"-3"385"15,2 0 133-15,-1 0-159 0,-1 0-329 0,3 0-239 16,-3 0-154-16,0 0-82 0,2 0-57 0,-1 0-38 16,2 0-19-16,-1 0 11 0,3 0 2 15,1 0-2-15,1 2 28 0,2-2 33 0,0 0 6 16,4 3-24-16,0-2-17 0,1-1-13 15,0 2-24-15,2-1-37 0,0-1-20 0,0 0-12 16,1-1-8-16,-1-1-1 0,1 2-4 0,-2-4-1 16,2 4-5-16,-3-2-29 0,2-1-65 15,-5 0-98-15,1 3-190 0,-2 0-288 0,-2 0-325 16,0 6-322-16,-5-4-174 0,0 4 265 0,-3 1 667 16</inkml:trace>
  <inkml:trace contextRef="#ctx0" brushRef="#br5" timeOffset="-82951.88">1056 14299 161 0,'9'2'776'15,"-3"0"444"-15,1 0 56 0,-2 1-148 16,-5-3-390-16,3 1-261 0,2 4-133 0,1-5-70 16,-6 0-47-16,3 2-40 0,-3-2-49 15,6 2-56-15,-6-2-37 0,0 0-30 0,0 0-13 16,0 0 3-16,0 0 7 0,0 0 3 15,0 0 3-15,0 0 7 0,0 0 5 16,0 0-9-16,0 0-9 0,0 0 2 0,0 0-3 16,0 0-11-16,0 0-48 0,0 0-64 0,0 0-91 15,0 0-181-15,0 3-298 0,2-1-328 16,-1 2-292-16,1 0-190 0,-2 0 214 0,0 1 643 16</inkml:trace>
  <inkml:trace contextRef="#ctx0" brushRef="#br5" timeOffset="-82671.81">1386 14293 154 0,'8'2'780'15,"0"0"471"-15,-5 0 94 0,2 0-125 16,0-1-387-16,1-1-307 0,0 0-168 0,0 0-92 16,-2 0-69-16,-1 0-64 0,0 0-57 0,-1 0-38 15,-1 0-21-15,1-1-13 0,1 1-4 0,0-2-4 16,0 0-2-16,2 1-17 0,-2 0-52 0,-1-3-55 16,-1 4-71-16,1-1-128 0,-2 1-181 0,3 1-304 15,-1-1-245-15,2 4-222 0,1-3-48 0,0 0 378 16,-2 1 498-16</inkml:trace>
  <inkml:trace contextRef="#ctx0" brushRef="#br5" timeOffset="-82431.22">1988 14234 174 0,'5'2'810'16,"-2"1"453"-16,-1-3 35 0,1 0-175 0,-1 2-422 16,-1-2-303-16,3 0-157 0,-3 0-85 0,2 0-44 15,-1 0-30-15,2 0-27 0,-2 0-28 0,1-2-16 16,-1 2-3-16,1 0-6 0,0-3 1 0,0 1-3 16,2 1-2-16,-3 0-23 0,1-1-38 0,0 0-47 15,0 2-108-15,-3-1-163 0,0 1-301 0,-3 3-268 16,3 0-240-16,-3 3-111 0,0-4 302 0,-2 5 505 15</inkml:trace>
  <inkml:trace contextRef="#ctx0" brushRef="#br5" timeOffset="-81948.25">1043 14924 262 0,'10'3'682'0,"-2"-1"284"16,-1-2 63-16,-7 0-243 0,0 0-303 0,5 0-228 15,1-2-131-15,1 2-60 0,-2-4-27 0,1 2-13 16,-2-3-10-16,1 2-61 0,0-2-124 16,0 2-212-16,0 0-270 0,1 2-216 0,-3 1-141 15,3 0 115-15,-1 1 354 0</inkml:trace>
  <inkml:trace contextRef="#ctx0" brushRef="#br5" timeOffset="-81745.43">1381 14847 161 0,'5'1'834'0,"0"0"560"0,-2 2 85 0,2-1-212 0,1 0-448 16,0 1-333-16,-2-3-179 0,-1 1-117 0,0-1-79 15,-1 0-55-15,1 0-32 0,-2-1-32 16,3 0-69-16,-2-1-68 0,0 0-131 0,-4 0-187 16,4-2-308-16,0 2-322 0,1-3-243 0,0 2-100 15,0-1 409-15,-1 0 566 0</inkml:trace>
  <inkml:trace contextRef="#ctx0" brushRef="#br5" timeOffset="-81548.17">1857 14768 157 0,'16'4'431'16,"-5"-3"212"-16,2 0 165 0,-2-1-96 0,0 3-134 15,1-6-100-15,-2 2-58 0,-2 0-39 16,0 0-55-16,-2-4-71 0,-1 3-73 0,-2-3-52 16,-1 3-37-16,-2-3-28 0,0 0-20 0,-2 3-22 15,-1-2-50-15,-2 0-125 0,-1 1-165 0,-2 0-295 16,-1 3-272-16,-1 0-252 0,-1 0-97 0,1 2 334 15,-1 1 459-15</inkml:trace>
  <inkml:trace contextRef="#ctx0" brushRef="#br5" timeOffset="-81157.08">1133 15349 139 0,'0'0'767'0,"5"3"457"0,-5-3 63 16,0 0-179-16,0 0-412 0,0 0-348 0,0 0-176 15,0 0-85-15,0 0-49 0,0 0-26 16,0 0-53-16,0 0-130 0,6 0-194 0,-1 0-286 15,3 0-272-15,-4 0-260 0,3 0-81 16,-2 0 383-16,1 2 490 0</inkml:trace>
  <inkml:trace contextRef="#ctx0" brushRef="#br5" timeOffset="-80981.28">1441 15357 75 0,'5'1'706'0,"2"1"594"15,-4-2 124-15,0 2-207 0,3 0-396 0,-3 0-375 16,-1-2-202-16,1 0-130 0,-1 0-65 0,-1 0-31 16,1 0-28-16,-1 0-45 0,4-4-68 0,-3 0-150 15,1 1-282-15,3-1-282 0,0-1-289 0,1 0-224 16,1 1 102-16,1 0 557 0</inkml:trace>
  <inkml:trace contextRef="#ctx0" brushRef="#br5" timeOffset="-80814.4">1949 15201 91 0,'11'4'702'0,"-3"3"537"0,-2-1 120 15,-1 3-174-15,0-3-401 0,-1 1-349 0,1 1-192 16,-3-4-115-16,1 0-62 0,-1 1-32 0,1-3-20 16,0 0-15-16,0-1-6 0,-1-1-34 0,1 0-77 15,3-1-155-15,-3-2-294 0,-1 0-276 0,1 0-299 16,-3-1-209-16,0 1 153 0,0 0 565 0</inkml:trace>
  <inkml:trace contextRef="#ctx0" brushRef="#br5" timeOffset="-80379.96">1127 15919 74 0,'8'5'656'0,"1"1"480"15,1-2 132-15,-4-1-141 0,0 2-383 16,-1-2-356-16,-5-3-194 0,2 1-98 0,-2-1-48 15,5 3-23-15,-2-1-8 0,-3-2-15 16,0 0-57-16,7 3-136 0,-7-3-232 0,5 1-282 16,0 2-272-16,0-1-239 0,1 0 15 15,2 2 446-15</inkml:trace>
  <inkml:trace contextRef="#ctx0" brushRef="#br5" timeOffset="-80167.55">1614 15996 281 0,'9'2'1104'0,"-4"-2"474"0,0 1-132 0,1-1-298 15,-1 1-479-15,-2 1-292 0,0-2-187 0,0 2-97 16,-1-2-51-16,-1 0-25 0,3-2-14 0,-1 2-8 16,0-3-19-16,2 2-53 0,-2-3-59 0,3 2-131 15,-1-2-211-15,0 0-302 0,1-1-311 0,4-1-243 16,2 1-65-16,-1-1 445 0,2 4 559 0</inkml:trace>
  <inkml:trace contextRef="#ctx0" brushRef="#br5" timeOffset="-80014.26">2055 15948 37 0,'11'0'572'16,"0"1"495"-16,0 1 190 0,-5-1-111 0,-1-1-376 15,0 0-328-15,-2 2-214 0,3-2-116 0,-4 0-52 16,-1-2-29-16,1 2-16 0,1-1-7 0,-3-2-5 15,2 0-4-15,0 0-21 0,-2-2-70 0,0 1-130 16,-2 0-200-16,-1 0-286 0,-2 2-270 0,-1 0-209 16,1 0 60-16,-3 1 410 0</inkml:trace>
  <inkml:trace contextRef="#ctx0" brushRef="#br5" timeOffset="-79563.68">1165 16574 114 0,'0'0'743'0,"3"5"506"0,-3-5 114 0,0 0-172 16,0 0-407-16,0 0-360 0,0 0-183 15,0 0-103-15,0 0-64 0,0 0-47 0,0 0-22 16,6 2-14-16,2-2-3 0,3 0-17 16,-1-2-33-16,1 2-52 0,5-6-118 0,-5 4-189 15,4-5-296-15,1 3-271 0,0-1-235 0,-3 1-41 16,-4-1 381-16,-3 1 492 0</inkml:trace>
  <inkml:trace contextRef="#ctx0" brushRef="#br5" timeOffset="-79394.02">1582 16536 453 0,'8'-2'970'0,"-2"1"271"0,-4-1-65 15,0 2-331-15,-1 0-344 0,1 0-242 0,1 0-132 16,-3-1-64-16,3 1-35 0,-1 0-14 0,1-1-10 15,3 1-3-15,0-2-15 0,1 2-51 0,1-3-96 16,-2 2-134-16,0 1-188 0,1-2-294 0,1 0-245 16,1 1-116-16,2 0 181 0,0-1 383 0</inkml:trace>
  <inkml:trace contextRef="#ctx0" brushRef="#br5" timeOffset="-79180.84">1996 16545 34 0,'7'1'258'16,"-4"-1"139"-16,2 0 114 0,-2 0-81 0,1-1-133 15,0-2-90-15,-3-1-35 0,2 0-7 0,-1 0-3 16,0-1-5-16,-1 1-17 0,1 0-32 0,-1-1-32 16,1 2-28-16,0-2-24 0,-1 2-12 0,-1 0-6 0,0 2 1 15,2 1-23-15,-2 1-54 0,0-1-90 16,0 3-225-16,1 0-189 0,1-1-94 0,0 2 37 0,-1-1 166 15</inkml:trace>
  <inkml:trace contextRef="#ctx0" brushRef="#br5" timeOffset="-78532.03">2670 16446 31 0,'-2'-2'563'0,"-1"2"506"16,0 0 209-16,0 0-94 0,0 0-337 0,1 0-308 16,-1 0-173-16,1 0-113 0,-1 0-63 0,2-1-35 15,-1 0-42-15,-1-3-39 0,3 1-38 0,-2-3-38 16,2 0-49-16,0-1-72 0,-1-4-101 0,1 1-163 15,-2-1-266-15,2 0-288 0,0-3-248 16,0 1-129-16,0-2 233 0,-3 2 495 0</inkml:trace>
  <inkml:trace contextRef="#ctx0" brushRef="#br5" timeOffset="-78331.74">2668 15958 125 0,'-1'-2'719'16,"-1"0"441"-16,-1 0 84 0,0 1-151 0,0-2-407 15,1 1-342-15,1-1-173 0,-1 2-87 0,2-4-39 16,0 2-30-16,0-2-62 0,0-3-145 16,2 0-205-16,-2-3-280 0,1 0-273 0,1-1-234 15,-2-4 0-15,2 1 423 0</inkml:trace>
  <inkml:trace contextRef="#ctx0" brushRef="#br5" timeOffset="-78014.6">2594 15227 70 0,'0'0'644'0,"-1"4"497"0,-1-1 154 16,-1 3-122-16,0 2-331 0,-1-2-280 15,3 1-167-15,-2 0-100 0,1-1-55 0,0 0-49 16,2-1-58-16,-2-3-62 0,2 0-52 0,2 0-79 15,-2-2-69-15,0 0-113 0,2-4-173 0,-2 0-306 16,-2-3-322-16,4-3-241 0,-2 2-150 16,0-2 310-16,0-3 576 0</inkml:trace>
  <inkml:trace contextRef="#ctx0" brushRef="#br5" timeOffset="-77740.94">2608 14793 111 0,'0'3'701'0,"0"-2"473"0,0 1 116 0,0-2-139 15,0 1-394-15,0-1-309 0,0 2-181 16,0-2-100-16,0 0-49 0,0 0-39 0,0-3-35 15,2 1-25-15,-1-2-18 0,1-2-29 0,1 2-48 16,-3-2-122-16,2-3-201 0,-2 2-284 0,0 0-293 16,0-2-255-16,0 1-114 0,0 0 388 15,0 1 541-15</inkml:trace>
  <inkml:trace contextRef="#ctx0" brushRef="#br5" timeOffset="-77498.5">2638 14187 134 0,'-1'-3'776'0,"-1"0"534"0,-1-1 143 15,3 4-169-15,0 0-428 0,-1 0-349 0,1-3-178 16,0 3-110-16,0-1-86 0,0 1-60 15,0 0-37-15,1-1-22 0,-1 1-13 0,3 0-66 16,-3 0-69-16,2-1-141 0,-1 2-214 0,-1-1-300 16,0 0-357-16,0 0-248 0,0 0-73 15,0 0 499-15,0 0 577 0</inkml:trace>
  <inkml:trace contextRef="#ctx0" brushRef="#br5" timeOffset="-75332.02">2501 13456 96 0,'0'-3'543'15,"-2"0"409"-15,-1 0 215 0,-2 0-97 0,-1 0-319 16,1 1-198-16,-1 0-84 0,0-1-65 0,-1 2-66 15,-1-3-48-15,-3 2-43 0,2-2-46 16,-4 1-68-16,-1 2-41 0,-2-2-19 0,-3 3-5 16,-3 0-9-16,-3 0-10 0,-1 0-12 0,-4 3-5 15,-3-2-7-15,-6 2-17 0,1 1-7 0,-5 0-5 16,-1 0-3-16,-2 1-1 0,-3-1-2 0,0 0 4 16,-2 0 2-16,1 0 2 0,0-1 0 0,3 2 0 15,1-1 5-15,1 0 2 0,3 1 2 0,4 0 1 16,1-1 7-16,4 1 2 0,4-1-3 0,3 1-2 15,3-3-1-15,2 2-3 0,5-1-6 0,1-2-2 16,5 1-3-16,1 0-1 0,3-2-2 0,1 0 1 16,0 0-1-16,3 0-1 0,2-4-6 0,2 2-10 15,1-4-19-15,2 2-40 0,0 0-66 0,-2 1-63 16,1-2-84-16,-4 5-119 0,0-3-159 0,-4 2-251 16,-2 1-213-16,-1 1-202 0,-1 0-27 0,-4 4 311 15,4-3 459-15</inkml:trace>
  <inkml:trace contextRef="#ctx0" brushRef="#br5" timeOffset="-74965.97">1230 13558 181 0,'3'6'763'0,"-2"0"411"15,-2 1 79-15,-2-1-120 0,-2-2-376 16,1 0-228-16,1 1-130 0,-4-3-72 0,2 2-57 16,0-4-53-16,5 0-71 0,-6-2-68 0,-1-2-40 15,1-3-24-15,3-5-14 0,0-1-8 16,0-4-5-16,1-3 6 0,2-1 3 0,0-2 0 16,0-1 2-16,0 0-1 0,2 3 2 15,-1-2-1-15,1 4 0 0,1 3 0 16,-1 1 0-16,1 2-1 0,1 5 1 0,-1 0-1 15,4 2 0-15,-2 3 2 0,3 2 6 16,4 1 5-16,1 3 0 0,3 1 4 0,1 2-6 0,5 0-3 16,0 1-8-16,-1 1-5 0,3 0-3 15,-1 0-17-15,-1-1-60 0,1-1-69 0,-3 0-145 16,2 0-234-16,-2-2-313 0,1 1-345 0,3-1-237 16,1-4-20-16,-4 1 552 0</inkml:trace>
  <inkml:trace contextRef="#ctx0" brushRef="#br5" timeOffset="-74112.3">3364 14236 63 0,'2'-14'493'0,"1"4"445"0,-3 0 260 0,2 2-77 15,-2 3-304-15,0 0-161 0,0 2-133 0,0-1-113 16,0 4-77-16,0-3-55 0,0 3-54 0,0 0-77 15,0 3-54-15,0 4-30 0,0 0-20 16,-2 7-8-16,-1 3-8 0,1 7-4 0,-1 4 4 16,1 5 2-16,-1 3-6 0,2 4-4 0,-3 5-1 15,3 4-1-15,-3 1-6 0,1 4-7 0,-1 6 0 16,1 1 1-16,-2 1-3 0,2 1 0 0,0 1 2 16,-1 1 4-16,3-5-3 0,-1-2-3 0,-1-2-1 15,3-6-1-15,0-3-4 0,0-8-4 16,1-1 2-16,1-8 1 0,0-3 2 0,-1-4-1 15,-1-5-1-15,0-4-1 0,2 0-11 0,-2-5-17 16,-2 0-32-16,2-3-67 0,-1-2-70 0,-3-3-140 16,1-1-191-16,-3-1-299 0,2-3-312 15,-1-1-220-15,-2-1-91 0,1 0 445 0,-3 1 558 16</inkml:trace>
  <inkml:trace contextRef="#ctx0" brushRef="#br5" timeOffset="-73863.76">3176 15400 52 0,'3'6'575'0,"0"1"469"0,1 1 168 0,-3 0-96 15,4 2-372-15,-2 3-285 0,2-2-175 0,-1 6-39 16,4 1-12-16,3 2-11 0,-1 0-27 0,1 0-29 16,0-2-36-16,0-3-56 0,2-2-36 0,1-2-23 15,-1-5-8-15,2-3-3 0,-2-4-2 16,1-6 2-16,1-7 1 0,0-3 2 0,-2-9 10 15,4-4-2-15,-4-6-1 0,4-3-4 0,-1-3 0 16,0 1-1-16,-2-1-7 0,0 4-14 0,-1 3-60 16,-3 8-63-16,-3 6-156 0,-2 6-281 0,-3 9-304 15,-2 7-336-15,-5 9-212 0,-1 8 49 0,0 4 607 16</inkml:trace>
  <inkml:trace contextRef="#ctx0" brushRef="#br5" timeOffset="-71129.12">3389 16422 133 0,'5'1'579'0,"-3"-1"387"0,-1 0 176 0,1 0-154 15,-2 0-269-15,0 0-223 0,0 0-108 0,0 1-54 16,0 1-16-16,0-2-27 0,-2 3-44 0,1-1-40 16,-2 1-55-16,-2 1-42 0,0 2-41 0,0 2-25 15,-4 1-10-15,1 1-7 0,-2 2-5 0,1-2-5 16,-4 3-2-16,2 0-3 0,-3 1-5 0,1-2-1 16,-4-1 0-16,1-1-1 0,-1-2-2 0,1-1-1 15,-3 0 1-15,0-3-3 0,0-2 7 0,2-2 1 16,1 0 1-16,0-2 0 0,3-3-2 0,1-1 1 15,4 1-7-15,1-3-10 0,1 1-6 0,3-2-3 16,3-1 0-16,0-1-1 0,5-1 0 0,1-1 8 16,2-1 3-16,3-1 3 0,2 1 2 0,2 0 3 15,0 2-1-15,2-1 1 0,-1 3 1 0,1 1-1 16,1 2 0-16,2 2 0 0,-1 4 2 16,0 1 1-16,0 3 0 0,-1 1 0 0,1 2 1 15,-1 3 0-15,-3 1-2 0,0 1 0 0,0 2 0 16,-2-3-1-16,1 2-2 0,-3-3-1 0,3-1 0 15,-1 2 0-15,1-3 1 0,-3 1 0 0,3-3 1 16,2-3 1-16,-2 2-1 0,4-4 1 0,-2 0-1 16,1-4-1-16,3 2 0 0,-2-3 1 0,-1-3 7 15,2 0 3-15,-2-3 2 0,2-1 1 0,-4-2 0 16,0 3 0-16,-3-6-7 0,-3 3-1 0,0 1-3 16,-4-1 2-16,-2 1-1 0,-3 1 3 0,-3 1 1 15,-2 0 1-15,-4 3-6 0,0 0-5 0,-4 4-2 16,-3-1-3-16,-4 2-2 0,-1 3-2 0,-1 2 5 15,-5-1 3-15,2 4-3 0,-2-1-9 0,0 2-24 16,0-2-49-16,0 2-55 0,2-1-79 0,1 1-142 16,2-4-237-16,3 1-289 0,2-3-259 0,4 0-221 15,-1-3 44-15,4 1 495 0</inkml:trace>
  <inkml:trace contextRef="#ctx0" brushRef="#br5" timeOffset="-69516.5">529 13212 121 0,'7'-3'395'0,"-3"0"236"0,-4 3 208 15,0 0-61-15,5-2-121 0,3 1-95 16,0 0-87-16,-2 1-71 0,-6 0-71 0,0 0-85 15,0 0-60-15,0 0-37 0,0 0-9 16,0 0 19-16,0 7 18 0,2 0 1 0,-2 2-9 16,0 2-23-16,-2 2-30 0,-1 2-38 15,0 2-34-15,-2 2-21 0,-3 2-13 16,0 3-5-16,-1 2-6 0,-2-1-4 0,-2 2-1 16,2 0-2-16,0-1 1 0,-3 0 0 15,3-6 1-15,-1 1 9 0,0-5 8 0,1 0 3 16,-2-4 2-16,2-5 0 0,1-1 0 15,0-4-6-15,0-2-5 0,2-4-5 16,0-3-1-16,-1-1 0 0,2-5-1 16,1 0-2-16,3-3-1 0,1 3 1 0,2 0-1 15,0 0-2-15,2 0 0 0,1 0 1 16,3 1 3-16,1 1-3 0,4 1 1 16,-2 2-2-16,4 0 1 0,-1 4 1 0,0 0-2 15,3 1 3-15,0 3 3 0,2 0 4 16,-1 0-1-16,3 0 3 0,-2 0 0 15,4 0 0-15,-1-2-11 0,1-1-2 0,1-1-2 16,0-4-3-16,-1 0 2 0,1-2-4 0,-2-2 11 16,0-5 4-16,0 4 0 0,-3-6 0 15,-1-1 0-15,-2-1 2 0,-3 1-1 0,-2 1 1 16,-3 0 0-16,0 1 5 0,-6 1-1 16,-2 2 1-16,-4 0 5 0,-2 3 3 15,-3 2 2-15,-4 3-4 0,-3-1-2 0,-3 5-2 16,-2 3-7-16,0 4-9 0,-5 3-9 15,-1 3-33-15,3 1-61 0,-3 5-78 0,4-2-162 16,9 3-290-16,-1 2-313 0,6-2-308 16,-2 3-205-16,2-2 125 0,-1 2 631 0</inkml:trace>
  <inkml:trace contextRef="#ctx0" brushRef="#br5" timeOffset="-7255.05">4167 15955 112 0,'2'-7'415'0,"-2"1"288"0,0-2 258 15,0 3-34-15,-2 0-174 0,1-1-125 16,-1 1-19-16,2 2-58 0,-1 2-93 0,-1-2-95 16,-1 3-68-16,1-2-57 0,-1 2-75 0,1 2-50 15,-2 1-26-15,0 0-16 0,-2 3-14 0,2 1-9 16,-1 4-11-16,0 1-7 0,2 1-6 15,-1 3-5-15,1 3-2 0,3 2-8 0,0 4-3 16,2 2-5-16,3 5 0 0,1 1-3 0,2 1-1 16,3 4 4-16,2 1 1 0,0-3 1 15,2 3 0-15,-2-3-2 0,4-4 0 0,-4-2 0 16,3-2-2-16,-2-4 1 0,0-3-2 0,-1-3 1 16,-1-3-2-16,0-2 1 0,-1-2-1 0,0-3 0 15,-2-2 0-15,-1-1-1 0,0-1 4 16,0-2-12-16,-3-2-27 0,-2-1-79 0,0 0-111 15,-5-3-239-15,1 1-304 0,-1-1-363 0,-1-2-408 16,-2-2-138-16,-1-1 445 0,0 1 810 0</inkml:trace>
  <inkml:trace contextRef="#ctx0" brushRef="#br5" timeOffset="-6267.3">4458 16284 61 0,'2'1'399'16,"-1"-1"290"-16,1 0 219 0,-2 0 27 0,3 0-198 15,-3-1-171-15,2-2-121 0,-1-2-76 0,1 1-28 16,1-2-25-16,-1 1-10 0,1-2-24 0,0-1-24 15,-2-1-27-15,1 1-37 0,1-4-49 16,0-3-48-16,-1-1-26 0,1-2-14 0,-1-1-10 0,1-1-8 16,-1-4-3-16,1 2-4 0,-2-2 0 15,3 0-6-15,-2 0 0 0,0 0-2 0,0-1-2 16,-1 5-1-16,1 1-2 0,-2 2 0 16,1 2 0-16,-1 3-1 0,0 3-1 0,2 1-2 15,-2 4-1-15,0 0-3 0,0 0-2 16,0 4-3-16,2 2-1 0,-1 4-2 0,-1 1-1 15,2 4-1-15,1 0-1 0,-1 6-1 0,1 0 1 16,0 0 0-16,0 3 1 0,3 1 1 0,-3 0 0 16,1 2 2-16,-1 0-1 0,3 0-1 15,-3 0 1-15,2 1-1 0,1 0-1 0,-3-2 1 16,2-1-2-16,0 0 1 0,0-2-2 0,-2-4-1 16,0 2 1-16,3-1-1 0,-4-6-1 0,1 3 1 15,0-3-1-15,-1-3-1 0,1-1 0 0,-3-2-1 16,2-1-10-16,-1-1-17 0,-1-5-32 15,0 0-71-15,-1-5-80 0,-1 1-140 0,-1-5-236 16,-2 0-314-16,0-3-339 0,2-2-226 0,0-1-29 16,0-1 522-16</inkml:trace>
  <inkml:trace contextRef="#ctx0" brushRef="#br5" timeOffset="-5958.06">4656 15958 39 0,'8'15'512'15,"1"4"437"-15,-1-2 247 0,2 5-32 0,1 1-363 16,0 3-241-16,0-1-137 0,3 1-89 0,2-2-67 16,0-2-54-16,-2-2-36 0,3-4-54 15,-1-2-54-15,0-7-27 0,0-1-17 0,1-6-7 16,-1-3-7-16,-3-5 0 0,-2-8-3 0,0 0-5 16,-5-7-2-16,-1-1-2 0,-2-4-3 0,-3-2 3 15,-3 1 2-15,-2-1 18 0,-1 1 11 16,-5-1 10-16,-2 4 3 0,-4 2 0 0,-1-1-1 15,-2 3-16-15,-1 3-11 0,2 3-4 16,0 1-1-16,2 4-4 0,-1 3 2 0,4 5-3 16,0 3 0-16,1 3-5 0,4 5-2 0,1 3-4 15,3 0-1-15,2 7-4 0,1 0-36 0,2 4-67 16,2-1-59-16,1 0-121 0,0 2-199 0,2 0-317 16,0-2-289-16,4 0-206 0,-1-4-91 15,2 3 384-15,2-3 566 0</inkml:trace>
  <inkml:trace contextRef="#ctx0" brushRef="#br5" timeOffset="-5206.39">5118 16024 116 0,'1'-1'576'0,"-1"1"401"0,0 0 195 0,0 0-128 15,0 0-309-15,-1 3-238 0,1-2-130 16,1 5-48-16,-1 0-31 0,2 3-25 0,1 5-29 16,3-1-24-16,-3 4-43 0,4 3-53 0,-1 3-41 15,2 3-30-15,1 0-15 0,1 5-16 0,-2-1-6 16,4 1 0-16,-4-1 0 0,2-3-1 16,1 0-4-16,-2-3-2 0,-1-3-1 0,-1-3 0 15,0-2 0-15,-2-6-2 0,0 0 2 0,-2-2 1 16,-1-4-1-16,-1-2 1 0,-1-5 3 0,-1-3 0 15,-1-6 0-15,-3-3 0 0,0-4 0 16,-2-4 0-16,1-4-1 0,-1-3 7 0,-3-2 3 16,0-3-2-16,0-1 1 0,-1 0-1 0,-3-1-1 15,3 1-4-15,-2-1-1 0,2 4 0 0,1 1 1 16,-2 5 2-16,4 4 5 0,2 1 3 0,-1 7 6 16,4 2 5-16,-3 3 6 0,3-1 2 15,1 7-6-15,2 0-2 0,0 3-6 0,0 2-6 16,0 3-6-16,3 4-5 0,3 5-2 15,-2 0 0-15,2 3 1 0,0 3 0 0,1 2 1 16,4-1-5-16,-2 1-2 0,-1 0-3 0,3-1-2 16,-1-1-3-16,-1-2-1 0,2-4 5 0,-3-1 4 15,2-3 0-15,-1-4 8 0,-1-4 4 16,0-2 2-16,0-4 1 0,-3-2 0 0,1-6-1 16,-2 0-7-16,1-6-3 0,-3 1 0 0,1-4-1 15,-1 0 2-15,-1 0 1 0,1-1 1 0,-2 0 2 16,2 3-3-16,-2 1 1 0,1 2-2 0,-1 4 2 15,0 3 0-15,2 3-1 0,-2 2-2 16,0 4 0-16,1 1 1 0,1 4-2 0,-2 2-1 16,4 5-2-16,-2 2 1 0,1 1-3 15,2 2-1-15,-2 2-8 0,2 2-22 0,-2 0-49 16,2-3-65-16,1 3-74 0,-3-2-130 0,2-2-190 16,-2 1-303-16,0-5-260 0,2-2-209 15,0-1-46-15,1-4 385 0,0-4 530 0</inkml:trace>
  <inkml:trace contextRef="#ctx0" brushRef="#br5" timeOffset="-4607.68">5391 16018 80 0,'2'2'505'15,"-1"1"370"-15,-1-3 189 0,0 0-71 0,2-2-290 16,-2-1-224-16,0-3-160 0,2-1-92 0,-1-4-46 15,-1-2-41-15,2 0-28 0,-1-3-20 16,-1 0-8-16,2-2 10 0,2 2 19 0,-2-3 20 16,-1 3 14-16,3 1-2 0,-3 1-10 0,1 3-19 15,0 0-24-15,-1 5-13 0,2 1-13 16,-1 2-3-16,1 3-5 0,2 2-3 0,1 4-1 16,0 2-9-16,-1 5-9 0,3 0-11 0,-1 5-5 15,0 0-4-15,1 0-4 0,0 2-4 16,1-2-3-16,-2-2 0 0,-1 0-2 0,1-3-3 15,-1-1 0-15,0-5-4 0,0-1 0 0,-1-3 3 16,0-3 1-16,0-1 2 0,-3-7 1 0,-1 0 1 16,2-7 0-16,-3-2-1 0,3-1-1 15,-1 0 0-15,-1-2 1 0,-1 2-2 0,2 2 1 16,-1 1 0-16,1 2 0 0,-2 2-2 16,3 3 1-16,-3 1 5 0,2 5 0 0,1 2 2 15,0 4 3-15,2 2 0 0,0 4 0 0,1 4-3 16,0 0-2-16,1 1-2 0,-1 1-2 15,3 0-1-15,-1-1 0 0,0-2-2 0,-1-1 0 16,2-3-1-16,-3-1-1 0,1-3 0 0,-1-5 1 16,-1-4 2-16,3-3-1 0,-4-5 2 15,1-3 2-15,0-5 2 0,-2 3-1 0,2-5 1 16,-2 3 0-16,0 1-1 0,0-1-1 0,0 5-1 16,-1 0-1-16,1 4 0 0,-1 3 0 0,1-1 2 15,0 3 2-15,1 4 2 0,0 2 3 16,2 4 1-16,-1 3 0 0,0 2-2 0,3 2-3 15,1 3-2-15,-1 2-2 0,0-1-3 16,2 2-3-16,0 0-2 0,2 0-8 0,-3-2-36 16,4 1-70-16,-5-2-93 0,-2-2-168 15,3-3-291-15,-4-1-334 0,2-2-343 0,-3-3-205 16,1-4 187-16,0-4 672 0</inkml:trace>
  <inkml:trace contextRef="#ctx0" brushRef="#br5" timeOffset="-4292.12">5756 15346 40 0,'2'-9'438'15,"1"3"345"-15,0 0 285 0,-1 2 29 16,3 1-284-16,2 0-190 0,0 3-88 0,2 1-56 15,4 4-83-15,-2 1-78 0,2 1-48 16,4 5-57-16,-1 2-66 0,3 3-42 0,0 2-25 16,0 1-14-16,1 5-12 0,2 3-12 15,-4 4-9-15,4 1-10 0,-2 1-6 0,-2 4-7 16,2 2-5-16,-2 2-3 0,-2 1-3 0,-2 1-1 16,0 2-1-16,-1-2 1 0,-4 3-2 0,-1-1-9 15,-5 1-28-15,-1 2-69 0,-4-2-91 0,-4 0-165 16,-2-3-288-16,0-2-330 0,-1-4-369 15,-1-5-225-15,-1-5 139 0,0-5 689 0</inkml:trace>
  <inkml:trace contextRef="#ctx0" brushRef="#br5" timeOffset="-2942.1">923 12323 298 0,'0'0'697'16,"0"0"349"-16,0 0 125 0,0 0-269 0,0 0-233 15,0 0-143-15,0 0-102 0,0 0-88 16,-2 4-72-16,-1 0-39 0,3 4-53 0,2 2-45 15,1 3-44-15,2 3-24 0,1 3-13 16,3 5-19-16,1 3-3 0,3 3-5 16,2 0-6-16,-2 3-4 0,4 0 5 0,1 2 1 15,-1-3-3-15,2-1-1 0,-3-3 0 0,1-1-2 16,-1-6-8-16,-2 0-9 0,-1-6-46 16,-3-2-63-16,-1-2-77 0,-3-5-145 0,-2-1-230 15,-3-4-317-15,-1-2-281 0,-3-4-211 16,-2-3 27-16,0-2 512 0</inkml:trace>
  <inkml:trace contextRef="#ctx0" brushRef="#br5" timeOffset="-2542.1">1151 12705 102 0,'6'3'557'0,"-6"-3"365"0,0 0 184 16,0 0-58-16,4-5-315 0,0-1-254 0,-1-2-151 16,-1-3-65-16,-1-6-21 0,1-1-2 0,1-4-9 15,0-2-15-15,-1-3-19 0,-1-2-20 16,1 2-33-16,2-4-40 0,-2 2-31 0,-2 2-13 16,1 2-8-16,-1 1-7 0,2 3-5 15,-2 3-6-15,0 2-2 0,0 5-3 16,0 1-4-16,0 3 0 0,0 7-3 0,0 0-1 15,0 0-6-15,0 0-3 0,0 0-2 0,3 7-2 16,-1 1-1-16,3 3-3 0,-2 1 1 16,2 2-1-16,-2 3-1 0,3 2-1 15,-1 1-1-15,0-1 1 0,-1 4-1 0,3 1-2 16,0-2-1-16,-2 1 0 0,2-2-1 16,-1 0-1-16,2-3-1 0,0-3 0 0,-2-1-1 15,4-2-11-15,-2-5-27 0,-1-1-64 0,-4-3-65 16,-3-3-111-16,-1-4-169 0,1-2-257 0,3-1-310 15,-3-5-242-15,-3-1-171 0,0-4 211 0,-5 1 544 16</inkml:trace>
  <inkml:trace contextRef="#ctx0" brushRef="#br5" timeOffset="-1960.75">1321 12253 76 0,'5'2'419'0,"3"1"323"0,1 1 264 0,-1 2-19 16,-1 0-211-16,-4 3-171 0,0 2-91 0,5 3-44 15,-2 1-61-15,4 5-72 0,1 1-60 0,0 2-51 16,-2 1-60-16,1-1-63 0,1 2-39 0,0-3-35 15,0-1-21-15,2-3-8 0,-2-3-9 0,1-3-3 16,-1-3-2-16,1-3 7 0,0-3 5 0,1-3 2 16,-1-4 3-16,-2-4 0 0,-2-4-2 0,0-1 1 15,1-4-1-15,-4-3 5 0,0 0 3 0,-2-1 4 16,-3-2-1-16,0 2 2 0,0-1-1 0,-5 2-6 16,-1-1-4-16,-2 1-2 0,-3 3-1 0,0 0 0 15,-5 0 0-15,3 1 0 0,-2 4 4 0,0 1 3 16,0 1 1-16,2 6 5 0,2 1-1 0,-2 7-1 15,4 4-2-15,-1 3-4 0,1 2 0 16,2 5-3-16,3 3 0 0,0 2-3 0,4 0-4 16,0 4-28-16,0-2-61 0,2 0-62 0,-2 0-95 15,0-2-171-15,5-1-290 0,-4 0-299 0,4-3-242 16,0-3-168-16,3-2 202 0,0-4 588 0</inkml:trace>
  <inkml:trace contextRef="#ctx0" brushRef="#br5" timeOffset="-1175.55">1706 12502 317 0,'4'6'770'15,"-2"0"345"-15,-1 0 71 0,-1 3-286 0,2 3-269 16,-1 2-163-16,4 1-100 0,0 1-68 0,2 6-55 16,2-2-43-16,-3 3-39 0,4 3-50 0,-2-3-50 15,1 1-30-15,-1 0-18 0,0-1-10 0,0-4-3 16,1 0-4-16,-1-3-4 0,-3-2 2 0,1-6-1 15,0 0 3-15,-2-4 0 0,-3-4 6 0,1-3 2 16,-2-5-2-16,-2-5 3 0,-1-3-1 0,1-4 2 16,-5-2 0-16,2-3 0 0,0-5-1 15,-3 2 0-15,-1-2 1 0,1-4-3 0,-2 1-4 16,1-2 14-16,-2 1 9 0,3 1 6 0,-2 3 7 16,1 1 8-16,3 4 8 0,-1 4-5 0,1 3 0 15,1 4 0-15,1 2-4 0,-1 3-4 0,3 3-8 16,-1 3-12-16,3 3-12 0,0 3-7 0,2 3-6 15,-1 3-3-15,3 3-2 0,-1 2 5 0,3 3 2 16,-2-1 2-16,1 1 0 0,2 2 0 0,-1 0 0 16,-1-1 0-16,1-1 0 0,2-4 1 0,-3-1-2 15,1-1 1-15,3-3-1 0,-2-4 1 0,-1-3-1 16,2-1 0-16,-1-5 0 0,0-3 2 0,1-3 0 16,-1-2 0-16,-1-3 2 0,2 2 6 0,-2-3 3 15,-1 1 0-15,1-1 2 0,-3 2 0 0,2 3-2 16,0 2-5-16,-2 1-2 0,0 1-2 0,-1 1 0 15,-1 5 1-15,-1 0 0 0,2-1 0 0,-1 6 1 16,1 1-1-16,-2 2-1 0,2 1-2 0,-1 5 1 16,1-1 1-16,0 2-1 0,1 0 0 15,1 0 2-15,-1 0-1 0,0-1 0 0,2-1-2 16,-2-1-1-16,1-2-1 0,-1-4-1 0,2 0 0 16,-2-1 6-16,1-7 4 0,1-1 3 0,0-2 2 15,-2-5-1-15,4-2 0 0,-4-2-7 0,3 0-3 16,-2-2-3-16,1 1 0 0,0-1-1 0,-2 3 1 15,2 0 1-15,-2 3 0 0,3 2 0 0,-4 1 1 16,1 3-1-16,0 0 1 0,-1 3 2 0,1 3 1 16,0 1 1-16,1 4 1 0,-1 2 1 0,0 2-2 15,-1 2 1-15,2 0 0 0,-2 4-1 0,1-4-3 16,0 3-1-16,0-1 1 0,-1-1-2 0,1 0-2 16,0-2-3-16,0 0-3 0,2-1-12 0,-2-2-39 15,0-1-70-15,0 1-75 0,-1-3-127 0,-2 0-196 16,2-2-315-16,-1-1-297 0,1 1-216 0,-2-2-71 15,3-2 404-15,-1 1 557 0</inkml:trace>
  <inkml:trace contextRef="#ctx0" brushRef="#br5" timeOffset="-873.77">2023 12111 78 0,'2'-5'563'0,"-1"1"410"0,3 0 168 0,-3 2-78 15,2 2-337-15,1-2-274 0,-1 2-175 0,2 2-72 16,1-1 4-16,2 2 11 0,1 2 21 0,-1-1-3 16,3 2-5-16,0 3-25 0,3 0-38 0,-2 5-43 15,-1 1-41-15,4 3-22 0,0 1-21 0,2 5-9 16,-3 1-10-16,2 4-6 0,0 3-5 16,-2-1 0-16,-1 4 2 0,1 2-1 0,-3 1 0 15,-3 1-3-15,1 0-1 0,-4-1-3 0,0 2-5 16,-2-3-3-16,-3-1-5 0,0 0-21 15,-3-4-76-15,-2-4-91 0,-1-4-189 0,-2-4-282 16,0-6-339-16,-2-6-386 0,1-5-199 0,0-3 206 16,-1-3 744-16</inkml:trace>
  <inkml:trace contextRef="#ctx0" brushRef="#br5" timeOffset="2590.89">9116 13243 26 0,'2'-6'278'0,"-1"-1"175"0,-1 0 164 15,2 2-12-15,-2-1-96 0,0 0-45 0,2 0 0 16,-2 1 12-16,1 1-11 0,-1-1-42 0,0 1-51 16,0 0-25-16,0 3-7 0,0 0-21 15,2-1-25-15,-2 2-23 0,0-2-31 0,0 2-50 16,0 0-52-16,0-1-39 0,0 1-25 0,1 0-14 15,-1-1-13-15,0 1-6 0,0 0-7 16,2 0-5-16,-2 0-4 0,0 1-2 0,0-1-2 16,0 1-3-16,0 3-2 0,0-2-3 0,0 3 0 15,0 1-3-15,0 0 1 0,-2 2-2 16,2 1-1-16,0-2-2 0,0 2-1 0,-1 0 0 16,1 0 0-16,0 0 1 0,0 0 2 0,0 0 0 15,-2 1 0-15,2-2 1 0,0 3-1 16,0-2-1-16,0 1-1 0,0 1-1 0,0-2 1 15,0 2-1-15,0-1-1 0,0-1 1 16,0 0-1-16,0 1 0 0,0-1-1 0,0 1-1 16,0 0 1-16,0 0-1 0,-1 0-1 15,1-1 0-15,0 2 1 0,-2 0-2 0,2-3 1 16,0 3 0-16,0 0-1 0,0-2 1 0,-2 1 0 16,2 1-1-16,0-1 1 0,0-1-1 15,0 1 0-15,0 0 0 0,0 0 0 0,0 1 0 16,0-3 0-16,0 3-1 0,0 0 1 0,0-1-1 15,0-1 1-15,0 0 0 0,0 2-1 16,0-4 1-16,0 2-1 0,2 0 1 0,-2-2 0 16,0 3 0-16,0-3 1 0,0 1 0 0,0-1 1 15,0 1-2-15,0 0 1 0,0-1 0 16,0 0-1-16,0-1 1 0,0 1 0 0,0 1-1 16,0-2 1-16,0 0-1 0,0-1 0 0,0 2 1 15,0-3-1-15,0 3 0 0,0-1 0 16,0 0 1-16,0 0 0 0,0 0-1 0,0 1 1 15,0 0-2-15,0 1 2 0,0 1-1 16,0-3 1-16,0 3-1 0,0 1 1 0,0 1 1 16,0 0-2-16,0-1 0 0,0 1 0 15,0-2 0-15,0-1 0 0,0 1 0 0,0-2 0 16,0 0 1-16,0 2-1 0,2 0 0 0,-2 0 1 16,1 0-1-16,-1 2 0 0,0-1 0 0,0 0-1 15,0-2 1-15,0 0 0 0,0 1 0 16,0-1 0-16,0 2 0 0,0-1 0 0,0 6 0 15,0-3 0-15,0 1 1 0,0-1 0 0,0-2 0 16,0 1-1-16,0-4 0 0,0-1 0 16,0 2 0-16,0-2 1 0,-1 0-2 0,1-1 1 15,0-1 0-15,0 2 0 0,-2-2 0 16,2 4 0-16,0-2-1 0,0 3 0 0,0-1 1 16,-2 1 0-16,2 1-1 0,0-1 1 0,0-1 0 15,0-1 0-15,0 0-1 0,0 3 1 16,0-1 0-16,0 2-1 0,0-3 0 0,0 3-1 15,0-2 1-15,0-2 0 0,0 1 1 16,0-2-1-16,0 0 1 0,0 1 1 0,0-5-2 16,0 4 1-16,-1-1-1 0,1-1 0 15,0 2 1-15,0-2 0 0,0 1 0 0,0-2-1 16,0 3 1-16,0-3 0 0,0 1-1 0,-2 0 1 16,2 1-2-16,0 1 2 0,0 1 0 0,0 2 0 15,0 0 1-15,-1 1 0 0,-1-3 1 16,2-1-1-16,0 2 0 0,0-2-1 0,0-2 1 15,0 2-1-15,0-2 0 0,0 2 0 16,0-1 1-16,0-1-1 0,0 2 0 0,0-3 0 16,0 3 0-16,0-4 0 0,0 2-1 0,0-2 1 15,0 1 0-15,0 0 0 0,0 0 0 16,0-1 1-16,0 1 0 0,0-2 0 0,0 1 0 16,0-1-1-16,0 2 1 0,0 0-1 0,0-2 0 15,0 3 0-15,-2 0-1 0,2-1 1 0,0 3 0 16,0 0 0-16,0-4 0 0,-1 4 0 15,-1-1 1-15,2-1 0 0,0 0 0 16,0 1 0-16,0-1-1 0,0 1 0 0,-2 1 1 16,2-2-1-16,0 2 0 0,0-1 0 15,0-1 0-15,0 1 0 0,0-1 0 0,0-1 1 16,0 2-1-16,0-3 0 0,0 3 0 0,0-1 1 16,-1-2-1-16,-1 2 0 0,2-3 1 0,0 2-1 15,0 0 0-15,-1-2 0 0,1 2 1 16,-3 0 0-16,3 0 0 0,0 1-1 0,-2-2 0 15,2 1 1-15,0 0 0 0,-1 1-2 16,1 0 1-16,-2-2 0 0,2 3 0 0,0-2 1 16,-1 1-2-16,1 1 2 0,-2-1-1 0,0 1 1 15,2-1-1-15,-3 3 0 0,3-1 0 16,-1 0 0-16,-1 0 0 0,0 0 0 0,2 0-1 16,-1 0 1-16,-1-2 0 0,2 2 0 0,-2-2 0 15,2 1 0-15,0-1 0 0,-1 0 1 16,1 1-1-16,-2-3 0 0,2 2 0 0,0 0 0 15,-1-1-1-15,1 1 1 0,-3 1 0 0,3 0 0 16,0-3-1-16,-2 3 1 0,2-1 0 16,0 1 0-16,0-3-1 0,-1 2 1 15,1 0 0-15,0-1 0 0,0 0 0 0,0 2 0 16,0-3 0-16,0 1 1 0,0-1-1 0,0 2 0 16,0-2-1-16,0 2 1 0,0-2 0 0,0 1-1 15,0-1 1-15,0 1 0 0,0 0 0 16,0 0 0-16,0 0 1 0,-2 1-1 0,2-1 0 15,0 0 0-15,0 1 0 0,0 0 0 0,0-2-1 16,0 3 1-16,0-2 0 0,0 0 0 16,0 1 0-16,0 0 0 0,0-2 0 0,0 1 0 15,0-1 0-15,0-1-1 0,0 2 1 16,0-3 0-16,0 0-2 0,0 0 0 0,-1 0 0 16,-1 0-1-16,2-4 0 0,0-1-2 0,0-1 0 15,0 1-2-15,0-3-13 0,2-1-26 16,-1 2-76-16,-1-2-123 0,2 1-251 0,-2 1-309 15,-2 2-385-15,2 0-466 0,-1 3-137 0,-1 3 578 16</inkml:trace>
  <inkml:trace contextRef="#ctx0" brushRef="#br1" timeOffset="15472.57">5543 17301 263 0,'3'-3'1149'0,"-3"3"513"16,2 1-150-16,-2 1-322 0,-2-2-466 16,0 1-293-16,1-1-196 0,-1 2-94 0,1-2-50 15,-1 1-31-15,0-1-24 0,2 0-15 0,-1 0-14 16,1 0-6-16,0 0-8 0,1 0-11 0,-1 0-58 15,2 0-74-15,0 0-137 0,-1 1-239 16,2 1-309-16,2-2-368 0,0 0-294 0,1-2-66 16,-1 1 557-16</inkml:trace>
  <inkml:trace contextRef="#ctx0" brushRef="#br1" timeOffset="15661.01">5758 17239 70 0,'6'9'595'0,"1"-1"432"0,-3-1 153 16,1 1-97-16,-2-2-393 0,0 0-332 0,2-2-182 16,-2-1-89-16,2-1-40 0,0-1-29 15,1-1-76-15,-3-1-95 0,2-3-161 0,0 0-293 16,-2 0-260-16,2-2-226 0,1-1 15 0,-2 0 308 16,1 1 387-16</inkml:trace>
  <inkml:trace contextRef="#ctx0" brushRef="#br1" timeOffset="15823.57">6000 17293 320 0,'3'9'796'0,"-3"0"316"16,2 0 18-16,-2-3-289 0,0-1-310 0,0-1-234 16,0 1-148-16,0-3-75 0,0 0-39 0,1-2-36 15,-1 2-86-15,0-2-117 0,0 0-154 16,0 0-291-16,0 0-250 0,0 0-186 0,0 2 78 15,2 0 323-15</inkml:trace>
  <inkml:trace contextRef="#ctx0" brushRef="#br1" timeOffset="15972.84">6006 17624 161 0,'0'11'365'0,"0"-2"148"16,0-1 68-16,-3-2-183 0,3-2-171 0,-2-1-123 15,2-3-101-15,-3-1-104 0,1-1-207 0,-1-2-162 16,-1 1-47-16,2-3 49 0,-1-1 126 16</inkml:trace>
  <inkml:trace contextRef="#ctx0" brushRef="#br1" timeOffset="16139.19">5878 17779 72 0,'-5'2'257'0,"-4"1"112"16,4-3 65-16,-3 0-143 0,2-3-173 0,-1 1-170 0,-2-4-209 15,3 1-101-15,-1-1-2 0,1-1 65 16</inkml:trace>
  <inkml:trace contextRef="#ctx0" brushRef="#br1" timeOffset="16309.38">5578 17676 254 0,'-5'7'822'0,"3"-1"369"15,-3-2 25-15,2 1-228 0,0-4-377 0,-1 1-285 16,-1 1-154-16,3-6-75 0,1 1-43 0,-1-2-26 16,2-4-36-16,-2-2-72 0,1-3-131 0,-1-2-185 15,1-3-290-15,1 3-273 0,-2-3-223 16,2 1 27-16,0 3 394 0</inkml:trace>
  <inkml:trace contextRef="#ctx0" brushRef="#br1" timeOffset="16457.32">5546 17590 332 0,'0'15'679'0,"-2"-2"259"16,1 0 80-16,1 0-265 0,-2-1-226 16,2-1-173-16,0-2-108 0,0 0-62 0,0-1-51 15,2-2-50-15,-1 1-43 0,1-3-44 0,1-1-78 16,-1-2-138-16,0 2-185 0,-1-3-286 0,2 2-248 15,3-2-158-15,-3 2 97 0,2 0 380 16</inkml:trace>
  <inkml:trace contextRef="#ctx0" brushRef="#br1" timeOffset="16613.48">5707 17918 51 0,'10'13'306'0,"-4"-2"168"0,-1-1 128 0,1-1-70 16,-1-3-211-16,1 0-150 0,-1-3-86 15,0-3-81-15,-2-2-120 0,3-1-257 0,-4-3-143 16,4-1-48-16,0-3 58 0,-1-1 149 0</inkml:trace>
  <inkml:trace contextRef="#ctx0" brushRef="#br1" timeOffset="16738.8">5905 17889 247 0,'1'12'473'0,"1"-1"175"16,0 0 47-16,-1 0-220 0,-1-3-189 0,2 0-138 15,1-3-71-15,0-2-70 0,0-2-87 0,1-2-110 16,0-2-238-16,-1-2-164 0,2-3-60 16,-2-3 82-16,2 0 179 0</inkml:trace>
  <inkml:trace contextRef="#ctx0" brushRef="#br1" timeOffset="16872.6">6031 17802 264 0,'0'7'582'0,"0"1"235"15,-3-2 85-15,3 0-269 0,0-2-237 0,-2 0-180 16,2 0-104-16,2-2-57 0,-2 0-61 0,3-4-97 16,-1 0-136-16,3-2-287 0,-2-2-201 0,2-1-114 15,2-2 63-15,1-2 243 0</inkml:trace>
  <inkml:trace contextRef="#ctx0" brushRef="#br1" timeOffset="17506.21">6477 17251 203 0,'2'-6'623'16,"-2"2"392"-16,0-1 182 0,0 2-222 16,0 1-182-16,0 1-127 0,0 0-138 0,0 1-115 15,0 0-96-15,0 0-69 0,0 1-76 0,0 0-72 16,0 3-48-16,0 0-25 0,0 2-9 0,0 3-6 16,0 2-3-16,2 1-2 0,-1 3 6 15,-1 4-1-15,3 1 3 0,0 3 0 0,0 0-3 16,-1 4-2-16,1-1-3 0,-1 0-4 0,1-1-2 15,0 2 0-15,2-2-6 0,-2-2-2 0,0 1-4 16,2-3-5-16,-2 0-13 0,-3-1-58 0,2-3-59 16,-4 0-85-16,0-2-153 0,-1-2-232 15,-3-3-324-15,2-1-257 0,-1-2-201 0,0-3 83 16,-2-2 521-16</inkml:trace>
  <inkml:trace contextRef="#ctx0" brushRef="#br1" timeOffset="17722.22">6375 17667 266 0,'3'4'528'0,"0"1"230"0,3 0 186 15,2 3-185-15,0 0-143 0,0 1-113 0,3-2-69 16,-2 3-76-16,3-2-91 0,0 1-88 0,-1 0-68 16,2 0-47-16,-1-1-31 0,0-1-8 0,0-1-12 15,-1-1-5-15,1-1-4 0,-2-3-2 0,0 2 0 16,-2-3-6-16,0-3-22 0,-2 1-85 15,-3-4-136-15,-1-1-196 0,-4-1-287 0,-1-4-277 16,1 0-212-16,-4-1 94 0,0-4 427 0</inkml:trace>
  <inkml:trace contextRef="#ctx0" brushRef="#br1" timeOffset="18074.8">5729 17020 50 0,'-4'0'453'0,"0"0"427"0,0 0 288 0,-1 0-63 16,2 0-304-16,0 0-239 0,1-2-180 15,2 2-146-15,0 0-88 0,2 2-58 0,1-2-37 16,6 2-23-16,-1-1-14 0,2-1-5 0,4 3-5 16,0-3 3-16,2 3-1 0,2-3-17 0,2 0 5 15,0-3 4-15,1 1 1 0,1 0-1 16,2-3 0-16,-3 0 12 0,-1 1-6 0,2-2-6 16,-3 0-1-16,0 0-2 0,-2 0-9 0,-2 3-32 15,-4 1-108-15,0 0-173 0,-6 2-291 16,-1 2-278-16,-4-1-268 0,0 3-135 0,-1-1 303 15,-4 0 521-15</inkml:trace>
  <inkml:trace contextRef="#ctx0" brushRef="#br1" timeOffset="18521.4">5751 16998 159 0,'-1'1'577'0,"-1"-1"369"15,-1-1 211-15,-1 1-147 0,-1-3-287 0,3 1-178 16,-1 1-83-16,0-1-63 0,3 2-73 0,-2 0-61 16,2 0-44-16,0 0-53 0,-1 0-62 0,1 0-43 15,-2 0-25-15,2 0-14 0,0 0-8 0,0 0-5 16,-2 0-3-16,2 0-4 0,0 0-1 16,-3 0 0-16,3 0 1 0,-3 0-1 0,-3-2-2 15,3 1 0-15,-2 1 0 0,-3-3 1 0,2 2-3 16,-2-1 8-16,0 1 2 0,0-2 9 0,0 1 4 15,-1 0 4-15,1 0 1 0,1 0-6 16,1 1-2-16,-2 0-6 0,4-1-6 0,-1-1-5 16,0 1 1-16,0 1-2 0,0-2-1 0,1 1-1 15,-1-3-1-15,2 3 0 0,0-3-2 0,-2 0 1 16,3-1-1-16,-3 1 0 0,4 0 1 16,-1 1 2-16,1-1-1 0,-1 1-1 0,2 1 2 15,2 0-2-15,-1 0 0 0,2 2 0 0,2-3 2 16,2 2 0-16,-1-3 0 0,5 2 1 0,0-2 1 15,0 2-1-15,3-3 0 0,-1 2 0 16,3-1-1-16,0-1-1 0,1 0-17 0,-1 0-69 16,1 0-75-16,-4 0-133 0,1-1-282 0,-1 2-316 15,-1-1-362-15,1 2-236 0,-3 1 13 0,0 1 590 16</inkml:trace>
  <inkml:trace contextRef="#ctx0" brushRef="#br1" timeOffset="23171.55">6779 17637 203 0,'0'2'389'0,"2"1"188"0,-2 1 91 0,2-1-48 16,-2-2-41-16,1 1-4 0,-1-2-32 16,0 2-59-16,0-2-83 0,0 0-86 0,2-2-75 15,-2 2-66-15,1 0-34 0,-1 0-3 0,0 0 16 16,2 0 6-16,-2-2 0 0,0 1-11 0,3-4-16 15,-2 0-21-15,1 0-30 0,-2 0-20 16,3-6-17-16,-1 1-2 0,-1-2 1 0,1 0-4 16,1-3-9-16,-1 0-6 0,-1-3-2 0,1 0-11 15,0 0-7-15,-1-1-1 0,1 0 5 0,1 0 3 16,1 0 0-16,-4 1 2 0,2 3 0 16,1 1-2-16,-1 2-3 0,-1 2-1 0,-1 3 0 15,0-1 1-15,2 3 1 0,-2 1-1 0,0 2 2 16,2-1-2-16,-2 0-1 0,0 3-1 0,0-1-1 15,1-1-2-15,-1 2 1 0,0 2-1 16,0-1 3-16,2 2 4 0,-2 0 2 0,1 2 1 16,-1-1 1-16,2 0 0 0,0 3-1 0,-1-1-4 15,-1 0-2-15,2 1-1 0,1 1 0 0,-1-1 0 16,0 1 1-16,0 2-1 0,1-1-1 0,-1 0 0 16,-1 2 0-16,1 2-2 0,-2-1 4 0,2 0 2 15,-1 2-3-15,-1 1-4 0,0-2-1 16,3 4-1-16,-3-2-5 0,0 0-2 0,2 2 4 15,0-1 0-15,-1-1 2 0,1-1-1 0,-1-1 1 16,1 2-2-16,1-5 1 0,-3 1-1 0,3-4 0 16,-1-1 0-16,-2 0 0 0,1-1-1 15,-1-3-1-15,0 0-4 0,0-2-9 0,-1 0-19 16,1-3-37-16,-2-2-66 0,2 1-67 0,-3-2-128 16,0-1-172-16,0 1-299 0,1 0-292 0,1 0-217 15,-1 2-112-15,0-2 371 0,2 1 546 0</inkml:trace>
  <inkml:trace contextRef="#ctx0" brushRef="#br1" timeOffset="23922.53">7032 17551 304 0,'2'3'696'0,"2"-3"324"0,-4 2 110 16,0 1-267-16,0-2-245 0,0 3-174 0,0-1-106 15,0 3-60-15,0 0-34 0,2-1-13 16,-2 4-9-16,3 0-17 0,0 3-30 0,1 3-32 15,0 0-34-15,1 5-28 0,2 2-27 0,2 2-16 16,-1 3-5-16,0 0 1 0,3 1-1 0,-2 3-8 16,3-3-5-16,-2 1-4 0,0-4 0 0,0 1-2 15,0-3-1-15,-2-4 0 0,0-1-1 0,0-3 2 16,0-2-10-16,-3-2-3 0,-2-4-2 0,0-1 0 16,0-1 2-16,-1-5-1 0,-2-3 3 0,0-3 3 15,0-4 2-15,-3-5-3 0,0-1-6 16,-2-5-5-16,0-1-2 0,-3-4-2 0,2-2-2 15,-2-2 7-15,0 0 9 0,0 0 4 0,0 0 1 16,0 0 1-16,0 3 3 0,1 1-8 16,0 2-3-16,1 4-1 0,1 1-2 0,2 2 0 15,0 4-1-15,1 3 0 0,-1 1 0 0,2 2 2 16,-1 2-1-16,2 0 1 0,0 3-1 0,0-2-1 16,0 3 0-16,0-1 1 0,0 1 1 15,2 1 1-15,2 3 1 0,-1-1 2 0,0 3 6 16,2 3 5-16,0 1 1 0,0 1 0 0,1 5 1 15,0-2-1-15,2 5-4 0,-3-2-5 0,3 0-3 16,-3-1-1-16,4 0-2 0,-4-5-2 16,1 0-2-16,-1-1 0 0,3-3 0 0,-4-3 0 0,1-2 0 15,0-2 1-15,-2-4 1 0,1-1 0 16,-3-4 1-16,1-5 0 0,-1 1 0 0,-1-4-1 16,0-1-2-16,0-1 3 0,0 2-1 0,-1-1 0 0,1 2 1 15,-2 0 0-15,2 4 2 0,-3 3-1 16,3 0 1-16,0 3 0 0,0 1 0 0,0 3 1 15,0 1-2-15,0 2-2 0,0 5 1 0,2 1 0 16,-1 1 0-16,1 4 0 0,1 1 2 0,1 1 0 16,0 3 1-16,0 0 0 0,-2 2 0 0,3-1-3 15,0 1-1-15,-2-2-2 16,2 1-9-16,2-4-23 0,-4-1-61 0,1-1-68 16,-3-3-100-16,1-4-168 0,-2-1-280 0,0-3-318 0,0 0-252 15,0-3-171-15,-2-3 193 0,2-4 582 16</inkml:trace>
  <inkml:trace contextRef="#ctx0" brushRef="#br1" timeOffset="24474.19">7312 17642 365 0,'3'6'746'0,"0"-2"277"16,0 0 55-16,-1-1-313 0,-2-3-217 0,3 0-180 15,-3-4-112-15,0-2-66 0,2-1-44 0,-2-4-35 16,0-2-32-16,1 0-28 0,1 0-10 0,-2-2-5 16,3-2-2-16,-1 2 7 0,1 0 22 0,0 0 16 15,2 5-7-15,-2-1 0 0,0 4 11 16,0 1 36-16,1 1 17 0,0 5 5 16,0 3 3-16,0-1-4 0,1 5-9 0,-2 3-36 0,3 0-32 15,-2 3-21-15,0 2-10 0,1 0-6 0,2 1-9 16,0-2-8-16,-2 1-10 0,1 0-4 15,-1-3-4-15,0 0-3 0,1-3-3 0,-3-1-1 16,0-2 7-16,2-3 10 0,-2-2 8 0,-1-2 3 16,0-4 3-16,-1-2 1 0,1-3 1 0,-1-3-8 15,-1-1-7-15,2 0-3 0,0-3-1 16,-1 3-1-16,2-4 2 0,-1 5 1 0,-1 1 0 16,2 0 0-16,-1 5 1 0,0 1-1 0,1 3 0 15,0 1 4-15,0 4 3 0,1 1 3 0,0 3 2 16,2 1 4-16,-1 4 0 0,0-1-3 0,1 2-2 15,-1-1-9-15,3 2-5 0,-4-3-6 16,3-2 3-16,-2 0 1 0,0-4 2 0,-1-2 5 16,2-2 4-16,-1-6 3 0,0-3-5 0,-2-4-1 15,2-4-1-15,-2-3 0 0,0-1 1 0,1-2-6 16,0 1-3-16,1 0-2 0,-2 1-3 0,2 0-1 16,0 4-1-16,-2 4 4 0,4-1 3 15,-2 6 4-15,0 2-5 0,-2 2-42 0,2 8-71 16,-2 0-98-16,2 3-188 0,-2 5-304 0,2 0-338 15,-1 0-318-15,1-1-164 0,0 0 267 16,0-4 687-16</inkml:trace>
  <inkml:trace contextRef="#ctx0" brushRef="#br1" timeOffset="30736.63">8626 14848 63 0,'2'-1'337'0,"-1"0"216"0,1-2 202 16,-2 1-6-16,0 2-119 0,0-2-106 15,0 2-79-15,2-1-61 0,-2 1-63 0,1 0-77 16,-1 0-68-16,0 0-44 0,2 0-31 0,-2 0-20 16,1 0-14-16,-1 0-9 0,0 0-10 15,3 0-9-15,-3 0-9 0,0 0-9 0,2 0-4 16,-2 0-7-16,1 0-3 0,-1 0-2 15,2 0 8-15,-1 0 25 0,1 1 7 0,0-1 6 16,-1 2 6-16,2-2 4 0,-1 0-11 0,1 0-21 16,-1 2-4-16,1-2 54 0,0 3 28 15,0-2 9-15,0-1 4 0,0 1-1 0,1-1-8 16,-1 1-50-16,0 2-25 0,2-3-14 16,-2 0-9-16,0 2-5 0,2 0-3 0,-2-2-4 15,0 2 0-15,0-1-1 0,-1-1 0 0,1 0 0 16,0 1 0-16,-1 1 0 0,1-1 0 15,-3-1 2-15,3 2 2 0,-1-1-2 0,2 1 0 16,-2-1-1-16,-1-1 1 0,1 2-2 16,0-1-3-16,-1 1 1 0,1-1 1 0,1-1 2 15,-1 2-2-15,-1-2 0 0,1 0 1 0,1 0 1 16,-1 2 2-16,-1-2-3 0,1 0-1 0,0 1 3 16,2-1-2-16,-2 0-2 0,1 1-1 15,-2-1 0-15,4 0 2 0,-2 2-3 0,-1-1 3 16,1-1-1-16,0 2 0 0,1-1 1 15,0-1 2-15,-1 1-2 0,2-1 1 0,-2 2 1 16,0-2-1-16,-1 0 0 0,0 1-2 0,-1-1 1 16,1 0 0-16,1 0 0 0,-1 0 0 15,-1 0 1-15,2 0 0 0,-1 0 0 0,-1 2-1 16,2-2 2-16,-3 0 1 0,2 0 2 16,1 0-4-16,-1 0 0 0,-1 0 0 0,1 2-2 15,1-2 1-15,-1 0 0 0,1 0 1 0,-1 0 1 16,-1 0 1-16,4 0-1 0,-4 0-4 15,2 0-1-15,-1 0 2 0,1 0-1 0,-1 1 1 16,1-1-1-16,-1 1 5 0,-1-1 0 0,3 0-1 16,-3 2 1-16,2-2-2 0,-1 2 1 15,1-2-2-15,-2 1-2 0,-1 1 3 0,3-2-2 16,-3 1 2-16,2-1-1 0,-2 0 0 16,0 0 0-16,2 0 2 0,-1 0 1 0,-1 0-2 15,0 0 2-15,2 0-1 0,-2 0 3 0,2 0-3 16,-1 2-2-16,-1-2 1 0,0 0 0 15,2 0-3-15,-2 0-1 0,1 0 4 0,-1 0-2 16,0 0 2-16,2 0 0 0,-2 0 2 0,0 0 1 16,2 0-3-16,-2 0 0 0,0 0-1 0,1 0 1 15,-1 0-2-15,0 0-1 0,2 0 3 0,-1 0-1 16,-1 0 3-16,0 0 0 0,2 0 0 16,-2 0-2-16,0 0 0 0,3 0 1 0,-2 0-2 15,-1 0 2-15,0 0 1 0,2 0 1 16,-2 0-2-16,1 0-3 0,1 0 0 0,0 0-1 15,-1 0 0-15,-1 0 0 0,2 0 2 0,1 0 1 16,-1 0 1-16,-1 0 1 0,1 0-2 16,-2 0 3-16,3 0-2 0,-3 0 3 0,2 0 1 15,-1 0-1-15,-1 0-4 0,2 0 0 16,-2 0 0-16,0 0 0 0,2 1-1 0,0-1 0 16,-2 0 2-16,0 0-1 0,2 0 0 15,-2 0-1-15,0 0 1 0,0 0 0 0,0 0 2 16,0 0 3-16,0 0 1 0,0 0-3 0,0 0-3 15,0 0 0-15,2 0-1 0,-2 0 0 0,0 0-1 16,0 0 1-16,0 0 1 0,0 0 0 16,1 0 0-16,-1 0-4 0,0 0 1 0,2 0 2 15,-1 0 0-15,-1 0 0 0,2 0 1 16,0 0 1-16,-1 0 0 0,-1 0 0 16,3 0-1-16,-3 0 1 0,2 0-3 0,-2 0 1 15,2 0-1-15,-1 0 1 0,-1 0 1 0,2 0 0 16,-2 0 1-16,1 0 0 0,-1 0 0 0,0 0 0 15,0 0-1-15,0 0 0 0,2 0 1 16,-2-1 0-16,0 1-1 0,2-2-2 0,-2 2 0 16,2 0 1-16,-2-1 1 0,0-1 0 0,2 2 1 15,-2-1 0-15,0-1 2 0,2-1-3 16,-2 2 2-16,1-3 2 0,1 1-4 0,-1-1 4 16,-1 1-4-16,2 1 1 0,0-3-3 15,-1 0 3-15,1 2 2 0,-1-1-1 0,-1 1 0 16,2-2 1-16,-2 0 2 0,2 2-1 0,-2-2-2 15,1 2-2-15,-1-2 2 0,0 1-3 0,0 1-1 16,2-1 2-16,-2 0 0 0,0 1 3 16,0 0 0-16,0-1 1 0,0 1 0 0,1-2-3 15,-1 1-2-15,2-1-2 0,0 1 0 16,-1-2 0-16,-1 2 1 0,3-2-2 0,-1 1 3 16,-1 0 0-16,-1 1 0 0,3-2 1 0,-3 0-2 15,2 1 3-15,0 1 0 0,-2-2 0 16,1 1-1-16,-1-1 3 0,0 2-2 0,2-1 1 15,-2 1-1-15,0-3 0 0,0 4 0 16,0-2-2-16,0 0 2 0,0 1 0 0,1-1 0 16,-1 2 1-16,0 0 2 0,0 0-1 0,0 1-3 15,0 1-3-15,0 0 1 0,0-1-3 16,0 1-3-16,0-1 3 0,2 2 0 0,-2-3 1 16,0 2 4-16,2-2 4 0,-1-2 0 15,-1 1 1-15,2-2-4 0,0 0 1 0,-1-1-4 16,-1-1 2-16,3 1-3 0,-3 2 1 0,3-3 2 15,-3 2 1-15,0-1 3 0,0 1 0 0,2 0-2 16,-2 0 1-16,0 1 0 0,0-1-1 16,0 1-3-16,0-1-1 0,0 2 2 0,-2-2 0 15,2 1 0-15,0 1-1 0,0 0 1 16,-3-1-1-16,3 1 0 0,0-1 0 0,0 1 1 16,0-1-1-16,0-1 0 0,0 2 3 0,0-2-2 15,0 2-1-15,0-2-1 0,0-1 1 0,0-2 0 16,0 3-1-16,0-2 1 0,0 0-1 15,0-1 4-15,0 1-1 0,0 0-1 0,0-1 2 16,3 1 0-16,-3 1 1 0,0 0-1 16,0 2 2-16,0-1 1 0,0 2-3 0,0-2-2 15,0 2 0-15,0-1-2 0,0-1 0 0,0 2-1 16,-3-2 2-16,3-2 0 0,0 1 2 16,-1 0 1-16,-1 0-2 0,2 0 1 0,0-1 2 15,0 1 0-15,-1 1-2 0,1-2-2 16,-2 2 2-16,2 0 2 0,0 0-4 0,-2 2 2 15,2-1-1-15,0 0 0 0,0 1-1 0,0 0 0 16,0-2 0-16,0 1 1 0,0-1 0 16,0 0-1-16,0 0 1 0,0-1-3 0,0 0 1 15,0-2-1-15,0 1 3 0,0 1 4 16,0 0-3-16,-1 1 0 0,1 0 2 0,0 0 0 16,0 0-1-16,0 0-4 0,0 2 2 0,0 0 0 15,0-1-2-15,0 0 0 0,0-1-1 16,1 2 2-16,-1-1-1 0,2-1 0 0,-2 0 0 15,2 0-1-15,-1 0 4 0,1-1-2 0,-1 1 0 16,2 0 3-16,-3 0-1 0,0 0 0 16,2-1 0-16,-1 3 2 0,-1 1 1 0,0-1-2 15,0-1 0-15,0 1 0 0,0-1-4 0,0 0 0 16,0 1-1-16,0 0 3 0,0-1-1 16,0-1-1-16,0-1 2 0,2 0-2 0,-2-1 2 15,1 1-4-15,-1-1 2 0,0 0 1 16,2 1-1-16,-2 1 1 0,2-2-1 0,-1 1 1 15,-1-1 1-15,2 0 0 0,-1 2-2 0,1-3 1 16,-2 4 2-16,0 0 1 0,2-4-2 0,-1 3 0 16,-1-2 1-16,0 3 2 0,0-1-3 15,0 0-2-15,-1 0 2 0,-1 0 0 16,2 0 0-16,0-1-2 0,-2 2 0 0,2 0 1 16,-1-1 3-16,1 1-1 0,0 1 1 0,0 0 0 15,0-1-2-15,0-1-1 0,0 2-2 0,0-1 3 16,0 1-2-16,0-2 1 0,0 0 3 15,0-1-2-15,1 0-1 0,-1 3 0 0,2-3 1 16,-2 3 0-16,0 0-1 0,0-1 3 16,2 0-1-16,-1 1-3 0,-1 1 0 0,0-1 2 15,0-1-3-15,2 1 2 0,-2-1 1 16,2 1 4-16,-1 0 0 0,-1-2-6 0,0 2 4 16,2 1-2-16,-2-1 0 0,1 2 0 0,-1-1 0 15,0 0 2-15,0 2 2 0,-1-3 2 16,1 3-1-16,0 0-2 0,0-1 1 0,0 0 1 15,-2 2-3-15,2-1-1 0,0 0-1 0,0-1 0 16,0 0-3-16,0 1 2 0,0 1 0 0,0-1-3 16,0-1 3-16,0-1 1 0,0 2 0 15,0-2-1-15,0 1-3 0,0 1 5 16,0-3 0-16,-1 3 1 0,1 0-1 0,0-1 3 16,0 1 0-16,0-1-1 0,-2 1-3 0,2 0 0 15,0-1 2-15,0 0-4 0,0 1 0 0,0-2 0 16,0 1 2-16,0 0-1 0,0 2-5 15,0-2 5-15,0 0-3 0,2-1 1 0,-1 2-1 16,-1-2 1-16,2 1 1 0,-1-3 0 16,-1 1 2-16,2 1 1 0,-2-2 0 0,3-1 0 15,-3 2 3-15,1 0-3 0,-1-1 2 0,0 0-2 16,0 1 0-16,0 0 1 0,0 1 1 16,0 0-1-16,0 0 2 0,0-1-2 0,0 2 2 15,0 0 1-15,0-1-6 0,2 2 0 16,-2-2 0-16,0 1-1 0,1-4-2 0,-1 3 0 15,0 0 3-15,0-2 0 0,2 1 3 0,-2 0 1 16,0-1 1-16,0 1 0 0,0 1-3 0,0-2 2 16,2 2-4-16,-2 0 0 0,0 1 0 15,0 0 0-15,0-1 2 0,0 2 0 16,0-1 3-16,0 0-2 0,0 0 0 0,0 2-2 16,0-4 2-16,0 3-3 0,0-1-1 0,0 1 2 15,0 1-1-15,0-3 1 0,0 3-1 0,0-2 1 16,0 2-1-16,0 0 0 0,0 0 1 15,0-3 2-15,0 3-2 0,0 0 2 0,0 0-2 16,0 0 0-16,0 0-2 0,0-2-2 16,0 2 2-16,0 0-1 0,0 0 2 0,0 0-1 15,0-1-1-15,1 1 3 0,-1-3-4 0,0 3 4 16,2-2-1-16,-2 1 0 0,0-2 0 16,2 1 1-16,-1 1 0 0,-1 0 1 0,0-1 0 15,0 0 0-15,2 1 3 0,-2 1-2 16,0-1 1-16,1-1-1 0,-1 2-2 0,0 0-1 15,0-1-2-15,0 1 0 0,0 0-3 0,2 0 2 16,-2-2 0-16,0 2 1 0,2-1 3 0,-1-1-1 16,1 2 1-16,-1-1 0 0,1-2 1 15,2 1 2-15,-1-1-3 0,-3 2 2 16,2-2-1-16,1 0-2 0,-1 2-1 0,0-1 2 16,-1-1 0-16,2 3-1 0,-3-1 1 0,2-1-1 15,0 2 1-15,-1 0-1 0,1 0 0 0,-1 0-1 16,-1 0 2-16,2 0 2 0,1 0 1 15,-2 0-4-15,-1 0 3 0,0 0-2 0,0 0-3 16,2 0 2-16,-2 0-2 0,3 0 3 0,-3 2 0 16,2-2 1-16,-1 1 1 0,1 0 0 15,-2-1 1-15,2 2 1 0,-1 0-2 0,1-2 3 16,-1 1 0-16,-1 0 0 0,2 2-1 16,0-1 1-16,-1-1-4 0,-1 0 0 0,3 1-1 15,-3 0 0-15,2-1 2 0,-2 1-1 16,2-1 7-16,0 2 3 0,-2 0 4 0,0-1 0 15,2 0 2-15,-2 0-1 0,0 0-6 0,2 0-1 16,-1 0-5-16,-1 1-1 0,2 0-1 0,-2 1-1 16,1 1 3-16,-1-3 0 0,2 2 0 15,-2 1 0-15,2-3-1 0,-2 4 0 0,1-2-3 16,-1 0 0-16,0 1-2 0,2 1 2 16,-2-2 8-16,0 1 4 0,0-1 6 0,0 1-2 15,0-1 2-15,0 0 0 0,1 1-7 16,-1-2-5-16,0 2-3 0,0-1-1 0,0 3-1 15,0-3 0-15,2 2-1 0,-2 0 1 0,0-1-1 16,2 3 0-16,-1-2-1 0,-1 0 1 16,0 0-1-16,2 0 0 0,-2-2 0 0,0 1 0 15,0 0 0-15,1-1-1 0,1 0 2 0,-2 0 1 16,0 0 2-16,2 0-2 0,-2 0 0 16,1 0 1-16,-1 1-2 0,0-1 0 0,0 4-2 15,0-2 2-15,0 0-2 0,0 1 2 16,0-1-1-16,3 2-2 0,-3 1 3 0,0-3-2 15,2 1 2-15,-2-1-1 0,0 0-1 0,1 2 1 16,-1-2-1-16,0 0 0 0,0 0 1 0,2 1 1 16,-1-5 0-16,-1 5-1 0,0-3 2 15,0 3 0-15,2-2 0 0,0-1-1 0,-1 0 1 16,-1 1 1-16,3-1-2 0,-3 1 0 16,2-1 1-16,0 2-1 0,-1 0 1 0,1-1-2 15,-2 2 4-15,2-5-1 0,-1 5 2 0,1-3 0 16,-2 3 0-16,1-2 0 0,-1 0 0 15,0 1-1-15,0 0-1 0,0 0-1 0,0-2 0 16,0 4 0-16,0-2 0 0,0 3 0 16,0-4 1-16,-1 3 1 0,1-1 3 0,0-1 3 15,-2 1 2-15,2 1 1 0,0-2 1 0,0-1-1 16,0 1-4-16,0 0-2 0,0-1-3 16,2 1-1-16,-2-1 0 0,0-1-2 0,0 0 1 15,0 2 1-15,0-2 1 0,0 0-3 16,0 2 0-16,1 0 0 0,-1-1 0 0,0-1 0 15,0 0 0-15,0 2 1 0,0-1 0 0,3 0-1 16,-3-1 0-16,0 1 1 0,0-1-2 0,2 0 1 16,-1 1 0-16,-1 1 1 0,0-1 0 15,0 1-1-15,0 0 0 0,0-2 0 0,2 2 0 16,-1-2-1-16,-1 2 2 0,0-1-1 16,0 1 1-16,0 0 0 0,0-4-1 0,0 4 0 15,0-1-1-15,0 1 1 0,2-2 1 0,-2 0-1 16,0 1 1-16,0-1 1 0,0 1-1 15,0-1-1-15,0 2 0 0,0-1 1 0,0-1-1 16,0 0 1-16,0 1 0 0,0 1 0 16,0-1 1-16,-2-1-2 0,2 0 2 0,0 2-2 15,-1-2 2-15,-1 2-2 0,2-2 0 0,0 2 1 16,0-1-1-16,-1 1 1 0,-1 0-2 16,2 0 1-16,0 0-1 0,-3-2 1 0,3 1 0 15,0 2 1-15,-1-3-1 0,-1 3 1 16,2-1 0-16,-1 0-1 0,-1 0 0 0,2 0-1 15,0-2-1-15,-2 2 1 0,2-2-1 0,0 2 2 16,0-1-1-16,0 1 1 0,0-4-1 0,-1 4 2 16,1-1-1-16,0 1 0 0,-2-2-2 15,2 0 1-15,0 2 0 0,0-1 0 0,0-1 0 16,0 1 0-16,0-1 1 0,0 1 1 16,0-3 0-16,0 3-2 0,0 0 1 0,-2-1-1 15,2 1-1-15,0-3 0 0,0 3 0 0,0-1 1 16,0 2 0-16,0-2 0 0,0 0 2 15,0 2-1-15,0-1-1 0,0-2 0 0,0 1 2 16,0-1-2-16,0 1 0 0,0 0 1 16,0-2-1-16,0 2 1 0,0-2-1 0,0 2 0 15,0-2 1-15,0 3-1 0,0-3 1 0,0 0 0 16,0 2 1-16,0 1-1 0,0-3 2 16,0 2-1-16,0-2 2 0,0 2-2 0,0-2-1 15,0 1 0-15,0-1 0 0,0 1 0 0,0-2 0 16,0 2-2-16,0 0 3 0,0 0 0 0,0 0-1 15,0 0 1-15,0-2 0 0,0 3 1 16,0-2-2-16,0 2 0 0,0-2 0 0,0 2 0 16,0-2 0-16,0 3 1 0,0-3 1 15,0 4-1-15,0-1-1 0,0 1 0 0,0-2 0 16,0 0 0-16,0-1 0 0,2 2 0 0,-2-2 1 16,0 0-1-16,0 1 2 0,0-1-1 15,0 0-1-15,0 0 1 0,0 0 0 0,0 0 0 16,0 0-1-16,0 0-1 0,0 0 2 15,0-2-1-15,0 4-1 0,0-3 0 0,0 0 2 16,0 2-1-16,0-2 0 0,0 1-1 0,2 1 1 16,-2-1 0-16,0-2 0 0,1 3 1 15,-1-3-1-15,0 2 0 0,0-2 2 0,0 2-1 16,2-1 0-16,-2 1-1 0,0 0 1 16,0-2 1-16,0 2 0 0,0-1-1 0,0 1-1 15,0-1 0-15,0 2 0 0,2-2-1 0,-2 2 1 16,1 0-1-16,-1 0 1 0,0 1 0 0,0-3 1 15,0 4 0-15,0-1-1 0,0-3 0 16,0 2 1-16,2 0-1 0,-2-2 1 0,0 0-2 16,0 1 2-16,0 0 0 0,0-1 0 0,1 1 0 15,-1-1-2-15,0 0 0 0,0 0 1 16,0 1 0-16,0 0-2 0,0-1 2 0,0 0 0 16,3 1 0-16,-3-2 0 0,0 1 0 15,0 0 1-15,2-1-1 0,-2-1 0 0,1 2-1 16,-1-2 0-16,0 0-2 0,0 0 1 15,0 0 0-15,0 0 0 0,0 0 1 0,0 0-1 16,0 1 0-16,0-1 1 0,2 0-1 0,-1 0 2 16,-1 2 0-16,0-1 2 0,2 0 0 15,-2 1 0-15,2 1 1 0,-1-3 1 0,-1 2-3 16,0 0 1-16,2 1-1 0,-2-1 1 16,1-1-1-16,-1 2 0 0,0-3 0 0,2 2 0 15,-2 0-1-15,2 1-1 0,-1 0 0 0,-1-1 0 16,2 0 0-16,-2 1 0 0,2 0 1 0,-1 0 0 15,-1 1 0-15,2-2 1 0,-1 3 2 16,-1-1-1-16,0 1 1 0,2-3-1 0,1 3-1 16,-2 0 0-16,-1-1-1 0,0 1 0 0,2-3-2 15,-2 2 2-15,1-2-1 0,-1 1 1 16,0-1 0-16,2 0-1 0,-2 0 1 0,0-1-2 16,0 0 2-16,0 1 0 0,0-2 0 15,0 1 0-15,2-1 1 0,-2 0 1 0,1 2-3 16,-1-1 0-16,0-1 0 0,0 0 2 0,2 2-1 15,-2-1-1-15,0 1 1 0,1-1 1 16,-1 1-1-16,2-1-1 0,-2 1 0 0,3 1 0 16,-3-2 0-16,0 1 1 0,2-1 0 15,-2 1-1-15,0-1 1 0,3-1 0 0,-3 3 0 16,2-2 1-16,-1-1 0 0,1 2 0 16,-2 0 0-16,3 0-1 0,-2 0-1 0,2 0 1 15,-3-1 0-15,2 1 0 0,0-1 0 0,-2-1 1 16,1 2 0-16,-1-2-1 0,0 1 2 0,2-1 2 15,-2 0 1-15,2 0 0 0,-1 0 1 16,-1 0 0-16,0 0 0 0,3 0 1 0,-3-1 2 16,2 1 1-16,1-2 1 0,-1 2-1 0,-1 0 1 15,1-1-2-15,1-1 0 0,-2 2-1 16,1-1-1-16,-1 1 1 0,1-2-1 0,1 2 0 16,-1-2 1-16,-2 2 0 0,3 0 1 15,-1-1 1-15,-1 1 0 0,1-1-1 0,1 1-1 16,-1 0-2-16,-1 0 0 0,1 0 0 0,2 0 0 15,-2 0 3-15,1 0 2 0,0 0 2 16,1 1 0-16,-1-1 0 0,0 0-2 0,2 1-2 16,-2-1-2-16,3 0-2 0,-1 0-1 15,0 0-1-15,-1 0 1 0,1 0 1 0,0 0-1 16,1 0 1-16,-3-1 0 0,2 1 0 16,0-1 0-16,0 1-1 0,-2-2 0 0,2 2-1 15,1-2 3-15,-2 2 1 0,1 0 1 0,-2 0-1 16,2 0 1-16,-1 0 0 0,0 0-3 0,1-1-2 15,-1 1-1-15,-2 0 1 0,1-2-2 16,1 2 1-16,-3-1 1 0,2 0 0 0,-1 1 1 16,0-2 1-16,-1 2 0 0,-1 0 2 0,2-1-1 15,-1 1 1-15,-1 0 0 0,0 0 0 16,0 0-1-16,0 0 0 0,0 0-2 0,0 0-1 16,0 0-2-16,0 0 0 0,0 0-1 15,0 0 0-15,0 0-1 0,-1 0-1 0,-1 0 0 16,2 0-2-16,-1-2-8 0,-1 2-19 15,0-1-39-15,-2 0-81 0,-1-3-151 0,-2 1-268 16,-2 0-318-16,1 0-392 0,0 2-400 0,-3-1-33 16,2 1 733-16</inkml:trace>
  <inkml:trace contextRef="#ctx0" brushRef="#br2" timeOffset="37653.91">9336 17070 407 0,'-2'0'890'0,"1"0"328"16,-1 0 2-16,-1 0-308 0,3 0-223 0,0 0-177 15,0 1-135-15,0 1-89 0,0-1-60 0,0 1-59 16,3-1-62-16,-1 1-50 0,-1 0-27 0,1 3-12 15,1 0-7-15,0-1-3 0,3-1-5 16,-2 3-2-16,0-4-1 0,0 1-1 0,0 0 1 16,0-2 0-16,-1-1-1 0,0 0 2 0,0 0 1 15,0-1 6-15,-3-2 6 0,2 0 8 0,-2 1 9 16,-2-3 8-16,2 1 6 0,-3 1 4 0,0 0-1 16,1 0-3-16,-1 0-3 0,0 1-6 15,1 1-7-15,-1 1-8 0,0-1-6 0,1 1-5 16,-1 0-4-16,0 1-3 0,1-1-4 0,2 1-1 15,0 1-1-15,-2 1 0 0,4 0-1 0,-2 1-1 16,0 1 1-16,2 1-3 0,1-1-9 0,0-1-20 16,1 1-52-16,-1-2-69 0,-2 0-99 15,3-2-165-15,-1 1-263 0,2 0-319 0,1-2-277 16,-2 0-178-16,3-2 171 0,-1 0 579 0</inkml:trace>
  <inkml:trace contextRef="#ctx0" brushRef="#br2" timeOffset="38150.62">9554 17049 196 0,'-1'1'651'0,"-1"1"402"0,0 1 145 0,1 0-232 16,-1-2-279-16,-1 2-211 0,3 2-166 0,0-1-104 15,0 4-66-15,2-1-42 0,-1 0-33 16,2 1-29-16,-1 0-19 0,3 1-7 0,-2-2-10 15,3-1-6-15,-3 0 4 0,2-3 1 0,1 0-1 16,-2-1-3-16,0-2 6 0,1-2 2 16,-2-1-3-16,0-3 1 0,-1 2 4 0,-1-3 3 15,-1-1 1-15,0-1 29 0,-1 1 39 0,-1 1 48 16,-1-1 36-16,0 2 17 0,0-1-8 0,0 2-25 16,-2 1-31-16,2 1-34 0,-2 0-33 15,0 0-17-15,-1 1-8 0,3 2-5 0,0 2-4 16,0 1-8-16,-1 0-2 0,3 1-3 0,-1 2-2 15,2 2-2-15,0-3-1 0,0 3 1 0,2 0-4 16,-1-1-38-16,1-1-65 0,1 2-64 0,-1-2-116 16,1-1-173-16,0-1-315 0,0-1-287 0,0-1-223 15,2 0-122-15,0-2 327 0,1 0 547 0</inkml:trace>
  <inkml:trace contextRef="#ctx0" brushRef="#br2" timeOffset="38403.68">9824 17055 315 0,'2'1'881'0,"1"1"363"0,-3-1 48 0,0-1-215 16,2 2-290-16,-2-1-251 0,3 0-155 0,-3 1-89 16,2-2-76-16,-1 2-73 0,-1-2-63 0,2 0-41 15,1 0-19-15,-2 0-10 0,1 0-5 16,1 0-4-16,-1 0-3 0,1 0 1 0,0 0-1 15,-3-2-1-15,3 0 3 0,-1 1 0 0,-2-2 0 16,2 2 1-16,-2-3 1 0,-2-1 0 0,2 2-3 16,-3-1-7-16,-2 0-31 0,2 3-59 0,-2-2-58 15,-3 0-90-15,0 6-155 0,-1 0-244 16,-1 0-287-16,-1 3-235 0,3 2-197 0,-3 0 105 16,0 3 509-16</inkml:trace>
  <inkml:trace contextRef="#ctx0" brushRef="#br2" timeOffset="38844.07">9361 17409 352 0,'3'3'870'0,"-1"0"338"16,0-1 1-16,-1 2-295 0,1-1-248 0,-2 0-188 15,3 1-107-15,-1 1-71 0,2 1-49 0,-2-2-44 16,1 2-58-16,0-2-59 0,0 1-43 16,0 0-22-16,2-3-13 0,-3 2-3 0,3-3-5 15,-1 0-4-15,1-1 1 0,-2-1 2 0,0-4 1 16,2-1 1-16,-3-1 2 0,-1-3-6 15,1-2-5-15,0-2-2 0,-1 1-2 0,-1-1-1 16,-1 2 9-16,-1 2 14 0,2 2 11 0,-2 1 9 16,1 1 3-16,-1 1 4 0,2 3-10 0,-2 0-8 15,1 2-8-15,-1 2-9 0,2-2-4 0,0 6-3 16,0 0-3-16,0 1 0 0,0 2 4 0,3 1-14 16,-3-1-41-16,2 3-68 0,1-1-81 15,-3 0-162-15,2-1-279 0,0 0-318 0,1 1-299 16,1-3-197-16,-1 0 109 0,2-2 605 0</inkml:trace>
  <inkml:trace contextRef="#ctx0" brushRef="#br2" timeOffset="39053.1">9571 17398 33 0,'0'0'585'0,"-3"0"516"0,3 1 221 0,-3 1-66 16,0 1-319-16,3-1-328 0,-3 1-209 0,3 0-112 15,0 0-75-15,0-1-63 0,3 2-61 0,0-1-42 16,0 2-25-16,0-1-14 0,2-1-7 16,0-1-2-16,1 3-2 0,2-3-4 0,-2-2 0 15,-1 1-2-15,2-1-24 0,-2 0-50 0,-1-1-46 16,2 1-47-16,-3-2-89 0,-1-1-132 0,1 0-159 16,-1 2-249-16,1-1-233 0,0 1-191 15,1-2 60-15,0 2 377 0</inkml:trace>
  <inkml:trace contextRef="#ctx0" brushRef="#br2" timeOffset="39253.11">9758 17391 296 0,'3'2'873'0,"-3"-2"363"0,2 2 7 0,-2-2-252 16,1 2-317-16,-1-2-247 0,2 1-126 0,0-1-72 15,-1 0-46-15,1-1-34 0,-1 1-49 0,1-2-41 16,0 0-26-16,-1 0-14 0,2-2-8 15,0 2-6-15,-3-2-2 0,3 3-5 0,-3-2-13 16,0 2-43-16,-1 1-49 0,-1 0-92 0,-4 0-158 16,1 1-281-16,-1 2-302 0,0 2-258 0,-1-1-183 15,-2 2 198-15,1 3 552 0</inkml:trace>
  <inkml:trace contextRef="#ctx0" brushRef="#br2" timeOffset="39570.37">9368 17680 312 0,'1'6'773'16,"-1"1"336"-16,2-2 83 0,-2 1-271 0,1 0-274 16,1 1-188-16,-2-1-114 0,3 1-71 0,0 0-69 15,0-1-44-15,0 0-48 0,-1 0-56 0,3 0-34 16,-2-1-15-16,2-1-3 0,1-1-5 16,0-2 5-16,2 1 2 0,-3-2-13 0,2-2-48 15,0 1-55-15,-4-2-107 0,2-1-154 0,-2-1-255 16,-1-1-292-16,1-1-249 0,0 1-158 15,-1-2 234-15,1 4 491 0</inkml:trace>
  <inkml:trace contextRef="#ctx0" brushRef="#br2" timeOffset="39787.13">9609 17749 13 0,'5'3'490'0,"0"0"451"16,-2 0 227-16,0 0-53 0,-1-2-357 0,-1-1-300 0,2 2-223 15,-1-2-116-15,1 0-60 0,0-2-26 16,2 1-17-16,2-2-8 0,0-1-3 0,1-1-1 16,2 1 0-16,-2-1-14 0,4-1-44 0,-2 2-74 15,0-2-88-15,0-1-103 0,0 3-133 0,-2 0-181 16,3-1-198-16,-2 2-84 0,-2 0 81 16,2 0 225-16,-1 1 257 0</inkml:trace>
  <inkml:trace contextRef="#ctx0" brushRef="#br2" timeOffset="39920.34">9816 17683 70 0,'7'-2'307'0,"-1"2"281"16,-1 2 290-16,0-2 43 0,1 2-133 0,-3-1-131 15,0 0-124-15,-3-1-128 0,2 2-102 0,-2-2-90 16,2 0-72-16,-1 0-46 0,-1 0-33 16,0 0-24-16,2 0-20 0,-1-2-11 0,1 0-3 15,1-3-5-15,2 1-15 0,-1-1-35 0,-1-1-103 16,1 0-176-16,-3-1-290 0,1-1-278 0,1 1-262 16,0-1-134-16,1-1 303 0,-1 1 518 15</inkml:trace>
  <inkml:trace contextRef="#ctx0" brushRef="#br2" timeOffset="41686.58">9467 16599 357 0,'2'5'837'0,"-2"-3"333"16,0 1 23-16,0 0-304 0,0-2-286 15,0 1-159-15,0-2-77 0,0 0-50 0,0 0-35 16,3-2-29-16,-2 0-40 0,1-3-56 0,-1-2-51 15,1-2-32-15,1-2-19 0,-1-4-15 0,0 2-4 16,-1-5-6-16,2 0-3 0,-1-1-3 16,1 0-5-16,0-2-2 0,2 2-1 0,-2 0-4 15,0 2-2-15,0 2-3 0,-1 2-1 0,1 2-2 16,-1 3 1-16,-1 1 0 0,1 2 1 0,-2 0 0 16,0 3 0-16,0 0 1 0,2 2-2 15,-1 2 1-15,1 0 0 0,-1 7-1 0,1 1-1 16,2 3 1-16,-2 5-2 0,1 0 0 0,0 3-1 15,1 1-1-15,0 0 5 0,0 0 4 0,-1 1 0 16,0-1 1-16,3 1-1 0,-3-4 0 0,0 1-5 16,-1-4-4-16,1 0-2 0,-1-1-2 0,-1-5 0 15,1 1-1-15,0-4-1 0,-1 0 0 16,-1-2 0-16,0-1-5 0,2-1-10 0,-2-1-20 16,0-2-53-16,1-2-70 0,-2-1-89 0,1-1-149 15,-2-2-246-15,2-5-317 0,-1 1-271 0,1-3-189 16,-2-3 76-16,4-1 532 0</inkml:trace>
  <inkml:trace contextRef="#ctx0" brushRef="#br2" timeOffset="42051.45">9654 16327 28 0,'4'8'476'0,"-2"0"396"0,-1 3 221 15,1 0 14-15,0 1-328 0,1 1-267 0,0 2-155 16,2 1-53-16,1 1-28 0,2 0-48 15,-2 1-43-15,4 0-35 0,0-3-39 0,0 2-44 16,2-6-34-16,0 1-12 0,1-3-12 0,-2-3-4 16,3-3-2-16,-3-3 3 0,2-3 0 0,-2-3-2 15,0-4 4-15,0-2 1 0,-3-4 0 0,-2-3-4 16,1 0 4-16,-4-2 2 0,1-3-3 16,-4 1 19-16,0 0 29 0,0 3 20 0,-4 0 11 15,-1 2 5-15,0 3 0 0,-3 2-16 0,0 1-21 16,-1 3-18-16,-1 1-12 0,1 3-7 15,-3 3-4-15,2 2-3 0,0 2-4 0,-2 4-3 16,4 4 1-16,-2 2-2 0,3 3-2 0,0 1 0 16,2 4-1-16,-1 0-1 0,4 0-2 0,-1 1-3 15,3 0-1-15,0 0 1 0,2 0-4 0,-1-1-24 16,1-2-48-16,1-2-62 0,2-1-60 0,-2-1-102 16,0-4-155-16,3-2-180 0,-2-1-252 15,2-5-211-15,0 1-174 0,1-3 124 0,2-3 419 16</inkml:trace>
  <inkml:trace contextRef="#ctx0" brushRef="#br2" timeOffset="42412.4">10019 16252 78 0,'2'9'554'15,"-1"1"420"-15,-1 0 208 0,0 3-82 0,0 4-330 16,2-1-273-16,2 3-156 0,-1 2-96 0,4-1-61 15,-1-1-47-15,2 1-38 0,3-2-32 0,0-3-30 16,2 0-18-16,-2-4-7 0,2-4-8 16,2-3 4-16,-3-7 3 0,2-3-4 0,-2-4 4 15,0-4-6-15,-2-3 0 0,-2-5-4 0,-1 0-1 16,-4-1-1-16,-1-2-1 0,-2 1 6 0,-3 2 47 16,-1-1 48-16,-4 4 24 0,0-2 10 15,-4 3-1-15,-1 1-6 0,-3 3-36 0,2 1-34 16,-3 1-21-16,2 4-11 0,0 4-5 0,0 3-7 15,1 2-5-15,3 7-6 0,1 1-2 0,0 6-2 16,3 0-22-16,2 3-58 0,1 1-59 0,0 0-91 16,3 0-165-16,-1 4-287 0,2-3-306 0,3 2-245 15,-1-1-177-15,4-1 172 0,1-1 582 0</inkml:trace>
  <inkml:trace contextRef="#ctx0" brushRef="#br2" timeOffset="42918.85">10258 16491 400 0,'1'-2'921'0,"-1"-1"300"15,-1 0-25-15,1-1-311 0,-2-2-305 0,2 0-224 0,0-3-106 16,0-1-54-16,0-4-39 0,2 1-23 16,-1-3-26-16,1 1-34 0,1-1-32 0,0 2-18 15,-1 1-12-15,4 1-6 0,-3 1-9 0,0 4 1 16,1 1 31-16,0 3 40 0,0 1 24 15,0 4 10-15,0 1 9 0,0 3 3 0,-1 4-24 16,0 0-32-16,2 4-20 0,-2 2-11 0,-1 0-10 16,1-1-8-16,2-1-3 0,-1 0-5 0,0 0-2 15,-1-4-1-15,0-1-1 0,0 0-2 16,0-4 0-16,1-2 0 0,-1-3 3 0,0-3 1 16,0-3 2-16,0-5 1 0,0-1 1 0,0-3 0 15,-1-2-1-15,1 3-1 0,0-4-2 0,-1 3 0 16,1-1-1-16,-1 3 0 0,1 3 0 15,0 1-1-15,0 3 2 0,0 3-2 0,-1 0 2 16,1 3 0-16,0 3 2 0,0 1 0 0,-1 5 1 16,1 0 1-16,2 4-3 0,-2 0-1 0,2-1-1 15,-1 1-1-15,1 1-4 0,0-3-5 0,0 1-36 16,1-1-66-16,-1 0-75 0,-2-3-145 16,0 0-252-16,-1-2-321 0,-1-1-303 0,-1-4-214 15,0-1 20-15,2-1 556 0</inkml:trace>
  <inkml:trace contextRef="#ctx0" brushRef="#br2" timeOffset="43338.91">10493 16408 65 0,'3'6'605'0,"-3"2"470"15,2-1 170-15,-2-5-115 0,2 2-388 0,-1-2-305 16,1-2-179-16,1 0-63 0,0-3-26 0,0 0-14 15,3-4-12-15,-2-1-10 0,0-3-22 16,3-1-33-16,-2-1-26 0,1-2-14 0,0 1 3 16,0-1 11-16,-1 2 7 0,2 1 2 0,-2 0 1 15,-1 0-3-15,2 4-14 0,-1 0-7 0,0 1 1 16,0 4 5-16,-2 0 4 0,2 3 10 16,-2 2 7-16,1 0-4 0,1 4-9 0,-2 0-5 15,2 1-8-15,0 2-8 0,0 0-6 0,1 1-7 16,0-2-5-16,-1 1-4 0,1-2-4 15,2-3-2-15,-2 0-2 0,2-6 0 0,-1-1-1 16,-1-4 2-16,1-5-1 0,0-1 1 0,-2-4-1 16,1-2-1-16,-1 0 0 0,0 0-1 0,1 1 1 15,-3 2 0-15,2 3 0 0,-2 1-1 0,0 4-1 16,1 3 1-16,-1 1 0 0,0 2 1 0,3 5 2 16,-1 1 0-16,1 4 1 0,-1 2 0 15,2 4 1-15,0-1-4 0,1 4 1 0,0-2-3 16,2 0-15-16,-1-2-63 0,-3-3-77 0,2 0-169 15,-3-6-274-15,0 1-327 0,2-4-398 0,-5-3-283 16,1-3 39-16,-1-3 747 0</inkml:trace>
  <inkml:trace contextRef="#ctx0" brushRef="#br2" timeOffset="48485.03">8451 14777 99 0,'0'0'338'0,"0"0"193"0,0 2 224 16,0-2-17-16,-2 2-74 0,2-2-51 15,0 0-60-15,-1 0-61 0,-1-2-90 0,2 2-76 16,0 0-57-16,0 2-24 0,0-2-6 16,0 0-12-16,2 2-22 0,-2-2-32 0,0 0-37 15,0 0-40-15,1 0-37 0,-1 0-25 0,0 1-14 16,0-1-8-16,2 0-5 0,-2 0-5 15,1 0-2-15,-1 0 0 0,0 1 0 0,3-1-1 16,-3 0 1-16,0 0-1 0,2 2 0 16,-1-2-1-16,1 2 1 0,-1-2 1 0,1 1-1 15,1 0 2-15,0 1 0 0,1-1 0 0,-1 2-2 16,0-1 0-16,0-1 3 0,3 1-2 0,-3 1 0 16,2-2 2-16,0 2 0 0,-2-1 0 15,2-1-2-15,0 2 1 0,1-2 0 0,0 3-1 16,-1-3 1-16,0 0-1 0,0 1-1 15,1 0 2-15,0-1-1 0,-1 1 1 0,1-1 0 16,-1 1 0-16,0-1-1 0,1-1 1 0,0 1-1 16,-2-1 0-16,0 2-1 0,1-2 1 15,0 2 0-15,1-2 0 0,-3 0 2 0,0 1 0 16,2 1 1-16,-2-2-1 0,2 0 2 16,-1 2-4-16,0 1-1 0,-1-3 0 0,0 1 0 15,0 0-3-15,2 0 0 0,-3 2 3 0,1-3 2 16,-1 0 0-16,1 2-1 0,-1 0 0 0,-1-2 1 15,2 2-1-15,0-1-1 0,0-1 2 16,0 1-1-16,-1 1 1 0,1-1 2 16,-1-1-4-16,1 2 1 0,-1-2-3 0,1 1 3 15,-1-1-1-15,1 0-3 0,-2 2 4 0,4-2 0 16,-2 0 0-16,-2 0 0 0,3 0 0 0,-1 0 0 16,0 0 0-16,0 0 0 0,1 0 0 15,-3-2-2-15,4 2 0 0,-1 0 2 0,-2-1-3 16,1 1 1-16,2-2-1 0,-2 2 3 15,2 0 0-15,-2-1-1 0,0 1 1 0,3 0-1 16,-2-2 0-16,0 2-1 0,-2-1 1 0,3 1-1 16,-2 0 0-16,2-1 1 0,-2-1 0 15,0 0 0-15,3 2 1 0,-3-2-1 0,1 2 0 16,-1-3 0-16,0 2 1 0,0-1 0 16,-1-1 0-16,1 1 2 0,0 2-1 0,0-2 0 15,0 1 1-15,0-1-1 0,1 0 0 0,-1 2-2 16,-2-1 1-16,3 0 0 0,-3-1-2 0,3 1-1 15,-1-1 3-15,-2 1 0 0,2 1-3 16,0-2 4-16,-1 0 0 0,-1 1 1 0,1 0-2 16,1-3 0-16,-3 3 1 0,2 0-1 15,1-1 0-15,-3 1 0 0,3-1 2 0,-1-1-1 16,0 2-1-16,-1 0-1 0,-1-1 2 0,2 0-1 16,-1 1-2-16,1-1 2 0,-2-1 1 15,3 2 0-15,-2-1-2 0,1 0 2 0,-1 0 0 16,1 0 1-16,-2 0 0 0,3 0 0 15,-3-2-1-15,2 4-2 0,-2-3 2 0,3 1-2 16,-1 1-1-16,-1-4 0 0,1 3 2 0,0-1 0 16,-1 0-1-16,2 0 3 0,-1-1-1 0,1-1-1 15,-2 0 1-15,1 1-1 0,-1-2 0 16,1-1-1-16,0 1 3 0,-1 0-1 16,-1-2-1-16,2 1 1 0,-2 1 1 0,2-2-1 15,-2 2 0-15,1-1 0 0,-1 1-1 0,0 0 3 16,2 2-2-16,-2-3 1 0,1 3-3 0,-1-2 1 15,0 0 0-15,2-1-1 0,-2 1 0 16,2 2 0-16,-1-5 0 0,-1 1 0 0,3 1 1 16,-3-2 0-16,2 0 0 0,-2 1 2 15,0-2 0-15,0 2 1 0,2-2-2 0,0 1 1 16,-2 0 0-16,0 2-1 0,0-2 1 0,-2 1 0 16,0 3 1-16,2-1 0 0,0 0-2 15,0 0 0-15,0 1-3 0,0-2 0 0,0 5-2 16,0-3-1-16,0 0 0 0,0 3 0 15,2-3 1-15,0 1 0 0,-2-1 2 0,0 2 1 16,2-1 0-16,-2-1 1 0,2 0 0 0,-1 0 0 16,1-2 1-16,-1 3 1 0,1-1-2 0,-2 1 0 15,2-5 2-15,-1 5 0 0,1-4-2 16,-1 2-1-16,-1 0 2 0,0-1 1 16,2-1-2-16,-2 1 1 0,0 0-1 0,0 1 2 15,0-1-2-15,2 0-2 0,-1-1 2 0,-1 2-1 16,0 0 1-16,0-1 1 0,2 1-1 0,-1 0 2 15,-1 0-1-15,2 0 1 0,0-2-2 16,0 4-2-16,-2-1 1 0,2-2 1 0,0 1 1 16,-1 0-1-16,-1 0 1 0,3 1 0 15,-3 1-1-15,0-2 0 0,2 3 0 0,-2-2-1 16,0 3 0-16,2-2 2 0,-1 3-1 0,-1-2 1 16,0-1-3-16,2 4 2 0,-1-4 0 15,1 2-2-15,-2-3 1 0,3 0 0 0,-1-1 1 16,-1 2 1-16,1-4 2 0,0 2 0 15,2-1-2-15,-2-1-1 0,-1 2 1 0,2-1-1 16,-1 0 1-16,0 0-2 0,-1 3 2 0,1-3 1 16,-1 1-1-16,1 0 2 0,-2 0-4 0,0 2 3 15,0-2-1-15,0 0 0 0,0 0-1 16,0 1 2-16,0 0-1 0,0-2-2 0,0 2 0 16,0-1 0-16,0 1 2 0,0-1 0 15,0 2 1-15,0-1-2 0,-2 0 0 0,2 1-1 16,0 0-1-16,0-1-1 0,0-1 0 0,0 2 3 15,0-2 1-15,0 2 1 0,0-2 0 16,0-1-1-16,0 1 1 0,0 0-2 0,0 1 0 16,0-1-1-16,0 2-2 0,0 0 1 15,0-1-1-15,0 2 0 0,0 0 2 0,0 0 0 16,0 2 2-16,0-2-2 0,0 1 1 0,0-1 0 16,2 2 0-16,-2 0-4 0,0-1 1 15,2 0 1-15,-2 1 1 0,1-2-2 0,-1 1 3 16,0 0 1-16,2-2 0 0,0 1 0 15,-1 2-1-15,-1-4 2 0,3 0-4 0,0 3 0 16,-3-3 1-16,3 0-1 0,-1 3 0 0,-1-3-1 16,1 2 2-16,-2 0 1 0,2 0 0 0,-1 2-2 15,1-2 1-15,-1 1 0 0,1 1 0 16,0-1-1-16,-1 1 1 0,-1-1 1 0,2 2 0 16,-2-1 1-16,2 1-1 0,-1-2 3 15,-1 2 0-15,0-1 0 0,2 0-2 0,-1-1-1 16,-1 0 0-16,2 1 0 0,-2-2-1 0,3 1 0 15,-2 0 1-15,1-1 3 0,-1 1-3 16,1 0 1-16,0-2-1 0,-1 2 0 0,1-1 0 16,1 0-3-16,0 0 2 0,-1 0 0 15,0 0 1-15,-1-1-1 0,1 2 1 0,-1-1 1 16,1 2-1-16,-2-2-1 0,3 1 1 0,-2 1 0 16,1-1 0-16,-1 1 2 0,-1-2-2 15,2 3 2-15,0-2-2 0,-1 1 1 0,1 1-2 16,-2-2-1-16,3 2 0 0,-3 0-1 0,3 0 2 15,-3 0-2-15,2 0 1 0,0 0 0 16,-1 0 2-16,1 0-3 0,-1 0 2 0,1 2 0 16,-2-2 3-16,4 0-2 0,-4 1 2 0,2 1-1 15,-2-2 0-15,3 1 2 0,-3 1-4 16,2-1 3-16,-1 1 1 0,1 1 0 0,-2-2-1 16,2 2 1-16,-1 0-1 0,1 1 0 15,-1 0-2-15,-1 0 1 0,2 0-1 0,1 1 0 16,-1-3 0-16,-1 4 0 0,1-1 0 0,2-1-1 15,-2-1 1-15,0 2 1 0,-1-1 1 16,2 0-1-16,-1-1 0 0,0 0 0 0,-1 0 1 16,2 2-1-16,-1-2-3 0,1-1 2 15,-1 2-1-15,1-2 0 0,0 2 1 0,2-2 0 16,-1 3 0-16,-2-4 0 0,1 4 1 0,0-3 0 16,-1 2 0-16,1-1 0 0,-1 1 0 15,1-2 2-15,-1 3 0 0,-1-2 1 0,2 0-3 16,-1 1 2-16,-1-1-1 0,-1 2 0 0,2-2 0 15,-1 1-1-15,-1 1 0 0,0-3 0 16,2 3 3-16,-2 0-4 0,0-3 1 0,2 3 0 16,-1 1 0-16,-1-4-1 0,0 2-1 0,2-1 0 15,-2 1 1-15,1 0 1 0,-1-1 0 16,0 2 0-16,2-1-1 0,-2 0 3 0,2-1-2 16,-1 3-1-16,-1-3 0 0,2 3 0 15,-2-3 0-15,2 1-1 0,-2 1 2 0,1 0-2 16,1-1 0-16,-1-1 0 0,-1-1 1 0,0 2-1 15,0-1 1-15,2 1 1 0,-2-2 0 16,0 2-1-16,4-2 0 0,-4 2 2 0,0-2-1 16,2 1-1-16,-2 0 1 0,1 2 1 15,-1-2-2-15,0 1 0 0,2 2-1 0,-2-1 2 16,0-1 0-16,2 0-2 0,-2 1 3 0,0 1-2 16,1-4 1-16,-1 4-1 0,0-1 0 15,0-1 1-15,2 2-2 0,-2-2-1 0,0 1 0 16,1-1 1-16,-1 1 0 0,0-1 0 0,2 1 2 15,-2 1 1-15,0-2-3 0,0 0 1 16,2 1 0-16,-1 1 0 0,-1-1-1 0,0-1 0 16,0 2-1-16,2 0 1 0,-2-1 1 0,2-1 0 15,-1 1-1-15,-1-1 1 0,3-1 0 16,-3 2 1-16,2-1-2 0,1 1 1 0,-2 1 1 16,-1-2-1-16,3 0 0 0,-1 3 0 15,0-2 0-15,-1 1 0 0,1 0-1 0,1 0 2 16,-1-1-2-16,-1 0 0 0,1 1-1 0,1-2 2 15,-1 1-1-15,-1-1 0 0,1 0 0 16,1 1-1-16,-2 0 1 0,-1-3 0 0,2 3-1 16,-1-1 2-16,1 1 2 0,-2-1 0 0,2 2-1 15,-1-2 1-15,-1 0-2 0,2 2-2 16,-2-1-1-16,3-1-1 0,-3 1 4 0,0-1-2 16,2 1 1-16,-2 1 0 0,1-2 2 15,-1 2 0-15,2-1-3 0,-2 2 1 0,2-3 0 16,-1 3 1-16,1-1-4 0,-1-2 4 0,-1 2 0 15,2-1-2-15,0-1 1 0,0 1 0 16,-2-3 1-16,0 3-1 0,0-2 1 0,2 0 0 16,-2 0 1-16,2 0 0 0,-1 3-2 0,-1-4 2 15,2 3-2-15,-2-3 1 0,1 2 1 0,-1 0 2 16,0 0-2-16,2 0 1 0,0 0-1 16,-1 0-1-16,-1-1 0 0,2 2 0 15,-1-2 0-15,1 0 0 0,-2 0 1 0,2-1-1 16,-1 2 0-16,-1-2-1 0,0 0 0 0,2 1 0 15,-2-2-1-15,0 1 0 0,1 0 1 16,1-1 2-16,-2 2 1 0,0 0-1 0,0-1 0 16,2 0 2-16,-1 1-1 0,-1-1-2 0,0 2 2 15,0-4-3-15,0 4 2 0,3-2-2 16,-3 0 1-16,0 0 1 0,2 1-1 0,-2-2 1 16,1 2-2-16,-1 0 3 0,0 0-1 15,2 2 1-15,-2-4-2 0,0 2 0 0,0 0 0 16,0 1-2-16,1 0 2 0,-1-3 0 0,0 2 0 15,2-1 1-15,-2 1-1 0,0-2 2 16,2 2-3-16,-2-2 2 0,1 4 2 0,-1-3-1 16,0-2 0-16,0 5-1 0,0-4 0 0,0 1-4 15,2 1 2-15,-1-1 1 0,-1 2-2 0,0-3 0 16,0 2 2-16,2-1 1 0,-2 0 0 16,0 0 1-16,0 1 0 0,0-2 0 15,0 1-1-15,0-1 2 0,2 1-3 0,-1 1 0 16,-1-2 0-16,0 2 0 0,0 0 0 15,2-1-2-15,-2 0 2 0,0 2-1 0,0-2 0 16,2 0 1-16,-1 1-1 0,-1-1 1 0,0 1 1 16,2-2-2-16,-2 2 0 0,1 0-1 0,-1-1 2 15,3 3 1-15,-3-3-2 0,2 2 2 16,-1-4 1-16,1 4-1 0,-1-1 1 0,-1 2-2 16,2-3 1-16,0 1 0 0,-1 0-3 15,1 0 2-15,-1 2-1 0,1-2 1 0,-2 1-1 16,2-1 1-16,-1 0 1 0,1 0 0 0,-2 0 0 15,2 0 0-15,-1 0-1 0,1 0 0 16,-1-2 0-16,-1 1 0 0,3 1 0 0,-3-3 0 16,0 0 0-16,2 2 0 0,-2-2 0 15,1 0-2-15,-1 0 0 0,0 0 2 0,3 2 0 16,-3-2 0-16,2 0 0 0,0 3 2 0,-1-3 1 16,1 1-2-16,1 0 0 0,-1 0-2 0,-1 2 0 15,1-3 0-15,1 0-1 0,0 2 1 16,3 0 0-16,-3-2 2 0,1 2 0 15,-1-1-1-15,0 0 3 0,0 1-3 0,-1-2 1 16,1 2 0-16,2-2 0 0,-1 1 1 0,-2-1-1 16,1 0 1-16,2 0 0 0,-2 0-2 0,2 0 0 15,-2 0 0-15,0 0-1 0,3 1-1 16,-2-1 1-16,0 2 1 0,-2-1-2 0,3 1 1 16,-2-1 0-16,2-1 2 0,-2 2 0 15,0-1 0-15,3 1 1 0,-1-2 1 0,-2 0-2 16,2 0-1-16,-2 0 1 0,2 0-1 0,1-2 6 15,-1 1 5-15,0-1 4 0,1-1 2 16,1 2 0-16,0-2 0 0,-1 0-6 0,1 1-5 16,1 1-3-16,-2 0 0 0,3-1-1 15,-2 2 0-15,-1-2 1 0,-1 2 0 0,4 2 0 16,-4-2 0-16,0 2 1 0,1-1 0 0,-1 2 0 16,-2-1-1-16,1-1 0 0,-2 0-1 0,0-1-1 15,-1 2 1-15,1-2-1 0,-2-2 2 16,0 2-2-16,0-1 1 0,-2 0-2 15,1-3-3-15,-1 2-9 0,-2-2-43 0,1 2-77 16,-4-2-150-16,1 4-272 0,-2 0-304 0,-3 0-374 16,2 4-341-16,-1-2-13 0,-1 3 667 0</inkml:trace>
  <inkml:trace contextRef="#ctx0" brushRef="#br3" timeOffset="54918.17">11369 17567 163 0,'7'7'774'0,"-1"0"433"0,-2 1 46 0,0-2-162 15,0-2-418-15,-2 2-291 0,3 0-112 16,-2-1-51-16,2-1-28 0,-1-1-22 0,-1 0-23 15,2 0-31-15,0-3-25 0,0 2-21 0,1-4-9 16,0 2 0-16,-1-3 5 0,0-1 1 0,-2-1-8 16,0-1-5-16,1 0 3 0,-3-1 1 0,-1-1-1 15,-1 2 3-15,-1-1-4 0,-1 3-1 16,-2-2-4-16,2 1-6 0,-1 2-7 0,-3 0-9 16,2 3-6-16,0 0-6 0,-1 3-7 0,1 0-3 15,0-1-3-15,-1 3-1 0,3 0-2 0,0 0 0 16,1 0-1-16,-1 0 1 0,3 1-1 15,0-2-1-15,0 2 0 0,0-1 0 0,0-1-1 16,0-1 0-16,0 0-1 0,0 0 0 0,3 0 1 16,-3 0-1-16,2-3-2 0,0 2-8 0,-1-2-15 15,2 0-37-15,-1 3-71 0,-2-3-76 0,3-3-125 16,-2 3-191-16,2 0-311 0,-1 0-303 16,3-2-218-16,1 2-81 0,2 0 387 0,0 0 573 15</inkml:trace>
  <inkml:trace contextRef="#ctx0" brushRef="#br3" timeOffset="55231.54">11711 17567 226 0,'-2'2'870'0,"1"0"431"0,-3 0 52 15,4-1-151-15,-1 0-430 0,1 1-292 0,0 0-153 16,0-1-88-16,1-1-70 0,-1 0-59 0,0 0-51 15,2 0-30-15,3-1-15 0,-2-1-7 16,0 0-3-16,3 1-4 0,-3 0-1 0,2-3 1 16,-2 2 1-16,2-1 1 0,-3 1-1 0,1-1 3 15,-1 0 0-15,-1 1-1 0,2 2 1 0,-3-5 0 16,0 4 0-16,0-2-3 0,-3 0 0 0,2 0 2 16,-1 0-2-16,-1 0-2 0,1 1-2 15,-1 1-13-15,-2 1-52 0,-1 3-59 0,-2 0-87 16,2 3-143-16,-1 3-240 0,1 2-309 0,0 1-257 15,0 1-213-15,2 2 79 0,0 1 500 16</inkml:trace>
  <inkml:trace contextRef="#ctx0" brushRef="#br3" timeOffset="55451.15">11795 17867 114 0,'-2'4'886'0,"0"-1"663"16,-1 2 21-16,0-3-284 0,0 1-420 0,-2 0-348 16,2-1-210-16,0-1-118 0,1-1-62 15,1 2-42-15,-1-2-30 0,2 1-23 0,0-1-17 16,0 0-9-16,0 0-5 0,0-1-3 0,0-1-1 16,0-1-3-16,2 0-2 0,-1 0-18 0,-1-1-35 15,-1 0-75-15,-1-2-108 0,-3 1-181 16,0-1-299-16,-4 1-328 0,3 2-348 0,-4-2-162 15,-1 3 285-15,-3 0 669 0</inkml:trace>
  <inkml:trace contextRef="#ctx0" brushRef="#br3" timeOffset="55651.25">11478 17911 61 0,'-5'3'634'0,"5"-1"543"0,-4 0 232 15,4 0-107-15,0-2-378 0,0 2-338 16,0-1-204-16,0-1-121 0,0 0-86 0,2 1-65 15,0-1-49-15,-2 0-31 0,0-1-16 0,2 1-8 16,0-3-6-16,-1 1-8 0,1-2-50 0,-1 0-62 16,-1-1-88-16,0-1-161 0,-1 0-251 0,-1 0-324 15,-1 2-268-15,1-2-188 0,-2 2 129 16,-1-2 559-16</inkml:trace>
  <inkml:trace contextRef="#ctx0" brushRef="#br3" timeOffset="55784.2">11434 17837 226 0,'3'6'657'0,"-3"-2"342"15,2 0 117-15,-2 1-221 0,0-2-273 0,3 0-223 16,-2-1-148-16,-1 1-85 0,3 1-55 16,1-1-43-16,-1 0-28 0,2 0-18 0,0 0-10 15,-1-2-32-15,2 2-75 0,-2-1-138 0,0 1-218 16,0-2-279-16,0 1-264 0,1-1-175 16,2 1 114-16,0 1 419 0</inkml:trace>
  <inkml:trace contextRef="#ctx0" brushRef="#br3" timeOffset="55974.52">11734 18023 108 0,'4'2'571'0,"-3"2"395"16,1-3 205-16,-2 2-110 0,0-2-347 0,0-1-271 16,2 2-170-16,-2-1-100 0,1-1-95 0,-1 0-37 15,3-1-23-15,0-1-12 0,0 1-70 0,0-1-111 16,-1 0-150-16,1 0-300 0,-1-1-272 0,-1-2-251 15,3 3-8-15,-1-4 327 0,0 1 433 16</inkml:trace>
  <inkml:trace contextRef="#ctx0" brushRef="#br3" timeOffset="56117.38">11801 18073 35 0,'2'6'277'0,"-1"1"150"0,1-4 127 16,-1 0-75-16,1-1-166 0,-2-2-155 0,0 0-117 15,0-2-129-15,0-1-232 0,-2 0-148 0,2-4-46 16,-3 1 57-16,0 0 130 0</inkml:trace>
  <inkml:trace contextRef="#ctx0" brushRef="#br3" timeOffset="56277.83">11601 18151 193 0,'-7'5'321'0,"1"0"111"0,-1-2-40 0,2 0-155 16,0-1-94-16,-1 0-102 0,0 0-94 15,1-2-109-15,0 0-149 0,2 0-75 0,-2 0 14 0,1 0 81 16</inkml:trace>
  <inkml:trace contextRef="#ctx0" brushRef="#br3" timeOffset="56417.75">11515 18187 80 0,'1'3'361'0,"-1"2"246"0,2-1 223 0,-1-1-61 15,1 1-142-15,-2 1-124 0,3-2-95 0,-1 1-82 16,0 0-78-16,-1-2-65 0,2 3-60 16,0-3-44-16,0 3-32 0,2-3-23 0,-2-1-11 15,2 2-6-15,2-1-6 0,0 0-16 0,-1-2-73 16,1 2-114-16,-1-2-206 0,1 1-276 16,2-1-244-16,-1 1-160 0,2 1 106 0,2-2 355 15</inkml:trace>
  <inkml:trace contextRef="#ctx0" brushRef="#br3" timeOffset="56597.15">11871 18274 142 0,'4'2'749'0,"-1"-2"458"0,-3 0 109 0,0 1-106 16,0 1-385-16,0-1-307 0,0-1-164 0,0 1-93 16,0 1-68-16,0-2-65 0,0 0-59 15,2-2-38-15,-2 0-53 0,1-1-65 0,-1-3-75 0,-1-2-150 16,-1 0-247-16,2-4-310 0,-3-1-302 15,1-2-220-15,-2-1 30 0,2-2 547 0</inkml:trace>
  <inkml:trace contextRef="#ctx0" brushRef="#br3" timeOffset="57401.46">11646 17170 54 0,'0'6'431'0,"2"-1"362"0,-1 2 293 0,1-3-29 16,-2 2-257-16,0-4-213 0,0 2-163 0,0-2-95 16,0 0-76-16,1-1-53 0,-1-1-32 0,2 2-15 15,0-2-16-15,0 0-12 0,2-2-9 16,-3 1-7-16,1-1-4 0,-1-2-12 0,3-2-14 15,-3 0-16-15,2-3-16 0,1-2-14 0,0 1-11 16,-2-4-10-16,4-1-3 0,-1 1-3 0,0-4-1 16,-1 2 1-16,1 0-2 0,0 1 1 0,1 0 7 15,-3-2 4-15,2 5 2 0,-2-1-1 0,0 2 2 16,1 2-1-16,-1 2-7 0,-1 1-3 16,-1 0-2-16,1 4-3 0,-1-3 0 0,-1 3 0 15,0 0 0-15,3 0 0 0,-3 1 2 0,0 1 1 16,2 0 4-16,-1 0 7 0,-1 1 3 0,3 3 3 15,-1 0 3-15,1 1 2 0,-1 1-4 16,1 1-3-16,0 3-4 0,-1-2 1 0,1 3 0 16,0 1-2-16,3 0 1 0,-3 1-2 0,-1 0-1 15,1 0 0-15,1 0-1 0,-1 0-1 16,-2 1-1-16,3 2 1 0,-3-3-2 0,2-1-2 0,-1 0-3 16,-2 0-1-16,3 1-1 0,-2-5-2 15,-1 3-1-15,0-4 0 0,0 0-2 0,0 1 1 16,0-2-2-16,0-2 0 0,0-1 1 0,0 0-1 15,0 0 0-15,-1-1 0 0,1-1 0 0,-3 0-1 16,3-1-2-16,0 0-7 0,0 0-7 0,0-2-14 16,0-2-23-16,0 0-41 0,0 0-67 15,-2-2-71-15,2 0-132 0,-1 0-189 0,-1-1-302 16,2-1-287-16,-1 2-212 0,1-3-68 0,1 1 432 16,-1 1 548-16</inkml:trace>
  <inkml:trace contextRef="#ctx0" brushRef="#br3" timeOffset="57783.78">11880 16969 280 0,'3'5'644'16,"-1"1"306"-16,-1 1 166 0,2 1-237 15,-1-1-233-15,3 1-179 0,-2 2-97 0,3 1-52 16,0 4-46-16,2 0-24 0,-1 1-38 0,-1 0-22 15,3 1-30-15,1 0-37 0,-2-2-39 0,3-1-37 16,-1-3-14-16,-2-2-14 0,1-4-7 0,-1 1-5 16,0-6 0-16,-2-3 0 0,3-2 3 15,-2-6-2-15,-2-1-1 0,-1-2-3 0,0-4 1 16,-1-2-1-16,0-1-2 0,-3 0 10 0,2 1 7 16,-2-4 9-16,-2 5 5 0,0 0 4 0,-2 1 4 15,-1-1-4-15,-2 3 1 0,1 1-5 16,-2 2-4-16,-1 1 0 0,-1-1-4 0,-2 5-3 15,1 0-3-15,-1 2-2 0,2 2-3 0,-2 4-1 16,1 3-2-16,-3 2-8 0,4 6-8 0,-2 3-2 16,4 3-4-16,0 2-2 0,0 0-2 0,2 1-14 15,3 3-55-15,1-3-67 0,-1-2-132 16,3 2-214-16,0-2-310 0,2-3-343 0,2 1-266 16,2-4-109-16,1 0 482 0,1-1 618 0</inkml:trace>
  <inkml:trace contextRef="#ctx0" brushRef="#br3" timeOffset="58744.19">12221 17134 90 0,'2'2'417'16,"-2"-1"313"-16,0 0 261 0,0 1-46 0,0-2-204 15,0 0-168-15,0 2-134 0,0-2-103 0,2 0-90 16,-2 1-74-16,1-1-58 0,-1 0-39 15,0 0-26-15,2 0-15 0,-1-1 59 0,-1-1 57 16,2-1 30-16,1-1 7 0,0-2-5 0,-1 0-8 16,0-5-59-16,2 0-51 0,-2-2-30 0,1-2-16 15,0 0-9-15,0 1-6 0,0-4-2 16,1 4 1-16,-1-1-2 0,0 3-1 0,-1 2 1 16,-1 0 1-16,2 3 3 0,-1 2 6 0,-1 1 1 15,1 0 1-15,-1 3 3 0,-1 1 0 0,2 1-4 16,0 3-3-16,-1 3-2 0,2-2 1 0,-1 3-2 15,1 0-1-15,1 1 1 0,-3 2-2 16,2 0 0-16,3 1 0 0,-3 1 1 0,-1 0 1 16,1 1-1-16,0-2 1 0,1 1-2 0,-3-3 2 15,3 1-4-15,-3-3-1 0,2-2-1 0,-3-1 1 16,3-3 1-16,-3 0-2 0,3-5 2 0,-3 0 2 16,2-5-2-16,-1-1 1 0,1-2-2 15,0-2 2-15,-1-2 0 0,1 2-1 0,-1-2 0 16,1 0 0-16,-2 1-1 0,3 2 0 0,-3 0-2 15,2 2 2-15,-2 1 0 0,3 3-1 0,-3 1 0 16,2-2-1-16,-1 3 0 0,1 2-1 0,-2 2 0 16,3 0 2-16,-2 0 2 0,2 2 2 0,-1 3 2 15,1 1 1-15,1 0 1 0,-3 2-3 16,2 1 0-16,1 0-1 0,-1 1-2 0,0 0 0 16,1 2-1-16,-1-1 0 0,2 0 0 0,-1-1-1 15,0-1 0-15,1 0-1 0,-2 0 0 0,3-3-1 16,-1 0-11-16,-2-2-50 0,1 0-67 15,-3-3-83-15,1 0-151 0,-1 1-251 0,-1-2-322 16,2 0-276-16,1 3-193 0,2-3 77 0,-1 0 540 16</inkml:trace>
  <inkml:trace contextRef="#ctx0" brushRef="#br3" timeOffset="59468.17">12476 17062 286 0,'3'3'709'0,"-3"-1"373"0,0-2 115 15,0 1-289-15,-1-1-187 0,1 0-148 0,1 2-107 16,-1-2-99-16,0 0-75 0,0-2-56 15,0-1-62-15,0-1-65 0,0-2-50 0,2-1-25 16,-1-1-13-16,-1-3-8 0,2-2-4 0,1-1-3 16,0-2 1-16,0 1 1 0,0-2 1 0,1 0 2 15,-1 3 1-15,0 0 1 0,0 1-1 16,1 2-4-16,-3 0-3 0,1 3-3 0,-1 2 2 16,2 0-4-16,0 1-2 0,-1 1 1 0,-1 2 1 15,1 1 0-15,1 1 0 0,-1 1 1 0,1 1 4 16,0 2 7-16,1 2 2 0,-1 1 2 15,0 4 2-15,1 0 6 0,1 3 3 0,-2 0-4 16,1 3 3-16,0 1-4 0,0 0-3 0,0 0-9 16,1 0-3-16,-2-2-5 0,0-2-6 15,2-1 0-15,0-2 6 0,0-5 5 0,-1-2 1 0,2-4 2 16,1-2 2-16,-2-3 1 0,-1-4-5 16,1-2-3-16,0-4-4 0,1 0-1 0,-3-3 0 15,2 1-1-15,-2 0-2 0,0-2 2 0,1 5 1 16,0 0-1-16,-2 4-1 0,1 1 2 15,0 3-1-15,-1 1 0 0,-1 0 1 0,2 4 1 16,-1 1 0-16,1 3 2 0,2 2 0 0,-2 2 1 16,2 3-1-16,-2 1 0 0,3 3-1 0,-1-1 1 15,0 2 0-15,0 1-7 0,0 0-2 16,-1-1-4-16,2-1 0 0,-1 0-2 0,2-2-2 0,-4-2 11 16,2-3 5-16,-1-3 6 0,-2-1 3 15,4-4 0-15,-5-4 0 0,3-2-3 0,-3-5-4 16,1-2-3-16,0-3-1 0,-1-1 0 15,1 3 0-15,-1-4-1 0,1 2 0 0,-2 3-1 16,3-1 0-16,-1 3 1 0,-1 1-1 0,1 5-1 0,2-3 1 16,-2 5 1-16,1-1 1 0,0 4 1 15,1 1 2-15,2 1 0 0,-1 4 1 0,2 1 4 16,0 1 4-16,-1 1 1 0,2 3 0 0,-1-1 1 16,0 2-2-16,1-1-4 0,-1 1-5 15,-1 1-2-15,0-2-2 0,0-3 0 0,-1 0-4 16,0-1-9-16,0-2-28 0,-2 1-77 0,-3-5-109 15,-1 1-228-15,-1-4-298 0,-3-1-360 0,3-1-408 16,-4-4-163-16,1 1 410 0,-4-4 803 16</inkml:trace>
  <inkml:trace contextRef="#ctx0" brushRef="#br3" timeOffset="62434.3">8044 14714 252 0,'4'1'432'0,"0"0"171"0,-1-1 18 15,0 2-145-15,-1-2-111 0,-1 1-80 16,1-1 3-16,1 0 19 0,-1 2 24 0,4-2 4 16,-1 0-19-16,1 0-19 0,-1 0-53 15,1 0-57-15,1 0-53 0,-1-2-46 0,3 2-7 16,-1-1-13-16,0-1-10 0,0 2-8 0,3-1-4 15,-1 1 46-15,1-1 42 0,1 1 16 16,1 0 4-16,-2 0-2 0,0 0-4 0,0 0-34 16,0 0-29-16,0 0-16 0,-1 0-8 0,1 0-7 15,-2 0-3-15,1 0-9 0,-1 0-15 16,1 0-12-16,-2 0-5 0,3-2 2 0,-2 2 3 16,-1-3 3-16,0 2 0 0,3-1 0 0,-1-2 2 15,-2 0-5-15,4 2-2 0,-4-3-5 16,2 3-1-16,1-4-2 0,-2 3-1 0,-1-1 0 15,0 0-1-15,1 3 1 0,-2-2-2 16,-1 1 0-16,2 1 1 0,0 1 0 0,-2-1-2 16,1 1-1-16,-1 0 2 0,-1 0-2 0,1 1 1 15,-1-1 1-15,1 0-2 0,-3 0 1 0,2 0-1 16,-2 0 0-16,2-1-1 0,-2 1 2 16,0-2-1-16,2 2 0 0,-2 0 1 15,0-1-1-15,1-1 0 0,-1 1 0 0,0-1 0 16,3 1 1-16,-1-2-1 0,-2 1 0 0,2-1 0 15,0 0-1-15,1 0 0 0,0-1-1 16,-1 0 1-16,0-2 1 0,-1 1 0 0,1-1 0 16,0-1 0-16,1 2-2 0,0-2 1 0,-1 0-2 15,0 1 1-15,0 2 1 0,1-2 0 16,-1 1 1-16,-1 0 0 0,1 0-1 0,0 0 1 16,-2-1 0-16,2 1-1 0,0 1 1 15,1-3 0-15,-3 1 2 0,2 0 7 0,0-2 6 16,0 2 3-16,-1-1 1 0,2 1 1 0,-1 0 0 15,0 0-9-15,1-1-5 0,-1 1-3 16,-2 2-1-16,3-2-1 0,-1 1 1 0,0 1-1 16,1 0 0-16,-1-1-1 0,0 2 0 0,1-1 0 15,0-1 0-15,1 1 0 0,-2-1 3 16,1 1-1-16,0-2 1 0,0-1 4 0,-1 3 3 16,0-3 2-16,0 0 0 0,1 1 1 15,-1 0-1-15,-1 2-4 0,1-2-3 0,0 2-2 16,-2-2-1-16,2 1 0 0,0-1 0 0,-1 2 1 15,1-2 0-15,0 2-1 0,0-2 1 16,-2 1-1-16,3-2 0 0,-1 3 0 0,-2-2-1 16,3 0 1-16,-2 2-1 0,0-1 0 0,1 1 0 15,-2-1 0-15,3 1 1 0,-2-1-2 16,-1 1 1-16,0 0 0 0,3-2 0 0,-2 3 0 16,0 0 0-16,2-2-2 0,-2 3 1 15,0-4 0-15,0 3-1 0,0-1 1 0,1 0 0 16,-2 0 0-16,2 1 1 0,1 0 0 0,-1-1-1 15,-2 1 0-15,2 0 1 0,0 0-1 16,-2 1 1-16,3-1 0 0,0 0 3 0,-1 1 3 16,0 0 0-16,0 0 2 0,1 1-1 0,0 0 1 15,1-1-1-15,-1 0-3 0,-1 0-1 16,1 2-1-16,0 0 0 0,2 0 1 0,-3 0-1 16,2 0-1-16,-1-3 0 0,0 3 1 0,0-1-1 15,1 0 1-15,-1 0 4 0,1 1 5 16,0-2 1-16,1 2 3 0,-1-3-2 0,-1 3 1 15,2 0-5-15,-2 0-4 0,0 0-1 16,1 0-1-16,-1 0-1 0,2 0 2 0,-2 0 0 16,1 0 0-16,-1 0 1 0,-1 3 0 15,4-3-1-15,-3 2 1 0,1-1 1 0,1 0 2 16,-1-1 0-16,0 1 2 0,-1 2-1 0,1-3-2 16,-1 0-3-16,0 2-2 0,-1 0-1 15,0 0 0-15,0-1 0 0,-1 0-1 0,2 1 1 16,1 0 0-16,-2 0 0 0,-1 0 0 0,3 1 1 15,-1-2-1-15,2 2 1 0,-2 0 0 16,-1 0 0-16,3 0-2 0,-2 0 1 0,0 0-1 16,-1-2 0-16,2 4-1 0,-2 0 1 15,-1-3-1-15,2 3 1 0,-1 1-1 0,1-4 1 0,-1 4 0 16,-1-1 0-16,0 1-1 0,2 0 0 16,-1-1 0-16,0 0 0 0,0-1-1 0,-2 1 1 15,3-1 1-15,-1 0-1 0,-2 1 1 16,2 0-1-16,-2-1 0 0,0 0 1 0,2 1-1 15,-2-1 1-15,2 1 0 0,-1-1 0 16,0 2 1-16,0 0 0 0,0-1 1 0,0 1 2 16,1 0-2-16,-2 2 1 0,2-1-1 15,1-1-1-15,1 3-1 0,-3-2-1 0,1 2 0 16,2-2 0-16,0 0 0 0,-2 4-1 0,1-4 1 16,-1 4 0-16,2-3 0 0,-1 3 0 15,0-3 0-15,-1 1 0 0,0-1 0 0,0 0 1 16,-1-2 0-16,1 2-1 0,-1-3 1 0,0 1 0 15,-1 0-1-15,2-1 3 0,-2 1 1 16,0-2 1-16,2 1 2 0,-1-1-1 0,1 0 0 16,-2-1-1-16,1 2-2 0,-1-3-1 0,0 1-1 15,2 0-1-15,-2 0 1 0,3 2-1 16,-1-2 0-16,1 0 1 0,-1 1 1 0,1 1 0 16,2-1 0-16,-2-1 1 0,1 2 0 0,-1-3-1 15,2 3 0-15,-2-3-1 0,2 3 1 16,-1-3 0-16,-1 2-1 0,2 0 1 0,-2-2 0 15,0 0 1-15,1 0 0 0,-1 1 0 16,2-2 2-16,-2 1 4 0,1-1 3 0,-1 1 0 16,2-1 0-16,-2-1 0 0,-1 0-2 0,1 0-3 15,-1 0-3-15,3-1-1 0,-2-1 0 16,-1 1-1-16,1-1-1 0,-1 0 0 0,0-2 1 16,3 2-1-16,-4-2 0 0,1 2-1 0,0-3 0 15,1 1 1-15,-1 2-1 0,0 0 0 16,-1-4 0-16,1 3 0 0,2 0 0 0,-2-2 0 15,-1 3-1-15,2-2 0 0,-3 0-1 0,-1 1 1 16,3 0 0-16,-4 1-1 0,3-2 1 16,-3 1 0-16,1 0 0 0,0 0-1 0,-1 1 1 15,1-2-1-15,-1 2-1 0,-1-2-4 16,0 2-7-16,2-2-14 0,-2 2-18 0,-2-3-37 16,-1 5-81-16,0-2-137 0,-4-3-256 0,1 5-312 15,1-1-390-15,2 1-425 0,0 0-67 16,6-3 663-16</inkml:trace>
  <inkml:trace contextRef="#ctx0" brushRef="#br3" timeOffset="63340.29">10221 14241 55 0,'3'0'609'15,"-1"3"511"-15,0-1 210 0,-1-1-38 0,1 0-325 16,0-1-307-16,-1 1-205 0,2-1-111 15,-3-1-72-15,5-1-69 0,-2-3-60 0,2-2-35 16,0-1-20-16,1-4-10 0,2-5-11 0,1-3-11 16,-1-2-10-16,3-3-9 0,0-3-7 15,-1 0-6-15,-1 1-3 0,2-1-3 0,0 0-1 16,-3 3-1-16,2 3-1 0,-2 2-1 16,-2 4-2-16,-1 2 1 0,-2 3-3 0,0 2-1 15,2 4 0-15,-4 0-2 0,1 5-1 0,-1 2-1 16,1 2 0-16,-2 7-2 0,3 1 1 0,-3 4-1 15,0 2-1-15,2 3 0 0,-1 2-1 16,-1 2 0-16,2 2 0 0,-2 2-1 0,0 2 0 16,0 0 0-16,0 0 0 0,2-3 0 15,-1 1-1-15,-1-4 0 0,2-3-1 16,0-2 0-16,-1-2-1 0,1-4-1 0,-1-1-1 16,1-4 0-16,2-3 0 0,-1-1-3 0,-1-4-8 15,3-2-14-15,-2-2-17 0,2-5-26 0,1-1-57 16,0-2-78-16,-1-2-104 0,-2 0-162 15,2 0-261-15,0-3-330 0,0 2-283 0,2-2-162 16,-2 0 204-16,2-1 600 0</inkml:trace>
  <inkml:trace contextRef="#ctx0" brushRef="#br3" timeOffset="63636.1">10566 14049 114 0,'5'-2'654'0,"0"4"458"0,-1 2 172 16,-1 4-54-16,0 1-273 0,1 4-294 15,0 2-193-15,0 3-107 0,-1 3-79 0,2 0-90 16,1 2-74-16,0-2-44 0,-1-2-25 0,3-1-17 15,3-5-12-15,-2 1-9 0,1-6-6 16,2-5-2-16,1-3-3 0,-2-5 0 0,3-5-1 16,-1-5 2-16,1-4-1 0,-3-3-1 15,1-1 1-15,-2-3-1 0,-2-1 1 0,-1 1-1 16,-1-1 0-16,-3 2 0 0,0 0 0 16,-6 3 1-16,0 0-1 0,-3 1 2 0,-1 0-1 15,-2 2 1-15,-3 2-3 0,0-1 1 0,-2 4 1 16,1 2 3-16,-1 3 1 0,0 3 1 0,1 5 1 15,-1 2-1-15,1 5-2 0,1 3-4 16,4 3-2-16,0 2-3 0,1 4-9 0,3-1-24 16,-1 2-80-16,1 2-117 0,0 0-200 0,4-2-294 15,0 1-360-15,0-3-418 0,0-1-162 16,2-1 387-16,1-2 736 0</inkml:trace>
  <inkml:trace contextRef="#ctx0" brushRef="#br3" timeOffset="64582.61">10950 14164 60 0,'3'2'567'15,"0"3"459"-15,-3-4 193 0,2 0-75 16,-2 0-383-16,0 2-254 0,3-3-125 0,-3 0-50 16,2 0-41-16,-1-4-34 0,1 0-35 0,-2-1-39 15,3-4-54-15,-1-1-50 0,0-1-28 16,1-1-14-16,1 2-9 0,-1-4-11 0,0 5-8 16,-1 0-2-16,0 1-3 0,-1 2 0 0,2 2-2 15,-3 0-1-15,2 1-2 0,0 3-1 16,-1 0 2-16,3 1 0 0,-1 2 3 0,0 3 0 15,1 1 1-15,-1 3 1 0,1-1-2 0,-1 2 0 16,0 2-1-16,2-1-1 0,0 0-1 16,1 0-1-16,-2 1 0 0,1-4-3 0,0 2 2 15,0-4 1-15,0 1 0 0,0-2 0 16,1-3 1-16,-2-2 0 0,0-2 2 0,0-2-1 16,1-3 0-16,-2-3 2 0,3-4-1 0,-1 0 1 15,0-2-1-15,-2-3-1 0,2 3 1 0,0-2-2 16,-2 2 0-16,3 3 0 0,-3 2 1 15,0 0-2-15,-1 4 0 0,0 1 1 0,-1 4 1 16,2 1-1-16,-3 3 0 0,2 1 0 16,1 4 3-16,-1 2-3 0,1 1 0 0,-1 2 0 15,2-4 1-15,-1 5 0 0,0-2-2 0,2-2 2 16,-2 2-2-16,1-3 0 0,-1 2-1 16,2-4 1-16,-2 1-3 0,3-2 0 0,-3-3-2 15,4 0-2-15,-4-2-42 0,2-1-69 16,-2-1-73-16,-2-2-142 0,1 0-241 0,2-1-326 15,-4-2-292-15,2 2-210 0,-1 0 13 0,-1-1 522 16</inkml:trace>
  <inkml:trace contextRef="#ctx0" brushRef="#br3" timeOffset="65296.52">11270 14128 18 0,'3'2'486'15,"0"-1"454"-15,-3 1 248 0,3-1-38 16,-3-1-361-16,2 0-296 0,-1 0-207 0,1 0-119 16,2 0-63-16,-2-3-34 0,1 2-21 0,2-4-13 15,1-1-11-15,-1 1-1 0,2-7-4 16,0 1 9-16,1 0 20 0,-1-1 9 0,-1-1 11 16,3 1 0-16,-4 2-3 0,1-1-15 15,1 3-19-15,-2-1-15 0,1 3-13 0,-2 2 2 16,1 2 15-16,0 2 44 0,2 3 40 0,-3 2 26 15,1 2 10-15,-1 1-7 0,0 7-13 16,-1-2-33-16,2 2-28 0,-2 2-21 0,0-2-9 16,2 2-6-16,1-4-4 0,-1 0-9 0,-2-2-7 15,2-1-1-15,1-1-4 0,-1-4 1 16,1-1 6-16,-1-3 3 0,0-2 5 0,1-1 0 16,0-5 3-16,2-4 2 0,-2-1-5 15,2-1-4-15,-1-1-2 0,2-2-4 0,-1 1-1 16,2 2-3-16,-1-1 1 0,0 2-2 0,1 2 0 15,-2 0 1-15,3 2-1 0,-3 6 2 16,2-3 1-16,-1 5 7 0,0 2 5 0,-1 3 7 16,0 3 4-16,2 2 3 0,-2 0 0 0,-2 1-6 15,2 0-5-15,1 0-5 0,-1-2-5 16,0 0-3-16,0-2-1 0,1-3-2 0,1-2 2 16,-2-4-1-16,4-5-1 0,-2-3 1 0,1-5 0 15,3-4 0-15,-1-2-2 0,-1-2 0 16,1 1-1-16,-3-1 1 0,2 2-1 0,-2 3-1 15,2 3 2-15,-4 2-2 0,0 3 0 16,0 2 1-16,0 4 1 0,0 6 0 0,-2 6-1 16,1 2-2-16,-1 7-18 0,0 2-77 0,-1 6-109 15,-2 0-236-15,2 0-285 0,-2 1-362 16,1-1-430-16,0-1-185 0,4-1 413 0,-2 1 831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0-25T07:04:11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00B0F0"/>
    </inkml:brush>
    <inkml:brush xml:id="br2">
      <inkml:brushProperty name="width" value="0.05292" units="cm"/>
      <inkml:brushProperty name="height" value="0.05292" units="cm"/>
      <inkml:brushProperty name="color" value="#FF0000"/>
    </inkml:brush>
    <inkml:brush xml:id="br3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5683 3567 226 0,'4'1'537'0,"-3"-1"272"16,2 0 147-16,-1 2-197 0,1-1-172 0,-1 2-126 16,-2 2-81-16,0 2-67 0,0 2-55 0,0 0-51 15,0 3-49-15,1 4-22 0,1 1 7 0,0 2 30 16,-1 4 20-16,2 3 6 0,-1 0-12 16,0 4-23-16,2 6-30 0,-1 1-36 0,-1 3-26 15,-1 6-12-15,1 1-7 0,0 8-6 16,-1 3-7-16,-1 3-3 0,0 7-8 0,-1 2-2 15,1 0-3-15,-2 3 1 0,2 0 0 16,2 1 0-16,-2 1 0 0,1-3 1 0,1 1-2 16,-1-1-1-16,3 2 0 0,-1-3 0 0,0 2-1 15,0-1-3-15,3 0 0 0,-3 0-2 16,1-1-2-16,-1 0-3 0,0 3-4 0,0-2-1 16,-1 1-3-16,1 1-3 0,-1-2 2 15,-1 0 0-15,2 1 1 0,-3 2 1 0,2-3 0 16,-1 3 3-16,-1 3-3 0,2-3-1 0,-2 2-1 15,3-2-1-15,-1 0 1 0,1-2 1 0,0-1 2 16,2-3 0-16,0-2 1 0,1 0 0 0,0-2-1 16,-1-4-2-16,3 1 0 0,-2-3-3 15,2 1 0-15,0-1-2 0,0 1 0 0,0-1 1 16,1 3 1-16,-1 1 3 0,2 1 1 0,-1 3 1 16,1 1 1-16,-1-1-2 0,-1 1-3 15,3-3-1-15,-3-2-1 0,3-1-1 0,-2-5-1 16,1-3-1-16,0-5 2 0,0-1 1 15,0-2 1-15,-2-2 1 0,1 0 1 0,-1-3 0 16,0 3 1-16,-1-1-2 0,0 2 0 0,0 2-1 16,-2 1 0-16,-1 2-2 0,1 1 0 15,0 1-1-15,-1 2-1 0,0 0 1 0,-1 3 2 16,-2 0 1-16,3 0 2 0,-3 2 1 16,1-2 2-16,1 1-2 0,-1-1-1 0,-1 2 0 15,1-2-2-15,1 3-1 0,-1-2-2 16,-1 0 0-16,2 2 2 0,0-4 0 0,0 1 0 0,2 0 2 15,-3 2 2-15,4 1 2 0,-2 1-2 16,0 2 0-16,2 0 0 0,-1 0-2 0,1 2 0 16,1-3-1-16,-1 3 1 0,2-1 1 15,0 1 0-15,0 1 2 0,3 2 3 0,-2 2 0 16,1 4 0-16,1 1 0 0,-2 3-2 0,1 2-2 16,2 2 0-16,-2 3 1 0,1 5-1 0,0 5-1 15,2 5-1-15,-2 6 0 0,3 6 0 16,-1 3-1-16,-1 5 0 0,3 6 0 0,-4 5 0 15,3 2 2-15,-1 4-2 0,-1-2-1 0,-1 0 0 16,-1-4 0-16,-1 0 0 0,-1-6-3 0,0-8 1 16,-3-6 1-16,1-6-1 0,-3-8 0 15,-1-7-1-15,-1-5-2 0,-4-10-8 0,0-10-12 16,-3-8-19-16,-2-13-31 0,-3-11-76 16,-6-13-103-16,-3-14-192 0,-8-15-291 0,-4-13-345 15,-7-15-393-15,-5-13-179 0,-7-16 277 0,-6-15 760 16</inkml:trace>
  <inkml:trace contextRef="#ctx0" brushRef="#br0" timeOffset="965.65">5530 3576 335 0,'3'3'810'0,"0"-2"339"16,-1 1 38-16,-2-2-288 0,2 0-278 0,-2 0-170 15,1 0-73-15,1-3-51 0,1-3-39 16,0-3-37-16,2-3-41 0,3-5-50 0,-2-1-54 16,4-4-43-16,1-2-26 0,3-5-16 15,0 1-8-15,0-1-10 0,1-1 2 0,2 2 8 16,-3 2 6-16,2 2-1 0,-3 4 4 0,-1 2 3 16,-2 5-4-16,1 3 0 0,0 4 1 15,0 3 4-15,0 5 4 0,0 2 0 0,0 4 0 16,-1 6-3-16,1 3-3 0,-3 2-4 15,0 5-6-15,-1 2-6 0,1 4-7 0,-3 0-2 16,3 3-4-16,-3-1-18 0,3 4-57 0,-4-1-99 16,0 1-250-16,-1 2-277 0,0-1-357 15,2 1-435-15,1-1-293 0,-1 3 377 16,-1 1 953-16</inkml:trace>
  <inkml:trace contextRef="#ctx0" brushRef="#br0" timeOffset="3120.94">6238 13203 190 0,'5'1'667'0,"-2"-1"346"15,1 0 87-15,-1 0-190 0,0 0-354 0,0-1-213 16,0 0-119-16,3-1-53 0,-1-3-22 16,3 1 0-16,-1 2 15 0,2-5-19 15,0 1 3-15,3 0 24 0,0 0 4 0,1-2-10 16,0 0-22-16,2 1-15 0,1 0-34 0,0 0-18 15,3-1-12-15,-2 3-6 0,2-2-6 0,0 2-4 16,2 0-3-16,2 1-16 0,1 0-12 16,0 1-5-16,1-2-4 0,2 2-2 0,0-2-2 15,1 1-1-15,2 0 0 0,-1-1-1 16,-1 1-1-16,2 0-2 0,0-1 0 0,0-1-1 16,-1 4-3-16,4-4 0 0,-4 1 2 0,4 1-1 15,-2 1 1-15,1-2 1 0,1 3 1 16,0-1 3-16,2 1-3 0,0-1 3 0,0 2 2 15,1-1-1-15,2 1 0 0,3-1-2 16,-1 0 4-16,4 2-2 0,0-1-2 0,2 1 1 16,3-1-2-16,0 1 0 0,-1-2-2 0,2 2-2 15,2-3 1-15,-1 2-1 0,4 0 3 0,-1-1 2 16,1-1-1-16,1 0 0 0,1 0 0 16,5-2 1-16,-1-2-2 0,1 5 0 0,1-6 0 15,2 1 0-15,-2 1 2 0,3 0-2 16,1 0-1-16,-1 2 2 0,-1-1-1 0,2 2 1 15,-1-1 0-15,3 3 0 0,1-3 1 0,3 3-2 16,-1 0 0-16,1 1-1 0,0-2-2 0,1 2 3 16,-1 0 0-16,0 0 1 0,1 2 2 15,-1-1-3-15,1 0 2 0,0 1-2 0,1 1-1 16,2 1 0-16,-1 0-2 0,0 3 2 16,-1-1 1-16,0-1 0 0,-2 3 4 0,3-1-2 15,-3 1 2-15,-1 0 0 0,4-1 0 0,0 1 0 16,1-2-3-16,0 1-1 0,1-1 0 15,-1 0-2-15,0 2-1 0,-1-4 1 0,-1 2 1 16,0 0 2-16,1 2-1 0,0-4 1 0,1 1 2 16,2 0-2-16,0-1 0 0,-1-1-2 15,2 0 1-15,-2 0-1 0,-1-1 1 0,-1 2 2 16,2-1 1-16,-2 1 1 0,1 1 0 0,2-3-2 16,2 4 1-16,-1-1-2 0,0 0-1 15,0-1-3-15,-1 1 3 0,0 2 0 0,-1-1 0 16,4 2 0-16,-2-1 3 0,1 1 1 15,1-1-1-15,0 0-1 0,-1 1 0 0,-2-2-1 16,1 0-3-16,-2-1 1 0,1 1 0 0,-3-1 2 16,2-3 0-16,-2 2 2 0,3-2 1 15,-2 0 1-15,4-2-2 0,-3 0 4 0,0 0 3 16,0-2 2-16,1 1 4 0,-1 1-1 0,1-1 2 16,-1-1-5-16,2 0-2 0,0 1-3 15,1 1-4-15,1 0 0 0,0 0-3 0,1 0 1 16,-1 1 1-16,0 1 2 0,0-2 0 0,2 2-1 15,1-1 3-15,2 0-1 0,3 1-2 16,-4-2-2-16,4 0 0 0,0 2-1 0,0-2 2 16,0 0 1-16,0 0 5 0,4 1 5 15,-1-1 3-15,2 0 1 0,0 0-3 0,1 0-1 16,-1-1-4-16,1-1-2 0,-1-1-1 0,2 0 2 16,2-1 2-16,1-3 4 0,3 1-1 15,-4 0-2-15,4 0-1 0,-3-1-2 0,-1 1-1 16,1 0-2-16,0 0-1 0,1 1 1 0,3 2 1 15,-3 0-2-15,-1 2-3 0,-2 0 2 0,1 2 1 16,-4 0-1-16,0 2 1 0,0 1 1 16,2 1 0-16,-1 1-2 0,-1 0-1 0,0 1-1 15,-2-1 0-15,1 0 2 0,-3 1 2 16,5-1 4-16,-2 0 3 0,-1 0 1 0,2-1-1 16,-2-1-1-16,0-1-4 0,-1-1-4 15,1 0-1-15,-3 0 0 0,2-2 2 0,0-2 0 16,0 0 1-16,1 1 1 0,0-2-2 0,-1 0-2 15,0 1-2-15,-2-3 1 0,-3 2 1 0,3-1 0 16,-1 0 1-16,-1 0 1 0,2 1 1 16,0 1-2-16,0-3-1 0,-3 4-2 0,2 0 0 15,-7-1-1-15,2 0 1 0,0 1 1 0,-5 1 1 16,1-1 0-16,0 1 1 0,-1-2-1 0,-3 2-1 16,-1 0-1-16,-2-2-1 0,0 2-1 15,-4 0 0-15,-1 0 2 0,-3-1 0 0,-1 1 1 16,-3-1 0-16,1 1 1 0,-2-2 1 15,-2 0-2-15,-1 1 0 0,-2-2 0 0,-4 0 0 16,0 0-1-16,-4 2-1 0,-3-4 1 0,-1 2-1 16,-2 0 0-16,-3-1 0 0,-1 1 0 15,-4 0 0-15,-1 2 0 0,-2-3-1 0,-4 3 1 16,0 0-1-16,-9-1 0 0,2 2 0 0,-3-2 2 16,-5 2 0-16,-1 0 0 0,-4 0 2 15,0 0 2-15,-1 0 4 0,-4 0 3 0,-1 0 2 16,0 0 1-16,-1 0-1 0,-3 0 0 15,1 0-5-15,-3 0-4 0,0 0-2 0,-1 0-2 16,-1 0-1-16,2 0-2 0,-5 2 0 0,3-2-7 16,0 2-12-16,-3-2-20 0,3 0-51 15,-3 0-81-15,0-2-143 0,0 0-256 0,1-1-311 16,0-1-381-16,2-4-335 0,1-1-38 0,1-3 624 16</inkml:trace>
  <inkml:trace contextRef="#ctx0" brushRef="#br0" timeOffset="3416.27">24002 12837 231 0,'2'-3'978'15,"-2"0"577"-15,-2 1-21 0,2 1-291 0,0 1-494 16,2-1-299-16,1 1-181 0,0 0-117 0,2 1-66 16,1-1-33-16,4 1-15 0,2 1-12 15,4 1-3-15,1 0-3 0,3 0-6 16,2 0-5-16,1 0-1 0,2-1 0 0,1 2-2 0,-4-1 0 15,3 1-1-15,1 2 0 0,-3 1 7 16,-2 3 5-16,-1 2 6 0,-2 0 5 0,-5 1 5 16,-4 4 3-16,0-1 0 0,-4 2-2 15,-3 2-3-15,-2 1-2 0,-7 0-5 0,0 0-3 16,-1 1-6-16,-5 0-4 0,-3 1-4 0,0 0-4 16,-3-1-3-16,-1 2-1 0,-1-1-3 15,-1-1-5-15,2 1-15 0,0-2-34 0,3-1-82 16,1-2-125-16,1 0-245 0,5-2-307 0,4-2-375 15,3-5-396-15,7 1-97 0,4-2 541 16,4-2 759-16</inkml:trace>
  <inkml:trace contextRef="#ctx0" brushRef="#br0" timeOffset="4520.34">24643 13716 44 0,'-2'-5'591'0,"0"2"492"0,2 0 193 16,-1 0-109-16,-1 0-349 0,2 1-282 0,2-2-124 15,3-2-82-15,-1 0-49 0,6-2-35 16,-1 1-36-16,6-1-55 0,0-3-59 0,6 0-24 15,1 2-18-15,3-2-8 0,2 4-6 0,0 1-6 16,0 1-3-16,0 4-7 0,-3 2-2 16,-1 3 1-16,-2 0 5 0,-4 5 2 15,-1 2 4-15,-5 2 5 0,0 2 3 0,-6 3 1 0,-5 5 1 16,-3 1-3-16,-5 3-1 0,-5 3-1 0,-1 3-1 16,-5 3 0-16,-1 2 0 0,-4 1-1 15,1 5-3-15,0-2-5 0,1 0-23 0,4-1-6 16,1-2 0-16,2-3 0 0,3-3 0 15,6-2 0-15,1-5 0 0,3-1 0 0,6-5 0 16,0-3 0-16,6-1 0 0,2-7 0 0,4-3 0 16,5-6 0-16,2-5 0 0,4-4-15 15,2-5-19-15,2-6-17 0,2-3-27 0,1-3-63 16,1-5-72-16,-1-1-99 0,1-2-154 0,0 3-236 16,-3-2-330-16,-1 6-249 0,-4 0-170 15,-2 4 112-15,-3-1 542 0,-4 6 545 0,-1 5 290 16,-4 6 270-16,3 2 435 0,-7 3 390 0,-4 6 90 15,3 6-152-15,-4 5-232 0,0 7-232 16,-3 5-163-16,3 3-101 0,-1 6-68 0,0 2-78 16,0 1-76-16,4 3-44 0,2-1-26 15,0 0-17-15,4-4-12 0,4-5-10 0,2-5-5 16,2-5-4-16,3-9-2 0,3-6 0 0,3-8 1 16,1-10-1-16,1-6 0 0,1-10 0 15,-1-5-1-15,-1-7-1 0,-2-4 0 0,-2-4 1 16,-5 0-1-16,-3-5 0 0,-2 2 0 0,-6 2 1 15,-3-1-2-15,-3 2 2 0,-5 2 1 16,-9 2 3-16,-1 2 1 0,-6 2 1 0,-1 5 1 16,-5 5-1-16,-4 6-3 0,1 4-3 15,-5 7-2-15,-2 6-1 0,-1 7-2 0,2 7-2 16,-3 4-13-16,1 4-40 0,3 4-75 0,0 1-101 16,2 3-187-16,4 2-299 0,2-3-341 15,4 1-333-15,2-4-162 0,7-2 270 0,0-5 690 16</inkml:trace>
  <inkml:trace contextRef="#ctx0" brushRef="#br0" timeOffset="4699.14">25623 13791 474 0,'6'11'1440'0,"1"5"292"0,-1-1-292 16,-3 1-339-16,2 1-471 0,-1 1-285 0,5 1-154 15,1-2-68-15,1 2-36 0,7-6-25 16,-2 1-21-16,4-3-16 0,3-4-9 15,2-4-8-15,2-3-5 0,-1-3-3 0,4-4-13 16,2-4-49-16,-2-3-90 0,-1-2-193 0,-3 0-267 16,1 1-336-16,-3-1-424 0,-3 0-360 15,-3 2 129-15,-5 0 872 0</inkml:trace>
  <inkml:trace contextRef="#ctx0" brushRef="#br0" timeOffset="11530.14">6964 12309 125 0,'-1'0'666'15,"-1"-1"431"-15,-1-1 122 0,3 2-127 0,-2-2-426 16,2 2-290-16,0-1-165 0,0 1-93 16,0 0-49-16,0-1-26 0,2 1-9 0,1-2-8 15,0 0-5-15,2-1 2 0,4 2-4 0,-1-2 1 16,0 1-7-16,2-3 50 0,2 4 26 15,1-1 9-15,1-1 8 0,1 2 49 0,0 0 26 16,1-3-39-16,1 3-19 0,1-2-1 0,1 0-7 16,1-1-36-16,-2-1-25 0,4 2-14 15,-2-2-6-15,1 0-12 0,3 1-7 0,-1-4-6 16,1 2 10-16,-1-3 5 0,2 5 3 16,0-2-1-16,0-1 2 0,2 1-1 0,-3 0-10 15,5 0-6-15,-1 0-2 0,0 0-1 16,1 1-1-16,-1 0 0 0,1-1 0 0,-3 0-1 15,3-2 0-15,-2 2-2 0,-2 0 0 0,1-1-2 16,-1 1 0-16,0 0 0 0,-3 0-1 0,1 0-1 16,-2 0 0-16,1 1 1 0,-1 1-1 15,0 1 0-15,-1-2 2 0,1 2 0 0,-1 2 6 16,-1-2 2-16,-1 1 2 0,2 0 2 0,-1 2-1 16,0-3 1-16,0 2-7 0,0 0-3 15,0 0-1-15,0-2-1 0,0 2 0 0,0-2-1 16,-1 1 0-16,2 1-1 0,-1 0 1 0,0-1-1 15,0 0 1-15,1 1 0 0,0 0 0 16,2-1 1-16,-2 2-1 0,1-1 1 0,-1-1-1 16,2 1-1-16,-2-1 1 0,0 1-1 15,2-3 1-15,-3 3-1 0,2-2 0 0,-1 0 0 16,-1 2 0-16,0-2 0 0,0 2-1 0,2-3-1 16,-1 3 1-16,-1-2 1 0,0 1-1 15,1 1 0-15,-2-1 1 0,1-1 0 0,-1 2-1 16,0-2 0-16,1 0-1 0,-3 1 2 0,1 0-1 15,-2 2 1-15,2-4 0 0,-1 3 2 16,1-3-1-16,-1 2 1 0,0 0-1 0,0 0 0 16,1 0 0-16,-1 0 0 0,1-1-1 15,1 2 1-15,-1-2 0 0,0 0-1 0,0 0 1 16,1-1-1-16,-2 0 1 0,2 0-1 0,0-2 1 16,-2 0 0-16,2 0 0 0,-1-3 0 15,0 2 0-15,0-1-1 0,0 0 1 0,-1-1-1 16,1 0 1-16,-1 0 0 0,0-1 0 0,-2 1-1 15,3-1 0-15,-1-3 0 0,0 1-1 16,-2 0 0-16,3-1 0 0,-1-2 0 0,0-1 0 16,0-3 0-16,-2 0 0 0,3-2 0 15,-1-4 1-15,2 1-2 0,-2-1 1 0,-1-3-1 16,1-1 0-16,1 0 1 0,-2-3 0 0,2 0 1 16,-2-2 2-16,0-1 0 0,0-1 1 0,-2-1-1 15,0-4 0-15,-1-1-1 0,-2-1 0 16,0-4 1-16,0 1-2 0,0-2 1 0,-3 0-1 15,-1-2-1-15,-1-2-2 0,1 0 3 16,-1 2 0-16,0-3 0 0,-2 0 3 0,0-2-2 16,0 0 3-16,-3-4-2 0,2-2-1 0,-2 3-1 15,0-4-1-15,0-1 0 0,-2 1-2 16,1-1 1-16,-1 0 1 0,-1 2 1 0,0-2 0 16,-1 1 2-16,0-1 0 0,-2 1 0 0,1 0-1 15,0 0-1-15,0-1-1 0,0 0-1 0,1 0 1 16,0 1 0-16,0 0 0 0,2 2 2 15,-1-2 0-15,0 1 0 0,3-1 1 0,-2 1 0 16,2-1-2-16,-3 1 0 0,3-1-1 0,-1 1 0 16,-1-2-1-16,2 0 1 0,-2 2 1 15,2-4 0-15,-1 3 1 0,-1-3 0 0,-1 0 2 16,1-2-3-16,0-1 1 0,0 3-1 0,0-1-1 16,-1 2 0-16,3-2-1 0,-3 3 1 15,1 2 1-15,1 0-1 0,-1 5 2 0,1-2 1 16,1 3 1-16,-2 1-2 0,2 0 1 15,0 0-2-15,0 2 0 0,0-3-1 0,2 1-1 16,-1 2 0-16,-1 0-1 0,2 0 0 0,-1-1 1 16,1 3 1-16,0-1 1 0,-1 1 1 0,2 1 1 15,-1-1 0-15,2 2 0 0,-2 2-2 16,1 1 0-16,-1 2-2 0,1-1 1 0,0 0-1 16,2 2 0-16,-2 0 1 0,2 2 0 15,1-3 0-15,0 4 0 0,-1-1 0 0,2-1 0 16,-1 1 1-16,3 1-1 0,-1 0 2 0,0 2 0 15,3-2 1-15,-3 3 1 0,2 0-2 0,-1 2 0 16,2 0 0-16,-3 1 0 0,3 1 0 16,-2 2-1-16,1 1 0 0,0-1 1 0,-1 3-1 15,2-1-1-15,0 2 1 0,0 1-1 16,0-1 0-16,2 2 0 0,0-1-1 0,0 0 1 16,0 4-2-16,0-1 1 0,3 4 0 0,-2-1-1 15,0 3 0-15,-1 1 1 0,0 2 1 16,1 2 1-16,-1 2-1 0,1 3 2 0,-1 1 0 15,2 3 0-15,-2-2-1 0,3 6 0 16,-2 0 1-16,2 0 0 0,0 3-1 0,2 1 0 16,-1 0 1-16,1 2 0 0,0-1 0 0,1 4 1 15,1-1-1-15,-2 2 0 0,1 0 1 16,1 3 0-16,-2 0-1 0,0 3 1 0,0 0 0 16,1 2-1-16,-3 3 0 0,3 0 0 0,-2 4 1 15,-1 0-2-15,0 2 2 0,-2 3-2 16,0-1 1-16,-3 2 0 0,1-1 0 0,0 3-1 15,-1 1 0-15,-1-2 1 0,0 2-1 0,0-3 1 16,1 4 1-16,-2-3 1 0,0 2 0 16,0-1 0-16,0 0 0 0,-1 2-1 0,0-1 1 15,0 3-2-15,0-2 1 0,-2 1-2 16,2 0 1-16,-1 2 0 0,-1-2-1 0,2 1 0 16,-2 1 0-16,-1-1 0 0,0 1 0 0,0-1-1 15,-1 1 1-15,1-2 1 0,-2 0 0 16,2 0 1-16,-2 2 1 0,0-3 0 0,-1 2-1 15,1 0 1-15,-1 0 0 0,-1 3-2 0,1-2 1 16,1-3-1-16,-3 5-1 0,0-1-1 16,0 1 0-16,0 1-1 0,0-1-1 0,0 1 2 15,-3-1 0-15,3 1 0 0,0-1 1 16,0-2 2-16,3 1-1 0,-3 0 2 0,1 1-2 16,-1-1 0-16,3 1 0 0,-1-2 1 0,0 2-1 15,1-1 0-15,0 2-1 0,0 0-1 0,-1-2 0 16,1 1 0-16,2-1-1 0,-1 1 0 15,1-2 0-15,0 1 1 0,-2-3 1 0,2 2 1 16,1-1 1-16,0-1 0 0,-1 0 1 0,0 0 0 16,1 0-1-16,-1 2-1 0,2-1 0 15,-1 0-1-15,0-1 0 0,-1 1 0 0,0 2-2 16,-1-5 1-16,4 3-1 0,-3-3 1 16,0 3-1-16,-1-5 0 0,1 1 1 0,2-2 1 15,-1 2 0-15,-2-2 1 0,1-1 0 16,-2 0 1-16,2 1 0 0,-3 0-1 0,1-1 1 0,0 0-1 15,3 2-1-15,-3-3 1 0,-1 4 0 16,3-2-1-16,-2 1 0 0,0 1-1 0,2-1 1 16,0-1 0-16,1 2-2 0,-1-2 2 15,-2-1-1-15,3 2 1 0,-2-4-2 16,0 3 0-16,2-2 0 0,-2-1 0 0,0 2 1 16,0-3 1-16,0 2 1 0,0 0 1 0,-1-1 0 15,0 2 0-15,3-1-1 0,-3 0 0 0,2 0 0 16,0 0-1-16,-2-2 1 0,3 2 0 15,-1 1-1-15,1-2 0 0,1 0 0 0,-1 0 0 16,-1 1-1-16,4-2 0 0,-3 1 0 0,1-2 0 16,-1 1-1-16,1-2 1 0,0 1-2 15,-2-1 1-15,2 0-1 0,-1-2 1 0,0 0 1 16,0-1 1-16,-1-1 1 0,2 2 1 0,-3-3 0 16,3 0-1-16,0 0 1 0,-2-1-2 15,0 0 0-15,1-1 1 0,1-1-1 0,-2 1 1 16,2 0 0-16,-2 0 0 0,1 1-1 15,-1-2 0-15,0 3-1 0,1 1 0 0,-3 1 0 16,2 0-1-16,0 1 1 0,0-2 1 0,0-1 0 16,-1 3 0-16,2-1 0 0,-1 0-1 15,0 0 0-15,1 0 0 0,-1 0-1 0,0-1 0 16,1 0 0-16,-1 1 0 0,1 1-1 16,-1 0 2-16,1 0 1 0,0 0 0 0,-1 1 1 15,0 0 1-15,1 0 0 0,-1-1 0 0,0 0-2 16,2 0 2-16,-2-4-2 0,2-1-1 15,-1-3 1-15,3 0-2 0,-2-4 0 0,1-1 0 16,0-5 1-16,1 0-1 0,2-2 2 0,-1-2 0 16,2-1 1-16,-1-1-1 0,1-1 1 15,0-1 0-15,1 1 0 0,2-2 0 0,0 2 0 16,0 0 0-16,2 0 0 0,1 0 1 0,0 0-2 16,2 0 0-16,1 0 0 0,-2 0 1 15,3 0-1-15,0 0-1 0,-1 0 1 0,1-1-1 16,0-1 1-16,0 1 0 0,0-1 0 15,0 0 0-15,-1-1-1 0,0 1 1 0,1 0-2 16,0-1 1-16,1 2-1 0,-2-2 1 0,1 0 0 16,0 0 0-16,1 0 1 0,0-2-2 15,-1 1 2-15,3-1-1 0,-4 0 0 0,3-1 0 16,-2 2 1-16,2 0 0 0,-3-1 1 0,2 2 1 16,1 0-1-16,-1 2 0 0,0-1 1 0,0 2-1 15,1 2 0-15,1-1-1 0,-2 1 1 16,2-1 0-16,0 2 0 0,2-1-1 0,-2 1 0 15,3-1 0-15,-5 0 0 0,4 0 0 16,-2 0 0-16,0 1 0 0,0-2-1 0,1 0 2 16,-2 0-1-16,1-1 0 0,0 3 0 15,2-3-1-15,-2 2 1 0,-1 0-2 0,3-2 1 16,-2 2 0-16,2-1 0 0,-2 0 1 0,1 1 0 16,-1-1 0-16,1 2 1 0,-1-3-1 15,2 2 2-15,-2-1 0 0,2 1-1 0,-1-2 0 16,0 0 0-16,3 2 0 0,-3-2-1 15,3 1 0-15,-1 0 1 0,2 1 0 0,0-2 0 16,-1 2 1-16,1 0-1 0,-2 1-1 0,2-1 0 16,-2 0 0-16,1 3 0 0,-2-2-1 0,2 2 1 15,-1-1-1-15,1 1 0 0,-1-3 0 16,-1 2 0-16,1-2-1 0,-1 2 0 0,1-2 0 16,-1 1 1-16,-1-3 1 0,-1 2 0 15,2 0 1-15,0 0 0 0,-2 0 1 0,2 0 0 16,-2-1 1-16,2 1-1 0,-1-1-1 0,0 1 0 15,3-2 0-15,-1 1-1 0,1-1 0 16,-1 0 0-16,2-1 0 0,2 1 0 0,-2-2 0 16,-2 1 0-16,2-1-1 0,0-1 1 15,0 2-1-15,-1 0 0 0,-2-1 0 0,1 0 0 16,1 0 0-16,-1-1 0 0,-1 2 0 0,0 0 1 16,0 0-1-16,-1-2 0 0,1 1 1 0,-3 0 0 15,0 0 0-15,1 1 0 0,0 0 2 16,-2-1-1-16,2 1 0 0,0 1 1 0,1 0-1 15,-3 0 0-15,4 1-1 0,-3 1 1 16,1 0 0-16,2 0 0 0,0 0 1 0,1-2-1 16,-1 2-1-16,2 1 1 0,-4-2-1 0,2 0 0 15,0-1-1-15,0 0 1 0,-2 0-1 16,0 0 1-16,0-1-1 0,-1 0 0 0,0 1 0 16,1-3 0-16,-3 3 0 0,1 0 1 15,0 0 0-15,-1 3-1 0,0-2 0 0,-1 0 1 16,1 0-1-16,0 2-1 0,-1-3 2 0,-1 2 0 15,2-2 2-15,-2 2-2 0,0-2 3 0,1 0-2 16,-4 0 0-16,4 0 0 0,-1 2-2 16,-2-2 1-16,2 0 0 0,-2 1 1 0,1-1-1 15,-1 1 1-15,0-1 0 0,-1 0-1 16,-1 0 1-16,3-1-1 0,-5 0 1 16,4-3 0-16,-2-1 0 0,-1 2-1 0,-2-4 1 0,1 0 0 15,1-2 0-15,-3-3-1 0,-1-3 0 16,0 0 0-16,0-4 0 0,0-2 0 0,-1-1-1 15,-1-1 2-15,1-2 1 0,-2 0 1 0,1 0 0 16,-1-3 2-16,0 1 0 0,-1 0 0 16,2-1-2-16,-1 0 1 0,0-4-2 0,0 0 1 15,1-4-1-15,1-1-1 0,-2-4 0 16,-2-2-1-16,3-3-1 0,1-4-1 0,-1-1-2 0,0-3 2 16,1-2 1-16,0-2 1 0,1 1 1 15,-2-3 1-15,1 0 1 0,1-1-1 16,-2 1-2-16,-1 2 0 0,5 1-1 0,-7 1-1 15,4 2 0-15,-1 2-1 0,2 1 0 0,-1 3 1 16,-1 0 1-16,2 1 0 0,0 4 1 0,2-1 1 16,-2 2-1-16,0 1 2 0,3 2-2 15,-1 1 2-15,1 1-1 0,0 2 1 0,2 1 0 16,0 0 0-16,1 3-2 0,-1 1 2 0,3 3-2 16,-3 1 0-16,5 2 0 0,-3 4 0 15,2 1 0-15,0 0-2 0,-1 1 2 0,2 3 1 16,-1 0 0-16,4 2-1 0,-3-1 0 15,1 3 0-15,1-1 0 0,0 2-2 0,-1 0 1 16,1 1 0-16,-1 1 0 0,-1 1 1 0,1 1 0 16,2 0 2-16,-2 4-1 0,-1 2 0 15,1 0 0-15,0 2 0 0,-1 2-1 0,0 1 1 16,1 3-1-16,-2-1 0 0,0 3 2 0,0 2-1 16,0 2 0-16,0-1 1 0,-1 2-1 15,-3 2 2-15,1-1-3 0,-1 4 2 0,1-2-1 16,-2 4 0-16,0-1 1 0,-2 2 0 0,1 4 0 15,-2-2-1-15,-3 4 0 0,4-1 0 16,-4 4-1-16,-1 1-1 0,3 1 0 0,-3 1-1 16,0-1 1-16,-2 2 1 0,2 1 2 15,-2 1-1-15,-1 1 2 0,0 1 1 0,0-1-1 16,-2 3-1-16,3-1-1 0,-3 1 1 0,-1 0-2 16,1 0 0-16,0 0 0 0,-3 0 0 15,3 1-2-15,-1-4 0 0,-2 4 0 0,3-5-1 16,-3 3 3-16,2-3 0 0,0 1 0 15,-1-3 0-15,-1 0 2 0,2-1 1 0,-1 1-1 16,1-4-1-16,1 3 0 0,-3-1 0 0,0-1 0 16,1 0-1-16,-1 0 0 0,0 0 0 15,2 2 1-15,-1-2-1 0,1-1 0 0,-2 2 0 16,2-4-1-16,-1 0 1 0,1 0 0 16,0-2-2-16,-1-3 1 0,2 0 0 0,1-3 0 0,-3 0 0 15,2-2 0-15,3 1 0 0,-3-3 0 16,-1-2 1-16,3 1 0 0,-2-2 0 0,0-2 0 15,2 1 1-15,-2 0 0 0,2-3 0 16,-2 0 0-16,0 0 0 0,0-1-1 0,1-3 0 16,0 1-1-16,0-3 0 0,0 1 0 15,0-4-1-15,2 2 2 0,-2 1 0 0,0-3 0 16,0-1 0-16,1 2 0 0,0-3 1 0,3 4-1 16,-2-4 1-16,0 2-1 0,3-1 0 15,-2 0 0-15,1-1-1 0,0 2 0 0,2-1 1 16,0 2 0-16,0-1 0 0,0-1 0 15,2 1 0-15,-1 1 0 0,-1 0 1 0,4-1-1 16,-3-1-1-16,3 0 1 0,-1-1-1 0,3 2 0 16,-4-2 1-16,1 0 0 0,3 0-1 15,-2-2 1-15,2 2 0 0,-2 0 0 0,4 0 0 16,-4 0-1-16,5 0 1 0,-2 0-1 16,-1 2 0-16,4-1-1 0,-2-1 2 0,2 2-2 15,-1 0 2-15,1 0 0 0,-2-1 0 0,4-1 1 16,-2 0 0-16,2 0-1 0,-2-3 1 0,1 1-1 15,1-1 1-15,0-1-1 0,-1-2 1 16,1 1-1-16,0-1 1 0,0 2-1 0,-1-2 1 16,1 2 0-16,0 2-1 0,-1 2 0 15,-1 0 2-15,2 2-1 0,-3 2 0 0,3 0 0 16,0 0-1-16,-3 2 2 0,2 1-2 0,-1-1 0 16,0 1-1-16,1-2 1 0,0 2-1 15,-2-3 1-15,3 1 0 0,-2-1-1 0,1 1 1 16,3-3 0-16,-2 2-2 0,2-2 1 15,-2 1-1-15,2-3 1 0,-1 4 0 0,2-2 0 16,-2 0 0-16,1 0 2 0,1 1 0 0,-2 0 0 16,3 0 1-16,-2 1 0 0,3 0 0 15,-2 0-1-15,2-1 1 0,-1 1-1 0,1 1 0 16,3-1 0-16,-1 1 0 0,1-2-1 16,0 1 0-16,-3 1 0 0,5-3 0 0,-2 3 0 15,-2-1 0-15,2-2 0 0,0 3-1 0,-1-1 1 16,1 1-1-16,-4-2 1 0,4 1-1 0,-1 1 0 15,-1-1 0-15,-1 0-1 0,1 1 0 16,1-2 1-16,-2 0 0 0,0 0 1 0,0-1 1 16,0-1 0-16,1 1 2 0,1-2-1 15,-1 0-1-15,0 0 0 0,2-2 1 0,0 2-2 16,0-1 0-16,2 1 0 0,-2 0 0 0,3 0 0 16,-1 0 0-16,0 0 1 0,-1 0-1 0,3 0-1 15,-4 1 1-15,1-1 0 0,-1 2 0 16,2-2 0-16,-2 1-2 0,2 1 2 0,-4-2-1 15,2 1 0-15,-2 0-1 0,1-1 0 16,-2 2 1-16,-2-2 1 0,2-2 0 0,2 2 0 16,-4-2 0-16,0 0 2 0,0-1-1 0,-2 0 1 15,2 0-2-15,-1 0 1 0,-1 2 0 16,-2-3 1-16,1 1-2 0,0 1 1 0,-3 0 0 16,3-1-1-16,-1 1 0 0,-4 0 0 15,2-1 0-15,0 0 0 0,-3 0 0 0,1 0 0 16,-1 0 1-16,1-3-1 0,-2 2 1 0,0-2-1 15,-2-3 1-15,0 1-1 0,-1-5 0 16,1 2 0-16,0-3-1 0,-4-3 0 0,4 1 1 16,-4-4-1-16,3 0 1 0,-3-2 0 15,-1-1 0-15,0-2 0 0,-2-1 0 0,3-3 2 16,-2 1 0-16,-2-3 0 0,-1 2 0 0,1-3-1 16,-2 0 1-16,-1 0-2 0,1-1 0 0,-3-2 1 15,3 1-1-15,-6-1 0 0,3 1 0 16,-3-4 0-16,3 2-1 0,-3 1 1 0,0-3-2 15,1-1-1-15,-1-2 1 0,0 1 1 16,1-4 1-16,0 1 0 0,1-2 2 0,-1-1 1 16,2 2-1-16,0-3 0 0,0 1-1 0,2-1-1 15,-1 2 0-15,1-1 0 0,0 4-2 16,-1 0 2-16,2 3-1 0,-1 2-1 0,0 1 0 16,-1 4 1-16,2 0 0 0,-1 2 0 0,1 4 0 15,2 0 0-15,-2 3 0 0,0 1 1 16,0 5 0-16,0-4 0 0,2 5 0 0,-1-1 0 15,0 2 1-15,2 2-1 0,-1-1 0 0,0 1 0 16,1 1 1-16,-1 0 0 0,3 0-1 16,0 1 0-16,-2 2 0 0,2-1 0 15,1 2 0-15,-1 0 0 0,0 3-1 0,2 1 1 16,-1 0-1-16,2 2 0 0,-1-2 1 16,2 2 0-16,0 2 0 0,0 0 0 0,-1 2 1 15,2 2 1-15,1-2-1 0,-3 2 0 0,5 0 0 16,-2 0 0-16,0 2 1 0,1 0-2 0,2 0 1 15,-3 0 0-15,5 1 0 0,-3 1 0 16,1 1 0-16,1-2 0 0,2 5-1 0,-1-3 0 16,-1 2 0-16,1 0 0 0,0 1 0 15,0 0 1-15,1 0 1 0,-1 0 0 0,2 1-1 16,-1-1 1-16,0 2 0 0,1 1-1 0,0 0 1 16,-2 1 0-16,3-1 0 0,-2 1 1 0,-2 2 0 15,4 1-1-15,-1 0 0 0,-4 0 0 16,4 3-1-16,-1-3 0 0,-1 2-1 0,2-1 1 15,-4 3 0-15,2-3-1 0,2 3 0 0,-4-1 1 16,2 2-1-16,-3-1 0 0,1-1-1 16,2 2 0-16,-3 0 1 0,0 1-1 0,-2 0 0 15,2-1 1-15,-3 2 0 0,-1-1 1 0,1 1 0 16,0 1 0-16,-1 1 1 0,-1 0 0 16,0 1 0-16,0-1 1 0,-1 1 0 0,0 2 0 15,0-1 0-15,-2 1 0 0,0-2-2 0,2 0 1 16,-1 1 0-16,-1-2-1 0,0 0 0 15,1 0-1-15,-1-1 2 0,0-1-2 0,0-1 1 16,1-1-1-16,-2 0 0 0,1-1 0 16,0-1 0-16,0-2 0 0,0 0 0 0,0-2 0 15,0 0-1-15,2-2 1 0,-2 0-2 16,1-1 2-16,1-2 0 0,0 1-1 0,0-3 1 16,0 0-1-16,0 0 1 0,1-1 0 0,0 0 0 15,-1-1-1-15,-1-1 0 0,2 1 1 0,-1 0-1 16,-2 0 1-16,2-1-1 0,-2-2 0 15,2 0 0-15,-2 0 0 0,1 0 1 0,-1-2-1 16,2-1 0-16,-1 0 0 0,1-2 1 0,-2 3 0 16,1-4 0-16,0 1 0 0,1-1 0 15,-2 0 0-15,4 2 0 0,-2-2 0 0,0 1 0 16,2-1 0-16,-1 2 0 0,-1-2 0 16,1 1 0-16,0-1 0 0,0 0-1 0,0 0-1 15,0 0 0-15,2-1 2 0,-4-1-2 0,3-1 2 16,0 2 0-16,-1-3 0 0,0 1 1 15,2-1-2-15,-2 1 1 0,3-1 1 0,-3 0-1 16,0-1 0-16,2 2 1 0,0 0-1 0,-3 1 1 16,3 0-1-16,-2 0 0 0,3 0 0 15,-2 2 0-15,2-2 1 0,-2 2-1 0,1 0 0 16,0 0 0-16,0 0 1 0,0 0-1 0,0 0 0 16,1 0 1-16,-1 0-1 0,2 0 0 15,-1 2 1-15,-2 0 0 0,2 0 0 0,-1-1-1 16,1 0 1-16,1 2 0 0,0 0 0 15,0-1-2-15,-1 1 1 0,0 0 0 0,2 2 1 16,-2-4-2-16,3 2 1 0,-2 0 0 0,-1-1 1 16,3 1-1-16,-1 2 0 0,0-2 0 15,0 0 0-15,0 2 0 0,-1-2 0 0,0-1 0 16,2 2 0-16,-3 1 0 0,4-3 0 0,-4-1 0 16,3 2 0-16,-2 1 0 0,0-1 0 15,0 0 1-15,0 1-1 0,0-1 0 0,0 2 0 16,0 0-1-16,0-1 1 0,1 1-1 15,0 0 0-15,0 1 0 0,0 0 0 0,0 0 0 16,-1-1 1-16,1 3 0 0,1-1 0 0,0-3 0 16,0 2 2-16,-3-1-2 0,3-1 1 15,-1 2 1-15,2-1 0 0,-2-1-1 0,-1 1 1 16,1-1-1-16,3-1 0 0,-2 0 0 16,-1 0 0-16,1 0 0 0,1-2 0 0,-1 1-1 15,1-2 0-15,1 0 1 0,0 0 0 0,-2 0-1 16,4 0 0-16,-4 0 1 0,4 0 0 0,-1 0-1 15,-1 0 0-15,0 0 0 0,0 0 1 16,0 0 0-16,-2 0 3 0,3 0 2 0,-3 0 1 16,2 2 0-16,-3-2 1 0,-1 2 0 15,1 1-3-15,-2-3-2 0,1 1-1 0,-1-1-1 16,-5 1 0-16,3-1-1 0,-2-1 0 0,-2 1-2 16,0-1 1-16,-3-2-1 0,-2 3 0 15,1-2-5-15,-4 2-13 0,-2 0-27 0,-4 0-84 16,-2 0-150-16,-8 2-258 0,-2 3-314 15,-5-1-401-15,-9 3-461 0,-6 0-49 0,-8 1 737 16</inkml:trace>
  <inkml:trace contextRef="#ctx0" brushRef="#br0" timeOffset="13030.16">4349 2682 84 0,'5'-5'709'0,"-2"1"642"15,0 0 164-15,0 2-195 0,-1 0-418 16,-1 2-357-16,1 0-194 0,1 2-133 0,-3 0-71 16,3 3-45-16,1 4-24 0,-1 4-16 0,2 4-8 15,-1 4-12-15,1 2-8 0,1 3-9 0,1 5-3 16,-1 0-4-16,3 2-5 0,-2 0 0 16,-1 0-1-16,-1-3-3 0,0 0-6 0,2-2-4 15,-2-3-12-15,-2-3-32 0,2-3-75 0,-5-3-92 16,0-6-172-16,-1-4-293 0,-3-4-334 15,-1-7-361-15,-2-3-198 0,-1-7 182 0,0-4 687 16</inkml:trace>
  <inkml:trace contextRef="#ctx0" brushRef="#br0" timeOffset="13247.47">4133 2425 235 0,'-4'-4'857'0,"1"4"380"0,2 0 1 0,1 0-178 15,1 4-473-15,4-1-295 0,5 1-139 0,2 2-59 16,2-2-28-16,5 2-18 0,2-2-4 0,1 1-7 16,5-4-7-16,0-1-14 0,3-1-8 15,0-4-4-15,3 1-6 0,0-2-3 0,-1-2-5 16,1-1-1-16,-1 3-20 0,-4-5-84 0,-3 4-176 16,-1 0-292-16,-6 2-265 0,-1 2-277 0,-7 3-187 15,-6 3 226-15,-2 4 560 0</inkml:trace>
  <inkml:trace contextRef="#ctx0" brushRef="#br0" timeOffset="13447.56">4121 3286 544 0,'-8'37'1421'0,"2"-6"208"0,5-4-271 16,2-6-312-16,5-5-499 0,2-2-280 0,2-4-133 15,6-6-57-15,1-2-29 0,7-5-18 16,4-4-7-16,4-5-5 0,6-7 0 0,4-1-5 15,1-4-3-15,3-1-5 0,3 0-56 0,-4 1-78 16,0 6-181-16,-3 6-277 0,0 6-309 16,-4 6-380-16,-3 11-276 0,-2 7 78 15,-6 7 720-15</inkml:trace>
  <inkml:trace contextRef="#ctx0" brushRef="#br1" timeOffset="20597.09">9992 1303 63 0,'5'-3'470'0,"-4"-1"398"0,2 2 292 0,-3-1-75 16,-1 0-261-16,-1-2-186 0,2 3-115 0,0-3-89 15,2 0-82-15,-2 1-54 0,0 1-43 16,-2-1-57-16,2-1-56 0,0 2-38 0,0 2-25 15,0-1-16-15,0 1-16 0,0-1-11 0,0 2-10 16,0 0-7-16,0 2-6 0,2-1-5 0,-1 3 2 16,3 6 3-16,0 4 5 0,1 5 1 0,3 6 3 15,0 6 9-15,-2 6 4 0,2 1-2 0,2 5-4 16,1 1-2-16,-2 5-1 0,1-1-10 0,2 1-7 16,-2 1-1-16,2-2-3 0,1-4-2 0,0-2 0 15,1-5-1-15,-1-4 0 0,1-3-1 16,0-5-1-16,0-5 2 0,2-6-2 0,0-1 2 15,-2-8-2-15,3-5 2 0,-2-4 0 0,2-6-1 16,1-8 1-16,-1-7 4 0,1-4 1 0,0-6 1 16,-2-2 5-16,0-5 4 0,-3 1 5 0,-1-1 1 15,-2-1 1-15,-2 0 1 0,1 0-7 0,-6 1-18 16,1 0 0-16,-4 0 0 0,0 3 0 0,-2-2 0 16,-1 7 0-16,-1 3 0 0,-3 4 0 0,2 3 0 15,0 4 0-15,-1 2 0 0,1 5 0 0,0 2 0 16,-1 0 0-16,0 5 0 0,1 2 0 15,0 1 0-15,2 2 0 0,-2 1 0 0,2 2 0 16,0 2 0-16,2 1 0 0,-1 0 0 0,2 3 0 16,0 1 0-16,0 0-44 0,0 0-126 0,0 0-101 15,0 2-197-15,0 1-283 0,-1 1-341 0,-1 2-411 16,0-3-228-16,-1 1 290 0,1 2 822 0</inkml:trace>
  <inkml:trace contextRef="#ctx0" brushRef="#br1" timeOffset="24134.65">10884 1253 190 0,'-2'-1'344'0,"1"-2"143"16,-1-1 6-16,2 1-97 0,-1 0-74 15,1 2-22-15,-2-1 25 0,2 0 30 0,0 1 19 16,2 1 3-16,-2 0-17 0,0-1-41 0,0 1-56 16,0 0-51-16,-2 0-29 0,2-2-23 0,-2 2-20 15,2 0-7-15,0 0 14 0,0 0 5 0,2 0 9 16,0 0 11-16,-1 2 1 0,-1-2-11 0,2 0-24 15,-1 0-18-15,-1 0-32 0,0 0-22 0,2 0-16 16,-2 0-11-16,0 0-5 0,0 0-3 0,0 0-3 16,2 0-5-16,-2 0-5 0,0 1-1 0,2-1-6 15,-2 0-5-15,0 1 7 0,2 3 3 0,1 0 3 16,2 3 1-16,-2 1 0 0,4 2 7 0,-1 4-5 16,5 1-2-16,-2 2-3 0,3 2 0 0,0 1-2 15,-1 2-4-15,3 2 1 0,-3-1 2 0,2 5-4 16,0-3-3-16,-2 1-1 0,3 2 0 0,-3 1 1 15,0 0-1-15,0-1 6 0,-1 2 2 16,-1 0 2-16,-1-2 0 0,0 1 0 0,0-1 0 16,-2-1-2-16,-1-1 1 0,3-2-1 0,-3-2-1 15,-1-1-6-15,1-1-2 0,0-4-1 0,-2-1-2 16,3-1 1-16,-3-2-1 0,1-2 2 16,-1-2 0-16,0-2 0 0,-1-2 1 0,-1 1 0 15,1-2 1-15,0-1-1 0,-1-1 2 0,1 0 2 16,-1-2 2-16,1 0 3 0,2-4 0 0,-1 0 4 15,-1-1 2-15,1-1-2 0,-1 0-2 16,1 0-2-16,-1 0-1 0,1-2-4 0,-1 0 1 16,-1-2 1-16,2 1 2 0,-1-1 0 0,1 2-1 15,-2-1 1-15,2-1-4 0,-1 1-4 0,0-2-1 16,1 0-2-16,-1 0 3 0,1 0 1 0,-2 0 0 16,3-2 1-16,-3 1 0 0,2-1 1 15,2-1-4-15,-4 0-2 0,2 0 0 0,1-3-2 16,-1-1 1-16,2-1-2 0,-2-1 1 0,3-1 0 15,0-3 4-15,1 2 4 0,-1-3 1 0,1-1 2 16,-1 0-10-16,3 0-1 0,-2 0 0 0,-1 2 0 16,1 0 0-16,0 0 0 0,-1 4 0 0,-1 2 0 15,0 2 0-15,-2 3 0 0,1-1 0 0,-1 5 0 16,-2 2 0-16,1 1 0 0,-2 3 0 0,0 0 0 16,3 0 0-16,-3 2 0 0,1 0 0 0,-1 0 0 15,0 2 0-15,0-1 0 0,0 1 0 16,0-2 0-16,0 2 0 0,0 0 0 0,0 0 0 0,0 0 0 15,0 0 0-15,0 0 0 0,0 0 0 16,0 0 0-16,0 0 0 0,0 0 0 0,0 0 0 16,0 0 0-16,-1 0 0 0,1 0 0 0,0 0 0 15,-3 0 0-15,3-1 0 0,0 1 0 0,-2 0 0 16,2 0 0-16,-1 1 0 0,1-1 0 0,-2 0 0 16,2 2-9-16,-3-2-138 0,1 0-124 0,-3 1-249 15,1 3-307-15,-1-2-389 0,0 3-458 0,-1 2-167 16,1-1 566-16,2 3 875 0</inkml:trace>
  <inkml:trace contextRef="#ctx0" brushRef="#br1" timeOffset="25079.21">11668 1333 154 0,'3'-10'496'0,"-1"1"335"0,1-2 251 0,-3 2-120 15,2 1-223-15,-1-2-100 0,-1 3-55 0,3-1-83 16,-1 2-94-16,-2 2-78 0,0-1-59 0,2 3-74 15,-1 0-68-15,-1-1-43 0,0 3-24 0,3 0-15 16,-3 1-2-16,0 4-2 0,2 3 2 0,-1 6 2 16,1 5 7-16,-1 4 3 0,1 6-4 15,0 4-5-15,-1 6-2 0,2 3-3 0,-3 4-8 0,0 5-5 16,0 5-5-16,0 2-5 0,-3 2-5 16,3 0-5-16,-1 1-4 0,2-6-4 0,1-4-1 15,1-6-1-15,3-7-2 0,2-4 0 0,0-9 1 16,2-7-1-16,2-4 2 0,1-10 0 15,1-7 1-15,4-8 0 0,-1-5 1 0,0-8 1 16,2-4-1-16,0-7 0 0,2 1-1 0,-1-4 0 16,-2 4 0-16,-1-1-2 0,1 7 0 0,-3 0 0 15,0 5 0-15,-1 5-1 0,-3 3 1 0,1 3 0 16,-2 5 1-16,0 6 1 0,0 4 1 0,0 2 0 16,0 8 1-16,-1 1-1 0,2 2 1 15,-3 5-1-15,3 1-1 0,-2 1 0 0,1 3 0 16,1-2-1-16,0 1 0 0,0-1-1 0,-1 0 0 15,1-3 1-15,-2-1-1 0,1-4 0 0,2-1 0 16,-2-4 0-16,2-3 2 0,-2-4 0 0,0-6 1 16,-1-2 1-16,2-6 1 0,0-8 4 15,0-2 4-15,0-7 2 0,-3-2 4 0,3-6 3 16,-3-2 3-16,0-2-13 0,-3-3-10 0,1-3 0 16,-1-1 0-16,-4-4 0 0,-1 1 0 0,0-1 0 15,-4 1 0-15,-1-1 0 0,-3 4 0 16,2 3 0-16,-2 3 0 0,-1 7 0 0,-3 5 0 0,1 4 0 15,0 6 0-15,0 4 0 0,0 5 0 0,2 6 0 16,-1 4 0-16,4 6 0 0,-4 4-82 0,2-1-141 16,2 5-216-16,1 1-293 0,3 5-366 0,2-1-446 15,4-1-290-15,1 4 288 0,4-1 946 0</inkml:trace>
  <inkml:trace contextRef="#ctx0" brushRef="#br1" timeOffset="26479.4">13171 1714 287 0,'-10'5'948'0,"0"1"504"0,0-2 7 16,3 0-249-16,2 1-503 0,2-2-276 15,1 0-143-15,2-1-112 0,0 1-59 0,2-2-34 16,4 2-14-16,3 1-5 0,1-2-6 0,6 2-7 15,0-3-11-15,3 2-9 0,0-1-10 0,3-2-15 16,0 1-6-16,0-1-7 0,0 0-2 0,-1 0 2 16,-2-1 2-16,1 1 8 0,-3-2 0 0,0-1-22 15,-2 3-73-15,-4-3-87 0,-1 1-173 16,-2 0-286-16,-5-5-336 0,0 3-372 0,-5-4-209 16,1 1 120-16,-4-3 699 0</inkml:trace>
  <inkml:trace contextRef="#ctx0" brushRef="#br1" timeOffset="26729.68">13455 1539 61 0,'14'6'445'0,"0"1"312"0,2-1 260 0,1 0 68 16,1 0-346-16,2 1-208 0,1-2-134 16,0 1-86-16,2 0-48 0,-1-4-42 0,2 4-30 15,-2-1-20-15,2-1 13 0,-2 2-1 0,-2-2-35 16,-2 1-30-16,-1 1-28 0,-4 0-14 0,-2 1-20 15,-2 2-7-15,-5 1-6 0,-3 4-4 16,-6 2-4-16,-4 1-2 0,-2 4-14 0,-5 4-8 16,-4-2-7-16,-2 4-13 0,-4 2-50 0,4-2-63 15,-3-2-88-15,3 0-163 0,1-5-298 0,2-3-321 16,5-1-280-16,4-4-195 0,6-2 171 16,0-3 616-16</inkml:trace>
  <inkml:trace contextRef="#ctx0" brushRef="#br1" timeOffset="27133.64">14389 1707 287 0,'-5'-8'1196'0,"-3"-1"494"0,-2 1-186 0,-2-5-324 16,-2 2-459-16,-2-1-291 0,3 4-185 0,-4-2-90 15,3 3-43-15,-3 5-30 0,1 0-25 0,-2 5-21 16,1 4-13-16,0 4-9 0,-1 3-6 0,2 5-4 16,1 2-2-16,2 3-1 0,2 1-2 15,0 3-1-15,6-2 0 0,2-2-1 0,3-3 0 16,2-3 0-16,2-3 0 0,4-3 1 0,3-3 0 16,2-9 2-16,2-3 1 0,3-7 1 0,4-7-2 15,2-5-1-15,1-6-1 0,-1-3-3 16,3-3-1-16,-2-1 0 0,0 3 1 0,-3 0 2 15,-4 2 1-15,-1 4 1 0,-6 5 1 0,-1 5 1 16,-1 3 0-16,-4 3-1 0,-2 6 1 0,-3 4 1 16,-1 6 0-16,-3 4 0 0,0 8 1 0,-5 4 1 15,2 5 0-15,-1 2-1 0,2 3-1 0,-2 1-1 16,5-1-2-16,1 2-1 0,2-1-10 0,0-3-24 16,3-5-68-16,-1 1-78 0,1-6-151 15,3-3-282-15,1-3-326 0,-1-6-372 0,2-2-254 16,4-4 31-16,-4-6 665 0</inkml:trace>
  <inkml:trace contextRef="#ctx0" brushRef="#br1" timeOffset="27545.84">14631 1624 80 0,'2'3'677'0,"-1"5"499"16,-2 2 142-16,-1 7-82 0,0 5-305 0,1 4-336 15,-1 3-181-15,-1 6-93 0,1 3-64 0,1 2-67 16,-1 4-74-16,2-1-46 0,2 2-28 15,-1-2-21-15,3 1-11 0,0-3-5 0,0-2-3 16,1-5-1-16,2-2-1 0,-1-8 0 0,-1-5 0 16,0-4-1-16,-2-4 1 0,1-5 1 0,-3-6 1 15,2-6 0-15,-3-5 2 0,2-4-2 0,1-6 0 16,-3-3 0-16,1-6-1 0,-1-3-1 0,0-5 0 16,2-2 1-16,-2-5 0 0,1-4-2 15,1-3 0-15,1-3-2 0,2 1-1 0,2 2 0 16,-1 2 1-16,1 4 1 0,2 7 2 0,-5 3 0 15,3 6-1-15,-1 4 0 0,-2 5-1 0,1 4 0 16,0 4 0-16,-2 6 0 0,2 2 7 0,0 5 2 16,-1 5 3-16,1 2 2 0,-2 5 1 0,-1 6 1 15,0-1-5-15,-1 7-2 0,-1 2-2 0,-1 2-2 16,-1 2 0-16,0 3-2 0,1 0 0 0,-1 1-2 16,1-4-1-16,1 0-2 0,0-2-5 15,0-5-15-15,0-3-46 0,1-6-65 0,1-3-68 16,-1-6-122-16,3-5-198 0,0-6-308 0,3-5-274 15,2-6-219-15,2-1-93 0,1-2 370 16,3-3 569-16</inkml:trace>
  <inkml:trace contextRef="#ctx0" brushRef="#br1" timeOffset="28245.24">15064 1511 300 0,'2'-5'1030'0,"-4"3"566"0,-1 2-62 15,0 3-351-15,-4 2-413 0,-2 2-283 0,0-1-177 16,-3 5-120-16,0 4-63 0,-1 0-39 0,-1 5-27 15,0 1-18-15,-1 2-13 0,1 1-11 16,3 2-9-16,0-3-4 0,5 1-5 0,1-5-2 16,5-2-1-16,3-9-1 0,2-3-5 0,6-7-11 15,0-5-18-15,4-7-38 0,2-4-68 16,2-6-67-16,-2-3-73 0,2-3-89 0,-1-1-83 16,0-3-30-16,-3 3 56 0,4 1 63 0,-4 3 90 15,0 4 132-15,-2 3 123 0,-3 1 98 0,0 6 73 16,-2 1 51-16,-2 5 22 0,-3 1 1 0,0 4 21 15,-1 4 27-15,-2 2 12 0,0 4-16 0,-2 4-26 16,-1 1-27-16,2 2-43 0,-4 5-55 0,2-1-45 16,1 3-25-16,-1 2-13 0,2 1-11 0,-1 0-8 15,0 1-4-15,2-1-3 0,0-1-4 0,2-1 0 16,0-6-5-16,1 0-1 0,2-5 0 0,2-3 0 16,-2-4 1-16,1-2-1 0,2-6 1 15,0 1 1-15,-2-5 0 0,2-3 0 0,-1 0-1 16,2-4 1-16,-3 3-1 0,2-3 0 0,-1 0-1 15,-1 2 1-15,0 2 0 0,1 0 0 16,-2 2 0-16,-1 3-1 0,1 0 2 0,0 2 0 16,-1 3 1-16,-1 3 2 0,1 2 6 0,-3 3 4 15,1 4 1-15,-2 3 1 0,2 2 0 0,-2 1 0 16,1 0-6-16,1 0-3 0,-1 1-2 16,4-4-3-16,-2 0-2 0,3-1 0 0,-1-2-1 15,2-2-2-15,-3-4-3 0,4-3-3 0,0-3-2 16,-2-3-3-16,2-3-2 0,0-2-1 0,0-3 0 15,-2-2 3-15,2-1 3 0,1-4 1 16,-2-3 4-16,1-3 3 0,2-2 0 0,-1-5 4 16,2-4 0-16,2-4 2 0,-1-6 0 0,1-4 1 15,0-7 0-15,4-3-4 0,4-6 1 0,-2 2 4 0,4 0 6 16,-1 4 5-16,-1 5 3 0,-2 8 2 0,-2 5 3 16,-4 10-2-16,-3 6-1 0,-3 7 7 15,-2 7 4-15,-2 4 7 0,-3 9 5 0,-1 4 4 16,-3 6 0-16,0 4-2 0,-2 8-2 0,-1 2 0 15,-2 6-1-15,-2 5-3 0,1 4-5 0,1 1-5 16,-2 1-7-16,3 2-8 0,0-1-7 0,1 2-5 16,-2-5-3-16,5 1-1 0,-1-2-1 0,1 0-5 15,1-3-15-15,0-1-24 0,-2-2-68 0,-2-2-82 16,0 0-171-16,-1-2-282 0,2 1-332 16,-1-3-399-16,-2-1-255 0,1-6 67 0,0-1 754 15</inkml:trace>
  <inkml:trace contextRef="#ctx0" brushRef="#br1" timeOffset="28461.7">15499 1211 346 0,'-6'-3'1274'0,"-1"6"421"16,-1-1-225-16,-1 4-338 0,4-1-479 0,2 3-291 15,0-2-179-15,1 1-84 0,6 0-33 0,-3-1-20 16,6 2-8-16,3-1-11 0,3-1-6 0,4-2-4 15,1 0-9-15,6-2-4 0,1 0-2 0,3-2-2 16,4 0-1-16,4 0-2 0,4-2-36 0,6 0-72 16,0-3-104-16,4-1-192 0,1 0-293 0,3 2-350 15,-1-1-349-15,-5 1-170 0,2 0 284 0,-4 3 705 16</inkml:trace>
  <inkml:trace contextRef="#ctx0" brushRef="#br1" timeOffset="29245.2">16041 1371 441 0,'-3'-2'994'0,"-2"2"318"0,-1 0 9 0,3 2-246 15,-2 1-354-15,2 0-229 0,-2 3-130 0,0 3-81 16,-1 1-74-16,-1 4-66 0,0 2-40 0,1 4-27 16,-1 4-12-16,1 0-10 0,1 4-8 15,1 1-8-15,2-3-10 0,0 0-7 0,4-2-9 16,1-3-5-16,2-4-4 0,4-2-2 0,2-5-1 15,2-5 0-15,3-7 0 0,0-3 0 0,3-6 1 16,1-3 0-16,-1-7-1 0,0-1 0 0,2-1 1 16,-5-1 0-16,-1 2 1 0,-2 1 1 15,-3 1 1-15,-1 4-1 0,-3 1 1 0,-3 3 0 0,1 2-1 16,-3 2 0-16,-1 2 0 0,-1 3-1 16,-3 3-1-16,1 4 0 0,-2 4-1 0,1 3-1 15,-2 2 2-15,1 1 2 0,0 6 0 0,2 2 0 16,0 1 2-16,-1-1 0 0,3 3-1 0,-1 0 1 15,2-1-2-15,2 1 0 0,-1-5-1 16,1 1 1-16,1-3-2 0,0-1 0 0,2-4-1 16,3-4-4-16,0-3-7 0,-2-1-10 0,2-5-13 15,2-2-17-15,-1-2-36 0,-1-3-54 0,2-1-52 16,0-1-45-16,0-3-41 0,-2 1-44 16,4-1-14-16,-3 0 19 0,0 0 15 0,4 0-6 15,-4 0-14-15,2 3 10 0,0-3 25 0,0 3 40 16,-2 3 57-16,1 0 60 0,-2 2 54 0,-1 2 34 15,-1 0 21-15,2 2 14 0,-4 2 13 0,0 0 18 16,0 1 11-16,0 1 8 0,-1 1 2 0,0-1 1 16,-1 2-6-16,1 0-12 0,1 0-9 15,-1-1-2-15,1 1-9 0,2-1-25 0,-1-3-50 16,1-2-82-16,3 0-135 0,3-2-229 0,-1-2-175 16,5-3-54-16,0-1 103 0,4-3 216 15</inkml:trace>
  <inkml:trace contextRef="#ctx0" brushRef="#br1" timeOffset="29492.45">16786 1494 320 0,'8'-8'834'0,"-3"2"392"0,-2 0 158 16,-3 3-229-16,-5 3-298 0,-1 3-250 0,-4 1-168 15,1 4-103-15,-7 2-101 0,2 6-79 0,-4 2-41 16,2 4-21-16,1 2-14 0,0 3-13 0,1 3-12 16,3 0-12-16,2 1-11 0,3-4-11 15,1 1-10-15,5-4-5 0,1-3-3 0,7-5-2 16,3-2-1-16,4-6-1 0,3-4-1 0,4-4 0 15,4-4 0-15,3-4-7 0,1-2-8 0,1 2-15 16,-1-3-15-16,-3 2-23 0,0 1-43 16,-4 4-61-16,-2 3-61 0,-5 2-63 0,-3 5-106 15,-3 5-147-15,-5 4-174 0,-3 4-212 0,-4 8-213 16,-3 3-140-16,-7 8 182 0,-4 2 441 0</inkml:trace>
  <inkml:trace contextRef="#ctx0" brushRef="#br1" timeOffset="32399.18">9774 8912 308 0,'2'0'704'0,"-1"0"314"16,-1 0 100-16,3 0-261 0,-3 0-260 15,2 0-176-15,-2 0-89 0,1 0-28 0,-1 0-7 0,0 0-7 16,3 0-22-16,-3 0-26 0,0 0-40 15,2 0-45-15,-2 0-47 0,0 0-36 0,0-2-22 16,2 2-14-16,-2 0-7 0,1 0-4 16,-1 0-5-16,0 0-3 0,2 0-3 0,-2 2-2 15,0-2-1-15,0 0 0 0,1 1 1 0,-1-1 6 16,2 1 4-16,0 1 4 0,-1 0 1 16,1-1 0-16,1 0-1 0,0 1-6 0,0 1-3 15,0-2-3-15,0 1-4 0,-1-1-3 16,1 1-1-16,0-2-1 0,2 1 0 0,-3 0-1 15,3 1-1-15,1 0-1 0,-2-1 0 0,1-1-1 16,0 2 1-16,2-1 0 0,-3 1 0 0,4-1 0 16,-2-1 1-16,-1 2 1 0,0-1-1 15,-2-1 0-15,2 2 2 0,1-2-2 0,-3 0-1 16,2 1-1-16,-2-1 0 0,0 1-1 16,1-1-1-16,0 0 0 0,-2 0-1 0,4 2 1 15,-3-2 1-15,2 0-2 0,-2 2 0 0,0-2 0 16,2 0 1-16,-2 0-1 0,2 1 1 15,0-1-1-15,-1 0 1 0,-2 0-1 0,3 0 0 16,-2 0 1-16,2 0-1 0,-2 0 1 16,0 0-1-16,3 0 2 0,-3 0-2 0,2 0 0 15,0 0 0-15,-2 0 0 0,2 0 0 0,0 0 0 16,-1 0 0-16,1 0 0 0,-2 0 1 16,2 0-1-16,-2 0 2 0,2 0-2 0,-2 0 1 15,2 0-1-15,-1 0 1 0,0 1-1 16,-1-1 0-16,0 0 0 0,2 0 1 0,-2 0-1 15,2 0-1-15,-1 0 1 0,1 0 0 0,0 0 0 16,0 0 0-16,-2-1 1 0,2 1 0 0,0 0-1 16,-1-1 0-16,2 1 0 0,-2-2-1 15,0 2 1-15,1 0 0 0,0-2 0 0,1 2 0 16,0-1 0-16,-1 0 1 0,2-1-1 16,-1 1 0-16,2 1 0 0,-2-2 0 0,0 1 1 15,-1-1-1-15,2 1 1 0,-1-1 0 0,-2 1-1 16,1-1 0-16,0 2 0 0,-2-2 0 15,1 2 0-15,-1-1 0 0,-2 1 0 0,4-1 1 16,-2 1-1-16,-2 0-1 0,3-2 1 16,-3 2 0-16,3-1 0 0,-3 1 0 0,2-2-1 15,2 1 1-15,-2 1 1 0,-1-1-1 0,2 1 0 16,-2-2 0-16,-1 2 0 0,1-2 1 16,0 2-1-16,-1 0 0 0,-1 0 0 0,0 0 1 15,0 0 0-15,0 0 2 0,0 0 1 16,-1 0 5-16,-1 0 1 0,-1 0 3 0,0 0 1 15,-5 0-1-15,3 2 1 0,-3-2-3 0,0 2-2 16,-1-2-1-16,1 1 1 0,-2-1-1 0,-2 0 0 16,2 0 0-16,1 0-2 0,-3 0 1 15,0 0 0-15,3 0 1 0,-4 0 0 0,2 0-1 16,-3 0 0-16,3 0-1 0,-1 0-2 16,-1 1-2-16,1-1 0 0,-2 2 0 0,1-2-1 15,2 0 0-15,-3 1-1 0,3 1 1 0,-1-2 0 16,0 1 0-16,1-1 1 0,0 1 3 15,0-1 2-15,2 0 1 0,-2 0 1 0,1 0 1 16,2-1 0-16,-1 1-6 0,1-1-4 16,0 1 0-16,1-2 0 0,-2 2 0 0,3-1 0 15,1 1 0-15,0 0 0 0,0-2 0 0,2 2 0 16,-1 0 0-16,1 0 0 0,0 0 0 0,1 0 0 16,0 0 0-16,2 0 0 0,-3 0 0 15,3 0 0-15,0 0 0 0,-2 0 0 16,2 0 0-16,0 0 0 0,0 0 0 0,0 0 0 15,0 0 0-15,0 0 0 0,2 0 0 0,0 0 0 16,1 2 0-16,2-2 0 0,2 0 0 0,1 1 0 16,2 1 0-16,2-2 0 0,1 1 0 15,4-1 0-15,-2 0 0 0,4-1 0 0,-2 1 0 16,2-3 0-16,-1 0 0 0,0 0 0 16,1 0 0-16,-3 0 0 0,0 0 0 0,-2 0 0 15,-4 1 0-15,2 1 0 0,-4-1 0 0,-3 1 0 16,0-2 0-16,1 3 0 0,-3 0 0 15,0 0 0-15,-3 0 0 0,2 0 0 0,-2 0 0 16,-2 0 0-16,-1 0 0 0,-2 0 0 16,-4 3 0-16,1-2 0 0,-3 1 0 0,-3-1 0 15,-1 3 0-15,-2-3 0 0,0 2 0 0,-2 0 0 16,-1 0 0-16,0 0 0 0,1-2 0 0,-1 1 0 16,4 1 0-16,0-2 0 0,5 0 0 15,-2 1 0-15,4 0 0 0,1-1 0 0,2-1 0 16,1 2 0-16,-1-2 0 0,4 1 0 15,-1-1 0-15,0 0 0 0,1 0 0 0,2 0 0 16,0 0 0-16,-1 0 0 0,1 0 0 0,0 0 0 16,1 0 0-16,1 0 0 0,1 0 0 15,5 2 0-15,-2-2 0 0,2 1 0 0,3-1 0 16,0 0 0-16,0 2 0 0,3-2 0 16,-2 0 0-16,-1 0 0 0,1-2 0 0,-1 2 0 15,1 0 0-15,-2-1 0 0,-2-1 0 0,1 1 0 16,-2-1 0-16,-2 2 0 0,-2-1 0 15,0 1 0-15,0-2 0 0,-1 2 0 0,-2 0 0 16,0 0 0-16,-2 0 0 0,-1 0 0 16,-2 0 0-16,-1 0 0 0,-3 0 0 0,1 2 0 15,-2-2 0-15,-2 1 0 0,-1-1 0 0,-1 0 0 16,0 2 0-16,-2-2 0 0,3 1 0 0,0 1-4 16,1-1-40-16,2 1-26 0,1-1-58 15,1 1-82-15,3 0-149 0,2 2-269 0,3 0-321 16,3 3-396-16,2-2-304 0,3 0 15 15,1-1 702-15</inkml:trace>
  <inkml:trace contextRef="#ctx0" brushRef="#br1" timeOffset="34512.44">16436 10546 77 0,'-1'3'346'0,"-1"-3"217"16,2 0 210-16,-1 0-25 0,1 0-105 0,-3 0-87 16,3-3-63-16,0 3-64 0,-2-2-70 0,2 2-71 15,0 0-59-15,0 0-31 0,0 0-6 16,2 0 16-16,-2 0 11 0,0 0 2 0,3 0-17 15,-3 0-26-15,1 0-36 0,-1 0-34 0,0 0-27 16,2 0-22-16,-2 0-13 0,1 0-13 16,-1 0-4-16,0 0-4 0,0 0-4 0,0 0-1 15,2 0-4-15,-2 0-1 0,2 0 4 16,-1 2-2-16,4 1-2 0,-2-3 0 0,2 0 0 16,3 2-1-16,-2-2-5 0,2 5-3 0,0-4-2 15,1-1-2-15,1 1 0 0,0 0 4 0,-1 2 3 16,4-3 2-16,-2 0 1 0,1 0 1 15,-1 0 0-15,1 0-4 0,0 0-3 16,-1 0-2-16,2 0-1 0,-2 0 1 0,0 0-1 16,0 0 0-16,-1 0-1 0,-2 0 0 0,0 0-1 15,2 0 0-15,-3 0-1 0,-1 0 1 0,3 0-1 16,-4 0 0-16,0 0 1 0,0 0 0 16,-2 0 0-16,0 0-1 0,2-3 1 0,-2 3 0 15,2-1-1-15,-2 0 0 0,0 1 0 16,0-1 0-16,0-2 1 0,-1 1-1 0,1 2 0 15,2-2 0-15,-2 2 0 0,2-3 0 0,-1 1 0 16,1 1 0-16,0 0 0 0,0-1 0 16,1 0 0-16,0 2 0 0,-1-1 0 0,2 0 0 15,-3 1 0-15,1-2-1 0,-2 2 0 0,-1 0 1 16,2-2 0-16,-2 2 2 0,-1 0 0 16,-1 0 2-16,0 0 0 0,0 0 0 0,-1 0 1 15,-5 0 2-15,3 2 4 0,-4-2 0 16,3 0 1-16,-5 0 0 0,-1 0 0 0,0 0-3 15,-1 0-5-15,-1 0 0 0,0 0-2 0,1 0 0 16,-3-2-1-16,1 2 1 0,1-1-2 16,1 1 1-16,-3 0 0 0,2 0-1 0,1 0 1 15,-1 0 1-15,1 0-1 0,1 0 0 0,-2 0 0 16,0 1 1-16,3-1-1 0,-2 2 0 16,1-2 1-16,1 2 4 0,0-1 2 0,0-1 2 15,1 1 0-15,-1-1 1 0,3 0-1 16,-1 2-3-16,3-2-2 0,-3 2-3 0,2-2 0 15,-1 0 0-15,3 1-1 0,0-1 0 0,0 1-1 16,1-1 1-16,1 0-1 0,-1 0-1 0,0 0-1 16,2 0 1-16,0 2-2 0,2-2 1 15,0 3-1-15,1-3 0 0,2 0 1 0,1 2 0 16,3 0 0-16,-1 2 2 0,3-3 0 16,2 0 2-16,-2 2 0 0,5-1-1 0,-2 0 0 15,3-2 1-15,-1 2-1 0,3-2 0 0,-3 0 0 16,5 0 0-16,-3 0 1 0,0 0-1 15,-1 1-1-15,2-1 1 0,-3 0-1 0,0 0 1 16,-2 0-1-16,-3 0 1 0,2 1-1 16,-7-1 1-16,1 0 0 0,-3 0 1 0,0 0-1 15,-4 0 1-15,0 0 0 0,-4 0 0 0,0 0 0 16,-5 0 0-16,-1 2-2 0,-2-2 0 0,0 2 0 16,-6-2 0-16,1 0 0 0,0-2 0 15,-4 0-1-15,2 2 1 0,-1-2 0 0,-2 0 0 16,2-2 0-16,1 4 0 0,2-4 0 15,4 3 2-15,1 0-1 0,3 1 0 0,0-5 0 16,3 5-1-16,1 0-1 0,-1 0-2 0,3 0-1 16,3 0-2-16,0 0 0 0,3 0 0 0,2 0 0 15,3 5 1-15,1-4 1 0,5 1 0 16,2 1-7-16,5 1-16 0,1-2-33 0,2-1-83 16,3 0-119-16,1-1-249 0,4 2-302 15,3-4-377-15,1 2-407 0,3-2-103 0,-2 0 511 16,2 2 788-16</inkml:trace>
  <inkml:trace contextRef="#ctx0" brushRef="#br1" timeOffset="36560.51">21449 10657 229 0,'3'2'458'0,"-3"-1"225"0,0-1 106 15,1 2-107-15,-1-2-107 0,0 1-69 0,2-1-64 16,-2 0-63-16,0 0-59 0,-2 0-53 15,2 0-11-15,0 2 0 0,2-2 16 0,-2 1-8 16,1-1-18-16,-1 0-31 0,0 0-49 0,2 2-52 16,0-2-47-16,-2 1-28 0,1-1-15 15,1 0-3-15,0 2 1 0,-1-1 1 0,2 1 0 16,1 0 5-16,-3 2 2 0,2-3-4 0,3 2-3 16,-3 0 1-16,2 0 1 0,2 0-4 15,-1 0-3-15,3 0 1 0,-1-1 0 0,2 3-3 16,0-3-2-16,4 2 0 0,-3 0 2 15,3-1-1-15,-1 0-1 0,2 0-1 0,-2-2 0 16,4 2-1-16,-1-1-4 0,1-1-3 0,0-1-1 16,-2 2-1-16,1-2-1 0,1 0 0 0,-2-2 0 15,0 2 0-15,0-1 0 0,-1 1-1 16,-3 0 0-16,2-2 0 0,-2 2 1 0,-2 0-1 16,-2 0 0-16,0 0-1 0,0 0 1 15,-2 0 0-15,-4 0 1 0,2 0 1 0,-1 0-1 16,0 0 2-16,-1 0 5 0,-1 0 3 0,0 0 2 15,0 0 0-15,-1 0 1 0,-3 2 1 16,1-2-7-16,0 0-3 0,-4 1-2 0,0-1-1 16,-1 2-1-16,-2-2 0 0,1 0-2 15,-4 1 1-15,0-1 0 0,0 0-1 0,-2-1 0 16,-2 1 0-16,-1-3 0 0,1 1 0 0,1-1 0 16,-3 1 0-16,5-2 3 0,-2 0 3 15,3 0 2-15,-1 1 1 0,3 1 1 0,-1 1 2 16,2-4-5-16,0 3-2 0,0-1-1 15,2 0-1-15,0 0-2 0,0 0 1 0,-2-2-2 16,4 3 1-16,0-2 0 0,-2 2-1 0,2-1 0 16,1 1 0-16,2-1 0 0,-1 3 0 0,1-1 0 15,2-1-1-15,-1 2 1 0,0-1-1 16,1 1 1-16,1 0 0 0,-2 0 0 0,2 0-1 16,0 0 1-16,0 0-2 0,0 0 0 15,0 0-1-15,3 0 1 0,1 1 0 0,0-1-1 16,4 3 1-16,6-1 1 0,-1 1-1 0,4 0 2 15,1-1 0-15,2 2 0 0,1-3 2 16,0 2-1-16,1 0 2 0,1-2-1 0,-1-1-2 16,1 2 2-16,-1-2-2 0,-2-2 2 15,0 2-2-15,-2-1 2 0,0 1 0 0,-2-1-1 16,-5-1 0-16,-1 0 2 0,-1 1 1 0,-3 1 2 16,-1-1 4-16,1 1 6 0,-5 0 8 0,1-2 2 15,-2 0 1-15,-2 1 0 0,1 0-4 16,-7-1-6-16,3 1-6 0,-3-1-5 15,-4 1-2-15,-1-1-3 0,-1 2 0 0,-4 0-1 16,-2 0-1-16,1 0 0 0,-3 0-1 0,-2 0 0 16,-1 0 1-16,1 0 0 0,-1 0 1 0,1 0 2 15,1 0-1-15,3 2 0 0,0-1 1 16,3-1-2-16,2 2 1 0,2 1-1 0,3-1 0 16,2 2 0-16,1 0-1 0,2-1 1 15,1 2-1-15,2-1 0 0,2 1 0 0,5 1 0 16,-1-1-1-16,5 2 1 0,0-1 0 0,5 0-1 15,1-2 2-15,0 1-1 0,3-1 1 16,2-2 1-16,1 1 2 0,0-3 0 0,1 0 1 16,-1 0 0-16,0-2-1 0,-2 1 0 15,2-1-1-15,-4-1 0 0,-1 0-1 0,-3 2-1 16,-1-1 1-16,-2 1-1 0,-4-1 1 0,1 1 0 16,-4 1 0-16,0 0 0 0,0 0 0 0,-6 0 0 15,0 0-1-15,-4 0-1 0,-1 1 0 16,-1 1-3-16,-5-1-4 0,-1 2-16 0,-2-1-23 15,-3-2-63-15,0 0-93 0,2 0-209 16,-2-2-291-16,3 1-358 0,3-1-444 0,0-1-280 16,2-1 235-16,0-2 920 0</inkml:trace>
  <inkml:trace contextRef="#ctx0" brushRef="#br1" timeOffset="38828.54">16326 10422 17 0,'0'2'328'0,"-2"-1"261"15,2 0 243-15,-1 1 58 0,-1-2-174 0,1 0-160 16,-3 0-107-16,4 0-79 0,-1 0-69 0,-1 0-58 16,1 0-53-16,1 0-46 0,-2 0-27 15,2 0-8-15,0 0 0 0,0 0 15 0,0 0 18 16,2 0 20-16,-2 0 1 0,0 0-11 16,0 0-18-16,0 0-27 0,1 0-30 0,-1 1-27 15,2 1-9-15,-1-1-8 0,3 2-3 0,0 0-3 16,0 2-1-16,2-1-2 0,2 0-9 15,-2 1-5-15,2 1-4 0,0-1 5 0,1-1 5 16,-1 1 1-16,4 0 2 0,-2-3 0 16,0 2-2-16,1-2-5 0,1 0-3 0,-2 0-4 15,3-2-2-15,-1 0 0 0,0 0 0 0,2-2 0 16,-3-2 0-16,0 1 1 0,3 1-1 0,-3-4 1 16,2 4-1-16,-2-3 0 0,0-1 0 15,1 2-2-15,-4 0 2 0,2-1-2 0,-1 1 1 16,-1-1-1-16,-1 2 2 0,-1 0-1 15,-1-1-1-15,-1 2 0 0,1 1 0 0,-2-1 0 16,1 1-1-16,-3 0 0 0,2 1 0 0,-1 0 1 16,0 0-1-16,-1 0 2 0,-1 1 0 15,2-1 2-15,-2 1-1 0,-2 1 2 0,2-2 7 16,-1 3 4-16,-3 0 5 0,0-2 2 0,0 2 2 16,-1-1 0-16,-2 1-7 0,1 0-4 15,-2 0-4-15,-1-1-4 0,0 2 2 0,1-2 1 16,0 2-1-16,-1-2 1 0,0 3-1 15,0 1 0-15,1-4-3 0,-1 3-2 0,1-2-1 16,0 2 0-16,0-1 1 0,-1 0-2 0,-1 0 1 16,2-2 0-16,0 1-1 0,-1 0 0 15,1-2 1-15,2 1 0 0,-1-2-1 0,0 1 3 16,2-1 1-16,0 0 1 0,4 0 1 0,-3 0 0 16,1 0-1-16,3 0-3 0,-2 0-3 0,2 0-2 15,0 0-2-15,0 2 0 0,2-2 1 16,1 1 0-16,2-1 0 0,0 0 2 15,1 2 1-15,3-1 0 0,1 1 0 0,0-1 0 16,2 1 0-16,-1 0 0 0,2 0 1 0,1 0 0 16,1-1 0-16,2 0 1 0,2 1-1 15,-5 0 1-15,5-1-1 0,-3-1 0 0,1 1-1 16,-1-1 1-16,1 2 0 0,-4-2-1 0,3-2 1 16,-3 2-1-16,1-1 0 0,-3-2 0 15,-1 0 0-15,-1 2 0 0,-3-3 1 0,2 2 0 16,-3-3 2-16,-2 2-1 0,0-1 1 15,-3 1 1-15,2 0-1 0,-4-2 1 0,2 3-1 16,-3-2 0-16,0 3-1 0,-2-2 0 0,0 1-1 16,-1 0 0-16,-2-1 0 0,0 2 0 15,0 0-1-15,-1 0 1 0,-1 1 0 0,-1-2-1 16,2-1 1-16,-4 3-1 0,5 0 0 0,-1 0 0 16,-2 0 0-16,3 3 1 0,1-1 0 15,1-2-1-15,-2 1 0 0,4 0 0 0,-1 0 0 16,2 2-1-16,-1 1 0 0,1-1 0 0,1 2 0 15,2-1 0-15,0 0-1 0,0 1 1 16,2-1 0-16,1 1 0 0,1 0 0 0,0-1 0 16,4 0 0-16,0-1 1 0,2 0 0 15,-1 0 0-15,2-2 0 0,0 4 1 0,0-5 0 16,2 0 0-16,-2 0-1 0,3 0 0 0,-3 0 0 16,2 0-1-16,-1 0 0 0,-2 0 0 15,0 0 1-15,-3-3 0 0,1 3 0 0,-3-2 1 16,-2 2 0-16,1 0 0 0,-3-1 1 15,1 1 1-15,-2-1 1 0,-2-1-1 0,1-1 0 16,-3 0 0-16,1 0-1 0,-3-2-2 0,-1 1 1 16,-2 0-1-16,1-4 0 0,-2 1 0 15,-2 1 0-15,1-2 0 0,0 1 0 0,-2-1-1 16,4 1 1-16,1 2 1 0,-2 0-1 16,4 3 1-16,0 0 0 0,1 0-2 0,2 2 0 15,-3 4 0-15,4-3 0 0,0 2-1 0,-1 1 0 16,3 1 0-16,0 1 0 0,0-1 1 0,3-1-1 15,-1 2 0-15,2-1 2 0,1 1-1 16,0-2 1-16,1 1 0 0,1 1 0 0,2-2-1 16,-1-2 0-16,0 1 1 0,0-2-1 15,1 0 0-15,-1-1 0 0,0 2 0 0,-1-2 1 16,0 0-1-16,-2-2 1 0,-2 2 1 0,2 0-1 16,-3 0 1-16,-1 0 1 0,1 0-1 15,0 0 1-15,-2 0-1 0,0 0 1 0,0 0 0 16,0 0-2-16,0 0 0 0,0 0-1 15,-2 2-3-15,2 0-8 0,-2 0-22 0,1 0-64 16,-3 1-84-16,1-2-175 0,0 3-279 0,-2-3-332 16,4 0-401-16,-5-1-277 0,3-1 102 15,-4 0 768-15</inkml:trace>
  <inkml:trace contextRef="#ctx0" brushRef="#br1" timeOffset="41544.26">9771 8785 77 0,'-3'2'331'0,"-1"-1"210"0,3 2 165 16,-2 0-51-16,1-1-113 0,0 1-98 0,-1-1-58 16,2 3-34-16,-3-2-22 0,2 0-32 0,0-2-34 15,0 3-40-15,1-2-38 0,-1 0-41 16,1 1-38-16,-1-3-19 0,2 0-18 0,0 2-11 16,0-2-10-16,0 0-9 0,2 0 7 15,-1 3 37-15,1-2 45 0,-1 1 30 16,1-1 19-16,2 1 6 0,1 0-9 0,-2-1-35 0,2 2-38 15,-2 0-31-15,2 0-14 0,-2 0-11 16,2 0-13-16,1 0-5 0,1 1-6 0,-3-1 2 16,3 0-4-16,-1 0-3 0,2-1 0 15,-2 1-1-15,2-1 2 0,-1 0-4 0,2-2 0 16,-3 2-2-16,2-1-1 0,0-1-1 0,1 0-1 16,1-1-2-16,-2 1 0 0,1-2-2 15,1 0 1-15,-2 2-1 0,4-1-2 16,-2 0 1-16,0-1-1 0,2 1 0 0,-1-1 0 15,-1 1 0-15,4-1 1 0,-1 1-2 0,1-1-1 16,-2 1 0-16,3-1 1 0,-1 0-2 0,0 1 0 16,0 0-1-16,-2-1 1 0,0 1-1 15,-1 1 1-15,-1 0 0 0,1-2 0 0,-3 2 1 16,0 2 0-16,-2-2 0 0,2 0 0 0,-2 1 1 16,-1 1-1-16,0-1 0 0,-2 0-1 15,0-1 0-15,0 2 0 0,0-2 0 16,-1 0-1-16,-1 0 1 0,-1 0 0 0,2 0 1 0,-2 0 3 15,0 0-1-15,0 0 2 0,-2 0-1 16,2 0 7-16,-1 0 2 0,-1 0 3 0,-1 0 0 16,0 0 0-16,-2 0 0 0,2 0-5 15,-2 0-3-15,-1 2-3 0,-2-1-1 0,2-1-1 16,-1 3-2-16,-1-1 1 0,-1-1-2 0,0 1 1 16,1-1 0-16,0 1 0 0,-2-2-1 15,2 1 0-15,0 0 2 0,0 1-2 0,-1-2 0 16,1 2 0-16,-2-1 1 0,1 0-1 15,1 1 0-15,-1 0 0 0,-2-1 0 0,1-1 0 16,2 1 0-16,-3 2 0 0,0-2 1 0,0 1-1 16,0 0 0-16,2 1-1 0,-1-1-1 15,2 1 0-15,-1 0 0 0,2 0-1 0,3 0 0 16,-1 0 0-16,1-1-1 0,1 0 1 0,3 2-1 16,0-2 0-16,0 1 0 0,2 1 0 15,1 0 1-15,2-1 0 0,3 1 0 0,0-1 2 16,4 0 1-16,0 0 0 0,2 0 0 15,0-2 1-15,2 1 0 0,-2 0-1 0,3-1 2 16,-1-1-1-16,3 0 0 0,-3-1 0 0,3 1-1 16,-5-2 1-16,2 2-1 0,-2-2 0 15,-1 1 0-15,-4 0 0 0,1-1 0 0,1 0 0 16,-5 1 0-16,2 0 0 0,-1-1 0 0,-1 1 1 16,0-1 0-16,-1 1-1 0,-2-1 1 15,2-1-1-15,-2 2 2 0,0-1-1 0,2-1 0 16,-2 2 1-16,0-2-1 0,-1 0 2 15,-1 2 0-15,-1-3 1 0,0 2 1 0,0 0 0 16,-1-1 0-16,-1 2 5 0,-1-1 1 0,0-1 1 16,-2 3-1-16,-1-2 0 0,-1 2 0 0,1-1-4 15,-2 1-3-15,-1 0-2 0,-1 0-1 16,2 0 1-16,-1 1-2 0,1-1 0 0,0 2 0 16,2-2 1-16,-2 1-1 0,3 1-1 15,0 0 0-15,2-1-1 0,0-1-1 0,1 1 0 16,1 1 0-16,-1 0-1 0,4 0-1 15,-1 2 2-15,4 0 0 0,0-1 0 0,1 1 1 16,2 1 0-16,0-2 1 0,0 0 0 0,3 0-1 16,0-1 1-16,0 0 0 0,2 0-1 15,-1-2 2-15,0 0-1 0,0 0 1 0,1 0-1 16,1 0 1-16,-4-2 0 0,1 2 0 16,-2 0 0-16,1-2 0 0,-2 1 0 0,-2 0 0 15,2-1 1-15,-4-1-1 0,1 2 2 0,-2-4-1 16,1 2 1-16,-1-1 0 0,-2-2-1 15,1 0 2-15,-2 0 0 0,0-2 0 0,0 2 2 16,-2-1-1-16,-1-1 0 0,0 2 0 16,-2-1 0-16,-1 1-1 0,-1-1 0 0,-2 2 0 15,1 1 4-15,-1-1 1 0,-1 2 2 0,2 0-1 16,-1 0 1-16,-2 1 0 0,3 1-3 0,0 1-3 16,0 0-2-16,-1 0 0 0,2 0-1 15,1 1 0-15,-1 1 0 0,3 0 0 0,-2-1-1 16,3-1 0-16,-1 1 0 0,1 1-1 0,1 0 0 15,-1-1 0-15,3-1-2 0,-1 1 1 16,-1-1-2-16,2 0 1 0,2 2-1 0,-1 0 1 16,2-1-1-16,1 0 1 0,1 1 0 15,-1 1 1-15,5-1 0 0,-2 0 1 0,1 0 0 16,-2-1 1-16,3 2-2 0,0-1 2 16,-3-1 0-16,0-1 0 0,2 2 0 0,-5-2 0 15,2 1 0-15,-2-1 0 0,0 2 0 0,-1-2 2 16,-2 0 0-16,0 1 1 0,0-1 2 0,0 1-1 15,-3-1 1-15,-2 2-1 0,0-2-1 16,0 2-1-16,-4-1 0 0,0 2 0 0,0-1-1 16,-3-1 0-16,-1 0 0 0,2 3 1 15,-3-3-1-15,1 0-1 0,-1 1 0 0,3 1 0 16,0-3 0-16,0 2 0 0,3 2-1 0,-2-2 1 16,3-1-1-16,2 1 0 0,0 0 1 15,2-1-1-15,-2-1 0 0,3 1 1 0,1-1-2 16,-1 2 0-16,2-2-1 0,0 2-1 0,0-1 1 15,3 0 0-15,2 4-1 0,2-2 2 16,1 1 0-16,1-1 0 0,1 0 1 0,1 0-1 16,1 0-1-16,-1-1 1 0,-1-1 1 15,1-1 0-15,-3 2 0 0,0-2 1 0,-3 0 1 16,1 0 1-16,-2 0 0 0,-2 0 2 0,-2 0 2 16,0 0-1-16,0 0 1 0,-5-2-2 15,-1 1 1-15,0-1-2 0,-1 1 0 0,-4-1-1 16,-1 1 0-16,-1-2 0 0,-3-1 3 0,0 2 4 15,-4-1 2-15,2 0 0 0,-4-2 0 16,0 1 0-16,-3-2-3 0,3 1-4 0,-4-1-2 16,4 1-2-16,-3 2 0 0,4-2 0 0,1 0 0 15,1 0 0-15,3 3 0 0,1 0 0 16,3 1-2-16,1-1 0 0,2 1-1 0,4 1-2 16,0-2-2-16,2 2-1 0,3 2 0 15,2 1-2-15,2 0-9 0,3 1-15 0,2 0-41 16,1 1-80-16,1 0-132 0,1-3-267 15,1 3-308-15,4-5-384 0,-1 2-386 0,5-2-53 16,-2 4 614-16</inkml:trace>
  <inkml:trace contextRef="#ctx0" brushRef="#br1" timeOffset="43043.96">21628 10750 172 0,'-2'1'476'0,"-1"-1"296"0,1 2 236 16,-1 0-123-16,0-2-202 0,-1 1-136 16,1 0-72-16,-3 1-41 0,3 0-44 0,-2-1-42 15,0-1-38-15,1 2-44 0,-1-2-51 16,0 0-53-16,-1-2-49 0,1 2-37 0,0-1-20 16,2-1-11-16,-2 2-6 0,1-3-6 0,-2 2-3 15,2-1-4-15,0 0-3 0,-1 0-3 0,2-1-3 16,-4 1-4-16,2-1 0 0,-1 0-2 15,2 0 0-15,-1 0-3 0,0 0-1 0,0 0 1 16,0 1-1-16,-1 0 1 0,3 0 1 16,-2 0 0-16,4 0 0 0,-1 2-1 0,1 0-2 15,1 0-3-15,-2 0-3 0,2 2-2 0,2 0 0 16,-1 2-1-16,2-2 0 0,1 3 0 16,-3-2 1-16,7 0 0 0,-4 1 0 0,1-1 1 15,2-1-1-15,-1 1 2 0,3-2-1 16,-1 0-1-16,0-1 0 0,2 0 0 0,-1 0 0 15,-1-1 0-15,0 0 0 0,-1 1 1 0,0-3 1 16,-4 3 0-16,2-2 1 0,-2 1 0 0,-1-1 1 16,0 1 1-16,-1-1 0 0,-1-1 0 15,0 0 1-15,0 0-1 0,-1 0 0 0,-3 2-1 16,4-2 0-16,-3 1 1 0,2 0-2 0,-3 0-1 16,3 0 0-16,-1 2-2 0,1-2-1 15,-1 4-3-15,-2 0-9 0,0 0-29 0,0 2-83 16,-3-1-130-16,-1 1-248 0,-3 1-304 15,2-1-379-15,-2 1-425 0,-3-1-87 0,-3-1 584 16</inkml:trace>
  <inkml:trace contextRef="#ctx0" brushRef="#br1" timeOffset="44843.23">16815 10493 214 0,'-2'-2'569'0,"0"-2"324"0,-1 1 186 0,3 1-190 15,-2-1-241-15,1 0-169 0,-1 1-125 16,2 2-87-16,-1-5-66 0,1 5-23 0,0-1-1 16,0 0 17-16,0 1 16 0,0-2 4 0,0 2-11 15,0 0-30-15,0 0-36 0,0 0-37 16,0 0-34-16,1 0-26 0,-1 0-18 0,2 0-10 15,-1 0-8-15,1 0-4 0,3 2 1 0,0-2 1 16,1 0-1-16,3 1 2 0,1-1 8 16,1 1 4-16,1-1 2 0,3 0 1 0,1 0 1 15,0 0 0-15,1-1-6 0,1 0-5 0,-1-1-1 16,0 0-1-16,1 1-2 0,-4-2 1 16,2 1-2-16,-4 1 0 0,1 0-2 0,-4-3 1 15,1 4 0-15,-2-1 0 0,-4 0 11 0,0 1 14 16,-3 0 7-16,2-2 5 0,-4 2 1 15,-2-1 0-15,-1 1-9 0,0 0-10 0,-4-2-7 16,-2 2-4-16,2-1-2 0,-4-1-1 16,1 2-1-16,-1-3-1 0,0 2-2 0,1-1 0 15,1 1-1-15,0-1-2 0,1 1 1 16,1 1 0-16,4-2-2 0,-2 2 0 0,3 0-2 16,1 0 0-16,0 2-1 0,2 1 0 0,4 1 0 15,-3-1 1-15,2 2 0 0,2-2 1 16,-1 1 0-16,0-1 0 0,0 2 0 0,1-3 0 15,2 2 1-15,-1-2 1 0,0 0 0 0,1 1-1 16,-3-1 1-16,1-2 0 0,0 5 0 16,-1-4 0-16,1-1 0 0,-2 1 0 0,-1 0 1 15,0 2 0-15,-1-3 1 0,-1 0 1 16,0 0 0-16,-1 2 1 0,-3 0-2 0,-1 1 1 16,-2 0-1-16,-1 0-1 0,0 1 0 0,-2 1-1 15,0-2 0-15,-2 1 0 0,4-1 0 16,-2 2 0-16,1-3 0 0,3 2 0 0,0-3 1 15,0 2-2-15,2-1 0 0,1-1-2 0,2 0 0 16,-1-1 0-16,2 2-1 0,0 0 1 16,0-1 0-16,3 0 2 0,-1 1-1 0,1 1 2 15,0-3-1-15,3 2 0 0,-3-2 0 16,2 5 1-16,0-4 0 0,2 0-1 0,0 0 1 16,-1 2 0-16,-1-3 0 0,3 0 1 0,-3 2-1 15,3-2 0-15,-4 2 0 0,0-2-1 16,1 0-1-16,-4 0 2 0,2 0 0 0,1-2 2 15,-4 2 1-15,1-2 0 0,-2 2 2 0,1-3-1 16,-4 1 0-16,1 1-1 0,-2-4 0 0,0 5-1 16,-2-2 0-16,1 2 0 0,-4-3-1 15,2 3 0-15,-3-2 0 0,3 2-1 16,0 0 1-16,2 0-1 0,-2 0-1 0,3 0 0 16,0 0-1-16,4 2-1 0,-1-2 0 0,1 3-1 15,1-3 1-15,0 0-1 0,0 2 2 0,0-2-1 16,0 0 1-16,1 2 0 0,-1 1 0 15,0-3 0-15,0 0 2 0,0 0-1 0,0 0 1 16,0 0 1-16,0 0 0 0,0 0 1 16,0-3-1-16,0 3 1 0,0-2 0 0,-1 2 1 15,1 0-2-15,0-2 1 0,-2 2 1 16,0-3-1-16,1 0 0 0,-2 0 1 0,-1 0-1 16,0 0 1-16,-2-1 0 0,-1-1-2 0,-1 1 1 15,-3-1 0-15,0-1 0 0,1 2-2 16,-2 1 0-16,3-1 2 0,-3 0-1 0,2 2 0 15,-2-2 0-15,3 2 0 0,-2-1 0 0,1 2-1 16,1 0 1-16,-1 1-1 0,1-1 0 0,1-1 1 16,-1-1 0-16,1 3-1 0,0-2 2 15,0 2-1-15,-2-5-1 0,2 3 5 16,-1-2 3-16,-2 2 0 0,1-3 3 0,1 2-1 16,-2-1 1-16,0 1-4 0,1-2-2 0,-2 2-2 15,2 0-1-15,0 0 0 0,0 0 1 0,2 2-1 16,0-1 0-16,1 1 0 0,1 0 0 15,1 1-2-15,1-2 0 0,0 2-2 0,3-2-2 16,-1 2-2-16,1 0-2 0,1 0 0 16,1 0-5-16,2 0-13 0,-1 2-50 0,3-2-81 15,0 0-172-15,1 0-269 0,0-2-333 16,0 1-414-16,-1-2-357 0,0-1 53 0,-2 1 813 0</inkml:trace>
  <inkml:trace contextRef="#ctx0" brushRef="#br2" timeOffset="50259.4">21324 1864 104 0,'2'2'700'0,"0"-1"484"0,-2 2 145 0,0-2-96 16,2 1-341-16,0 0-315 0,-2 0-170 0,0-2-95 16,1 2-67-16,-1 0-64 0,2-2-65 0,-1 0-36 15,1 0-21-15,0 0-13 0,-2 0-4 16,1 0-4-16,1-2-2 0,1 0 2 0,0 1-2 15,2-4 8-15,3 0 1 0,0-3 4 0,3-2 3 16,1-2 0-16,1-5-2 0,4-1-5 16,1-3-5-16,2-1-6 0,4-4-3 0,0-3-6 15,3 1-3-15,1-2-5 0,2-2-1 0,0 0-4 16,2 0-10-16,0 2-2 0,-4-1 0 0,0 2 0 16,1 2 0-16,-2 2 0 0,-4 1 0 0,1 3 0 15,-2 1 0-15,-1 1 0 0,-4 3 0 0,1-2 0 16,-2 4 0-16,-1 0 0 0,-2 2 0 0,1-1 0 15,-3 2 0-15,2-1 0 0,-4 1 0 0,-1 4 0 16,-3-2 0-16,3 3 0 0,-5 2 0 0,2-1 0 16,-5 3 0-16,1 0 0 0,-1 0 0 0,2 1 0 15,-2 0 0-15,-2 1 0 0,1 0 0 0,-3 1 0 16,1 0-6-16,-4 1-32 0,0 1-24 0,-1 1-30 16,-1 0-71-16,-4 4-86 0,2-2-163 0,-3-2-275 15,1 2-322-15,-2 0-377 0,2-1-232 0,0 1 107 16,1 0 725-16</inkml:trace>
  <inkml:trace contextRef="#ctx0" brushRef="#br2" timeOffset="50712.06">21414 1240 114 0,'0'2'695'0,"-1"0"471"0,-1 0 128 0,2-2-113 15,0 2-362-15,0-1-263 0,0 2-164 0,0-3-93 16,0 1-62-16,0 1-51 0,2 0-53 0,-1 1-39 15,2 0-22-15,3 3-10 0,1 0 0 0,-1 2 5 16,5 3 1-16,2 3-1 0,1 2-3 0,2 2 1 16,0 2-4-16,3 1-1 0,1 3-9 0,-1 0-7 15,5 2-4-15,-1 0-5 0,3 2-4 16,-1 0-7-16,2 0-4 0,2 1-3 0,-3-1-6 16,1 0-2-16,-2 2-4 0,1-4-1 0,-4-1-1 15,0 1 0-15,0-5-1 0,-3 0-1 0,-1-1 0 16,-2-2-1-16,-1-4 0 0,-3 0-3 0,-2-4 0 15,-2 1 0-15,-1-3-2 0,-2-4 1 0,-1 3-2 16,1-5-6-16,-5 0-13 0,1-2-20 0,-2-2-40 16,-2-4-76-16,0-1-103 0,0-1-170 15,-1-3-289-15,1-2-336 0,1 1-356 0,-1 2-188 16,3-4 199-16,-1 5 685 0</inkml:trace>
  <inkml:trace contextRef="#ctx0" brushRef="#br2" timeOffset="52213.21">22706 1534 184 0,'-2'2'625'0,"1"0"387"0,-3-1 157 15,4 0-185-15,-3 1-302 0,2-2-217 0,1 0-119 16,0 2-54-16,0-2-30 0,0 1-19 15,0 0-28-15,1-1-28 0,2 2-38 0,-1-1-27 16,1 1-30-16,0-1-14 0,1-1-5 0,2 1 1 16,0 1 2-16,2 0-10 0,0-1-5 0,4 2-12 15,0-1-1-15,3 1-7 0,1-2-5 16,1 2-8-16,0 0 0 0,1 0-1 0,2 0-5 16,-2-1-4-16,3-1-2 0,-2 3-2 0,1-4-5 15,-1 1-4-15,1-1-2 0,-2 0-1 0,-2-1-1 16,2 1-1-16,-2-3-1 0,-1 2 1 0,0 0-1 15,-3-3-1-15,-2 2 0 0,-1-2-1 16,2 2 0-16,-5-3-2 0,3 1 0 0,-2-1-4 0,-2 1-12 16,0-2-28-16,-4 1-66 0,2-1-77 0,-3 2-158 15,-3-1-283-15,2 1-323 0,-4 2-361 16,0 2-251-16,-2 0 40 0,2 2 682 0</inkml:trace>
  <inkml:trace contextRef="#ctx0" brushRef="#br2" timeOffset="59743.87">23958 1645 174 0,'2'6'775'16,"-2"0"433"-16,-2-1 59 0,2-1-158 0,0-1-419 15,0-1-238-15,0 2-98 0,0-2-57 16,2-2-39-16,-2-3-31 0,3-2-39 0,2-6-54 16,-1-2-53-16,7-4-30 0,-3-3-11 0,3-2-6 15,3-4-5-15,-2 0-2 0,2 3 0 0,-3-2 1 16,-2 4-5-16,2 5-3 0,-4 0 0 0,-1 4-1 16,-3 4-3-16,2 2-3 0,-2 2-3 0,2 6-1 15,-4 4-3-15,1 8-2 0,-1 2-2 0,-1 7 0 16,0 2 0-16,2 5 3 0,-2-3-1 0,2 4 0 15,-1 1 0-15,1 0-2 0,-1-4 0 16,4-2-3-16,-1-4 0 0,0-2 0 0,2-5 0 16,1-3 0-16,-2-5 0 0,3-4 0 0,1-6 2 15,2-4 0-15,0-7 1 0,3-4-1 0,1-3 1 16,-1-2-2-16,0-5 0 0,0 3 0 16,-3-1 0-16,1 3 2 0,-2 1-1 0,-2 4 2 15,-1 4 0-15,-2 1 0 0,-1 1-1 0,1 5 0 16,-4 2 0-16,1 4-1 0,-2 2-1 0,0 5 0 15,-2 5 0-15,1 1 1 0,-1 3 2 0,-1 3-1 16,0 1 0-16,2 1 1 0,1 3-1 16,0-3-2-16,0-1 0 0,0 1 0 0,3-2-2 15,1-3-1-15,1-1-8 0,1-2-34 0,1-3-73 16,1-5-78-16,2-4-141 0,0-1-255 0,1-4-327 16,3-7-340-16,2 1-214 0,2 0 1 0,-1-4 552 15</inkml:trace>
  <inkml:trace contextRef="#ctx0" brushRef="#br2" timeOffset="60058.3">24750 1453 307 0,'-6'4'954'15,"-4"-2"472"-15,1 4 54 0,-7 3-252 0,-2 3-465 16,0 2-275-16,-3 2-145 0,0 2-106 0,-1 5-84 16,0-1-54-16,1 2-34 0,3-1-22 15,3-1-16-15,5-1-12 0,1-6-8 0,6 0-6 16,5-6-4-16,3-3 0 0,4-4 0 0,7-7 0 15,3-7-2-15,2-3 0 0,4-7 0 0,0-4-1 16,2-2-2-16,-2 1 1 0,-1-2 1 0,-2 2 3 16,-2 2 1-16,-3 2 1 0,-2 4 0 0,-4 5 1 15,-3 1 1-15,0 2-1 0,-3 7 0 0,-4 2 0 16,-2 5 0-16,-2 3-1 0,-3 4 1 0,-1 3-1 16,-1 4 0-16,0 2 2 0,-1 0 0 0,-1 4 1 15,2-1 1-15,2 2 2 0,-3 2-2 0,2-2-1 16,3 0-2-16,-1 1-15 0,1-4-50 15,1-1-70-15,2-1-94 0,1-4-160 0,0-1-301 16,0-5-330-16,1-2-307 0,4-4-191 0,0-3 172 16,1-4 630-16</inkml:trace>
  <inkml:trace contextRef="#ctx0" brushRef="#br2" timeOffset="60517.36">24945 1470 55 0,'3'7'523'0,"-2"5"403"0,1 3 202 0,-2 2-15 16,2 4-363-16,-2 1-267 0,1 5-118 16,1 2-32-16,-1 3-13 0,4 5-37 0,-4 1-40 15,2 4-36-15,1 1-55 0,-3 0-57 0,4 2-42 16,-2 0-26-16,2-1-12 0,0-1-7 0,-1-1-2 16,-2-3-3-16,0-3 3 0,-2-3-1 0,0-4 1 15,-2-5 15-15,0-5 10 0,-4-4 4 0,3-5-1 16,-3-1 1-16,-1-7-2 0,2-3-12 0,-4-6-11 15,5-4-4-15,-3-2-1 0,1-6-1 16,-2-3-1-16,0-6-1 0,3-4 0 0,0-6-2 16,1-5 0-16,2-4-3 0,2-2-2 0,2-3 0 15,4 1-2-15,1 2 0 0,2 3 1 0,2 2-1 16,2 5 4-16,2 2 1 0,0 2 3 16,2 4 0-16,-1 1 0 0,1 3 2 0,-1 2-1 15,3 3 0-15,-3 4-2 0,-2 3 1 0,-1 2 1 16,-1 5-2-16,-2 1 1 0,1 3 1 0,-5 4 0 15,1 4 3-15,-4 2 1 0,-2 3 1 0,-2 6-2 16,-2 2 1-16,-4 5 0 0,-2 2-3 0,-2 3 0 16,-2 3 0-16,-3 3-2 0,0-1-1 0,-1 5-2 15,-2-1-28-15,2-2-71 0,-2-2-66 0,1-3-133 16,3-4-207-16,2-6-320 0,2-7-322 16,5-5-225-16,1-7-80 0,3-6 447 0,4-5 581 15</inkml:trace>
  <inkml:trace contextRef="#ctx0" brushRef="#br2" timeOffset="60883.32">25213 1444 292 0,'8'-5'877'15,"-1"3"357"-15,-4 1-3 0,2-2-219 0,-1 6-302 16,-1 0-209-16,0 4-125 0,1 0-69 16,-3 3-46-16,2 1-44 0,-1 1-66 0,0 4-58 15,-1 1-35-15,1 3-17 0,0 1-9 0,1 0-10 16,-3 5-7-16,1-3-4 0,4 3-4 0,-4-2-1 15,2-2-4-15,-1-1 0 0,1-3 0 0,-1-1-2 16,1-5 1-16,-1-2 0 0,-1-2 1 16,3-2-1-16,-4-5 0 0,1-1 0 0,2-3 0 15,-1-3-2-15,2 0 1 0,-2-3 0 0,1-1-1 16,0-2 0-16,1-4 0 0,0 0 1 0,1-2-2 16,3-3-1-16,-4-1 0 0,1-4 1 0,2-1 2 15,-1-1 1-15,2-1 1 0,-4 2 5 0,3 2 5 16,-2 2 4-16,-2 5 3 0,0 3 3 0,-1 2 0 15,-1 4-2-15,3 1-5 0,-4 3-5 16,0 4-4-16,0 0-3 0,-4 2-3 0,3 4-1 16,-1-1-2-16,1 2-1 0,-1 2 0 0,0 0-1 15,1 3-3-15,2-5-15 0,-1 3-33 0,2 1-66 16,1-3-63-16,-1 0-92 0,1-1-150 0,1 0-203 16,-2-1-287-16,1 1-223 0,0 0-193 0,2 1 55 15,-2-5 444-15</inkml:trace>
  <inkml:trace contextRef="#ctx0" brushRef="#br2" timeOffset="61477.01">25601 1650 455 0,'3'2'909'0,"0"2"251"0,3-6-18 0,1-2-306 16,2-2-322-16,5-5-199 0,1-2-77 0,0-2-15 15,3-3 0-15,1 0-3 0,-2-2-10 0,1-1-18 16,0 0-28-16,-3 2-30 0,-2 0-30 0,-1 0-17 16,-4 5-7-16,-2-2-3 0,-2 4-3 0,-4 0-4 15,-4 4-7-15,0 0-10 0,-6 3-8 0,-2 4-6 16,-4 2-5-16,-2 6-3 0,1 1-4 0,-4 4-2 15,4 3-5-15,-4 4-4 0,4 0-5 16,1 2-3-16,1 1-3 0,5 1-1 0,2 1-1 16,0 0 1-16,7 1-1 0,-1-2-1 0,4 2-1 15,5-3-2-15,1 3-1 0,4-1-1 0,0-2-1 16,2 2 0-16,3-1-1 0,0-1-2 16,0-1-3-16,-4 3-4 0,0-3-1 0,-1 3-1 15,-3-4 0-15,-3 2 3 0,-2 0 5 0,-3 2 3 16,-4-3 4-16,-3 1 1 0,-2 2 2 0,-3-3-1 15,-3 1-1-15,-1-1 2 0,-2 0-2 0,-1-3 0 16,1-1 2-16,3-4-2 0,0-1-7 16,3-6-22-16,3-3-64 0,-2-3-73 0,6-4-136 15,0-1-215-15,3-7-311 0,2 0-362 0,4-3-268 16,0-1-100-16,3-4 480 0,0 1 630 0</inkml:trace>
  <inkml:trace contextRef="#ctx0" brushRef="#br2" timeOffset="62125.24">25966 1552 124 0,'-5'-1'727'16,"0"-1"450"-16,1-1 85 0,0 1-151 0,4-3-387 15,0-1-284-15,7 0-104 0,-2 0-46 0,4-2-34 16,2-1-20-16,0 0-30 0,4 2-56 0,0-1-51 16,0 1-41-16,0 3-19 0,1-1-16 0,0 4-8 15,-2 2-6-15,0 4 1 0,-2 0 2 0,-2 4 5 16,-2 2 8-16,-3 1 9 0,-2 3 9 0,-3 3 3 15,-3 1 2-15,0 2-1 0,-2 3-3 16,-1 0-6-16,-2 1-6 0,3 1-7 0,-1 1-5 16,-1 0-4-16,3-1-5 0,-1-2-4 0,2-4-3 15,3-1-3-15,0-4-3 0,3-3-2 0,3-7-11 16,1-1-26-16,2-8-77 0,4-4-89 16,0-5-174-16,-1-6-289 0,2-5-339 0,2 2-387 15,-2-6-209-15,1 0 157 0,-1 0 726 0</inkml:trace>
  <inkml:trace contextRef="#ctx0" brushRef="#br2" timeOffset="62308.74">26323 1131 416 0,'-9'-20'1364'0,"-2"8"366"0,-4 5-256 16,-2 1-347-16,-2 2-481 0,3 4-278 0,1 0-170 16,-1 1-81-16,0 2-44 0,3 1-25 0,4 0-19 15,-2 0-14-15,4 0-8 0,4 1-6 0,2-1-2 16,2 1-3-16,2 0-14 0,2 3-51 0,2-1-73 15,2 1-118-15,-3-2-211 0,2 2-309 0,0 1-356 16,3 1-313-16,-5 1-136 0,3 1 414 0,0 0 688 16</inkml:trace>
  <inkml:trace contextRef="#ctx0" brushRef="#br2" timeOffset="62590.67">26261 1605 324 0,'2'22'717'0,"1"-4"276"0,4-1 80 15,2-4-231-15,2-4-286 0,0-3-190 0,3-4-104 16,1-4-60-16,0-4-50 0,1-3-45 16,2-4-27-16,-2-4-11 0,2-2 17 0,0-2 45 15,-1-3 52-15,-1 1 41 0,-2-1 13 0,-2 3-8 16,-2-1-22-16,-3 2-39 0,-4 1-42 0,-3 3-35 16,-3-1-20-16,-4 1-10 0,-2 5-9 0,-2-1-3 15,-3 3-5-15,-1 4-3 0,-2 5-3 0,1 3-5 16,-2 5-4-16,1 4-8 0,0 2-4 0,3 6-6 15,-2 3-5-15,5 2-3 0,0 2 0 0,2 3 0 16,1 3-1-16,3 2 0 0,1-1-2 16,4 0-2-16,4 0-12 0,1-5-38 0,3-1-83 15,2-7-146-15,2-6-258 0,4-4-322 0,-1-1-411 16,0-3-429-16,0-5-43 0,0 1 717 0</inkml:trace>
  <inkml:trace contextRef="#ctx0" brushRef="#br2" timeOffset="63494.13">26630 1877 466 0,'0'4'957'15,"-2"-4"274"-15,2 0-49 0,-1-2-331 0,-1 0-327 16,2-4-215-16,0 2-118 0,0-5-60 0,2-3-35 15,2-2 3-15,1-5 16 0,3-3 15 16,2-2 17-16,2-4 5 0,3-1 5 0,0-1-17 16,1-2-26-16,2 1-25 0,-2 1-22 0,-1 4-14 15,0 3-16-15,-5 4-9 0,0 1-8 0,-3 6-4 16,0 3-6-16,-4 3-3 0,2 3 1 0,-3 3 2 16,-2 6 3-16,0 3 1 0,-2 6 1 0,0 5 1 15,-1 1-1-15,2 3 4 0,-4 4 2 0,4-3-1 16,-2 2-1-16,-1 2 0 0,3-2 0 15,1-2-8-15,0-2-3 0,0-2-3 0,0-3-1 16,1-3-1-16,3-5-1 0,-1-3-1 0,3-3 0 16,2-4 1-16,1-6-2 0,4-6 1 0,1-4 0 15,3-5-2-15,1-3-1 0,1-3-1 16,2-3 0-16,-3 1 0 0,3 1 0 0,-2 1 3 16,-2 3-1-16,-2 1 2 0,-1 5 0 0,-3 3-1 15,0 3 0-15,-5 3-1 0,-1 3 0 0,0 3 0 16,-5 4 0-16,0 4 1 0,0 5 1 0,-3 0 1 15,-2 3 1-15,0 5 1 0,-3 0 2 0,4 3 1 16,-1 2-1-16,-2-1-1 0,2 2 0 16,-2 0-1-16,2-1-2 0,0-1-2 0,2-2 0 15,0-2 0-15,1-3-3 0,5-3-6 0,1-5-20 16,2-2-71-16,3-5-77 0,2-8-140 0,2-4-255 16,1-3-322-16,4-6-366 0,2 0-233 0,1-5-16 15,0-2 575-15</inkml:trace>
  <inkml:trace contextRef="#ctx0" brushRef="#br2" timeOffset="63667.32">27474 1449 77 0,'10'14'648'16,"-1"1"505"-16,-4 7 210 0,-3 2-67 15,-2 3-350-15,-4 3-328 0,1 2-188 0,-4 0-113 16,-1 1-83-16,0-1-78 0,-1-1-61 0,0-1-42 16,1-5-24-16,4-2-17 0,0-6-43 0,4-7-82 15,0-5-121-15,4-7-218 0,0-5-293 16,3-10-363-16,0-2-362 0,3-7-128 0,-2-4 421 15,2-1 714-15</inkml:trace>
  <inkml:trace contextRef="#ctx0" brushRef="#br2" timeOffset="63826.32">27530 1046 40 0,'-4'-13'602'0,"3"4"519"16,-4 2 185-16,-3 4-102 0,4 4-311 0,-3 5-312 15,1 1-173-15,-1 6-106 0,-2-2-57 0,3 6-49 16,-1-3-59-16,2-1-53 0,-2 4-39 0,4-3-21 15,0 3-14-15,3-3-9 0,-2 2-23 0,4-1-68 16,-2 2-92-16,3-2-170 0,0 0-286 0,1 0-320 16,1 0-353-16,0 1-203 0,1 1 181 15,-1-1 658-15</inkml:trace>
  <inkml:trace contextRef="#ctx0" brushRef="#br2" timeOffset="64130.04">27746 1658 73 0,'13'8'598'0,"-1"-3"450"0,-2-2 179 0,0-6-82 16,2-2-370-16,-1-4-231 0,5-3-108 0,-3-1-66 16,2-5-45-16,0-2-36 0,-2-1-36 15,-1 0-61-15,-1-1-56 0,-3-1-31 0,1 2-20 16,-4 0-14-16,-2 2-11 0,1 4-7 0,-8-2-9 16,1 5-8-16,-3 4-7 0,-5 3-8 0,-2 4-8 15,-2 5-7-15,-3 3-5 0,-1 5-1 0,0 4-2 16,0 6 1-16,0 0 1 0,3 5 2 0,2 3-1 15,1 5 2-15,1 1-1 0,2 1 1 0,2 4-1 16,5-1-1-16,5 0 0 0,3-5-1 16,7-3-1-16,4-4 0 0,8-4-2 0,6-4 1 15,1-7 0-15,7-1 0 0,0-6-4 0,5-1-11 16,-4-5-22-16,1-4-54 0,-3 0-80 0,-3-1-153 16,-2-3-273-16,-7 2-319 0,1-3-389 15,-4 2-329-15,-4 0-6 0,-3-2 703 0</inkml:trace>
  <inkml:trace contextRef="#ctx0" brushRef="#br2" timeOffset="86780.44">10411 8910 120 0,'2'2'391'0,"-1"-1"230"0,-1-1 176 0,0 0-79 15,0-1-117-15,0 1-98 0,0-2-60 0,0 2-57 16,0-2-61-16,0 2-62 0,0-1-59 15,0 1-53-15,0 0-50 0,0 0-26 0,0 0-14 16,0 0-10-16,0 0 3 0,0 0 10 16,0 0 24-16,2 0 23 0,-2 0 20 0,0 0 7 15,2 0-1-15,-2 0-2 0,1 0-19 0,-1 0-22 16,0 0-17-16,0 0-10 0,2 0-10 16,-2 0-13-16,1 0-3 0,-1 0-8 0,0 0-7 15,0 0-7-15,0 0-2 0,0 0-2 16,0 0-1-16,0 0 1 0,0 0-1 0,0 0-2 15,0 0-2-15,0 0-4 0,0 0-1 0,0 0-1 16,0 0-2-16,0 0-1 0,0 0 0 16,0 0 1-16,2 0 2 0,-2 0 8 0,4 0 4 15,-1 0 3-15,-1 1 1 0,1-1 0 16,2 0-2-16,-2 0-7 0,1 0-5 0,0 0-3 16,2 0 0-16,-1 0 2 0,-2 0 3 0,2-1 2 15,0 1 1-15,1 0 2 0,2-2-1 0,-3 2-3 16,1 0-3-16,-1-1-2 0,1-2 1 15,0 3-1-15,-1 0 0 0,0 0 1 0,0-2 0 16,-2 2 0-16,0 0-1 0,0 0-1 16,-1 0 0-16,1 0-2 0,0 0 1 0,-3 0-1 15,2 0 0-15,-1 0 0 0,-1 0 1 0,0 0 2 16,0 0 1-16,0 0 3 0,0 0 0 16,0 0-1-16,0 0 1 0,0 0-1 0,2-3-4 15,-1 3 1-15,-1-2-2 0,2 2-1 16,-2 0-1-16,2-1 0 0,-1 0 1 0,1 1-1 15,-1-1 0-15,-1-2 1 0,2 2 0 16,-2 1 1-16,0 0 0 0,0-1 5 0,0 1 4 0,0 0 7 16,0 0 5-16,0 0 3 0,-2 0 1 15,1 0-4-15,-2 0-3 0,-1 0-6 16,0 0-6-16,-2 0-2 0,-1 0-2 0,2 0-2 16,-3 0 1-16,0 0-2 0,1 0-1 0,-1-2 2 15,0 2-1-15,1 0 0 0,-2-2 0 0,4 2 1 16,1 0-1-16,-1 0-1 0,1 0 0 15,1 0-1-15,-1 0 0 0,2 0-1 0,2 0 0 16,-3 0 0-16,3 0 0 0,0 0 0 16,-1 0-1-16,1 0 1 0,0 0-1 0,0 0 1 15,1 0-1-15,1 0 1 0,-1 0 0 0,5 0 1 16,-3-1 1-16,2 1-1 0,0 0 0 16,0-1 1-16,3 1-1 0,-2-2-1 0,2 0 1 15,-2 2 1-15,2-2 0 0,-2 0-1 16,2 1 0-16,-3-1 1 0,0 1 0 0,0-1-1 15,-2 1 1-15,0-1 0 0,0 2 0 0,0-1 0 16,-3 1 2-16,3-2-1 0,-3 2 3 0,0 0-1 16,0-2 1-16,-1 2 1 0,-1 0-2 15,1-1 0-15,-1 1-2 0,-1-1 0 0,2 1 0 16,-1 0 0-16,0 0-1 0,2 0 1 16,0 0-1-16,-1 0 0 0,1 0 0 0,0 0-1 15,0 0 0-15,0 0 0 0,0 0 0 0,0 0 1 16,0 0-1-16,-2 0 1 0,2 0 0 15,0 0 1-15,0 0 1 0,-1 1 0 0,-1-1-1 16,-1 1 1-16,0 1 0 0,-1 0-1 16,0-1-1-16,0 1 1 0,-2-1 0 0,2 2-1 15,0-1 1-15,0-2-1 0,0 1 1 0,1 1 0 16,0-2 0-16,1 0 0 0,1 0-1 16,-2 0 0-16,1 0-1 0,2 1 0 0,-1-1 0 15,-1 0-1-15,2 0 1 0,0 0 0 16,0 0-1-16,0 0-1 0,0 0 0 0,0 0-1 15,0 0 0-15,3-1 0 0,-1 1 0 0,2-2 1 16,3 1 0-16,-1-1 2 0,2 1 0 0,1-2 0 16,1 1 0-16,0-1 0 0,-1 0 0 15,2 0 0-15,-3-1-1 0,2 3 1 0,-1-3 1 16,-3 0 0-16,2 1 1 0,-3 2 0 16,-2-3 1-16,3 3 0 0,-4-1-1 0,1 1 2 15,-1-2 0-15,-1 3 0 0,-1 0 1 0,0-2 0 16,-1 2-1-16,-1 0 0 0,-1-3 0 15,0 1-2-15,-2 2 1 0,-1-1 0 0,-1 0 0 16,1 1 0-16,-2-1 0 0,-1 1-1 0,2 0-1 16,-1 0 1-16,-1 1 0 0,4-1-1 15,-1 1 0-15,3 0 0 0,-2 1-2 0,3 1 0 16,-1-1-1-16,2 2 1 0,1 1-1 16,1 1 0-16,-1-2 0 0,3 2 1 0,-1 0 0 15,1-1-1-15,2-1 1 0,-2 1 1 0,2-1-1 16,1-1 1-16,0 0 0 0,-1 2 0 15,0-4 0-15,2 0-1 0,0-1 0 0,-1 0 0 16,-1 0 1-16,0-1 0 0,-2 0 0 0,1-1 2 16,-3-1 1-16,1 2 0 0,-1-3 1 15,-1 3 0-15,-1-2 2 0,-1 0-1 0,-1 0 0 16,-2 0-1-16,0 0-1 0,0 0 0 16,-1-1 1-16,-3 1-2 0,1-2 0 0,-2 1 1 15,-1 1-1-15,3-3 0 0,0 3-1 0,0-2 0 16,1 2 0-16,0 0 0 0,3 2 0 0,0-3 0 15,1 4 1-15,0-1-1 0,1 1 0 16,2-1-1-16,-1 1 0 0,1-2 0 0,-3 2 0 16,3 0 0-16,0 0 0 0,0 0 1 15,0-2-1-15,0 2 1 0,-2 0-1 0,2 0 1 16,0 0 0-16,0 0 0 0,0 0 0 0,0 0 0 16,0 0-1-16,0 2 0 0,0-2-1 15,0 0 1-15,0 0-1 0,0 0 0 0,0 0 1 16,2 0-1-16,-2 2 0 0,3-2 1 15,-2 1-1-15,1-1 0 0,1 1 1 0,0 2 0 16,1-2 1-16,0 0-1 0,1 0 0 0,-2 1 0 16,3 1 0-16,-1-3 0 0,-2 0 0 15,2 2 0-15,-2-2 0 0,-1 0 1 0,1 0 0 16,-3 3-1-16,2-3 0 0,-1 1-2 16,-1-1-4-16,0 0-12 0,-1 2-25 0,-1-1-74 15,-1 1-95-15,0 2-181 0,-2 2-284 0,0 0-343 16,0 3-404-16,-2 0-218 0,2 0 192 0,0 1 756 15</inkml:trace>
  <inkml:trace contextRef="#ctx0" brushRef="#br2" timeOffset="89276.3">17090 10467 255 0,'0'-2'556'0,"-4"0"290"15,3 2 174-15,-2 0-191 0,1-1-192 0,-2 1-139 16,0 0-102-16,1 0-80 0,0 0-49 0,1 0-28 15,1 1-4-15,-1-1-3 0,2 2-15 0,-1 0-25 16,-1-1-41-16,0 2-39 0,2 0-42 16,0-1-30-16,0 1-19 0,0 0-7 0,2-1-4 15,0 3-1-15,1 0-2 0,0 1 1 16,3-2 1-16,0 2-2 0,-1 0 0 16,2-1-3-16,-3-2 1 0,3 1-1 0,-1-1 0 15,2-2 0-15,-2 3 0 0,2-3 9 0,-1 0 4 16,0-1 1-16,1 0 1 0,-1 0 0 0,1-1 0 15,1 0-8-15,-3-3-4 0,1 3-2 16,-1-2-3-16,-1 1 0 0,1 0-2 0,-3 0 0 16,0 1 2-16,1 1 0 0,-3-2 2 15,-1 2 9-15,0-1 4 0,0 1 3 0,-1 1 1 16,-3-1 0-16,1 2-2 0,-2-2-6 0,-1 3-4 16,2-2-3-16,-3 0-1 0,1 1-2 15,-1 0-1-15,-2 0 0 0,3 0-2 0,-1 1 1 16,2 0 0-16,-4 0 1 0,5 0 2 0,-1 0 0 15,1-1 2-15,1 3 0 0,0-4 0 16,1 0-1-16,1 0-1 0,-1-1-2 0,2 3-2 16,2-3-1-16,-1 0-1 0,3 0 1 0,0 0 0 15,0 0 0-15,2 0 0 0,2-3-1 16,-4 1 2-16,4 1-2 0,-1-4 1 16,-1 0 1-16,3 1 1 0,-4-1 0 0,3-1 0 15,-3 1 0-15,0 0 0 0,2 0-1 0,-3-1 0 16,1 0 1-16,-4 2-1 0,2-1 2 0,-1 1 0 15,-2 0 1-15,-2-1 0 0,2 2-1 16,-3 0 1-16,0 1-1 0,-2-3-1 0,0 4 0 16,-1 0 0-16,2-1 0 0,-3 0 0 0,1 2-1 15,1-1 1-15,2 1 0 0,-2 0 0 16,2 0 0-16,2 0-2 0,1 0 0 0,-2 0-1 16,2 1 0-16,2 1-1 0,-2 0 0 15,1-1 1-15,2 0 1 0,2 1 0 0,-2-2-2 16,0 0 2-16,0 0 1 0,2-2-1 0,-2 2 0 15,1-2 1-15,-1 0 0 0,0-1-1 16,1 0 1-16,-1 0 0 0,1-2 1 0,-3 3 0 16,3-1 0-16,-3-2 1 0,1 2-1 0,-1 0 1 15,-1-1-1-15,2 1-1 0,-2-1 1 16,0 0-1-16,-2 2 1 0,2-4 0 0,-3 3-1 16,2 0 0-16,-3-2 1 0,-1 3 0 15,2-1 1-15,-3 0-1 0,2 0 0 0,0 1 1 16,-1 1-1-16,2 1 0 0,0 0-1 0,1 1-1 15,2 4 1-15,0 1-1 0,2-1 1 16,0 0-2-16,-1 2 1 0,4-1 1 0,-2 0 0 16,4 1-2-16,-1-1 1 0,-2-1 0 15,3-2-2-15,-1 1 1 0,-1-2 1 0,0-1 1 16,2-1-1-16,-2 0 2 0,-1-1-1 0,0 1 1 16,0-4 0-16,-3 3-1 0,2 0 0 15,-1-1 0-15,0 1 0 0,0 1 0 0,-2-2-1 16,0 2 2-16,2 0-1 0,-2-1 2 15,0 1 0-15,-2-2 1 0,2 2-1 0,0 0-1 16,-4 0 0-16,2 0 1 0,2 0-1 0,-1 0-1 16,-1 0 2-16,2 0-2 0,0 2-1 0,0-1-1 15,0 2 0-15,2 1 1 0,-1 1-1 16,1 0 1-16,2-1 0 0,1 0 0 0,-2 3 1 16,2-2-3-16,-2-3 1 0,1 2 0 15,0 0 1-15,-2-2-1 0,1-1 2 0,2 0 0 16,-4 1 1-16,-1-2 1 0,2 2 1 0,-2-2 0 15,-2 0 0-15,1 0-1 0,-1 0 0 16,-1 0-1-16,0 0-1 0,-2 0 0 0,2 0 0 16,1 0 0-16,-1 0 0 0,2 0 0 15,-3 1 1-15,1 0-1 0,2-1 1 0,-3 2-1 16,2-1 0-16,-2 1 0 0,3 1 0 0,-1-2-1 16,1 1 0-16,-1 1 0 0,0-2 1 15,1 2-1-15,-1-1 1 0,2-1-1 0,-1 1 0 16,1 0 1-16,1 0-1 0,-1 1 1 15,2 0-1-15,-1 0 0 0,3 0-1 0,-3 0 0 16,2 0 1-16,3 0 0 0,-2-1 0 0,-3 3 0 16,2-4 0-16,1 1 0 0,-3 1 1 0,1-3 0 15,-1 0 0-15,1 2-1 0,-2-2 1 16,0 0 0-16,0 0 0 0,0-2 0 0,0-1 1 16,-2 1 0-16,2-4 0 0,-3 4 0 15,2-4 1-15,-3 0-1 0,1 1 1 0,-2-1-1 16,1 2 0-16,-1 0-1 0,-1-2 1 0,1 1 0 15,0 1-1-15,0 2 1 0,1 0 0 16,1 0 1-16,1 0-2 0,1 4 0 0,1 0 0 16,0 0 0-16,0 1-2 0,0 2 0 15,1-1 1-15,1 2 0 0,1-1-2 0,0-3 2 0,0 3 0 16,-2 0-1-16,3-3 1 0,-3 2-1 16,3-2 1-16,-3 3-2 0,1-3-16 0,-2-2-52 15,1 5-75-15,-1-4-109 0,0-1-185 16,0 0-306-16,0 0-342 0,0 0-299 15,0 0-139-15,2 0 308 0,0-1 642 0</inkml:trace>
  <inkml:trace contextRef="#ctx0" brushRef="#br2" timeOffset="91577.73">21985 10617 111 0,'0'0'377'0,"0"0"208"16,0 1 161-16,0 0-116 0,0-1-175 0,0 2-115 15,0 1-59-15,0-3-24 0,0 0-8 16,0 2-4-16,0-2-9 0,0 0-16 0,-2 0-19 16,2 0-31-16,-2 2-31 0,2-2-26 15,-3 0-25-15,3 0-19 0,0 0-11 0,0 0-5 16,-1 0 0-16,1 0-1 0,0 0 1 0,1 0-3 16,-1 0-12-16,0 3-9 0,0-3-7 15,3 0-8-15,-3 1 17 0,2-1 10 0,0 1 13 16,-1 0 7-16,2 2-1 0,1-3-4 15,-3 2-18-15,3 0-13 0,0 0-14 0,1-2-6 16,-1 1-6-16,1 0 1 0,0-1-2 0,0 2-2 16,0-2 3-16,1 2 1 0,-2-2 0 0,1 0 0 15,0 1 0-15,0-1 6 0,-2 1-2 16,0-1-1-16,2 2 5 0,-2-2-2 0,-2 0 3 16,1 1 16-16,1-1 33 0,-3 2 39 15,2-2 28-15,-2 0 16 0,0 1 2 0,0-1-20 16,-2 2-27-16,2-1-31 0,-3-1-27 0,1 2-12 15,-1-1-7-15,-3 1-3 0,2-1 1 0,-3 1 1 16,1-1 2-16,-1-1-2 0,-2 2 0 16,4-1 2-16,-3 1-1 0,2-1-2 0,0 0-3 15,1 1-2-15,2 0-2 0,0-2-4 16,-1 1-2-16,3 2-2 0,1 0-1 0,0 0-1 16,0 0-1-16,0 0-1 0,1 0 2 0,1-1 0 15,1 3-1-15,1-4 1 0,0 1 2 16,2 1-1-16,1 1-1 0,-1-1 0 0,1-2 0 15,2 1-1-15,-1 0-1 0,0-2 1 0,0-2-1 16,1 0 2-16,-3 2 0 0,1-1 0 16,-1 0 0-16,-1-1 0 0,-1 0 0 0,0 0-1 15,-1 2 2-15,-2 0-1 0,1 0 2 16,-2 0 0-16,0-3 0 0,0 3 0 0,-2-1-1 16,1 0-1-16,1 1 2 0,-2 0-2 15,2-1 0-15,0 1 1 0,-1 0-1 0,1-3 1 16,0 3-3-16,0 0 0 0,0 0 1 0,0 0 1 15,0 0 0-15,0 0-1 0,0 0 1 16,0 0 0-16,0 3 0 0,1-3 0 0,-1 1-1 16,2-1 0-16,-1 2 1 0,3 1 0 0,-1 1 0 15,2 0 0-15,-1 2 0 0,4-1 2 16,-2-1-2-16,1 2 0 0,-1-1 0 0,2 0 0 16,0 0-1-16,-2-2-1 0,1 0 2 0,-2 0-1 15,-2-1 1-15,1-2 0 0,-2-2 0 16,-1 1 0-16,-1-2 1 0,-1-2 0 0,-1 0 1 15,-2 0 1-15,-1-1-3 0,0 0 1 0,-1-2 1 16,-2 2-2-16,-1-2 1 0,-3 3-1 16,3-1 1-16,-2-1-1 0,0 1 0 0,1 2 0 15,-1-2-1-15,2 2 1 0,0-1 2 0,0 2-1 16,1 0 1-16,4 0-1 0,-1 2 1 16,-2-1-1-16,6 1-1 0,-4-1 1 15,2 2-1-15,2-1-1 0,1 1 1 0,-2 0-2 16,0 0 0-16,2 0-1 0,2 0 0 0,0 0 0 15,-1 0 0-15,1 0 1 0,1 0 1 16,1 0 0-16,1 0-1 0,-2 0 1 0,2 0 0 16,2 0 1-16,-1-2 0 0,1 2 0 0,0-1 1 15,-2 0-1-15,1-1 1 0,-1 0 0 16,-1 2-1-16,0-1 0 0,-1 1 0 0,-2-1 1 16,1 1 1-16,-2 0 0 0,-2-2 1 0,1 0-1 15,-2 0 0-15,-1 2-1 0,-2-3 0 0,2 2 0 16,0 0 1-16,0 1 0 0,0-1-1 15,1-2 0-15,0 3 1 0,0-2-1 0,0 2-1 16,1 0-2-16,2 0 3 0,-1 0-2 16,1-2 1-16,-2 2-1 0,2 0-1 0,0 0 0 15,2 0-2-15,-2 2 1 0,1-2 0 0,4 0 1 16,-4 2 2-16,2 1-1 0,2-2 1 16,-1 0-1-16,0 3 1 0,0-4-1 0,0 2 1 15,0 0 0-15,0 0 0 0,-1-2 1 16,-1 1-1-16,-1-1 0 0,1 0 1 0,0 0 1 15,-4 0 0-15,0-1 0 0,1-1 1 0,-1 0 0 16,-3 0 0-16,3-1-2 0,-5 1 1 16,4 1 0-16,-2-4-1 0,0 3 0 0,0 2 0 15,-2-3-1-15,2 1 0 0,0 1 1 16,2 0-1-16,-2-1 0 0,4 0 1 0,-3 2 2 16,3 0 1-16,-1-1 0 0,2 1 1 0,0 1-1 15,0-1 0-15,2 4-3 0,-1-3 0 16,1 2-1-16,0 0-1 0,3 1 1 0,-4 1-2 15,2-1 0-15,2 0-1 0,-2-1-6 0,2 2-29 16,-2-3-79-16,-2 3-103 0,1-2-201 16,0 1-293-16,-1-1-347 0,-1 0-384 0,0-3-161 15,0 0 313-15,0 0 737 0</inkml:trace>
  <inkml:trace contextRef="#ctx0" brushRef="#br3" timeOffset="100425.97">21756 3321 151 0,'0'-8'681'0,"-2"-1"454"0,2 0 202 16,-2 2-58-16,1 1-335 0,1-2-267 0,-2 3-174 16,2-1-110-16,0 0-86 0,0 2-87 15,2 2-51-15,-1-1-33 0,1 1-11 0,-2 2-5 16,3 2-106-16,2 2-14 0,-4 3 0 0,2 5 0 16,1 5 0-16,-3 5 0 0,-1 7 0 0,0 7 0 15,0 3 0-15,-3 4 0 0,-2 4 0 16,-1 2 0-16,1 0 0 0,1 0 0 0,-3-2 0 15,2 0 0-15,-1 0 0 0,0-5 0 16,1-3 0-16,2-5 0 0,0-2 0 0,0-4 0 16,-1-5 0-16,3-2 0 0,-1-4 0 0,1-4 0 15,-1-3 0-15,0-1 0 0,0-2 0 16,-2-3 0-16,1 2 0 0,0-4 0 0,-2 1 0 16,2-3 0-16,0-4 0 0,-1 2 0 15,0-5 0-15,-1-2-104 0,1-1-119 0,-3-5-124 16,2 0-205-16,0-3-300 0,1-2-367 0,-2-1-337 15,3-1-92-15,-1-2 478 0,1-2 692 0</inkml:trace>
  <inkml:trace contextRef="#ctx0" brushRef="#br3" timeOffset="100970.29">21474 3032 387 0,'-1'-11'913'16,"-3"0"313"-16,1 1 14 0,0-1-189 0,1 2-282 15,1 0-210-15,1 3-124 0,-2 2-74 0,2 0-65 16,0-1-83-16,0 4-70 0,0-4-38 16,2 5-23-16,-2-2-14 0,0 2-9 0,0 0-3 15,1 2-2-15,-1 3-3 0,2 1-3 0,1 2-4 16,0 6-13-16,2-1-31 0,0 5 0 0,2 4 0 16,3 0 0-16,0 6 0 0,2 1 0 15,1 4 0-15,3 0 0 0,-4 1 0 0,6 1 0 16,-2-1 0-16,1-1 0 0,2-4 0 15,2-2 0-15,0-5 0 0,2-4 0 0,2-6 0 16,2-6 0-16,1-6 0 0,1-7 0 0,3-6 0 16,-2-9 0-16,0-3 0 0,0-8 0 0,0-5 0 15,-4 0 0-15,0-3 0 0,-4 0 0 0,-3-2 0 16,-3 2 0-16,-2 2 0 0,-4 1 0 16,-6 3 0-16,2 1 0 0,-6 3 0 0,0 2 0 15,-2 6 0-15,-3 2 0 0,0 3 0 0,0 3 0 16,0 7 0-16,-1-1 0 0,-2 7 0 15,4 6 0-15,-3 3 0 0,4 3 0 0,0 5 0 16,3 2 0-16,0 3 0 0,0 2 0 0,1 2 0 16,3 0-203-16,-3 1-172 0,4 0-268 0,-2 1-328 15,5 1-407-15,-4 4-354 0,1-2 36 16,0 3 748-16</inkml:trace>
  <inkml:trace contextRef="#ctx0" brushRef="#br3" timeOffset="101519.12">22321 3542 355 0,'4'-4'1390'0,"-3"3"453"16,-1 1-283-16,0 0-388 0,0 0-466 0,0 1-301 15,0 2-167-15,2-2-77 0,1 5-39 0,0-1-24 16,2 3-12-16,4-2-31 0,1 0-55 15,1 0 0-15,6-1 0 0,-1-1 0 0,5-3 0 16,1 2 0-16,1-3 0 0,1 1 0 16,3-1 0-16,0-1 0 0,1 1 0 0,-1 0 0 15,-2 0 0-15,2 1 0 0,-6 2 0 0,1 1 0 16,-1 0 0-16,-5 2 0 0,-1 1 0 16,-5 2 0-16,0 1-123 0,-6 0-167 0,-2-1-249 15,1 0-314-15,-6-2-391 0,0 1-465 16,0-3-120-16,-2-2 607 0</inkml:trace>
  <inkml:trace contextRef="#ctx0" brushRef="#br3" timeOffset="108936.5">23770 3766 206 0,'0'-3'826'15,"-4"0"413"-15,3-1 39 0,-2-2-134 0,-2-2-398 16,5 1-244-16,-3-1-127 0,3-2-72 0,-1-4-46 16,1 2-52-16,1-2-60 0,2-2-54 15,2 1-33-15,-2-3-21 0,2 2-6 0,-2-1-6 16,2 1-1-16,0 4-1 0,-1 2-3 0,1-1-3 16,-4 4-6-16,2 5-1 0,1 0-3 15,2 6 2-15,1 5-1 0,1 4 0 0,1 5 0 16,0 3-4-16,-1 5-2 0,3 0-2 15,-1 4 0-15,1 1-1 0,0-2 2 0,-2 0 1 16,3 1 0-16,-2-3 0 0,2-2 0 0,-3 0 0 16,0-7-1-16,0 2 0 0,-1-4-1 15,1-2-1-15,-3-1 1 0,1-5-1 0,-3 0-1 16,1-2 0-16,3-3 2 0,-4-2 0 0,0-2 2 16,1-2 0-16,-1-5 0 0,0-1 0 15,0-2 1-15,0-4-2 0,-2-2 1 0,2 0 5 16,-3-1 3-16,-1-1 3 0,2-2 2 15,-1-2 0-15,-1 1 0 0,0-3-5 0,0-1-3 16,0 2-3-16,0 0-1 0,4 1-1 0,-3 3-1 16,2 0-1-16,1 2 1 0,-1 6 0 0,2-1 2 15,1 5-1-15,2-1 2 0,0 4 0 16,1 1 0-16,2 2 0 0,0 2-1 0,3 2 0 16,-1-1-2-16,3 2 1 0,-3 2-1 15,1 0-1-15,2-1-1 0,-2 0 0 0,2 0-1 16,-2 2-1-16,2-1 0 0,-3 1-1 0,0-2-10 15,-3 2-23-15,-2-1-61 0,1 1-75 16,-4-1-139-16,-3 2-254 0,-1-1-316 0,1 1-362 16,-2-3-277-16,1 0-56 0,-1-3 573 15</inkml:trace>
  <inkml:trace contextRef="#ctx0" brushRef="#br3" timeOffset="109270.24">24459 3643 16 0,'8'16'486'0,"5"0"451"0,-5 3 252 15,0 4-33-15,-2-1-338 0,2 3-271 0,0 3-162 16,0-4-100-16,2 1-62 0,-1-3-39 0,0-3-37 16,7-5-45-16,-3-3-4 0,1-2-2 15,2-6-3-15,2-5-6 0,-2-5-1 0,3-3-3 16,-3-5-34-16,3-5-10 0,-3-3-1 16,0-1 1-16,-5 1 4 0,0-3 7 0,-5 3 7 15,-3 1-8-15,-3 1-5 0,-3 3-5 0,-3-1-3 16,-7 2-6-16,1 2-6 0,-6 0-4 0,1 3-1 15,-4 3-1-15,2 3-5 0,-3 3-1 16,0 5-3-16,0 2-3 0,3 3-2 0,-3 5-2 16,6 2-2-16,-2 3-1 0,1 1-2 15,6 1-1-15,0 2 0 0,2 0-2 0,2-2-5 16,6 1-25-16,1-4-75 0,1 1-81 0,2-4-153 16,7-5-287-16,-1 0-333 0,3-5-370 15,3-2-217-15,0-2 82 0,3-2 661 0</inkml:trace>
  <inkml:trace contextRef="#ctx0" brushRef="#br3" timeOffset="109636.36">24923 3567 139 0,'13'-3'573'0,"2"-2"380"15,-1 0 213-15,0 2-118 0,2-2-326 0,0 3-149 16,1-1-83-16,-1 1-82 0,3 2-67 0,-4 0-53 16,0 2-42-16,-4 3-63 0,3 0-51 15,-6 1-26-15,0 4-17 0,-3 0-8 0,-2 4-10 16,-3 1-7-16,-1 0-8 0,-4 7-6 15,-5-1-4-15,1 6-3 0,-5 2 2 0,-2 2-2 16,-3 2 0-16,-1 4-3 0,0 3-4 0,1-1-5 16,1 0-7-16,2 0-7 0,3-3-6 0,0-5-5 15,7-3-3-15,4-3-3 0,2-6-3 16,7-2 0-16,2-5-1 0,7-5-1 0,2-1-9 16,5-6-15-16,2-2-29 0,5-3-78 0,0-3-133 15,4-1-258-15,1-3-315 0,1 0-401 16,2 0-471-16,0 1-108 0,-3-1 670 0</inkml:trace>
  <inkml:trace contextRef="#ctx0" brushRef="#br3" timeOffset="110635.38">25566 3978 196 0,'-3'1'655'0,"0"1"396"0,-1-1 141 15,1-1-192-15,1 0-338 0,-1 0-221 0,2 0-132 16,1 0-85-16,0-1-43 0,0-1-7 15,1-2 5-15,2-5-2 0,1-3-7 0,2-3-18 16,2-7-12-16,5 0-28 0,-2-3-18 16,2-4-20-16,1 1-15 0,2-3-9 0,-2 1-13 15,2 2-8-15,-2 2-1 0,-1 3-4 0,-1 2 1 16,-2 6-2-16,-2 2 4 0,-4 1 0 0,2 5-7 16,-1 1-2-16,-2 5-4 0,-1 1-2 15,0 6-3-15,-1 5-1 0,-1 6-3 0,2 4-2 16,-2 5-1-16,1 2 1 0,3 2-1 15,-3 2 1-15,2 2 0 0,3 1 3 0,-1-1-1 16,2-2 0-16,-1 0-1 0,0-6-2 0,4-3-1 16,-2-3 0-16,0-6-2 0,0 0 1 0,1-8 1 15,0-4 1-15,0-4-1 0,3-7 1 16,1-3 0-16,-2-7 0 0,1-4-2 0,3-2-1 16,-1-5 1-16,-1 2 2 0,1 1 0 15,-3 1 0-15,-2 4 0 0,1 5 1 0,-2 0 0 16,-4 4-2-16,0 6 1 0,-1 1 0 15,-2 6 0-15,3 4 2 0,-4 5 3 0,1 4 3 0,-1 4 1 16,0 0 2-16,0 4-1 0,0 2 1 16,5 1-5-16,-4-3-3 0,4 2-1 0,-2-4-2 15,4-2-2-15,1-3 0 0,-1-2-2 16,1-4 1-16,2-3-1 0,1-8 0 0,0-3 1 16,0-4-1-16,5-5 1 0,-3-3 0 0,0-3-1 15,2-3 2-15,1 2 0 0,0-2 0 0,-2 1 0 16,-2 0 2-16,4 4 0 0,-5 2-2 15,1 1 0-15,-2 6 0 0,0 0-1 0,-2 7 0 16,-2 3 0-16,3 3 0 0,-2 7 1 16,-2 0-1-16,1 2 1 0,-3 3 1 0,3 2 0 15,-3-1 0-15,2 2 1 0,-1 1 0 0,2 0-2 16,-1-3-2-16,0 2-5 0,4-2-17 16,-4-3-50-16,1-1-78 0,-1-3-121 0,0-2-213 15,1-1-306-15,-2-3-363 0,3-1-325 16,-2-4-119-16,3-4 423 0,1-3 693 0</inkml:trace>
  <inkml:trace contextRef="#ctx0" brushRef="#br3" timeOffset="110809.9">26688 3730 317 0,'8'16'1112'0,"-3"4"493"16,-3 6-103-16,-2 3-302 0,-3 9-498 0,-2 1-269 15,-2 3-178-15,-2 3-103 0,1-2-62 0,2-4-38 16,-1-2-25-16,6-6-16 0,-2-7-13 15,3-5-52-15,3-6-82 0,-3-8-114 0,3-5-196 16,-2-5-302-16,3-7-355 0,1-6-319 0,-2-8-116 16,-2-4 358-16,3-4 661 0</inkml:trace>
  <inkml:trace contextRef="#ctx0" brushRef="#br3" timeOffset="110985.37">26646 3234 203 0,'-3'-20'845'16,"-4"8"514"-16,1 6 118 0,-2 8-187 15,0 4-473-15,0 6-307 0,0 3-165 0,-3 2-115 16,3 6-88-16,0 0-62 0,2 2-37 16,0 2-20-16,3-2-12 0,4 0-7 0,3 3-19 15,5-2-75-15,2 0-90 0,3-1-175 0,2 0-281 16,3 0-331-16,2-2-385 0,1 3-206 0,1-3 158 16,3 3 706-16</inkml:trace>
  <inkml:trace contextRef="#ctx0" brushRef="#br3" timeOffset="111353.85">27139 3718 78 0,'3'-15'954'0,"-3"0"772"0,-3 2-31 15,-3 1-358-15,-1 0-430 0,-3 3-363 16,0-1-238-16,-1 5-114 0,-5 1-61 0,2 7-40 16,-5 3-24-16,0 4-22 0,-2 7-14 15,-2 5-13-15,-1 4-5 0,3 6-3 0,-1 2-4 16,3 4-2-16,3 3-2 0,2-1 0 0,6-3-2 15,7 0-2-15,2-7 0 0,4-5-2 16,7-5-7-16,6-8-9 0,4-9-11 0,3-9-13 16,4-6-17-16,1-9-17 0,1-8-20 15,-1-2-17-15,0-5-9 0,-3 1-1 0,-4 0 10 16,-1 0 18-16,-3 3 28 0,-5 4 45 0,-3 4 44 16,-2 3 30-16,-4 4 17 0,0 4 11 0,-3 5 7 15,-4 3-8-15,0 7-12 0,-2 4-10 16,-3 5-8-16,0 4-7 0,0 4-9 0,-2 5-5 15,1 2-7-15,-1 4-7 0,0 0-4 16,3 3-2-16,0-1-3 0,1 4-2 0,4-5-3 16,1 0-10-16,1-4-28 0,5-3-81 0,-1-4-118 15,1-3-236-15,1-7-303 0,2-3-377 0,-1-2-436 16,3-4-139-16,0-3 492 0,2-6 812 16</inkml:trace>
  <inkml:trace contextRef="#ctx0" brushRef="#br3" timeOffset="111734.11">27466 3692 34 0,'5'-15'864'0,"-2"2"810"16,-1 4 14-16,-2 6-355 0,-2 3-408 15,2 5-387-15,-1 5-251 0,-2 4-120 0,-1 3-56 16,3 8-29-16,-3 2-19 0,3 2-17 0,-1 6-9 16,4 4-10-16,-1 1-6 0,3 5-7 0,1-2-4 15,3 2-6-15,0-4-3 0,2-3-1 16,2-5-2-16,-2-4 0 0,2-8-1 0,-3-3 2 15,4-8 1-15,-5-5 0 0,0-7 0 16,0-7 1-16,-2-5 1 0,-2-4-2 0,1-7 1 16,-3 0 0-16,-1-5-1 0,3-2 0 0,-3 1 0 15,3-2 0-15,-1 1 0 0,-2 1 1 0,5 2 1 16,-3 3 0-16,2-1 0 0,2 5 0 16,-2 3 1-16,-1 2-1 0,2 2 0 0,1 2-1 15,1 1-1-15,1 3 1 0,4 0-1 16,0 3 0-16,4 0 0 0,0 0-1 0,5 0 1 15,0 2-1-15,4 0-1 0,-1-2-4 0,4 4-10 16,-2-3-19-16,-2 5-41 0,0-2-79 16,-1 0-104-16,-7 2-190 0,0 2-294 0,-2 0-346 15,-3 4-352-15,-2 1-162 0,-4 2 263 16,1 2 717-16</inkml:trace>
  <inkml:trace contextRef="#ctx0" brushRef="#br3" timeOffset="113801.55">10707 8854 34 0,'-2'0'316'0,"-2"2"232"0,2-2 238 0,0-2 35 16,2 2-105-16,-1-1-119 0,-1 1-92 16,2-2-76-16,-1 1-84 0,-1 0-70 0,2 1-45 15,0 0-13-15,0-2 7 0,0 2 13 0,2 0-4 16,-2 0-16-16,1 0-32 0,-1 0-43 15,3 2-35-15,-1-2-27 0,0 1-14 0,2 2-9 16,1 2-3-16,0 0-1 0,1 1-5 0,2 0-9 16,0 1-7-16,-2 2-5 0,4-4-5 15,-2 0-5-15,2 1-1 0,0-1-3 0,1-1-1 16,0-2-1-16,0-1-1 0,-1-1-1 0,2-1-2 16,-2-1 1-16,2-1-2 0,-2-2-1 15,-2 1 0-15,0-1 0 0,1-1 0 0,-4 0-1 16,0 0 2-16,-2 1 1 0,-1 1 3 15,-1 0 2-15,-2-1 0 0,-1 2 2 0,0-1 0 16,-2 1-2-16,-1 1-3 0,-2 1-2 16,0 0-2-16,-1 1-2 0,-2 0-1 0,1 0-1 15,1 1-1-15,0 0 0 0,1 1 0 0,-2 1 0 16,1 1-1-16,3-1 1 0,-1 3-1 16,1-1-1-16,-1-1 0 0,3 2 0 0,0-2 0 15,1 2 0-15,2-1-1 0,-1 0 2 0,1-1-1 16,1 0 1-16,1-2 0 0,1 2-1 0,3-4 1 15,0 0 0-15,-1-2 0 0,3-1 1 16,0-3 0-16,1 0 1 0,-2-3 0 0,1-2-1 16,0 1 2-16,-1-1-1 0,-2 0 0 15,0-1-1-15,-2-1 1 0,-1 2 0 0,0 1 0 16,-2 0 1-16,-2 0 0 0,0 2-1 0,-1 1 0 16,-2 1 1-16,0 1-1 0,-2-1-1 15,2 4 1-15,-1 2 0 0,1-3 0 0,0 3 0 16,0 3-1-16,1-3-1 0,1 2 1 15,-2 2-1-15,3 1 0 0,-1 1 0 0,1 2 1 16,-1-3-1-16,3 3 0 0,-1-1 0 16,1 0 0-16,1 1-1 0,1-4 0 0,-1 2 0 15,1-1 1-15,1-3-1 0,2 2 1 0,-2-2 1 16,2-2-1-16,-1 0 1 0,0-2 0 0,-1-2-1 16,0 2 1-16,0-3 0 0,-1 2 0 15,1-2 0-15,0-1 0 0,-3 0 0 0,0 3-1 16,0 0-6-16,0 1-15 0,-3 2-43 15,0 2-84-15,-2 2-150 0,-1 5-267 0,1 2-322 16,2 1-398-16,-2 3-389 0,4-2-11 0,1 1 719 16</inkml:trace>
  <inkml:trace contextRef="#ctx0" brushRef="#br3" timeOffset="115717.88">17314 10455 114 0,'0'-2'399'0,"0"0"260"0,0 2 254 0,-1 0-52 16,-1 0-148-16,2-1-140 0,0 1-101 15,0 0-99-15,0 0-90 0,0 0-68 0,2 0-14 16,-1 1 20-16,2 1 11 0,1 0 2 15,0-1-14-15,-1-1-23 0,0 1-42 0,1 1-48 16,0-2-34-16,1 0-18 0,0 0-13 0,3 0-8 16,-4-3-7-16,4 2-4 0,1-1 3 0,0-1-3 15,-1-1-2-15,0 1-2 0,1-2-3 16,2 1-2-16,-1-2-6 0,-1 3-3 0,1-2-2 16,-2 1-1-16,-4 0 0 0,1 1 0 0,0 1 2 15,-1 1 8-15,0 1 7 0,-3-2 5 16,-1 2 2-16,-1 0 1 0,-1 2-1 0,-2-1-7 15,-1 0-7-15,0 3-4 0,0-2-3 0,-1 2-1 16,1-3-1-16,-1 2-2 0,1-1-1 16,2 0 0-16,0 0 0 0,0 1-1 15,3 1 1-15,-2-1 0 0,0 0 0 0,2 2-1 16,0-2 0-16,2-1 1 0,0 2 0 0,-2-2-1 16,1 0 1-16,-1 1-1 0,3-2 1 0,-1-1 0 15,1 2 0-15,-1 0 0 0,1-2 0 16,1 0 0-16,1 1 1 0,-2-1-1 0,2 0 0 15,0 1 0-15,0-1 0 0,0 2 0 16,1 1 0-16,-3-3 0 0,2 2 0 0,-4 1 0 16,1 0 0-16,-1-1 0 0,-1 1 0 0,0 1 0 15,0-1 1-15,-1 0-1 0,-2 1 0 16,-1-2 1-16,1 1-1 0,-2 0 1 0,-2 0-1 16,0 0-1-16,-1 0 0 0,4-2 0 15,-6 2-1-15,6-1 0 0,-3 0 1 0,2 2 0 16,0-3 1-16,2 2 0 0,-1-1 0 0,2 0 0 15,-1 2 0-15,3-3-2 0,0 2 2 0,0 0-2 16,3-1 0-16,-3-2 1 0,2 5 1 16,1-5-1-16,-2 1 1 0,2-1-1 0,-1 1 1 15,0-1 0-15,-1-1 0 0,1 0 0 16,0-4 0-16,-2 3 1 0,-2-1-1 0,0-1 0 16,2-1 0-16,0 2 0 0,-1-1 0 0,1 0 0 15,0 3 0-15,0 0 0 0,0 1 0 16,1 0 0-16,3 0-1 0,-3 2 2 0,2 2-1 15,1-3 1-15,0 4-1 0,0-3 1 16,2 2 0-16,-2 0-1 0,1-1 1 0,-2-1 0 16,1 0 1-16,-1 1-2 0,-2-2-1 0,1-1 0 15,-2 1 0-15,-2-1 0 0,1-1 0 16,-1 1 0-16,-1-1 1 0,-2 1 1 0,2-5 0 16,-2 5 0-16,0 0 1 0,1 0-2 15,-1 0 1-15,0-2 0 0,1 2-2 0,0 0 1 16,1 0 0-16,0 0 0 0,0 2 0 0,0-2-1 15,1 2 0-15,2 2 0 0,0-2-1 0,0 3-1 16,2 0-5-16,1 0-18 0,-2 0-48 16,2 0-81-16,-1 1-129 0,1 0-225 0,1-1-307 15,2 0-362-15,0 0-332 0,4-3-84 16,-1 0 489-16,2 0 678 0</inkml:trace>
  <inkml:trace contextRef="#ctx0" brushRef="#br3" timeOffset="117484.47">22298 10596 128 0,'0'3'408'16,"0"-2"239"-16,-2 0 204 0,2 1-72 15,0 0-152-15,-1-1-104 0,1 0-77 0,0 1-68 16,-2 0-75-16,0-1-74 0,2 0-67 0,0-1-56 16,0 2-36-16,0 0-28 0,0-1-10 15,0 0 10-15,4-1 31 0,-3 2 43 0,2 1 25 16,2-3 9-16,-2 2 31 0,2 0-5 15,1 1-19-15,1-2-28 0,-1 1-22 0,0 1-12 16,2 1-31-16,0-1-19 0,0 2-18 16,0-3-9-16,1 3-8 0,1-1-2 0,-2-1-4 15,3 2-1-15,-5-2 1 0,1 1-3 0,-1 1 3 16,0-4 1-16,-1 2 0 0,-1 0 10 0,-2-2 10 16,0-1 9-16,-1 2 4 0,-2-2-1 15,-1 2 3-15,-3-2-11 0,-1 0-8 0,2 0-8 16,-4 0-2-16,1-2-1 0,-4 0-2 0,3 1 0 15,0 0 0-15,-1-1 2 0,0 0 0 16,0 1 2-16,3 1-2 0,1-1 0 0,-1 1-2 16,3 0-2-16,1 1-2 0,-1-1-1 0,3 1-1 15,0 3-1-15,3-3 0 0,-3 2-1 16,5 0-1-16,0-2-1 0,-2 4 1 0,2-5-1 16,1 2 1-16,1-2-2 0,0 0 1 15,-1 0-1-15,2 0 2 0,-1 0 0 0,-1-2 0 16,3 2 1-16,-4 0 1 0,0 0 1 0,0 0-1 15,-2 0 1-15,0 0-1 0,-3 0 2 16,0 0-1-16,0 0 0 0,0 0-1 0,-3 2 1 16,-2-2-1-16,2 2-1 0,-2 1 1 15,0-2 1-15,1 1 0 0,-1 1-2 0,1-3 2 16,0 2-1-16,3 0 0 0,-3 0-1 0,1-1 0 16,3 0-1-16,-1 1 0 0,1 0 0 15,0 0-1-15,0 0 1 0,1 1 1 0,-1-2 0 16,3 2 0-16,1 0 0 0,-3 0-1 15,3 0 1-15,-3 0 0 0,2 0 0 0,2 2 0 16,-5-1 0-16,1 1 0 0,2-1 1 0,-1 2-1 16,0 1 1-16,-1-1 0 0,-1 0 0 0,0-2-1 15,0 2 1-15,0-3 0 0,2 0 0 16,-2 0-1-16,0 0 1 0,2-2 0 0,-2 2-1 16,1-1 0-16,1 1-1 0,1-1-1 15,-1 0 0-15,1 0 0 0,-2-1 1 0,4 2 0 16,-2-1 1-16,0-1 0 0,0-1 0 0,1 2 1 15,-3-1-1-15,2-1 1 0,1 0-1 0,-3 0 0 16,4 0 0-16,1 0-1 0,-3-1 1 16,4-1-1-16,-3-1 0 0,1 0-1 15,2 2 0-15,-1-3-9 0,-2 2-39 0,1 0-88 16,0 1-154-16,-3-1-265 0,-1 2-317 0,-1 0-400 16,0 0-388-16,0 0 11 0,-1 0 726 0</inkml:trace>
  <inkml:trace contextRef="#ctx0" brushRef="#br0" timeOffset="132661.98">10633 15027 91 0,'15'-12'632'16,"-2"1"458"-16,-7 0 162 0,0 1-44 0,-6 3-294 15,0-3-260-15,-6 5-168 0,-2-1-100 16,-3 1-70-16,-6 4-73 0,-1 1-88 0,-5 3-56 16,-4 4-32-16,-3 2-20 0,-2 3-12 0,-3 5-11 15,0-1-7-15,1 4-3 0,-1 1-4 16,6-1-5-16,-1 2-3 0,3-2-1 0,4 0-2 15,4 0-1-15,5-2 0 0,4-1 0 0,4 1 0 16,8 0 0-16,5-4 0 0,4 1 0 16,8-1-1-16,2-1 2 0,6-3-1 0,5-1 1 15,2-2-2-15,6-3 0 0,-1 1 2 0,1-4 1 16,2 1 0-16,1 0 1 0,0-2 1 16,1 1 1-16,-3 2 0 0,-1 3 0 0,-2 1 1 15,-5 4 0-15,-5 4 1 0,-4 2 0 16,-3 5 0-16,-6 0-2 0,-3 7 1 0,-8 2-1 15,-2 3 0-15,-4 0-2 0,-2 2-1 0,-4 3 0 16,-5-1 0-16,0 2-2 0,-2-2-1 0,0-1 0 16,-2-4 0-16,1-1 0 0,-1-6-1 15,4-3 2-15,-1-5-2 0,4-3 0 16,2-3-1-16,-1-5-4 0,3-4-12 0,1-3-23 16,3-4-62-16,2-4-72 0,0-5-110 0,2-2-182 15,1-4-302-15,2 0-332 0,1-3-256 0,0-3-147 16,2-1 299-16,1-1 625 0</inkml:trace>
  <inkml:trace contextRef="#ctx0" brushRef="#br0" timeOffset="133816.24">11213 15238 13 0,'-2'-5'524'16,"1"-1"478"-16,-1 2 230 0,-3 2-64 15,2 2-306-15,-3 1-279 0,4 1-131 0,-1 5-87 16,2 3-50-16,-1 3-44 0,2 3-42 0,0 7-67 15,3 3-58-15,5 6-29 0,-2 4-22 0,5 4-12 16,3 2-10-16,-1 1-8 0,3 3-8 16,1-2-8-16,1-1-3 0,-1-4-3 0,2-5-1 15,-3-5-3-15,3-8 1 0,-3-5 1 16,-1-9 1-16,-2-3 1 0,0-11 0 0,-4-6 0 16,-1-8 2-16,-2-7-4 0,-3-7 2 0,-1-5-2 15,-4-5 0-15,-1-3 0 0,-3-2 0 16,-2 1-1-16,0 1 3 0,-4-1 1 0,-1 5 1 15,-1 0 0-15,-4 1 0 0,-2 2 1 0,4 3-2 16,-3-2-1-16,2 7-1 0,1 0 2 16,3 5-1-16,-1 3-1 0,6 4 0 0,0 5 0 15,5 1 0-15,0 5-2 0,4 2 1 0,2 3 1 16,2 3 0-16,3 2-1 0,2 0 1 16,4 5-1-16,-1-2 0 0,2 2-1 0,0 1 1 15,2 2 1-15,-1-1 0 0,3 4 2 0,0-1 0 16,-2 3 6-16,0 2 5 0,1 2 2 15,-1 3 2-15,1 3 0 0,-1 3-1 0,2 2-1 16,-3 6-4-16,1 0-1 0,-4 6-2 16,3 0 0-16,-4 3-1 0,1 1-2 0,1-2-2 15,-2 0-1-15,-2-1 0 0,0-4-2 0,-4-1 0 16,2-5 0-16,-2-2 1 0,-1-1 0 16,0-4 1-16,-2-3 0 0,0-2-2 0,1-4 1 15,-1-1-3-15,0-2-2 0,-1-3 0 16,2-1 1-16,-2-1-1 0,1-2 1 0,0-2-1 15,0-3-11-15,0-2-22 0,-1-2-58 0,1-2-69 16,-1-1-104-16,1-2-184 0,-1 1-299 0,-1-1-327 16,4-2-274-16,-2 1-160 0,0-1 256 15,3-2 649-15</inkml:trace>
  <inkml:trace contextRef="#ctx0" brushRef="#br0" timeOffset="137589.35">11924 15579 129 0,'7'4'652'0,"0"0"379"15,-2 0 125-15,3 1-65 0,2-4-410 16,2 0-289-16,1 0-127 0,2-2-12 0,0-1 17 16,4-3-12-16,-2-4-20 0,2-5-17 15,-3-2-23-15,1-7-49 0,1-4-52 0,-4-2-35 16,0-5-12-16,-4 0-9 0,-2 0-6 0,-2 0 1 15,-4 3 8-15,-2 2 5 0,-3 6 0 16,-4 3-5-16,-3 2 0 0,-2 9-8 0,-4 3-7 16,-3 3-6-16,-3 6-6 0,3 4-2 0,-3 6-4 15,0 3-2-15,3 5-2 0,0 4 0 16,4 1-2-16,2 2-2 0,4 1-1 0,5 3-1 16,2-1-1-16,8 0 0 0,1 2 0 0,7 1-2 15,2-2 1-15,4 0-2 0,2-4-2 16,2-2 0-16,0-3-1 0,3-4-1 0,0-4-3 15,-2-5-13-15,-1-4-35 0,0-3-65 0,-2-4-71 16,-2-6-119-16,-4 0-196 0,-2-3-309 16,-3-5-306-16,-1 2-227 0,-5-1-119 0,-1-2 358 15,-4 2 602-15</inkml:trace>
  <inkml:trace contextRef="#ctx0" brushRef="#br0" timeOffset="137981.29">12247 15306 5 0,'11'-2'377'16,"0"2"296"-16,1 0 278 0,1 2 121 0,1-2-265 15,-1 2-249-15,1-1-135 0,0 0-64 16,1 1-29-16,2 1-26 0,0 0-24 0,-1 2-31 16,3-1-28-16,-4 2-30 0,2-1-39 0,-3 5-43 15,2-1-33-15,-3 2-16 0,-1 2-12 16,-1 0-7-16,-1 4-10 0,-2-2-6 0,3 0-3 15,-5 3-4-15,2-3-1 0,-3-1-2 16,2 0-7-16,-2-4-3 0,0 0-4 0,-2-3-1 16,1-5-3-16,-1-2 0 0,0-8 2 0,0-3-1 15,-2-3 1-15,-1-5 0 0,0-6 0 16,0-2-1-16,0-1-1 0,0-3 2 0,-1 1 0 16,-2 0 0-16,3-1 1 0,-2 4 2 0,2 0 1 15,0 3-1-15,2 4 1 0,1 3-1 16,-2 2 0-16,2 2-1 0,2 6 1 0,3 1 0 15,-1 1 0-15,4 4-1 0,-2 1 1 0,2 0-1 16,2 1-1-16,0 3 0 0,1-3-1 16,0 2-2-16,-1 0 2 0,4 3-5 0,-4-2-24 15,3 2-73-15,-4 0-74 0,-1 1-149 16,0 3-264-16,-3-1-326 0,2 0-347 0,-4 2-216 16,2-2 32-16,-3-1 597 0</inkml:trace>
  <inkml:trace contextRef="#ctx0" brushRef="#br0" timeOffset="138548.29">12878 15162 212 0,'9'4'777'16,"-1"4"391"-16,0 2 54 0,-2 1-177 0,5 1-302 15,-3 2-206-15,3-1-123 0,-1 2-78 16,2 1-52-16,-2 2-48 0,1 1-74 0,-2-2-69 15,1 4-37-15,-2-1-19 0,3 1-11 0,-3 2-6 16,0-1-4-16,-2 0-6 0,3-1-5 16,-4 1-3-16,2-3-1 0,-3 0 0 0,0-4-3 15,0-3 1-15,-1-3 1 0,0 0 0 0,-1-4-1 16,-2-4 1-16,3-1 0 0,-1-4-2 16,-1-2 0-16,-1-5 1 0,2 0-3 0,0-4 1 15,1-2-1-15,0 0 0 0,0-1 1 16,3 2-1-16,-1-1 2 0,3 2 0 0,0 2 0 15,1 1 2-15,1 2 0 0,0 2 0 0,3 2 1 16,-1 3 0-16,-1-1 0 0,5 4 1 16,-2 0 0-16,0 2 0 0,2 2-2 0,0-2 0 15,-2 0 1-15,3-1-1 0,-1-1-1 16,0-1 0-16,-2-3 0 0,0-5-5 0,-1 1-3 16,-1-6 0-16,-5-1-1 0,1-3 1 0,-2 1 0 15,0-2 4-15,-1-1 4 0,-5 1 2 0,2-1-1 16,-4 3 1-16,2 0 1 0,-3 2 2 15,-3 2 0-15,1 0 2 0,0 5 2 0,-1 0 0 16,-1 5 1-16,-3 2 1 0,0 4 0 16,2 2 1-16,-1 6 4 0,-1 6 4 0,4 1 4 15,1 4 0-15,0 2-1 0,1 2-2 0,4 2-4 16,0 2-6-16,4 3-2 0,1 2-3 16,2-1-3-16,-1 0-1 0,2 0-1 0,3-3-1 15,0-1-1-15,1-3 0 0,3-5-2 16,0-2-14-16,1-3-51 0,2-6-74 0,-1-1-126 15,0-5-220-15,1-1-306 0,2-6-358 0,1-1-307 16,-2-6-111-16,0-1 460 0,-3-2 672 16</inkml:trace>
  <inkml:trace contextRef="#ctx0" brushRef="#br0" timeOffset="140182.29">13783 15377 58 0,'0'-17'632'0,"0"5"478"0,-2-2 146 15,0 4-133-15,2-1-354 0,0 2-381 0,0 2-186 16,4 1-73-16,0 0-14 0,0 0-3 0,1 1-3 15,2 1-5-15,1 2 61 0,2 0 17 0,0 2-19 16,1 4-10-16,3 0-5 0,-1 5-7 16,3 4-51-16,0 1-32 0,3 6-15 0,-5 1-11 15,5 5-10-15,-4 2-9 0,1 2-3 16,0 1-3-16,-3-1-3 0,-2-2 0 16,1 0 0-16,-2-4-1 0,-2-4-3 0,-2-6 0 0,0-1 4 15,-4-7 4-15,1-5 2 0,-3-6 5 16,0-5 2-16,-3-6-2 0,1-3-2 0,-4-6-4 15,0-3 1-15,1-6 1 0,0-1 2 16,-1-3 0-16,1-1 2 0,-1-1 0 0,1 1-3 16,2 2-4-16,0 1-2 0,1 3 0 0,2 2-2 15,2 2-2-15,1 5-1 0,2 3 0 16,3 3 0-16,-2 3-1 0,5 3-1 0,3 3 1 16,1 2 0-16,3 1-2 0,2 3 0 0,3 0-2 15,3 1-14-15,0-1-43 0,1 2-73 16,2-2-93-16,-2 0-170 0,1 1-300 0,-1 0-331 15,0-1-316-15,1 1-175 0,-2-2 189 0,0-2 659 16</inkml:trace>
  <inkml:trace contextRef="#ctx0" brushRef="#br0" timeOffset="141165.7">15776 15384 19 0,'3'-1'524'0,"5"1"460"15,-5-2 213-15,3 4-52 0,2-1-322 0,5 2-324 16,-1 3-119-16,7 0-39 0,2 3-26 0,4-1-36 16,1 2-37-16,0-3-42 0,1-1-67 15,2-2-46-15,-4-1-27 0,2-6-17 0,-2-3-8 16,-3-1 1-16,0-5 0 0,-4-2-7 0,-1-5-1 15,-6 0 2-15,-2-2 4 0,0 0 0 16,-6-1 2-16,-2 0 1 0,-2 1 0 0,-2 2 0 16,-5 1-2-16,0 3-4 0,-2-1-5 15,-4 5-4-15,-2 0-5 0,-2 2-6 0,-2 1-2 16,-2 4-3-16,-1-1-3 0,-1 3-2 0,3 0 0 16,-1 2-1-16,3 0 0 0,0 2-1 0,2 0 1 15,4 2-1-15,1 1-1 0,2 2 0 16,4 3 0-16,2 2 0 0,4 3 0 15,2 3 2-15,1 3 0 0,5 5 1 0,0 0 1 16,3 3 0-16,2 1-1 0,3 1 1 0,0-3-1 16,2-1-1-16,2-3-1 0,0-1 0 0,2-6 0 15,-3-2-1-15,3-2 1 0,-1-2 0 16,-2-5 0-16,1-1 0 0,-1-3-1 0,-3-2 1 16,1-4-1-16,0 1-4 0,-4-3-9 15,0 0-16-15,-3-2-31 0,-1-1-69 0,-2 1-75 16,-3 0-116-16,-2 0-187 0,0 1-305 0,-4 0-320 15,0 2-227-15,1 2-124 0,-1 0 339 16,-1 3 609-16</inkml:trace>
  <inkml:trace contextRef="#ctx0" brushRef="#br0" timeOffset="141854.79">16519 15139 50 0,'2'-7'553'16,"-1"1"441"-16,-2-2 199 0,-1 2-56 0,2 0-345 16,-2 2-204-16,1-1-97 0,-1 2-68 15,1 0-54-15,-1 2-50 0,0 1-52 0,1 0-82 16,-1 0-69-16,-1 3-39 0,-2 1-23 0,0 3-16 16,1 1-8-16,-1 7-6 0,0 4-3 15,1 4-4-15,-3 4-3 0,2 6 0 0,1 4-6 16,-1 9-1-16,4 2-3 0,-1 4-1 15,2 2-2-15,2 1-2 0,-1 0 0 0,2-2-1 16,5-5-1-16,-2-5 0 0,2-7-1 0,0-4 0 16,2-6 1-16,-1-9 1 0,-1-2 0 0,3-7 0 15,-1-8 2-15,-1-6 1 0,-1-5-1 16,1-8 1-16,-2-3 1 0,-1-6 1 0,-1-3-2 16,3-4 0-16,-4-1-1 0,-2-1 0 15,3-1-1-15,-4 1-1 0,1 1 2 0,0 8 0 16,-2 1 0-16,0 5 2 0,0 7-1 0,-2 2 1 15,0 6 0-15,1 6-1 0,-1 2 0 16,1 8 0-16,1 6 0 0,1 4 0 0,2 6 1 16,1 3-1-16,2 5 0 0,2 3-1 15,0 2 0-15,1 2-2 0,5 1 1 0,-1 2-1 16,2 1 0-16,2 0 1 0,0 0 0 0,-1 1 2 16,4 0 0-16,-2 0 0 0,-1-3 0 0,1-3-1 15,-1-4 0-15,-1-7-1 0,-2-2-7 16,-3-7-8-16,0-4-9 0,-3-4-14 0,-1-7-21 15,-4-6-32-15,-3-9-39 0,-2-4-42 0,-3-9-39 16,-1-6-32-16,-2-5-14 0,-3-4 10 0,2-4 27 16,-3-6 28-16,-2-3 19 0,3-2 2 15,-3-1-11-15,4-1-37 0,-1 2-53 0,2 3-75 16,1 4-120-16,3 4-248 0,0 7-172 16,2 4-49-16,2 7 148 0,-1 2 284 0</inkml:trace>
  <inkml:trace contextRef="#ctx0" brushRef="#br0" timeOffset="142613">16841 15181 16 0,'-3'-1'550'16,"3"-2"500"-16,-3 3 229 0,1 2-29 16,-2 0-236-16,2 1-338 0,2 4-193 0,-1 3-110 15,2 1-68-15,-1 4-72 0,6 4-76 16,-1 1-54-16,2 7-33 0,1 4-21 0,1 0-14 16,0 4-9-16,1 1-11 0,4 0-5 0,-3 0-4 15,0-5-2-15,0-2-3 0,-1-4-2 0,0-6 0 16,-1-3-1-16,-3-5 0 0,0-6 0 15,-1-5 2-15,0-7 0 0,-3-4-1 0,-1-7 1 16,1-4 0-16,-2-5-1 0,0-1-2 0,0-3 1 16,3 0 1-16,-3-1-2 0,0 3 2 15,1-1 0-15,-1 5 0 0,2 1 0 0,-1 7 1 16,1 0 1-16,-2 3-1 0,3 5 1 16,1 2-1-16,-3 4 1 0,4 1 1 0,-2 6 0 15,2 1 0-15,2 2 0 0,0 6 0 16,-2 1-1-16,1 5-1 0,2 0 1 0,-2 2-1 15,2 4 0-15,-1 2 0 0,-1-1-1 0,3 0-1 16,-2 1-10-16,1-3-19 0,-2-2-55 0,2-3-72 16,-4-5-94-16,1-2-163 0,0-3-278 15,-2-5-326-15,2-4-279 0,-2-2-179 0,2-6 144 16,-4-1 595-16</inkml:trace>
  <inkml:trace contextRef="#ctx0" brushRef="#br0" timeOffset="143181.81">17358 15127 103 0,'-1'-7'852'0,"-4"2"714"16,-1 3 46-16,-2 5-302 0,-2 7-432 0,1 1-346 16,-1 4-210-16,-1 7-129 0,2 2-65 15,-1 5-38-15,2 3-26 0,4 5-21 0,-4-2-16 16,6 2-8-16,2-3-9 0,2-3-6 15,2-5-3-15,1-5-2 0,3-6-1 0,0-8-1 16,0-7-2-16,3-6-7 0,-1-9-13 0,-1-4-15 16,2-8-17-16,-1-3-14 0,-1-4-7 0,2 0 3 15,-3-1 10-15,0 3 16 0,1 2 19 16,-1 2 15-16,-3 6 8 0,2 4 7 0,-3 2 14 16,1 6 13-16,-2 1 9 0,0 6 6 15,-1 5 3-15,1 5 3 0,0 4-8 0,0 4-7 16,2 3-6-16,0 3-8 0,3 4-3 0,0 1-5 15,0 4-2-15,4 2-4 0,-1 2-2 0,2 1-1 16,4-1-1-16,-1 1-1 0,1-6-2 16,1-3-5-16,-2-5-15 0,-1-7-30 0,-2-8-60 15,-2-7-64-15,-2-9-58 0,-4-7-65 16,0-6-60-16,-5-7-27 0,0-7 48 0,-1-4 76 16,-6-7 61-16,1-4 65 0,-3-9 64 0,-1-6 53 15,0-7 61-15,-2-7 37 0,4-3 40 16,0-2 72-16,0 2 85 0,5 5 55 0,2 8-5 15,-1 9-22-15,0 9-39 0,2 10-51 16,2 7-56-16,1 10-43 0,0 3-22 0,3 12-15 16,-1 3-9-16,3 8-7 0,2 8-12 0,0 3-9 15,2 9-9-15,3 4-6 0,-2 7-3 16,6 5-3-16,-1 9 0 0,2 7-4 0,-1 8-2 16,3 5-3-16,0 7-5 0,3 4-5 0,-4 0-2 15,1-1-1-15,0-5 0 0,-2-2-3 16,-2-6-9-16,-2-8-14 0,-3-8-32 0,-3-7-68 15,-6-8-78-15,-4-5-145 0,-3-5-235 0,-3-4-313 16,-4-8-347-16,-4-1-241 0,-4-8-47 0,-2-3 546 16</inkml:trace>
  <inkml:trace contextRef="#ctx0" brushRef="#br0" timeOffset="143370.66">17521 14971 146 0,'5'-6'762'0,"3"4"442"0,0 4 70 15,-2 3-96-15,5-1-322 0,2 2-294 16,1-2-154-16,2 1-80 0,0-1-55 0,2 1-66 16,0-1-80-16,3-2-54 0,1 2-29 0,-1-3-20 15,2 0-11-15,1-1-9 0,-2 0-9 16,-1-1-45-16,-1 1-78 0,-2 1-90 0,-1 1-162 16,-3 1-276-16,2 0-338 0,-3 1-316 0,2 1-175 15,-3-2 138-15,1 1 619 0</inkml:trace>
  <inkml:trace contextRef="#ctx0" brushRef="#br0" timeOffset="143563.82">18121 15096 8 0,'15'17'528'0,"1"7"482"0,0 2 227 0,-2 6-78 16,4 2-320-16,-4 3-329 0,2 6-166 0,-2 3-58 16,3 1-25-16,-4 3-27 0,-1-3-25 0,0 0-43 15,-3-6-49-15,-3-5-75 0,-1-8-95 16,-3-7-75-16,-6-9-108 0,0-8-165 0,-5-11-257 15,-3-6-294-15,-2-10-224 0,0-9-166 0,-5-5 177 16,-2-10 512-16</inkml:trace>
  <inkml:trace contextRef="#ctx0" brushRef="#br0" timeOffset="143717.31">18041 14672 125 0,'0'-18'973'0,"2"5"684"15,-4 6-54-15,2 7-334 0,-1 3-445 16,-1 3-340-16,1 3-230 0,-3 4-116 0,2 1-58 15,0 0-33-15,2 2-21 0,2 0-13 0,0 0-11 16,3 1-26-16,-2-2-76 0,2 3-78 0,0 0-157 16,3 2-265-16,0-1-328 0,-2 2-363 15,4 1-224-15,2 0 49 0,-1 0 632 16</inkml:trace>
  <inkml:trace contextRef="#ctx0" brushRef="#br0" timeOffset="144149.39">18461 15266 67 0,'1'4'952'16,"4"0"757"-16,-10-1-51 0,2 3-351 0,0-3-408 15,-2 0-363-15,-1-1-244 0,-1-2-104 16,-2 0-52-16,1 0-32 0,-2-2-26 0,-4-1-23 16,2-1-14-16,-1-2-11 0,-3-2-4 0,3 3-2 15,-1 1 1-15,1 3 0 0,1 2-2 0,4 2-7 16,2 3-16-16,-1 3 0 0,6 0 0 15,-1 2 0-15,2 1 0 0,3-2 0 0,2 4 0 16,1-1 0-16,4 3 0 0,2 3 0 0,5 4 0 16,1 2 0-16,3 5 0 0,1 2 0 15,8 8 0-15,0 3 0 0,5 6-2 0,3 1-39 16,-2 1-20-16,1-1-25 0,-6-8-45 16,-1-3-65-16,-1-13-65 0,-7-8-63 0,-5-8-54 15,-3-10-29-15,-6-10 36 0,-4-8 121 16,-6-5 120-16,-5-11 151 0,-2-4 217 0,-5-7 121 15,-3 0 34-15,-3-2-16 0,-3 0-35 0,-1 3-60 16,-3 2-88-16,3 6-56 0,-3 4-35 0,2 4-27 16,0 6-19-16,0 1-18 0,1 6-20 15,5 5-19-15,2 4 0 0,4 3 0 0,3 5 0 16,4 2 0-16,3 5 0 0,5 1 0 16,1 3 0-16,6 0-31 0,-1 1-39 0,2-1-81 15,1 1-146-15,0-1-260 0,0 2-325 0,1-1-409 16,-2 0-453-16,-2 2-54 0,0 0 732 15</inkml:trace>
  <inkml:trace contextRef="#ctx0" brushRef="#br0" timeOffset="145047.31">18930 15863 129 0,'6'7'732'16,"-1"-1"448"-16,0-5 80 0,-2 1-154 0,-1-5-401 15,-1-5-309-15,1-4-102 0,1-6-27 16,-3-4-8-16,1-8-9 0,-1-4-16 0,2-5-39 15,-1-1-53-15,4-2-49 0,0 2-31 0,2 1-24 16,-1 3-13-16,1 4-10 0,2 6-4 16,-1 4 4-16,-2 6 3 0,3 7 4 0,1 4 1 15,-1 8 5-15,1 4 1 0,-1 9-6 16,3 4-4-16,0 5-3 0,1 5-4 0,2 3-2 16,0 3-3-16,2 0-2 0,1 0-2 0,0 0-1 15,2 0-2-15,0-4 0 0,0-1 0 16,0-6-1-16,0-2-1 0,-1-8 1 0,-3-5 1 15,-1-7 0-15,-2-7 0 0,-3-9 1 0,-1-8 1 16,-1-9-1-16,-1-5 1 0,-1-3 0 16,2-3-1-16,-4 0-1 0,3 2 1 0,-1 1 0 15,1 6 0-15,0 3-1 0,1 5 0 16,0 6 0-16,0 3 1 0,3 9 0 0,-3 6 1 16,3 6 1-16,2 7 1 0,0 4-1 0,-1 5-1 15,2 3-1-15,0 5-1 0,1-1 0 16,2 0-1-16,1-2 0 0,-1-4-1 0,0-2 0 15,1-4 1-15,-2-6-1 0,1-7-1 0,-3-7 1 16,0-5 0-16,-1-11 1 0,-2-4 0 16,-1-3 0-16,-2-6 1 0,-2 0-1 0,1 1 0 15,2 1 1-15,-3 5-1 0,0 1 0 16,4 5 0-16,-4 5 0 0,2 4 1 0,0 6-1 16,1 6-2-16,2 5-10 0,-1 5-26 0,2 6-70 15,-2 3-77-15,1 5-146 0,2 2-263 16,-2 5-318-16,3 0-352 0,0 2-233 0,5-4 1 15,0 2 592-15</inkml:trace>
  <inkml:trace contextRef="#ctx0" brushRef="#br0" timeOffset="153119.66">21989 6531 108 0,'4'0'462'16,"-3"0"321"-16,3-2 242 0,-4 1-45 0,0-1-265 16,0 1-175-16,0-1-131 0,-4 1-89 0,3-2-51 15,-1 1-7-15,0 1-3 0,-1-1-10 16,0 1-11-16,-3-1-24 0,-2 1-35 0,-2 1-54 15,-1 1-45-15,-1 2-27 0,-3 0-19 16,-2 3-13-16,1-1-9 0,-3 1-3 0,2 1-2 16,0 0-2-16,-1 1 0 0,2 2-2 0,2-2 0 15,1 0-2-15,2-1-1 0,-1 1 0 16,4-1-1-16,0 0 1 0,1-1-2 0,1-1 2 16,3 1-2-16,0 0 1 0,3-4-3 15,0 4 2-15,2-1 1 0,2 1 0 0,2 0 1 16,1-1 0-16,1 1 1 0,1 2-1 0,5-1 1 15,-2 0 0-15,2 3 0 0,0-3 0 0,2 2 0 16,-2 1 1-16,2-2-2 0,-3 1 0 16,-1 0 0-16,2-2-1 0,-1 3-1 0,0-3 1 15,-4 1 1-15,1-2 0 0,-1-1-1 16,-3 1 2-16,-1-2 3 0,0-1-2 0,-2 0 1 16,-1 0 0-16,-2-2-1 0,-2 2 1 0,-3 0-2 15,1 2 0-15,-3-2 0 0,-4 1 1 16,2 1-1-16,-2-1 0 0,-3 2 2 0,2 0-2 15,-3-1 0-15,2 2-1 0,-1 1 0 16,1-2 0-16,2 1-1 0,-1 1 0 0,3-2 0 16,1 1-1-16,4-1 0 0,-4-1-1 0,7 1-2 15,1 1 2-15,0-5-1 0,1 3-29 0,2-3-73 16,3-1-72-16,1-1-129 0,-1 0-212 16,2-3-324-16,3-2-323 0,0-2-206 0,-1-1-57 15,4-2 444-15,-5 0 572 0</inkml:trace>
  <inkml:trace contextRef="#ctx0" brushRef="#br0" timeOffset="153364.03">22228 6467 227 0,'8'-1'784'15,"-1"0"362"-15,-3 3 57 0,1 3-144 16,-4 4-452-16,2 4-237 0,1 4-95 0,-4 3-16 15,1 2-5-15,1 4-21 0,0 2-29 16,-2 1-35-16,0 2-41 0,1 0-46 0,-1 1-40 16,3-1-21-16,-3 0-11 0,2-1-4 0,0-4-26 15,-1-2-63-15,-1-2-62 0,0-6-123 0,0-3-203 16,-1-5-312-16,-3-3-309 0,1-7-230 16,-2-4-96-16,2-6 401 0,-2-4 582 0</inkml:trace>
  <inkml:trace contextRef="#ctx0" brushRef="#br0" timeOffset="153546.34">22171 6303 23 0,'-1'-3'567'0,"-4"1"490"16,2 2 192-16,-3 0-104 0,3 0-333 0,-1 2-395 16,1-1-201-16,1 1-102 0,1 2-56 15,1 0-27-15,1 2-10 0,1 0-12 0,1 0-2 16,2 1-7-16,3 4-19 0,0-3-85 0,-4 1-152 15,3 0-290-15,-1 2-267 0,0-3-264 16,1 2-171-16,-3-3 210 0,0 2 491 0</inkml:trace>
  <inkml:trace contextRef="#ctx0" brushRef="#br0" timeOffset="154512.66">22391 6501 24 0,'3'0'397'16,"1"2"316"-16,-3-2 218 0,2 0-6 16,2 0-281-16,-4-2-176 0,4 2-123 0,-2-2-60 15,4 0-39-15,-1 2-15 0,3-3-29 16,-1 3-49-16,4-1-42 0,-2 0-31 0,3 1 22 15,4 0 8-15,-2-1-5 0,2 1-6 0,-1 1-5 16,1-1-4-16,-1 2-36 0,0 1-16 16,-2 3-14-16,-1 0 52 0,-2-1 29 0,-3 6 18 15,-3-1 3-15,1 3-3 0,-6 3-2 0,-6 2-48 16,1 1-29-16,-5 3-18 0,1 2-13 16,-7 1-6-16,-1 0-4 0,1 0-1 0,-3 1 1 15,3-3 0-15,-3-2 0 0,6-2-1 0,-1-4 1 16,3-1-2-16,3-2-3 0,1-3-1 15,0-3-2-15,6-1 0 0,-1 1 0 0,4-2 1 16,-1-1 0-16,6 0 3 0,2-2 0 0,0 2 2 16,5-3 0-16,1 2 2 0,2-1-1 15,1 1 0-15,4-1 0 0,0 1-1 0,-1-1 0 16,2 1-2-16,2-4 1 0,1 1 0 0,-2-2-1 16,-1-3 2-16,2-1-2 0,-3-3 1 15,-1-1-2-15,-2-2 1 0,1-2 1 0,-5-1-1 16,1-2 3-16,-5-2 0 0,0 0 2 15,-2 0-1-15,-1-2 0 0,-1 1-2 0,-2 1 2 16,-2-1 1-16,-2 0-1 0,2 4 0 0,-6 1 2 16,2 1 0-16,-2 1-1 0,-2 4-1 15,-2 0 0-15,1 4-1 0,-3 2 1 0,-1 2-1 16,-1 2 1-16,-2 4 0 0,2 2 0 16,0 1 0-16,-1 2-2 0,0 3 1 0,0 3-1 15,2 3 2-15,2 3-1 0,0 2 2 0,2 1 2 16,2 4 0-16,0 1 1 0,3-1 0 15,2 0 0-15,1 1-1 0,1-2-1 0,5-3-2 16,-2 0-1-16,2-5 0 0,3 0-2 16,2-2 0-16,0-6-1 0,0 0-1 0,4-4 0 0,0-4-2 15,0-3-8-15,1-1-47 0,-1-5-75 16,0-2-113-16,1-3-204 0,-2-1-299 0,-1-1-354 16,0 0-311-16,-1-2-126 0,-1 1 374 15,-2 0 670-15</inkml:trace>
  <inkml:trace contextRef="#ctx0" brushRef="#br0" timeOffset="156545.25">23512 6315 13 0,'5'-12'322'0,"-4"1"251"16,1 3 246-16,-1-2 86 0,-1 3-177 15,2-1-147-15,-2 2-101 0,2 1-74 0,-2 1-69 16,0 1-61-16,1 0-43 0,-1 3-34 16,0-2-22-16,2 2-17 0,-1 2 26 0,1 1 1 15,0 2-13-15,1 1-20 0,0 3-22 16,0 6-15-16,2 1-42 0,-4 3-13 0,2 6-19 15,-1 3-7-15,0 4-7 0,-1 2-3 0,-1 3-2 16,0 6-12-16,0-1-4 0,-1 3-3 16,-1 0-2-16,0-2 0 0,1 1 0 0,-1-6-2 15,1 0 2-15,1-5-1 0,0-3-2 0,1-4-2 16,1-7-1-16,1-1 0 0,2-6-1 16,1-2 2-16,2-8 0 0,1-4 2 0,4-7 0 15,1-1 1-15,2-11 1 0,3 0 0 0,0-5 0 16,2-5 1-16,-1-1-1 0,0-2 0 0,0 1 1 15,0 0-2-15,-4 0-1 0,0 5 2 16,-3 1 0-16,-4 4 1 0,1 3 0 0,-6 4 3 16,0 4-1-16,-3 3-1 0,-2 3-1 15,-3 5-2-15,0 2-1 0,-6 6 0 0,2 4-3 16,-1 6 1-16,1 3 1 0,-5 2-1 0,5 3 0 16,0 4-1-16,1 1-1 0,0-1 1 15,4 3 0-15,1-2-1 0,1-1 0 0,2-5-5 16,3-2-36-16,1-4-76 0,1-3-79 15,1-6-150-15,2-4-267 0,-1-7-332 0,2-4-324 16,0-5-194-16,1-6 57 0,2-4 587 0</inkml:trace>
  <inkml:trace contextRef="#ctx0" brushRef="#br0" timeOffset="156899.42">23981 6544 70 0,'9'10'536'0,"-5"4"377"15,1 2 213-15,3 3-15 0,-4 0-380 0,1 6-271 16,0-2-146-16,0 3-48 0,0 0-46 0,2 0-44 16,-2-1-34-16,2-4-25 0,-1-2-25 15,0-4-32-15,4-3-25 0,-2-4-13 0,0-3-4 16,0-5 15-16,1-5 25 0,0-3 27 0,0-4 24 16,0-3 17-16,-5-4 3 0,1-2-10 0,0-2-18 15,-3 1-23-15,-1-4-19 0,-2 2-11 16,-2 1-9-16,-1 2-5 0,-1-3-8 15,1 3-6-15,-2 4-4 0,1-2-3 0,2 4 0 16,-2 2-3-16,2 2 0 0,1 4-2 0,0 1-1 16,2-1-4-16,0 5-5 0,0-1-1 0,2 0 0 15,1 3 0-15,0-2 1 0,2 2 0 16,0 0 2-16,3 0-1 0,0 0 0 0,0 0-1 16,0 2-4-16,2 1-11 0,0 0-38 15,1-1-70-15,0 1-76 0,-1 1-141 0,1-1-248 16,1 0-317-16,0 1-313 0,0 1-210 0,-1 1-5 15,4-2 535-15</inkml:trace>
  <inkml:trace contextRef="#ctx0" brushRef="#br0" timeOffset="157346.34">24673 6438 213 0,'5'1'822'0,"-2"1"402"0,1-1 22 16,-1 2-169-16,4 0-434 0,-3 0-240 0,1 0-100 15,3 2-50-15,1-3-29 0,0 2-23 0,0-2-20 16,3 0-43-16,-2-2-39 0,6 0-28 15,-3 0-17-15,-1-2-11 0,4 1-17 0,-2 0-9 16,0-1-9-16,-1 0-4 0,0 1-1 16,-4 0-2-16,1 1-11 0,-4 0-47 0,-1 2-68 15,-4 3-78-15,-5 0-144 0,-1 3-233 0,-1 2-319 16,-4 0-277-16,-2 1-195 0,-1 1 34 0,-3 0 496 16</inkml:trace>
  <inkml:trace contextRef="#ctx0" brushRef="#br0" timeOffset="157580.41">24593 6748 253 0,'0'11'876'0,"0"-3"379"16,0 0-10-16,2 1-169 0,0-5-413 0,2 5-234 15,3-3-115-15,1 1-63 0,3-3-36 0,-2-1-34 16,6-1-58-16,0-2-50 0,1-2-31 15,5-2-20-15,1-2-10 0,0-4-5 16,0 4-5-16,0-4-26 0,2 1-69 0,-3-2-85 16,-3 3-166-16,1 0-290 0,-3 1-317 0,0-1-330 15,-2 4-182-15,-1 0 167 0,-2 1 637 0</inkml:trace>
  <inkml:trace contextRef="#ctx0" brushRef="#br0" timeOffset="167368.48">26403 5535 94 0,'-2'-1'366'0,"0"1"206"15,1 0 170-15,1 0-65 0,-2 0-182 0,0 0-98 16,2 1-36-16,0-1-6 0,0 0-13 0,0 0-28 15,0 0-38-15,0 0-44 0,0 0-45 16,0 0-48-16,0 0-35 0,0 0-23 0,0 0-8 16,0 0 7-16,0 1 17 0,0 1 12 0,0-1 20 15,0 1 16-15,2 0 6 0,0 2-12 16,-2-1-22-16,0 1-18 0,1 1-22 0,3 2-13 16,0 0-13-16,1 4-11 0,1 0-4 0,0 1-3 15,3 4 5-15,1 1-7 0,1 2-6 16,2 2-3-16,1 0 0 0,-2 3-3 0,3 2-10 15,-2-2-3-15,1 3-4 0,0 0 1 16,-1 0-2-16,1 1 0 0,-3-2 1 0,3 0-1 16,-2 2 0-16,-3-3 0 0,2-1 0 0,-1-1-1 15,-2-4 0-15,-1-1 1 0,1-1-1 0,-1-3 0 16,-2-1 3-16,-2-2-2 0,0-3 2 16,0 0 9-16,-2-4 7 0,2 1 10 15,-3-2 7-15,0 0 7 0,0-2 7 0,0 0-4 16,0-1-5-16,-1 2-6 0,-1-2-8 0,1-2-7 15,1 1-8-15,-5 0-6 0,4-1-2 0,-1-2-2 16,1-1-2-16,-3 1 0 0,3-2 0 0,-2-2-1 16,-1 0 0-16,3-3 1 0,-3 3-1 15,1-3 2-15,2 1 0 0,-4-2 0 0,4 2 0 16,-2-3 1-16,-1 2-2 0,3-2 2 16,-1 3-2-16,0-2 1 0,1 2 0 0,-1-1-1 15,1 1 0-15,1-1-1 0,-2 2 1 0,2-1-1 16,-2 1 1-16,2 1 0 0,0 1 1 15,-1 0 0-15,1 1 0 0,-2 0 1 0,1-1 0 16,1 3 0-16,-2-1 1 0,-1 2-1 16,2 0 0-16,1 1-1 0,-3 0 1 0,3 0 0 15,0 0-1-15,0 1 0 0,-2 1-1 0,0-1 0 16,2 1 0-16,0 0 0 0,-1 0 1 16,1 0 0-16,0 0-1 0,0 0 0 0,-2 0 0 15,2 0 0-15,-2 1 0 0,1 2-1 0,-2 0 0 16,1 0 1-16,-1 0-2 0,0 3 2 15,-2-4-1-15,4 4 1 0,-4-1-1 0,2 3 1 16,-2 0 0-16,2-1 0 0,-2 1 0 0,-3 2 0 16,3-1 0-16,1 3-1 0,-1-1 0 15,-2 1 1-15,3 1-1 0,-4-1 1 0,3 2 0 16,-1 1-1-16,-1-2 1 0,-1 2 0 16,2-1 0-16,0-1 1 0,0-1-1 0,1 0 1 15,1-1-1-15,0-2 0 0,-2-2 0 0,3 1 1 16,1-2-1-16,0-2-1 0,1 1 0 15,-1-3-1-15,0 0-1 0,2 0-2 0,0-1 0 16,0-1 1-16,0 0-1 0,4-1 1 16,-3-1-6-16,4-1-14 0,-2 0-40 0,3 1-81 15,-3 0-103-15,1-1-182 0,-1 1-297 0,0 1-345 16,0 1-342-16,1 1-155 0,0 2 266 16,2 0 673-16</inkml:trace>
  <inkml:trace contextRef="#ctx0" brushRef="#br0" timeOffset="168578.58">25983 6664 88 0,'0'0'319'0,"0"0"172"0,0 0 134 0,-1 0-105 15,-1 0-119-15,0 2-75 0,0-2-29 16,-2 1 0-16,1 1 15 0,2-1 15 0,-1-1-2 16,0 0-19-16,-1 2-29 0,2-2-35 0,-3 1-32 15,3-1-15-15,-1 0 5 0,1 2 19 16,1-2 20-16,0 0 1 0,0 0-17 0,0 0-33 16,0 1-40-16,0-1-45 0,0 2-37 15,1-2-26-15,-1 0-18 0,2 1-5 0,-2-1-8 16,0 0-4-16,1 2-3 0,1-2-3 0,1 1 1 15,0 1 0-15,2-1 0 0,4 0 2 0,-2 1 10 16,2 1 7-16,1-2 0 0,2 1 2 16,0 0 1-16,2-1 0 0,-2 0-7 0,3 3 0 15,1-4 3-15,1 1 2 0,-1 0 0 16,-1 1 0-16,3 1 0 0,2-3-7 0,0 0-4 16,-2 2 2-16,3-2 2 0,0 0 0 0,1 2 1 15,0-2 0-15,0 0-2 0,0 3-4 16,2-2-4-16,-1 0-2 0,3 0-2 0,-2 2-1 15,1-3-1-15,0 2-1 0,0 2 1 16,2-3 0-16,-3 0 0 0,5 1 1 0,-6 0 1 16,4-1 0-16,-2 2 1 0,4-2 1 0,-2-1 1 15,1 2 1-15,2-2 1 0,0-2-1 0,2 1 1 16,-1-2 0-16,4 0 0 0,0-1-2 16,0-2-1-16,0 0-1 0,0-1 0 0,-1 0-1 15,0 1 0-15,0 1-1 0,-2-1-1 16,-1 2 0-16,-2 1-2 0,1 1 1 0,-5 1 0 15,2 1 0-15,-2 0 1 0,-1 1 0 0,0 1 0 16,-3-1 0-16,1 2 0 0,-2 0-1 0,-2-2 0 16,0 1 1-16,-2 0 2 0,2-1-2 15,-2-1 1-15,-1 1 0 0,-2-1 0 0,1 0-1 16,-3-1 0-16,-1 1 0 0,1-3 0 16,-2 1 1-16,-1 0-1 0,0-3 2 0,-2 1-1 15,1-1 0-15,-2 1 0 0,-2-2 0 0,0 1-1 16,0 1 0-16,-2 0 0 0,2 1 0 15,-3 1-2-15,0-1-6 0,0 3-12 0,-1 0-28 16,-1 0-75-16,-4 2-84 0,2 0-162 16,-1 2-285-16,-2 2-328 0,1 0-376 0,0 1-216 15,3 0 93-15,0 1 686 0</inkml:trace>
  <inkml:trace contextRef="#ctx0" brushRef="#br0" timeOffset="170293.69">27156 7366 360 0,'0'-5'763'0,"0"1"305"16,0 0 63-16,-1 1-287 0,-1 0-286 0,2 0-180 15,-1 0-103-15,1 1-46 0,0 1-7 16,0 1 5-16,0 0 2 0,0-2-4 15,0 2-22-15,0 0-31 0,0 0-41 0,0 0-42 16,0 0-27-16,0 2-20 0,0-2-12 0,0 1-8 16,0-1-2-16,0 3 1 0,0 0 1 0,0 1-2 15,0 0 0-15,0-1 0 0,0 1 3 16,0 2 0-16,0 2 2 0,-2-1 1 0,-1 0 2 16,3 4 1-16,0 0-3 0,-1 1-2 15,1 1-4-15,0 2-4 0,0 2-2 0,0 1-3 16,0 3-3-16,0-2-3 0,0 3-2 0,0-2 1 15,1 1-2-15,-1 0 0 0,0 2 1 0,3-4-2 16,-1 1 1-16,-1-3 0 0,1 0-2 16,-2-2 1-16,1-3-1 0,-1-1-1 0,2-2 0 15,-2-4-1-15,0-1 0 0,-2 1 1 16,2-3-1-16,-1-2 2 0,-1-1-2 0,1-3-1 16,-4 0-2-16,4-2-6 0,-1-1-8 0,-1-4-14 15,1 2-25-15,-1 1-45 0,1-3-61 16,-1 1-55-16,-2-1-71 0,2 0-121 0,-2-1-155 15,-1 0-234-15,2 0-214 0,-1 1-207 16,2-4-53-16,-2 4 335 0,1-3 464 0</inkml:trace>
  <inkml:trace contextRef="#ctx0" brushRef="#br0" timeOffset="170788.91">27006 7072 229 0,'0'-9'513'16,"-1"0"255"-16,-1 2 138 0,0-1-169 0,2 3-158 16,0 0-106-16,0 0-77 0,-1 3-67 15,1-2-60-15,0 3-65 0,1 0-59 0,-1 1-47 16,4 0-17-16,-3 2 31 0,4 2 39 15,0 3 33-15,1 2 12 0,3 0 12 0,-2 3-16 16,1 0-40-16,3 1-45 0,-2 2-33 0,3 2-12 16,-2 1-19-16,2 0-10 0,-3-1-5 15,4 3-3-15,-1 0-2 0,0 0-8 0,0 0-5 16,-1-2-4-16,2 0-3 0,-4 0-1 16,3-3-1-16,-2-1 1 0,-2-2 0 0,2-2-1 15,1-3-1-15,-5-1 8 0,1-2 4 0,-1-3 5 16,0-2 3-16,2-4 3 0,-2-4 0 0,1-1-6 15,-1-5-4-15,1-4-3 0,0 0-5 16,0-1 0-16,-1-5-3 0,0 0 0 0,-1 0-1 16,4-2 0-16,-4-1-1 0,2 1 1 0,1 2-1 15,-2 0 1-15,-3 3-1 0,0 5 2 16,0 0-2-16,-3 2 1 0,2 4-2 0,-4 4-6 16,-1 3-34-16,-2 0-79 0,-6 6-104 15,2 1-196-15,-7 4-294 0,2 2-348 0,-3 2-364 16,1-2-155-16,-2 2 302 0,1-3 711 15</inkml:trace>
  <inkml:trace contextRef="#ctx0" brushRef="#br0" timeOffset="171635.55">26051 7189 127 0,'3'0'436'0,"-1"-1"285"0,0 1 211 0,-1 0-112 15,3 0-160-15,-4 0-136 0,1 0-105 0,1 0-84 16,-2 0-68-16,0 0-51 0,0 1-20 16,1 1 10-16,-1 1 23 0,0 2 12 0,0-1-6 15,0 2-19-15,0 1-34 0,-1 1-46 16,1 2-48-16,0 0-31 0,-2 3-15 0,1 0-12 16,1 2-7-16,0 3-4 0,-4 1-3 0,4 1-4 15,-1 1-5-15,-3 2-1 0,3 2-2 16,-1 0-2-16,1 0 2 0,-3 2-3 0,1 0-1 15,2-1 1-15,-1-3-1 0,-1-1 1 16,2 1 0-16,1-2 1 0,0-1-1 0,0-2-1 16,0-4-1-16,0 1 1 0,0-4-2 0,0 0 0 15,1-4-3-15,-1-1-12 0,0-2-30 16,0 0-54-16,0-4-57 0,0-2-59 0,3-3-76 16,-1 0-105-16,-2-5-108 0,1-3-94 0,2-1-132 15,1-3-230-15,-1-1-143 0,0 0 77 16,0-2 290-16,4 1 330 0</inkml:trace>
  <inkml:trace contextRef="#ctx0" brushRef="#br0" timeOffset="171943.57">26246 7200 37 0,'11'-15'331'0,"-3"2"245"16,0 2 209-16,-3 3 9 0,-1 2-153 0,2 3-101 15,-3 3-68-15,1 2-61 0,-1 2-60 16,-1 2-49-16,1 4-61 0,-3 2-31 0,1 1-16 15,3 3 16-15,-4 4 17 0,1 0-8 16,-1 3-13-16,0-1-34 0,-1 5-38 0,1 1-45 16,0-1-35-16,0 0-20 0,0 0-14 15,0-2-10-15,0 1-4 0,0-2-3 0,1-2-3 0,-1 0 1 16,0-5-1-16,0 1 0 0,2-4 0 16,-1-1-2-16,-1-3 2 0,0 0-3 0,0-4-29 15,-3 0-58-15,3-3-59 0,-5-2-61 16,4-1-109-16,-6-1-147 0,2-4-173 0,1 1-237 15,-5-3-211-15,4-3-159 0,-3 1 127 0,0-1 396 16</inkml:trace>
  <inkml:trace contextRef="#ctx0" brushRef="#br0" timeOffset="172211.61">25888 7159 445 0,'-1'-3'889'0,"1"3"259"16,0 0-31-16,0-2-339 0,1 2-291 15,2-1-192-15,1 1-116 0,2 0-44 0,2-1-15 0,4 1 77 16,3 0 20-16,4 0-3 0,0 1 16 16,1-1-12-16,6 1-17 0,0 1-68 0,3 1-28 15,2-1-14-15,1 0-30 0,1 1-17 16,-1-2-9-16,1 0-7 0,-1 0-12 0,0 2-7 15,-2-3-5-15,1 0-2 0,-2 0-1 0,-3 0-2 16,1-3-2-16,-4 1-3 0,-1 1-43 16,-4-4-77-16,-5 3-110 0,-1-1-189 0,-3 0-297 15,-3-1-354-15,-3-3-326 0,-3 3-134 16,-3 0 331-16,2-2 662 0</inkml:trace>
  <inkml:trace contextRef="#ctx0" brushRef="#br0" timeOffset="173528.45">27031 5947 472 0,'0'5'961'0,"0"-1"266"0,-1-1-47 15,1-1-339-15,0 2-333 0,0-2-212 16,1 1-115-16,-1-1-52 0,0-2-31 0,2 0-23 15,0 2-9-15,-1-2 19 0,2 0 47 16,-1 0 12-16,1 0 1 0,1-2 3 0,-1 2 9 16,-2 0-22-16,-1 0-48 0,5 0-21 0,-5-2-13 15,0 2-9-15,0 0-18 0,0 0-9 16,0 0-5-16,-3 0-8 0,1 0-2 0,2 2-4 16,0-2-2-16,-1 0-4 0,-1 0-45 15,1 4-68-15,-3-2-97 0,1 0-173 0,-2 0-294 16,2 1-336-16,-2-2-303 0,4 1-167 15,1-1 233-15,0-1 642 0</inkml:trace>
  <inkml:trace contextRef="#ctx0" brushRef="#br0" timeOffset="174043.54">27220 6086 58 0,'4'5'469'0,"0"-4"333"16,-3 1 186-16,3-4-11 0,-1 1-288 16,3-4-212-16,-2 0-136 0,0-3-65 0,1-1-21 15,1-2 3-15,0-2 1 0,3-2-2 16,0-1-5-16,0-2-17 0,2-3-28 0,-1-1-40 15,1-1-44-15,1 1-42 0,-1-3-22 0,1 0-12 16,-2 0-9-16,-2 0-8 0,2 0-1 16,-1 2 0-16,-2 2-5 0,1 3 2 0,-3 2 2 15,-2 2 7-15,0 4 1 0,0 1 1 0,-2 1-2 16,2 2-4-16,-3 3-5 0,4 0-9 16,-4 0-6-16,0 1-5 0,0 4-2 0,1 0-3 15,-1 4 0-15,0 1 0 0,0 1 0 16,0 3 0-16,0 2-1 0,0 2 0 0,2 1 0 15,0 2 0-15,-2 2 0 0,0 1 0 0,0 2 1 16,0 2-1-16,-2 0 0 0,0 0 0 0,1 1 0 16,1 1-1-16,-2 0 0 0,0-2 0 15,1-2 0-15,-1 1 1 0,2-1-1 0,-1-2 1 16,-2-4 0-16,3 0 0 0,-2 0-1 16,2-5-1-16,0-2 0 0,-1-1-2 0,1-3-3 15,0 0-11-15,-2-3-18 0,1-2-47 16,1-1-74-16,-4-1-86 0,3-5-145 0,-1-1-200 15,0-2-318-15,1-2-286 0,-1 0-190 0,2-2 5 16,2 0 462-16,1 1 509 0</inkml:trace>
  <inkml:trace contextRef="#ctx0" brushRef="#br0" timeOffset="174642.87">27606 5715 213 0,'0'-12'749'0,"-3"4"397"16,-2 1 70-16,-2 1-207 0,1 3-347 0,-2 2-221 15,2 2-97-15,-1 2-56 0,3 1-35 0,-3 2-29 16,1 0-36-16,1 3-54 0,4 0-49 0,-1 2-36 16,2-2-25-16,2 4-10 0,1-1-10 15,3-1 0-15,-1-1-2 0,1 2-1 0,1-2 1 16,1 1 0-16,1-2 1 0,0 2-1 15,1-3-1-15,2 2 0 0,0-3 1 0,2 4 0 16,-1-3-2-16,-1 2 1 0,6 0 0 0,-6 1 0 16,6-1 1-16,-4 2 1 0,2-2 0 15,-2 4-3-15,2 0 1 0,-5-2-2 0,0 3 1 16,-3-2 1-16,-2 2 2 0,-3 2 2 16,-3-2 1-16,-1 1 1 0,-6-1-2 0,-1 1-3 15,-2 2 1-15,-2-2 0 0,-3 0-3 0,0-1 0 16,0 0 2-16,-1-5 1 0,-2-1-2 15,6-3 1-15,-1-4 1 0,-1-2 0 0,4-4-3 16,1-2 0-16,3-6-4 0,2 0-1 0,3-5 0 16,1-1 1-16,1-2 3 0,3 0-2 15,0-3 3-15,2-1 3 0,2-2-1 0,4 1-4 16,-2 0 0-16,3-1 1 0,2 1 0 0,-1-2-2 16,2 1-1-16,-1 1 2 0,0-1 0 15,0 0 1-15,-3 3 1 0,-2 1 1 0,0 0 3 16,-4 1 1-16,1 3 2 0,-6 0-2 15,-1 3 4-15,0 3 13 0,-4 1 6 0,-5 3 3 16,1 3 1-16,-5 2 1 0,0 3-3 0,-3 3-14 16,2 3-6-16,-4 3-5 0,2 0-2 0,1 3-2 15,2 1 0-15,2-1-1 0,-2-1-1 16,4 3-2-16,2-1 0 0,0-1-6 0,0 1-47 16,3 0-72-16,0-3-111 0,1 1-192 15,1 0-300-15,1 0-347 0,2 0-302 0,3-1-135 16,-1 2 340-16,3 0 652 0</inkml:trace>
  <inkml:trace contextRef="#ctx0" brushRef="#br0" timeOffset="175809.92">27636 6623 121 0,'0'-2'461'0,"0"-3"325"0,0 2 226 0,-2 1-118 15,2 1-226-15,0 0-174 0,0-1-145 16,0 2-110-16,0 2-79 0,2-2-51 0,-1 1-29 16,4 2-21-16,-4-1-9 0,4 0-5 0,-2 2 0 15,4-2-6-15,-2 2-10 0,4-3-1 16,-1 2 4-16,0 0-2 0,0-3-3 0,3 2-6 16,0-2 2-16,0 3 15 0,1-1 44 15,1-1 24-15,0 0 11 0,1 0 3 0,-1 2-7 16,2-3-17-16,-2 0-45 0,5 0-20 15,-1 0 13-15,-1-3 25 0,3 2 16 0,-3 0 3 16,1 0 0-16,-1-1-2 0,1-1-26 0,-2 3-27 16,2-2-13-16,-3 2-9 0,2 0-4 15,-3 0-3-15,2 0 1 0,-2 0-1 0,1 0 2 16,0 0 9-16,-2 2 7 0,2-2 2 16,-2 3 1-16,2-3-1 0,-1 0-1 0,3 2-9 15,-2-2-6-15,0 1-2 0,1-1-1 0,-1 0 0 16,2 0-1-16,-1 0-1 0,0-1 0 0,0 1 0 15,0-2-2-15,-2-1 2 0,2 3-2 16,0 0 2-16,-1-2-2 0,-1 2-1 0,-1 0 1 16,1 0 0-16,-4 0-1 0,4 2 2 15,-4-2 0-15,1 3 0 0,1 1 0 0,-3 0 0 16,-2-2-1-16,3 2-2 0,-2-2 2 0,-1 3-2 16,1-2 1-16,-1 0 1 0,0 0-1 15,0-2 2-15,-1 2-2 0,2-1 0 0,-2-1-2 16,-2-1-2-16,3 0-14 0,-3-1-51 15,-2-1-70-15,3-2-98 0,-4-1-176 0,-4-2-302 16,3-1-327-16,-2 1-283 0,-2-1-155 0,1-4 247 16,-1 0 631-16</inkml:trace>
  <inkml:trace contextRef="#ctx0" brushRef="#br0" timeOffset="176626.9">28051 5716 94 0,'4'-1'409'0,"-1"-3"270"15,-2 3 212-15,3-2-55 0,-4-1-173 16,1 1-139-16,-1 0-93 0,2-1-70 0,-1 2-58 16,-1-1-35-16,0 3-9 0,2-2 6 0,-2 2 3 15,0 0-12-15,0 0-20 0,0 2-37 16,-2 1-49-16,-1 1-51 0,2 5-40 0,-3 3-26 16,0 3-16-16,0 5-6 0,-1 4-3 15,1 3-4-15,-1 6 0 0,1 3 7 0,-1 3 3 16,2 3 0-16,-1 1 1 0,1 1 1 0,1-1 1 15,1-3-7-15,2-2-3 0,3-4-4 0,1-6-3 16,1-4 0-16,5-9 0 0,-2-2-1 16,4-5 0-16,1-8 1 0,1-6 0 0,2-9 0 15,-3 0 0-15,3-9-1 0,0-4 2 16,0-1 0-16,-4-6 1 0,0 1 1 0,-1-2 1 16,-4-2 1-16,-1 2-2 0,-2-2 0 0,-3 1-2 15,-2-1 1-15,-2 1-1 0,-3 1 1 0,-2 0 6 16,0 6 7-16,-2 0 4 0,-2 6 3 15,0 3 0-15,-1 3 2 0,-1 5-7 16,1 5-5-16,-2 4-4 0,3 4-3 0,1 4-2 16,-2 4-2-16,2 4-1 0,1 4 0 0,-2 4-2 15,1 2-1-15,2 3-2 0,0 3-5 0,2 2-22 16,0 0-72-16,3 1-81 0,-2-2-156 16,3-1-282-16,1 1-329 0,1-3-375 0,1 0-228 15,4-3 74-15,2-3 669 0</inkml:trace>
  <inkml:trace contextRef="#ctx0" brushRef="#br0" timeOffset="177182.28">28486 6017 286 0,'-1'-1'1157'0,"-3"2"523"15,1-1-149-15,-2 4-326 0,-1-3-476 16,2 0-271-16,-1 1-189 0,2 0-99 0,-1-1-54 16,3-1-35-16,1 1-26 0,-2-1-21 0,2 2-15 15,2-2-9-15,-1 0-5 0,3 0-4 0,-1 0-3 16,3 0-2-16,1 0-3 0,0 0-11 15,0 0-32-15,1 0-84 0,-4 0-130 0,1 3-260 16,0-3-311-16,-2 2-385 0,-2 4-421 0,1 1-65 16,-2 1 618-16</inkml:trace>
  <inkml:trace contextRef="#ctx0" brushRef="#br0" timeOffset="178195.91">28532 6643 233 0,'0'1'611'16,"0"2"325"-16,0-3 134 0,0 0-221 15,0 0-250-15,0 0-178 0,0 2-127 0,0-2-84 16,3 0-56-16,-3 0-44 0,2 0-33 0,-2 0-20 16,3 0-14-16,-2 0-3 0,3 0 11 15,0 0 0-15,1 0 1 0,0 0 0 0,3 2 50 16,-2 0 38-16,2-2 9 0,0 1 3 16,1 0-5-16,3 1-6 0,-1 1-45 0,1 0-16 15,1 0-8-15,3 0-7 0,0 0-3 0,2 0-2 16,2 1 7-16,2 1-18 0,0-1-10 15,0-1-6-15,0 2-4 0,2-1-2 0,3 0-4 16,-2 1-2-16,2-5-3 0,-2 2-1 16,4-2-1-16,1-2-1 0,0-1-4 0,-2 0-6 15,2-3-2-15,-1 0 0 0,-3 0-1 0,1-1 0 16,-2-1-1-16,-2 2 0 0,-1 1 2 16,-3 0-3-16,-3 0 1 0,-2 0-2 0,-1 3 1 15,-5-1-1-15,1 0 1 0,-4 3 0 0,-1 0 1 16,0-2 0-16,-3 2 0 0,-1 0 0 15,0 2-2-15,-1-2-12 0,-1 3-40 0,-3-1-77 16,0 0-102-16,-1-1-186 0,-1 2-298 16,-2-3-342-16,5 0-345 0,-3 0-153 0,1-3 268 15,1 3 686-15</inkml:trace>
  <inkml:trace contextRef="#ctx0" brushRef="#br0" timeOffset="179642.54">28907 5704 22 0,'3'-6'319'16,"2"1"248"-16,-4 0 231 0,1-1 36 0,-1 0-158 15,1 0-139-15,0 1-82 0,-2-1-68 0,0 0-57 16,1 1-47-16,-1 3-41 0,0-2-9 15,0 3-2-15,0 0 10 0,2-1 4 0,-2 2-17 16,0 2-28-16,0-1-41 0,-2 0-43 16,2 3-33-16,0 2-27 0,-1 1-17 0,1 4-8 15,-2 1-5-15,2 3-3 0,-2 1-10 0,2 2-6 16,0 5 10-16,0-1 3 0,0 4 2 16,0 0-1-16,2 2 2 0,-2 0 5 0,2 2-6 15,-2 2-3-15,1-2-1 0,-1 1 1 0,2-2-2 16,0 2-5-16,-2-1-2 0,1 1-4 15,1-5-1-15,-1 1-2 0,2-3-1 0,-1-1-2 16,-1-1 1-16,1-4-1 0,-1-1 0 0,1-4 0 16,0-2 1-16,-1-3-2 0,-1 0-1 15,2-4 1-15,-1 1-1 0,-1-5 1 0,4 0-1 16,-1-5 2-16,2-2-1 0,1-4 1 16,0-2-1-16,2-1 1 0,0-5-2 0,4 0 1 15,-2-4 0-15,3-1 0 0,3-3 1 0,-2-1 0 16,2-2 0-16,1 0 0 0,0-1 2 15,1-1-2-15,-2 3 0 0,1-2 0 0,-3 5-1 16,2 2 0-16,-3 2 1 0,-2 2 0 0,1 2-1 16,0 3 1-16,-2 1 0 0,-2 3 0 15,0 0 0-15,0 2 1 0,2 0 0 0,-2 2 0 16,-2 0 0-16,1 2-1 0,2 1 0 0,-3-2-1 16,0 0-1-16,3 1 0 0,-5-1 2 15,4 4-1-15,-2-3 1 0,-1 3 1 0,-2 0 0 16,1 0 0-16,-1 1-1 0,-2 0 0 15,-1 1 2-15,5-2 0 0,-5 4 0 0,0-2 1 16,-3 2 1-16,1 3-1 0,-2 1 0 0,-1 2 0 16,-2-1 0-16,1 3-1 0,-5-1-1 15,1 2-1-15,1 1 1 0,-3 0-2 0,0 0 0 16,1 2 1-16,-1-1 0 0,0 1 0 0,0-1 0 16,1 2 1-16,-1-2-1 0,2 0 0 15,0 0 1-15,0-1 1 0,0 0-1 0,2 0 0 16,-2-1 1-16,4-1-1 0,-2 1 1 0,2-2-1 15,1 1 0-15,2-3 1 0,-2 3 0 16,3-1-1-16,1-2 0 0,-4 1 0 0,5 0-1 16,0-1-1-16,0 0 2 0,5 1 0 15,-5-1 1-15,3 1 1 0,-2-1-1 0,1 1 1 16,0 0-2-16,-1 1 1 0,2-1-1 0,-1 1 0 16,0 0-1-16,-2 0 2 0,1 1-1 0,-1 1 0 15,2-1 0-15,0 0 0 0,-2 0 0 16,3-1 0-16,-2 0 1 0,4 1 4 15,-1 0 1-15,1-1 1 0,2-1 0 0,-1 1 1 16,3-1-1-16,-1 0-2 0,4-2-1 0,0 0 1 16,1-1 1-16,2-1-2 0,0-2 1 0,4-2 0 15,-2-2-2-15,5-3-2 0,0 1-1 16,1-4-1-16,-1 1-1 0,0 0-1 0,-5-1-2 16,1 0-11-16,-4 1-24 0,-3 5-77 15,-6 2-101-15,-4 0-200 0,-4 2-292 0,-3 4-352 16,-5 3-414-16,0 0-192 0,-5 1 281 0,0 2 788 15</inkml:trace>
  <inkml:trace contextRef="#ctx0" brushRef="#br0" timeOffset="184009.5">29424 5295 58 0,'2'0'379'0,"-2"0"287"0,0 0 245 0,0-2-16 16,0 1-185-16,0-1-172 0,2-2-112 0,-2 2-88 15,4-1-74-15,-4-1-57 0,4-2-35 16,1-2-9-16,2-2 3 0,1-1 7 0,2-1 6 16,0-1 8-16,1-2-12 0,2-3-19 15,0 0-22-15,0-1-25 0,2-1-22 0,0-1-22 16,-2 0-19-16,3 1-13 0,-2-1-15 0,0 2-8 15,1-1-5-15,-4 1-3 0,1 4 0 16,-4 1-5-16,0 2 2 0,0 2 1 0,-3 1-2 16,0 3-2-16,-2 1-2 0,-2 1 1 0,-1 4-18 15,0 0-54-15,0 0-58 0,-3 4-74 16,0 1-131-16,0-1-197 0,-5 1-308 0,2 1-246 16,1 1-217-16,0-1-19 0,0-1 403 0,2 1 505 15</inkml:trace>
  <inkml:trace contextRef="#ctx0" brushRef="#br0" timeOffset="184284.81">29513 5413 240 0,'1'8'576'0,"1"-2"259"0,-1-5 142 0,7-2-177 15,-2-5-220-15,2-4-138 0,5-1-84 16,-2-4-42-16,2-5-17 0,2 1-3 0,3-4-21 16,1-1-25-16,-2-2-31 0,1 1-35 0,0 0-43 15,-1-1-51-15,1 2-37 0,-2 0-26 16,2 3-13-16,-4 0-7 0,0 3-5 0,-1 3 0 16,-3 0-5-16,-1 3-42 0,-1 3-58 15,-4 0-89-15,0 3-174 0,0 1-295 0,-2 1-321 16,-2 3-284-16,0 1-177 0,0 0 214 15,0-2 629-15</inkml:trace>
  <inkml:trace contextRef="#ctx0" brushRef="#br0" timeOffset="186243.66">30300 3954 181 0,'1'-5'522'16,"2"1"294"-16,-3-1 168 0,0 1-123 0,0 0-236 16,0-1-150-16,-1 1-98 0,-1-2-71 0,1 2-51 15,-3 0-37-15,3 1-10 0,-4-2 7 0,1 2 12 16,1 0-8-16,-1 0-15 0,-1-1-27 16,-1 1-35-16,0 0-40 0,-4-1-33 0,1 0-18 15,-1 1-11-15,-2 0-7 0,1 2-4 0,-5-2-3 16,2 2-6-16,1-1-2 0,-4 2-1 0,-1 2-4 15,2-1-5-15,-2 2-1 0,0 0 1 16,-1 3-1-16,-1 0-1 0,0 1-1 0,2 2 2 16,-2 2-3-16,2 1-7 0,-1-1-4 0,1 3-2 15,3 1-1-15,-2-1-2 0,2 2 0 16,2 0 6-16,1 0 3 0,0 2 3 0,3 1-1 16,0 0 1-16,2 3 0 0,2 2 0 0,2-1-1 15,2 5 0-15,4 2-1 0,-2 0 0 16,7 1 6-16,2 3 2 0,2-1 2 0,1-1 0 15,6-2-1-15,1 0 1 0,1-2-8 16,1-2-1-16,4-3 0 0,-1-4 2 0,2-2 0 16,1-5 0-16,-1-4-1 0,3-4 3 0,0-4-2 15,5-6 1-15,-4-2 1 0,3-5 0 0,-1-6 2 16,0 0-6-16,0-5-3 0,-3-2-2 16,0-2-3-16,-1 0-2 0,-2-4 0 0,-6 1 4 15,-3 0 4-15,-2 0 1 0,-2 0 2 0,-6 1 0 16,-4 2 0-16,-6-4 1 0,-3 4-1 0,-5 0 6 15,-5 1 2-15,-1 3 2 0,-6 3 2 16,0 4-2-16,-1 1 0 0,-2 4-5 0,0 6-4 16,0 2-1-16,0 4-3 0,4 4 1 0,-1 2-1 15,3 2-2-15,3 2-6 0,0 1-28 0,5 0-61 16,1-1-63-16,0-1-94 0,2 1-156 0,3 1-290 16,0-1-302-16,2 0-237 0,-2 1-181 0,5-2 165 15,-1 1 561-15</inkml:trace>
  <inkml:trace contextRef="#ctx0" brushRef="#br0" timeOffset="186642.59">30021 4020 125 0,'-3'3'451'15,"-2"0"262"-15,-2 0 169 0,0 0-90 0,3 3-243 16,-1-2-142-16,-2 2-75 0,0 2-40 16,2-2-27-16,0 1-34 0,0 2-36 0,0-1-40 15,2 1-40-15,-1 0-34 0,1 0-25 0,1 1-16 16,2 1-14-16,0 1-5 0,2-1-5 15,-1 3-2-15,5 0-4 0,1 1-3 0,-1 0-2 16,4 2-2-16,0-3-3 0,2 3 0 16,1-1 0-16,1-1 0 0,0-2-2 0,2 1 4 15,-2-1-2-15,3-4 2 0,-2 1 2 16,2-3-1-16,-3-1 4 0,4-3-4 0,-1-1 1 16,0-4 1-16,1-1-4 0,-2-3-8 0,1-3-37 15,-3-3-78-15,0-1-139 0,-3-2-158 0,1-2-296 16,-3-1-267-16,-1 2-182 0,-2-2 77 0,-2-1 390 15</inkml:trace>
  <inkml:trace contextRef="#ctx0" brushRef="#br0" timeOffset="187125.7">30248 3991 39 0,'1'0'282'0,"4"1"162"0,-2-1 131 16,2 0-62-16,-2-1-166 0,0 1-103 0,2-1-53 16,-4-1-21-16,4 2-10 0,-3-1-13 0,1 1-27 15,-1 0-23-15,2 0 19 0,-1 1 1 0,0 1 74 16,2 0 73-16,-2 2 52 0,1 2 26 0,-3-1-33 16,1 2-21-16,-2-1-64 0,-2 3-55 0,1 1-25 15,-4 4-12-15,2-1 6 0,-4 3 14 16,0 1-2-16,-1 1 15 0,-2 2-9 0,-1 2-23 15,2 1-28-15,-4 1-28 0,0 2-16 0,1 3-29 16,0 1-17-16,0 2-8 0,1-2-6 16,3 1 0-16,-1-2-2 0,4-2-4 0,0-3 0 15,3-2 0-15,4-4-3 0,0-5-44 0,2 2-60 16,1-8-70-16,3-4-129 0,0-3-214 0,0-6-321 16,1-2-270-16,4-4-209 0,-4-4-25 15,5-2 439-15</inkml:trace>
  <inkml:trace contextRef="#ctx0" brushRef="#br0" timeOffset="187427">30314 3971 130 0,'8'-4'406'0,"-2"1"210"0,-3 0 128 15,2 2-173-15,0 0-195 0,0 1-120 0,1 1-59 16,0 2-26-16,1 1 20 0,-3 4 41 0,4 1 18 16,0 3 6-16,-2 1-21 0,1 2-26 15,-1 3-38-15,-1 2-50 0,-1 2-28 0,0 1-40 16,-1 1-23-16,-2 2-11 0,-1-1-9 0,-1 3-8 15,-4 1-62-15,-1-2-142 0,-2 1-271 0,-2-1-263 16,1-2-241-16,-4 0-183 0,0-4 130 16,0-2 448-16</inkml:trace>
  <inkml:trace contextRef="#ctx0" brushRef="#br0" timeOffset="188575.84">31013 4207 139 0,'0'3'523'15,"0"0"340"-15,-2-3 159 0,2 2-171 0,0-2-280 16,2-2-196-16,-1 0-143 0,3 0-72 15,2-1-23-15,0-3-5 0,0-1 3 0,2 2-3 16,1-3-10-16,1 2-24 0,0 0-25 0,0 0-19 16,0 1-16-16,0 2-9 0,0 2-3 15,0 1 0-15,0 1 0 0,0 4 1 0,-1 1 35 16,-1 2 19-16,-2 1 1 0,1 1 2 0,-1 2 2 16,0-1-8-16,-1 0-33 0,0-1-28 0,-1 0-6 15,1 1-11-15,0-4-3 0,3 0 3 0,-4-2-1 16,3 0 5-16,-1-2-5 0,2-3 2 0,1-2-2 15,1-1 0-15,0-3-12 0,0 0-32 16,2 0-58-16,-4-1-114 0,1-2-174 0,-3 0-300 16,-1 1-278-16,-2 1-249 0,1 1-66 0,-1 1 347 15,-2 2 497-15</inkml:trace>
  <inkml:trace contextRef="#ctx0" brushRef="#br0" timeOffset="188977.46">31641 4084 305 0,'0'2'878'0,"-2"1"342"15,-3 3-14-15,2 3-213 0,0 4-440 0,-4 4-248 16,6 3-119-16,-2 6-38 0,-2 3-15 0,5 2-21 15,0 2-10-15,3 1-17 0,2-2-22 16,0 0-31-16,4-2-23 0,5-6-7 0,2-3-3 16,5-6 0-16,1-4 5 0,2-9 9 0,3-3 6 15,3-7-2-15,-4-5 4 0,3-5 1 16,-2-3-2-16,-4-6-7 0,-3 2-3 0,-3-1 12 16,-6-2 46-16,-3 3 26 0,-6 0 14 0,-4 0 6 15,-4 2-3-15,-6-1-10 0,-3 3-34 0,-3-1-23 16,-4 5-11-16,-1 1-3 0,0 3-4 0,-2 5-8 15,1 2-10-15,1 6-4 0,-1 2-6 16,5 4-7-16,-2 3-4 0,7 3 4 0,-2 2 1 16,7 2 2-16,1 0-1 0,2 1 1 0,4 1-20 15,4 1-63-15,-1-1-63 0,4-1-123 0,1 0-208 16,0-2-310-16,4-2-324 0,2-2-237 0,1-2-102 16,1 0 411-16,1-1 605 0</inkml:trace>
  <inkml:trace contextRef="#ctx0" brushRef="#br0" timeOffset="189211.36">32056 4411 456 0,'3'6'933'0,"-3"-2"269"0,0 1-45 0,-1 0-334 15,1-1-340-15,-3 1-210 0,1-3-133 0,0 2-65 16,1-2-38-16,1 1-16 0,0-2-10 0,0-1-5 15,0 1-13-15,0-1-28 0,0-1-71 0,0 0-97 16,0-2-139-16,-2 1-241 0,1-2-275 16,2 2-205-16,1-3-6 0,-2 2 245 0,3 0 375 15</inkml:trace>
  <inkml:trace contextRef="#ctx0" brushRef="#br0" timeOffset="190158.7">32377 4054 263 0,'2'-6'546'16,"0"0"284"-16,-2 2 132 0,0 1-156 15,0-3-166-15,0 3-133 0,0 0-74 0,-2 0-57 16,0 0-27-16,1 1-19 0,-2 2-30 0,-1-1-31 15,0 1-46-15,-3 0-42 0,0 0-51 0,-1 1-45 16,-2 1-26-16,0 1-15 0,-2 1-8 16,1 1-5-16,-2 1-6 0,1 1-3 0,-1 1-4 15,-3 2-3-15,3-1-5 0,-1 1-3 0,3 0-3 16,-1 0-1-16,4 1-3 0,0-3 0 0,3 2-2 16,-3-1-1-16,7 0 0 0,-1-2 2 0,2 2-3 15,2 0 2-15,2-1 0 0,1-1 0 0,1 0 1 16,1 1-1-16,1-2 1 0,2 2 0 15,0-2 1-15,1 1 0 0,0-1 0 0,0 2 0 16,3-4 1-16,-2 3-1 0,0-1 0 0,1-1 2 16,-2 1-2-16,1 0 0 0,0 2 0 0,-3-1 0 15,-1-2 0-15,1 3-1 0,-1 2 1 0,-1-3 0 16,-2 2 0-16,-1 0 0 0,-1 0-1 16,-1 0-1-16,-2 1 2 0,-3 0 0 0,-2-1-1 15,-1 0 0-15,-1 0 1 0,-1 0 0 0,-2-1 0 16,-3 2-1-16,2-3 1 0,-5 2 1 0,1-2-1 15,0 0 1-15,-1 0-2 0,0-2 1 0,2 0-1 16,-2-1-1-16,3-1 0 0,1-2 1 16,2-1 1-16,1 0-1 0,0 0 0 0,4-1-3 15,-2 0-5-15,4-3-7 0,2 2-4 0,1-4-3 16,0 1 0-16,1-3 2 0,2 1 2 0,2-3 0 16,0 0-8-16,3-2-7 0,0 1-14 15,1-5-8-15,2 1-5 0,0 0 0 0,1 0 5 16,1-1 8-16,0-2 8 0,3 0 1 0,-2 3 2 15,2-3 4-15,-2 1 4 0,0-1 1 0,1 3 6 16,-4-3 9-16,0 3 5 0,-2 0 3 16,-1 1 2-16,0-2 6 0,-3 4 4 0,0-1 1 15,-4 2 3-15,1 2 0 0,-2 1 2 0,-2 2-4 16,1-1-4-16,-4 4-3 0,0 0-5 0,-3 2-5 16,4 2-1-16,-4 1-4 0,0 0-24 15,0 2-51-15,-2 2-47 0,2-1-97 0,0 2-161 16,-2-1-271-16,3 2-275 0,1-2-224 0,1-1-136 15,-1 2 230-15,3 1 500 0</inkml:trace>
  <inkml:trace contextRef="#ctx0" brushRef="#br0" timeOffset="192607.61">32692 4045 133 0,'0'0'423'0,"-5"-2"249"0,4 1 185 0,-2 0-113 16,-2-1-182-16,3-1-104 0,-1 2-71 16,0-2-46-16,-1 0-44 0,0 2-47 0,-2-3-43 15,1 1-50-15,-1 2-43 0,1 1-17 0,0 0-4 0,-4 0 1 16,2 3-12-16,2 2 3 0,-3-1-6 15,-1 2-19-15,3 1-17 0,-2 1-20 0,0-1-9 16,0 4-8-16,2 0-2 0,1 2-2 0,0 1-1 16,2-2 2-16,1 4-3 0,1-1-5 0,1 0 2 15,1-2-3-15,1 0-3 0,1 1 5 16,2-2 1-16,1-3 1 0,2-1 2 0,0 1 3 16,2-5 1-16,-1-2-1 0,4 0 1 0,-2-6 3 0,3 1 1 15,-3-3-5-15,2-2 2 0,1-3 0 0,-1 1 1 16,-3 0-4-16,2-3-3 0,-3 1 4 15,1 0 1-15,-2-1-3 0,-4 2-1 0,1-1 5 16,-3 1 3-16,-1 1-2 0,-1 2-1 0,0 1 4 16,-1-1-3-16,-1 3-4 0,-1-1 1 0,1 4 2 15,-1-2-5-15,-2 3 0 0,4 1 1 0,-2-1-1 16,-1 2-2-16,2-1 1 0,0 1 3 0,0 3-4 16,1-2 0-16,-1 3 5 0,1-1-2 0,1 0 0 15,0 0-4-15,0 1 0 0,0-1 1 0,1 1 1 16,1 1 1-16,-1-2 0 0,3 2 3 0,0 2 6 15,1-1-2-15,-4 0-3 0,6 4 7 0,-2 0 32 16,-1 1 18-16,1 0 9 0,3 1 6 16,-2-1 5-16,-1 3-3 0,0-1-32 0,-2 1 7 15,0-1 4-15,0 1-2 0,-1 1-3 0,-2 0 1 16,-2 1 0-16,-1-2-17 0,-1 1-6 0,-1 0-5 16,-2-2-1-16,-1 1-5 0,-1 0 0 0,-1-1-8 0,1-1-4 15,-4-1-5-15,4 1-2 0,-1-3 0 0,-1-1-1 16,2-2 0-16,1-1 0 0,1 0 1 15,0-3 1-15,-1 0-1 0,3 1-3 0,0-3 0 16,2 0-9-16,-3-1-16 0,3-1-55 0,0 0-58 16,-1-2-71-16,-1-1-139 0,4 1-226 0,-2 0-306 15,-2 0-246-15,3 0-221 0,-4 0-2 0,3 2 473 16</inkml:trace>
  <inkml:trace contextRef="#ctx0" brushRef="#br0" timeOffset="195190.72">29843 5881 182 0,'1'0'645'16,"3"-2"369"-16,-3 1 108 0,1 1-195 0,-1-1-339 15,1 1-244-15,0-2-150 0,-1 2-68 0,2-2-28 16,2 2-10-16,-2 0-1 0,2-1 2 15,1 0-5-15,2-1-18 0,5-1-16 0,-4 0-2 16,5 0-3-16,1 0-6 0,0-1-2 16,1-1 31-16,5-1 18 0,0-1 3 0,2-4 5 15,2 1 34-15,4-4 16 0,-1 0-23 0,2-2-16 16,0 0-10-16,0-2-15 0,-1-1-34 16,-2 2-20-16,-3-1-9 0,-1 3-7 0,-1 0-3 15,-4 1-4-15,-2 2 1 0,-4 2-3 0,-1 1 1 16,-3 3 0-16,-1 2 5 0,-4-1 0 0,-3 2-5 15,-3 0-38-15,-2 3-58 0,-3 0-57 0,-6 0-110 16,-1 0-174-16,0 4-312 0,-5-1-267 16,3 1-229-16,0 0-124 0,-1-2 288 0,1 0 551 15</inkml:trace>
  <inkml:trace contextRef="#ctx0" brushRef="#br0" timeOffset="195488.54">30236 5548 315 0,'8'-5'664'0,"-1"1"253"0,-1 1 61 0,2 2-291 16,-3 0-224-16,3-1-127 0,0 2-81 0,1 2-26 16,0-2-16-16,3 1-18 0,-2 0-33 15,2 1-36-15,-3-1-36 0,5 2-33 0,-2 0-17 16,0 0-9-16,1 2-12 0,-4-2-8 0,4 1-4 16,-4 1-5-16,-1 1 17 0,2 0 26 15,-2 1 48-15,-4 1 54 0,1 1 28 0,-1 1 13 16,-4 2-16-16,-4 1-25 0,-1 1-41 0,-1 3-44 15,-2-2-28-15,-3 3-20 0,2-1-6 0,-5 2-8 16,2-1 1-16,-1-2-6 0,0 0 0 16,1 0 1-16,3-4-19 0,0-2-47 0,1 1-52 15,3-5-72-15,0-4-129 0,2 0-179 0,3-5-296 16,4-3-247-16,3-1-223 0,3-4-18 0,3-1 382 16,2 0 469-16</inkml:trace>
  <inkml:trace contextRef="#ctx0" brushRef="#br0" timeOffset="196157.56">30923 5378 53 0,'-5'10'523'0,"2"-1"426"0,-2 0 197 15,-1-2-41-15,3 1-377 0,0-2-288 0,-1-2-168 16,3-1-103-16,-1-1-54 0,2 1-32 0,0-3-14 16,2-3 3-16,1 1 29 0,2-4 32 15,4-1 35-15,-3-4 19 0,2-1 13 0,5-2-11 0,-4-3-33 16,3-2-24-16,-2-1-32 0,3-1-21 16,-2 0-28-16,3 0-5 0,-2-1-5 0,2 2-7 15,-3 0-3-15,-3 2-6 0,3 0 0 0,-3 4-7 16,-2-3-6-16,1 4-2 0,-3 1-2 15,4 2 3-15,-5 1-1 0,0 2 0 0,1 1-1 16,-1 1-2-16,-2 3 1 0,1-2-2 0,0 3-2 16,-2-1 1-16,0 1 0 0,1 1-1 0,1-3-1 15,-2 3 2-15,0 3 4 0,1-3 4 0,-1 3 2 16,0 0 4-16,5 0 1 0,-5 2 2 16,1-1-4-16,-1 2-1 0,2-1-3 0,-2 3 5 15,1 1 0-15,1 2 2 0,0-1-1 0,-1 4 1 16,1 1-2-16,0 1-6 0,1 4-3 15,-2 1-3-15,3 0-2 0,-3 2 0 0,1 2 0 16,-2 2 0-16,1 0 0 0,-1 0 0 0,-1-1-1 16,1 2 0-16,0-2-1 0,-2-1-1 0,1-1 0 15,-1-2-2-15,0-2 0 0,1-1 0 0,1-4-1 16,-2-1-2-16,1-3 0 0,-1-3 1 0,0 0-1 16,2-4 1-16,-1 1-1 0,-3-2-5 15,3 0-13-15,-2-2-23 0,-3-1-52 0,-1 0-77 16,1-1-106-16,-2-2-179 0,-3 0-297 0,1-2-335 15,1 2-296-15,0 0-157 0,-3 2 254 16,3-2 656-16</inkml:trace>
  <inkml:trace contextRef="#ctx0" brushRef="#br0" timeOffset="-197955.6">21564 7366 115 0,'3'1'395'15,"-1"-1"207"-15,1 2 139 0,-3-2-139 0,0 0-228 16,3 0-156-16,-3 0-103 0,2 0-54 0,-2 0-33 16,0 0-17-16,1 0-9 0,-1 0-2 15,0 0 0-15,2 0 2 0,-1 0-1 16,-1 2 15-16,2-2 19 0,0 1 11 0,-1 1 4 15,2-2 17-15,-1 3 35 0,0-2 24 16,-1 2 23-16,3-2 21 0,-3 3 17 0,2-2 4 16,0 2-18-16,0-2-18 0,0 1-25 0,1-1-23 15,-3 2-23-15,2-2-19 0,-1 1-12 16,3-1-18-16,-2 1-3 0,0-3 3 0,2 1 4 16,-4-1-1-16,4 2-3 0,-2-2 1 0,1-2-10 15,-3 2-11-15,2-1-7 0,1-2-4 16,0 1-3-16,1-1-33 0,-4 1-105 0,1 0-174 15,-1 0-289-15,-1 2-258 0,0 2-239 16,-1 1-73-16,-2 1 315 0,-5 2 451 0</inkml:trace>
  <inkml:trace contextRef="#ctx0" brushRef="#br0" timeOffset="-196259.7">26807 7613 5 0,'5'0'265'15,"-5"0"180"-15,1 3 178 0,-1-3 18 0,0 1-130 16,2-1-90-16,-1 0-31 0,1 0 1 15,0 0 1-15,-2 0-23 0,0 0-37 0,1 0-52 16,-1 0-56-16,0 1-58 0,2-1-45 0,-2 1-22 16,1-1-13-16,-1 3-6 0,0-3 20 15,2 0 45-15,0 2 34 0,-1 2 12 0,3 0-6 16,-4 0-15-16,3 3-28 0,-3-1-42 0,1-2-32 16,1 3-21-16,1 1-10 0,-2-1-8 15,-1 2-3-15,2 0 3 0,-1 2-1 0,-1-1-3 16,0 2-2-16,0 0-2 0,0 2-2 15,0 1-6-15,-1-2-6 0,1 4 0 0,-2-3-2 16,2 3 1-16,0 2-2 0,-1-3 0 0,1 0 0 16,0 1 0-16,0-2-2 0,0 0-1 15,0-3 1-15,1 0-2 0,-1-1 0 0,0-1 0 16,2-1 2-16,-2-3 0 0,1 2 8 16,-1-1 4-16,0-1 3 0,2 0 1 0,-2-1 0 15,2 1 0-15,-2-1-7 0,0 1-3 0,1 0-2 16,-1 0-2-16,2 0 0 0,0 0-1 0,1 2-1 15,0-3 0-15,0 3 1 0,5-2 0 16,-4 1 1-16,5-1 6 0,-1-2 2 0,2 0 0 16,2 0 0-16,0 1 1 0,6-3-2 15,-2 1-3-15,2-2-3 0,4-1 0 0,-1 0 0 16,5 0-1-16,-1 0 0 0,2-1-1 0,-2-1 0 16,2 1-1-16,-2-1-1 0,4-1 0 15,-4 0-1-15,2-1 0 0,-2-1 0 0,2-1 2 16,-5 2-2-16,3-4 0 0,1 1 1 15,-3 3-1-15,1-5 0 0,-3 3 0 0,1 0 1 16,-2 2 0-16,-1 0 1 0,-1 1 0 0,-1 1 1 16,0 0-1-16,1 2-1 0,-2 0 2 0,-1 0-2 15,-2 0-1-15,0 0 0 0,-1-1 1 16,0 1-1-16,-2-3 0 0,-2 0 0 16,0-2 1-16,0-1 0 0,-2-2 0 0,1-3-1 15,-4 3 1-15,-1-5-1 0,-1 1 0 0,1 0-2 16,-2-1 1-16,-2 0-1 0,1-2-1 0,1 1 0 15,-4-2 0-15,3 1 0 0,1-4-2 16,-2 2 0-16,1 1-3 0,-3 1-2 0,2 2-5 16,-2-1-7-16,3 3-11 0,-2 4-21 15,-2 0-43-15,0 2-68 0,-2 2-70 0,-3 2-122 16,0 2-183-16,-1 2-300 0,-1 2-276 0,-1 1-202 16,0 2-70-16,0 1 379 0,1 1 535 0</inkml:trace>
  <inkml:trace contextRef="#ctx0" brushRef="#br0" timeOffset="-169930.53">21525 5482 140 0,'1'-3'457'16,"1"0"276"-16,-2 0 221 0,-2 0-76 15,2-1-208-15,-3 1-138 0,1-1-55 0,-2 0 12 16,0 2-17-16,-2-3-58 0,2 2-59 16,-3 0-51-16,1 0-59 0,-2 0-73 0,0 1-57 15,-1-1-29-15,0 3-18 0,0-2-12 0,3 1-11 16,-1 0-7-16,-1 1-6 0,4-2-7 15,-4 0-5-15,3 1-3 0,0 0-2 0,1 1-2 16,-1-4-1-16,2 3-1 0,-3 0 0 16,3-1-1-16,-1 0 0 0,3 1 0 0,-3-2 0 15,0 2 0-15,2 1 0 0,-1-2 0 16,1 1 0-16,1 1-1 0,-4 1-1 0,4 1-1 0,-1-1-2 16,0 2-2-16,-1 3 0 0,2 1-1 15,1 4 0-15,-4 0 0 0,3 3 0 16,-1 0-1-16,1 3 1 0,1 2 0 0,-2 0-1 15,2 0 0-15,-2 1-1 0,2 5 1 0,0-1 0 16,0 1-1-16,0 1 1 0,-1 0-1 0,1 3 0 16,-2 0-1-16,2-2 0 0,0 4 0 15,-1-4-1-15,1 0 1 0,-2 2-1 0,0-3 1 16,2 0 0-16,0 0-1 0,0-1 2 16,2-3 1-16,0 3 0 0,-2-4 0 0,1 0 1 0,1-2 0 15,-1 0-1-15,-1 0 0 0,0 0 1 16,2-2-2-16,-2 0 1 0,-2 2-1 0,2-3 0 15,-1 1 1-15,-1-2 0 0,1 3-1 16,1-2 2-16,-4-1-2 0,2 2 1 0,2-2-1 16,-4 0 1-16,4 0-1 0,-1-1 0 15,-1 3 1-15,2-2-1 0,0 2 0 0,-1-2 0 16,-1 1 0-16,2-1 0 0,-2 1 0 0,2 0 0 16,-1-1 0-16,-1-1 0 0,2 3-1 15,-1-2 1-15,-3 0 0 0,3 2-1 0,-1-2 0 16,0 0 1-16,2 2-1 0,-3-3-1 15,3 3 2-15,-1-4-1 0,1 1 0 0,0-1 0 16,0-2 1-16,0 1 0 0,0-2-1 16,0 0 0-16,0 1 0 0,0-3 0 0,1 3-1 0,-1 1 1 15,0-2 0-15,2 0 1 0,-1 2-1 16,-1 0 2-16,0 2 0 0,0-2 0 0,0 1 1 16,0 1-1-16,0-1 1 0,0 2-1 15,0-2 0-15,0 0 0 0,0 1-1 0,0-3 1 16,0 1-1-16,0 0 0 0,-1-2 0 0,1 1 0 15,-2 0 1-15,2-1-1 0,0-1 0 16,0 2 0-16,0-1-1 0,-1 1 1 0,1 1 0 16,-3-2 0-16,1 2 0 0,2 0 1 15,-1 0 0-15,-1-1 0 0,1 0-1 0,-1 1 0 16,0-2 0-16,2-1 0 0,-1-2 0 0,-1 0 0 16,2 1-1-16,0-2 1 0,0 1 0 15,2-1 0-15,-1 1-1 0,-1-1 0 0,2 1 1 16,0-1 0-16,-1 3 0 0,1 0 0 0,-1 2 0 15,4-1 1-15,-4 0-2 0,-1 3 1 16,3-1-1-16,-1 0 1 0,0-2-1 0,-1 2 0 16,3-2 1-16,-3 1-1 0,1-2 1 0,-1 0-1 15,3 0 0-15,-3-2 1 0,2 0 0 16,-1-1-1-16,0-2 1 0,0 0 0 0,0 1 0 16,0-1 0-16,-1 1 0 0,-1-1 0 15,2-2 0-15,-1 3 0 0,1-1-1 0,-2 1 0 16,2-1 1-16,-2 4 0 0,1-2 0 0,-1 1 0 15,2 1 0-15,-1-1 0 0,-1 1-1 16,4-1 0-16,-4 1 1 0,1-2-2 0,2 0 1 16,-1-2-1-16,-2 3 1 0,3-5 0 15,0 3-1-15,-1-1 2 0,-1-1-1 0,2 0 1 16,-1-2 0-16,0 1-1 0,-1 0 1 0,1-1-1 16,-1 1 0-16,3-2 1 0,-3 0 0 15,1-2 0-15,0 1 0 0,1 1 0 0,-2-2 0 16,4 0 1-16,-4 1 0 0,2 1-1 0,1-1 0 15,-3-1 0-15,2 2 0 0,1 0 0 16,-1 0 0-16,0 0 0 0,0 0 0 16,2 2 0-16,-2-1 1 0,2 2-1 0,-1-1 1 0,1 1 0 15,0 1-1-15,4-1 0 0,-2 0 1 16,-1 1-1-16,4 0 0 0,0-2 0 0,0 1 2 16,3-1 1-16,1 0 0 0,0-2 2 15,2 0 1-15,-2 0 0 0,4-2 0 0,-1 0 1 16,0-2 0-16,1-1-1 0,-2 3 0 0,2-3-1 15,-3 1-1-15,1-2 0 0,-4 1 0 0,2 0 0 16,-2 2-1-16,-3-1 1 0,-1 1-1 16,1 1 0-16,-4 0 0 0,2 0 0 15,-4 1 1-15,-1-1-1 0,-1 2-1 0,2 0 1 16,-3 0-1-16,0 2 0 0,0-1-1 0,-3 3 0 16,2-2-1-16,-4 3 0 0,0-3 0 15,0 3-2-15,0-1-1 0,-2 0-4 0,2 0-5 16,0-1-9-16,2 0-15 0,0 0-23 0,-1-1-42 15,1-2-75-15,2 2-94 0,1-2-150 0,0 0-244 16,0 0-322-16,1-2-317 0,2 2-192 0,1-4 90 16,0 1 558-16</inkml:trace>
  <inkml:trace contextRef="#ctx0" brushRef="#br0" timeOffset="-167740.24">20821 3075 84 0,'3'-6'442'15,"1"1"317"-15,-3 1 227 0,1 1-32 0,-1 0-265 16,-1 0-180-16,3 0-124 0,-3 1-58 15,2 0-17-15,-2 0 11 0,1-1 3 0,1 2-19 16,-2-3-22-16,1 2-39 0,-1-1-50 0,0 2-52 16,2-1-40-16,0-1-23 0,-2 3-15 0,0-2-8 15,0 2-7-15,1 0-6 0,-1 0-5 0,0 0-6 16,0 2-3-16,2 3-2 0,-1 3-1 16,-1 2 1-16,0 4-3 0,0 1-1 0,0 4-1 15,-1 4-3-15,-1 4-3 0,1 2-3 16,-3 7-1-16,1 1-3 0,-3 5-1 0,3 2-2 15,-2 0-1-15,2 4-2 0,0-1-1 0,0-1-1 16,-1 2-3-16,1-3 1 0,0 2 0 16,0-3 1-16,2-3 1 0,-1-1 1 0,2-2 1 15,0-1 0-15,0-2 1 0,0-1-2 0,3-3 0 16,0-3 0-16,-1 1-2 0,-1-4 2 16,2-2-2-16,2-3 1 0,-2 1 0 0,2-6-1 15,0 1 2-15,1-2-2 0,-1-1 1 16,0-1 0-16,-1 0 0 0,1-2 0 0,0-1 0 15,-2 0 0-15,3-1 0 0,-3 0-1 0,2-1 1 16,-1 2 0-16,-1-1 0 0,0-1 0 0,0-1 1 16,0-1-1-16,2 3-1 0,-1-2 0 15,0 0 0-15,1-1 0 0,-2 0 0 16,3-2 0-16,-1 0 1 0,1 1 0 0,0-1-1 16,-1 0 1-16,2-2 0 0,-1 1-1 0,2-1 1 15,-4 1-1-15,4-1 0 0,-3-1 1 0,3 0 0 16,0 2-1-16,-2-2 1 0,2 2 1 15,0-2-1-15,1 0 0 0,-1 0 1 0,2 0-1 16,-1 0 1-16,3 0 0 0,-4-2 0 16,2 2-1-16,0-2 2 0,0 2-2 0,0 0 1 15,0 0-1-15,0 0 1 0,2 0 0 0,-2 0 1 16,1 2 0-16,1 0 1 0,-1-2 0 16,2 1 0-16,0 2 1 0,0 0-1 0,0 0 0 15,0 0 0-15,3 1-1 0,-2 2 0 16,3 0 0-16,-2 0-1 0,2 2 0 0,-1-1-1 15,1 1 0-15,1 1-1 0,2-1-1 0,-1 0 1 16,2-1-2-16,1 0 1 0,2-1-1 0,-1-2 1 16,1 1 0-16,3-4 0 0,0 0 2 15,1-2 0-15,-1 0 2 0,2-3-1 0,-1 0 0 16,1 0 0-16,-4-3 0 0,4 2-1 16,-2-1 0-16,-4 0 0 0,2 0 0 0,-3 3 0 15,-2-2-1-15,-3 4 1 0,-1-2-1 0,-1 1 1 16,-3 2-1-16,-3-2 0 0,0 2 0 15,-2 0 0-15,-2 0 0 0,0 0 0 0,-4-3 0 16,2 2 1-16,-3 1-1 0,0-2-1 16,0-1 1-16,-3 1-2 0,2-3 0 0,-3 0-3 15,-1 0-7-15,2 0-15 0,-2 0-24 0,-4 1-53 16,3-2-82-16,-4 2-142 0,1 0-255 16,-2 2-318-16,1 0-386 0,1 1-327 0,-1 1-40 15,-1 0 615-15</inkml:trace>
  <inkml:trace contextRef="#ctx0" brushRef="#br0" timeOffset="-165331.14">21175 4317 91 0,'3'-6'352'0,"0"4"216"0,1-3 207 16,-3 2-46-16,-1-2-96 0,-1 3-75 0,-1-1-55 15,-1 2-63-15,-2-1-58 0,-1 0-27 0,1 2-6 16,-3 2-7-16,2-2-29 0,-3 2-29 16,-1-1-31-16,0 0-52 0,1-1-55 0,-4 2-45 15,2 0-24-15,-1-2-15 0,1 2-9 16,-2-2-7-16,0 3-7 0,-1-1-7 0,-2 2-5 16,3-2-5-16,-2 0-6 0,-1 4-4 0,-1 1-2 15,1-1-2-15,-3 3-1 0,0 2-1 16,1-1 0-16,-2 3 0 0,1 0 0 0,-3 4-2 15,0 0 0-15,0 1-1 0,1 3 0 16,-3 0-1-16,2 2 2 0,0 1-1 0,0 0 2 16,-2 1 1-16,2 0 1 0,3 2 1 0,-2-2-1 15,1-1 1-15,4 2-1 0,-1-3 0 16,1 2-1-16,0-3-1 0,3 0 0 0,1 0-1 16,1 0-1-16,-1 0 0 0,2-1-1 15,0 0-1-15,4 0 0 0,-2-2-1 0,-2 1 1 16,2 1-1-16,4-1 0 0,-4 1 1 0,-2 0-1 15,2 1 0-15,0-1 0 0,0 3 0 0,-4-1-1 16,1 4-1-16,-2-2 1 0,1 4-1 16,-1-4 1-16,-3 4-1 0,3-2 2 0,-1 0 1 15,1 1 1-15,-1 1-1 0,2-1 1 0,-2 1-1 16,2-1 0-16,0 1-1 0,-1-1 0 16,0 2 1-16,4 0-1 0,-4 0 0 0,5 0 0 15,-1 0-1-15,0-1 0 0,2 2 1 0,1-4-1 16,-1 2 0-16,1-1 0 0,2 1 1 15,0 1-1-15,-1-2-1 0,2 1 0 0,2-2 0 16,-1 4 1-16,0-2 0 0,1-1 1 16,-1 2 1-16,2 0 1 0,-1-1 1 0,1 2-1 15,0-1-1-15,0 2 0 0,0-2-1 0,0 1 0 16,0 0 0-16,0 0 1 0,0-1-1 16,1-3 0-16,-1 4 1 0,2-4-1 0,-1 1 1 15,3 1-2-15,-3-2 0 0,1 2 0 16,-1-1 1-16,1-2-2 0,-2 4 1 0,3-4-1 15,-3 4 1-15,2-4 0 0,0 3 1 0,-1-2 0 16,-1 1 2-16,3-1-1 0,0 2 1 0,-1-1-1 16,-1 3 0-16,2-3 0 0,1 0-1 15,-3 1 1-15,4 0 0 0,-2-2-1 0,2 2 1 16,3 0 0-16,-2-3-1 0,2 1 0 16,0-1 0-16,4 0 1 0,-2 1-1 0,1-2-1 15,0 0 1-15,2 0-1 0,1 0 0 0,-1 1 0 16,0-1 0-16,1 0 0 0,0 3 0 0,2-3 0 15,-3 0 1-15,0 1 1 0,2-1-1 16,0-1 2-16,-2 1 1 0,5-1 0 0,-6 0-2 16,6 0 0-16,-4-2-1 0,2 1 1 15,0 0-1-15,1-1 0 0,1 0 0 0,-1 0 0 16,-3 0 0-16,7 0 0 0,-4 2 0 16,0-1-1-16,2-1 0 0,-3 1 0 0,5 0 1 15,-4 0-1-15,2-2 0 0,0-1 0 0,-1 1-1 16,2-2 2-16,0 1-1 0,0 0 1 15,-2-1 1-15,2-1 1 0,0 0 0 0,0-1-1 16,0 3 1-16,0-3-1 0,2 1 0 0,-1-2-1 16,3 1 2-16,-2 0-1 0,0-3 1 15,0 0 1-15,2 1-1 0,1-2 1 0,0 1-1 16,0-1 1-16,-1 1 0 0,3-1-1 0,-2 2 0 16,2-1-1-16,-2-1-1 0,1 0 1 0,-1 1-1 15,1-2 1-15,-1 3-1 0,2-2 1 16,-2-1-1-16,0 2 0 0,-1-1 0 0,1-1 0 15,2 4 0-15,-2-2 0 0,1-1 0 0,-2 2 1 16,1-2 1-16,0 2 0 0,0 0 0 16,0-1 1-16,2 1-1 0,-1-1 1 0,1 0 0 15,0 2-1-15,-1-3 1 0,1 0-1 16,2-1 1-16,1 1-1 0,-2-2 0 0,1 2-1 16,1-1-1-16,0-3 1 0,0 2-1 15,-3-2 0-15,3 4 0 0,-2-3 0 0,2-1-2 16,-1 1 1-16,1 1 1 0,-2-2-1 0,2 0-2 15,2-2 1-15,-2 3 1 0,0-2-1 0,2-2 1 16,-2 2 0-16,0-1 2 0,0 1 0 16,1 1 1-16,-1-2-1 0,0 2 2 15,0-1-2-15,1 0 0 0,0-1 0 0,-1 4 0 0,0-4-1 16,3 2 1-16,-3-2-1 0,2 1 0 16,-2-1-1-16,2 0 1 0,-2-1 0 0,0 0 0 15,0 1 0-15,1-1-1 0,0 0 1 16,0-1-2-16,1-3 1 0,-1 3-1 0,3-2 1 15,-1 0 0-15,0-1 0 0,2 0 2 0,-1 1 0 16,1 0 2-16,2-1-1 0,1 1 1 16,-2-2-1-16,3 1 0 0,-1-1 0 0,2 0-1 15,0-1 0-15,0 2-1 0,2-2 0 0,-3-2-1 16,2 2 0-16,1 0 0 0,-3-1 0 16,4 1-1-16,-4 0 0 0,3 0 1 0,-2 0-1 15,2 1 1-15,-3-1 1 0,2 2 0 16,-1-2 2-16,1 2 0 0,-1-1 0 0,2 0 0 15,-1-1 0-15,3 2 0 0,-1-2-1 0,0 0 0 16,-1 2 0-16,1-1-1 0,1 0 0 16,-1 2-1-16,-2-1 0 0,2-1 0 0,0 4-1 15,-2-3 0-15,1 1 0 0,0 0 1 16,-3 0 1-16,2 0 1 0,-1 0 1 0,-1 0 0 16,2 0 0-16,-3-1 0 0,2 0-1 0,0 0 1 15,-1-1-1-15,0 1 0 0,0-1-1 0,0 0 0 16,-1-1 0-16,-3 2 0 0,-1-2 0 15,1 0-1-15,-1-2 0 0,-3 2-1 0,2-2 1 16,-3 0-1-16,1-1-1 0,-1-1 0 16,-4 0 1-16,1-2 0 0,-2-1 0 0,1 1 1 15,-4-2 0-15,2-1 1 0,-2 1-1 0,0 0 1 16,-1 0 0-16,1 3 0 0,-2-1 0 16,1 2 1-16,1-1 0 0,0-1 0 0,-1 3 0 15,1-2 0-15,0 2 0 0,1 0 0 16,-2 1 0-16,3-2 0 0,-1 1 0 0,-1-1 0 15,2-2 0-15,-2 0-1 0,0-2 1 0,1-1-1 16,-1-1 0-16,-2-2 0 0,2-4 0 0,-2 2 1 16,0-3 0-16,-1-2 0 0,2-1 0 15,-3-2-1-15,0 0 1 0,-1-3-1 0,-1 0 0 16,2 0-1-16,-1 0 0 0,-4-2 1 16,-1 4-1-16,1 0 1 0,-4 2-1 0,1 1 1 15,-1 4-1-15,-2 1 1 0,-1 2 0 0,-1 0-1 16,0 4 0-16,-4 0 1 0,4 3 0 15,-2 1 0-15,-2 0 0 0,-1 2 0 0,2-1 0 16,0-1 0-16,-1 2 0 0,-1 0 0 16,2 1 0-16,-1-3 0 0,1 4 0 0,0 0 0 15,-1-3-1-15,-1 3 1 0,4 1 0 0,-4-1 1 16,1-1-1-16,1 2 0 0,-1 0 1 16,-1-2 0-16,3 1-1 0,-1 1 0 0,-1-1-1 15,1-1 1-15,-1 0-1 0,3 1 1 16,-3 0 0-16,1-2-1 0,-1 1 0 0,3-1 1 15,-3 0 0-15,-1 0-1 0,4 0 1 0,-3 0 0 16,1 2 0-16,-2-1 0 0,1 1 0 0,-1 0-1 16,2 1 1-16,-2-2 0 0,3 2 0 15,-3-2-1-15,1 2 1 0,-1 0 0 0,2 2-1 16,-1-2 0-16,3 2 1 0,-4-2-2 16,1 1 0-16,3 2-1 0,-1 0-2 0,-2 1-6 15,1-1-11-15,0 0-14 0,-1 2-26 0,1-2-50 16,-2-1-81-16,0 2-104 0,-2-2-167 0,1 2-273 15,-3-2-325-15,1-2-297 0,-2 3-144 16,2-6 221-16,-2 2 607 0</inkml:trace>
  <inkml:trace contextRef="#ctx0" brushRef="#br0" timeOffset="-164383.16">26510 8494 32 0,'-4'2'286'0,"3"1"182"16,-1-1 173-16,-2 0-1 0,2 0-119 0,-1-1-48 15,3 2 1-15,-1-3-13 0,-1 2-30 0,0-2-50 16,2 0-69-16,-1-2-77 0,-1 2-67 15,2 0-32-15,0-2-5 0,0 2 15 0,2-1 22 16,-2 1 11-16,1 0-5 0,1-1 0 16,0-1-20-16,-1 0-30 0,2 0-19 0,3-1-16 15,-3-2-15-15,2 2-21 0,2-2-11 0,-2 1-7 16,3-1-14-16,1-1-9 0,0-2-3 16,1-1 4-16,2-1 1 0,1-3 0 0,3 1 0 15,-2-1 0-15,2-1 1 0,0 1-7 0,1 0-2 16,-1 1 0-16,1 2-2 0,-2 0 0 15,0-1-3-15,-2 3 1 0,3 0-2 0,-3 1 0 16,-4-2 0-16,4 3-1 0,-5 2 1 16,0 0 1-16,-2-1-1 0,0 1 1 0,-1 2 0 15,-2-1 0-15,0 1 0 0,1 1 0 16,-3 0 3-16,1 1-1 0,-1 0 7 0,-1-2 2 16,0 2 5-16,0 2-1 0,0-1 0 0,0 2-1 15,2 0-6-15,1 3-2 0,-3 0-4 0,0 1-2 16,1 2 0-16,-1-1 0 0,2 0 0 15,-1 3-1-15,1-3 0 0,0 3 1 0,-1-2 0 16,1 2 0-16,0 0 0 0,-1 1 0 16,1-1 0-16,-2 1 1 0,-2-2 0 0,1 2-1 15,-1 0 1-15,-1-2-1 0,-1 0-1 0,1 2 0 16,-3 0-1-16,2-2 1 0,-5 2 0 16,3 3 0-16,0 0 0 0,-3 2 0 0,0 1-1 15,1 1 0-15,-1 2 1 0,3-1 0 16,-1 1 0-16,1-1 0 0,0-1 0 0,0-3 0 15,-1-2 0-15,6-2-1 0,-4-5-1 0,2-1 0 16,-1-5 0-16,3-2 0 0,-2-5 1 16,-1-3-1-16,-2-3 1 0,3-1-2 0,0-5 2 15,-2 0-1-15,0-3 0 0,0-1 1 16,1-1 1-16,-4 0 0 0,2 1 0 0,-1-1 1 16,-1 2-1-16,1 2 0 0,0 1 0 0,-1 1 0 15,2 3 0-15,-3 1 0 0,1 4 0 0,1 0 0 16,1 2 1-16,-2 1 0 0,2 3 1 15,1 0-1-15,0 2 0 0,2 3 1 0,1 2-1 16,1 0-1-16,2 1 0 0,-1 5 0 16,5 0 0-16,-2 0 0 0,4 3-1 0,2-1 0 15,1 0-1-15,-1 0 2 0,4-2-2 0,-4-1 1 16,4 1-1-16,-1-4 1 0,0-2 1 0,-3-1-1 16,4-3 0-16,-4-3 0 0,-1-1 1 15,2-5-1-15,-4 1 1 0,-1-3-1 16,0 0 1-16,-4-2-1 0,1 0 1 0,-1 0-1 15,-1 3 1-15,-1 0 1 0,-1 2-1 0,2 0 2 16,0 6-1-16,0-1 1 0,0 4-2 0,0 3-2 16,0 4-16-16,2 2-51 0,-2 7-77 15,-2 2-125-15,2 2-228 0,-1 3-307 0,1 4-361 16,0-1-312-16,0-1-96 0,0 4 474 16,0-2 680-16</inkml:trace>
  <inkml:trace contextRef="#ctx0" brushRef="#br0" timeOffset="-150925.33">9906 15516 33 0,'5'-25'426'0,"-3"7"324"15,0-1 202-15,-1 4 30 0,2 2-315 0,-1 0-207 16,0 5-110-16,-1-1-63 0,2 3-18 16,-1 1 11-16,2 3 19 0,-2 2 8 15,1 2-22-15,-1 1-23 0,1 5-34 0,-1 1-42 16,-1 2-57-16,-1 3-49 0,0 4-27 0,0 5-16 16,0 2-10-16,-1 6-8 0,-1 5-5 0,2 5-4 15,-2 7-4-15,2 4-3 0,0 3 0 16,0 2-2-16,0 4 2 0,2 4 1 0,1-2 1 15,2 3 2-15,1-3-2 0,4-1-1 0,-1-3-3 16,3-3-1-16,3-5-1 0,1-5-3 0,3-4 3 16,1-5-3-16,1-3 2 0,3-6 0 15,-1-4-1-15,4-3 1 0,0-4-1 0,0-4 1 16,3-1 0-16,2-5-1 0,2-1 2 0,0-1-1 16,0-3-2-16,1-2 1 0,2 3 2 0,-1-2 0 15,1 1-1-15,0-1 3 0,1 1 2 16,0 1 0-16,0-2 1 0,0 3-1 0,3-3 0 15,-1 2-1-15,5-1-1 0,-2-1 1 0,5 0-2 16,-2 1 0-16,2-2-1 0,0 0-1 0,1-2-2 16,3 2-2-16,-1-1 5 0,1 1-1 15,3-1 2-15,-1 1 2 0,3-2 3 0,3 2 0 16,2 0-3-16,1 0 2 0,2 0-3 0,3 0-1 16,-2 0-2-16,2 0-2 0,0-2 1 0,-1 0 0 15,-1-2 3-15,3-2 0 0,0 2 4 0,2-4 0 16,1-1-1-16,1 0-1 0,3-1-2 15,0-1 1-15,0-1-4 0,3 0-1 0,-1 3 2 16,0-4 1-16,3 2 3 0,0-2 0 0,3 2 1 16,1-1 2-16,-1 2-2 0,4-2-3 0,-1 1-2 15,0 1-2-15,0-1 3 0,1 0 1 0,-2-1 0 16,4 1 3-16,0-2 1 0,2 1 2 16,-2 1-6-16,2-3-2 0,0 2-2 0,-4-1 0 15,2 0 3-15,0 1 1 0,0 2 2 0,0-2 2 16,2 2 1-16,1-1-4 0,1 2-2 0,-1-2-3 15,0 1 3-15,-1 1 0 0,-2 0 1 0,3 2 1 16,-1-2 2-16,0 2-1 0,1-1-2 0,-3 1-1 16,2-2 0-16,-4 3-3 0,0 0 3 15,-1 1 1-15,-1-1 0 0,0 1 0 0,1 2 0 16,-3 0 3-16,1 2-3 0,0-2-3 0,-3 2 2 16,-2-1-1-16,-2 2 2 0,-1-2 1 15,-2 2 0-15,-2-1 0 0,0 1 0 0,-1 0 2 16,0-1-3-16,-2-1-1 0,0 0 1 0,-3 0 0 15,-2-2-1-15,0 3-1 0,-4-1 0 0,-2 1 1 16,-1 1 1-16,-1 1 2 0,-4 1-1 0,0 1-1 16,1 1 1-16,-3 1-1 0,-1 2 0 0,0 0-1 15,-2 3 2-15,-1-2 1 0,-4 3 1 16,1 1-2-16,-2-1 1 0,-4 1-1 0,-2 1-3 16,0-1 1-16,-4 2 0 0,-2-1 0 0,-5 2-1 15,1 0 2-15,-3 2-1 0,-1 3-1 0,-4-3 1 16,-3 6-2-16,-2-3 2 0,1 3 0 15,-6 0 0-15,0-1 2 0,-3 0 1 0,3-3 0 16,-5-1-1-16,-2 0 0 0,1-3 0 0,0-2-1 16,-1 0 0-16,1-3 0 0,0-1 1 15,-2-2 0-15,0-1-1 0,1-1-1 0,-1-1 1 16,3-2-1-16,-1-1 0 0,1-1 0 0,2 0 0 16,2-3 1-16,0 0-2 0,3-3 2 0,0 0-1 15,3 0 0-15,0 0 2 0,3-1 0 0,1 2 2 16,2-1-2-16,3 5 2 0,3-2-1 0,-1 3 0 15,3 0 0-15,2 3 0 0,-1-2-1 16,2 1-1-16,3 0 0 0,1-2 0 0,-3 0 1 16,4-2-1-16,-2-1 1 0,2-3 0 0,-4 1-1 15,2 0 1-15,1-4-1 0,-3 1 0 0,3 0 0 16,-3-1 0-16,1 1 0 0,0-2 0 16,-1 1 0-16,-1 0 1 0,0 4 0 0,0-4 1 15,-1 3-1-15,-1 1 1 0,-1-3-1 0,-1-1-2 16,-1-1 1-16,-2-2 0 0,-1-4-1 0,-2-3 1 15,-2-4 0-15,0-5 0 0,-5-3 1 0,-1-5-1 16,1-6-1-16,-4-3 4 0,3-3 0 16,-5-6 2-16,1-2 1 0,2-2 0 0,-1-4 0 15,1 1-1-15,-2-1 0 0,0 2-1 0,2 1-1 16,-2 5 1-16,-1 1-2 0,-1 1 0 0,-1 5-2 16,-4 2 0-16,-1 2 0 0,-1 3-1 15,-5 3 1-15,-2 4-1 0,-2 1 0 0,-6 3 1 16,0 5-2-16,-1 2-1 0,-2 4-2 15,-3 3-6-15,0 3-21 0,0 3-47 0,-1 3-69 16,1 4-73-16,2 0-133 0,2 2-220 0,0 2-305 16,3-1-269-16,4 2-199 0,3 0-30 15,0-1 449-15,3 3 545 0</inkml:trace>
  <inkml:trace contextRef="#ctx0" brushRef="#br0" timeOffset="-149347.27">20378 15777 514 0,'-3'6'1009'0,"-1"-2"226"16,2 0-82-16,2 1-312 0,0 0-400 16,6-1-208-16,0 1-106 0,2 1-51 0,4 0-23 15,3-1-13-15,1 2-3 0,3-1-13 16,5-2-7-16,1 2 19 0,3 0 17 0,2-1 36 15,5 1 38-15,2 0 21 0,-1 1 11 0,5-1-19 16,2 4-20-16,1-2-34 0,7 1-35 0,2 1-20 16,1 1-16-16,5 0-6 0,1 2-5 15,2 0-1-15,-2 0-2 0,3-1-1 0,0 0 4 16,2 1 0-16,-2 1 4 0,7-1-1 0,-6 2 1 16,6-1 1-16,0-1-4 0,2 1 17 0,1-2 15 15,2-1 8-15,-1-3 5 0,0 1 0 16,2-1 4-16,2-1-19 0,-3 1-14 0,5-2-7 15,2 1-5-15,0-2-2 0,0-1-6 0,3-1 1 16,-1-2-1-16,-1-1-1 0,0 0 1 0,3 0 0 16,-3-2 1-16,1-2-1 0,3 2-1 15,0-3 0-15,2-1-1 0,-3 2-1 0,0-3 2 16,1 2-1-16,2-1 2 0,-3 2 3 0,0-2-1 16,2-2-2-16,1 3 2 0,0-3 1 0,-2-1-3 15,1 1-2-15,-1-3-1 0,-2 1 2 0,-2 0 0 16,0-3-2-16,-2 0 2 0,-2-1 2 15,3-2 1-15,0-1 0 0,-1 1-2 0,3-2 0 16,-4-2-2-16,1-1 1 0,0 2 0 0,-5-2 1 16,3 1-1-16,-5-1 1 0,3 1-1 0,0 1 1 15,-2 0-2-15,0-2-1 0,-4 2 0 16,1-4 2-16,-3 2 0 0,-3-4-1 0,-1 2 3 16,-3-2 0-16,-1-2-1 0,-2-2 0 15,1-3 2-15,-3-1-2 0,-1-1-2 0,0-3-1 16,-1 0 3-16,1-1-2 0,-3 1 1 0,-1-2 0 15,-1 2 1-15,1-3 1 0,0 3-2 0,-4-1 1 16,1 1-1-16,-3-2 1 0,-1 2 1 16,-3-1-1-16,-1 1 2 0,0-2-2 0,-5-2 1 15,1 1-1-15,-2-3-2 0,-1-1 1 16,-2-2-2-16,0 0 0 0,-2-2 1 0,-3-3 1 16,-1 0 3-16,1-3 0 0,-3 0 3 0,-1 0-2 15,-2-1-2-15,1 1-2 0,-1-1-1 16,-4 2 0-16,0 0 1 0,1 2-3 0,-1 1 2 15,-2-2 2-15,0 4-1 0,-2-4-1 16,1 2 1-16,-3 2 0 0,1-4 1 0,0-2 2 16,-2 1-1-16,-1 0-2 0,0-3 1 0,-1-1-1 15,0 0-2-15,0 0-1 0,-2 0 0 0,1 0 1 16,-1 1 2-16,1-1 1 0,-1 2 0 16,0 1 1-16,-1-1 1 0,0 2-3 0,0-1 0 15,-1-2 0-15,1 1 0 0,-2 1 0 16,-2-2 0-16,1 1-2 0,0-1 2 0,-2 0 0 15,-2-2-1-15,0 1 1 0,1-1 2 0,-1-4 0 16,1-1 0-16,-4 0-1 0,4-1-1 0,-2-3 0 16,-1 2-1-16,3-1 0 0,-3 1-1 15,3 1 2-15,-1 0 1 0,1 2 0 0,1-2 0 16,-2 4-1-16,0-4 0 0,2 1 0 16,0 0-1-16,0 0 1 0,0 0-2 0,0 1 2 15,0 0-2-15,0-1 1 0,2 0 1 16,0-2 0-16,-1 1 2 0,2-2-1 0,1-1 1 15,-1 1-1-15,2-2-1 0,-2 3-1 0,1 1-2 16,-1 4 1-16,1 0 1 0,-3 4 0 0,1 2 1 16,0 1 1-16,-2 2 3 0,0 2-2 15,0 3-1-15,-2-1-1 0,0 1 0 0,1 2 0 16,1-1-1-16,-2 2 1 0,0 0 1 16,1-3-1-16,-1 3 1 0,1-2-1 0,1 1-1 15,-3 1-2-15,1 1 2 0,2 0-1 0,0 1 2 16,0 4 0-16,2-1 1 0,-2 4 2 15,3 1-2-15,-3 3 3 0,1 4 0 0,-1 1 2 16,0 2 1-16,0 4 0 0,0 0 0 16,0 1-1-16,0 4 1 0,2-1-3 0,-2 1-1 0,1 0-1 15,3-2 1-15,-3 3-2 0,3-2-1 16,-1 0-1-16,0 1 1 0,2 0-1 0,-2 3 0 16,1 2 0-16,-1 3 2 0,-3 0 3 15,4 3 4-15,-4 1 1 0,0 2 2 0,0 4 0 16,-2 0 0-16,0 1-1 0,1 2-5 15,-2 2-1-15,-2-1-1 0,4 3-1 0,-4-3-1 16,2 4 0-16,0-1 0 0,-2-4-1 0,1 2 0 16,1-3 0-16,2-1-1 0,-4 1 0 15,4-1 1-15,-1-1-2 0,1-3 0 0,-3 1 2 16,3-2-2-16,-1 2-1 0,0-2-4 16,-1 0-20-16,2-2-47 0,-3 2-65 0,0 0-61 15,-2-1-98-15,-1 0-163 0,2 0-238 0,-1-2-259 16,0 3-209-16,-4-1-166 0,4 1 144 15,0 0 502-15</inkml:trace>
  <inkml:trace contextRef="#ctx0" brushRef="#br0" timeOffset="-148782.87">27908 8899 25 0,'4'0'544'0,"1"0"482"16,1 0 203-16,-3 0-90 0,1 0-350 0,-3-5-339 15,1 4-195-15,1-1-75 0,0-3 0 16,1 0 37-16,0-1 25 0,2 0 3 0,-1-1-13 15,1-1-31-15,-1 1-40 0,2-3-46 0,0-1-34 16,1 1-19-16,0-3-14 0,0-2-8 16,5-1-8-16,-4-5-3 0,5 2-4 0,1-3-1 15,-2-1 0-15,4-3-1 0,-3-2-1 0,5 0-1 16,0-1 0-16,-1 2-3 0,-1 0-1 16,0-2 1-16,4 2-2 0,-3-1-1 15,-1 5 1-15,1-1-1 0,-2 5-1 0,-2-2-2 16,1 7 0-16,-1 1 0 0,-5 3 1 0,0 3 1 15,0 1 3-15,-1 6 1 0,-2 0 1 0,1 6 1 16,-3 3 1-16,4 1 0 0,-2 5 1 16,1 3 2-16,-1 3 1 0,2 2 1 0,-4 2 0 15,1 4 0-15,2 1-1 0,-2 0-4 16,-1 2-15-16,2-1-6 0,-1-1 0 0,0 0 0 16,0-3 0-16,1-1 0 0,1-3 0 0,-1-2 0 15,0-4 0-15,-1-2 0 0,1-3 0 16,1-2 0-16,-1-2 0 0,-3-2 0 0,0-2 0 15,0-1 0-15,-3 1 0 0,2-3 0 0,-4 1 0 16,1 0 0-16,-3 1 0 0,0-1-41 0,-6 5-48 16,-2 1-86-16,-6 1-147 0,2 4-262 15,-6 0-324-15,0 4-401 0,0 2-416 0,-3 0-13 16,-1 1 718-16</inkml:trace>
  <inkml:trace contextRef="#ctx0" brushRef="#br0" timeOffset="-141830.77">6801 3396 18 0,'0'-9'391'0,"0"-2"352"0,0 1 290 16,-3 1 72-16,1-2-302 0,1 1-230 16,-2 1-130-16,0 1-52 0,1-2-20 15,1 2-41-15,-1 2-41 0,2 0-37 0,-1 1-35 16,-1 0-60-16,2 2-55 0,-2 0-29 0,2 0-18 15,-1 0-9-15,-1 1-7 0,2 1 0 0,0 1 1 16,0-1-3-16,0 1-5 0,2 0-5 16,-1 1-4-16,-1 2-3 0,2 4-4 0,0 4 0 15,-1 5 0-15,4 4 0 0,1 10 0 16,0 4 4-16,2 5 2 0,0 5-3 0,3 4-3 16,0 1-1-16,3 0-3 0,-2-2-4 0,0-4-4 15,2-4-3-15,1-4-1 0,0-6 0 16,0-5-3-16,2-7 0 0,-1-4-3 0,1-4 0 15,-1-5 0-15,0-7 1 0,2-3 0 0,0-2-1 16,0-3 3-16,-1-3 0 0,0 2 1 16,0-1 0-16,1 2 2 0,-2 1 0 0,0 2 1 15,0 3 0-15,-2 3 0 0,2 0 0 0,-2 4 0 16,-1 0 2-16,-1 3-2 0,1 1 0 16,-3-1 1-16,0 1-2 0,-3-2 1 0,-1 0-1 15,-1-2 1-15,1 0 0 0,-3-4 1 0,0-2 2 16,-3-5 1-16,2-5 2 0,-4-4 3 15,2-3 3-15,-3-4 4 0,-3-7 5 0,0-1 3 16,-1-6 0-16,-1-3 0 0,-4-5-6 0,1 2-3 16,-2-4-4-16,-1 1-4 0,1 3-2 0,1 5-1 15,-1 5 2-15,3 5-1 0,0 5-1 16,0 5 0-16,2 5-3 0,0 3-1 0,4 5-2 16,-1 5-2-16,1 5 0 0,3 6-2 15,2 4-5-15,3 8-11 0,1-1-23 0,4 3-50 16,0 1-85-16,1 0-155 0,2 1-272 0,1 1-322 15,0-1-398-15,4 1-349 0,-2-2 18 0,0 1 725 16</inkml:trace>
  <inkml:trace contextRef="#ctx0" brushRef="#br0" timeOffset="-141633.93">7598 3537 409 0,'7'2'1414'0,"-3"5"351"15,-2 1-282-15,1 6-346 0,-1 3-461 0,-2 4-301 16,1 5-168-16,-1 2-75 0,-1 1-41 0,1 3-28 16,0 1-23-16,0-3-16 0,3 0-12 0,1-3-4 15,1-3-7-15,2-3-11 0,1-4-27 16,0-3-84-16,-1-5-127 0,0-8-254 0,-3-5-305 16,0-4-393-16,-3-7-459 0,-2-3-100 15,-3-7 610-15</inkml:trace>
  <inkml:trace contextRef="#ctx0" brushRef="#br0" timeOffset="-141451.14">7480 3098 317 0,'-2'-7'1063'16,"-3"3"420"-16,2 2-95 0,0 2-222 0,0 0-476 16,1 3-269-16,1 0-163 0,-1 0-89 0,2 4-48 15,0-1-47-15,3 4-37 0,1-1-22 16,2 1-77-16,-2 0-87 0,3 0-165 0,-2-2-284 15,1-1-308-15,3 4-390 0,-2-4-236 16,1 2 99-16,0-2 679 0</inkml:trace>
  <inkml:trace contextRef="#ctx0" brushRef="#br0" timeOffset="-141064.85">7728 3152 51 0,'-2'-13'627'0,"4"3"538"0,-2 1 317 15,0 3-77-15,0 1-398 0,0 3-372 0,0-2-210 16,0 5-121-16,0 2-108 0,0 4-73 15,3 3-41-15,0 5-21 0,1 4-11 0,2 7-7 16,1 3-6-16,0 4-6 0,3 7-8 0,0 2-7 16,3 5-5-16,-2-1-4 0,3 1-4 15,-1-4-3-15,3-2-1 0,-2-5 0 0,2-5-2 16,-2-4 0-16,3-3 0 0,-2-6-1 16,2-5 1-16,-2-3-1 0,0-7 0 0,1-3 2 15,-2-3 0-15,1-6 2 0,-1-4 0 0,-2-1 0 16,-2-2-10-16,2-4-17 0,-2 0-40 0,-3-1-75 15,-3 0-77-15,-1 1-151 0,-3 0-239 16,-3 0-319-16,0 2-318 0,-2 1-203 0,-3-1-5 16,-3 0 544-16</inkml:trace>
  <inkml:trace contextRef="#ctx0" brushRef="#br0" timeOffset="-140767.09">7924 2973 524 0,'3'-4'1147'0,"-3"0"339"16,2 2-90-16,2 0-348 0,-4 0-397 0,2 2-227 15,1 0-142-15,-1 0-87 0,-1 2-54 0,4 2-31 16,-2 4-20-16,4 2-13 0,0 3-5 0,0 7-12 16,1 3-12-16,0 4-11 0,1 5-7 15,1 5-8-15,-1 6-4 0,-1 5-4 0,3 2-4 16,-1 2-4-16,-1 1-2 0,4-2-2 0,-2-1-2 15,4-6-2-15,-2-2-1 0,1-4-1 16,1-6-1-16,0-4-1 0,0-5-4 0,0-1-12 16,-3-7-24-16,-1-5-59 0,0-3-75 15,-3-2-111-15,-2-3-175 0,-3-6-294 0,0 0-336 16,1-3-268-16,0-4-150 0,-1 0 259 0,-1-4 612 16</inkml:trace>
  <inkml:trace contextRef="#ctx0" brushRef="#br0" timeOffset="-140549.35">8401 3261 272 0,'4'6'976'0,"0"1"514"0,-2 4 22 0,1 2-273 15,0 5-462-15,1 2-292 0,0 4-163 0,-1 4-110 16,0 2-79-16,2 4-49 0,0 3-33 15,2 1-22-15,0 0-14 0,1-1-10 0,0 0-23 16,0-6-71-16,-3-3-86 0,4-3-184 0,-6-6-279 16,2-4-338-16,-2-5-400 0,-1-6-256 15,1-4 144-15,-3-8 776 0</inkml:trace>
  <inkml:trace contextRef="#ctx0" brushRef="#br0" timeOffset="-140376.06">8504 2953 262 0,'-6'-7'1192'16,"-4"5"518"-16,0 4-189 0,0 6-352 16,-1 3-466-16,0 3-294 0,1-1-209 0,1 3-95 15,1 4-45-15,5-2-23 0,1 3-17 0,4-1-16 16,3 0-73-16,2 0-94 0,1 1-214 16,5 0-276-16,1-1-331 0,2 1-420 0,3-2-247 15,3-2 238-15,-3 2 823 0</inkml:trace>
  <inkml:trace contextRef="#ctx0" brushRef="#br0" timeOffset="-140049.78">8808 3221 270 0,'-3'-4'1323'16,"-1"4"508"-16,-5 0-268 0,1 4-376 16,0 2-432-16,-3 5-350 0,0 2-188 0,0 3-87 15,1 3-42-15,1 2-27 0,0 4-24 16,2 3-15-16,4 0-9 0,1 1-7 0,2 0-3 15,2 1-5-15,3-4 0 0,1-2-4 0,4-4-1 16,2-5-10-16,-1-6-18 0,3-8-29 16,-1-5-59-16,-2-6-68 0,3-9-67 0,-4-3-54 15,1-5-36-15,-2-2 1 0,-1-1 89 16,-1 1 112-16,-2 1 154 0,-1 6 176 0,-2 0 99 16,-1 7 33-16,-1 2-12 0,0 4-30 0,-3 5-69 15,0 2-79-15,2 5-53 0,-2 4-30 16,1 6-18-16,0 1-11 0,2 7-6 0,0-1-6 15,2 3-9-15,1-1-38 0,0 3-88 0,2-3-161 16,-1 0-263-16,1 2-315 0,3-3-406 0,-1 0-404 16,2-1 19-16,-1-2 760 0</inkml:trace>
  <inkml:trace contextRef="#ctx0" brushRef="#br0" timeOffset="-139065.12">9225 3760 490 0,'3'0'1008'0,"-3"0"252"0,0-1-77 0,-3-2-302 16,3-3-277-16,-3-3-169 0,2-3-94 15,-1-3-60-15,1-5-36 0,-1-4-41 0,0-3-66 16,2-4-52-16,0-4-29 0,0 0-15 0,0 2-11 16,0 0-5-16,2 2-3 0,-2 4 0 15,0 5 1-15,-2 3 6 0,2 6 5 0,0 3 2 16,0 2 2-16,-1 2-7 0,1 6-7 15,0 5-7-15,1 4-7 0,-1 6-4 0,4 4-2 16,-1 2-4-16,4 6-1 0,1 0 0 0,0 3 1 16,2 0-2-16,2 0 1 0,-2-1 0 15,4-1-1-15,-3-2 0 0,0-5-1 0,0-2-1 16,0-4 1-16,-3-3-1 0,3-4 2 16,-1-4-1-16,-2-5 3 0,1-6 2 0,-3-4 1 15,1-8 1-15,-1-3 0 0,-1-5 0 0,1-5-2 16,0 0 0-16,-1-1-2 0,-2 0-1 0,1 3 1 15,-3 4 0-15,1 4 1 0,1 4 6 16,-3 4 3-16,2 5 1 0,-2 6 2 0,0 4-1 16,0 10 0-16,1 4-6 0,-1 8-2 15,3 2-3-15,-1 3 0 0,1 3-2 0,0-2-1 16,3 0 0-16,1-1 0 0,1-3 0 0,3-1 0 16,-3-5 1-16,1-2-1 0,2-6-1 15,0-2 0-15,-1-8 1 0,2-5-1 0,-2-6 0 16,1-8 2-16,-2-6 1 0,-1-5 0 15,0-4 1-15,0-5-1 0,-2-1 1 0,1 0-2 16,-4 1 1-16,2 4 0 0,-2 4 1 0,-3 4 4 16,2 7 5-16,-2 2 3 0,-2 4 2 0,1 6-1 15,-3 3 0-15,3 6-4 0,-3 5-4 16,1 5-3-16,0 6-1 0,3-1 0 16,-2 6-2-16,4 0-1 0,-2 2-1 0,3 0-1 15,0-1 0-15,2 2-2 0,2-4-1 0,0 0-1 16,1-2-3-16,2 1-15 0,2-4-34 0,-2-1-80 15,1-4-105-15,0-3-187 0,-1-2-301 16,-1-3-350-16,3-4-377 0,-2-6-154 0,1-3 290 16,0-1 714-16</inkml:trace>
  <inkml:trace contextRef="#ctx0" brushRef="#br0" timeOffset="-138765.14">9850 3146 160 0,'-8'-11'923'0,"-3"5"622"15,1 4 3-15,1 7-278 0,-2 4-449 0,1 2-335 16,2 3-201-16,1 2-118 0,2-2-66 0,3 1-42 16,2 0-28-16,3 0-14 0,5 1-8 0,2-2-4 15,1 3-2-15,4-3-1 0,2 3-1 16,1-4 0-16,3 4-1 0,-2-2 1 0,1 2 1 16,-2 0 0-16,2 2 1 0,-4 2-1 15,-5 0 0-15,1 2 0 0,-5 2-1 0,-4 0 0 16,-3 2 0-16,-3 2 1 0,-4-1 0 0,-5 1-1 15,1-3 1-15,-3-1-1 0,0-1 0 0,-2-6 0 16,3-4-1-16,-2-3-2 0,3-7 0 16,0-2-2-16,4-7-15 0,3-5-53 15,0-5-72-15,2-3-102 0,3-7-175 0,3 0-305 16,2-3-334-16,3-3-284 0,4-2-154 16,3 0 273-16,2 1 621 0</inkml:trace>
  <inkml:trace contextRef="#ctx0" brushRef="#br0" timeOffset="-138502.08">10147 3316 78 0,'11'11'684'0,"-1"4"527"0,-4 3 225 0,2 4-76 16,-2 3-386-16,-1 3-370 0,0 1-198 0,0 0-112 15,-1 1-94-15,2-2-85 0,-1-5-50 16,3-4-29-16,-1-5-17 0,3-4-9 0,-2-6-4 16,2-8-2-16,1-4-1 0,-2-8-1 15,1-6-1-15,0-5 2 0,-3-4-2 0,1-4-1 16,-5-1 0-16,-1-2 0 0,-2 1 0 0,-2 2-1 15,-4-1 2-15,-4 5-1 0,-2 1 3 16,-1 4-2-16,-2 3 1 0,-2 6-1 0,-1 5-1 16,-3 7 0-16,4 10-1 0,-2 7 0 15,1 3 0-15,1 8-1 0,6 4-4 0,-2 4-25 16,7 0-69-16,1 5-75 0,2-2-150 0,3 1-284 16,3-2-324-16,4-1-358 0,5-2-230 15,2-1 33-15,7-1 649 0</inkml:trace>
  <inkml:trace contextRef="#ctx0" brushRef="#br0" timeOffset="-137883.66">10536 3702 363 0,'-2'0'913'15,"1"-1"309"-15,-1-2-29 0,-1-1-264 0,1-2-315 16,2-1-187-16,2-4-87 0,0 0-50 0,1-5-37 16,0-4-35-16,3-1-45 0,-1-2-58 15,3-3-43-15,0-2-24 0,-2 1-11 0,5 0-6 16,-3 4-13-16,-2 2-7 0,1 3-4 16,-1 5-4-16,0 1 2 0,-1 3 4 0,-2 4 3 15,2 5 2-15,-2 1 2 0,-1 5 7 0,1 4 1 16,-3 1-2-16,2 2-2 0,-1 0-3 15,1 1-2-15,2-1-5 0,-1 2-3 0,-1 1-1 16,3-2-1-16,-2 3 0 0,2-3-1 16,1 0-1-16,2-2-1 0,-2-1-3 0,2-4 0 0,0-1-1 15,3-4 0-15,0-4 0 0,-1-4 0 16,2-4 1-16,-2-5 1 0,0-6 1 0,0-2 1 16,0-1-1-16,-2-2 1 0,3 1 0 15,-3 1-1-15,-2 2 0 0,2 2-2 16,-2 4 0-16,-1 3-1 0,-2 2 2 0,1 6 2 15,-1 2-1-15,0 3 2 0,-1 6 0 0,1 1 1 16,-2 5 1-16,4 2-2 0,-4 4 0 0,2 0-2 16,2 3-1-16,-1-1-2 0,0-1-2 15,3 1-1-15,0-2-18 0,1 0-73 0,-3-4-88 16,3-1-179-16,0-3-281 0,0 0-336 16,1-4-390-16,-1-2-218 0,2-2 158 0,-1-4 736 15</inkml:trace>
  <inkml:trace contextRef="#ctx0" brushRef="#br0" timeOffset="-137533.77">11238 3326 734 0,'3'3'1609'0,"-1"0"84"0,1 1-348 16,0-1-369-16,2-2-436 0,2 1-268 0,0-4-130 15,1 1-58-15,4-2-29 0,-2-1-17 0,1-1-15 16,0-1-11-16,3-2-7 0,-1-1-6 16,1-1-29-16,-1 1-88 0,1-2-135 0,-3 2-264 15,2 1-297-15,-4-3-386 0,1 6-412 0,-2 2-48 16,1 2 625-16</inkml:trace>
  <inkml:trace contextRef="#ctx0" brushRef="#br0" timeOffset="-136955.7">11788 2980 210 0,'5'-7'843'0,"-2"3"412"16,0 2 15-16,1 2-160 0,0 2-363 15,4 2-248-15,0 3-128 0,2 5-69 0,0 2-38 16,2 3-34-16,0 5-67 0,2 3-50 0,-1 3-30 16,4 4-20-16,-2 2-15 0,0 4-13 15,0-1-11-15,0 3-10 0,0 0-6 0,0-4-5 16,0 0-4-16,0-3-3 0,-2-3-1 0,1-2-8 16,-4-6-24-16,1-3-65 0,-4-3-72 15,-3-2-144-15,-1-2-275 0,-4-4-319 0,-4-4-361 16,0-2-252-16,-1-5-13 0,-4-5 622 15</inkml:trace>
  <inkml:trace contextRef="#ctx0" brushRef="#br0" timeOffset="-136783.91">11959 3254 136 0,'9'-1'731'0,"1"1"436"15,-2 1 77-15,0 2-142 0,4 3-391 0,-2 0-252 16,4-1-139-16,0 3-69 0,0-1-42 15,2 0-31-15,0-1-37 0,2 1-67 0,0-3-34 16,0-1-22-16,-1-3-46 0,-1 0-69 16,2-2-154-16,-6 0-278 0,-1-1-287 0,-3 0-336 15,-3-3-285-15,-2-2-2 0,-6 1 610 0</inkml:trace>
  <inkml:trace contextRef="#ctx0" brushRef="#br0" timeOffset="-136566.31">12084 2882 305 0,'6'2'895'0,"0"3"339"0,-1 2-22 0,2 4-166 15,1 2-337-15,1 4-218 0,0 0-111 16,1 3-62-16,1 1-46 0,0 3-47 0,0 1-81 16,0 1-51-16,2 2-33 0,-1 4-17 0,0 1-9 15,-1 2-12-15,1-1-9 0,-1 1-5 0,-1 0-5 16,1-1-3-16,-2-3-2 0,0 0-11 15,-2 0-41-15,-1-4-74 0,-1-4-87 0,-2 0-156 16,-3-2-244-16,0-3-330 0,2-2-311 0,-2-5-197 16,2-2 81-16,-1-4 561 0</inkml:trace>
  <inkml:trace contextRef="#ctx0" brushRef="#br0" timeOffset="-135815.4">12598 3238 211 0,'-7'-11'1104'0,"-1"4"571"15,-2 4-140-15,-2 5-328 0,-2 4-452 0,0 1-304 16,-2 7-207-16,3 1-96 0,-1 3-46 16,3 1-31-16,2 4-21 0,2 0-19 0,4-3-14 15,3 3-8-15,2-3-5 0,2-3-3 0,4-2-2 16,4-4 1-16,0-4-2 0,4-5-1 15,3-5 0-15,1-7-6 0,1-4-7 0,3-7-13 16,-1-5-10-16,-1-2-7 0,-1-2-5 0,0-1 3 16,-4 4 6-16,0-1 13 0,-2 4 12 15,-3 5 8-15,-2 3 5 0,-2 3 3 0,1 4 2 16,-4 5 4-16,0 4 1 0,-2 2 2 16,0 6 2-16,-1 4 2 0,-1 4-1 0,1 3-1 15,2 2-1-15,-1-1-2 0,1 3-3 16,1 0-2-16,1-2 0 0,2 2-1 0,0-6-2 15,1-1 0-15,-1-4 1 0,0-3 0 0,3-4 0 16,-3-6-1-16,2-5 1 0,-1-5 2 16,-1-4-2-16,-2-4 0 0,2-4-1 0,-2-3 1 15,-1-2 0-15,-2-2-1 0,0-5 1 0,-1-3 2 16,-2 2-1-16,-2-3-2 0,1-3 2 16,-2 0 1-16,-1 0 0 0,1 1 5 0,-3 4 8 15,2 3 9-15,0 5 10 0,-1 3 8 0,1 6 3 16,0 6-3-16,0 2-6 0,-1 6-7 0,2 4-9 15,2 5-8-15,1 6-5 0,0 5-3 0,0 5-2 16,1 4-1-16,5 2-1 0,-1 4-2 0,1 7 2 16,2 1 0-16,0 4 0 0,3 2 2 15,0 5 0-15,-1 2 1 0,2 0-2 0,0-5-1 16,0-1-2-16,-1-7 1 0,0-7-1 16,2-5 1-16,-2-11-1 0,-1-4 2 0,0-7 1 15,0-10-1-15,-2-4-1 0,1-9 0 16,-4-5-1-16,1-5-1 0,-1-4-1 0,-1-4 1 15,0-3 3-15,-1-1 0 0,-3 0 2 0,0-1 1 16,0-1 0-16,-3 2 0 0,0 2-1 0,2 4 0 16,-1 4 5-16,0 4 8 0,-1 6 8 15,3 4 4-15,-2 6 0 0,2 5 1 0,-1 6-5 0,1 3-8 16,1 8-8-16,1 3-3 0,1 6-2 16,1 3-2-16,0 3-2 0,4 4 0 0,-2 3 2 15,1 4 0-15,1 5 2 0,1 5 1 0,1 1 0 16,-2 4-1-16,2-1-1 0,2 2-8 15,-1-7-19-15,1-2-50 0,-2-5-80 0,-1-6-144 16,1-7-270-16,-4-4-319 0,0-5-395 0,1-7-354 16,-2-4-22-16,-1-6 669 0</inkml:trace>
  <inkml:trace contextRef="#ctx0" brushRef="#br0" timeOffset="-131001.59">14250 3156 192 0,'0'-2'424'0,"-2"2"177"0,2 0 117 16,-1 0-208-16,-1 2-163 0,2-1-70 0,2 0-17 16,-1 4 9-16,1-2-1 0,1 2 8 15,3 1-9-15,1 1-20 0,1-2-27 0,4 1-25 16,0 0-24-16,3-2-29 0,0 1-28 0,3-1-23 15,0 2-23-15,4-3-21 0,0 1-10 16,2 0-9-16,0-3-10 0,3 1-6 16,-1-1-7-16,4 1-2 0,0-2-5 0,2 1-3 15,1-1-1-15,1 0-3 0,-1 1 2 0,0 4 5 16,1-3 6-16,1 0 11 0,0 4 91 0,3 1 63 16,3-1 17-16,0-2 0 0,2 2-9 15,1-1-13-15,1-2-68 0,-1 1-49 0,2-1-19 16,0-1-13-16,1-2-7 0,-1 0-4 15,1-3-4-15,-1 0 0 0,3-3-3 0,-2 0 5 16,1-1-1-16,2-3 2 0,-2 2 0 0,4-2 1 16,-1 0-1-16,0 0-3 0,1 0 1 15,0 1-2-15,-2 1 1 0,2-2-3 0,-1 3 2 16,-2 1 1-16,0-1-2 0,0 1-1 16,0 2 3-16,-2 1 0 0,-1 0 1 0,2 0 0 15,-4 2 2-15,-1-1 1 0,4 1-2 0,-1-1 3 16,2-1-2-16,-2 2-1 0,4-4-3 0,-1 2-2 15,0-3 3-15,2 0-3 0,-1-2 0 16,-1-1 2-16,0-1 3 0,0-2 0 0,0-1-4 16,0-1 4-16,-3 1 2 0,1 0 2 0,-1-2-4 15,0 2 3-15,-1 0 0 0,-3 0-1 0,2-2-2 16,-1 5-4-16,1-5 4 0,-1 2-2 16,-2 1-2-16,0-2 2 0,-1 1 0 0,-2 0 0 15,-2-1-2-15,0 2 2 0,-2-2 0 0,-1-1-1 16,-2 2-2-16,-1-1 1 0,0-1 0 0,-3 2 4 15,-1-2-4-15,1 0 2 0,-4-1 1 0,1 3 0 16,-3-3-1-16,-1 2-1 0,2-1 2 16,-4 2-1-16,1-1 0 0,0 2 0 0,-3 0 0 15,-1 2 1-15,0-1-2 0,-1 4 2 0,-2-2-1 16,0 1 0-16,0 0 1 0,-2 1 0 0,-1 0 2 16,2-4 0-16,-1 1 0 0,-1-2 0 15,2 0 1-15,-3-4-1 0,2 2-6 0,-1-4-1 16,1 0 3-16,-2-2-1 0,1 1-2 0,4-2-1 15,-4-1 4-15,4 2 2 0,-4-1 2 16,4 0 1-16,-1 0-1 0,3-2 0 0,-1 1 1 16,0 0-1-16,0 0-3 0,2 0-1 0,2 1 1 15,-2-3 0-15,-1 1-1 0,1-1-2 0,0 2 3 16,-2-2-1-16,0 1 4 0,-1-1-4 0,-2-1 0 16,0 1 1-16,-1-2-1 0,-2 1-1 0,-1-2-3 15,0 1 5-15,-2 1-2 0,-1 1 2 16,0-1-1-16,-3 5 4 0,2 1 0 0,-3 3 6 15,2 1 8-15,-2 2 7 0,2 4 3 0,0 1-3 16,-2 1 2-16,2 2-7 0,0 3-7 0,1-2-7 16,2 2-5-16,-1 0 0 0,1 0 0 15,3 1 0-15,3 1 0 0,0-1 1 0,2 1-1 0,1-4 0 16,2 3 1-16,1-2-2 0,0 0 0 16,1 1 1-16,4-3 1 0,-2 4 0 0,0-1 2 15,0-1 3-15,1 2-4 0,-4 1 0 0,4 0-1 16,-7 0 0-16,3 0-2 0,-1 1-2 0,-2 2 3 15,-1-2 0-15,1-1 3 0,-3 0-1 16,-1 0 1-16,-1-1 0 0,1-2-1 0,-2 2 0 16,-2-2-1-16,2 0 1 0,-3 0-1 0,-1 0-1 15,-2 0 1-15,1 2-5 0,-3-1-24 0,-1 1-60 16,-1 1-62-16,-3 1-91 0,-1-1-167 16,-2 5-282-16,0-3-300 0,0 4-240 0,0 3-169 15,1-4 185-15,0 0 570 0</inkml:trace>
  <inkml:trace contextRef="#ctx0" brushRef="#br0" timeOffset="-130669.02">19194 1395 391 0,'2'3'938'0,"-1"0"292"15,-1-1-46-15,2 3-280 0,0-2-378 0,2 3-234 16,1-2-115-16,1 1-43 0,2 0-27 0,3 0-10 15,-1-2-11-15,3 2-20 0,-1-3-19 0,2 2-22 16,2-1-8-16,-2 1-6 0,3-3-5 0,0 0-4 16,0 1 2-16,0 1 2 0,1-2-2 0,-2 3-4 15,1-3 2-15,-3 2 4 0,2 0 2 0,-5-1 22 16,1 2 58-16,-2 0 38 0,-2 1 20 0,-3-1 4 16,-1 2-1-16,-4 1-25 0,-1 4-41 0,-4-3-28 15,-3 4-18-15,2 1-8 0,-4 1-9 16,0 1-1-16,-2 3-4 0,1 0-6 0,-1 1-4 15,0 2-2-15,0 0-3 0,2 2-3 0,1-1-14 16,-2 1-52-16,5-2-69 0,-4-2-104 16,3 2-191-16,0-3-302 0,1-1-332 0,2-2-279 15,1-3-149-15,2 0 301 0,-1-4 646 0</inkml:trace>
  <inkml:trace contextRef="#ctx0" brushRef="#br0" timeOffset="-129436.49">17828 2842 325 0,'0'-3'663'0,"0"2"274"16,0-1 93-16,0 1-276 0,2-1-239 0,-2 1-148 16,0 1-106-16,1-2-77 0,1 2-28 15,1-1-27-15,0 1-29 0,2 0-13 0,4-2-6 16,1 2-3-16,1-1-26 0,1-1 26 0,5-1 59 16,1 2 25-16,3-2 32 0,0 0 9 0,2 0-1 15,2 1-36-15,2 0-44 0,0-1-23 16,-1 2-33-16,2 0-16 0,-1 1-10 0,0 1-3 0,0 3-14 15,-4-2-9-15,-2 4 4 0,1 0 1 16,-2 3 1-16,-2 2 1 0,-1 0 0 0,-1 6 0 16,-2-2-7-16,-2 3-6 0,-2 1-3 0,-2 4 0 15,0-2-2-15,-3 3 1 0,0-1 0 16,-1 1 8-16,-1 1 4 0,-1-1 3 0,-2 2 7 16,-2-2 2-16,2 1 6 0,-3-1-4 0,-1 2-4 15,2-2 0-15,-2 1-6 0,0 0-3 0,0 0-4 16,0 0-2-16,1 0-4 0,1 0-1 15,1-2-1-15,-1 2-2 0,2-1 0 0,2-2-1 16,1 1 1-16,2-1-2 0,1-1 2 16,2 0 1-16,3-1-1 0,2-3 2 0,1 2 0 15,0-4 0-15,5 0 0 0,-1-2 0 0,2-1-1 16,2-3 0-16,2 0 0 0,0-1-1 16,1-3-1-16,4-1 0 0,-3-4 1 0,1 0-2 15,3-4 0-15,-1 0 0 0,-2-3-1 16,1-1 0-16,2-1 0 0,-3-2 0 0,0 0 0 15,-2 0 0-15,-1-1-1 0,-5 1 0 16,3 1 0-16,-3 1 1 0,-3 1-1 0,0 1-1 16,-4 0 2-16,0 1 1 0,-2 0-1 0,0 1-1 15,-2 1 1-15,0 0 0 0,-4 1 0 0,0 2-1 16,-1 0 1-16,0 0 0 0,-1-2 0 16,-1 3 0-16,-1 0 0 0,0-2 0 0,0 2-1 15,0 0 0-15,0 0 0 0,0 2-1 16,-1-2-2-16,-1 0-9 0,0 3-13 0,-1-2-21 15,2-1-53-15,-3 1-75 0,0-1-93 0,-1 0-158 16,1 0-260-16,0 0-321 0,-1-1-286 16,2 0-172-16,0-4 119 0,1 1 586 0</inkml:trace>
  <inkml:trace contextRef="#ctx0" brushRef="#br0" timeOffset="-128886.31">19115 3309 273 0,'-3'-3'1001'0,"-5"-1"510"16,0 4-24-16,2 0-258 0,-4 2-486 0,1 0-269 15,-1-1-163-15,4 1-103 0,-2-1-68 0,3 1-46 16,2-1-30-16,2-1-22 0,2 1-18 0,2 1-11 16,2 1-6-16,4-1-3 0,-1-2-1 15,5 2-1-15,4-2 1 0,1 3 0 0,3-3 0 16,1 0-1-16,1 0-1 0,2 0 0 15,-1-3 0-15,3 3-1 0,0 0 0 0,-2 0-1 16,2 0 1-16,-2 3 0 0,-2-2-1 0,-1 1 1 16,-2 3 1-16,-4 0-1 0,-2 1 2 15,-1 1-1-15,-5 1 1 0,0 2 0 0,-5 1 2 16,-2 2-1-16,-4 0 7 0,-3 0 7 16,-2 2 5-16,0 0 5 0,-1-1 2 0,-5 0 4 15,-1 1-5-15,1 1-2 0,0-4-5 0,-2 2-2 16,2 2-3-16,-2-4-4 0,2 1-2 0,0-1-3 15,2 0-1-15,1-2-3 0,1-1 0 16,1 0-2-16,3-1-1 0,0-2-1 0,1-2 0 16,1 1-2-16,4-2 0 0,-2-2 1 15,4 1-1-15,-2-2 0 0,4-3 0 0,1 0 2 16,1-3 0-16,0-3 1 0,3-4-1 0,0 0 2 16,-3-1-1-16,2-2-1 0,2 0-1 15,0-2 1-15,-3-1 0 0,1 1-2 0,-2-1 1 16,0 2 0-16,-1 1 1 0,-2 1 1 0,1 2 0 15,-3 1 0-15,1 2 0 0,-1 1 1 16,-1 5-1-16,2-2 0 0,-2 3 0 0,0 3-1 16,0 3-1-16,0 3-4 0,0 2-11 0,0 3-19 15,-2 3-39-15,1 1-76 0,-1 3-101 16,-1 0-182-16,1 3-291 0,-1 0-340 16,3-2-352-16,0 3-176 0,0 1 228 0,0 0 706 15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0-25T08:01:50.9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5891 3867 166 0,'0'-3'545'0,"1"2"331"0,1-1 178 16,-2 0-155-16,2 0-242 0,-2 2-170 0,1 0-138 16,-1-3-84-16,0 3-62 0,3-1-29 15,0 2 21-15,2 2 27 0,0-1 1 0,1 3-9 16,2-1-10-16,1 2-27 0,-1 2-45 0,4 1-38 16,2 1-17-16,0 5-5 0,3 1-2 15,1 3 3-15,4 3-3 0,0 3-5 16,3 6-3-16,-1 2 3 0,3 4-1 0,2 4-2 15,-1 3-5-15,2 1-4 0,-2 4-4 0,1 1-9 16,1 0-4-16,-2 3-4 0,1 1-3 0,-1 0-3 16,-1 1-4-16,1 4-2 0,-2-2-9 0,1 3-11 15,1-2 0-15,1 2 0 0,-1 2 0 16,2-2 0-16,0 0 0 0,0 1 0 0,0-1 0 16,-1 0 0-16,-1 0 0 0,-1-3 0 15,-1-2 0-15,-1-2 0 0,-2-3 0 0,1-4 0 16,-5-4 0-16,2-2 0 0,-4-3 0 0,-3-5 0 15,2-2 0-15,-5-5 0 0,-3-1 0 16,1-4 0-16,-4-3 0 0,0-2 0 0,-2-2 0 16,-1 1 0-16,-2-3-11 0,-2-2-14 0,1 0-11 15,-3-2-13-15,1-1-18 0,-3-3-34 16,-2-1-71-16,0-2-71 0,0-3-126 0,-3 0-204 16,-1-2-311-16,-1-1-321 0,-1-1-202 15,-1 0-86-15,0 0 430 0,-1 1 604 0</inkml:trace>
  <inkml:trace contextRef="#ctx0" brushRef="#br0" timeOffset="999.67">5831 6106 106 0,'0'-3'401'0,"-2"2"226"0,2-1 161 15,-1 0-84-15,-1 1-180 0,2 0-98 0,-2 1-33 16,2 0-13-16,0-2-24 0,0 2-39 15,0-2-62-15,0 2-61 0,0 0-66 0,0 0-49 16,0 0-27-16,0 0-18 0,0-1-9 0,0 1-10 16,2 0-2-16,-2-3 2 0,3 1 43 15,0-2 46-15,3-2 64 0,2-2 37 0,-1-1 8 16,1-3 0-16,4-4-39 0,-1-2-40 0,2-3-42 16,1-3-30-16,2-3-11 0,0-4-8 15,1-4 2-15,1-2-3 0,0-5-1 0,2-3 6 16,0-6-1-16,4-3-8 0,1-6-3 0,-1 0-1 15,3-5-4-15,0-3-9 0,1 0-3 16,-1-3 2-16,1 2 0 0,-1 0 0 0,-3 0-4 16,2 3-1-16,-1 0-1 0,-2 2-5 0,1 1 4 15,-3 3 1-15,2 1 4 0,-4 4 1 16,0 1 2-16,0 3 4 0,-3 3-3 0,0 3-6 16,-3 2-3-16,1 6 1 0,-3 2-2 0,0 1-3 15,-2 6-1-15,-1 0 1 0,0 3-1 16,0 1-1-16,0 2-2 0,-2-1 3 15,1 2 0-15,0 1 1 0,0-2 1 0,-1 3-1 16,2-2-1-16,-1 3-3 0,0 0-3 0,1 0 0 16,-3 3-1-16,1 2-1 0,-1-2 1 0,1 5-1 15,-3 3 1-15,1 0 1 0,-1 2 0 16,-2 2 1-16,1 0 2 0,-2 0-1 0,0 2 0 16,2-1 0-16,-2 2-1 0,1-2 0 0,-1 2-1 15,0 0 0-15,0 0-2 0,0 0 0 16,0 0 0-16,0 0 0 0,0 0 0 0,0 0 0 15,0 0 0-15,0 0 0 0,0 0 0 16,0-1 0-16,0 1 0 0,0 0 0 0,0 0-2 16,-1 0-1-16,1 0 1 0,-2 0-2 0,2 0-4 15,-2 0-10-15,1 1-17 0,-1 1-26 16,-1 0-72-16,-3-1-95 0,-2 4-213 0,0-1-286 16,3 0-359-16,0 0-435 0,1 0-222 0,-1-4 256 15,5-2 887-15</inkml:trace>
  <inkml:trace contextRef="#ctx0" brushRef="#br0" timeOffset="6764.81">10076 4609 96 0,'0'-5'360'16,"0"2"209"-16,0-1 169 0,-2 1-94 0,2 0-132 15,0 2-78-15,-1-1-36 0,-1-1-18 0,2 2-24 16,-3-1-34-16,3 1-47 0,-2-1-53 16,-1 1-52-16,1-2-40 0,1 1-19 0,-1 1 3 15,1-1 16-15,-2-1 23 0,1 0 32 0,-1 2 16 16,2-2-6-16,-3 0-23 0,3 1-27 16,-3 0-30-16,1-2-30 0,0 2-26 0,-2-2-13 15,1 1-7-15,-1-1-7 0,0 2-3 16,2 0-2-16,-2-2-3 0,0 3-2 0,-1-3-1 15,0 2-2-15,1 0-2 0,0-1-2 0,-1 2-1 16,0-1-2-16,-2 0-1 0,0 1-2 16,2 0-1-16,-1-1-2 0,-2 2 0 0,3 0-2 15,-1-1 0-15,-1 1 0 0,2 0-1 16,-2-2 0-16,0 2-1 0,2 0 2 0,-1 0 0 0,0 0 2 16,0 0 0-16,1 0 1 0,-1 0 1 15,0 0-1-15,1 0 0 0,-1 0 2 0,1 0 0 16,-1 0 0-16,1 2 0 0,-2-2 1 15,2 0-3-15,-1 0-1 0,-2 1-2 0,3-1-1 16,-1 0 0-16,-1 2-1 0,2-2 1 16,-2 1 0-16,0 0 0 0,2 1-2 0,-1-2 1 15,0 2 0-15,1-1-2 0,-1 0 0 0,2 3 0 16,0-3 2-16,-2 3-2 0,1-3 0 0,1 1 0 16,0 1 0-16,0-1 0 0,0 0-1 15,-1 4 0-15,0-3 1 0,1 1 0 16,0 0 0-16,0 0 0 0,-1 0 0 0,0 2 2 15,1 0-2-15,0-1 1 0,-1 1 0 0,1 0-1 16,-1 0 0-16,1 0 0 0,2 1 0 0,-2-2 0 16,2 1 1-16,-2-2-1 0,2 2 1 15,0-1-1-15,-1 1 0 0,0 0 1 0,3-2 0 16,-1 2-1-16,1-2 1 0,-1 2-1 0,0-1 0 16,-1 1 0-16,2 0 0 0,-1 2 0 15,0-2 0-15,2 0 0 0,-3 1 0 0,3 0 0 16,0 3-6-16,0-3-1 0,0 0-2 15,0 3-2-15,0-1 1 0,0 2-1 0,2-4 5 16,-1 2 2-16,-1 0 1 0,2 0 2 16,0-2 0-16,-1 2-1 0,2-2 1 0,-1 3-1 15,1-2 1-15,0-1 0 0,2 0-1 0,-2 0 2 16,3 3-1-16,-2-3 1 0,0 0-1 0,3 2 5 16,-1-1 3-16,0 0 1 0,2-1 1 15,0 1-1-15,-1-1 0 0,3-1-5 0,0 2-2 16,0-1-2-16,2 0 0 0,-1 2-1 15,2-1 0-15,0-2 0 0,-1 2 1 0,2-1 0 16,-1 1 1-16,0-1 1 0,1-1 0 0,0 2 0 16,-1-1-1-16,1-1 1 0,0 0-1 0,1 0-1 15,-1-1 1-15,-1-2 0 0,0 2 0 16,2-3 0-16,-1 0-1 0,0 0 2 0,0-1 1 16,1-1-1-16,-1-1 0 0,0-1 0 15,1 0 0-15,0-2-1 0,-2-1 0 0,3 1 0 16,-2-4-5-16,0 1-3 0,-1-1-2 0,2-2 1 15,-2-1-2-15,-1-2 1 0,0-1 5 16,-1 0 3-16,0-5 3 0,-1 1 5 0,-1-1 3 16,-2 0 2-16,0-3 0 0,1 0 0 15,-3 1-1-15,0-2-4 0,-2 1-3 0,-1 1-2 16,-1-1-1-16,-1 2 1 0,-1 1 0 0,-4-1 0 16,0-2 0-16,-3 3 1 0,0 0 0 15,-4 1 1-15,0-2 0 0,-3 4 0 0,0-2-1 16,-2 3 0-16,1 0-1 0,-1 1-1 15,1 4-1-15,-3-1 1 0,2 3 0 0,-1 0-1 16,1 2 0-16,1 0-1 0,0 1 0 0,0 3-1 16,2-1-2-16,2 2-5 0,0 1-11 0,2 1-25 15,0 2-55-15,0-3-72 0,1 2-103 16,1 0-180-16,0 4-299 0,2-3-325 0,0 1-281 16,1 0-155-16,3-2 251 0,2 3 649 15</inkml:trace>
  <inkml:trace contextRef="#ctx0" brushRef="#br0" timeOffset="8464.95">10473 5431 144 0,'1'-2'399'16,"-1"1"207"-16,2 1 135 0,-2 0-130 15,-2-1-122-15,2 1-69 0,-1 0-35 0,-1-2-17 16,1 0-16-16,-1 1-32 0,0 0-48 15,-1-3-57-15,0 3-50 0,0-2-35 0,-2 1-19 16,1 0 3-16,0 0 18 0,1 1 30 0,-2-1 31 16,2 1 9-16,-2-2-8 0,1 1-22 0,-1-1-28 15,0 1-34-15,2 0-33 0,-2 0-23 16,-1-1-15-16,1 2-8 0,-1-2-8 16,1-1-1-16,-1 0-2 0,-1 2-1 0,1 0-1 15,-2-1-1-15,2-3 1 0,-2 4-3 0,2-1-2 16,-4 0 0-16,4 1 0 0,-2-2-1 0,0 1-1 15,-3 1-1-15,3 0 0 0,-2 0-3 16,0-1-2-16,0 3-1 0,0-1 0 0,1-1 1 16,-2 2 2-16,1 0 2 0,0 0 0 15,0 0 0-15,-1 0-1 0,0 2-1 0,1-2-2 16,1 1-1-16,-2 0 0 0,1 1-1 0,-1 1 0 16,-1 0-1-16,-1 1 0 0,3 1 0 15,-2 1-1-15,1-1 0 0,-2 1 0 0,4 2 0 16,-1 0 0-16,-1 1 0 0,2-1-1 0,-1 0 0 15,2 3 0-15,-1-2 0 0,2 0 0 16,-1 0 0-16,2 1 0 0,0-2 1 0,1 1 0 16,0-1-2-16,1-1 1 0,0-1-1 0,0 1 1 15,0 0 0-15,0 0-1 0,2-1 2 16,-2 2-1-16,0-2 0 0,3 3-5 0,-2-2-3 16,1 0-2-16,-1 3-1 0,1-3 0 15,-1 4-1-15,1-2 5 0,1 2 3 0,-2-2 2 16,3 4-1-16,-2-2 2 0,2 1-1 0,2 2 1 15,-2 0 0-15,3-1 0 0,-2 2 2 16,1-2-1-16,1 3 1 0,0 0-1 0,-1-1 0 16,1 0-1-16,2 2 1 0,-2-1-1 0,2 1 6 15,1-2 3-15,-1 1 1 0,0 2 1 16,-1-1 0-16,4 0 1 0,-3 1-7 0,4 0-2 16,-1 0-2-16,-1 1-1 0,5-3-1 15,-2 2 0-15,0-1 1 0,3-2 0 0,0 1 1 16,3 1 2-16,0-3 0 0,-1 1 0 0,3 1-5 15,-1-1-4-15,1 0-3 0,-1-1-1 16,2 1-1-16,0 0 0 0,0-1 6 0,-3-1 3 16,3-1 2-16,0 1 1 0,-2-2 0 0,1 1 0 15,-1-2 5-15,2-1 2 0,-3-1 2 0,4 0 1 16,-2 0 0-16,-1-4-2 0,2 1-6 16,-3-2-1-16,3-3-3 0,0-3-1 15,-2 1 1-15,-1-4-1 0,2-1 2 0,-3-4 0 16,1-1 1-16,0-4 0 0,-2-5-1 0,2 1 1 15,-2-4-1-15,0-1 2 0,-1-4 0 16,0 1 1-16,-1-4 1 0,-2-1 2 0,2-1 1 16,-4 1-2-16,0-2 0 0,-1-1 0 0,-2 1 0 15,-1-2 0-15,-1 1-1 0,-3 0-1 0,-3 1 1 16,-3-2-2-16,-4 1-1 0,1 0-1 16,-7 2 0-16,0-3-1 0,-6 3 2 0,-1 1 0 15,-3 2 0-15,-1 3 2 0,0 2 1 16,-3 3-1-16,2 5-1 0,-1 2 2 0,1 4-3 15,1 2 0-15,2 4-1 0,1 4-2 0,2 2-2 16,1 2-5-16,1 4-17 0,4 3-50 0,-1-1-72 16,2 3-130-16,-2 1-254 0,6 1-308 15,-2 1-366-15,4 4-322 0,2 0-95 0,1 1 555 16</inkml:trace>
  <inkml:trace contextRef="#ctx0" brushRef="#br0" timeOffset="21029.53">14734 1452 273 0,'4'-2'791'0,"-1"2"365"16,-1-1 45-16,0 1-248 0,-1 0-348 0,-1-3-242 16,2 3-139-16,0 0-78 0,-1 0-35 0,-1 4 17 15,3-1 40-15,-1 3 32 0,0 4 1 0,-1-1-2 16,2 4-12-16,-1 2-34 0,2 3-42 0,0 3-33 15,-3 1-14-15,1 5-16 0,-1-1-11 16,1 2-10-16,-2 2-7 0,0-1-7 0,0 1-7 16,0 0-2-16,0-1 1 0,0-1 0 0,-2 0-1 15,2-3-1-15,-1 1 5 0,-1-2 4 16,1-1 0-16,-1-2-1 0,0-2 0 0,-2-1-1 16,4-3-7-16,-2-3-4 0,1-1-8 0,-1-2-20 15,1-3-58-15,-1-2-66 0,-1-2-87 0,0-5-158 16,-1-4-263-16,-1-4-317 0,2-3-262 0,-3-1-196 15,2-6 105-15,0-1 564 0</inkml:trace>
  <inkml:trace contextRef="#ctx0" brushRef="#br0" timeOffset="21363.32">14609 1396 241 0,'-5'0'789'0,"0"2"393"15,1-1 48-15,0 1-209 0,1-1-343 0,0 0-188 0,0 3-122 16,2-3-74-16,1 1-47 0,0-1-30 0,1 1-44 16,4-1-50-16,-1 2-31 0,1 0-12 15,3-2-3-15,3 3-8 0,0 0-3 0,2-2-8 16,4 0 1-16,-1 1-4 0,3-2-8 0,1 0-5 16,1 0-7-16,3-1-4 0,-2 0-9 0,3 0-5 15,-1-1-9-15,3 0-5 0,2 0-3 0,-1-4-2 16,2 1-3-16,0 0-2 0,-2 0 3 0,2-1 4 15,-1 2 0-15,-2-1-2 0,-1 0 0 0,-3 3-1 16,1 1-1-16,-4-1 0 0,-4 2-1 0,1 0 0 16,-5 3-4-16,-2 0-9 0,-3 2-17 0,-4 3-31 15,-2 2-73-15,-4 1-74 0,-5 0-134 0,-2 1-219 16,-5 2-305-16,-1 2-330 0,-1 2-214 16,-2 0-64-16,-3 1 480 0,1 2 598 0</inkml:trace>
  <inkml:trace contextRef="#ctx0" brushRef="#br0" timeOffset="21646.3">14441 2320 36 0,'-3'11'577'15,"3"-3"486"-15,0-1 181 0,0-1-97 0,2-1-352 16,2-1-246-16,1-1-123 0,3 2-63 0,3-3-46 15,0 1-31-15,5 0-30 0,0-1-57 0,3-2-60 16,0 0-36-16,6 0-17 0,-1-2-15 16,1 1-13-16,2-2-16 0,0 0-13 0,-2 0-9 15,2 0-5-15,0-2-5 0,1 0-3 0,-1 1 0 16,0-2-3-16,0 1-3 0,0-1-2 0,-2 0-1 16,2 0-1-16,0 1-12 0,0-1-24 0,-2 0-73 15,-1 1-99-15,-3 0-196 0,1 0-291 16,-2-2-352-16,1 2-420 0,-1-1-215 0,2-2 262 15,-1 2 794-15</inkml:trace>
  <inkml:trace contextRef="#ctx0" brushRef="#br0" timeOffset="23678.86">16796 1244 4 0,'6'-2'430'15,"-2"-1"420"-15,-2 3 277 0,1-1 13 0,-1 1-334 16,-2-2-278-16,0 2-173 0,0 0-70 0,2 0-19 16,-2 0-5-16,1 2-8 0,2-1-20 0,-1 4-21 15,0 0-45-15,-1 3-39 0,-1 5-34 0,2 3-26 16,-1 5-8-16,-1 0-8 0,0 8-8 15,0 3-1-15,0 2-2 0,-1 6-1 0,-1 1-9 16,2 4-4-16,-1 2-3 0,1 1-8 0,-2 0-6 16,0-2-4-16,2-1-2 0,2-1-2 0,0-4-1 15,-1-4-3-15,2-1 0 0,3-4-1 0,-1-4 0 16,2-3 0-16,-3-5 0 0,4-1-1 0,-2-4-6 16,1-2-14-16,-2-3-28 0,-1-5-59 15,-2 1-62-15,0-5-87 0,-1-3-161 0,-1-1-253 16,-3-4-297-16,3-1-247 0,-2-1-193 0,-1-2 104 15,2 1 565-15</inkml:trace>
  <inkml:trace contextRef="#ctx0" brushRef="#br0" timeOffset="24496.52">16984 2027 32 0,'0'4'547'16,"3"-2"471"-16,-3 0 200 0,1 0-86 15,-1-4-349-15,2-1-312 0,-1-2-199 0,1-2-80 16,3-2-21-16,1-4 0 0,-1-3 21 0,4-3 4 15,3-3-6-15,-3 0-22 0,3-6-29 0,1 1-29 16,1 2-38-16,-1-2-21 0,0 1-16 0,3 3-9 16,-7 1-4-16,4 4-3 0,-7 3-3 15,2 3-3-15,-3 4-4 0,-2 2 3 0,3 2 6 16,-3 4 7-16,0 4 5 0,1 4 5 0,-1 4 5 16,-2 6-3-16,1 1-5 0,-2 6-8 0,3 0-4 15,-3 2-7-15,4 1-5 0,-3-2-4 0,2-2-2 16,2-1-1-16,-1-4 0 0,5-3-1 15,-3 1-1-15,2-9-1 0,1-1 2 0,2-5-1 16,3-4 7-16,-2-7 2 0,2-3 2 0,2-5 0 16,-2-2 1-16,3-3 1 0,-2-1-6 0,0 1-2 15,-3 1-2-15,1 1 1 0,-3 3-1 0,-2 3 0 16,1 3-1-16,-2 1-1 0,-2 4 1 16,-2 2 3-16,2 0 6 0,-2 4 5 0,0 2 4 15,1 4 1-15,1 2-2 0,-2 1-2 0,2 4-5 16,0 2-5-16,-2 0-4 0,2 2 0 0,3-2 0 15,-4 1 0-15,1 0-2 0,2-2 0 16,-1 1 0-16,2-2-2 0,-2-2 1 0,0-1-1 16,1 0-1-16,-1 1-1 0,0-5 1 0,-1 3 5 15,1-3 2-15,-1 0-6 0,0 0-15 0,3-3-33 16,-4-1-72-16,-2-1-80 0,1-4-149 16,1-1-233-16,-3-5-316 0,2-3-336 0,1-4-216 15,0-3-51-15,2-2 534 0</inkml:trace>
  <inkml:trace contextRef="#ctx0" brushRef="#br0" timeOffset="24762.03">17788 1307 402 0,'5'-20'910'0,"-2"3"302"0,1 4 24 0,-3 2-258 16,1 4-277-16,-1 1-197 0,1 1-126 0,0 2-79 16,-1 2-59-16,2 1-53 0,-1 3-51 0,2 3-34 15,1 3-14-15,2 2-4 0,-3 7-8 0,1 2-8 16,0 6-11-16,1 2-5 0,-1 4-6 0,0 2-6 15,-2 4-8-15,0 1-8 0,0 3-5 0,-1 1-8 16,-1 3-5-16,-1-2-7 0,0 3 1 16,2-4-1-16,-2 0-1 0,2-1 0 0,-1-4 3 15,2-3 2-15,-1-2 1 0,-1-3-5 0,2-5-11 16,-3-3-17-16,0-2-45 0,2-4-75 0,-4-6-91 16,-1-3-165-16,2-4-286 0,-5-6-332 0,1-1-335 15,0-5-201-15,2-3 125 0,0-5 678 0</inkml:trace>
  <inkml:trace contextRef="#ctx0" brushRef="#br0" timeOffset="24982.32">17814 1571 120 0,'-2'-10'751'0,"-1"2"535"0,2 4 145 16,-3 1-141-16,3 1-391 0,-1 2-351 16,2 0-173-16,0 0-111 0,0 1-78 0,0 0-65 15,2 4-53-15,-1-3-27 0,3 5-17 0,0-3-8 16,2 2-5-16,2-1-5 0,2 1 3 0,0-1-4 15,4 0-3-15,-3-2 4 0,4-1 2 0,-2 1 3 16,4-2 0-16,0-1-3 0,-4 0-16 16,2 0-53-16,0 0-70 0,-3 0-62 0,-1 2-88 15,-2-2-147-15,-1 1-201 0,-1 3-263 0,-3-2-209 16,-2 3-196-16,2 0 30 0,0 0 426 0</inkml:trace>
  <inkml:trace contextRef="#ctx0" brushRef="#br0" timeOffset="25561.43">18119 1633 27 0,'8'-1'540'16,"-4"4"476"-16,1-2 219 0,-2 1-67 0,2 2-310 15,0 0-231-15,0 4-157 0,2 1-90 0,-2 2-63 16,0 1-44-16,2 1-56 0,-3 2-71 16,2 2-52-16,1 1-28 0,-1 2-19 0,1-3-15 15,-1 3-10-15,2-2-7 0,-4 0-8 0,4-3-5 16,-3-2 0-16,2-2-1 0,-1-3 0 0,-2 2 0 15,0-6-1-15,-1 0 4 0,0-4-3 0,-1 0 2 16,-1-5 0-16,-1-1-1 0,0-5 0 0,0 1-3 16,-1-2 0-16,-1-2 0 0,0 1-4 15,2-2-2-15,-1 0-5 0,-1-2-10 0,2 2-20 16,0 2-35-16,0-2-54 0,0 1-56 0,2 2-45 16,1-1-57-16,0 1-66 0,0 0-63 0,-1 0-29 15,4 1-40-15,-3 3-55 0,4 1-36 0,-3 1 13 16,5 2 56-16,-2-1 81 0,-1 2 103 15,2 0 89-15,1 2 95 0,0-1 87 0,-3 2 79 16,2 2 64-16,-1-1 53 0,2 3 52 0,-3 1 44 16,2 1 27-16,0 3 36 0,3 0 34 15,-1 5 12-15,2 1 3 0,1 1-7 0,0 2-8 16,1 3-36-16,0 3-47 0,2 0-38 0,-2 1-44 16,3 3-45-16,-1-3-37 0,3 2-29 0,0-4-20 15,0-4-17-15,3-1-9 0,-3-3-6 16,0-2-2-16,2-6-2 0,-5-1-1 0,1-3 9 15,-3-5 2-15,0-2 4 0,-1-4 9 0,-3-2 27 16,0-6 68-16,-1 0 76 0,-5-2 38 0,1-3 15 16,-2 1-7-16,-3-2-24 0,0 1-45 15,-3 0-52-15,0-3-32 0,-2 2-20 0,-3 1-14 16,2 1-8-16,-5 2-9 0,0 2-9 0,-3 4-6 16,-1 1-6-16,0 5-6 0,-1 1-5 0,-1 4-3 15,0 4-1-15,-1 2-1 0,3 4-1 0,0 1-2 16,2 2-1-16,0 3-1 0,4 1-4 0,2 4-13 15,1-2-23-15,3 0-61 0,-2 1-75 16,5 0-147-16,5-1-248 0,-1 0-316 0,6 0-366 16,3 0-278-16,3-3-49 0,-2-1 598 0</inkml:trace>
  <inkml:trace contextRef="#ctx0" brushRef="#br0" timeOffset="30577.63">16846 3409 257 0,'0'2'692'0,"-3"-2"365"0,1 0 101 15,1 0-223-15,-1 0-341 0,0 0-200 0,2 0-131 16,0 0-102-16,0 0-56 0,4-2-32 16,1 0-22-16,3 2-12 0,4-4 13 0,2 2 63 15,5-3 31-15,0 3 7 0,3-1 24 0,2 1 16 16,0 0-16-16,-3 0-50 0,1 1-26 0,-1 1-6 15,0 1-24-15,-2 1-20 0,-3-1-4 16,1 5-1-16,1-4 1 0,-7 5-5 0,0 1 3 16,1 2 1-16,-4 1-6 0,-3 2-4 15,0 2-8-15,-2 2-4 0,-3 1-2 0,-1 3-2 16,-4 1-3-16,-2 3 0 0,-2 1-3 16,-3 2-2-16,0 3-5 0,-5 0-4 0,3 1-2 15,-4-2 0-15,1 0 1 0,-2 0 1 0,1-3-5 16,1-1-3-16,0-1-1 0,4-4-3 15,-1 0-1-15,1-4 0 0,4-2 4 0,1-4 3 16,0 0 0-16,3-4 1 0,2 1 1 16,1-2-2-16,1 1 3 0,2-1-3 0,3 0 3 15,1-1-1-15,2 1 1 0,-1-2-1 0,4 1 1 16,1-2 0-16,2 0 0 0,1-1 0 0,2 0 0 16,1-2 5-16,1-2 1 0,2 0 2 15,-1-1-1-15,3-3 0 0,-1 2-1 0,0-3-6 16,-1 0-3-16,0 0-2 0,0 1 0 0,0-3-1 15,-4 2-9-15,1 3-19 0,-4-2-60 16,1 1-71-16,-3-1-105 0,-3 3-178 0,0 2-304 16,-2-2-335-16,-3 1-267 0,1 1-155 15,-3 1 248-15,-1 0 640 0</inkml:trace>
  <inkml:trace contextRef="#ctx0" brushRef="#br0" timeOffset="31262.51">17382 4003 287 0,'0'4'722'0,"0"-4"316"0,2 0 65 16,1-3-245-16,-3 2-265 0,0-4-202 16,1-1-127-16,-1-1-60 0,3 0 0 0,2-4 10 15,0-1 19-15,3-1-1 0,1-3-10 16,-1-4-22-16,2 0-30 0,0-3-43 0,4-2-44 15,-3-2-27-15,1 0-16 0,1-1-7 0,1 1-13 16,-3 2-6-16,1 3-3 0,-3 3 0 0,-3 2 4 16,0 5 4-16,-1 1 0 0,-1 4 2 15,-1 3 0-15,0 2 4 0,0 6-2 0,-2 5-4 16,2 6-1-16,-3 2 0 0,2 7 0 16,-2 1 0-16,3 6-2 0,-1-2-1 0,0 3 0 15,2-2 0-15,0 1-3 0,2-4-3 0,1-4-3 16,0-2-2-16,1-4-2 0,0-2-1 15,3-5-1-15,0-4 0 0,1-3 0 0,0-4-1 16,0-7 0-16,4-2 0 0,-1-5-1 16,2-4-1-16,-3-4 3 0,3 0 0 0,-2 0 1 15,0-2 1-15,-3 2 1 0,1 0 0 0,-3 3-2 16,-2 4 0-16,1 1 0 0,-2 3 0 16,-2 3-1-16,-1 2 0 0,0 3 0 0,-1 4 0 15,0 4 5-15,3 2 4 0,-3 4 4 0,0 3 4 16,2 3 3-16,0 1 1 0,-2 3-3 0,2 0-3 15,3-1-3-15,-4-1-4 0,3 0-4 16,-1 0-2-16,2-5-2 0,1-1-2 0,-1-2-1 16,2-1-2-16,1-6 1 0,-1 0 0 15,-1-7-1-15,3-1 2 0,0-2-1 0,-1-3-3 16,1-1-12-16,-2 2-18 0,0-1-54 0,-1 1-77 16,-3 1-112-16,2 2-200 0,-1 4-300 15,-1-3-347-15,2 3-300 0,-4 2-123 0,5 2 335 16,0 0 683-16</inkml:trace>
  <inkml:trace contextRef="#ctx0" brushRef="#br0" timeOffset="32427.5">18690 3288 326 0,'1'-6'724'0,"-1"0"330"16,0 0 104-16,-1 1-284 0,-1 1-270 0,-1 0-146 15,1-1-84-15,-4 1-33 0,3 2-29 0,0 0-39 16,-2 2-40-16,0-3-42 0,-3 3-53 16,1 3-51-16,0-3-41 0,-2 4-23 0,-1 1-6 15,-1 3-8-15,2 2-4 0,0 3-3 16,0 1-1-16,3 7-1 0,0 0 1 0,2 6 0 15,1 4 1-15,3 6-2 0,0-1 6 0,5 6 3 16,0-1 0-16,1 1 0 0,5-2 0 0,0-3 0 16,2-3-4-16,4-5-4 0,-1-5 0 15,5-5-1-15,1-3 0 0,1-7-2 0,0-6-1 16,4-5 0-16,-2-5 1 0,2-7 0 16,-1-3 4-16,1-5 0 0,-3-3 2 0,0-4 0 15,-4-1-1-15,1-2 0 0,-7-1-1 0,-3 1 3 16,-2 0-2-16,-4 2 2 0,-1-1 0 15,-8 3 2-15,-1 2 1 0,-7 3-1 0,-4-2 1 16,-3 4-2-16,-1 0-2 0,-3 3-1 16,-2 3-2-16,-2 3-1 0,1 4 0 0,-1 5-1 15,0 5 1-15,1 4 1 0,-1 4-1 0,2 7 0 16,3-2-3-16,5 8 1 0,1-3-1 0,5 4-1 16,4 1 0-16,3 0 0 0,8-3 0 15,1 0-1-15,6 0-17 0,2-5-65 0,4 1-57 16,2-3-86-16,2-2-155 0,1-1-305 15,3-3-316-15,2-2-241 0,0-1-185 0,0-1 148 16,0-2 590-16</inkml:trace>
  <inkml:trace contextRef="#ctx0" brushRef="#br0" timeOffset="33678.51">19778 3332 389 0,'-2'6'809'0,"0"-4"305"0,2 2 24 15,0-2-327-15,0 0-284 0,0-1-188 16,0 1-135-16,4-2-64 0,-3 1-43 0,4 1-14 16,4-2 5-16,-1 1 0 0,3 1 5 0,3-2-14 15,1 0 80-15,4-2 22 0,3 1-3 0,-1-2-10 16,1-2-13-16,3 1-9 0,0-2-67 16,-1 2-35-16,1-5-18 0,0 5-9 0,1-3-8 15,-4 1-2-15,-1 0-4 0,-3 1-2 16,-2 2-15-16,-2 0-62 0,-2 3-57 0,-6-1-118 15,0 1-215-15,-6 0-302 0,0 0-332 0,0 0-243 16,-6-2-130-16,1 1 395 0,-4-4 636 16</inkml:trace>
  <inkml:trace contextRef="#ctx0" brushRef="#br0" timeOffset="33953.26">20158 3083 280 0,'12'2'542'0,"-3"1"235"0,4-2 143 16,-1 1-205-16,6 1-188 0,-4 1-79 0,6 0-46 16,-2-2-59-16,4 1-63 0,-2 1-64 0,1-1-64 15,1 0-51-15,4 0-35 0,-4-2-19 16,0 2-14-16,0 0-9 0,0 0-3 0,-3 0-10 16,0 2-3-16,0-1-7 0,-5 2 2 15,-2 2 42-15,-2 0 53 0,-2 4 30 0,-1 0 13 16,-4 1 4-16,-3 2-2 0,-2 1-37 0,-4 3-44 15,-2-1-28-15,-2-1-12 0,-4 3-12 16,-2-5-49-16,-1 3-52 0,0-3-63 0,-2-2-145 16,0-1-233-16,0-3-307 0,0-1-263 15,2-2-220-15,1-4-10 0,0 1 496 0</inkml:trace>
  <inkml:trace contextRef="#ctx0" brushRef="#br0" timeOffset="34636.57">21479 2953 263 0,'6'-7'844'0,"-3"-1"384"0,-1 2 60 16,-2 0-127-16,-2 0-336 0,0 3-267 0,-1-1-150 15,-3 1-84-15,2 1-69 0,-4 1-86 0,-1 1-59 16,-3 1-38-16,2 2-20 0,-2 2-17 0,-2 0-10 16,-1 5-7-16,0 3-7 0,0 0-6 15,0 1-2-15,-1 6-2 0,-2-1 1 0,5 5-2 16,-2 3 2-16,2 0-4 0,-1 4-3 0,6 1-3 15,2 1-1-15,1-1 0 0,3-2-3 0,2 3 5 16,5-3 2-16,2-3 0 0,1-2 8 16,4-2 0-16,2-4 1 0,3-4-3 0,1-1-14 15,3-7-41-15,1-3-74 0,0-2-69 16,2-6-110-16,-1-2-173 0,1-5-297 16,-2 0-284-16,2-4-215 0,0 1-145 0,-2-3 244 15,-2-1 570-15</inkml:trace>
  <inkml:trace contextRef="#ctx0" brushRef="#br0" timeOffset="34911.37">21748 3177 329 0,'4'9'787'0,"1"1"317"0,1 7 55 15,1 1-262-15,-3 2-307 0,1 2-225 0,3 1-129 16,0 2-75-16,1 0-57 0,1-1-42 0,6 0-30 16,-2-4-14-16,3-4-9 0,5-3-7 15,-1-5 0-15,4-3-2 0,1-9 2 0,2-3 0 16,0-6-1-16,-1-5-2 0,2-2 1 0,-5-5 2 15,1-2-3-15,-5-1-4 0,-2 0-1 16,-2 1 1-16,-7 0-2 0,-4 0 2 0,-2 0-1 16,-6 1 12-16,-2 1 7 0,-3 0 13 15,-1 0 22-15,-5 2 10 0,-2 5 9 0,-3 1-5 16,-3 5-6-16,-1 6-13 0,-4 6-20 0,2 5-10 16,-2 8-10-16,4 0 0 0,-1 7-5 0,7 4-20 15,1 4-28-15,3 3-88 0,5 0-171 16,2 2-298-16,1 0-279 0,10 2-264 0,3-1-190 15,6 1 220-15,8-1 568 0</inkml:trace>
  <inkml:trace contextRef="#ctx0" brushRef="#br0" timeOffset="35665.53">22924 2917 27 0,'3'-4'520'16,"0"-1"475"-16,-1 2 240 0,-2 0-68 15,0 2-352-15,0-1-291 0,0 2-154 0,0 0-93 16,0 2-61-16,-2 1-40 0,-2 3-29 0,2 3-20 16,-1 3-14-16,0 3-12 0,-2 3-9 15,2 6-1-15,-1 0-6 0,3 4-16 0,-1 3-28 16,2 1-17-16,2 0-8 0,-1-3-7 0,4 1-4 16,2-4-3-16,1-2-2 0,2-5-1 0,3-5 0 15,1 0 0-15,2-5-2 0,1-5 0 16,1-4-1-16,3-4 0 0,1-5 1 0,-2-3-3 15,2-3 2-15,0-5 1 0,-1 1-1 16,0-2 2-16,-4-1 1 0,-1 2 2 0,-1 0 0 16,-3 1 3-16,-1 3 1 0,-2-3-1 0,-1 4-2 15,-1 2-1-15,-3-2 1 0,2 2 0 0,-2 2-1 16,-3 0 0-16,1 1 1 0,-1 1 0 16,-1 0-4-16,-1 0-15 0,-1 0-48 0,1-1-63 15,-1 2-63-15,-2 0-127 0,2-3-194 0,-1 4-308 16,0-2-255-16,3 0-211 0,-2-1-76 0,2 0 381 15,2-1 535-15</inkml:trace>
  <inkml:trace contextRef="#ctx0" brushRef="#br0" timeOffset="35843.12">23455 2728 70 0,'11'8'644'0,"-3"5"491"16,-1 2 152-16,-1 3-101 0,-3 7-273 15,-2 0-298-15,-1 5-181 0,0 3-99 0,-3 1-62 16,0 6-55-16,-1-2-86 0,-3 4-54 0,2-3-34 15,2 0-18-15,2-3-13 0,1-4-8 0,0-2-4 16,1-7-9-16,2-2-47 0,2-5-72 16,-2-6-100-16,1-4-175 0,-3-5-296 0,4-5-345 15,-2-3-305-15,-2-5-169 0,4-3 250 16,-3-3 650-16</inkml:trace>
  <inkml:trace contextRef="#ctx0" brushRef="#br0" timeOffset="36027.64">23512 2688 220 0,'0'-23'842'0,"0"4"417"16,-3 5 56-16,2 2-134 0,-1 5-404 0,0 1-277 16,1 1-143-16,1 2-87 0,-2 2-66 15,0 2-61-15,1 2-62 0,-1 2-40 0,2 2-20 16,2 2-10-16,-1 3-7 0,1 2-2 0,1 2-4 16,1 1-11-16,-1 2-51 0,3 1-58 0,-2 1-53 15,3 1-87-15,-1 1-144 0,2-1-199 0,1 1-250 16,3 1-223-16,-3-2-192 0,4 2 52 15,0-1 413-15</inkml:trace>
  <inkml:trace contextRef="#ctx0" brushRef="#br0" timeOffset="40794.35">24021 2953 143 0,'5'-2'432'0,"-2"-1"234"16,0 1 172-16,-1 0-104 0,0-4-159 16,-2 3-94-16,0-1-61 0,-2 0-41 0,-1 2-52 15,0-3-57-15,-1 2-57 0,0 2-44 0,-1-2-26 16,-2 1-11-16,0 1 9 0,-1 1-7 0,1 1-10 15,-1 2-20-15,-2 3-23 0,0 1-20 16,0 4-31-16,0 2-14 0,0 1-9 0,0 4-2 16,0 1-1-16,1 5-3 0,1-2 2 0,-1 3 5 15,3 0 0-15,1 1-3 0,2-2-3 0,1-3 1 16,1-1-4-16,2-5-7 0,2-2-2 16,1-4 1-16,4-4 1 0,-1-5-2 0,3-6 3 15,1-6 3-15,3-5 0 0,-1-3 0 16,2-5 3-16,0-2 1 0,0-1 4 0,-2-1 1 15,0 2 3-15,0 0-1 0,-5 5-2 0,0 0-1 16,-1 5-2-16,0 2 4 0,-4 3-2 0,0 3 0 16,-1 3 3-16,-1 3-2 0,-2 3-3 0,1 6-6 15,-4 1 1-15,1 6 0 0,2 5-2 16,-3 0 1-16,1 2 4 0,2 4 4 0,1 2-4 16,-2-1 0-16,2 2 0 0,2-1 1 0,-1 1-3 15,2-2-23-15,1-2-40 0,-1-1-38 16,2-2-67-16,-1-3-117 0,6-4-168 0,-6-3-287 15,4-4-238-15,1-4-228 0,1-5-29 0,0-3 337 16,1-6 460-16</inkml:trace>
  <inkml:trace contextRef="#ctx0" brushRef="#br0" timeOffset="41268.62">24536 2719 127 0,'9'-12'709'0,"-5"1"439"0,-2 6 91 0,-4-1-140 0,1 4-409 16,-6 4-324-16,-1 2-157 0,-2 5-70 0,-3 3-20 16,-1 5 16-16,-1 4 36 0,1 2 25 15,1 2-2-15,1 5-17 0,-2 1-25 0,4 1-37 16,0 0-42-16,3 0-36 0,2-2-21 0,3-3-7 16,4-1-5-16,3-8-6 0,2-2-2 15,5-9 0-15,0-3 0 0,6-9 2 0,-1-5 3 16,4-7 1-16,-1-5 3 0,-1-5 3 0,3-4 1 15,0-3-3-15,0-3 0 0,-1-3 0 16,0 2-2-16,-4-1-2 0,0 0-1 0,1-2-1 16,-4 3 0-16,-3-4-3 0,2 3-3 0,-4 1 2 15,-1-2-2-15,1 3 0 0,-4-1 6 0,-1 4 0 16,-3 2 4-16,1 2 1 0,-2 7 12 0,-2 2 7 16,2 3 2-16,-1 4 2 0,-3 5-3 15,-1 3-1-15,2 6-10 0,-4 4-9 0,0 7-1 16,1 6-1-16,-1 7-6 0,-2 7-2 0,1 7-2 15,0 7 1-15,0 6-3 0,-1 5-3 0,3 7 12 16,-2-1 5-16,1 4 2 0,1 0 4 0,5-4-2 16,1-4 1-16,1-8-6 0,5-4-4 15,2-6 0-15,4-8-7 0,1-8-40 0,4-8-70 16,0-6-77-16,0-7-157 0,2-9-296 16,0-4-328-16,-1-9-304 0,0-2-192 0,-2-6 115 15,2-1 630-15</inkml:trace>
  <inkml:trace contextRef="#ctx0" brushRef="#br0" timeOffset="41560.51">25031 2732 124 0,'4'22'669'0,"-4"5"410"0,0 1 107 0,0 5-99 16,0 1-413-16,0 3-292 0,1 1-159 0,-1-1-75 16,3 1-37-16,2-4-37 0,2-3-21 15,3-5-24-15,2-4-11 0,2-7-9 0,2-6-5 16,2-6-1-16,0-5-3 0,4-6 3 15,0-6-3-15,-1-7 4 0,-1-2 3 0,1-5 1 16,-3-2 0-16,-3-2 1 0,-4 1 4 0,-3-2-4 16,-3 2-1-16,-5 0-3 0,-8-1-4 15,0 3 9-15,-2 2 13 0,-5-1 20 0,0 6 23 16,0 2 15-16,-1 4 5 0,-1 6-9 0,-1 4-15 16,1 6-19-16,2 6-23 0,0 3-11 0,0 5-5 15,1 3-4-15,5 2-1 0,-1 1-24 0,3 4-32 16,0-1-30-16,4-1-40 0,0 3-78 0,3-1-128 15,0-2-181-15,0 0-261 0,1-2-244 16,2 0-186-16,2-3 81 0,3-1 401 0</inkml:trace>
  <inkml:trace contextRef="#ctx0" brushRef="#br0" timeOffset="42214.58">25409 3085 387 0,'0'-3'968'0,"-3"-3"286"0,2 0-56 0,-1-3-246 15,0-3-441-15,2 1-244 0,2-6-110 16,1 0-54-16,4-2-22 0,-1-3 13 0,3-3 5 16,-1 0 1-16,5-2-9 0,-1-1-1 0,3 2-6 15,0-2-31-15,-2 5-21 0,1 2-16 0,-1 1-5 16,-2 6-9-16,-2 1 26 0,0 6 51 0,-1 1 27 15,-2 6 18-15,0 2 1 0,-3 6 1 16,-1 3-26-16,-1 6-41 0,-2 2-22 0,1 3-12 16,-3 2-5-16,-1 5-4 0,2 1-3 0,-2 0-2 15,3 1 1-15,-1 0-5 0,1 0-3 16,2-4-3-16,1-1 0 0,1-6-1 0,3-3-1 16,0-4-2-16,4-5 0 0,1-8 0 15,3-2 2-15,1-11 1 0,0-4 1 0,4-3 1 16,-1-5 0-16,0-2 0 0,-1 0-1 0,0 0-2 15,-3 2 1-15,0 0 0 0,-3 3-1 0,1 2 1 16,-2 6 1-16,-3 1-2 0,-1 1 1 0,-3 6 0 16,2 1 0-16,0 3 1 0,-4 4 0 0,1 3 2 15,-1 3 7-15,-1 4 2 0,0 5 2 16,-1 1 0-16,-1 2 1 0,2 0-2 0,0 4-7 16,3 0-2-16,-1-1-3 0,0 1-2 0,2-2 1 15,0 1-1-15,2-5-1 0,2-2 2 0,1-4-1 16,1-3-1-16,2-4 2 0,3-5-1 15,0-7 0-15,0-3 1 0,4-5 1 0,-3-3-1 16,1-1 0-16,-1-2 0 0,-1-2 2 0,0 3-2 16,-1 1 0-16,-1-2 1 0,-4 5 2 0,0-1 0 15,0 5-2-15,-1 3 0 0,-4-2 0 16,2 4 0-16,-3 2-1 0,1 4 1 0,-1 1 1 16,0 3 0-16,-1 3 0 0,-1 3-2 0,3 1 2 15,-3 5-3-15,1-1 0 0,-1 1-1 16,4 3-1-16,-1-1-1 0,1 0-2 0,3 0-17 15,-1-2-61-15,2 3-70 0,1-8-116 16,-1 1-205-16,4-2-311 0,-1-3-343 0,4-1-269 0,-2-4-127 16,4-4 382-16,-1-3 649 0</inkml:trace>
  <inkml:trace contextRef="#ctx0" brushRef="#br0" timeOffset="42511.61">26483 2927 85 0,'5'6'688'0,"-2"5"549"0,-1 2 200 16,-1 1-97-16,-1 6-395 0,3-1-361 0,-3 5-190 15,5 2-119-15,-4 1-86 0,2 3-76 0,2-1-47 16,3 2-30-16,0-4-16 0,5 0-9 16,-2-6-5-16,3-3-3 0,0-4-2 0,-1-6-1 15,4-2 0-15,-1-4 0 0,-3-7-1 0,1-2-1 16,0-8 0-16,-2-5 1 0,-2-1-2 16,0-6 0-16,-4-1 2 0,-1-3 3 0,-2 0 1 15,-3-3 0-15,-1-3 3 0,-2-1 6 0,-2-4 6 16,-3-1 7-16,0 1 8 0,-5 2 10 0,0 4 8 15,-4 4 0-15,1 6-1 0,-3 5-8 0,1 4-7 16,-2 6-9-16,0 6-8 0,0 5-8 16,2 4-6-16,-1 5-3 0,5 6-3 0,-3 0-5 15,0 5-12-15,4 3-18 0,0 3-41 0,0 1-79 16,0 0-99-16,4 2-183 0,-5-1-293 0,3 2-336 16,-1-4-341-16,0 0-156 0,1 1 228 15,-5-2 701-15</inkml:trace>
  <inkml:trace contextRef="#ctx0" brushRef="#br0" timeOffset="43609.08">19486 3994 121 0,'-20'-3'675'0,"-2"3"441"0,4 0 133 0,0-1-107 16,2 1-366-16,3 1-252 0,4-1-99 0,0 1-72 16,2 1-57-16,2 0-50 0,0-2-53 15,2 0-67-15,2 0-53 0,1 2-39 0,0 1-19 16,3-1-8-16,2 6-3 0,5 1 0 16,2 1 0-16,2 5 7 0,3 0 4 0,4 3-4 15,-1 2-2-15,4-1-3 0,0-1 1 0,1 1-1 16,2 0-1-16,-3-1 0 0,3-2 0 15,-4 0 4-15,2 0 2 0,-1-1-1 0,-3-3 0 16,-1 1-1-16,1-2 0 0,-7 0-7 16,3-1-4-16,-2 0-3 0,-4-1-17 0,1-1-52 15,-4-1-70-15,-3-1-96 0,0-1-174 0,-2-1-304 16,0 1-328-16,-1-4-289 0,-2-1-166 0,0 0 223 16,-5-3 642-16</inkml:trace>
  <inkml:trace contextRef="#ctx0" brushRef="#br0" timeOffset="43905.91">19904 4146 144 0,'12'0'485'0,"-2"0"294"0,1 5 224 0,2-3-85 16,0 6-241-16,1-2-164 0,-2 3-111 16,1 0-91-16,3-1-86 0,1 3-36 0,-3 0-45 15,4 0-28-15,-2-1-23 0,2 3 80 0,-1-1 31 16,-2 0-18-16,1 0 0 0,-3-1-9 15,-4 0-2-15,1 2-62 0,-5-1-27 0,-1-1-12 16,-2 3-19-16,-7 0-11 0,0 1-12 16,-6 3-8-16,0-1-11 0,-6 2-8 0,-4 2-3 15,2-2-3-15,-3 1-2 0,0-1 0 0,1 1-2 16,2-5-4-16,1 1-23 0,3-4-72 0,2-2-79 16,3-1-149-16,0-3-280 0,3-2-327 15,4-4-362-15,5 3-225 0,1-3 60 0,5 0 632 16</inkml:trace>
  <inkml:trace contextRef="#ctx0" brushRef="#br0" timeOffset="44559.46">20402 4542 365 0,'6'-3'708'0,"1"0"239"0,-4 3 40 0,0-2-279 16,2 2-194-16,0-2-135 0,2 2-85 0,0 0-48 15,1 0-10-15,1 0-15 0,4-3-19 0,1 3-28 16,0 0 32-16,2 0 20 0,3 0-12 16,-1 0-32-16,0 3-33 0,3-3-25 15,-3 0-37-15,0 2-29 0,-2 0-15 0,1 2-7 16,-4 1 0-16,0-1 2 0,-4 1 0 0,-1 2-1 15,-2 2-1-15,-3 2 6 0,-3 2-4 0,-3 4-2 16,-3 1-9-16,-3 3-3 0,-3 2-4 16,-3 3-6-16,-3 3-4 0,-1 0-4 0,-2 2 0 15,1 0-3-15,-2 3 0 0,3-5-1 16,0 3-1-16,4-4-1 0,0-1-1 0,3-3-1 16,2-1-2-16,4-4 0 0,1-1 0 0,3-1-1 15,2-2 0-15,3-2-1 0,4-2 0 0,3-3-4 16,2 1-17-16,2-7-47 0,5-2-72 15,2-5-77-15,3-2-135 0,2-5-207 0,1-4-317 16,3 0-284-16,4-4-200 0,-3-3-53 16,6 1 430-16,-2-1 553 0</inkml:trace>
  <inkml:trace contextRef="#ctx0" brushRef="#br0" timeOffset="44908.03">21125 4699 255 0,'4'-13'828'15,"-4"0"389"-15,-4 6 66 0,-6 2-142 16,-2 5-321-16,-5 4-260 0,-3 3-151 0,0 5-82 15,-3 5-66-15,0 2-76 0,-1 3-64 0,2 3-38 16,4 0-23-16,1 2-17 0,4 1-14 16,4-3-9-16,1-1-10 0,5-2-7 0,3-2-2 15,3-4-2-15,5-4-2 0,1-1 0 16,6-9 2-16,4-4 0 0,1-8 0 0,2-3 1 16,4-6 0-16,0-5 0 0,5-3-2 0,-3-2 0 15,-1 0 0-15,-2-2-1 0,-3 6 1 16,-3 1 1-16,-4 3 2 0,-1 6 3 0,-6 2 0 15,-2 2 0-15,-3 7 0 0,-3-1-1 0,0 5-1 16,-4 5-1-16,-3 3 0 0,-1 5 1 16,-3 2-2-16,0 7 1 0,1-1 1 0,-2 7-2 15,2 0-2-15,4 4 0 0,0 0 0 0,2-2-5 16,4 2-14-16,2-3-51 0,1-4-74 16,4-5-99-16,1-3-173 0,1-7-302 0,5-3-340 15,1-7-305-15,2-9-163 0,2-2 223 16,-2-7 650-16</inkml:trace>
  <inkml:trace contextRef="#ctx0" brushRef="#br0" timeOffset="45175.87">21513 4492 49 0,'2'-25'640'0,"-4"2"589"16,0 4 255-16,-3 4-117 0,-2 4-393 0,3 4-390 16,-3 4-201-16,2 0-132 0,-1 3-92 0,2 6-74 15,0 0-39-15,4 3-23 0,0 2-12 0,4 3-8 16,0 1-2-16,2 3 0 0,2 2 0 15,4-1 1-15,-2 4-1 0,3-1 2 16,-2 2-2-16,5-1 3 0,-3 1-2 0,1-1 1 16,-1 3-2-16,-4 0-1 0,0-1 1 0,-1 3 1 15,-3 3-1-15,-1-1-1 0,-4 3 3 0,-2 0-1 16,-3 3 1-16,-1-2 1 0,-4 2-2 16,-1-1 1-16,-2 0-2 0,-1-2-1 0,3-2-2 15,-3-3-1-15,3-4 0 0,1-3-13 16,0-6-51-16,3-3-65 0,2-5-65 0,1-7-118 15,0-8-184-15,6-5-313 0,1-7-255 0,4-6-204 16,1-3-94-16,2-8 333 0,3 0 533 0</inkml:trace>
  <inkml:trace contextRef="#ctx0" brushRef="#br0" timeOffset="45392.87">21942 4185 89 0,'9'-14'689'0,"-4"7"498"0,-2 7 180 15,-3 4-45-15,-3 7-367 0,0 5-346 0,-2 5-187 16,-2 8-104-16,0 2-76 0,-1 7-82 16,0 5-54-16,3 3-33 0,-1 2-21 0,2 2-11 15,4 3-13-15,0 0-9 0,1-3-8 0,6-2-6 16,2-2-3-16,0-5-3 0,4-5-13 16,1-1-26-16,2-7-71 0,-2-2-73 0,-1-4-138 15,-1-4-242-15,-2-2-318 0,-2-3-349 16,-3-1-235-16,-1-6-57 0,-4-3 530 0</inkml:trace>
  <inkml:trace contextRef="#ctx0" brushRef="#br0" timeOffset="45610.05">21813 4636 27 0,'1'-19'591'15,"1"-1"497"-15,-1 2 178 0,1 0-98 16,2 2-264-16,1-1-326 0,2 0-165 0,-1 4-89 15,2-1-52-15,3 0-47 0,-2 3-63 0,5-1-66 16,2 1-45-16,3 3-25 0,0-2-13 16,3 3-5-16,2 1-6 0,1 0-2 0,-2 3-44 15,2 3-68-15,-1 0-88 0,-4 0-162 0,-1 5-289 16,0-1-333-16,-3 4-301 0,1-1-183 16,-4 2 169-16,1 2 619 0</inkml:trace>
  <inkml:trace contextRef="#ctx0" brushRef="#br0" timeOffset="45858.79">22347 4752 10 0,'8'33'479'0,"1"-1"427"16,-1 0 223-16,1-2-39 0,1-3-318 0,-2-4-314 15,3-4-195-15,-1-4-101 0,1-2-49 0,1-8-25 16,-1-2-27-16,3-8-19 0,-2-2-13 16,0-8-13-16,2-1-5 0,-2-5-1 0,2-3-4 15,-5-4-3-15,-1 2 2 0,-3-1 8 0,3 0 11 16,-7 0 18-16,-2 4 33 0,-4 1 23 15,1 1 24-15,-5 2 12 0,-2 0-3 0,0 3-14 16,-1 3-28-16,-6 2-21 0,2 5-28 16,-2 6-23-16,1 6-9 0,-1 3-8 0,2 4-5 15,0 4-30-15,3 3-46 0,3 2-69 0,1 2-163 16,3 2-269-16,3 2-297 0,4 0-279 0,3 2-199 16,0 0 115-16,6 0 567 0</inkml:trace>
  <inkml:trace contextRef="#ctx0" brushRef="#br0" timeOffset="46425.67">22993 4411 6 0,'-7'-6'450'0,"2"4"447"0,0-5 280 0,0 3-20 16,4-2-342-16,-3 4-308 0,1 0-191 16,3-2-125-16,-1 2-74 0,1-1-40 0,1 1-8 15,1 2 35-15,1 0 52 0,2 2 38 16,1 3 12-16,-1 3 12 0,4 2-20 0,-2 4-43 16,-1 2-49-16,2 5-38 0,0 2-21 0,-2 0-21 15,1 3-11-15,-3 2-4 0,0 0-5 16,0-1-2-16,0 3 1 0,-2-2-1 0,2-2 0 15,-3 2-1-15,-1-1 1 0,2-3 8 16,-2 0 3-16,-2-3 2 0,2 0 2 0,-1-1 1 16,-3-4-1-16,0 1-6 0,-1-3-5 0,2-1-1 15,-3 0-4-15,1-1 0 0,-2-3-1 16,-2 2-2-16,3-4 2 0,-2 2-3 0,0-3 0 16,-1 0 0-16,0-1-3 0,1-2-12 15,-1-2-36-15,3-1-64 0,-1-1-56 0,3-5-64 16,-3-2-109-16,4-3-152 0,-1-2-192 15,2-2-215-15,1-2-218 0,2-2-155 0,1 0 162 0,2-1 443 16</inkml:trace>
  <inkml:trace contextRef="#ctx0" brushRef="#br0" timeOffset="46725.68">23174 4636 372 0,'19'6'769'0,"-1"6"308"15,-3 1 65-15,0 4-294 0,-2 4-287 16,1 2-172-16,-1 2-96 0,2 2-40 0,-1 2-23 15,0-2-26-15,2 1-27 0,-2-4-27 16,2-1-28-16,0-5-43 0,1-5-35 0,2-5-21 0,-5-4-8 16,5-5-3-16,-5-5-5 0,4-6-1 15,-4-5 1-15,-3-4 16 0,2-4 25 16,-5-4 19-16,-2-1 12 0,-3-1 6 0,-6-3 2 16,-2 3-14-16,-3 3-18 0,-1-2-15 0,-7 3-9 15,0 4-7-15,-3-1-5 0,0 6-3 16,2 4-6-16,-2 1-4 0,1 5-2 0,3 4-5 15,0 4-1-15,1 4-2 0,5 0 0 0,2 7-1 16,1 1-16-16,3 1-45 0,3 3-72 0,3 0-83 16,3 3-164-16,1 0-300 0,2 2-323 15,7 0-290-15,-2 2-171 0,7 1 151 0,-4-2 627 16</inkml:trace>
  <inkml:trace contextRef="#ctx0" brushRef="#br0" timeOffset="47809.72">23689 4492 313 0,'3'-6'619'0,"1"-1"227"15,-3 2 95-15,2-2-262 0,-1 1-177 16,-1 2-111-16,1-2-69 0,-1-1-37 0,3 3-34 16,-4-1-45-16,1 2-55 0,-1 2-45 0,0 1-28 15,0-2-7-15,2 2 4 0,-1 0 18 0,-1 0 34 16,0 2 36-16,2 1 33 0,-2-1-1 15,0 4-18-15,0-1-26 0,0 1-35 16,-2 0-35-16,2 2-30 0,0-1-14 0,0-1-10 16,0 2-5-16,0-3-2 0,0 0-4 0,-1 0-7 15,1-2-6-15,0 0-1 0,0-2-2 0,0 2-2 16,1-3 1-16,-1 2 0 0,0-2-1 16,0 0 1-16,2-2 2 0,-2 0 1 0,2 0 2 15,-1-3 1-15,1 1 1 0,0-1-1 16,-1-1-2-16,1 1 0 0,-1 0-3 0,2 0-2 15,-1 3 4-15,-2 0-2 0,1-1-2 0,1 3 2 16,-1 1 0-16,3 3 0 0,-1 2-3 16,2 4 2-16,0 3 2 0,-1 3 2 0,5 7 8 15,-2 4 6-15,1 2 3 0,0 5 2 16,3 3 0-16,-2 3-2 0,-1 1-9 0,5 0-3 16,-4-2-4-16,3-1-2 0,0-6-1 0,-1-1-3 15,3-6 0-15,-1-3 0 0,1-8 0 0,0-5 1 16,-1-4 1-16,1-8 2 0,-1-8-1 15,3-6-1-15,-3-6 3 0,-1-5-2 0,-1-2-1 16,2-2 0-16,-1 0 5 0,-4 2 1 16,2 2 1-16,-1 0 1 0,-1 6 0 0,-1 5-2 15,-2 0-1-15,2 4-1 0,-2 5 0 0,0 0 0 16,-1 5 0-16,1 0 1 0,0 3 0 16,0 2 0-16,1-1-1 0,-1 1 1 0,-4 1 1 15,3-2-1-15,-3 0-1 0,1 1 0 0,-1-4 1 16,1 0 0-16,-2-3 1 0,0-6 3 15,0 0 5-15,0-4 7 0,-2-1 4 0,-1-3 5 16,-2 0 4-16,0-1-1 0,-4-1-4 0,1 0-6 16,-1-1-6-16,1 0-5 0,-5 1-5 0,4 2-3 15,1 0-1-15,-3 3-2 0,4 0-1 16,-1 3-1-16,4 2 0 0,-2 3-2 0,1-2-1 16,3 4-1-16,1 2-1 0,2 1-4 15,4 1-7-15,1 4-12 0,0 2-23 0,4 2-52 16,0 3-73-16,4 2-70 0,-1 1-107 0,0 1-162 15,4 0-247-15,0 3-255 0,-1 2-189 16,4-2-147-16,0 3 198 0,0 0 503 0</inkml:trace>
  <inkml:trace contextRef="#ctx0" brushRef="#br0" timeOffset="48143.03">24529 4543 179 0,'4'-7'807'0,"-5"3"585"16,-4 1 166-16,1 2-225 0,-5 0-479 0,-2 2-315 15,-3 3-164-15,0 0-128 0,-3 5-94 0,1 0-52 16,-5 4-27-16,2 2-19 0,3 5-10 16,-2 1-6-16,1 3-8 0,4 0-5 0,0 2-7 15,5-3-4-15,0 1-6 0,7-4-6 16,1-2-1-16,4-5-2 0,4-5-2 0,1-5 0 16,6-6-1-16,2-8 1 0,2-3-1 0,0-11 0 15,5-2-1-15,-1-2 1 0,3-5 1 0,-5 1 1 16,0 1 1-16,-2 4 2 0,-4 1-1 15,0 3 2-15,-3 5-1 0,-4 4 1 0,-2 2-1 16,2 2 1-16,-5 4-1 0,-2 4 0 0,3 3-1 16,-4 3-2-16,-4 4 0 0,4 5 0 15,-3 3-2-15,2 3 1 0,-3 2 0 0,2 2 1 16,2 2-3-16,2 0-11 0,2 3-22 16,0-2-53-16,1 0-78 0,2 0-133 0,1-3-245 15,2 0-309-15,2-3-368 0,2 2-312 16,0-6-74-16,2-2 533 0</inkml:trace>
  <inkml:trace contextRef="#ctx0" brushRef="#br0" timeOffset="48908.83">24968 4732 29 0,'-2'12'478'0,"1"3"417"0,-1-4 229 0,1-2-36 16,-2 0-369-16,3-5-280 0,3-3-164 15,-2-2-104-15,2-3-49 0,1-5-22 0,2-3-10 16,1-4-11-16,1-6 8 0,2-2 41 16,3-4 54-16,3-2 35 0,-2-3 14 0,3 0-8 15,-2-1-23-15,0 2-43 0,2 2-49 0,-4 2-37 16,0 5-27-16,0 5-13 0,-4 1-8 15,-2 7-2-15,-1 3 0 0,3 7 1 0,-4 2 1 16,0 6 6-16,-2 4-2 0,2 4-5 16,-2 2-4-16,2 5-2 0,-2 1-1 0,3 0-5 15,-1 3-4-15,1-2-1 0,1 0-2 0,-1 0-1 16,3-1-1-16,-1-2-1 0,1-3 0 0,1-3-1 16,1-3 0-16,-1-4 0 0,6-3 1 15,-3-6-2-15,4-4 0 0,-3-7 1 16,3-5 0-16,1-6 1 0,1-2 0 0,0-2 0 15,0-5 0-15,0 0 0 0,-2 2 0 0,2 1-2 16,-2 2 0-16,-2 2 1 0,0 5-1 0,-3 4 2 16,-1 4 0-16,0 3 1 0,-3 5 0 15,-2 4 2-15,0 5-1 0,-1 5 0 0,1 2 1 16,-3 4-2-16,1 2 0 0,-3 2 0 0,2 2 1 16,1 0-2-16,-1-2 0 0,2-1-1 15,2-2-1-15,1-2-3 0,4-6-14 0,0-3-39 16,1-3-72-16,1-8-64 0,-1-3-96 0,-1-3-131 15,4-6-156-15,-2-2-131 0,2 0-50 16,-2-2-51-16,2 1 56 0,-2 2 186 0,0 3 257 16,-2 5 241-16,2 0 234 0,-5 7 218 0,3 4 161 15,-3 4 46-15,-1 3-34 0,-2 6-70 0,-1 4-95 16,-2 3-103-16,0 5-92 0,2 2-73 16,-4 3-40-16,2 1-35 0,-1 0-19 15,1-1-16-15,1 1-14 0,-1-4-39 0,2-3-136 16,-2-4-207-16,2-5-283 0,1-3-269 0,-2-7-248 15,1-6-52-15,2-5 409 0</inkml:trace>
  <inkml:trace contextRef="#ctx0" brushRef="#br0" timeOffset="49092.57">25998 4023 459 0,'-7'-21'1243'15,"-2"6"393"-15,-1 7-185 0,-1 7-355 16,3 5-468-16,-3 5-237 0,3 7-167 0,2 1-99 15,-1 7-52-15,6 1-29 0,1 6-20 0,1 2-8 16,6 0-8-16,1 3-4 0,4 0-4 16,1 0-25-16,4 0-78 0,1-2-88 0,2 0-179 15,1-3-285-15,1-4-339 0,4 0-371 16,-3-5-185-16,2-1 174 0,-1-3 705 0</inkml:trace>
  <inkml:trace contextRef="#ctx0" brushRef="#br0" timeOffset="49408.71">26442 4489 94 0,'3'-10'979'0,"-2"3"746"16,-5-1-55-16,-2 3-351 0,-2 0-433 0,-4 2-346 16,0-1-238-16,-1 3-110 0,-1 2-59 0,1 3-35 15,-3 2-26-15,2 1-20 0,1 3-15 16,0 4-10-16,1-1-7 0,3 1-5 0,0 0-5 16,2 0-4-16,4 0-3 0,1 1-1 0,2-3-1 15,2-2-2-15,1-1 0 0,4-3-1 16,2-1-1-16,0-5-1 0,3-3 0 0,0-4-3 15,2-1-2-15,0-2-2 0,-1-1-2 0,2 2 1 16,-1 0-1-16,-1 5 3 0,-3 2 3 0,1 6 4 16,-1 5 2-16,1 5 2 0,-2 5 1 15,0 6 0-15,0 3 1 0,0 4 0 0,1 3-1 16,1 1-2-16,0-1 0 0,0-1-1 0,2-1-6 16,-4-3-10-16,2-4-15 0,-1 2-23 15,-2-7-58-15,-5 0-83 0,-2-5-154 0,-2-4-271 16,-1-3-324-16,1-4-396 0,-4-3-312 15,-4-4 21-15,-1-4 726 0</inkml:trace>
  <inkml:trace contextRef="#ctx0" brushRef="#br0" timeOffset="50309.2">18193 4654 419 0,'0'-7'855'0,"0"-1"315"16,-2 4 9-16,2-1-314 0,0 3-220 16,0-2-102-16,0 3-104 0,0 1-81 0,0 0-58 15,0 1-45-15,2 3-69 0,0 3-59 0,-1 6-31 16,3 6-16-16,0 7-7 0,1 6-7 0,2 7-5 15,0 8-7-15,1 8-9 0,2 5-6 16,1 6-7-16,0 3-3 0,0 1-6 0,3 3-5 16,-1 1-3-16,-1 0-3 0,1-1-3 15,-2-4-3-15,3-2-2 0,-2-2-2 0,1-6-3 16,-1-8 0-16,-1-2-2 0,1-6 0 0,-2-8-1 16,-2-3 0-16,0-7-1 0,-4-5-3 0,1-4-5 15,-2-5-8-15,-3-4-13 0,-1-3-19 16,-2-8-37-16,-5-5-70 0,-3-4-71 0,0-5-104 15,-5-3-149-15,0-3-229 0,-3-2-294 16,3-2-205-16,-3-1-168 0,2-2 151 0,-4 1 486 16</inkml:trace>
  <inkml:trace contextRef="#ctx0" brushRef="#br0" timeOffset="50602.6">18184 5482 189 0,'4'10'571'0,"-1"4"322"0,1 4 173 16,1 3-139-16,3 6-276 0,0 4-189 15,2 2-109-15,3 5-47 0,4 3-3 16,-1 1-5-16,3-1-28 0,2 3-22 0,-2 0-24 16,1-2-36-16,1 0-55 0,0-5-45 0,-3-1-28 15,4-4-18-15,-1-4-16 0,1-3-11 16,2-5-4-16,-3-3-4 0,2-5-5 0,-1-5-1 16,-1-5-1-16,-2-4 0 0,0-7 0 0,-2-5 2 15,1-6 2-15,-4-6 1 0,2-5 2 0,-3-6 0 16,-1-4 1-16,-1-6-2 0,-1-2-2 15,-1-4-2-15,-3-1-1 0,-1-2-4 0,2-3-3 16,-3 0-29-16,2 2-75 0,-3 3-104 16,2 4-199-16,-1 7-287 0,-1 6-346 0,0 8-360 15,-1 4-163-15,-1 8 309 0,1 10 713 0</inkml:trace>
  <inkml:trace contextRef="#ctx0" brushRef="#br0" timeOffset="53158.69">19063 6938 44 0,'1'-4'470'0,"-1"-3"377"0,-3 1 236 0,0-2 24 16,-2 2-363-16,-1-1-250 0,1-1-136 0,-1 1-43 16,0 1 2-16,-1-1-10 0,-2 3-21 15,3-1-29-15,-1 3-32 0,-3 2-54 0,1 0-56 16,0 5-45-16,-1 1-25 0,-2 2-16 15,1 4-12-15,1 3-3 0,-1 5-1 0,1 2 1 16,-1 5 4-16,2 3-1 0,3 6 0 0,-1 6 0 16,1 0-5-16,3 4-3 0,-2 3-5 15,4-3-2-15,2-2-1 0,2 1-3 0,0-8 0 16,4-5-1-16,-1-5-1 0,4-5 0 16,2-5 1-16,-1-5 0 0,3-7 1 0,-1-5 1 15,3-5 1-15,-3-7 0 0,-1-5 1 0,2-8-1 16,-1-4 1-16,1-7 0 0,-1-3 0 0,-2-2 1 15,2 0-1-15,-2-3 0 0,0 3 1 16,-3 1-1-16,-2 3 2 0,1 3-2 0,-3 5 2 16,1 2 0-16,-4 4-2 0,-1 4 2 15,3 1-1-15,-3 3 3 0,0 1 2 0,0 3 0 16,-1 3 3-16,-1 0 0 0,2 2 0 0,0 2-2 16,-1-1 0-16,1 3 0 0,0 0-3 15,0 0 0-15,0 0-2 0,0 2 1 0,0 0-1 16,-3 0-1-16,1 0 1 0,2 2-1 0,0 4 0 15,-1 2-1-15,1-1 2 0,0 5 0 0,0 2-1 16,0 1-1-16,1 3 2 0,4 3-1 16,-4 0 0-16,4 2 1 0,0 5-1 0,1 0 1 15,-1 4 0-15,3 2 1 0,-4 1-1 16,3 2-1-16,-2 1 1 0,0 2 1 0,-2 1-1 16,0-1 1-16,0 2 1 0,-2 3 6 0,-2-1 0 15,-4 2 3-15,2-1 0 0,-5 2 0 16,0 0-3-16,-3 0-5 0,2 3-2 0,-3-4-1 15,-1 1-1-15,0-3-1 0,-3-1 0 0,2-3 0 16,-2-2-1-16,3-5 1 0,0-5-1 16,1-4 1-16,-1-5 0 0,2-3-1 0,0-7-1 15,-2-7 0-15,-1-8 1 0,3-7-2 0,-1-10 0 16,0-6-1-16,0-8 0 0,-1-7-2 16,4-4-1-16,1-4-4 0,0 0-10 0,5 0-22 15,1-3-59-15,2 5-69 0,0-2-98 16,3 2-158-16,2 6-270 0,3 1-321 0,0 4-255 15,2 1-175-15,0 4 155 0,1 2 568 0</inkml:trace>
  <inkml:trace contextRef="#ctx0" brushRef="#br0" timeOffset="53793.66">19555 6820 108 0,'0'-17'672'0,"-4"0"460"15,-2 3 143-15,-2 1-69 0,0 2-317 0,-1 4-278 16,-2 1-173-16,1 3-102 0,-1 1-69 16,-3 6-68-16,3 1-83 0,0 4-49 0,-2 4-26 15,4 4-13-15,-4 6-6 0,5 4-4 16,0 6-1-16,2 6-3 0,-1 5-2 0,3 6-1 15,-1 1-2-15,5 3-3 0,0-4-3 0,5-4-3 16,3-5-2-16,0-5-1 0,4-8-1 16,2-6-1-16,-1-9 1 0,4-7 1 0,-2-9 3 15,0-11 0-15,2-8 0 0,-2-10 0 16,0-7 0-16,0-6-2 0,-2-6-1 0,-1-3 1 16,0 1 2-16,-3-3 0 0,-2 0 2 0,-1 1 1 15,-5 3 2-15,1-1 0 0,-4 1-1 0,1 3-2 16,-3 3 2-16,-2 4-1 0,2 6-1 15,-1 6 1-15,0 6 0 0,0 6 0 0,0 7 1 16,1 7-3-16,1 8 0 0,0 7 1 16,1 9-1-16,2 8 0 0,2 5 0 0,-1 7-1 15,2 3 0-15,3 7 1 0,-1 1 0 0,2 2 2 16,-3 1-1-16,4 0 2 0,2-3 2 0,-2-2-3 16,3-4-1-16,1-6-3 0,3-5-2 15,0-11-1-15,5-7-2 0,-2-6 2 0,3-12 0 16,0-7 1-16,1-8 3 0,0-6 0 15,-2-6 0-15,2-2-1 0,0-1 0 0,-4 1 1 16,2 2 0-16,-2 3-1 0,-4 4 2 0,-3 5 0 16,2 2-1-16,-4 5 1 0,-2 4 1 15,0 5-1-15,-2 5 2 0,0 3 1 0,-2 9 0 16,-3 3 1-16,0 5 0 0,0 7 0 0,-1 1-2 16,1 5-1-16,-4 1-2 0,4 3-1 15,0-1-3-15,0 1 1 0,2-2-5 0,0-3-31 16,1-5-76-16,0-3-86 0,0-6-161 0,0-7-291 15,-1-7-337-15,4-4-361 0,-3-9-192 16,4-6 142-16,-3-9 670 0</inkml:trace>
  <inkml:trace contextRef="#ctx0" brushRef="#br0" timeOffset="53988.6">20053 6661 205 0,'-7'-46'777'0,"1"3"406"15,-5 7 73-15,5 7-144 0,-2 3-351 0,1 5-258 16,-2 6-158-16,3 5-84 0,-1 4-57 0,2 5-60 15,-1 5-65-15,0 5-40 0,3 4-19 16,0 4-11-16,1 5-12 0,0 2-46 16,2 3-54-16,0 3-62 0,0 2-136 0,4 1-207 15,-3 0-311-15,4-1-257 0,1 3-214 0,0-1-33 16,4 2 437-16</inkml:trace>
  <inkml:trace contextRef="#ctx0" brushRef="#br0" timeOffset="54232.49">20405 7258 158 0,'19'2'534'0,"-2"-4"330"0,0-7 212 16,-5-4-114-16,-1-4-275 0,-3-5-181 15,1-3-69-15,-2-3 7 0,-2 0-39 0,-4-2-50 16,-1 4-50-16,-1-2-43 0,-6-1-62 0,1 2-72 16,-7 0-41-16,4 3-23 0,-7 3-10 15,2 5-8-15,-3 2-7 0,-3 6-6 0,0 5-4 16,-1 7-4-16,1 5-3 0,-1 7-1 15,2 5-2-15,3 7-1 0,2 3-3 0,5 3-4 0,2 7-5 16,2 0-4-16,4 6-2 0,2 2-1 16,4-2-3-16,3 0-1 0,5-3-11 0,1-1-25 15,6-4-81-15,0-5-115 0,5-4-229 16,2-6-300-16,1-3-369 0,4-5-432 0,1-3-146 16,2-6 461-16,1-1 796 0</inkml:trace>
  <inkml:trace contextRef="#ctx0" brushRef="#br0" timeOffset="56825.23">21401 6750 189 0,'0'-6'467'16,"0"1"249"-16,0 0 190 0,-1 0-123 0,-1 0-160 15,0 0-102-15,2 3-76 0,-1-2-73 0,1 2-63 16,-2 2-51-16,2-2-25 0,0 2-4 16,0 0 5-16,0 0-2 0,0 0-24 0,0 0-29 15,0 0-46-15,2 2-40 0,-2 4-33 16,0 3-20-16,-2 3-11 0,2 4-7 0,0 5-1 16,0 1-3-16,0 6-5 0,0 0-5 15,0 1-1-15,0 2-1 0,0-1-2 0,0-1-2 16,2-2 1-16,-1-4-2 0,4-3 0 15,-2-1-1-15,2-3 0 0,2-5 0 0,2 0-3 16,0-3 1-16,1-5-1 0,6-3-1 0,-3-1-2 16,2-5 3-16,3-4 0 0,1-4 2 0,-2 1 1 15,4-3 1-15,-3-2 1 0,0-3 0 16,-1 1-1-16,-1-1 0 0,2 0 1 0,-6 0 6 16,1 2 1-16,-4 2 3 0,-1 1 4 0,-2 1 6 15,-1 2 0-15,-3 3-3 0,-2 1-2 0,-2 3-4 16,-3 0-4-16,-1 3-5 0,-2 2-2 15,0 2-5-15,-1 2-1 0,-2 2-11 0,0 1-42 16,0 0-76-16,0 1-92 0,3-1-177 0,-2-1-296 16,3-3-337-16,2 0-323 0,1-4-159 15,1-2 211-15,5-4 666 0</inkml:trace>
  <inkml:trace contextRef="#ctx0" brushRef="#br0" timeOffset="57306.92">21790 6634 55 0,'3'8'638'0,"0"3"490"16,-4 0 143-16,-1 3-110 0,1 2-265 0,-1 3-310 16,2 3-162-16,-3 2-85 0,3 3-51 15,0 1-49-15,0 2-72 0,0 0-68 0,5 2-39 16,-2-2-24-16,2-3-14 0,1-4-7 0,2 0-6 16,1-3-5-16,3-4-3 0,0-4-1 15,2-3-1-15,1-4 0 0,0-7-1 0,3-2 1 16,-1-7 1-16,-1-4-2 0,3-5-1 0,-2-2 1 15,-1-1 0-15,0-4 1 0,-2-1 0 16,-1 1 1-16,-4-2 0 0,1 2 2 0,-2 4 0 16,-1-2 0-16,-3 4-1 0,-1 2 2 0,-1 3-1 15,-1 3 1-15,-1 3 0 0,0 4 0 16,-1 3-2-16,-1 3 0 0,0 4-3 0,-1 3 0 16,1 8-1-16,-1 0-2 0,2 4 2 15,-4 5 2-15,5 5 2 0,-1-1 0 0,1 7 3 16,1 0 0-16,1 7 2 0,1-1-2 0,-2 4-1 15,2 2 1-15,-3 1-2 0,2 2 1 16,0-1-3-16,-1 0 0 0,-2-1-1 0,-1 0 0 16,0-1 2-16,-1-4-1 0,-3-3 0 0,2-1 1 15,-4-5 2-15,-2-4-3 0,-1-3 0 16,-2-5 0-16,-1-4 0 0,0-4-1 0,-3-7-1 16,2-3-2-16,-2-10-13 0,1-3-34 0,-1-4-59 15,2-6-60-15,1-5-83 0,3-5-140 16,1-4-201-16,1-3-280 0,5-3-234 0,4-2-203 15,0-3 7-15,4-1 428 0,4-3 487 16</inkml:trace>
  <inkml:trace contextRef="#ctx0" brushRef="#br0" timeOffset="57812.6">22293 6228 55 0,'6'-23'499'15,"-2"2"391"-15,-3 3 235 0,-1 0 0 0,0 2-375 16,0 2-256-16,0 0-125 0,-1 4-40 16,1 1-12-16,0 2-20 0,0 2-27 0,0-1-32 15,1 3-43-15,-1 2-54 0,0-1-52 16,2 4-29-16,-2-1-18 0,1 5-7 0,-1 2-1 16,0 2-2-16,0 2 2 0,0 3 0 0,-1 2-2 15,1 5 3-15,-2 2-1 0,1 3-1 0,1 3-2 16,-2 4 0-16,0 3 1 0,1 4-7 15,-1 2-2-15,1 2-4 0,1 1-2 0,-2 1-8 16,0-1-3-16,4-3-4 0,0 0-2 16,-1-6 0-16,4-4-2 0,1-6-1 0,2-3 0 15,2-6-1-15,-1-3-1 0,4-6-1 0,-1-6 2 16,1-4 1-16,1-8 2 0,2-4 1 0,0-6 1 16,-2-5 0-16,2-1 2 0,-2-4-1 15,0-1-1-15,1 1 1 0,-3-1-1 0,-1 5 1 16,-3 2-1-16,0 4 1 0,-3 4 1 15,0 2-1-15,-4 2 1 0,1 4 0 0,-1 0-1 16,-2 7-1-16,-1 0-1 0,-1 6 0 16,-2 4-1-16,-2 3 0 0,0 3 1 0,2 6-1 15,-3 0 0-15,2 5 0 0,-2 2-2 0,2 1 1 16,0 1-1-16,2 1 0 0,0-2 0 0,2-1 0 16,0-1 0-16,2-3-6 0,2-4-13 15,1-4-29-15,4-4-68 0,-1-5-75 0,2-5-118 16,1-5-181-16,4-4-303 0,-2-4-326 0,6-5-236 15,1-2-119-15,-1-6 318 0,4 1 595 16</inkml:trace>
  <inkml:trace contextRef="#ctx0" brushRef="#br0" timeOffset="58048.36">22789 6703 86 0,'10'13'552'0,"-1"3"418"0,-6 0 208 0,1 5-90 16,-3 1-351-16,3 0-245 0,-4 0-122 15,1 2-55-15,-1-1-32 0,3-2-29 0,-3-2-34 16,2-3-37-16,0-1-54 0,1-5-45 0,0-3-37 15,1-3-21-15,3-6-10 0,-2-6-5 16,-1-1 0-16,1-5-3 0,0-5-3 0,-1-2 0 16,1-2-2-16,-2-3 4 0,-3-1 13 0,-1-1 11 15,-2-2 6-15,-5 2 5 0,0 0 6 16,-3 2-2-16,-3 2-8 0,-1 4-10 0,-2 2-5 16,-1 5-5-16,0 3-6 0,2 5-6 0,-5 7-5 15,6 4-3-15,-1 2-2 0,2 6-2 16,2 2-30-16,3 3-72 0,2 0-83 0,3 0-157 15,2 2-289-15,7 1-334 0,-1-3-345 16,5 2-199-16,2-3 117 0,3 0 654 0</inkml:trace>
  <inkml:trace contextRef="#ctx0" brushRef="#br0" timeOffset="58857.73">22979 6691 362 0,'2'-10'752'16,"0"-1"276"-16,-2 1 60 0,1-1-267 0,1 1-266 15,-1-1-179-15,4 0-113 0,-4 3-64 16,2-1-55-16,-1 3-49 0,1 0-38 0,-1 2-22 15,1 0 20-15,2 3 68 0,1 2 61 16,2 3 29-16,-2 1 4 0,4 6 2 0,-2 2-31 16,1 3-56-16,1 4-48 0,-1 1-28 0,1 5-10 15,-1-3-13-15,-1 5-6 0,0-3-4 16,1 0-2-16,-1 1-1 0,-1-3-6 0,-1-1-4 16,2-2-4-16,-2-2-3 0,-1-3-1 15,-2-2-3-15,1-3 1 0,-1-1 0 0,-2-3 0 16,4-2 0-16,-5-4 1 0,1-2 1 0,-1-2-1 15,2-6-1-15,-1-1 0 0,-1-2 1 0,0 0-1 16,2-2-1-16,-2 0 1 0,2-2 0 16,-2 2 0-16,0 1-4 0,1 0 2 0,1 1-3 15,0-2-4-15,-1 1-10 0,2 2-12 16,2-1-14-16,-2-1-18 0,3 4-11 0,-1-1-7 16,0 2 4-16,1 0 14 0,-1 3 13 0,2 0 17 15,-2 3 14-15,2 0 9 0,-1 2 3 16,1 1 1-16,0 3 3 0,-2-2 0 0,3 4 2 15,-1 1 1-15,1 0 3 0,-2 1-1 0,0 0 0 16,0 1 2-16,-1 0-3 0,0 1 1 16,1 1-2-16,-3 0-15 0,0 2-59 0,-3-1-61 15,0 2-128-15,0 0-198 0,-1-3-304 0,-1 1-312 16,2-1-225-16,0-3-72 0,0-1 414 0,2-1 541 16</inkml:trace>
  <inkml:trace contextRef="#ctx0" brushRef="#br0" timeOffset="59357.77">23439 6691 96 0,'0'1'685'0,"-3"3"485"0,2 2 157 0,-3 3-71 15,1 4-333-15,0 1-333 0,1 1-177 16,1 4-103-16,1 1-72 0,0-1-73 0,1 1-71 16,4 1-39-16,0-4-24 0,1-1-14 0,4-1-9 15,1-4-5-15,2-1 0 0,1-6-1 0,0-1 0 16,3-6 0-16,-1-1-1 0,1-6-1 15,1-1 0-15,-1-4-1 0,1-2 1 0,-1-3-2 16,0-2 1-16,-2 1 0 0,-1 0 1 16,-1-3 0-16,-4 3 0 0,-2 1 0 0,0 1 0 15,-2 3 1-15,-2-1 2 0,0 3 0 0,-3 2 0 16,0 2 0-16,0 2 0 0,0 4 1 16,-3 1-2-16,3 3-2 0,-1 1-1 0,-3 3 1 15,3 3-2-15,-1 1-1 0,1 3 0 16,1 1 2-16,0 1 0 0,0 1 1 0,1 2 0 15,1 0 0-15,-1 2 0 0,3 0 1 0,-3 1 0 16,4 2 5-16,-2 2 4 0,2 0 2 16,1 3 1-16,-1 2 0 0,0 1 0 0,-1 5-2 15,1 1-4-15,0 5-2 0,3 0-1 0,-5 4 0 16,2 1-1-16,-4 3-2 0,3 3 0 16,-4 0 1-16,-2 3 5 0,-1 3 6 0,-2 0 3 15,-3 0 4-15,-1-1 6 0,-4 1 2 16,-3-3-3-16,0-5-5 0,-3-6-2 0,-1-4-3 0,-1-7-7 15,1-10-2-15,-2-8-4 0,2-7-3 16,2-9-1-16,-3-6-2 0,5-8-1 16,1-4-5-16,3-7-11 0,4-2-20 0,2-4-58 15,2-3-69-15,2-1-86 0,2-3-148 0,3 1-227 16,5-5-313-16,1 0-257 0,1 1-192 0,6-2 33 16,1-2 505-16</inkml:trace>
  <inkml:trace contextRef="#ctx0" brushRef="#br0" timeOffset="59706.61">23939 6550 85 0,'0'-30'721'0,"-1"4"687"15,-6 3 196-15,-3 5-239 0,0 3-434 0,-3 3-373 16,-3 4-186-16,2 4-147 0,-1 1-90 0,-2 9-50 16,2-1-30-16,0 7-20 0,4 1-14 15,0 3-9-15,5 2-5 0,1 4-2 0,3 1-3 16,4 1-1-16,1 4-2 0,5-3 0 0,3 1 1 15,0 2-4-15,4-1 1 0,0-2 0 16,2 0 1-16,3-3-1 0,-2-1 1 0,2-1 0 16,0-3 0-16,0 0 1 0,-2-4 0 15,1 2 0-15,0-2 2 0,-5-3 0 0,1 3-1 16,-1-2 1-16,-5-1-1 0,-1 2 0 16,-2 1 1-16,-1-1-1 0,-5-1 0 0,-2 4 1 15,-2-2 0-15,-2 4 0 0,-4 0-2 0,-1-1-3 16,-3 2-4-16,-1 0-5 0,1 1-8 15,0-2-18-15,0 0-39 0,3-4-62 0,-1-1-58 16,0-5-77-16,4-3-143 0,2-4-202 16,-1-4-275-16,6-5-213 0,-1-4-198 0,4-4 16 15,1-8 448-15</inkml:trace>
  <inkml:trace contextRef="#ctx0" brushRef="#br0" timeOffset="59923.87">24187 6001 554 0,'9'-29'1232'0,"-4"5"356"16,-1 8-149-16,-3 7-372 0,-1 6-427 0,-1 3-214 16,1 8-149-16,-4 2-96 0,3 8-57 15,-1 4-29-15,0 4-21 0,2 6-13 0,0 5-10 16,0 4-8-16,2 4-10 0,0 3-9 16,-1 6-8-16,3 1-7 0,0 2-6 0,1-1-3 15,0-1-4-15,1-4-5 0,-1-1-13 0,1-4-21 16,-3-4-58-16,2-4-77 0,-2-4-155 15,-3-4-274-15,2-4-321 0,-2-5-387 0,-2-5-305 16,-1-2-5-16,-2-7 706 0</inkml:trace>
  <inkml:trace contextRef="#ctx0" brushRef="#br0" timeOffset="60123.23">24157 6355 118 0,'0'-26'782'0,"-3"7"702"0,2 3 114 15,-1 4-284-15,0 2-457 0,1 2-357 16,1 3-186-16,0-1-148 0,1 5-81 0,4-1-39 16,3 2-21-16,1 0-8 0,3 0-7 0,3 0-5 15,1-2-2-15,5 1-2 0,1-2-39 16,-1 1-84-16,2 1-175 0,2 1-269 0,5 3-302 16,5 0-388-16,6 2-357 0,3-4 43 0,4-1 759 15</inkml:trace>
  <inkml:trace contextRef="#ctx0" brushRef="#br0" timeOffset="60873.6">24601 6528 357 0,'5'-14'707'0,"-2"-1"294"0,1 2 100 0,-3 0-287 16,2 3-233-16,-3 0-156 0,4 2-48 15,-4 2 10-15,2 2-20 0,-2 3-48 0,-2 1-43 16,-2 2-40-16,1 4-57 0,-2 5-69 0,2 2-45 16,-2 7-23-16,1 1-12 0,-4 6-7 15,3 3-9-15,2 1-6 0,0 3-2 0,1 1-4 16,1 1-2-16,1-2 0 0,1-5 1 0,2-1-1 15,1-5-3-15,0-3 2 0,2-4 0 16,1-5-2-16,1-4 2 0,0-6 1 0,4-4 2 16,-2-9 0-16,3-4 0 0,1-6 1 15,0-6-3-15,2-1 1 0,-2-2-1 0,3-1 1 16,-1-1 0-16,0 4 1 0,-3 2-2 0,1 4-1 16,-5 3 0-16,-1 3 0 0,2 5 0 15,-6 3 1-15,1 3 0 0,-2 5 3 0,1 5 0 16,-3 2 0-16,-1 6 2 0,-1 1-3 0,-1 7 0 15,-1 1-1-15,0 3 1 0,-1 4-2 16,0 0-1-16,0 0-1 0,0 4 2 0,2-4 0 16,1 1-3-16,1-4 1 0,1-1-1 0,1-4-20 15,2-3-62-15,3-6-70 0,-2-5-99 16,1-6-163-16,4-4-250 0,0-8-324 0,2-6-245 16,3-3-171-16,1-6 154 0,1-2 535 0</inkml:trace>
  <inkml:trace contextRef="#ctx0" brushRef="#br0" timeOffset="61047.49">25017 6603 186 0,'18'-21'537'15,"-5"6"397"-15,-1 1 235 0,-3 7-163 0,0 5-161 16,-2 6-121-16,-1 7-146 0,-2 4-140 0,-3 8-101 16,-1 3-73-16,0 6-89 0,-1 3-74 15,-1 4-35-15,0 3-24 0,-1 4-14 0,0 0-9 16,-1 6-8-16,1 2-3 0,-2 1-5 0,3-1-3 16,0 0-9-16,2-6-65 0,0-3-81 15,0-6-158-15,0-4-275 0,0-5-319 0,0-6-395 16,2-5-274-16,0-5 54 0,-2-8 690 0</inkml:trace>
  <inkml:trace contextRef="#ctx0" brushRef="#br0" timeOffset="61223.16">25133 6435 595 0,'1'-63'1354'0,"-2"6"273"0,-4 9-225 15,0 6-366-15,-1 6-452 0,-2 7-215 0,3 4-151 16,-1 5-84-16,1 3-49 0,2 5-29 0,0 2-21 15,1 4-14-15,-1 3-10 0,3 3-6 0,3 6-4 16,0 3-1-16,2 3-1 0,0 5-2 16,1 6-8-16,4 0-33 0,1 6-75 0,-3 2-75 15,0 5-148-15,1 3-252 0,-1 3-323 16,0 2-330-16,0 0-202 0,3 1 8 0,-3 2 558 16</inkml:trace>
  <inkml:trace contextRef="#ctx0" brushRef="#br0" timeOffset="61488.74">25376 6846 269 0,'19'7'603'0,"-1"-1"278"0,-3-2 139 16,1-4-204-16,1-2-230 0,0-3-150 0,-2-5-100 16,0-4-66-16,0-4-44 0,0-4 9 15,0-4 23-15,0-2 17 0,-1-1-4 0,-3-5-12 16,-2 2-26-16,-1-2-51 0,-3 1-53 0,-5 1-41 16,0 2-22-16,-3 2-12 0,-3 2-9 15,-2 5-8-15,-4 4-5 0,2 6-5 16,-5 9-6-16,1 4-5 0,-3 9-6 0,-1 9-5 15,4 4-3-15,-2 4-2 0,5 6-2 0,1-1-2 16,4 3-2-16,0-2-12 0,5 2-34 16,1-1-81-16,1-3-87 0,2-3-158 0,6 0-274 15,3-2-335-15,2-5-348 0,2-2-175 0,2-3 110 16,3-6 614-16</inkml:trace>
  <inkml:trace contextRef="#ctx0" brushRef="#br0" timeOffset="61974.32">26562 6205 102 0,'-6'-8'679'0,"-4"0"465"0,1 3 149 16,-2-1-77-16,0 5-328 0,1 1-297 15,-2 0-167-15,2 2-96 0,-1 3-70 0,-2 0-68 16,4 0-70-16,-4 4-49 0,5 1-26 16,-1 0-17-16,1 1-7 0,-1 1-5 0,4-2-2 15,1 2-7-15,3-1-5 0,1-2 0 0,1 1-1 16,3-1-1-16,1 0 0 0,-1 2 1 16,4-2 1-16,-2 2-1 0,1 2 1 0,-1 0 0 15,2 2-1-15,-2 3 0 0,-1 0 1 16,0 5 1-16,-2-1 0 0,-1 2 6 0,-2 2 3 15,-2-1 4-15,0 3-2 0,-1-3-1 16,-2 0 0-16,0 0-7 0,-1-3-5 0,0-1-2 0,1-5-4 16,0 0-20-16,1-6-72 0,0-4-75 15,3-6-154-15,-1-3-283 0,2-4-327 16,3-8-373-16,1 0-230 0,0-7 35 0,5-3 676 16</inkml:trace>
  <inkml:trace contextRef="#ctx0" brushRef="#br0" timeOffset="62157.27">26654 6323 125 0,'7'8'732'0,"-2"5"482"0,0 7 134 0,-3 2-105 16,-2 7-354-16,-3 4-321 0,-1 0-169 15,-1 5-100-15,-2 2-74 0,1 1-69 0,-3 1-67 16,1 1-37-16,2 0-24 0,-1-2-14 0,0-1-7 16,2-7-26-16,4-3-79 0,-1-5-82 15,2-9-161-15,0-4-286 0,2-9-329 0,-1-6-362 16,4-6-198-16,2-7 98 0,3-8 662 15</inkml:trace>
  <inkml:trace contextRef="#ctx0" brushRef="#br0" timeOffset="62340.67">26803 5997 255 0,'3'-55'875'16,"-2"10"398"-16,-2 7 69 0,-1 8-123 0,-1 5-451 16,0 9-279-16,-1 3-142 0,0 8-83 15,-1 5-76-15,-3 8-70 0,2 4-53 0,-1 4-30 16,3 4-15-16,-1 4-9 0,0 4-6 0,1 1-5 15,0 5 0-15,1 1-2 0,2 2-1 0,1 3-31 16,0 1-66-16,0 1-63 0,0 0-116 16,1 2-194-16,2-5-315 0,3 3-306 0,2-2-219 15,0-2-109-15,4-5 353 0,3-2 581 16</inkml:trace>
  <inkml:trace contextRef="#ctx0" brushRef="#br0" timeOffset="62590.33">27161 6572 59 0,'15'-13'459'16,"-5"-4"403"-16,0-2 286 0,-3-1-43 16,-3-2-258-16,2 1-126 0,-4 0-124 0,-2 0-124 15,-3 3-98-15,-5 0-73 0,-2 2-68 0,1 3-81 16,-7 2-51-16,0 5-25 0,-4 4-15 0,-1 4-9 16,0 6-7-16,0 5-7 0,-1 3-9 15,1 5-8-15,0 4-5 0,6 4-4 0,0 1-3 16,4 3-5-16,0 0-2 0,5 2-3 0,3-1 0 15,1 0-1-15,4 0-2 0,2-2-1 0,4 0-1 16,3-4 2-16,4 0-5 0,2-3-14 16,2-4-48-16,5-1-82 0,-1-5-148 0,2-3-269 15,4-3-324-15,3-5-394 0,1-1-358 16,5-4-3-16,3-4 693 0</inkml:trace>
  <inkml:trace contextRef="#ctx0" brushRef="#br0" timeOffset="63506.56">28167 6642 193 0,'-5'12'582'0,"1"-2"331"16,0 1 161-16,-1 0-149 0,2 0-289 0,2-2-176 15,-3 1-129-15,3-4-89 0,1 1-57 16,-2-2-38-16,2-3 18 0,0-2 30 0,2-2 23 16,3-4 2-16,-2-9-8 0,3-1-22 15,2-8-45-15,1-2-47 0,3-8-29 0,-3-1-15 16,4-2-11-16,0-1-9 0,0 1-9 0,-1 1-3 15,-3 2-7-15,4 5-3 0,-5 4-2 16,-2 5-1-16,1 4 1 0,-1 2 1 0,-3 6 0 16,-2 2-1-16,3 4 0 0,-4 5 0 15,0 6-3-15,0 3 0 0,0 4-2 0,0 4 0 16,1 5-1-16,1 2-2 0,-2 4 0 0,1 1-1 16,3 3-1-16,-3 1-1 0,2 1-1 15,1-2 2-15,-3-1 0 0,5 1-1 0,-3-6 0 16,2-3 1-16,2-5 0 0,1-3-1 15,-1-4 0-15,0-6 1 0,1-3 2 0,1-8 0 16,4-5 0-16,-4-6 1 0,4-6-1 0,0-6 1 16,-1-2-2-16,2-3 1 0,-1-4 0 0,1 1-1 15,-3-1 1-15,2 4-3 0,-2 3 1 16,-1 2-1-16,-4 6 1 0,2 3-1 0,-5 4 1 16,2 7 1-16,-4 0 0 0,2 9 1 15,-3 2 1-15,0 8 1 0,0 5-2 0,-3 3 2 16,3 2-2-16,-1 2-2 0,1 2 0 0,-2 1-2 15,2-2 1-15,2 1-1 0,-2-2-1 16,1 0 3-16,2-3-3 0,1-2 2 0,-1-3 0 16,2-3-2-16,2-3 1 0,0-4 0 15,1-2-1-15,1-7-7 0,4-2-26 0,-2-5-65 16,1-3-62-16,1-4-108 0,0-2-176 0,3 2-307 16,-4 0-314-16,7-1-237 0,2 1-171 15,0-1 273-15,2 1 603 0</inkml:trace>
  <inkml:trace contextRef="#ctx0" brushRef="#br0" timeOffset="63839.83">29173 6355 23 0,'10'-11'583'0,"-3"3"523"0,-6 3 216 15,-2 2-15-15,-6 3-277 0,-3 0-376 16,-3 3-200-16,-4 2-109 0,-1 3-71 0,-4 3-84 16,-2 1-66-16,1 5-41 0,-2 1-24 15,2 2-13-15,-1 3-10 0,1 1-8 0,3 1-6 16,3-2-5-16,4 0-9 0,3-4-5 0,5-4-4 15,3-1-1-15,4-7-2 0,3-4 2 16,5-6 1-16,3-4 0 0,3-7 0 0,2-6 1 16,0-2 0-16,3-5-1 0,-2 0 0 0,0 2 0 15,-2 1 0-15,-3 4 0 0,-1 1 1 16,-2 5-2-16,-1 4 2 0,-6 4 2 0,1 3-1 16,2 6 1-16,-6 3 0 0,-1 6 1 0,0 6 0 15,0 4-1-15,-1 4-2 0,-1 3 1 16,1 3-3-16,1 1-1 0,0 3 0 0,0-1-1 15,3-1-5-15,4-2-16 0,0-1-54 16,-1-1-80-16,4-3-143 0,-1-4-272 0,4 1-319 16,1-5-384-16,0-1-314 0,3-4-5 0,3-3 648 15</inkml:trace>
  <inkml:trace contextRef="#ctx0" brushRef="#br0" timeOffset="64559.47">29586 6786 38 0,'2'13'499'16,"0"1"428"-16,-1-5 210 0,3-3-52 16,-1-2-372-16,-2-2-284 0,4-5-173 0,-2-5-99 15,3-4-36-15,1-5-18 0,1-5-6 0,0-5-10 16,1-2-2-16,2-6 18 0,0-3 26 16,2-2 25-16,-2 1 3 0,0-2-5 0,2 2-14 15,-4 5-5-15,-1 1-16 0,0 6-14 16,-3 4-4-16,-2 3-1 0,0 7-3 0,0 0-22 0,-1 3-20 15,-2 5-17-15,0 3-14 0,-2 5-8 16,1 3-6-16,-1 8-4 0,-3 1 0 0,4 6-1 16,-3 2-2-16,3 5-1 0,1 2 0 15,0 1 0-15,0 1-1 0,1-1 1 0,3 0-1 16,-3-2-2-16,4-2 0 0,0-3-1 0,0-3 1 16,2-3-1-16,0-4-1 0,1-5 3 15,0-1 2-15,-1-8 0 0,5-2 1 0,-4-6 1 16,4-9-1-16,1-2 1 0,-2-5-1 15,1-4 1-15,3-4-2 0,-1-1-1 0,-1 2 1 16,1-1-1-16,-5 2 0 0,1 5-1 16,-2 2 1-16,-1 4 2 0,-2 4 0 0,-1 4-1 15,-1 4 2-15,-2 4 0 0,1 3-1 0,-2 6 0 16,0 4 0-16,-2 5 2 0,2 3-2 16,-1 3-1-16,1 2-1 0,-2 2-3 0,2 1 2 15,2 1-1-15,-2-2 0 0,3 3-1 16,0-5-17-16,0-2-52 0,3-2-68 0,1-3-79 15,-1-7-130-15,2-6-186 0,1-3-279 0,3-8-256 16,0-4-201-16,4-4-59 0,-1-4 345 0,3-4 484 16</inkml:trace>
  <inkml:trace contextRef="#ctx0" brushRef="#br0" timeOffset="64793.06">30205 6403 47 0,'11'-13'328'0,"1"4"227"0,-4 4 199 16,0 4 6-16,0 5-173 0,2 3-105 0,-4 5-62 15,2 1-46-15,0 5-42 0,0 0-42 0,0 1-53 16,0 1-59-16,0 3-50 0,2-4-41 15,-1-1-28-15,-1 0-24 0,2-4-15 0,-2-3-4 16,0-3 5-16,0-2 5 0,0-6 7 0,0-3 10 16,-2-3 23-16,2-3 43 0,-2-4 42 15,-1-3 42-15,-2 0 20 0,-3-2-4 0,0 0-19 16,-4 0-41-16,-2-1-43 0,-2 3-39 0,0 0-28 16,-2 3-20-16,-1 0-11 0,0 0-5 0,1 5-2 15,0 2-3-15,2 5-8 0,-2 2-42 16,2 5-67-16,0 3-81 0,3 3-163 0,2 3-293 15,2 3-328-15,1 0-301 0,1 0-192 0,6 1 134 16,1 0 637-16</inkml:trace>
  <inkml:trace contextRef="#ctx0" brushRef="#br0" timeOffset="65558.71">30799 6342 25 0,'4'-8'468'0,"-1"2"419"16,-3 0 256-16,0 1 0 0,-3-1-339 0,3 2-288 15,-4 0-175-15,3 1-106 0,-2 1-46 0,-2 2-39 0,2 2-34 16,-3 1-23-16,1 4-18 0,-2 4 16 16,3 2 10-16,-1 6 1 0,0 1-3 0,2 5-1 15,-2 3-3-15,4 5-27 0,-1 0-32 0,4 3-18 16,-2 2-11-16,3-4-4 0,1 0-7 0,3-5-4 16,-2-4 1-16,3-4-2 0,2-2 1 15,-2-8-1-15,4-2 6 0,-3-7 4 0,4-4-1 16,-1-5 3-16,2-6 2 0,-1-6-2 0,3-4 0 15,-3-2-2-15,1-2 5 0,-1-1 1 16,-2 0 1-16,3 0 2 0,-5 1-2 0,1 3-2 16,1 2-6-16,-5 2-2 0,1 4-4 0,-3 3-2 15,2 2 2-15,1 3 0 0,-2 5 4 0,-1 1 3 16,4 4 2-16,-3 6 3 0,4 0 0 0,-2 5 0 16,-1 3 2-16,1 2-4 0,-1 4 0 15,-2 0-2-15,3 1 0 0,-1 2-1 0,-1 2-2 16,0 0-2-16,1-3-1 0,-1 1-27 0,0-3-53 15,-2 1-45-15,2-6-80 0,-1-4-139 0,4-2-234 16,-3-7-277-16,3-4-234 0,1-6-211 16,2-4 66-16,2-6 468 0</inkml:trace>
  <inkml:trace contextRef="#ctx0" brushRef="#br0" timeOffset="65765.28">31324 6349 107 0,'0'-10'572'0,"-1"2"404"0,-6 5 208 16,1 4-112-16,-3 4-347 0,-1 4-253 0,-1 3-168 15,0 3-95-15,0 5-74 0,3 1-44 0,-1 3-27 16,1 2-22-16,1 2-14 0,2 0-15 16,2 1-2-16,0-1-8 0,0 1-4 0,8-3 0 15,-2 0-1-15,0-5-1 0,3-3 1 0,4-3-2 16,2-6 5-16,1-5 0 0,3-2-4 0,0-7-9 16,-1-3-23-16,2-1-77 0,-4-7-120 0,-1 0-163 15,-1-1-270-15,0-2-269 0,-2 0-237 16,-2-2 7-16,-1 1 335 0,3 0 418 0</inkml:trace>
  <inkml:trace contextRef="#ctx0" brushRef="#br0" timeOffset="65956.27">31427 6514 323 0,'-1'14'651'0,"1"0"259"0,-3 3 104 0,3 2-241 16,0-2-196-16,0 5-142 0,0 2-96 15,1 1-52-15,1 1-40 0,-2 4-58 0,0 1-43 16,0 0-31-16,0 4-24 0,1-1-22 0,-1 1-24 15,3-2-21-15,-1-1-7 0,-1-3-14 0,2-2-29 16,-1-6-37-16,1-2-82 0,-1-8-170 16,-1-2-298-16,3-4-281 0,-3-5-260 0,3-3-173 15,-1-5 224-15,-2-2 558 0</inkml:trace>
  <inkml:trace contextRef="#ctx0" brushRef="#br0" timeOffset="66280.86">31746 6034 289 0,'-1'-12'1017'0,"-8"5"514"0,2 3-61 15,-1 3-267-15,2 1-488 0,-2 3-280 16,0 1-160-16,3 2-111 0,1 2-61 0,0 1-41 16,3 4-28-16,1-2-14 0,3 4-9 0,2 0-5 15,0 2-3-15,1 4 1 0,3-2 0 16,-1 2-3-16,2 0 0 0,0 0 0 0,0 0 1 15,0 0 1-15,1 1 0 0,-3-2 0 0,0-1 1 16,0 4-1-16,-2 0-1 0,-3-2 0 0,0 1-2 16,-1 0 1-16,-2 1-1 0,0 3 1 0,-4 0 0 15,3-1-2-15,-4 0-1 0,1-2 0 16,-1-4-2-16,2-1-1 0,-2-3 1 0,2-1 2 16,-1-3 1-16,1-4 0 0,-2-3-1 0,3-1-26 15,-2-3-61-15,3-3-62 0,-4-1-75 0,2-5-151 16,1 0-277-16,-1-4-293 0,1 1-240 15,1-1-198-15,1-2 65 0,-4 0 550 0</inkml:trace>
  <inkml:trace contextRef="#ctx0" brushRef="#br0" timeOffset="66856.53">32063 5850 430 0,'8'-16'902'0,"-2"2"290"15,-3 0-25-15,-2 5-329 0,-1 2-297 16,4-1-158-16,-4 5-84 0,0 2-42 0,0 2-2 16,0 4-12-16,-4 3-25 0,3 6-45 0,-2 4-41 15,-3 6-33-15,3 3-34 0,-2 5-24 0,1 3-13 16,0 5-10-16,0 0-6 0,3 4-4 0,-2 1-2 15,0 1 0-15,1 2-2 0,1-1-2 16,1-1-2-16,0-1-1 0,0-2-1 0,1 0-2 16,1-5-1-16,1 0-30 0,0-3-62 0,-2-6-62 15,-1-3-120-15,4-5-192 0,-4-6-313 0,-2-3-304 16,0-4-237-16,2-5-122 0,-1-4 368 0,-2-5 585 16</inkml:trace>
  <inkml:trace contextRef="#ctx0" brushRef="#br0" timeOffset="67058.64">31988 6235 40 0,'3'-4'527'15,"1"1"481"-15,-1 0 222 0,-2 3-104 0,3-2-388 16,1 4-312-16,-2-1-194 0,4 4-129 0,0-1-63 16,1 1-22-16,1-1-10 0,4 0-3 15,0 1 1-15,0-2-2 0,4 0-2 0,1-1 3 16,2-2-3-16,2-2-1 0,-2-3-16 0,-1-2-50 15,3-2-80-15,0-4-106 0,-1-3-138 0,0-4-253 16,-1-2-256-16,-2-1-141 0,0-2 62 16,1-3 277-16,-3-2 331 0</inkml:trace>
  <inkml:trace contextRef="#ctx0" brushRef="#br0" timeOffset="67341.75">32480 5713 451 0,'1'-18'948'0,"-1"5"265"0,-3 4-48 15,-3 6-314-15,-2 3-337 0,0 8-179 16,0 2-45-16,-2 8 3 0,0 3-7 0,-1 5-16 15,0 2-28-15,3 6-49 0,-2 2-57 0,1 3-53 16,3 2-29-16,1 0-20 0,0 3-9 16,2-1-5-16,3-2-8 0,0 0-3 0,1-3-3 15,6-1-3-15,1-5-3 0,3-2 0 0,0-7-3 16,3-3-1-16,3-5 0 0,4-2 0 0,-2-3 1 16,3-5-1-16,2 0 2 0,-3-4-2 0,1 2-8 15,0-3-11-15,-2 2-18 0,-2-1-21 0,0 2-27 16,-3 0-22-16,0 3-10 0,-3 0-5 0,-1 3 9 15,0 2 18-15,-3 1 25 0,0 1 19 0,-3 2 20 16,1 0 15-16,-3 2 8 0,-2 0 2 0,-1-1-22 16,2 0-25-16,0 1-54 0,-2-2-81 0,-2-4-142 15,0-1-201-15,2-3-269 0,-1-4-255 0,1-3-156 16,1-3 104-16,-1-3 425 0</inkml:trace>
  <inkml:trace contextRef="#ctx0" brushRef="#br0" timeOffset="67528.92">32803 6079 314 0,'1'-20'1362'0,"1"3"462"0,-2 4-283 16,-3 6-387-16,-2 2-445 0,-2 4-350 0,1 2-171 15,-3 4-82-15,1 2-38 0,0 3-21 0,-1 2-11 16,-1 0-10-16,4 1-9 0,1 2-7 0,-2 0-5 16,5 3-4-16,-2 2-2 0,4 1-3 0,0 0-8 15,2 3-23-15,0 0-71 0,0 1-114 0,-2 0-226 16,0-2-291-16,0 1-362 0,-2-1-432 0,-2-1-206 15,-2 2 429-15,-2-2 822 0</inkml:trace>
  <inkml:trace contextRef="#ctx0" brushRef="#br0" timeOffset="68105.82">31693 7339 96 0,'-3'-9'400'0,"-1"-2"244"16,1 1 163-16,1 0-67 0,4-1-179 0,0-1-105 15,3 0-75-15,-1 1-37 0,4-1-30 16,1-1-43-16,3 2-55 0,-1 3-60 0,3 0-41 15,-1 4-37-15,2-1-14 0,0 4-10 0,-1 1-15 16,-1 1 19-16,-1 6 79 0,1-2 57 0,-3 6 23 16,-1 1 5-16,-1-1-8 0,-3 6-29 15,-4 3-54-15,-1 1-36 0,-1 2-26 0,-3 5-17 16,-2 0-11-16,-3 2 1 0,1 3-9 0,-4 1-8 16,2 0-6-16,-2 1 0 0,1-1-1 0,-1 0-5 15,1 1-3-15,1-2-4 0,1-2-2 0,1-3-2 16,1-3-1-16,2 0-2 0,4-5-3 0,-1-2 0 15,5-4-2-15,1 1 1 0,1-5-1 0,-1 1-17 16,4-4-49-16,2-2-64 0,-2 0-68 16,0 0-125-16,1-2-191 0,0-2-309 0,-1 1-264 15,4-1-211-15,-2 2-100 0,2-2 355 0,-3 1 548 16</inkml:trace>
  <inkml:trace contextRef="#ctx0" brushRef="#br0" timeOffset="68581.6">31968 8059 129 0,'0'-8'677'0,"0"0"409"0,0-3 98 0,0-3-121 16,1-3-414-16,3-3-278 0,-1-1-157 0,3-4-71 16,2-1-31-16,1-2-14 0,3 0-23 15,0 2-20-15,1-1-16 0,2 3-10 0,-2 1-12 16,3 3-5-16,-5 3-4 0,0 4-4 0,0 1-3 15,-4 2 5-15,1 6 71 0,-2 1 66 0,0 3 31 16,0 4 11-16,-2 4-2 0,0 3-10 16,-2 5-59-16,0 0-49 0,1 4-29 0,-3 0-16 15,1 4-9-15,1-1-2 0,0-1-4 0,-2 0-1 16,1-1-2-16,4-3-1 0,-2-1-1 0,-2-3-3 16,4-3 1-16,0-2-1 0,0-3 0 0,0-4 1 15,4-4 1-15,-1-4 2 0,2-6 1 16,0-4 0-16,1-3-1 0,2-3 0 0,1-2-2 15,1-2 1-15,0 1-2 0,-2 1 8 0,1 3 4 16,-3 1 3-16,1 4 0 0,-2 2-1 16,-2 2 2-16,-1 4-8 0,-1 1-1 0,2 3-1 15,-5 2 0-15,2 2 3 0,-2 3-3 0,0 2-4 16,1 1-6-16,-1 1 0 0,1 2-3 0,-1 1-2 16,0 0 1-16,2 2 6 0,-2 1 2 0,4 0 0 15,-1 0 0-15,2 1-1 0,0-1 6 16,0 0 2-16,3 0-28 0,-3-2-66 0,3 0-58 15,-1-4-97-15,0 0-187 0,3-5-317 0,0-2-298 16,-1-1-225-16,4-4-149 0,-2-4 260 0,-1-3 600 16</inkml:trace>
  <inkml:trace contextRef="#ctx0" brushRef="#br0" timeOffset="68889.8">32804 7317 479 0,'5'-32'1098'0,"-3"7"317"0,-1 3-118 16,-2 8-341-16,-1 5-403 0,-3 4-232 0,0 5-149 15,1 7-68-15,-1 7-37 0,-3 2-11 0,2 9-12 16,1 2 6-16,0 4 1 0,2 5-14 16,0 5-9-16,3 1-5 0,0 3 2 0,1 3-21 15,3-2-7-15,0 1-6 0,3-2-2 0,2-3-3 16,2-7-5-16,2-4 7 0,3-9 4 0,1-5 2 16,4-8 2-16,1-9-1 0,-1-6 5 0,4-8 0 0,-2-7 2 15,3-7 7-15,-1-8 2 0,-3-3 11 16,0-6 32-16,0-2 22 0,-4-2 16 0,-1-2 5 15,-2 0 6-15,-5-1-7 0,-2 2-20 0,-1-1-13 16,-4 2-12-16,-1 2-3 0,-4 3-1 0,-1 2 1 16,-4 6-1-16,-2 7-3 0,-4 2-4 0,1 7-7 15,-6 4-9-15,2 6-8 0,-6 8-7 0,0 3-5 16,-2 6-3-16,-3 7-3 0,-1 6-2 0,0 3-1 16,1 5-11-16,-2 4-18 0,3 1-49 0,0 2-75 15,4 2-137-15,-2 2-261 0,4 1-307 0,2 1-372 16,-1 0-338-16,3-1-65 0,-1-3 610 0</inkml:trace>
  <inkml:trace contextRef="#ctx0" brushRef="#br0" timeOffset="72723">18936 10453 66 0,'-1'6'526'0,"-1"2"419"0,-3-1 224 15,4 0-38-15,-4-1-396 0,2-2-260 0,2 0-124 16,1 0-34-16,1-2-9 0,2 0-13 16,3-1-21-16,-1-2-20 0,3-3-35 15,3-6-52-15,3-3-42 0,2-7-24 0,2-2-15 16,0-8-11-16,3-5-10 0,1-5-10 0,5-5-8 16,1-5-7-16,1-2-6 0,1-1-3 0,2-1-2 15,-1 0 0-15,-1 3 1 0,-1 3-2 0,-4 6 0 16,-3 5-5-16,-1 6-3 0,-4 6-4 15,-3 4-3-15,-2 8-2 0,-3 3 0 0,0 4 0 16,-1 4 1-16,-1 8 2 0,-4 4 0 16,0 5-3-16,0 7-11 0,-1 4 0 0,-4 4 0 15,-1 5 0-15,2 2 0 0,-3 5 0 0,1 3 0 16,-2 5 0-16,2 4 0 0,-2 1 0 0,-1 2 0 16,-2 0 0-16,2 1 0 0,0 1 0 15,-1-3 0-15,-2-2 0 0,4-1 0 0,0-8 0 16,1 1 0-16,0-6 0 0,1-3 0 15,1-6 0-15,2-3 0 0,-1-4 0 0,1-3 0 16,0-5 0-16,1-1 0 0,1-4 0 0,1-5-34 16,1-3-72-16,-3-3-83 0,4-3-155 15,-2-3-264-15,2-2-327 0,4 2-406 0,-1-1-380 16,3 0 2-16,2-1 771 0</inkml:trace>
  <inkml:trace contextRef="#ctx0" brushRef="#br0" timeOffset="73857.39">20488 10731 69 0,'0'3'590'0,"0"-2"470"0,-4 2 188 16,1-1-89-16,0-1-324 0,0-1-243 15,-1-3-139-15,1 0-94 0,2-4-61 0,-4-5-46 16,5-3-59-16,0-5-65 0,0-5-45 0,5-5-21 16,-1-8-14-16,3-4-9 0,3-5-6 15,0-6-4-15,2-6-3 0,-1-2-8 0,4-3-2 16,-2-3-2-16,3 0 2 0,-3 1 3 15,2 4 3-15,0 2 6 0,-6 7 6 0,4 4 4 0,-5 7 2 16,-2 6 1-16,2 8-1 0,-5 5-4 16,0 5-2-16,0 3-6 0,-1 7-6 0,-1 4-6 15,-1 6-4-15,2 7-5 0,0 7-3 16,1 5-3-16,0 8-1 0,2 1 0 0,2 6 0 16,2 3 0-16,0 2 0 0,2 4 2 0,0 4 1 15,0 3-1-15,3 2 0 0,-2 2 0 0,2 2 0 16,-3 0-1-16,0 1-2 0,3-2-1 15,-3-4 0-15,3-2-1 0,-3-6 0 0,1-5 0 16,2-3 1-16,-5-6 0 0,5-3-1 0,-4-4-7 16,0-5-12-16,-4-3-21 0,2-4-38 15,-5-5-78-15,-3-2-100 0,-2-4-172 0,-1-2-289 16,-5-2-338-16,-1-3-358 0,-1 0-179 0,-4-3 198 16,1-2 691-16</inkml:trace>
  <inkml:trace contextRef="#ctx0" brushRef="#br0" timeOffset="74091.09">20528 10459 220 0,'0'0'824'16,"0"3"381"-16,0 2 17 0,0-1-159 0,3 1-442 16,2 1-229-16,3-1-67 0,4-1-39 15,3 0-27-15,1 0-27 0,5-4-20 0,1 0-56 16,1-4-57-16,1 0-31 0,6-3-19 15,-1-1-10-15,2-1-18 0,0-1-8 0,2 0-7 16,-2 0-4-16,1-1-13 0,-2 1-65 0,-2 0-64 16,-2-2-126-16,-1 5-211 0,-3 0-309 0,-3-1-346 15,-2 2-254-15,-1 0-113 0,-2 0 429 16,-2-1 627-16</inkml:trace>
  <inkml:trace contextRef="#ctx0" brushRef="#br0" timeOffset="74472.55">21297 9717 49 0,'-3'-18'612'0,"1"2"499"15,1 3 216-15,-2 3-19 0,1 1-307 16,-1 7-351-16,1-3-201 0,1 10-105 0,-1-3-75 16,0 9-77-16,2 3-63 0,4 4-32 15,-3 5-19-15,2 3-12 0,1 3-9 0,0 6-8 16,1 2-7-16,-1 3-7 0,0 4-5 15,1 4-5-15,-2 0-5 0,0-1-6 0,2-2-4 16,0-4-4-16,1-3-4 0,2-7-1 0,0-3-2 16,1-7-2-16,4-6 0 0,0-6 0 0,2-9 0 15,0-6-1-15,2-8 1 0,0-6 0 16,1-5 0-16,-1-3 1 0,-1-2-1 0,-1 1 0 16,0 1 0-16,-4 2 1 0,1 5 1 15,-4 5-1-15,0 3 2 0,-3 2 1 0,0 5 0 16,-2 4 1-16,-2 4 0 0,-1 6 0 0,-1 7 1 15,-1 1 0-15,-4 6-1 0,1 3 0 16,1 6-1-16,-3 2-1 0,1 3-2 0,-2 3-5 16,3 0-11-16,2 0-23 0,-2-2-55 15,2-2-85-15,2-2-163 0,1-4-276 0,1-1-327 16,2-4-399-16,4-5-319 0,4-2 53 0,-2 0 748 16</inkml:trace>
  <inkml:trace contextRef="#ctx0" brushRef="#br0" timeOffset="75388.44">22919 10647 256 0,'4'-3'810'0,"-4"0"361"0,1-1 25 0,-1 1-205 16,0 0-401-16,2-2-248 0,-1-3-117 0,4-1-23 15,-2-3 16-15,2-4 13 0,-1-3 1 16,5-5-13-16,0-4-23 0,-1-3-41 0,1-7-44 16,1-2-31-16,2-1-21 0,0-2-13 15,0-2-15-15,-2-1-1 0,1 4 0 0,0 4-5 16,-2 1 2-16,-2 8 2 0,-3 2 6 0,1 6 3 16,0 4 2-16,-4 5-1 0,-1 5-7 0,0 2-3 15,-1 7-9-15,-4 4-7 0,0 7-6 16,2 4-2-16,-2 5 0 0,2 5-2 0,2 7-1 15,1 1-1-15,0 5 0 0,1 3-1 16,4 1-1-16,-2 1 1 0,4 2-2 0,0-4 1 16,1-1-2-16,0-2 2 0,0-7 0 0,5-6-1 15,-4-3 0-15,4-8 0 0,-1-2 1 0,0-7-1 16,2-6 1-16,-1-5 1 0,0-6 1 16,0-5 1-16,3-7-1 0,-2-3 0 0,0-3 0 15,-1-2 0-15,2-2 0 0,-3 1 0 16,-1 1 0-16,2 3 0 0,-5 2-1 0,0 8 2 15,-2 0-2-15,-1 5 1 0,-1 3 0 0,-1 6 0 16,2 3 1-16,-1 5-1 0,0 5 0 0,0 4 1 16,0 5-1-16,2 0 0 0,1 3-1 15,-1 0 1-15,1 3 0 0,2-3-1 16,-1 0-1-16,-2-2 1 0,4-3-1 0,1-4 0 16,-2-1 0-16,2-5 1 0,3-6 0 0,-1-3 0 15,1-6 0-15,-1-5 1 0,3-6 0 0,-4-4-1 16,1-3 1-16,1-2-1 0,1-3 1 15,-1 4 0-15,-1-3-1 0,-3 5 0 0,2 3 0 16,-4 1-1-16,0 6 1 0,-1 3 0 16,0 4 0-16,1 4 1 0,-4 4 0 0,1 4-1 15,3 6 1-15,-3 4-2 0,-1 4 0 0,3 5-1 16,-1-1-2-16,3 1-4 0,-1 4-16 16,1-6-37-16,3 1-77 0,-1-4-79 0,2-1-159 15,1-4-292-15,-1-2-331 0,2-4-339 16,0-2-191-16,2-4 78 0,-3-2 661 0</inkml:trace>
  <inkml:trace contextRef="#ctx0" brushRef="#br0" timeOffset="75754.64">24024 10221 62 0,'-8'-17'745'16,"2"4"775"-16,-5-2 144 0,-2 4-285 0,-4 3-430 16,3 2-380-16,-7 6-212 0,2 4-148 0,-1 3-75 15,-2 7-42-15,2 5-26 0,2 5-19 0,-1 1-12 16,6 6-9-16,3-1-8 0,1 2-8 15,9 0-6-15,0-2-3 0,9-3-4 16,3-3 0-16,2-7-3 0,6-5 0 0,6-8-5 16,0-6-13-16,4-10-23 0,2-4-57 0,-2-6-72 15,-2-3-66-15,1-5-56 0,-3-1-38 0,1-1-12 16,-6 0 77-16,-2 0 113 0,-3 2 93 16,-2 4 130-16,-4 2 138 0,-4 5 64 0,-2 4 18 15,-3 4-6-15,-2 3-25 0,-3 4-62 16,0 4-69-16,-3 4-37 0,1 4-20 0,-3 2-13 15,2 5-11-15,1 3-11 0,-1 2-7 0,3 2-10 16,1 1-5-16,1 2-3 0,2 2-5 16,3-4-1-16,3 3-1 0,1 0-1 0,1-4-1 15,0 1 0-15,2-2 0 0,2-2-4 0,2-2-13 16,-1-4-31-16,1 0-76 0,2-5-74 16,-2 0-125-16,2-4-191 0,-3-2-316 0,4-1-329 15,-3-2-207-15,3-2-103 0,4 0 364 0,-4-3 585 16</inkml:trace>
  <inkml:trace contextRef="#ctx0" brushRef="#br0" timeOffset="76022.09">24621 10551 140 0,'-7'11'820'15,"4"1"611"-15,-2-5 78 0,2 0-233 16,1-4-426-16,2-4-335 0,5-4-184 0,0-2-125 15,5-7-66-15,0-4-41 0,5-4-35 0,2-3-20 16,1-3-8-16,2-2-6 0,0 1-6 0,1-2-6 16,0 0-3-16,-1 0-2 0,-2 0-6 15,1 2-4-15,-3 1-2 0,-2 0-1 0,-1 1-1 16,0 4-1-16,-1 1 1 0,-3 0-2 16,-1 3-3-16,-2 1-25 0,-3 2-71 0,-1 1-74 15,-4 0-140-15,-2 4-235 0,-3 1-324 0,0-1-351 16,-1 2-230-16,-4 2-43 0,-1-1 533 15</inkml:trace>
  <inkml:trace contextRef="#ctx0" brushRef="#br0" timeOffset="76280.33">24649 10001 146 0,'-10'11'778'16,"-1"-2"545"-16,0 0 139 0,3 2-153 15,0-1-435-15,4 2-336 0,-2 1-166 0,4 1-114 16,4 1-76-16,4 4-66 0,0-2-38 16,4 4-25-16,4 0-16 0,2 3-13 0,2 0-10 15,2 3-5-15,2 0-4 0,1 3-3 0,2 0-2 16,-2 1-1-16,2 1-1 0,-1 1-1 0,-1 0-3 16,-2 0-3-16,0-2-22 0,-4 3-53 15,-1-3-73-15,-2 3-78 0,-4-3-140 0,-2 0-214 16,-2-1-312-16,-2-2-262 0,-1-2-184 0,-1-2-11 15,-4-1 441-15,-1-4 523 0</inkml:trace>
  <inkml:trace contextRef="#ctx0" brushRef="#br0" timeOffset="78304.16">21515 13240 24 0,'-4'9'543'15,"0"0"481"-15,0-1 214 0,0 3-75 0,0-1-314 16,0 0-305-16,1 2-122 0,1 1-62 0,2 1-46 16,2 0-37-16,1-2-43 0,1 1-64 15,2-2-62-15,0-2-46 0,2-2-26 0,0 0-15 16,2-2-10-16,-2-5 1 0,2 0 2 0,2-3 2 15,-6-1 2-15,3-2 2 0,-2-2 5 16,-3 1-2-16,0-1 0 0,-3-1 2 0,-1 2 0 16,-1-3 0-16,-4 5-1 0,0-1-2 0,-1-1-2 15,-4 5-3-15,-1-2-3 0,2 4-2 16,-2 0-4-16,1 4-1 0,1-2-3 0,-1 3 0 16,2 1-3-16,4 3-1 0,-1 2-3 0,3 1 0 15,2 1-2-15,3 2-2 0,2 2-9 16,3 0-24-16,3 0-58 0,0 3-76 0,2-1-98 15,3 0-189-15,1 0-305 0,2-1-331 0,3 0-270 16,2 0-134-16,1-2 242 0,5 1 660 16</inkml:trace>
  <inkml:trace contextRef="#ctx0" brushRef="#br0" timeOffset="78771.36">23659 13300 110 0,'-8'-11'692'0,"2"0"463"0,-5 3 125 16,1 4-98-16,-1 4-318 0,0 4-280 16,0 4-150-16,1 4-89 0,1 3-56 0,1 6-56 15,3 3-72-15,2 3-55 0,2 1-33 16,2 1-21-16,2 1-15 0,2-3-10 0,3-2-8 15,5-2-8-15,-2-5-4 0,4-5-2 0,3-4-2 16,3-4-2-16,-1-5 2 0,-1-7-1 16,3-4 1-16,0-3-1 0,-2-4 0 0,0-1-1 15,-1-2-1-15,-5-1-1 0,1 2-1 16,-5 1 0-16,0 2 1 0,-5 3-5 0,0 2-15 16,-5 3-50-16,-4 3-73 0,0 2-113 0,-3 2-212 15,-2 2-303-15,-2 2-354 0,0 0-320 0,-1 2-141 16,-2-1 372-16,3-2 707 0</inkml:trace>
  <inkml:trace contextRef="#ctx0" brushRef="#br0" timeOffset="79544.83">22883 12657 492 0,'-11'-4'1159'0,"-10"0"322"16,-1 0-101-16,0-1-268 0,-4-1-499 15,0 0-219-15,-3-1-125 0,-2-2-79 0,-1 1-54 16,2-1-38-16,2 3-23 0,1 0-14 0,3 1-13 15,8 3-10-15,0 0-11 0,7 2-10 0,2 3-7 16,3 3-6-16,4 5-1 0,1-1-1 16,4 4-2-16,3-1 2 0,0 2-1 0,6-2-1 15,1 1 0-15,0 0-3 0,1-4 1 16,3 2-1-16,0-1 1 0,2-4-4 0,1 0-10 16,0 0-39-16,-2-1-73 0,2-1-79 0,0-1-144 15,-1-1-245-15,1 0-323 0,4-1-314 16,-1 0-204-16,-2 0 1 0,3-1 535 0</inkml:trace>
  <inkml:trace contextRef="#ctx0" brushRef="#br0" timeOffset="79778.88">23793 12345 121 0,'8'-12'842'0,"-4"2"702"16,-8 5 53-16,-2 3-285 0,-5 2-442 0,-3 5-350 15,-7 2-190-15,-1 4-134 0,1 2-64 0,-1 1-41 16,0 3-25-16,3-2-20 0,0 2-16 16,6 0-10-16,1-1-9 0,4 0-6 0,3-2-4 15,5 1-2-15,2 0-1 0,3 0-1 16,3-3-5-16,6 0-13 0,-3-1-34 0,5-1-74 16,0-1-78-16,-1 0-144 0,0 0-258 0,-1 2-319 15,-2-1-337-15,0 2-207 0,-2 1-2 16,-3 4 559-16</inkml:trace>
  <inkml:trace contextRef="#ctx0" brushRef="#br0" timeOffset="80154.73">23873 12556 209 0,'-2'5'810'15,"-3"2"403"-15,0 3 48 0,2 3-86 16,-2 2-368-16,-1 0-248 0,3 1-142 0,0 3-83 16,-2 2-59-16,2-2-74 0,0 3-80 0,0 1-49 15,-1 0-30-15,0 0-16 0,2 4-10 0,-1-2-7 16,2 1-3-16,-3 3-2 0,1 0-2 16,0 1 0-16,0 2-2 0,-2-1-5 15,-1 3-32-15,1 0-74 0,-4-2-88 0,-1 2-172 16,-6-1-289-16,-1 0-337 0,-4 0-366 0,-2-3-200 15,-6 0 157-15,-2 0 696 0</inkml:trace>
  <inkml:trace contextRef="#ctx0" brushRef="#br0" timeOffset="80454.59">22160 13006 240 0,'5'-10'958'0,"0"-1"464"0,-4 1-45 16,2 1-248-16,1-1-469 0,1-1-300 0,4-3-173 16,-1 1-91-16,1-3-34 0,7-3 17 0,2-3 6 15,4 0 3-15,4-6-1 0,4 0 0 16,5-2-13-16,5-1-31 0,4-1-18 0,4-1-10 15,4-2-6-15,1 4-5 0,1-1-3 16,3 4-22-16,-3 4-68 0,-2 3-63 0,-6 3-123 16,-5 6-201-16,-2 4-310 0,-7 5-319 15,-5 6-216-15,-9 3-86 0,-5 4 407 0,-8 4 568 16</inkml:trace>
  <inkml:trace contextRef="#ctx0" brushRef="#br0" timeOffset="80751.89">22071 13200 49 0,'2'23'558'0,"1"5"439"0,-1 2 178 16,-2 4-80-16,0 7-358 0,0 5-335 0,2 8-164 15,-2 6-73-15,0 5-33 0,0 2-17 16,0 5-8-16,-2 3-24 0,0 0-22 0,2 0-21 16,0 0-20-16,0-4-15 0,2-3-15 15,1-1-22-15,-1-6-53 0,-1-5-142 0,3-6-256 16,-4-4-273-16,1-8-265 0,-1-6-226 0,-1-7 51 16,-4-7 475-16</inkml:trace>
  <inkml:trace contextRef="#ctx0" brushRef="#br0" timeOffset="80938.56">21874 14479 29 0,'-11'32'427'0,"0"0"304"0,-3 5 186 0,2-1 15 16,2 2-342-16,0-1-294 0,5-1-153 0,0-4-94 15,2-1-76-15,2-5-88 0,1-1-119 16,1-4-224-16,2-4-232 0,2-5-128 16,0-1 25-16,3-4 189 0,1-2 260 0</inkml:trace>
  <inkml:trace contextRef="#ctx0" brushRef="#br0" timeOffset="81254.61">22140 14822 110 0,'17'30'613'0,"7"-1"370"16,1-5 120-16,5 0-84 0,7-4-414 15,5-1-310-15,4-4-104 0,4-1-36 0,5-7-14 16,3-2-2-16,5-4 4 0,3-3 11 16,6-4-15-16,1-7-24 0,2 0-14 0,0-7-17 15,2-1-6-15,-3-3-17 0,4-1-22 0,-5-1-12 16,1 0-15-16,0 3-34 0,-3-1-50 16,-6 1-128-16,-1 2-228 0,-9 0-287 0,-5 1-290 15,-5 1-242-15,-7 0-93 0,-7-1 423 0</inkml:trace>
  <inkml:trace contextRef="#ctx0" brushRef="#br0" timeOffset="81487.73">23835 13477 91 0,'1'-19'687'0,"-1"5"464"0,0 7 118 0,-1 5-153 16,1 6-366-16,-2 7-331 0,0 5-104 15,2 9-23-15,-1 5-25 0,-2 4-16 0,-1 8-28 16,-2 2-44-16,2 8-61 0,-4 4-52 16,3 4-31-16,-3 4-16 0,-1 4-9 0,-3 2-9 15,3 2-47-15,-7 0-63 0,2-1-64 0,-7-4-126 16,1-1-191-16,-4-4-317 0,0-6-274 0,1-1-225 16,-6-7-100-16,2-6 378 0,-3-6 555 15</inkml:trace>
  <inkml:trace contextRef="#ctx0" brushRef="#br0" timeOffset="81790.06">22132 13662 212 0,'3'-6'854'15,"2"2"401"-15,-1 2 7 0,3 0-188 16,4 4-455-16,3 0-323 0,5 2-152 0,3 2-77 16,8 0-42-16,4 1-18 0,3-1-6 15,8 2 5-15,2-1-5 0,5-1 6 0,8 0 2 16,5-5 1-16,6 1-4 0,4-4-8 0,2-2-2 16,1-4-5-16,4-3 5 0,-1-3-12 0,1-2-33 15,-2-4-100-15,-1-1-173 0,-1-3-289 16,-5-1-275-16,-5 0-251 0,-5-1-108 0,-5 0 303 15,-4-1 493-15</inkml:trace>
  <inkml:trace contextRef="#ctx0" brushRef="#br0" timeOffset="82106.86">23457 12445 36 0,'8'-19'400'15,"-4"1"273"-15,3-1 183 0,2 0 27 0,1 1-366 16,1 2-201-16,4 1-89 0,6 3-44 0,5 1-23 15,5 4 10-15,6 0 4 0,3 7-25 16,7 5-40-16,0-3-25 0,2 9-19 0,0-1-31 16,0 1-18-16,-3 5-6 0,-1-2-8 15,-3 3-44-15,-3 0-82 0,-2-1-128 0,-1 1-243 16,-6-1-270-16,-1 1-216 0,-3-2-56 0,0 1 210 16,-4-3 366-16</inkml:trace>
  <inkml:trace contextRef="#ctx0" brushRef="#br0" timeOffset="82329.66">24559 12566 304 0,'3'11'944'0,"-6"3"375"0,-2 4-46 0,-1 4-165 16,-2 4-446-16,-3 4-212 0,0 3-115 16,-1 3-67-16,-3 5-39 0,-1 5-48 0,0 2-56 15,-1 8-51-15,-1 3-32 0,2 6-18 0,-1 5-13 16,0 3-37-16,3 2-79 0,-4 0-73 15,4-2-141-15,-2-1-247 0,2-4-326 0,-2-1-330 16,3-2-195-16,1 0-11 0,-2-2 534 16</inkml:trace>
  <inkml:trace contextRef="#ctx0" brushRef="#br0" timeOffset="82521.3">23813 14643 559 0,'0'6'1421'0,"-2"0"218"15,2 5-277-15,3 5-317 0,4 1-503 0,3 5-273 16,3-2-139-16,4 3-65 0,1-4-35 16,2-3-43-16,6-6-71 0,0-5-57 0,4-7-81 15,2-8-151-15,1-9-267 0,2-9-285 0,3-5-227 16,-3-7-187-16,4-8 100 0,-4-5 515 0</inkml:trace>
  <inkml:trace contextRef="#ctx0" brushRef="#br0" timeOffset="87420.49">686 8511 89 0,'6'-6'692'0,"5"2"543"0,-3 3 192 16,0 0-103-16,0 2-394 0,-2 0-352 0,0 4-184 15,-1 1-105-15,0 6-74 0,-2 1-64 16,2 3-41-16,-2 6-19 0,0 4-16 0,0 5-12 16,2 4-14-16,-2 4-9 0,1 1-9 15,0 2-8-15,2 2-6 0,-1-2-7 0,-2 0 1 16,2-5-1-16,0-2-3 0,0-5 0 0,2-5-2 16,-4 0-1-16,2-5-5 0,0-2-10 15,-2-5-17-15,-1 0-32 0,1-2-74 0,-4-5-88 16,1-6-152-16,-2 0-282 0,-3-6-324 15,2-4-363-15,-4-4-214 0,3-4 88 16,-2-2 630-16</inkml:trace>
  <inkml:trace contextRef="#ctx0" brushRef="#br0" timeOffset="87637.07">936 8522 96 0,'15'-3'637'0,"-3"8"447"16,-2 1 164-16,0 3-78 0,-2 5-303 0,3 4-271 15,-2 3-156-15,-1 3-96 0,2 4-64 16,-1 2-52-16,-1 3-76 0,0 3-52 0,0 3-31 16,0 3-11-16,-2-3-11 0,2 3-11 15,-3-3-12-15,4-1-8 0,-2-4-5 0,-1-4-17 16,-1-2-39-16,-2-6-77 0,-1-2-108 16,-2-4-213-16,-2-1-295 0,-1-5-350 15,-2-2-357-15,-1-5-149 0,-4-3 358 0,-2-5 733 16</inkml:trace>
  <inkml:trace contextRef="#ctx0" brushRef="#br0" timeOffset="87903.04">586 8224 595 0,'0'0'1150'0,"0"0"192"16,0 0-145-16,0 0-298 0,5 2-369 15,6 5-171-15,3 1-84 0,5 0-48 0,3 1-28 16,5 1-24-16,3 0-61 0,2 0-46 0,1-1-20 16,5-1-10-16,0 0-6 0,0-2-4 15,3-1-5-15,0-1-5 0,-1-1-8 0,1-2-6 16,-2 0-7-16,1 1-1 0,-2 0 0 16,-2 1 0-16,-1 0-15 0,-5 0-57 0,-3 1-64 0,-7 2-100 15,-8 1-168-15,0 2-307 0,-4 1-326 16,-5 3-257-16,-3 0-158 0,-8 3 240 0,-6 2 606 15</inkml:trace>
  <inkml:trace contextRef="#ctx0" brushRef="#br0" timeOffset="88137.59">779 9332 314 0,'-3'28'1071'16,"0"-5"387"-16,-1-5-113 0,3-1-249 15,1-3-487-15,5-3-249 0,1-1-138 0,8-3-57 16,1 1-23-16,3-4-12 0,6 0-10 16,0-2-26-16,5 0-29 0,2-4-18 0,1 0-15 15,5 0-12-15,0-3-3 0,2-1-4 0,3-1 1 16,3 1-1-16,0-1-2 0,0 1-31 0,0-1-81 16,-3 1-108-16,-2 1-216 0,1 3-291 0,0-4-352 15,2 0-363-15,0 0-159 0,-1-2 349 16,1-1 737-16</inkml:trace>
  <inkml:trace contextRef="#ctx0" brushRef="#br0" timeOffset="88990.77">2226 8349 37 0,'3'0'587'0,"0"0"505"0,0 0 204 16,-3 0-67-16,0 1-290 0,0 0-310 0,2 3-189 16,-2-2-105-16,-2 3-69 0,2 2-60 0,-3 0-70 15,2 5-48-15,-1 1-31 0,-1 5-18 0,1 4-15 16,2 3-9-16,0 6-4 0,0 4-1 0,2 5 0 16,1 4-3-16,3 2 4 0,2 2 4 0,-2 0 0 15,4 3-5-15,2-2 1 0,1 0 1 16,1-5 2-16,1 0-6 0,2-5-4 0,-1-3-1 15,4-5-8-15,0-6-3 0,2-1-4 0,1-6 3 16,1-4 2-16,1-4 0 0,1-3 7 0,1-7 4 16,-1-5 1-16,3-3 3 0,-1-4 2 15,-1-5-3-15,1-2-20 0,-1-3-54 0,-4-3-74 16,0-3-112-16,-1-1-190 0,-4-1-305 0,-1 0-344 16,-1 0-296-16,-3-1-152 0,-4-1 322 0,-1 1 656 15</inkml:trace>
  <inkml:trace contextRef="#ctx0" brushRef="#br0" timeOffset="89270.72">2268 8447 139 0,'-3'2'725'0,"0"3"437"16,2-2 78-16,1 0-152 0,1 0-430 0,2-2-315 15,2 1-164-15,3-4-70 0,5 1 39 16,4 0 27-16,3-3 8 0,4 1 2 0,5-3-13 16,1 0-17-16,3-3-64 0,3 0-38 0,-1-1-19 15,0-2-17-15,0 2-6 0,-1-3-7 16,0 5-2-16,-3-2-6 0,-1 3-3 0,-4 1-2 16,-3 1-41-16,-5 4-54 0,-3 1-88 0,-5 1-154 15,-4 5-235-15,-2 1-312 0,-6 4-269 0,-3 1-196 16,-6 1 125-16,-3 2 522 0</inkml:trace>
  <inkml:trace contextRef="#ctx0" brushRef="#br0" timeOffset="89470.77">2370 8676 138 0,'0'9'698'16,"0"-3"415"-16,1 0 88 0,1-3-157 15,1 1-441-15,2 0-279 0,2 1-166 0,1-2-77 16,4 0-30-16,0 2 1 0,4-4 3 0,3 0-16 15,0-1-9-15,3 0 11 0,3-2-3 0,2-3-4 16,0-1-3-16,3 0-2 0,0-1 0 16,3-2-20-16,-1 0-6 0,-1-2-7 0,1 2-48 15,-3 0-125-15,-1 2-241 0,-1-2-272 0,-1 1-270 16,-1 3-252-16,-2-3-14 0,-1 0 432 0</inkml:trace>
  <inkml:trace contextRef="#ctx0" brushRef="#br0" timeOffset="89920.59">3222 8175 430 0,'-5'-1'1055'0,"-1"-1"386"16,1 0-15-16,0 4-293 0,-1 0-424 0,3 0-251 16,-2 1-137-16,-1 3-100 0,3 2-78 0,-2 0-55 15,3 4-31-15,-1 5-20 0,0 3-12 0,0 4-7 16,-1 3-5-16,0 4-1 0,1 4-3 15,-2 5 0-15,2 4-6 0,0 2-4 0,-1 6-3 16,3-2-3-16,1 0 4 0,0-2 2 0,3-3 5 16,0-4 3-16,4-5 3 0,-1-2-2 15,3-9-4-15,1-2-5 0,1-5-2 0,3-5-1 16,-1-5 0-16,4-7-4 0,-1-4-2 0,3-7 0 16,1-6-1-16,0-5-2 0,0-7-7 0,0-2-5 15,0-2-26-15,-2 0-55 0,0-3-57 0,-1 4-48 16,-1-1-36-16,-2 5-34 0,-1 3 6 15,-2 5 74-15,-5 2 74 0,-1 5 52 0,-2 5 38 16,-3 2 36-16,-1 5 32 0,-2 6 59 0,-2 6 85 16,-2 3 62-16,0 8 12 0,-3 1-9 0,2 3-20 15,0 5-41-15,-1 0-56 0,2 3-42 0,1-2-14 16,1 3-11-16,2-2-10 0,0 1-12 0,3-4-8 16,3-4-9-16,0-1-11 0,0-6-6 15,4-3-4-15,1-5-4 0,4-5-18 0,-2-2-67 16,1-5-77-16,1-7-160 0,-2-1-279 0,3-2-325 15,1-4-388-15,-1-1-254 0,1 0 44 16,-1-3 707-16</inkml:trace>
  <inkml:trace contextRef="#ctx0" brushRef="#br0" timeOffset="90236.15">3777 8351 139 0,'-8'5'870'0,"2"1"645"0,-1 1 29 0,-1 3-275 16,3-1-445-16,-2 3-333 0,2-2-198 0,0 2-126 15,4 0-66-15,-1 1-38 0,5 0-26 0,0 1-16 16,4-1-9-16,2 0-5 0,2 0-3 0,2 0-1 16,1 2 0-16,2 0-2 0,1 0 1 15,-1 1 0-15,3-2 0 0,-2 4-1 0,-1-4-1 16,0 4 0-16,-3-2 2 0,-4 2 0 0,1-2-1 15,-6 2 2-15,-2 1 1 0,-2 3 0 16,-2-1-3-16,-4-1 0 0,-2 3-1 0,-1-2-1 16,-1 2-1-16,-4 0 2 0,1-1-1 15,-2 0-6-15,2 0-34 0,0 0-74 0,-1-2-88 16,1-3-175-16,1-1-291 0,2-2-334 0,4-2-333 16,-2-2-181-16,2-3 184 0,3-1 670 0</inkml:trace>
  <inkml:trace contextRef="#ctx0" brushRef="#br0" timeOffset="91233.78">4139 8604 287 0,'-3'-10'642'0,"0"4"325"0,-1-1 153 0,1 2-248 16,0 0-235-16,1 0-156 0,-1 2-83 0,3 2-79 15,0-1-77-15,0 4-54 0,3 2-36 0,2 4 7 16,5 5-22-16,2 7-15 0,4 4-2 16,1 6-4-16,3 6 1 0,2 4-33 0,0 4-12 15,1 4-10-15,0 1-14 0,0 4-6 16,-1-1-9-16,-1 2-6 0,0-1-10 0,-4 0-6 16,-1-2 1-16,-2-1-4 0,-3-1-3 0,-1-4 0 15,-3-2-1-15,-2-5 4 0,-2-4 4 0,-1-6 6 16,-2-4 2-16,-3-5 3 0,-4-3-2 15,0-7-4-15,-3-7-11 0,-1-6-9 0,-3-8 0 16,-1-7-1-16,0-5 0 0,0-8 0 16,-3-4 4-16,0-7 1 0,-1-7-1 0,0-5-1 15,5-1-5-15,-2-6-2 0,5 1-1 0,5-2 2 16,1 0-2-16,5 2-4 0,1 1 11 16,4 4 6-16,3 4 2 0,2 5 0 0,2 3 2 15,0 7 0-15,0 4-6 0,1 5-3 16,0 4 0-16,1 2 0 0,0 8 0 0,0 2 0 15,-1 1 1-15,2 7 0 0,-2 4 2 0,1 2 0 16,-3 4 2-16,1 5 1 0,-2 3 0 16,-3 5 2-16,1 6-2 0,-5 1 0 0,0 6-1 15,-1 4-1-15,1 1-1 0,-6 5-1 16,3 0-2-16,-2-1-2 0,1-1 0 0,1-4-2 16,0-4-1-16,1-4 0 0,1-4-8 0,2-4-12 15,-2-6-27-15,1-7-47 0,2-7-60 0,0-7-55 16,0-10-46-16,1-3-44 0,5-8-32 15,-3-6 3-15,0-2 18 0,3-1 1 0,-2-1-7 16,-1-1 12-16,0 2 32 0,0-1 51 16,-2 2 70-16,-1 2 89 0,-2 1 93 0,1 2 92 15,-3 2 96-15,1 5 67 0,-1 4 45 0,-1 5 41 16,-1 2-7-16,1 5-23 0,-2 7-23 16,1 4-28-16,-1 7-42 0,0 3-57 0,1 5-39 15,-1 3-37-15,2 5-41 0,2 2-29 16,-1 4-17-16,3 5-10 0,-1 1-7 0,3 4-3 15,-2-1-1-15,3 0-4 0,1-4-2 0,0 0 0 16,4-10-11-16,-2-2-62 0,2-4-64 16,0-8-111-16,-1-4-179 0,4-4-306 0,-3-5-335 15,3-3-251-15,-2-6-140 0,3-3 319 16,-4-5 605-16</inkml:trace>
  <inkml:trace contextRef="#ctx0" brushRef="#br0" timeOffset="91721.63">4948 8572 127 0,'5'-9'712'0,"-2"4"447"16,-1 3 103-16,1 2-134 0,0 2-350 0,-1 5-239 16,3 2-135-16,-1 4-79 0,1 1-55 0,0 4-43 15,1 3-64-15,1 1-70 0,2 3-40 16,-1 1-23-16,1 3-16 0,1-1-6 0,2-1-7 16,0 0-1-16,0-6-4 0,2-1 1 15,2-5-1-15,-3-4 2 0,4-6 0 0,-1-2 2 16,1-9 0-16,-2-3-1 0,2-4 1 0,-3-5-4 15,0-2-7-15,-1-2-9 0,0-4-7 0,-1 4-1 16,-4-3-1-16,2 3 2 0,-2 1 8 16,-2 2 12-16,-3 5 8 0,2 2 5 0,-2 2 3 15,-1 2 6-15,1 2 0 0,-3 4 0 16,2 2-1-16,-1 2-3 0,-1 4-2 0,3 3-3 16,-1 3-2-16,-1 3 1 0,2 4-1 0,2 0 0 15,-2 1 0-15,4 3-3 0,-1 0-2 16,2-1-2-16,0 2 0 0,0-1 0 0,-2-1-1 15,5 1 2-15,-3-4 0 0,0-2 4 16,1-1-3-16,-1-1 1 0,0-1 0 0,-1-5 0 16,0 3 2-16,0-1-3 0,-1-3 2 0,1 3 4 15,-1-1 13-15,0 4 8 0,0 1 6 0,-2 3 9 16,0 3 5-16,-2 1 2 0,1 5-6 16,-1 4 0-16,-1 5 1 0,-1 1-1 0,-1 7-1 15,-2 1-4-15,-4 2-4 0,-1 1-6 16,-6-1-7-16,0-3-8 0,-5-5-3 0,1-2-4 15,-7-9-3-15,1-5-4 0,-1-4-5 0,-2-8-12 16,3-7-18-16,-4-6-53 0,3-5-75 16,-1-7-143-16,1-4-266 0,0-5-309 0,1-5-373 15,0-4-322-15,2-5-41 0,2-6 641 16</inkml:trace>
  <inkml:trace contextRef="#ctx0" brushRef="#br0" timeOffset="92702.57">5653 8913 420 0,'2'12'910'0,"-2"-5"279"0,1-2-40 0,-1-2-309 16,0-5-334-16,0-3-219 0,0-3-115 16,2-5-51-16,0-6-2 0,3-3 41 0,1-5 43 15,2-4 15-15,3-3-3 0,0-1-21 0,0-1-19 16,2 2-45-16,0 3-43 0,2 1-30 15,-2 3-10-15,1 4 0 0,-1 5-4 0,1 6 2 16,-3 3 4-16,3 9 8 0,0 2-2 0,-1 7-2 16,3 6-6-16,-5 6-5 0,3 2-9 15,-3 8-8-15,0 1-5 0,0 5-8 0,0 0-4 16,1 1-3-16,0-4-2 0,-1 0-3 0,-1-5-1 16,2-3-2-16,1-5 0 0,-1-6-1 15,1-5 0-15,1-4 1 0,-1-9 0 0,0-5 1 16,3-7 2-16,-4-9 0 0,2-2 0 0,1-5 0 15,-1-3 0-15,-1 1 0 0,2 1-1 16,-3 2-1-16,0 4 0 0,1 3-1 0,-4 5 1 16,1 2-1-16,-1 4 2 0,1 6 0 15,-4 3 2-15,3 4 1 0,-4 7 0 0,2 4 1 16,-3 3 0-16,1 4-1 0,0 2 0 0,3 2-2 16,-2 0 0-16,-1 0-1 0,3 2 1 15,-2-3-2-15,3-1 2 0,-1-1-1 0,2-3 0 16,1-2-1-16,0-2 1 0,2-1 1 0,3-5 0 15,1 2 0-15,-1-5 0 0,1 0 0 16,2-4 0-16,2-2-6 0,1-2-5 0,0-3-6 16,0 1-12-16,3-6-12 0,-3 1-20 15,1-2-36-15,0 1-45 0,-2-1-48 0,-2 1-36 16,0-1-26-16,-2 3-11 0,-3-2 29 0,1 2 57 16,-3 1 64-16,-2 1 43 0,-2-1 26 15,-2 3 22-15,0-1 18 0,-2 1 12 0,-1 0 4 16,0 0 10-16,-1-2 6 0,-1-1 7 0,-1 1 5 15,2-3 25-15,-2-1 38 0,0-2 45 16,-2 1 38-16,1-3 21 0,-1 1 2 0,-3-2-18 16,0 2-23-16,-1 0-30 0,-2 2-29 15,0 4-19-15,-1-1-14 0,-2 6-12 0,-2 1-13 16,2 3-10-16,-3 5-8 0,1 2-7 0,1 5-6 16,2 3-5-16,2 2 0 0,2 7-5 15,1 1-2-15,4 5-3 0,2 3-1 0,2 3-1 16,3 2-3-16,2 0 0 0,4 1-3 0,0 1-1 15,4-3-1-15,3-3-1 0,3 1-9 16,-1-6-22-16,2-1-70 0,3-6-79 0,0-4-151 16,1-6-241-16,5-1-327 0,1-9-381 15,2-2-247-15,3-7-21 0,0-5 605 0</inkml:trace>
  <inkml:trace contextRef="#ctx0" brushRef="#br0" timeOffset="93596.63">7062 9109 56 0,'-3'12'626'16,"2"0"490"-16,-3 0 147 0,3 1-133 15,-1 0-360-15,2-2-364 0,0 0-199 0,2-3-101 16,1-2-4-16,5-3 60 0,3-5 49 15,0-5 11-15,5-2 4 0,-2-8-2 0,3-7-36 16,3-3-63-16,0-9-49 0,3-3-25 0,0-2-15 16,1-4-15-16,1 2-7 0,0 1-5 15,-1 5-2-15,-3 5-3 0,-1 4-2 0,0 7 3 16,-2 5 5-16,-1 8 4 0,-4 3 8 0,3 8 8 16,-4 6 6-16,-2 5-1 0,2 5-3 15,-2 2-4-15,1 3-6 0,0 4-6 0,-1-5-7 16,1 4-3-16,1-4-3 0,0-1-2 0,1 0-1 15,2-5-1-15,-1-1 0 0,2-5 1 16,0-2-1-16,0-4 0 0,1-5 1 0,-1-2 0 16,1-4 0-16,-2-2-1 0,0-1 0 15,1-2 0-15,1-3 1 0,-1 2 0 0,0-1-1 16,0 1 1-16,0 0-1 0,-2 0-1 0,0 0 2 16,-1 4-1-16,2 2 1 0,-2 0 0 15,1 5 0-15,1 2 0 0,0 4 1 0,-2 1-1 16,3 1 0-16,-2 4-1 0,1-1 2 0,0 2-1 15,-2-1 0-15,3-1 1 0,-3 0 0 16,2 1 0-16,-2-6-2 0,2-2 1 0,-2-5 0 16,0-4 0-16,-2-6 0 0,-1-4 0 0,0-5 1 15,-2-5-1-15,-1-4-1 0,-2-2-1 16,-1-5 1-16,-2 0-2 0,-2-4-3 0,-2-2-2 16,-1-5-1-16,0-3 3 0,-2-5 0 0,-1-5 1 15,-1-2 2-15,-3-5 2 0,2-1 2 16,-1 3-1-16,-1 3 0 0,0 5 0 0,2 7 2 15,2 8 0-15,-2 10 2 0,0 3-1 16,3 10 0-16,-1 4 0 0,1 8-1 0,1 5-1 16,1 7-1-16,1 8 1 0,0 6 0 15,4 5 0-15,0 6 2 0,2 7 2 0,2 5 2 16,-1 6 5-16,1 5 8 0,1 7 5 0,2 6 1 16,-1 6 2-16,0 6-4 0,0 4-5 0,1 3-6 15,1-2-7-15,1-3-4 0,3-2-2 16,-1-10-1-16,3-3-1 0,-2-10-2 0,0-7-11 15,-1-9-16-15,-2-5-45 0,1-7-75 16,-4-8-95-16,-1-6-166 0,-1-4-277 0,-3-6-330 16,0-5-322-16,-3-4-176 0,-3-5 145 0,-1-3 639 15</inkml:trace>
  <inkml:trace contextRef="#ctx0" brushRef="#br0" timeOffset="93802.82">7858 8213 252 0,'-4'0'1114'16,"0"5"501"-16,2 1-140 0,2 0-320 0,3 2-450 15,4-2-323-15,2 0-173 0,5-2-89 16,2-1-32-16,6-2-17 0,4-1-8 0,0 0-14 16,4-1-13-16,4 0-5 0,-1-2-13 0,0 3-7 15,4 1-2-15,-3 1-4 0,0 2-2 0,0 2-5 16,-2 2-11-16,-2-1-58 0,-5 3-75 15,1 0-125-15,-4 2-228 0,-2 0-308 0,-4 1-355 16,0 0-280-16,-4 2-85 0,-3-5 473 16,0 5 650-16</inkml:trace>
  <inkml:trace contextRef="#ctx0" brushRef="#br0" timeOffset="95602.79">1978 10451 68 0,'6'-1'542'0,"-2"0"404"16,1 1 173-16,-2 1-30 0,-1 2-363 0,1 1-258 16,-1 6-144-16,1 2-30 0,0 3 5 0,2 3-23 15,3 2-37-15,-4 5-35 0,3 2-35 0,-2 1-51 16,-1 4-44-16,1 0-27 0,1 4-13 0,-3 1-8 15,2-2-7-15,-3 3-7 0,1-1-5 0,-1-2-3 16,-1-1-5-16,1-2-3 0,0-3-4 0,-1-2-48 16,1-3-55-16,-2-3-82 0,0-6-148 0,0 3-231 15,0-8-321-15,0 0-263 0,1-5-214 0,-1-3 54 16,0-2 517-16</inkml:trace>
  <inkml:trace contextRef="#ctx0" brushRef="#br0" timeOffset="95803.44">2169 10515 43 0,'0'-6'584'15,"3"3"473"-15,-3 3 179 0,0 1-106 0,0 4-349 16,-3 2-340-16,3 2-171 0,3 5-60 0,0 1-23 16,0 3-18-16,2 3-16 0,0 0-23 0,1 3-30 15,3 1-36-15,-2 1-25 0,1 0-13 0,0-1-10 16,3-1-3-16,-3-2-22 0,1-2-53 0,-2-3-79 15,0-1-163-15,-2-5-289 0,0-2-301 16,0-1-305-16,-4-3-207 0,1-2 143 0,-2-3 603 16</inkml:trace>
  <inkml:trace contextRef="#ctx0" brushRef="#br0" timeOffset="96072.16">1821 10487 42 0,'-3'-5'515'0,"3"4"390"0,1-1 179 15,1-1-52-15,3 3-338 0,4 0-290 0,-1 0-165 16,3 3-72-16,3-1-32 0,2-1-17 0,1 1-11 16,3 1-22-16,3-1-21 0,3 0-15 0,0 0-8 15,3-1-10-15,-1 0-13 0,2 1-9 0,2-2-4 16,1 0-1-16,0 0 1 0,-1-2 4 15,1 1-6-15,-1 0 2 0,-1 1-5 0,-2 0-33 16,-2 0-120-16,-4 2-179 0,-3 3-286 0,-3 1-271 16,-4 3-259-16,-4 0-102 0,-1 4 347 0,-5 1 480 15</inkml:trace>
  <inkml:trace contextRef="#ctx0" brushRef="#br0" timeOffset="96591.29">1958 11337 139 0,'0'-5'713'0,"0"4"414"16,2-2 71-16,1 1-137 0,2-1-424 0,1 2-303 16,2-1-147-16,6 2-65 0,-1-1-31 0,6 0 20 15,0-1 60-15,5 2 14 0,3-4-2 0,1 4-7 16,2-4-8-16,0-1-28 0,2 1-66 0,-1-2-35 15,3 0-23-15,-1-1-13 0,0-1-5 16,-1 1-9-16,-2-2 8 0,0 1 1 0,-2 1 7 16,-4-1-32-16,-1 1-57 0,-3 3-65 0,-3 1-152 15,-4 2-235-15,1 2-322 0,-6 2-283 0,0 1-216 16,-5 1 15-16,1 1 537 0</inkml:trace>
  <inkml:trace contextRef="#ctx0" brushRef="#br0" timeOffset="96836.55">2768 11272 421 0,'3'0'1316'15,"-1"1"363"-15,-2 2-242 0,0-1-328 0,0 0-492 16,1-2-265-16,-1 0-173 0,2 0-84 0,-2 0-41 15,0 0-25-15,2-2-18 0,-1-1-8 16,4-1 1-16,-1-1 2 0,1-1-33 0,0-1-72 16,-2-1-93-16,2 0-177 0,-2-1-294 0,-1 2-341 15,1 0-346-15,-3 0-181 0,2 1 208 0,-4 3 679 16</inkml:trace>
  <inkml:trace contextRef="#ctx0" brushRef="#br0" timeOffset="97285.2">3119 10987 18 0,'3'-1'600'16,"3"1"576"-16,-3 0 191 0,1-2-157 0,-1 2-333 15,0-3-325-15,0-2-164 0,2-3-107 0,0-4-53 16,1-3-33-16,0-7-29 0,1-1-61 0,1-7-50 16,1-2-27-16,2-1-13 0,-1-4-5 0,2 1-8 15,-1 1-5-15,1 1-1 0,0 1-2 0,-2 6 0 16,-2 2-3-16,-1 2 5 0,0 8 8 15,-2 1 6-15,-1 4 9 0,-2 1 1 0,1 5 5 16,-1-1 3-16,-1 5-4 0,1 3 3 0,-2 3-3 16,0 7 5-16,3 2 1 0,-2 5-3 15,-1 5 1-15,2 4-10 0,-2-1-7 0,3 4-9 16,-1 2-5-16,-1 2-2 0,1 3-4 0,0-3 4 16,-1 3 2-16,1-3-1 0,-1 0 0 0,3-1-2 15,-1-4-7-15,0 0-34 0,1-3-74 16,-2-3-116-16,-1-1-214 0,1-1-295 0,-2-2-352 0,0-3-367 15,0-3-144-15,0-2 401 0,-2 0 720 16</inkml:trace>
  <inkml:trace contextRef="#ctx0" brushRef="#br0" timeOffset="100585.56">4724 10419 277 0,'4'-11'895'0,"-4"4"377"16,0 0 1-16,0 1-111 0,0 4-424 0,0-2-249 15,2 3-123-15,-2 0-78 0,0 1-55 16,2 2-70-16,-1 4-68 0,-1 5-41 0,3 4-27 15,-1 5-13-15,1 2-7 0,0 6-6 0,2 3 0 16,0 3 0-16,1 1 3 0,-1 2 3 16,1 1 0-16,-1-3 1 0,0 2 0 0,0-4-1 15,1-2-3-15,-3-5-1 0,2-3-3 16,-2-5 0-16,0-2 1 0,-3-3-1 0,3-3-1 16,-3-2 0-16,0-2 0 0,0-2 1 0,0-4-2 15,-3-1 2-15,1-5 0 0,-1-5-1 16,-3-5-1-16,1-5-3 0,-1-3-2 0,0-4 0 15,-1-3 0-15,1-4 4 0,-2-2 2 0,2 0 1 16,-1 2 2-16,1-3 2 0,1 1-1 16,0 5-2-16,-2 2 1 0,2 4 1 0,2 3-1 15,1 6 1-15,-1 1 0 0,1 5-1 0,2 3-1 16,0-1-1-16,0 5-1 0,0 2 0 16,5 4 0-16,-2 4 1 0,4 3 0 0,2 2 1 15,1 5 0-15,1 2 1 0,1-1-2 16,-1 4 2-16,2-1-2 0,1 1 0 0,1-2 2 15,-1-1-2-15,-1-1 1 0,2-2-1 0,-4-3 0 16,5-3 0-16,-3-5 0 0,2-2 2 16,-2-6 1-16,2-7-4 0,0-4-4 0,1-6-1 15,0-6-2-15,0-3 0 0,-1-1-2 16,0-1 5-16,-1 2 4 0,-1 3-1 0,-1 3 2 16,-2 6-1-16,-2 4-1 0,-1 1 0 0,-2 6 0 15,0 3 4-15,0 6 3 0,-2 7 1 0,2 1 5 16,-2 9 0-16,-1 4-2 0,-1 7 4 15,2 2-1-15,-1 4 1 0,1 0-3 0,0 3-1 16,0 0 1-16,2 1-8 0,0 0-30 16,1-2-78-16,0-3-111 0,-1 0-229 0,0-5-292 15,-2-5-356-15,2-5-384 0,-2-3-154 0,3-7 402 16,-3-6 770-16</inkml:trace>
  <inkml:trace contextRef="#ctx0" brushRef="#br0" timeOffset="100788.64">5443 10596 203 0,'7'4'1030'0,"-3"3"581"16,-2 4-90-16,-2 2-293 0,-2 3-455 0,-1 0-302 15,0 2-205-15,-2 2-107 0,0 1-50 16,1-2-38-16,1-1-28 0,1-1-20 0,-1 0-14 16,3-3-8-16,2-2-19 0,-1-1-80 15,1-4-96-15,-2 0-192 0,1-2-281 16,-1-5-341-16,-3-5-409 0,0 1-197 0,-3-2 229 0,-3 0 758 15</inkml:trace>
  <inkml:trace contextRef="#ctx0" brushRef="#br0" timeOffset="100999.79">5371 10080 127 0,'-2'-24'923'0,"1"5"685"0,-3 6-7 0,-2 2-318 16,1 4-435-16,-1 2-344 0,0 1-215 15,1 3-120-15,0-1-64 0,2 2-37 0,0 0-27 16,-1 0-21-16,4 3-11 0,0 1-7 0,0 2-4 16,4 4-16-16,-3-1-60 0,2 2-75 15,1 3-146-15,-3 1-274 0,1 3-322 0,1-1-384 16,-3 6-293-16,0-3-6 0,-2 5 660 16</inkml:trace>
  <inkml:trace contextRef="#ctx0" brushRef="#br0" timeOffset="101336.04">5660 10668 17 0,'14'13'407'16,"0"-2"305"-16,-1-4 197 0,1 0 100 0,-3-4-243 16,1-3-238-16,0-2-136 0,-3-6-72 15,3-3-27-15,0-3-53 0,1-6-36 0,-1-3 4 16,1-3 18-16,-3-3 3 0,2 2-12 15,-4-3-21-15,0 2-35 0,-3 0-37 0,1 6-32 16,-4 1-16-16,-2 2-7 0,-2 5-7 0,0 2-4 16,-5 3-12-16,2 3-11 0,-1 2-9 15,-4 4-9-15,1 4-8 0,1 4-5 0,-2 4-3 16,1 2-1-16,1 4-1 0,0 4-2 16,1 1 0-16,3 4-1 0,-2 2 1 0,1 1 0 15,2 2 1-15,-1-1 2 0,3 2 2 0,1-1 1 16,1-2 0-16,4 1-2 0,0-4-1 0,3-4-1 15,0-2-2-15,3-3-1 0,3-5-10 16,2-4-33-16,1-3-72 0,-1-4-83 0,1-4-161 16,-1-5-291-16,2-3-332 0,-2 0-350 15,1-2-210-15,0-1 107 0,-3-1 673 0</inkml:trace>
  <inkml:trace contextRef="#ctx0" brushRef="#br0" timeOffset="102268.16">6251 10101 278 0,'-3'-11'642'0,"0"2"334"0,-1 2 157 15,1-1-240-15,-1 2-269 0,-1 3-162 0,2 2-122 16,0 2-78-16,-2 2-44 0,3 5-15 0,-1 0 10 16,0 4-6-16,1 5-7 0,1 3-29 15,1 4-32-15,0 6-29 0,1 4-32 0,4 4-22 16,0 8-11-16,1 2-4 0,4 6-6 15,1-2-10-15,0 4-5 0,3 1-3 0,0-2-8 16,2-2-2-16,2-5-2 0,0-4-3 0,0-7-2 16,4-8-2-16,0-6 0 0,3-7 1 0,-2-9 0 15,2-7 1-15,-1-10-1 0,-1-7 1 16,0-8-3-16,-1-8 3 0,-2-5 3 0,-1-3-1 16,-3-2 2-16,-3-2 1 0,1 3 4 0,-5 3 0 15,-4 3-2-15,0 5-1 0,-5 2 2 16,0 6 4-16,-3 3 5 0,-2 3 5 0,-3 4 2 15,0 5 1-15,-3 2-2 0,2 5-3 16,-3 4-7-16,-2 4-6 0,1 5-4 0,1 6-3 16,-1 3-2-16,2 3 0 0,0 6-1 15,5-1-1-15,-1 2 2 0,4 1 0 0,0 2 0 16,5-1 1-16,1 0-1 0,2 0-1 0,1-1-12 16,4-4-47-16,0 0-74 0,0-6-120 15,1-5-215-15,3 0-305 0,-1-4-357 0,3-7-328 16,-2-2-138-16,0-4 425 0,-1-4 700 0</inkml:trace>
  <inkml:trace contextRef="#ctx0" brushRef="#br0" timeOffset="102621.35">6831 10731 28 0,'2'0'596'0,"1"0"505"15,-1 0 177-15,-1 0-123 0,1-2-346 0,0 1-381 16,1-2-214-16,0-3-108 0,3-5-52 0,0-1-24 15,2-3-10-15,-1-6-7 0,5-2-6 0,1-2 3 16,1-2 0-16,0-1-4 0,1 1-2 16,-1 0-3-16,0 5 2 0,0 2 14 15,-2 5 87-15,0 3 91 0,-1 6 41 0,-1 4 17 16,2 5-2-16,-2 6-22 0,-2 6-64 0,1 3-57 16,-1 5-35-16,-2 2-23 0,3 0-14 0,-2 3-14 15,1-3-6-15,0 2-8 0,0-6-3 16,1 2-3-16,-1-4-2 0,2 0-3 0,-2-3 1 15,4-3-3-15,-2-4-8 0,2-2-14 16,-2-2-25-16,-2-4-43 0,2-2-55 0,-3-2-54 16,1-1-42-16,-3-1-31 0,0-1-2 0,1 0 29 15,0 0 40-15,-3 0 7 0,-1-2-38 0,-2 2-80 16,2-1-114-16,-1-5-175 0,1 1-244 16,1 0-143-16,-1-3 45 0,-1-3 239 0,1 0 307 15</inkml:trace>
  <inkml:trace contextRef="#ctx0" brushRef="#br0" timeOffset="102768.55">7265 10213 140 0,'-4'-13'677'0,"1"4"428"0,0 0 112 15,-3 6-150-15,3 0-390 0,0 7-285 0,-1 3-171 16,3 1-95-16,-1 4-51 0,2 2-32 0,0 2-21 16,3 1-15-16,-1 1-29 0,1 0-107 0,0 1-190 15,1-2-288-15,0 1-267 0,2-2-259 16,1 0-138-16,4 0 318 0,3-1 517 15</inkml:trace>
  <inkml:trace contextRef="#ctx0" brushRef="#br0" timeOffset="103084.81">7840 10787 488 0,'19'17'1068'0,"-2"-2"261"0,-4-3-89 0,1 0-192 15,-4-6-369-15,0-2-217 0,0-6-123 16,-3 0-70-16,-2-10-50 0,-1-1-79 0,1-7-60 15,-2-2-33-15,2-4-17 0,-4 1-7 16,-2-5-6-16,-2-2-3 0,-2 0-2 0,-1-4-3 16,-2 1 0-16,-3 0 6 0,0 4 10 0,-1 2 8 15,0 5 9-15,-1 5 8 0,-1 5 2 16,1 6-3-16,1 3-8 0,-1 5-7 0,4 7-5 16,-1 5-5-16,2 5-3 0,4 5-4 0,0 3-2 15,3 6 0-15,2 0-2 0,3 4 0 16,0 2-2-16,7 1-2 0,0 2-3 0,2 1-1 15,4-2-3-15,2 1-4 0,1 0-6 16,1-5-14-16,1 0-25 0,-1-7-68 0,-3-1-88 16,0-5-176-16,-2-1-284 0,-3-5-344 0,0-1-411 15,-4-3-256-15,-1-5 113 0,-5 1 785 16</inkml:trace>
  <inkml:trace contextRef="#ctx0" brushRef="#br0" timeOffset="104552.69">3704 12186 4 0,'0'-6'553'0,"-3"3"518"15,1-2 218-15,-2 2-81 0,-1 3-258 16,1-1-369-16,1 2-188 0,-1 2-103 0,4 3-60 16,0 5-41-16,4 6-43 0,1 4-44 0,5 7-33 15,4 6-16-15,0 7-7 0,5 1-14 0,0 1-12 16,5 0-9-16,-1-5-5 0,4-1-3 16,-1-8-2-16,1-2-7 0,3-10-5 0,-3-4-3 15,-1-7-1-15,-2-6 0 0,-2-6 0 16,-6-3 10-16,-3-6 5 0,-4-3 3 0,-4-1 1 15,-5-5 2-15,-5-1 8 0,-4 2 11 0,-4-1 10 16,-1 3 9-16,-5 0 5 0,0 3 3 16,-5 3-5-16,0 1-10 0,-1 5-9 0,0-2-10 15,0 5-4-15,4 0-5 0,2 5-3 0,0 0-2 16,5 2-3-16,4 0 0 0,-1 7-2 0,5 1-6 16,3 2-5-16,1 4 4 0,2 3 3 15,2 0 1-15,3 3-2 0,1 0-13 0,3 3-48 16,-1-1-71-16,0 2-77 0,0-3-142 0,3 0-227 15,-1-2-311-15,-1-2-268 0,5-3-206 16,-4-5-27-16,4-2 465 0,-3-5 549 0</inkml:trace>
  <inkml:trace contextRef="#ctx0" brushRef="#br0" timeOffset="105017.32">4082 12278 52 0,'9'11'434'0,"1"2"287"0,4 1 237 16,-1 6 127-16,4 3-321 0,1 3-216 15,0 3-88-15,3 2-10 0,1 4-40 0,0 1-81 16,0 3-52-16,-1-3-40 0,3 4-46 0,-4-1-56 16,-1 2-46-16,0-2-27 0,0-2-26 15,-5 1-14-15,2-2-11 0,-5-2-1 0,-1-2-4 16,1-3 0-16,-5-6 0 0,-1-2 1 15,-2-5 10-15,0-2 4 0,-3-3 1 0,0-4 0 16,-4-5-2-16,-3-4-3 0,1-5-9 0,-5-6-7 16,1-3-2-16,-1-7 2 0,-1-5-6 0,-3-5-2 15,-2-6-2-15,-3-4 0 0,0-4-2 16,-2-5-2-16,-1-2 6 0,3-3 2 0,0-2 8 16,3 1 3-16,1 3 0 0,6 0 2 0,0 8 1 15,3 1 2-15,4 8-7 0,1 6-2 16,1 2 0-16,1 9-2 0,1 3-3 0,1 5-1 15,3 3 1-15,1 4 0 0,3 3 2 0,-1 6-1 16,2 2 1-16,2 6 4 0,0 2 1 16,-1 5-6-16,1 3-3 0,-2 4 0 0,-1 4 0 15,2 3-4-15,-3 3 1 0,-1 1 3 16,-1 2 3-16,0-1-1 0,0 1-1 0,-2-4-11 16,-1-1-73-16,0-4-75 0,-1-3-173 0,-1-6-278 15,-2-3-322-15,-1-6-381 0,0-8-226 0,1-3 92 16,-1-6 707-16</inkml:trace>
  <inkml:trace contextRef="#ctx0" brushRef="#br0" timeOffset="105218.69">4670 12234 191 0,'14'5'848'0,"-2"2"516"0,-2 3 126 15,-3 4-182-15,-1 3-455 0,-3 0-319 16,1 2-168-16,-2 4-110 0,-2 1-91 0,2 2-65 15,-2 0-40-15,0 0-26 0,0-3-16 0,2-1-10 16,-1-1-7-16,2-4-7 0,-1-2-40 16,0-3-80-16,-2-4-143 0,-2-2-265 0,0-4-302 15,-2-4-390-15,-4-4-390 0,-2-2-54 16,-1-4 672-16</inkml:trace>
  <inkml:trace contextRef="#ctx0" brushRef="#br0" timeOffset="105387.1">4529 11837 281 0,'-3'-11'1110'16,"-2"5"484"-16,-1 1-136 0,-2 4-307 0,4 1-456 15,-1 1-282-15,0 2-187 0,2-1-98 0,1-1-47 16,0 2-24-16,4-1-30 0,3 3-30 16,1-2-82-16,1 4-92 0,5-1-175 0,-2 1-284 15,1 3-324-15,3-2-375 0,-3 1-196 0,3 3 180 16,1 3 681-16</inkml:trace>
  <inkml:trace contextRef="#ctx0" brushRef="#br0" timeOffset="106218.76">5293 12152 148 0,'-3'-13'779'15,"-4"5"502"-15,-2-2 170 0,-2 4-128 0,1 0-431 16,-2 3-337-16,1 2-166 0,-3-1-100 0,1 4-93 16,0-1-69-16,-1 4-42 0,1-1-29 15,1 2-18-15,2 0-14 0,4 0-9 0,-2-2-8 16,2 3-4-16,4-1-4 0,-1-2-1 15,3 2-1-15,3 0-1 0,-1 0 1 0,4 0 0 16,3 2 0-16,1-3 0 0,4 1 1 0,0 3 0 16,5-6-1-16,-1 4 2 0,4-1-2 15,0 0 1-15,-1-1-1 0,1-1 1 0,1 0 1 16,-3 1 1-16,-2 1 0 0,0-2 3 0,-4 2 0 16,-1 2 0-16,-2 0 2 0,-5 3 0 15,-3 2-1-15,-1 1 0 0,-4 1 1 0,-1 5 0 16,-3-1-1-16,-2 4 0 0,-3-1 0 0,-2 4-1 15,-1-2-1-15,0 1-7 0,-2-1-3 16,0-1-2-16,0-2-2 0,2-2 0 0,0-1-14 16,3-4-41-16,-1-1-71 0,2-2-105 0,3-3-189 15,1 0-304-15,1-1-348 0,5-4-321 16,0 2-161-16,3-5 300 0,2 2 689 0</inkml:trace>
  <inkml:trace contextRef="#ctx0" brushRef="#br0" timeOffset="106784.7">6262 11706 42 0,'2'-11'590'0,"2"3"484"0,-4 2 183 0,2-1-95 16,-2 3-325-16,0-1-305 0,3 4-135 0,-3-1-75 15,2 2-52-15,-1 0-41 0,3 2-45 16,-1 2-44-16,2 4-48 0,1 7-24 0,5 3-10 16,-3 4-6-16,3 5-2 0,3 5-13 15,-1 4-9-15,-1 3-12 0,1 3-6 0,0 1-4 16,-1 1-3-16,1-1-2 0,-2-1 0 0,0-1 0 16,-1-3 0-16,1-3-1 0,-2 0 0 0,-2-5-2 15,-1 1-26-15,-3-6-71 0,0-2-80 16,-3-2-161-16,-4-2-286 0,-1-5-330 0,-2-2-360 15,-4-3-222-15,-1-3 94 0,-1-3 676 16</inkml:trace>
  <inkml:trace contextRef="#ctx0" brushRef="#br0" timeOffset="107025.13">6101 12085 185 0,'6'-8'749'0,"2"0"376"15,-3 1 53-15,1 3-137 0,2-1-435 16,3 1-284-16,0 0-138 0,2 0-65 0,1 0-33 16,2 0-16-16,1-1-29 0,1-1-21 15,2 0-10-15,2 2-6 0,-1-2-2 0,1 1-2 16,0-1 1-16,2 2 3 0,0 0 0 0,-2 1-22 16,0 3-96-16,-2 3-163 0,-4-1-296 15,-3 4-266-15,1 2-269 0,-4 3-152 0,-4-2 252 16,0 5 507-16</inkml:trace>
  <inkml:trace contextRef="#ctx0" brushRef="#br0" timeOffset="107319.03">6714 12283 264 0,'16'4'529'16,"-2"-4"238"-16,-1-3 161 0,0 0-200 0,-2-6-162 15,1-1-109-15,-2-4-68 0,-2-1-59 16,0-4-69-16,1-4-64 0,-2 0-57 0,-1-1-22 15,-1 0 19-15,-2 0 48 0,1 1 56 16,-2 3 18-16,-2 4-2 0,-4 1-20 0,-1 3-42 16,0 3-55-16,-3 3-52 0,-2 5-35 15,0 2-20-15,-2 7-14 0,0 4-11 0,-1 6-6 16,0 5-3-16,1 2-1 0,2 2 1 0,2 2 0 16,2 2 0-16,2 2 2 0,2 0 0 0,2-1 0 15,3 4-8-15,3-5-4 0,0 0-2 16,1-1 4-16,3-4-22 0,0-1-69 0,2-5-61 15,-1-4-114-15,1-2-192 0,-1-7-323 16,-1-2-338-16,2-5-239 0,-2-5-124 0,2-2 369 16,0-5 621-16</inkml:trace>
  <inkml:trace contextRef="#ctx0" brushRef="#br0" timeOffset="107801.95">7089 11901 187 0,'-6'-14'820'16,"-1"0"453"-16,-2 5 128 0,0-1-106 0,-1 3-435 16,0 1-319-16,0 4-160 0,0 2-97 15,2 2-84-15,-1 2-82 0,2 4-49 0,1 4-29 16,3 3-16-16,1 1-9 0,2 7-7 0,2 2-4 16,1 3-2-16,3 3-3 0,2 2-2 0,1-3 0 15,1 2-2-15,1-3 2 0,3-3-1 16,-1-2 1-16,3-5-1 0,-2-1-1 0,2-5 1 15,0-6 0-15,-2-4-1 0,2-3 2 0,-2-8 1 16,-1-2 1-16,-2-6 1 0,1-3-1 16,-4-3-3-16,0-6 0 0,0 0 0 0,-5-1-2 15,0-3 0-15,-1 2 1 0,-2-1 2 0,-2 3 3 16,-4 0 1-16,0 1-1 0,1 1 1 16,-3 2 1-16,3 1 1 0,-1 3 0 0,-2 1 1 15,4 2-1-15,-1 3-2 0,2 2 1 0,1 3-4 16,0 0-2-16,2 4-1 0,0 1 0 15,2 4 2-15,3 0 0 0,1 3 3 0,3 3 2 16,-1 2 0-16,2 2 1 0,4 2 0 0,-3 3 0 16,0 5 1-16,3 1-1 0,-1 2 3 15,0 2-1-15,-2 2 2 0,0 0 0 0,-2 5-1 16,-1-2 0-16,0 2-1 0,-1-1 0 16,0 1-2-16,-4-2 2 0,2 0-2 0,-3-1-1 15,0-2 0-15,-1-2-3 0,-1 0-1 16,0-3-3-16,0 0-6 0,-3-2-50 0,1-2-80 15,-3 0-149-15,1-1-269 0,-2-3-311 0,3 0-389 16,-1-2-329-16,4 0-1 0,2-2 676 0</inkml:trace>
  <inkml:trace contextRef="#ctx0" brushRef="#br0" timeOffset="108674.24">7546 12366 168 0,'5'6'756'0,"0"-1"414"16,-2-3 60-16,1 0-158 0,-1 1-437 0,1-3-294 15,-1 0-137-15,2-3 6 0,1 0 41 16,1-2 13-16,2-4-3 0,-1-4-20 0,0-4-31 15,1-5-68-15,1-3-57 0,-1-6-29 16,-1 0-19-16,3-3-7 0,-1 2-5 0,-1-1-6 16,2 1-8-16,-3 4-5 0,-1 7-7 0,-1 1-4 15,0 4 0-15,-1 4 6 0,-2 2 5 16,0 6 10-16,2 3 7 0,-2 6 4 0,5 3-1 16,-4 7-2-16,3 6 0 0,1 1-10 0,0 6-6 15,1 0-3-15,-1 0-1 0,2 3-3 16,2-3 0-16,-2-1 2 0,-1-2-1 0,2-1-1 15,0-5-1-15,-1-1-1 0,1-4-2 16,0-3-1-16,0-4-1 0,0-3-1 0,0-6-1 16,-1-4 3-16,2-6 0 0,0-4 2 15,-2-4 2-15,0-3 0 0,1-2 1 0,0 0-1 16,-3 0 0-16,3 3 1 0,-3 0-1 0,3 2-1 16,-3 2 1-16,0 0 0 0,1 5-1 0,-4 1 1 15,1 3-2-15,-1 1 2 0,-1 2 0 16,0 2 0-16,-1 1 0 0,0 1-1 0,0 1 1 15,2-1 0-15,-3 2 1 0,1 0-1 16,2 0 0-16,-2 0 0 0,2 0 2 0,2 2-2 16,-2-1 0-16,2 2 0 0,-1-1 0 0,3 2 0 15,-1 2-1-15,2 2 1 0,0 1 2 16,0 2-2-16,0-1 3 0,0 3-3 0,0 1-1 16,0 0-1-16,0 3-13 0,0-3-44 0,-2-1-76 15,-1 1-100-15,2-5-177 0,-3-1-302 16,-1-2-342-16,0-1-323 0,-2-5-160 0,4-5 247 15,-4-1 667-15</inkml:trace>
  <inkml:trace contextRef="#ctx0" brushRef="#br0" timeOffset="108841.18">8419 12078 249 0,'9'12'602'0,"-1"3"272"15,0 0 152-15,0 2-161 0,1 2-240 0,-1 2-170 16,-1 1-92-16,1 2-54 0,1 1-69 15,-1 5-68-15,-1 1-52 0,-1 0-36 0,1 2-26 16,0-1-27-16,-1-4-13 0,1 1-29 16,-1-5-35-16,-3-3-108 0,0-5-184 0,0-2-292 15,-3-8-276-15,0-5-257 0,0-5-157 16,-1-5 310-16,-1-6 537 0</inkml:trace>
  <inkml:trace contextRef="#ctx0" brushRef="#br0" timeOffset="109051.49">8547 11620 342 0,'-8'-4'1372'0,"0"0"400"0,0 1-271 0,-1 3-352 16,-1 3-433-16,1-1-347 0,2 2-172 16,-2-2-76-16,6 1-42 0,0 0-28 0,1-1-25 15,2 3-14-15,3-1-9 0,2-1-8 16,4 1-23-16,-1 2-80 0,2-1-105 0,1 1-220 15,-2-2-290-15,1 2-363 0,-2 4-432 16,1-2-180-16,-2 6 367 0,-1 2 820 0</inkml:trace>
  <inkml:trace contextRef="#ctx0" brushRef="#br0" timeOffset="109783.82">8825 11500 428 0,'2'-11'839'0,"-1"0"283"0,-1 1 26 16,2-1-320-16,-2 0-274 0,0 2-131 15,1 0-43-15,-1 2-29 0,0 0-37 0,2 2-40 16,-2 0-40-16,2 2-56 0,-1 0-58 0,-1 2-42 16,0 1-22-16,3 0-5 0,-3 4 1 0,4 3 2 15,-1 4 3-15,2 6-2 0,1 6 1 16,0 8-7-16,-1 5-6 0,3 9-5 0,-2 6-7 15,0 3-2-15,2 7-5 0,-1-2-4 16,-1 3-5-16,3-4-5 0,1-3-2 0,-2-4-4 16,4-7-1-16,-2-2-2 0,3-9 0 0,1-6-2 15,0-6-2-15,2-7 0 0,0-3-3 0,3-11 1 16,-2-8 1-16,4-9 2 0,-1-7 2 16,1-7 0-16,1-3 2 0,0-4 1 0,0-1-1 15,-1 0 0-15,-1 3-1 0,-2 4-1 16,-3 5 0-16,0 4-1 0,-3 4 0 0,-2 5 0 15,-2 3 1-15,-1 5 0 0,0 5 2 0,-1 6 1 16,-1 3 2-16,-2 5 0 0,3 6 0 16,-2 4 0-16,-1 3-1 0,0 4-2 0,2 2-1 15,-2 1-1-15,2 2 0 0,1 1-1 16,3-2-1-16,-1-2 0 0,-1-2-1 0,5-4-1 16,-1-1-1-16,2-6-3 0,3-2-12 0,-2-5-20 15,2-5-54-15,-2-3-77 0,0-7-119 16,-1-1-201-16,0 0-300 0,-1-5-359 0,-2 0-302 15,2-2-126-15,-2 3 358 0,-2-3 671 16</inkml:trace>
  <inkml:trace contextRef="#ctx0" brushRef="#br0" timeOffset="110084.75">9703 11497 400 0,'-2'-38'1441'0,"-1"9"362"16,0 8-295-16,-1 7-361 0,-3 6-452 0,2 4-321 15,0 4-165-15,-1 4-77 0,1 4-43 0,0 3-30 16,1 2-21-16,1 1-15 0,1 2-9 15,4 1-6-15,-1 2-3 0,5 1-5 0,-1 1-2 16,2 0-11-16,1-2-28 0,-2-1-85 16,5-3-153-16,-3-2-253 0,0-3-317 0,-1-3-418 15,-2-1-486-15,-2 0-37 0,-3-1 775 0</inkml:trace>
  <inkml:trace contextRef="#ctx0" brushRef="#br0" timeOffset="111000.91">2796 12314 475 0,'2'7'983'16,"-2"-1"253"-16,0-2-59 0,2 1-325 15,-1-1-326-15,2 1-165 0,4-1-61 0,-1 3-30 16,2 1-27-16,3-3-20 0,-1 1-14 0,2 0-52 15,3 0-51-15,0-2-29 0,1 1-19 0,1-3-14 16,1 0-16-16,1 0-11 0,1-2-4 16,-1 0-5-16,2 0-8 0,1-2-5 0,-1 0-4 15,-1 0 4-15,-1 2-1 0,-1-2-12 0,-3 4-51 16,-2-1-66-16,-5 4-146 0,1 2-284 0,-4 4-312 16,-2 3-364-16,-3 4-279 0,-3 1-16 15,0 1 655-15</inkml:trace>
  <inkml:trace contextRef="#ctx0" brushRef="#br0" timeOffset="111234.85">2776 13352 194 0,'-3'21'850'15,"0"-3"460"-15,1-1 12 0,0-5-209 0,2-1-445 16,0-2-328-16,0-2-163 0,4 1-91 0,0-4-43 15,4 2-23-15,3-3-7 0,2 1-7 0,4 0-3 16,1-2 0-16,4 0-6 0,0 1 0 0,5-2-2 16,0 4 4-16,3-3 1 0,0 2-8 0,6-1-26 15,-3 1-87-15,0 3-206 0,2-1-288 16,0 1-279-16,0 2-280 0,-2 1-179 0,2 0 270 16,0 0 600-16</inkml:trace>
  <inkml:trace contextRef="#ctx0" brushRef="#br0" timeOffset="112050.9">4194 13648 53 0,'-6'-3'451'0,"-2"2"383"15,3-2 268-15,-3 1-17 0,4 2-312 16,-1-3-231-16,3 1-167 0,-1 2-109 0,1 2-86 15,2 1-55-15,2 3-11 0,3 3 29 0,3 5 37 16,4 4 16-16,1 5 1 0,4 7-10 0,1 1-25 16,4 7-42-16,-2 0-40 0,1 5-23 15,1 0-10-15,0 0-7 0,-1 2-9 0,-2-1-7 16,1 0-6-16,-4-3 0 0,0 1-2 16,-2-1 0-16,0-4-2 0,-4-1 1 0,-2-2-2 15,0-3-3-15,-2-4-4 0,-3-2 0 0,0-4 0 16,-1-5 1-16,-2-1 2 0,2-2 3 15,-4-6 0-15,2-4-3 0,-5-3 2 0,0-6-3 16,-4-4-3-16,1-7-7 0,-3-4-3 0,-3-6-2 16,-2-6 0-16,0-6-2 0,-3-4-1 15,-1-6 3-15,-1-6 3 0,2-5-2 0,0 0 7 16,2-3 2-16,6 1-3 0,1-1 0 16,5 4-1-16,5 3 1 0,0 5-6 0,5 5-4 15,0 5 4-15,3 7 2 0,4 4 0 0,-2 4 1 16,1 3 0-16,2 8 3 0,-2 2-2 15,3 2 3-15,0 5-1 0,-2 4 2 0,1 2 1 16,0 1 1-16,-2 4 3 0,0 2 3 0,-3 1 4 16,2 3 12-16,-3 0 6 0,0 6 7 0,-4 2-2 15,2 5-1-15,-5 3-2 0,0 6-10 16,-5 0-12-16,0 6-9 0,-1 2-4 0,-3 2-2 16,2 2-4-16,-2 0-1 0,-1-2 2 15,3-2 1-15,0-3 0 0,1-6-7 0,1-6-18 16,2-7-49-16,-2-1-74 0,4-10-122 15,1-4-205-15,0-6-304 0,1-8-348 0,5-8-323 16,-3-2-132-16,4-5 404 0,-1-5 676 0</inkml:trace>
  <inkml:trace contextRef="#ctx0" brushRef="#br0" timeOffset="112467.8">4751 13464 518 0,'3'-2'1123'0,"-1"1"361"15,-4 2-55-15,-1 3-330 0,-2 4-424 0,-1 1-228 16,-2 6-132-16,-2 2-101 0,1 4-76 0,2 2-48 16,1 5-29-16,-2 1-19 0,5 5-13 0,0 0-7 15,3 2-7-15,0 2-5 0,5-2-5 16,0-2-3-16,4-3-3 0,0-5-2 0,5-5-2 16,-1-7 0-16,3-7 1 0,1-6-5 15,2-5-9-15,-1-8-14 0,-1-3-25 0,-2-8-42 16,0-2-46-16,-4-2-40 0,-1-1-25 0,1-4-8 15,-5 4 15-15,2-3 45 0,-5 1 57 0,1 4 48 16,-2 0 30-16,-2 2 11 0,-2 4 11 16,0 1 33-16,2 6 52 0,-2 1 47 0,2 1 27 15,-1 5 4-15,1 4-7 0,1 2-26 16,1 4-42-16,0 3-40 0,2 5-25 0,1 3-11 16,1 3-7-16,2 3-2 0,0 2-3 0,3 2 1 15,0 1 0-15,3 2 1 0,-1-1 3 16,0 3 0-16,1-3 1 0,0 0 0 0,0-1-1 15,-1-4-2-15,1-1-2 0,-3-4-2 0,-1-2-18 16,2-5-60-16,-2-1-57 0,-2-6-86 16,0-3-158-16,-4-3-278 0,1-6-308 0,0-1-243 15,-2-5-193-15,2-2 137 0,1-4 563 16</inkml:trace>
  <inkml:trace contextRef="#ctx0" brushRef="#br0" timeOffset="113084.53">5309 13641 33 0,'6'18'467'16,"-1"-2"384"-16,-2 0 230 0,2 1-1 0,-2-1-345 15,0-1-262-15,-1-2-176 0,1-3-102 0,0-2-62 16,0-1-46-16,0-4-37 0,0-5-23 16,2-2-14-16,-2-5-7 0,2-3-2 0,0-4-1 15,-2-5 4-15,3 1-3 0,-1-4 0 16,0-3 1-16,-2 2-6 0,2-2-11 0,-2 0-7 15,0 2-3-15,3 3-2 0,-4 0 1 0,1-1 2 16,0 4 2-16,1 1 3 0,0 0-1 16,0 1 1-16,-1 2 1 0,3 1 1 0,-2 1 3 15,1 3 5-15,0 1 2 0,2 2 0 16,-1 3-1-16,1 1-1 0,0 0 4 0,1 1-2 16,0 1 1-16,1 1 4 0,-1 0 1 0,0 0 3 15,0 1 1-15,1-1 5 0,-2 2 16 16,-1 0 15-16,-1-1 18 0,1 0 22 0,-1 1 55 15,-2 2 78-15,2 1 55 0,0 0 11 16,-2 1-7-16,-1 0-19 0,-1 2-42 0,-1 1-56 16,-1 2-44-16,-1 1-28 0,-1 3-17 0,-2 1-13 15,0 5-12-15,0 3-8 0,-2 2-7 0,0 4-7 16,-1 6-5-16,0-2 1 0,-1 9 3 16,1 0-1-16,2 0-1 0,1 1-1 0,0-5-3 15,3-4-6-15,2-8-8 0,2-6-2 16,3-5-1-16,0-7-2 0,1-6 1 0,2-6 2 15,1-6 1-15,1-9-1 0,1-3-2 0,1-8-4 16,0-3-6-16,-1-3-8 0,1-2-6 0,0-3-5 16,0 3 0-16,-2 1 1 0,-1 3 6 15,-1 1 8-15,-2 7 7 0,-1 3 6 0,0 4 5 16,-2 2 3-16,0 4 2 0,-3 5 1 16,0 4 1-16,0 3 3 0,-3 5-2 0,1 4 1 15,-1 4-1-15,0 6 0 0,1 1-2 0,1 5-3 16,1 5-2-16,0-2-1 0,1 3-1 15,3 4 0-15,0-1-1 0,3 2-1 0,2 1-17 16,-1-1-68-16,3-5-81 0,2 1-173 0,-1-7-276 16,6-1-338-16,-1-5-408 0,2-2-275 15,2-5 80-15,-1-5 769 0</inkml:trace>
  <inkml:trace contextRef="#ctx0" brushRef="#br0" timeOffset="114359.2">6142 13816 362 0,'6'5'948'0,"-4"-1"332"15,1-2-42-15,0 1-272 0,-3-3-395 0,2-2-267 16,-4-2-130-16,2-5-36 0,-3-4 5 16,3-5 19-16,0-2 9 0,-2-4 3 0,2-5-9 15,0-2-34-15,2-4-35 0,0 1-26 0,-1 0-17 16,2 2-13-16,-1 2-7 0,1 4-4 15,-1 5-2-15,0 5-4 0,-1 3-9 0,1 1 2 16,-1 5 2-16,-1 3-7 0,2 2 3 0,2 4-5 16,-1 9 4-16,2 1-6 0,-1 7-3 15,0 3 3-15,3 4-6 0,0 4-3 0,1 0-3 16,0 1 1-16,2 2 2 0,-1-1 1 0,2-4 0 16,-3 1 1-16,3-5 3 0,-3-2-3 15,-1-4-2-15,-1-4 0 0,0-2-2 0,0-5 2 16,-1-4-2-16,0-4 1 0,0-7 1 15,1-5 2-15,0-7 2 0,-1-4 1 0,0-2 0 16,3-5 0-16,-2 0 0 0,2 0 0 0,0 2-1 16,0 1 0-16,-2 3-2 0,2 6-1 0,-2 1 0 15,-1 5-1-15,0 5 2 0,0 3 2 16,2 2 4-16,0 8 6 0,-2 4 3 16,-1 5 7-16,1 3 4 0,0 4 0 0,1 4-2 15,-1 0-4-15,0 1-1 0,1 4-7 0,-1-4-3 16,1 4-3-16,0-4-1 0,2-1-3 0,-3-1-2 15,2-7-1-15,0 1-2 0,-1-6-2 16,1-3 0-16,-1-3 2 0,1-6 0 0,0-5-1 16,0-5 2-16,-1-7 0 0,2-4 1 0,1-1 1 15,-1-4 1-15,0 0 0 0,2 1 2 16,-1 3-1-16,1-1 0 0,-2 3-2 0,3 4-1 16,-2 1-2-16,-1 3 0 0,3 4 2 0,-3 2 0 15,0 4 0-15,0 4-1 0,1 4 2 16,-2 4 0-16,-1 3-1 0,1 3-1 0,0 3 1 15,-1 2 0-15,1-2 1 0,-1 2 0 16,2-1 1-16,1-1 0 0,-2 1 1 0,1-4-2 16,0 1-9-16,1-5-13 0,-1-2-23 0,-1-4-33 15,1-4-42-15,-1-2-47 0,1-5-35 0,-3-4-27 16,3-2-5-16,-2 1 17 0,0-5 39 16,-1-1 41-16,0 1 34 0,0-1 28 0,-2-3 22 15,0 1 18-15,2-1 11 0,-4 0 12 16,1-1 9-16,-1 0 5 0,-1-1 7 0,0 0 8 15,0 0 4-15,0 0 9 0,-1 1 9 0,1-2 28 16,0 2 47-16,0 2 59 0,0 4 57 16,0 0 22-16,-2 5-5 0,1 1-33 0,-1 6-45 15,-4 2-49-15,3 4-46 0,-4 5-33 16,3 4-10-16,-3 1-6 0,0 7-3 0,0 6 0 16,-1 0-2-16,3 8-1 0,-1 1-2 0,0 3-3 15,3 1 1-15,1 2-4 0,2 0-2 0,2-1-7 16,1-2-1-16,5-3-1 0,0-2 0 15,1-4-2-15,2-4-1 0,3-5 3 0,-1-5-2 16,3-4-3-16,3-3-18 0,-2-7-49 16,2-2-73-16,-3-8-99 0,3-3-179 0,-3-2-303 15,1-2-339-15,0-2-304 0,-4-2-169 0,3-2 241 16,-2 0 663-16</inkml:trace>
  <inkml:trace contextRef="#ctx0" brushRef="#br0" timeOffset="114600.65">7123 13065 455 0,'-5'-20'1028'0,"0"5"311"15,0 3 18-15,0 3-228 0,2 3-410 0,-3 1-243 16,3 4-131-16,1 1-88 0,2 5-85 16,0 2-68-16,2 4-37 0,1 3-17 0,0 6-5 15,5 4-2-15,-2 5-4 0,2 3-5 16,0 5-8-16,1 5-9 0,-1 4-7 0,1 5-5 15,1 5-2-15,-2 0-4 0,-1 6-1 0,1-4 0 16,-1 0-1-16,1-3-4 0,-1-4-22 16,-1-4-74-16,-1-7-99 0,-1-4-201 0,-2-6-288 15,-4-7-352-15,0-4-422 0,-3-5-210 0,-3-6 273 16,-4-6 802-16</inkml:trace>
  <inkml:trace contextRef="#ctx0" brushRef="#br0" timeOffset="115183.96">7059 13380 664 0,'7'-3'1630'0,"-3"4"104"0,-4 4-361 15,3-1-356-15,0 4-477 0,-1-1-296 0,1 0-127 16,2 3-57-16,0-2-29 0,4 2-13 16,-1-3-8-16,3 1-7 0,3-2-3 0,1-2 1 15,2-1-3-15,2-2-1 0,0-2-29 0,1 0-73 16,1-2-67-16,-2 0-107 0,0 0-157 15,-2-2-203-15,1 3-218 0,-4 2-108 0,2 2-54 16,-5 4 184-16,3 2 363 0,-3 2 344 16,-3 7 299-16,0 0 243 0,1 2 173 0,-1 1 54 15,-3 6-33-15,3-1-73 0,-3 4-35 0,4 3-19 16,-2-2-43-16,1 0-69 0,-2 0-65 16,3-3-52-16,-1-5-63 0,-1-1-66 0,1-6-55 15,1-3-32-15,-1-5-16 0,0-5-9 0,3-6-6 16,-3-6-3-16,0-6 0 0,0-5-1 15,1-3 1-15,-1-3 1 0,0-2-1 0,-2 4 2 16,2-1-4-16,-2 5 1 0,1 3-3 0,-2 5-1 16,-1 3 2-16,2 2 0 0,-1 5 1 15,0 3-1-15,0 5 2 0,1 4-1 0,-1 3 1 16,3 3 0-16,0 6-1 0,1 1 3 16,2 3 0-16,0 3 0 0,2-1-1 0,4 3 0 15,-1 3 0-15,3-2 1 0,-2 2-2 16,-1-2 0-16,0 1 0 0,0-2 1 0,-2-5-2 15,-4 0 12-15,-1-7 17 0,-2-2 15 0,-1-2 11 16,-5-2 13-16,-2-4 10 0,-5 2 0 16,-1-3-4-16,-4 1-5 0,-3-1-3 0,-2 2-6 15,-3 0-5-15,0 0-8 0,-3 2-9 0,-2 2-7 16,-2 2-9-16,-1 1-5 0,1 4-7 16,1 0-5-16,-2 4-3 0,3-2-3 0,-1 0 0 15,4 0-2-15,-1-3 0 0,2-2-1 0,2-3-3 16,1-4-8-16,-2-4-15 0,3-6-25 15,-1-3-61-15,3-8-88 0,1-3-168 0,0-4-276 16,4-2-334-16,2-3-406 0,3-1-289 0,4 2 75 16,3-3 761-16</inkml:trace>
  <inkml:trace contextRef="#ctx0" brushRef="#br0" timeOffset="116218.74">8754 13791 11 0,'-3'11'383'16,"3"-1"337"-16,-2-1 270 0,-1-2 92 15,2-1-310-15,1 0-218 0,-2-3-151 0,2 0-107 16,2-3-77-16,-2-1-65 0,1-4-32 0,2-4 35 16,1-4 55-16,0-7 23 0,2-6 7 15,-1-2-6-15,-2-7-27 0,4-1-54 0,-2-3-57 16,-1 2-29-16,1-1-20 0,1 2-8 16,-1 4-3-16,-2 2-7 0,2 3-3 0,-2 4-2 15,-1 3 0-15,1 6-4 0,0 2-6 0,-3 3 0 16,3 3-3-16,-1 1 0 0,1 5-3 15,0 3-3-15,3 8 0 0,-1 5-1 0,3 5 0 16,1 6-2-16,1 5-3 0,0 4 1 0,2 0-1 16,-1 3 0-16,-1 0 0 0,4-3 2 15,-1 3 0-15,1-5-1 0,-3-5-1 0,3-4-1 16,-1-2-1-16,-2-8-2 0,3-2-1 16,-3-5 0-16,0-7 2 0,-1-5-1 0,-1-6 2 15,-1-7 0-15,1-4 2 0,-2-5-1 0,1-2 2 16,0-3 0-16,1 2 1 0,-2 0 1 0,-1 2-1 15,0 2-1-15,0 2 1 0,-1 4-2 16,0 2-1-16,-2 4 0 0,-1 2 1 0,1 4-1 16,-1-1 1-16,-1 3-1 0,2 3 2 15,1 0-1-15,2 2 2 0,-2 2 0 0,1-1-1 16,2 2 0-16,-1 1 0 0,2 1-2 0,-2 0 0 16,0-2 0-16,1 0-1 0,-1-1-1 15,2 2 0-15,-2-2-1 0,2-1-1 0,-1-2 1 16,0-1 1-16,1-2 0 0,0-4 1 15,-3-3 1-15,4 0-1 0,-1 0-1 0,-1-2-4 16,1 2-5-16,-1 1-4 0,1-1-4 0,-1 4-2 16,1 3 0-16,-1 1 3 0,3 3 4 15,-2 6 5-15,0 0 4 0,1 5 2 0,-2 1 1 16,-1 4 0-16,1 2 2 0,0 2-1 16,-1 3-1-16,-1 0 1 0,0 4-1 0,0-2 0 15,0 2 1-15,1 1 1 0,-2 0 0 0,0 1 1 16,-1-3-1-16,0 0 1 0,0-2-1 0,1-3-10 15,-1-3-37-15,-2-3-75 0,-1-1-88 16,0-4-173-16,-1-1-296 0,-2-7-335 0,1 1-338 16,0-6-186-16,-1 1 171 0,0-7 681 0</inkml:trace>
  <inkml:trace contextRef="#ctx0" brushRef="#br0" timeOffset="116419.74">9390 13080 321 0,'-7'-41'1144'0,"-2"7"516"0,-1 7-129 16,2 5-327-16,0 6-496 0,1 3-267 0,0 4-179 16,1 1-109-16,1 4-62 0,2 1-38 15,1 3-25-15,4 3-15 0,-1 3-8 0,4 4-5 16,0 4 1-16,3 2-1 0,1 5-1 16,3 2-10-16,-3 1-36 0,4 4-76 0,-4 1-80 15,-1 1-148-15,0 4-250 0,0 1-327 0,-2 4-332 16,-3 4-200-16,1 1 13 0,-1 2 564 0</inkml:trace>
  <inkml:trace contextRef="#ctx0" brushRef="#br0" timeOffset="117084.13">9554 13812 19 0,'22'19'363'0,"0"-1"244"0,-4-3 208 0,2-6 145 16,1-1-243-16,-4-5-171 0,2-3-93 0,-1-5-48 16,-1-4-32-16,1-3-42 0,0-6-25 0,1-4-30 15,-1-7-22-15,-1-4-24 0,-1-3-38 16,0-6-36-16,-2-3-47 0,0-3-35 0,-1-1-16 15,-2-3-10-15,-2 2 0 0,-2 0-6 16,-4 5-2-16,0-3 4 0,-1 2-5 0,-4 3-2 16,1-1-7-16,-3 2-3 0,-2 1-7 0,1 5-7 15,-4-1-1-15,1 4 3 0,0 4 6 0,1 4 3 16,0 5 0-16,2 6 1 0,-3 3-5 16,3 6-5-16,0 6-7 0,1 5-4 15,-1 8-3-15,2 4-1 0,0 8 1 0,3 3 1 16,-2 9 0-16,4 9 1 0,-2 4 1 0,3 9 0 15,0 7 1-15,3 5 0 0,-1 5 1 0,3 4 1 16,0-2 2-16,4 1-2 0,1-4-1 0,3-2-1 16,3-5-2-16,2-9-1 0,1-6-2 15,0-8-3-15,5-9 0 0,0-9-1 16,1-11 1-16,1-7 0 0,1-10 0 0,-2-10 1 16,0-9 0-16,-2-7 0 0,-1-6-2 0,-3-7-1 15,-1-3-1-15,-4-3 1 0,-1 0 2 0,-2 1 1 16,-3 5 2-16,-4 1 3 0,-3 7 1 15,-2 3 1-15,0 4 0 0,-4 2 1 0,0 7 2 16,-2 1 1-16,0 3 3 0,-2 5-2 16,-2 3-1-16,2 5-1 0,0 4-2 0,-1 3-4 15,4 4-1-15,-1 2-1 0,2 3 0 0,0 2 0 16,4 0-1-16,2 1 3 0,0 3-2 16,0 1 1-16,4 0 0 0,0-1-1 0,2 0 0 15,-1-1-3-15,4-4 0 0,-1-4 0 0,3-1-1 16,0-7 1-16,2-3-1 0,0-4 2 15,0-7-1-15,2 1 1 0,0-9 0 0,-3 0 0 16,4 0 0-16,-4-2-1 0,0-1 2 0,0 0-1 16,0 1 0-16,-3 2 2 0,-1 0 0 0,-1 4 1 15,-1 0 0-15,0 4 1 0,-3 3 0 16,1 2-1-16,-2 2 2 0,3 6-1 0,-2 1 2 16,1 4 0-16,-2 4 0 0,2 2-1 0,0 1 1 15,-2 4-1-15,4 0 0 0,-1 3 0 16,2 0-1-16,-1 0-1 0,4 3-1 0,-3-5-2 15,3 1 0-15,-1-1-5 0,0-2-9 16,1-3-19-16,-3-5-46 0,1-5-76 0,-5-2-83 16,1-6-149-16,-2-4-208 0,0-2-309 0,-4-5-296 15,3-1-197-15,-4-3-35 0,1 0 458 0,-2-1 542 16</inkml:trace>
  <inkml:trace contextRef="#ctx0" brushRef="#br0" timeOffset="117266.52">10861 13810 22 0,'-12'-36'330'15,"-1"-4"285"-15,-1-5 284 0,1-3 68 16,-1-3-147-16,-2-2-184 0,2 0-99 0,0 6 0 15,3 0-27-15,0 7-67 0,1 5-71 0,2 5-57 16,0 6-62-16,2 4-82 0,2 6-63 16,0 3-39-16,1 5-25 0,2 5-15 0,1 4-12 15,1 6-7-15,1 3-5 0,1 6-4 16,3 4 0-16,2 3-3 0,0 4-7 0,3 2-19 16,0 0-60-16,2 0-76 0,0 2-130 0,2 0-219 15,0 2-313-15,2-1-360 0,3 1-290 0,-2-3-87 16,4 2 469-16,0-6 654 0</inkml:trace>
  <inkml:trace contextRef="#ctx0" brushRef="#br0" timeOffset="117615.72">11278 13762 61 0,'10'-10'678'16,"-2"-1"787"-16,-3 4 211 0,-5-3-274 16,-3 2-451-16,-2 0-364 0,-6 1-203 0,0-3-166 15,-2 3-80-15,-4 0-43 0,-2 1-24 16,3 1-13-16,-2 3-12 0,1 0-8 0,0 4-9 15,4 3-9-15,-1 1-5 0,3 3-6 0,3 4-3 16,3 1-2-16,3 2-2 0,2 4 1 16,4-1-2-16,2 6-1 0,2-1 1 0,2 0-3 15,4-2 1-15,-1 0-2 0,4-5 0 16,1-3 0-16,2-6-2 0,0-2 2 0,-2-4-2 16,1-5 1-16,1-2 1 0,-4-2 0 0,0 0 1 15,-2-1 0-15,-1 1 2 0,1 1 0 0,-4 2 2 16,2 2-1-16,-1 2 1 0,-1 3 2 15,2 2 0-15,0 5 5 0,-1 3 3 0,3 5 4 16,-1 4 2-16,1 1-1 0,0 5 0 16,3 3-3-16,0 0-6 0,1-2-4 0,1-1-3 15,0-1-4-15,0-4-9 0,0-1-16 0,0-5-33 16,-2-2-84-16,-2-5-139 0,-4-5-260 16,1 0-315-16,1-7-401 0,-2-3-449 0,0-2-52 15,-1-3 686-15</inkml:trace>
  <inkml:trace contextRef="#ctx0" brushRef="#br0" timeOffset="119390.02">12685 12661 479 0,'-10'-4'985'16,"-1"-1"260"-16,-2 4-50 0,-2 1-282 16,0 5-319-16,1 0-138 0,2 4-88 0,-1 5-53 15,-3 4-44-15,3 2-42 0,1 8-55 0,-1 5-62 16,2 7-28-16,3 7-19 0,3 10-8 15,1 7-8-15,2 10-8 0,2 7-6 0,3 7-10 16,2 2-5-16,3 2-7 0,4-2-5 0,1-2-2 16,4-2-2-16,1-7 0 0,7-4-3 15,-1-7-3-15,4-8 0 0,2-6-3 0,0-6 0 16,2-6-2-16,0-7-10 0,-1-3-28 16,-1-6-69-16,-1-7-73 0,-4-3-130 0,-1-4-228 15,-2-6-314-15,-3-6-347 0,-5 0-231 0,-1-6-76 16,-7-4 462-16,-3 0 633 0</inkml:trace>
  <inkml:trace contextRef="#ctx0" brushRef="#br0" timeOffset="119983.35">12836 13356 415 0,'5'0'1001'0,"-5"-2"283"0,2 0-59 15,-2 2-196-15,1 0-400 0,-1-4-179 16,0-3-100-16,0 0-62 0,0-3-47 0,2-5-47 15,0-3-67-15,-1-3-52 0,2-4-28 0,2-5-12 16,1-2-9-16,-1 1-2 0,1-2-4 0,1 1-4 16,-1 1-1-16,2 3-1 0,-3 5 3 15,-1 1-1-15,1 5-2 0,0 3-1 0,-2 3 4 16,2 6 4-16,-1 3 0 0,1 7 1 16,3 5 2-16,-1 7 1 0,0 4-1 0,1 6-3 15,0 3-3-15,0 3-2 0,3 1-4 0,-3 1-3 16,3 1-3-16,-1-2-1 0,-1-1-3 15,1-4-2-15,1-4-2 0,-2-6 1 0,1-2-2 16,2-6-1-16,-2-7 1 0,0-6 1 16,0-9 0-16,0-8 1 0,-2-6-1 0,3-6 2 15,-3-5-2-15,0-3 1 0,0 0-1 0,-1 1 0 16,-2 2 1-16,2 5 1 0,-4 2 1 16,0 5 0-16,-1 5 0 0,-1 2 1 0,-1 4 1 15,0 4-1-15,0 3-1 0,0 3-1 0,0 6 0 16,-1 3 0-16,1 4 0 0,0 5 0 0,0 2 0 15,0 3 1-15,1 3 0 0,2 3 1 16,1-1-2-16,2 4-1 0,0-1 0 0,0 1-4 16,4-1-12-16,-1 0-26 0,-1-5-70 0,2-2-74 15,-1-6-140-15,-1-3-244 0,3-6-317 16,0-4-360-16,0-6-238 0,1-7-61 0,1-3 542 16</inkml:trace>
  <inkml:trace contextRef="#ctx0" brushRef="#br0" timeOffset="120306.75">13453 12919 134 0,'-6'2'760'0,"-2"4"476"16,-2 1 154-16,-1 4-85 0,0 2-394 0,2 2-344 15,-3 2-174-15,0 2-95 0,4-1-86 16,-2 3-81-16,3-3-56 0,2 2-32 0,4-3-19 16,-1-1-12-16,5-1-5 0,0-5-5 15,3-1-1-15,2-3-1 0,2-1-1 0,2-4-1 16,0-4 1-16,2-3 0 0,2-3 0 0,-2-1-2 15,3-5-1-15,-1 0 0 0,1-2-1 16,-4 0 0-16,3 3-1 0,-5-1 0 0,3 1-1 16,-4 4 2-16,-1 1 0 0,0 1 0 15,0 3 2-15,-3 5 3 0,0 4 1 0,0 2 1 16,-1 4 1-16,-2 5 2 0,-1 2 1 0,1 2-2 16,-1 3 0-16,-1 1-1 0,1 0-1 0,1-1-1 15,-1 2-9-15,1-3-46 0,-1-2-71 16,2-1-111-16,-1-1-197 0,-1-5-301 15,1-1-347-15,0-2-321 0,0-5-160 0,1-2 338 16,1-4 683-16</inkml:trace>
  <inkml:trace contextRef="#ctx0" brushRef="#br0" timeOffset="121262.18">13855 12831 17 0,'0'0'417'0,"0"2"351"0,-2-2 244 0,2-2 41 16,-2 2-303-16,1-2-263 0,-1 1-143 0,2 0-90 16,0-3-57-16,0 0-46 0,0-1-44 15,3-2-34-15,2-3-23 0,0 0-15 0,2 0-11 16,3-2-7-16,-2-1 2 0,4 2 6 15,0-2 7-15,-1 3 0 0,2 1 3 0,-1 2 67 16,1 1 61-16,0 4 33 0,-2 2 10 0,0 3 6 16,-2 3-8-16,-1 5-45 0,-1 2-45 0,-3 5-36 15,1 2-20-15,-2 2-15 0,-1 2-5 16,-2 0-9-16,0 0-5 0,-2 1-3 0,-1-1-2 16,2-1-2-16,-1-2-5 0,0 2-2 15,1-2-2-15,-1-1-2 0,-1 3-1 0,1-4-2 16,2-2 0-16,-3-1-1 0,3 1-2 0,-1-2-1 15,1-1 0-15,0-3-1 0,1 0-1 0,2 0 0 16,-1-1 0-16,1-1 2 0,2 0-2 16,1 1 0-16,-1-3-7 0,1-1-20 0,1 0-53 15,-1 0-71-15,0-3-76 0,0-2-136 16,-1 1-210-16,-2-4-310 0,2-2-265 0,0-2-197 16,-2-3-36-16,3-1 427 0,-4-3 539 15</inkml:trace>
  <inkml:trace contextRef="#ctx0" brushRef="#br0" timeOffset="122199.96">13836 12754 231 0,'-5'5'593'0,"0"-2"275"0,0 1 136 0,1 1-160 16,-1 1-270-16,2 1-152 0,0 2-87 0,1 1-56 15,-1 3-54-15,3 0-57 0,-2 2-52 0,1 0-45 16,-1 3-31-16,1 0-9 0,-1 1-1 16,2-2-4-16,-2 3 6 0,2 1 0 0,0 0 0 15,0 0-13-15,0-2-10 0,2 1-2 16,0-2-7-16,2-2-2 0,-2-1-3 0,4-1-6 15,4-3-16-15,-1-4-37 0,1-2-95 0,2-4-139 16,1-1-221-16,1-1-280 0,2-4-258 16,0 0-157-16,-2-1 175 0,3-1 428 0</inkml:trace>
  <inkml:trace contextRef="#ctx0" brushRef="#br0" timeOffset="122816.6">14128 12773 348 0,'3'5'786'16,"1"0"273"-16,-3 2 49 0,-1 4-236 0,0 2-322 15,0 2-199-15,3 4-100 0,-1 4-42 16,1 3-45-16,0 2-43 0,3 0-28 0,-1 4-31 15,2-1-20-15,-1 1-18 0,0-3-9 16,4-4-4-16,-1-2-4 0,1-5 0 0,2-5-1 16,-1-4-3-16,1-6-7 0,0-6 1 0,1-4-1 15,-1-7-1-15,-1-2 1 0,-1-5-1 16,1-3 5-16,-3-1-2 0,0-3 3 0,-2 1 2 16,0 1 1-16,-1-2-2 0,-2 2-1 15,1 1 3-15,-3 1-2 0,1 3 1 0,-1 2 0 16,-1 1 2-16,2 4-1 0,-2 2-2 0,0 3-2 15,2 1-3-15,-1 6 3 0,2 2-3 16,1 2 1-16,2 6 4 0,-2 4-2 0,4 3 23 16,0 5 34-16,2 4 44 0,-1 1 40 15,1 6 19-15,1 2 13 0,-3 4-15 0,-2 5-26 0,1 2-34 16,-4 1-31-16,-2 5-21 0,-1 1-18 16,-1 0-11-16,-2 0-10 0,-2-1-4 0,-2-4-2 15,-1-2 0-15,-2-5-4 0,-2-3 2 16,-2-4 0-16,1-4 0 0,1-6-5 0,-4-4-29 15,1-6-62-15,-2-4-59 0,4-7-82 16,-2-5-144-16,2-6-226 0,-1-3-294 0,3-3-226 16,1-5-195-16,3-4 42 0,4 0 464 0</inkml:trace>
  <inkml:trace contextRef="#ctx0" brushRef="#br0" timeOffset="123248.8">14517 12923 358 0,'6'-8'859'0,"-1"-3"300"16,-5 1 14-16,2-2-266 0,-2-4-336 15,0 2-200-15,0-4-80 0,1-2-18 0,1-4-12 16,1 0-19-16,0-1-25 0,2 2-43 0,0 1-43 16,1 3-44-16,-1 1-34 0,0 5-22 15,-1 3 1-15,0 2 8 0,0 5 7 0,1 5 7 16,1 2 5-16,-1 8 1 0,1 3-8 15,-2 5-10-15,0 2-8 0,1 4-10 0,1 0-5 16,-3 0-4-16,2 2-8 0,0-6-4 0,2-2-2 16,0-2 0-16,-1-2-1 0,1-7-1 15,-1-2 0-15,4-5 1 0,1-7 0 0,-2-7 0 16,4-5 0-16,-2-5 1 0,0-3 0 16,1-3-2-16,-2 1 1 0,1-3-1 0,0 4 1 15,0 1 0-15,-1 1 1 0,-1 4-1 0,-1 0 0 16,0 5-1-16,-1 2 1 0,0 4-2 0,0 3 1 15,-1 4 1-15,1 5 1 0,-3 3 2 16,2 5 0-16,-1 4 0 0,-2 3 0 0,2 2-1 16,0 5-1-16,-2 1 0 0,2 4-1 0,-1 4-3 15,1-3-4-15,0 3-6 0,-2-5-29 16,2-1-79-16,0-4-94 0,-2-5-173 0,3-6-287 16,-3-4-344-16,2-7-377 0,-2-6-185 15,2-6 197-15,0-5 697 0</inkml:trace>
  <inkml:trace contextRef="#ctx0" brushRef="#br0" timeOffset="123435.4">14931 12385 114 0,'-9'-40'760'0,"-2"5"680"15,5 6 160-15,-4 4-255 0,1 8-446 16,1 1-354-16,0 7-188 0,0 2-147 0,0 3-89 16,2 4-51-16,2 3-30 0,1 0-20 15,3 4-11-15,3 5-4 0,1 0-4 0,2 3 0 16,3 2-3-16,1 2-11 0,1 4-45 0,1-1-72 15,1 1-92-15,0 3-170 0,0 0-299 0,-1-1-333 16,4 3-320-16,0-2-173 0,1 0 179 16,-1-2 658-16</inkml:trace>
  <inkml:trace contextRef="#ctx0" brushRef="#br0" timeOffset="123796.91">15333 12555 33 0,'-5'-7'911'0,"0"3"815"15,-4 0-16-15,-2 3-364 0,-3 2-405 16,1 3-402-16,-1 4-256 0,-2 2-112 0,2 4-54 16,-4 4-33-16,6 2-21 0,-4 2-17 0,5 1-10 15,0 2-10-15,6 0-8 0,2 0-7 16,3 1-6-16,3-3-4 0,2-4-2 0,4-2-1 16,4-7-1-16,3-4-1 0,-2-6 0 15,3-7-2-15,1-5-6 0,-1-7-6 0,1-5-6 16,-3-4-5-16,0-2-2 0,-3-2 2 0,-1 0 6 15,-1 2 8-15,-2 4 8 0,-2 2 4 16,-1 5 2-16,-2 1 2 0,-1 6 2 0,-1 1 0 16,1 3 0-16,-1 6 0 0,-1 3 0 15,0 5-1-15,0 5-1 0,0 3-1 0,0 3-1 16,2 4-1-16,0 2-1 0,-1 1-1 0,5-1-8 16,-1 2-16-16,0 3-42 0,1-2-76 0,-1-1-108 15,1 1-186-15,0-1-300 0,-1-2-349 16,3-1-352-16,2-1-162 0,1-1 287 0,0-4 693 15</inkml:trace>
  <inkml:trace contextRef="#ctx0" brushRef="#br0" timeOffset="123966.9">15692 12839 48 0,'3'5'636'0,"-2"3"535"0,-1 1 181 15,0 4-86-15,0 2-303 0,0 4-352 0,-1 0-199 0,-1 1-112 16,-2 3-69-16,2 3-68 0,2-1-65 15,-1 2-47-15,1-2-35 0,0 4-84 0,0 0-89 16,0 2-183-16,0 1-280 0,0 1-322 0,0 1-396 16,1-1-231-16,-1 0 129 0,2-1 734 0</inkml:trace>
  <inkml:trace contextRef="#ctx0" brushRef="#br0" timeOffset="124799.93">15913 12031 54 0,'-1'-8'500'0,"-3"1"406"0,0 3 252 0,1-2-16 16,-2 1-370-16,3 2-247 0,1 0-102 16,-1 2-46-16,2 1-46 0,-1 0-45 0,1 1-33 15,0 4-46-15,0 3-52 0,0 2-54 0,0 6-29 16,0 2-17-16,3 8-12 0,0 2-6 15,0 7-8-15,2 2-4 0,3 4-8 0,0 2-4 16,-2 1-3-16,2-1-3 0,1-1-1 16,2-5-2-16,-1-1-1 0,2-5-3 0,1-6-1 15,1-4 0-15,2-3 0 0,0-6 0 0,0-5 0 16,1-4 0-16,-1-7 1 0,1-7 0 16,-1-3 0-16,2-5-2 0,-6-6 1 0,4 0 0 15,-3-4 1-15,-1 1-2 0,-2-1 0 16,0 2 2-16,-6 3-1 0,2 1 1 0,-3 4 0 15,-3 4 3-15,-1 0 0 0,-2 5 0 0,-2 2 1 16,-3 4 0-16,2 2-1 0,-2 5-2 0,-3 5 1 16,1 3-1-16,2 6 0 0,-4 3 0 15,4 2 1-15,-2 4-1 0,2 2 0 0,1 2-1 16,2 3 2-16,2 0-2 0,1 0 1 16,2 0-1-16,2 1-2 0,1-5-1 0,2 0-2 15,0-4 0-15,2-5-2 0,3-4-2 0,-1-4-26 16,2-4-68-16,0-6-67 0,-1-4-114 15,1-4-192-15,-2-5-315 0,0-3-323 0,1-3-231 16,-2-3-125-16,4-2 339 0,-3-2 612 16</inkml:trace>
  <inkml:trace contextRef="#ctx0" brushRef="#br0" timeOffset="125684.35">16373 12300 478 0,'2'8'986'0,"-4"2"254"15,2 2-36-15,-1 3-220 0,1 4-283 0,0 1-207 16,0 4-116-16,0 2-68 0,1 0-58 16,1 1-79-16,1 0-76 0,0-4-41 0,0-1-23 15,2-4-17-15,0-1-8 0,3-5-6 16,-2-4-1-16,2-6-1 0,2-4 1 0,0-8 1 16,0-3 0-16,-2-6 0 0,4-5-1 0,-2-1-1 15,-2-3 0-15,5-1 0 0,-5-1 0 0,0 0 1 16,-2 2-1-16,3 2 0 0,-4 4 0 15,1 1 0-15,-4 3 0 0,3 5 1 0,-3 5-1 16,1 0 2-16,-2 4-1 0,2 4 0 16,-1 4 1-16,-2 5 1 0,1 3 0 0,-1 2 0 15,0 4-1-15,2 1 0 0,-1 3-1 0,1 0-1 16,1 2 1-16,0 0 0 0,-1 0-1 16,3-1 1-16,-2 0 0 0,3-3 0 0,-3 1-1 15,2-3 0-15,1-5 0 0,-1 0 0 16,2-5-1-16,0-6 0 0,-2-2-1 0,3-5 2 15,-1-5 0-15,2-4 0 0,-1-4-1 0,0-4 0 16,0-3 1-16,3 0-1 0,-3-2-2 0,0-2 1 16,0 2 1-16,-1-3 1 0,0 4-2 15,-1-1 2-15,-3-1 2 0,2 2-1 0,-5-3 2 16,3 1-2-16,-3-2 2 0,-3-2-3 16,3 1-1-16,-5-5 0 0,2 3 1 0,-2-3 0 15,-1 0 0-15,1 1 0 0,-1 4 2 0,1 2 0 16,2 4 8-16,-2 6 6 0,4 3 6 15,-3 4 3-15,1 2 2 0,3 2-1 0,-1 1-8 16,1 2-6-16,0 3-5 0,0 2-3 0,0 0-3 16,0 5 0-16,1 1 0 0,1 4-1 15,-1-2 2-15,-1 2-1 0,4 4 6 0,-3 2 3 16,1 1 5-16,1 6 4 0,0 1 2 0,0 4 2 16,1 4-3-16,2 2-1 0,-5 3-1 15,6 3-3-15,-4 5-1 0,2 2-2 0,1 1-1 16,2-2-3-16,-2 0-3 0,4-3-2 15,-1-1-3-15,5-10-1 0,-1-3 0 0,4-8-1 16,-1-5-1-16,5-7 0 0,-1-4 1 0,-1-7 1 16,0-2-1-16,2-5 0 0,-4-5 0 0,0 0 0 15,0-4 1-15,-4-1-2 0,0-3 1 16,-3-1 1-16,2-2-1 0,-5 1 1 16,-1-2 0-16,-3 2 1 0,3-1 1 0,-6 1 1 15,2 1-1-15,-4-1 2 0,1 3 0 16,-4 0 0-16,2 2 0 0,-2 1 0 0,2 5 1 15,-2 0-1-15,0 5 0 0,-2 3-2 0,2 5 0 16,0 2-1-16,2 5 0 0,0 5-1 0,0 3 0 16,1 3-1-16,2 2 2 0,0 2 0 15,3 5 1-15,1 1 1 0,-3 4 1 0,4 2 0 16,0 1-1-16,1-3 0 0,0 2-2 0,2-3 0 16,0-3 0-16,1-2-2 0,3-3 0 15,-4-4 0-15,4-2-1 0,-2-3-1 0,1-3-6 16,1-2-18-16,-4-3-52 0,2-3-79 0,-4 0-146 15,3-2-272-15,-4-1-319 0,3-1-390 16,0-2-336-16,1-3-24 0,-1 2 678 0</inkml:trace>
  <inkml:trace contextRef="#ctx0" brushRef="#br0" timeOffset="126015.83">17330 12514 108 0,'-3'-3'764'16,"1"8"576"-16,-2 1 145 0,2 5-154 0,0 2-416 16,1 5-366-16,-1 1-190 0,2 7-119 15,-1 1-80-15,-1 3-69 0,2 4-41 0,0 2-24 16,2 1-14-16,-1 4-6 0,1 0-6 16,-1 1-20-16,1 0-72 0,-2 0-79 0,0-2-165 15,-2 1-281-15,-1-4-328 0,-2 3-377 0,1-2-224 16,-4 0 89-16,-3 0 691 0</inkml:trace>
  <inkml:trace contextRef="#ctx0" brushRef="#br0" timeOffset="127066.05">14089 14023 279 0,'6'-7'893'15,"-5"5"369"-15,-1-4 3 0,0 0-113 16,0 1-415-16,2 1-239 0,-2-2-121 0,0-1-73 16,2-1-50-16,-2 0-61 0,1 0-65 0,1 0-37 15,1 1-22-15,0-1-10 0,2 3-5 16,0 1-4-16,4 2-3 0,-1 4-2 0,5 4 0 15,3 5-2-15,0 4-3 0,2 4-4 16,1 7-4-16,1 4-6 0,-2 3-5 0,0 5-6 16,1-3-5-16,-1 5-3 0,-3-2-5 0,2-1 0 15,-4-5-2-15,3 0-1 0,-5-5 0 16,-2-4 1-16,1-3-1 0,-4-4 0 0,0-2 1 16,-1-2 0-16,-1-4 1 0,-3-3 0 15,-1-1 0-15,0-6 0 0,-1-2 2 0,-3-4-1 16,-1-5-1-16,1-3 1 0,-3-3-1 0,-2-5 0 15,1-1 0-15,0-4 0 0,0-1-1 0,-1-4 1 16,2 2-1-16,3-3 0 0,-3 2-1 16,5 2 1-16,2 1-1 0,0 2 0 0,2 3 0 15,1 1 0-15,1 5 0 0,2 1 0 16,0 4 1-16,2 3-1 0,-2-2 1 0,4 6-1 16,-2 0 1-16,3 2-1 0,-2 1 0 0,3 1-1 15,0 1 0-15,-1 1-1 0,2 1 0 16,-2 1-2-16,0 1-3 0,1-1-10 0,0 1-15 15,-1 1-26-15,0-2-65 0,-3 2-77 16,0 0-129-16,1-2-212 0,-3 3-309 0,2-2-353 16,0 0-260-16,0-2-109 0,-2 0 454 15,1-3 657-15</inkml:trace>
  <inkml:trace contextRef="#ctx0" brushRef="#br0" timeOffset="127565.77">14666 13852 45 0,'3'6'552'16,"2"2"457"-16,-1 3 211 0,-1 3-63 0,1 4-326 15,2 1-213-15,1 5-135 0,-1 4-85 16,3 3-62-16,1 5-48 0,-1 6-63 0,2 0-71 16,0 6-58-16,1 3-33 0,2 2-18 0,-2 1-14 15,4 0-6-15,-1 2-10 0,0-1-3 16,1-3-3-16,1-1-4 0,-1-4-3 0,0-3 0 16,-2-9-1-16,0-2-2 0,-4-8 1 0,-2-5 0 15,1-7 0-15,-6-3 0 0,1-9 0 16,-4-7 3-16,-2-6-1 0,0-4 0 0,-2-6 1 15,-4-6 0-15,2-2 0 0,-2-5 0 16,-1 0 0-16,-3-6 0 0,-1-3-1 0,1-5 0 16,-1-2 0-16,0-4 1 0,-1-4 0 0,3-1-3 15,0-3 0-15,3 2-1 0,3 3-1 0,-1 2-1 16,4 3 0-16,2 6 0 0,0 7 0 0,0 1 1 16,2 6 1-16,3 3 0 0,0 4 0 15,0 4 1-15,2 4 0 0,1 1-1 0,3 9 1 16,-1 3 1-16,2 0 0 0,1 10 1 15,1 0 0-15,-1 3 1 0,2 5 0 0,0 2 0 16,1 2 0-16,-2 2-1 0,2 4 1 0,-4-1 0 16,1 1 1-16,0 3 5 0,-4 0 5 15,-1-1 5-15,1 1 4 0,-4 1 3 0,-3-2 0 16,-1 0-2-16,-2-3-6 0,-2-1-3 0,-1-1-5 16,-5-3-5-16,1-2-2 0,-1 2-2 15,-4-4-2-15,0 0-1 0,1 0-1 0,-6-1-3 16,4-2-10-16,-2 0-20 0,0 0-57 15,-1-3-78-15,0-2-147 0,3-1-271 0,2 0-316 16,2-4-385-16,3 0-309 0,2-4-12 0,2 0 655 16</inkml:trace>
  <inkml:trace contextRef="#ctx0" brushRef="#br0" timeOffset="128383.68">15311 14196 22 0,'-2'10'547'0,"-1"2"494"0,0 0 219 0,-2-1-69 15,2-3-247-15,-3 2-259 0,4-4-191 16,-1-2-116-16,2-1-73 0,-1-6-58 0,0-2-80 15,2-7-73-15,2-4-38 0,0-6-16 0,2-5-8 16,4-7-1-16,0-3-2 0,0-2 2 16,4-1 1-16,0-2 0 0,0-1-1 0,2 5 0 15,-1 1-3-15,1 3-4 0,-3 6-1 16,1 4-3-16,0 5 0 0,-2 5 0 0,-1 5 0 16,2 6 0-16,-1 4 1 0,-1 7-2 0,0 3 0 15,1 6-2-15,-2 6-2 0,1 2-4 0,-2 3-1 16,1 2-4-16,-2 2-2 0,5 1 0 15,-3 0-2-15,0 0 1 0,0-1 1 0,1-4-2 16,-1-2 1-16,2-4 0 0,1-4-2 16,-2-5-1-16,-1-3 0 0,2-7 0 0,1-4 1 15,-2-6 0-15,1-6 0 0,1-7-1 0,-2-1 1 16,-1-5 0-16,1 1-1 0,1-1 0 0,-2-2-1 16,1 3 1-16,-2 1-1 0,-1 1 0 15,1 4 0-15,-3 2 0 0,1 3 1 16,0 3-1-16,-1 3 2 0,0 2 0 0,0 3 3 15,1 5 1-15,0 0 3 0,1 8 3 0,0 0 4 16,2 4 1-16,-1 4 1 0,-1 1-2 0,5 3-2 16,-3-2-3-16,2 1-4 0,0 0-1 15,0-2-2-15,1-5-2 0,0-2 0 0,2-5-1 16,-1-7 0-16,1-4-1 0,-2-8-1 16,3-7 1-16,-4-5-1 0,4-6-1 0,-4-2 0 15,-1-2 1-15,2 0-1 0,-5 2 0 0,2 2 2 16,-3 4 0-16,0 1 1 0,0 5 1 15,-1 3 0-15,-1 6-1 0,2 2 1 0,-1 3-1 16,0 4 0-16,1 5 0 0,3 4 0 16,-2 6 1-16,1 5-1 0,1 3-1 0,2 7 0 15,0-1-7-15,1 4-15 0,3 3-25 0,-1-1-69 16,-2-2-100-16,2-1-231 0,-2 0-296 0,1-1-372 16,1-4-461-16,0-4-234 0,-1-3 357 15,3-4 928-15</inkml:trace>
  <inkml:trace contextRef="#ctx0" brushRef="#br0" timeOffset="129183.67">17485 11339 54 0,'5'-5'590'0,"1"5"476"15,2 7 183-15,4 7-29 0,5 5-244 0,0 7-310 16,5 5-171-16,-1 6-97 0,1 7-56 16,3 6-66-16,0 8-82 0,-1 9-46 0,1 5-29 15,0 6-21-15,-1 7-20 0,0 5-17 0,-3 3-15 16,1 4-15-16,-2 5-12 0,-1 3-10 16,-2 2-5-16,1 2-2 0,-1 5-2 0,-1-1-2 15,0 5 1-15,-3 2-1 0,-3 2-1 0,-1-6-4 16,-5-3-11-16,0-5-17 0,-8-7-31 0,0-7-79 15,-6-10-124-15,-6-7-240 0,-3-10-306 16,-6-10-383-16,-4-10-437 0,-5-11-121 0,-7-12 524 16,-1-8 806-16</inkml:trace>
  <inkml:trace contextRef="#ctx0" brushRef="#br0" timeOffset="131331.7">2096 15027 37 0,'0'-6'579'0,"3"1"501"0,-3 1 224 0,0 1-32 16,0 2-289-16,0 1-341 0,0 0-197 16,0 2-104-16,0 3-75 0,0 2-70 0,-1 2-71 0,1 5-35 15,0-1-16-15,0 6-13 0,1 1-6 16,1 4-5-16,1 2-4 0,-1 2-6 0,1 4-9 0,1 2-8 16,-2 1-11-16,1 2-6 0,-1 1-7 0,-1-1-3 15,1 1-3-15,1-2-2 0,-1-3 4 0,-1-1 1 16,1-5 0-16,1-2 1 0,-1-5-1 15,1-3-2-15,1-2 0 0,1-5-7 0,-2 0-13 16,2-7-22-16,0-3-70 0,0-5-70 0,-2-4-132 16,1-4-188-16,-2-4-303 0,1-4-344 0,0-3-229 15,-1-1-114-15,3-4 416 0,-2-2 580 0</inkml:trace>
  <inkml:trace contextRef="#ctx0" brushRef="#br0" timeOffset="131539.6">2338 14982 294 0,'8'-3'802'0,"-3"4"336"0,1 2 68 16,-3 5-213-16,0 3-248 0,2 0-194 0,0 5-118 16,0 1-76-16,-1 3-70 0,2 2-52 15,1 3-81-15,-1 3-51 0,-1 0-32 0,1 2-17 16,2 2-9-16,0 2-13 0,-2 3-7 0,1 1-10 16,2-1-7-16,-4 1-4 0,1-1-3 0,-1-2-3 15,2-4-11-15,-4 0-47 0,1-3-82 0,-2-3-154 16,-4-3-270-16,-1-5-314 0,0-2-384 15,-2-5-342-15,-1-3 9 0,-2-7 694 0</inkml:trace>
  <inkml:trace contextRef="#ctx0" brushRef="#br0" timeOffset="131831.73">2121 14841 48 0,'-3'0'627'0,"-2"0"511"0,1 0 163 16,1 0-127-16,1 0-347 0,1 0-356 0,1 0-177 16,0 0-86-16,1 0-46 0,1 0-35 0,1 0-27 15,3 0-26-15,0 2-26 0,2 1-17 0,-1-1-12 16,5 2-4-16,-1-2-2 0,3 3-3 0,-1-1-5 16,4 2-13-16,-2 2-2 0,2-1-1 15,-3 2 0-15,5 2-4 0,-3-1 2 0,3 3 8 16,-3-2 2-16,1 3-3 0,-2 0 4 0,2-1 4 15,-1-1 3-15,1-1 5 0,-2-1-47 0,0-3-64 16,0-2-122-16,0-2-193 0,-2-3-302 16,1 0-328-16,-1-3-252 0,-1 0-65 0,-2-2 391 15,0 1 544-15</inkml:trace>
  <inkml:trace contextRef="#ctx0" brushRef="#br0" timeOffset="132582.26">2123 16105 153 0,'0'6'596'0,"2"-1"351"0,-2 0 123 16,1-3-165-16,1 2-326 0,-1-2-258 0,1 0-152 16,1 2-47-16,2-1-11 0,2 1 12 0,3 0 11 15,0-1 3-15,2 0 16 0,3 0 9 16,2 0 8-16,2 1 21 0,3 1 2 0,3-2 17 16,-1 0-10-16,3 0-33 0,-2-2-31 0,2 1-43 15,0-2-23-15,0 0-29 0,0-2-18 0,-1 1-9 16,0-2-6-16,-2 0-3 0,1-2-3 0,-1 2-1 15,-2-1-1-15,-2-2-2 0,1 2 0 0,-1-2-2 16,-4-1-24-16,0 3-72 0,-2 0-88 0,-1 0-173 16,-4 2-289-16,1-1-323 0,-2 3-344 0,-1 0-183 15,0 3 187-15,-1-2 659 0</inkml:trace>
  <inkml:trace contextRef="#ctx0" brushRef="#br0" timeOffset="133514.96">3136 15862 409 0,'0'1'1487'0,"-1"3"349"0,-1-1-325 16,-1 1-373-16,-3 1-439 0,3-3-338 0,0 2-147 15,-1-2-70-15,1 2-39 0,2-2-28 0,-1-2-22 16,0 3-19-16,2-3-15 0,0 1-9 16,-1-1-7-16,1 0-2 0,0 0-3 0,0-1-3 15,0 1 0-15,0-3-2 0,1 2 0 0,1-2-4 16,1 0-7-16,-1 0-13 0,1 0-18 0,0-1-26 16,0 1-64-16,2 0-74 0,-4 0-109 0,1 1-182 15,1 2-298-15,-1 2-336 0,1-2-253 16,-1 1-155-16,1-1 314 0,0 2 657 0</inkml:trace>
  <inkml:trace contextRef="#ctx0" brushRef="#br0" timeOffset="134203">3383 15262 102 0,'0'-4'601'0,"0"1"441"0,0 0 180 0,0 0-142 16,0 2-348-16,0-1-269 0,0 0-174 0,0 1-96 15,2 1-60-15,-1-2-36 0,1 2-23 16,3-1-20-16,-1-1 30 0,4 1 26 0,2-1 17 15,-1 0 7-15,2 0 19 0,2 0 7 0,0 0-37 16,2 2-33-16,0 0-20 0,0 0-12 0,0 0-15 16,2 0-10-16,-1 2-5 0,0 0-4 0,-2 1-2 15,3 1 0-15,-4 1-9 0,1 0-2 16,1-1 2-16,-3 2 2 0,1 1 6 0,-2 1 4 16,0 1 9-16,-2 0 3 0,-4 4-1 0,0 2 1 15,-2 2-2-15,-3 2-3 0,-3 5-7 0,0 1-5 16,-2 1-2-16,-3 4-4 0,0 1 1 15,-3 2-1-15,0 2 1 0,-2 2 3 0,2-2 1 16,0 0 0-16,0-2-6 0,2-1 3 0,-1-1 0 16,4-2-2-16,0-2-3 0,1-1 0 0,2 0-1 15,1-3-5-15,2-1-3 0,2-1-1 0,1-3-1 16,0-1 0-16,3-1-1 0,0-3 0 0,1-1-1 16,4 0 0-16,0-3-2 0,2-1-1 15,-1-2-2-15,2-1 2 0,1-3-2 0,2 0 0 0,0-2-6 16,1 0-12-16,1-2-22 0,-3 2-70 0,3-5-87 15,-2 4-170-15,0-1-280 0,2-1-331 16,1 2-399-16,-2 1-238 0,3 0 100 0,-5 1 735 16</inkml:trace>
  <inkml:trace contextRef="#ctx0" brushRef="#br0" timeOffset="135131.7">5356 15835 22 0,'-5'5'485'0,"1"3"439"0,-2-2 263 16,1-2-18-16,0 0-345 0,2 1-277 0,0-2-119 16,1-2-46-16,0 1-62 0,2-1-53 15,0 1-40-15,0-2-45 0,0 0-64 0,0-2-55 16,2-1-18-16,1-1-2 0,0-4 0 16,2-2 2-16,2-2 6 0,2-4 0 0,2-4-6 15,0-1-2-15,6-7 0 0,2 0 0 16,-1-5-6-16,4-2-4 0,0-2-4 0,-1-2-6 15,2-1-11-15,1-2-5 0,1-2-3 0,-2-1-1 16,2 2-1-16,-1 0-5 0,-1 2-3 0,-4 2-3 16,0 4 0-16,-3 6-2 0,-2 2-4 15,-4 7 6-15,-1 3 6 0,-1 6-1 0,-5 0-11 16,-1 5-37-16,-2 2-75 0,-2 2-85 16,-6 5-157-16,-2 1-267 0,-2 4-330 0,-2 1-335 15,0-1-194-15,-5 3 72 0,1-1 586 0</inkml:trace>
  <inkml:trace contextRef="#ctx0" brushRef="#br0" timeOffset="135397.78">5356 15244 460 0,'7'4'973'15,"-1"-2"258"-15,0 3-63 0,2 1-288 16,0 3-342-16,2 4-148 0,2 3-47 0,3 6-37 15,2 2-20-15,-1 3-29 0,4 3-31 16,1 1-75-16,-2 5-50 0,3 0-28 0,1 2-22 16,-2 1-14-16,3-2-15 0,-2 0-5 0,0 1-8 15,0-3-4-15,0-2 3 0,2-2-1 16,-2-1 1-16,-1-3 0 0,1-1 0 0,0-4-10 16,-1-2-38-16,-2-2-76 0,-5-3-85 0,-2-5-153 15,-2 0-291-15,-4-4-328 0,-1-6-345 16,-2 0-207-16,-1-9 99 0,-4-4 637 0</inkml:trace>
  <inkml:trace contextRef="#ctx0" brushRef="#br0" timeOffset="136096.79">6049 15088 493 0,'12'-1'1011'0,"-4"-1"236"15,-1 4-89-15,2-1-287 0,-3 2-393 16,1 3-194-16,2 2-36 0,2 0-1 0,2 5-7 16,1-2 1-16,0 4-15 0,4 2-32 0,-1 2-48 15,0 1-40-15,1 3-11 0,-1 1-22 0,1 3-11 16,-1 1-5-16,-1 2-9 0,-2 2-8 0,-1 1-10 16,-1-1-7-16,-2 5-5 0,-2-1-7 15,1 2-4-15,-4-4-3 0,0 0-1 0,0-4-1 16,-2-2-1-16,-1-3-1 0,-1-6 0 15,2-2 0-15,-3-5-1 0,0-3 0 0,0-5 1 16,-3-2 0-16,0-4 1 0,0-4 1 0,-2-5-1 16,-2-2 0-16,0-6 0 0,-1-2 0 15,0-7-1-15,-2 0-1 0,1-4 0 0,-2-7-2 16,1 0 0-16,1-2 0 0,1-1 0 0,2-1 1 16,2 0 0-16,1 1 2 0,0 3 0 15,5 0 1-15,-1 5-1 0,4-1-1 0,0 2 0 16,1 5 0-16,5 0-1 0,-3 3-1 15,3 4 1-15,2 3 0 0,-2 3 0 0,3 1 1 16,0 4 0-16,-1 2 1 0,3 4 0 0,-2 1 0 16,0 2 2-16,-1 2 0 0,3 2 2 0,-4 1-1 15,1 2 0-15,0 2 0 0,-2 3-1 16,0 0 1-16,-2 3 0 0,-1 1 0 16,-1 1 0-16,0-1-1 0,-2 4-1 0,-2-1 0 15,0-1 0-15,-1 1 1 0,-2 2-1 0,-2-2 3 16,-1-2 6-16,0 3 3 0,-2-3 2 0,-2 2 1 15,-3-1 2-15,2 1-1 0,-6-1-5 16,3 0-2-16,-5 3-2 0,3-2-2 0,-1 0-2 16,0 0-2-16,-1 0-1 0,3-2-1 0,1 1 0 15,3 0-1-15,0-4 1 0,4 1 0 16,0-2-1-16,1 1 0 0,2-1 1 0,1-1 0 16,1 2 1-16,4-1-1 0,0-2 1 0,2 2 0 15,1-1 0-15,2-3 0 0,2 1 0 0,1 1-1 16,0-4 1-16,4 0 0 0,-1-1 0 15,1-1-5-15,4-3 2 0,-2 2 0 0,3-2-6 16,0 1 3-16,-1-2 2 0,4 1 3 16,0-1-5-16,-1 0-18 0,1 0-43 0,-4 0-79 15,-1 0-151-15,-1 0-268 0,1 4-320 0,-2-4-393 16,0 3-354-16,1-3-43 0,0-2 702 16</inkml:trace>
  <inkml:trace contextRef="#ctx0" brushRef="#br0" timeOffset="136346.85">7056 15045 139 0,'-3'2'776'16,"0"3"486"-16,1 2 73 0,0 2-123 0,1 2-347 15,2 1-323-15,1 2-164 0,3 2-95 0,1 0-57 16,1 3-64-16,2 2-66 0,0 3-40 15,3-2-24-15,0 5-14 0,1 2-6 0,1 2-6 16,-1 4-2-16,2-1-1 0,-2 2-3 16,0 1-3-16,-1-2-31 0,1 0-67 0,-2-3-75 15,-3-4-148-15,-2-4-259 0,-1-1-326 0,0-7-334 16,-2-3-222-16,0-7 14 0,-3-6 588 16</inkml:trace>
  <inkml:trace contextRef="#ctx0" brushRef="#br0" timeOffset="136730.75">7024 14860 71 0,'-3'-12'632'16,"3"3"467"-16,0 3 148 0,2 3-112 0,-1 2-381 16,4 2-290-16,4 2-118 0,-1 3-40 0,4 2-28 15,2 1-31-15,0 1-27 0,3 4-44 0,1-1-56 16,4 2-44-16,0 1-25 0,0 3-11 15,2 0-8-15,1 1-4 0,2 4-12 0,0 0-5 16,1 1-3-16,-2 4-5 0,2-1 0 0,1 1-1 16,-1 1 1-16,-1 0-1 0,0 0 1 15,-2 0 2-15,-1 0-1 0,-5 2 2 0,1-1 0 16,-5 0 8-16,-1 2 7 0,-5 1 4 0,-2 2 6 16,-4-1 5-16,1 3 4 0,-6-2-1 15,-3 0-3-15,-2-3-1 0,-1 0-3 0,-4-2-4 16,-1-5-4-16,-4-1-6 0,1-2-3 15,-3-4-6-15,-2 0-4 0,-1-3-2 0,0-1-3 16,-1-3-2-16,0 1-1 0,0-2 0 0,-1-2-2 16,2 0-8-16,1 0-13 0,2-2-20 15,0 1-48-15,2-1-73 0,0 1-85 0,2-2-157 16,2 1-254-16,-1-1-319 0,3 1-292 0,0-3-181 16,2 0 65-16,-1 0 600 0</inkml:trace>
  <inkml:trace contextRef="#ctx0" brushRef="#br0" timeOffset="139247.4">4060 17251 266 0,'-5'-6'848'0,"-3"3"379"16,2 2 13-16,-2-1-175 0,5 0-507 16,-2 2-258-16,3 0-104 0,4-1-23 0,-1 1 8 15,6 0 16-15,1 0 4 0,0 1 4 0,6 1-25 16,0 0-45-16,5-1-34 0,0 0-29 15,3-1-17-15,2 2-16 0,1-2-8 0,2 0-5 16,0-2-10-16,0 2-6 0,0-1-5 0,0 0-1 16,1-3-2-16,-3 3-1 0,2-2-1 0,-3-1-1 15,0 1-1-15,-2 0-2 0,0-2 2 0,-2 2-5 16,-2 0-33-16,-2 2-69 0,-5-1-111 16,0 4-177-16,0 0-295 0,-5 3-334 0,-1 1-341 15,-2 0-178-15,-3 1 299 0,0 1 658 0</inkml:trace>
  <inkml:trace contextRef="#ctx0" brushRef="#br0" timeOffset="139596.73">4828 17267 21 0,'27'19'544'0,"1"-1"449"0,-2 1 188 0,1 0-78 16,1 1-303-16,-1-1-366 0,1 1-180 0,1-4-88 15,-2 0-42-15,0-3-25 0,-2-4-24 0,4-4-32 16,-1-5-15-16,1-5 6 0,-1-5 3 0,0-4 1 16,-2-4 0-16,-3-4 1 0,-2-4-2 15,-2-2-14-15,-5-3 50 0,-1 0 62 0,-5 3 38 16,-5-1 20-16,-1 3 6 0,-6 4-1 0,-2 3-41 16,-4 1-42-16,-5 3-30 0,-3 3-22 0,-2 1-16 15,-4 3-12-15,-1 4-11 0,-2 2-9 16,1 4-5-16,-2 1-3 0,4 2-3 0,-1 3-2 15,3 2-1-15,4 4-2 0,1 0-2 0,6 3-2 16,3 2 1-16,2 4-1 0,3 1-1 16,4 1-4-16,5 3-14 0,-1 0-42 0,3-3-66 15,0 1-90-15,5-4-152 0,-2-1-263 0,0-4-320 16,3-2-310-16,1-5-214 0,0-4 88 0,-2-4 574 16</inkml:trace>
  <inkml:trace contextRef="#ctx0" brushRef="#br0" timeOffset="140014.31">5481 17170 58 0,'17'3'507'0,"-4"5"363"0,0 3 242 15,1 3 25-15,-1 3-357 0,2 5-206 0,0 2-70 16,-1 3-53-16,0 1-79 0,2 3-77 0,-3 0-54 16,1 0-73-16,-3 1-68 0,2 0-42 0,-1-1-22 15,-2 2-10-15,-2-3-6 0,-2-3-6 0,3 0-5 16,-4-4-3-16,0-2-1 0,-2-5-1 0,1-1 0 15,-3-6 4-15,1-1 2 16,-2-2 2-16,-2-3-1 0,-1-3-2 0,0-5 1 0,-2-3-6 16,0-3-2-16,-1-8-3 0,-4-1 5 0,2-8 6 15,0-3 1-15,-4-4-5 0,-1-5-3 0,-1-4-2 16,-2-3-4-16,-1-4-5 0,4-3 3 0,-1 1 9 16,1-1 3-16,2 3 1 0,5 2 0 15,1 4 0-15,4 4-6 0,2 5-3 0,2 7-3 16,0 4 1-16,2 1-1 0,0 6 1 0,3 4 0 15,3 1 1-15,-2 4 2 0,3 1 2 0,0 6 1 16,2 0-7-16,2 4-2 0,-2 4-1 0,2 3 0 16,-3 3-2-16,1 3 2 0,2 4 7 15,-5 3 2-15,1 6 1 0,-2 1 0 0,-2 5 1 16,-2 2-4-16,-1 0-1 0,0 4-2 0,-4 0-4 16,1-1-21-16,-2 3-76 0,-2-7-84 15,-1 1-177-15,0-4-287 0,-2-4-330 0,-1-2-372 16,1-5-197-16,-1-6 161 0,1-5 712 0</inkml:trace>
  <inkml:trace contextRef="#ctx0" brushRef="#br0" timeOffset="140229.99">6104 17119 263 0,'8'19'1105'16,"-2"5"490"-16,-3 4-132 0,-1 2-282 0,0 6-451 15,-1 0-301-15,-1 3-190 0,0-2-91 0,0-1-44 16,0-6-37-16,0-3-35 0,0-4-70 0,0-7-79 16,0-4-170-16,0-6-275 0,-3-3-309 15,1-4-389-15,-1-7-312 0,0-2-8 0,-3-5 717 16</inkml:trace>
  <inkml:trace contextRef="#ctx0" brushRef="#br0" timeOffset="140380.82">6023 16759 45 0,'-9'-16'889'16,"1"4"747"-16,0 7-7 0,-3 5-336 0,0 3-394 16,0 3-405-16,0 3-248 0,1 2-115 0,2 1-62 15,2 1-34-15,3 3-20 0,2-2-16 0,2 1-10 16,5-2-29-16,-1 0-71 0,5-3-99 16,2-1-177-16,1 0-285 0,3-4-338 0,1-1-360 15,0 0-179-15,1 0 257 0,2-1 667 0</inkml:trace>
  <inkml:trace contextRef="#ctx0" brushRef="#br0" timeOffset="141208.85">6825 16904 32 0,'3'-6'574'0,"-3"0"514"0,-5 2 267 15,-1 1-10-15,-2 2-341 0,0 1-323 0,-6 0-215 16,0 0-115-16,-3 1-83 0,-1 1-83 15,-1 3-60-15,-3-3-36 0,3 4-26 0,-3 0-17 16,0 3-15-16,4 0-10 0,-2 0-8 0,2 3-4 16,1-1-5-16,4 2-2 0,1 1-2 0,4-1-2 15,1 1 1-15,4-1-2 0,0 2 0 16,6-1 0-16,0 1 0 0,2-1 1 0,2 2 0 16,2-3 0-16,2 1 0 0,0-1 0 0,3-1 0 15,2-1 0-15,0-3 0 0,2 0 0 0,0 0 0 16,3-4 1-16,0 0 0 0,1-2 2 15,0 0-1-15,-3 0 1 0,3-1-1 0,-3-1 1 16,-3 0-1-16,-1 1 0 0,-3 1 1 0,-3 1 0 16,0 1 2-16,-5 4-2 0,-3 1 2 0,-1 1 0 15,-1 3-1-15,-7 3-1 0,2 0 1 16,-4 2-1-16,-2 0-1 0,-1 3 0 0,-2-1 0 0,1-1-1 16,-2 1 0-16,2 0 0 0,0-4 0 15,0-1 0-15,1-2 1 0,2-1 4 0,3-4 1 16,0 0-8-16,3 1-17 0,-1-5-38 0,2-1-72 15,-1-2-79-15,3-2-134 0,1-2-194 0,-1-1-310 16,4-2-310-16,1-2-210 0,0-3-99 0,3 2 400 16,0 0 576-16</inkml:trace>
  <inkml:trace contextRef="#ctx0" brushRef="#br0" timeOffset="141731.85">7991 16410 254 0,'4'-2'867'0,"-4"5"378"16,2 3 37-16,1 6-63 0,0 3-428 16,2 4-269-16,0 4-132 0,1 4-75 0,0 2-59 15,2 3-81-15,-2 3-57 0,1 2-30 0,2 1-20 16,-1 2-9-16,0 4-11 0,0 3-11 0,1 0-13 15,-1 3-11-15,0 1-8 0,-1-2-7 0,0 1 1 16,1-3-2-16,-1-2 5 0,-1-5 1 0,-1-4 1 16,1-4-8-16,0-4-21 0,-2-7-44 15,-1-3-77-15,-3-5-120 0,-2-5-218 0,1-3-300 16,-4-5-355-16,0-6-352 0,-3-3-141 0,-1-5 427 16,-3-4 717-16</inkml:trace>
  <inkml:trace contextRef="#ctx0" brushRef="#br0" timeOffset="141935.31">7829 16777 474 0,'-3'3'1140'16,"0"-2"253"-16,0 4-141 0,-1 0-245 0,1 0-524 16,3-2-240-16,0 2-122 0,3 0-52 15,2-1-28-15,2 1-17 0,2-2-10 0,5 0-8 0,2-2-7 16,5-1-6-16,-1-1-7 0,5-2-1 15,1-1-22-15,1-1-34 0,-2-1-125 0,3-1-193 16,-2 1-283-16,-1 0-292 0,-1 5-252 0,1 0-110 16,-3 2 392-16,2 5 524 0</inkml:trace>
  <inkml:trace contextRef="#ctx0" brushRef="#br0" timeOffset="142262.31">8498 17087 323 0,'11'11'628'0,"0"-3"213"0,-5-4 95 15,2-1-216-15,0-4-216 0,0-5-105 16,-2-2-54-16,-1-4-34 0,0-4-42 0,0-2-58 16,-2-5-55-16,1-2-39 0,0 0 13 0,-3 0 48 15,1 0 42-15,-2 1 13 0,-2 3-5 0,-1-1-17 16,-3 5-38-16,0 1-48 0,-2 2-36 16,-1 3-24-16,-1 3-13 0,0 3-12 0,-3 1-9 15,-1 9-8-15,0 4-13 0,-2 5-4 0,2 4-1 16,-2 4-2-16,3 4 0 0,3 4-2 0,0 1 4 15,4 4 0-15,2-1-2 0,1 4-1 0,3-1-2 16,0 4 1-16,5-1-2 0,1 2 0 16,1-2-2-16,4 1 6 0,0-2 0 0,2-6 1 15,4-3-10-15,-1-3-27 0,3-3-76 0,-1-5-100 16,0 0-187-16,3-4-294 0,-1-3-339 0,-1-3-381 16,0-3-187-16,-1-2 223 0,-1-2 730 0</inkml:trace>
  <inkml:trace contextRef="#ctx0" brushRef="#br0" timeOffset="143223.82">9031 16806 376 0,'-7'-10'742'0,"-1"0"307"0,-1 3 92 0,0-1-285 16,-3 0-284-16,4 3-99 0,-4-1-13 0,4 0-57 15,0 3-63-15,0 0-51 0,0 1-45 0,2 2-64 16,-1 4-75-16,3-2-43 0,-1 6-23 15,2 1-15-15,2 6-9 0,2 5-5 0,2 5-1 16,5 5-8-16,2 6-5 0,-1 3-1 0,7 4-1 16,-2 4-2-16,5 0-3 0,-1 3 5 0,2-1 3 15,2 0 1-15,-3-6-2 0,2-5 1 0,-1-7 0 16,-1-5 1-16,0-7 0 0,2-6-1 0,-4-7 1 16,0-7 2-16,-2-11 0 0,0-7 3 15,-3-12 0-15,-3-6 2 0,0-9-3 0,-2-7 1 16,-4-5 4-16,0-5 1 0,-1-2-4 0,-2 0-1 15,-2 1 0-15,-1 0 0 0,-2 1-6 0,-1 4-3 16,-3 2 5-16,-1 3 1 0,0 5 0 0,-2 2 1 16,2 7 1-16,-1 5 0 0,2 5 1 15,1 6 0-15,2 4 6 0,-1 6 1 0,4 2 2 16,-3 1 0-16,6 4-2 0,-2 1 0 0,2 6-5 16,2 0-4-16,0 3-1 0,2 3-1 0,2 0-1 15,2 3 1-15,0 1 0 0,5 1 1 16,0 0 0-16,1 3 0 0,0-2 0 0,3 2 1 15,-1 1-1-15,3-1 1 0,-1 2-1 0,2 0 2 16,-3 1 0-16,1-1 0 0,2 2 10 0,-3 2 5 16,1 1 8-16,-3 1 12 0,0 2 3 15,-2 5 2-15,1-1-6 0,-4 4-4 0,-1 4-13 16,2 1-12-16,-4 5-6 0,-1 3-3 0,2 3-4 16,-2 2-3-16,0 1 5 0,-1 1 1 0,0 1 1 15,0 1 0-15,0-3 4 0,1-4 3 16,-2-1 1-16,1-7-2 0,0-5 1 0,0-5-3 15,1-7-18-15,-1-6-33 0,-1-4-78 0,-2-8-92 16,-2-8-179-16,0-6-294 0,-2-5-335 0,2-6-368 16,-3-1-191-16,0-2 192 0,0-1 716 15</inkml:trace>
  <inkml:trace contextRef="#ctx0" brushRef="#br0" timeOffset="143701.03">9769 17296 423 0,'11'5'868'16,"-3"-4"256"-16,0-1 1 0,-1-4-278 0,0-7-313 15,-2-3-203-15,0-5-68 0,1-8-3 0,-1-1 13 16,3-9-11-16,1-1-24 0,-1-3-26 0,0-2-45 15,3-1-44-15,-3 2-45 0,2 3-23 16,0 3-14-16,-2 5-10 0,-1 4-4 0,-1 5-5 16,-1 6-1-16,3 4-2 0,-2 4 5 0,0 6 3 15,-1 3 2-15,2 5 3 0,0 3-4 0,-2 6-10 16,3 3-11-16,-3 5-6 0,1-1-3 0,3 4-3 16,-1 2-3-16,-1 2 4 0,4 0 2 15,-2 0 2-15,1 0 0 0,2-1 0 0,-2-1-1 16,3-5 1-16,-1-1-2 0,-1-5 1 0,1-4-3 15,0-6 3-15,-1-3-1 0,0-6 1 0,0-6-1 16,-1-5 1-16,1-5 0 0,-2-3-1 16,1-2 0-16,-1-2 1 0,-1 1 0 0,2 0 5 15,-4 0 1-15,3 2 0 0,-1 1-2 0,-1 3-2 16,-1 2-1-16,-1 3-6 0,2 3 1 0,-2 1 0 16,0 7 3-16,0-1 2 0,0 3 0 15,2 5 3-15,-2 2-2 0,3 3 2 0,0 0-1 16,1 2-6-16,-1 1-4 0,0 1-1 0,2 1-2 15,1 0 6-15,-2 1 1 0,1-1 7 0,1 0-10 16,-2-1-59-16,1-2-67 0,-1-2-104 0,-1-1-166 16,2-1-306-16,-2-4-335 0,3-1-265 0,-2-3-168 15,5-3 207-15,-2-3 610 0</inkml:trace>
  <inkml:trace contextRef="#ctx0" brushRef="#br0" timeOffset="143880.94">10816 16912 136 0,'11'11'876'0,"-3"3"636"0,-2 8 45 16,-1 2-268-16,-2 3-437 0,0 3-355 0,2 3-194 16,-2 0-117-16,-2 4-71 0,3 1-44 0,-1-4-31 15,0-4-11-15,0-1-18 0,2-7-11 16,-2-4-41-16,-1-3-73 0,2-4-81 0,-4-9-166 16,0-2-290-16,-2-7-336 0,0-6-331 0,0-7-205 15,-1-5 122-15,-2-5 667 0</inkml:trace>
  <inkml:trace contextRef="#ctx0" brushRef="#br0" timeOffset="144076.21">10673 16320 521 0,'-6'-35'1463'15,"0"11"242"-15,1 9-301 0,-3 5-330 16,3 5-477-16,-2 5-284 0,0 5-145 0,1 2-67 16,3 4-33-16,-1 2-22 0,3 1-17 0,2 1-13 15,1 1-7-15,3 1-4 0,3 0-2 0,3 0-4 16,0 0-14-16,0-1-54 0,5-1-74 0,-5 0-117 15,5 1-205-15,-2-3-305 0,2 2-352 16,1-2-298-16,0 0-125 0,1 0 383 0,-1-1 663 16</inkml:trace>
  <inkml:trace contextRef="#ctx0" brushRef="#br0" timeOffset="144465.17">11066 16179 315 0,'-2'-14'1260'0,"-1"7"482"0,1 3-210 16,-2 2-346-16,0 5-469 0,-1 1-288 0,2 4-185 16,2 4-85-16,-2 2-44 0,1 6-28 15,2 5-20-15,0 4-16 0,2 3-10 0,2 2-9 16,1 6-8-16,2 1-7 0,2 4-6 0,4 5-5 16,-2 1-2-16,4 1-2 0,0 1-1 0,2-2 0 15,1-5 0-15,0-4-1 0,-1-6-2 16,1-8-2-16,-2-3-1 0,2-10-2 0,-4-6-5 15,2-6-8-15,-4-10-9 0,-1-6-11 0,0-6-8 16,-3-2-7-16,0-6 2 0,-2 0 6 0,1-2 10 16,-2 4 12-16,0-1 9 0,-1 5 8 15,2 3 4-15,-3 4 2 0,1 0 3 0,-1 6 1 16,0 4 2-16,0 3 5 0,-1 3 7 0,3 6 5 16,-2 4 3-16,1 1 2 0,1 4-1 0,-2 2-3 15,2 1-6-15,0 2-6 0,0 0-2 0,1 3-3 16,0-2-2-16,2 0 0 0,0 4-1 15,1-2-1-15,1 1-2 0,1 3-1 0,2-4-5 16,-1 2-18-16,1-1-42 0,1-4-75 0,-2 0-94 16,1-2-175-16,0 0-295 0,1-4-340 0,-1 1-344 15,4-3-179-15,-1-1 182 0,3 0 684 0</inkml:trace>
  <inkml:trace contextRef="#ctx0" brushRef="#br0" timeOffset="144596.69">11924 17421 284 0,'2'4'583'0,"-4"-4"217"0,1-1 73 16,-3-4-263-16,1-2-303 0,0-4-259 0,0-1-270 15,-2 0-297-15,-1-3-192 0,0-1-86 16,-1-4 100-16,-1-2 255 0</inkml:trace>
  <inkml:trace contextRef="#ctx0" brushRef="#br0" timeOffset="144780.25">11579 16180 618 0,'-3'-6'1633'15,"-2"6"144"-15,-1 6-373 0,3 3-348 16,-1 0-460-16,2 3-299 0,2 1-133 0,0-2-61 16,0 3-30-16,2-4-26 0,-1 3-21 0,5-5-14 15,-3 0-17-15,2-2-37 0,0-1-83 0,-2-3-130 16,0 2-258-16,1-3-310 0,-1 0-393 15,-2 1-424-15,1 1-93 0,1-1 611 0</inkml:trace>
  <inkml:trace contextRef="#ctx0" brushRef="#br0" timeOffset="150012.35">6460 18372 39 0,'-5'-5'612'0,"5"0"527"0,-2 3 196 0,0-2-119 16,2 3-325-16,0 0-326 0,2-1-180 0,-2 2-94 15,2-1-61-15,-2 1-44 0,2 0-50 0,-1-2-45 16,1 2-38-16,-1 0-24 0,-1 0-13 0,2 0-8 16,1 0 13-16,0-1 13 0,2 1 11 0,2-2 7 15,3 1 10-15,0 1 5 0,4-2-11 0,0-1-6 16,4 3-9-16,-1-1-7 0,0-1-8 0,3 1-5 15,0-1-5-15,1 1-6 0,-2 1-3 0,3-2-1 16,1 1-3-16,-2 0-1 0,-2-1 0 0,1 2-1 16,-2 0 1-16,1-2-1 0,-5 2-1 0,4-1-2 15,-4 1-2-15,-2 0-1 0,1 0-2 16,-2 0-4-16,0 1-14 0,-3 1-24 0,0 1-66 16,1 1-92-16,-2 2-173 0,-1 0-286 0,-1 2-324 15,0 0-381-15,1 2-241 0,-1-1 156 0,1-1 723 16</inkml:trace>
  <inkml:trace contextRef="#ctx0" brushRef="#br0" timeOffset="150912.51">8098 18189 296 0,'3'-5'849'0,"-1"1"370"0,-4 1 31 0,2-1-225 16,-5 2-282-16,2 0-208 0,-2 2-137 0,-2 0-76 16,-3 2-61-16,0 0-61 0,-2 0-66 15,1 3-57-15,-5 1-31 0,3 1-22 0,-1 2-10 16,-2 3-7-16,2 3-3 0,-2 0 0 0,3 5-3 15,1-1 1-15,2 4-1 0,4 0 1 0,1 2-1 16,4 2 0-16,1 0 1 0,4 1-1 0,3 0-1 16,1 0 1-16,4-1-2 0,1-2-3 0,3 0 0 15,-2-5-1-15,5-3-2 0,-1-2 0 0,0-5 1 16,2-7 2-16,0-3 1 0,0-7 1 0,-2-8 2 16,1-6-2-16,-3-8 2 0,0-4 0 0,-4-4 1 15,1-4 1-15,-4 1 2 0,-2 1 0 0,2 0 0 16,-6 5-1-16,0 3 1 0,-3 5-1 0,0 2 1 15,-3 7 1-15,0 0 0 0,-1 6 0 16,-1 1 0-16,-2 5-1 0,1 3-1 0,1 4-1 16,0 4 0-16,-1 4 5 0,3 3 3 0,0 4-3 15,1 2-2-15,2 4-2 0,2 1 0 0,1 4-7 16,4 1-3-16,2 2 2 0,0 3 2 0,1-2 1 16,4 0 0-16,-1 1-2 0,2-3 1 0,0-1-3 15,2-4-14-15,-1-1-49 0,1-7-71 0,-2 0-96 16,0-4-158-16,-2-5-284 0,1-2-326 0,-3-3-286 15,3-4-171-15,-4-5 175 0,-2-2 589 0</inkml:trace>
  <inkml:trace contextRef="#ctx0" brushRef="#br0" timeOffset="151395.78">8580 18512 108 0,'5'8'650'16,"-2"-2"429"-16,-1-1 118 0,-1 0-118 0,2-3-409 16,-1-2-291-16,1-1-162 0,2-5-80 0,-2-2-36 15,3-4-20-15,-3-5-5 0,2-3 34 0,0-3 19 16,0-2 5-16,1-3 1 0,0-1-4 16,1 2-13-16,-1-2-39 0,1 2-30 0,-3 3-17 15,4 4-15-15,-3 0-7 0,-1 4-5 0,1 5-4 16,-1 0 36-16,0 6 25 0,2 1 18 0,1 6 11 15,-2 2 1-15,1 4-1 0,0 4-26 0,2 3-25 16,0 2-16-16,-2 2-9 0,2 2-5 0,0-1-3 16,-2 4-8-16,4-2 1 0,-2 0 0 0,1-2 0 15,1 1-2-15,-2-4 1 0,1-3-1 0,1-2 0 16,-1-3 0-16,-1-2 1 0,1-6 0 0,-2-5 7 16,-1-5 2-16,1-4 3 0,-1-4 0 0,-2-8-3 15,-2-2 4-15,3-1-4 0,-2-3-2 0,0 0-1 16,2 3 2-16,0 2 1 0,-1 4-2 0,1 2-8 15,-2 3-5-15,-1 4 2 0,1 4 2 16,0 2 1-16,-1 2 1 0,3 5 8 0,-2 6 4 16,3 3-4-16,-3 2-3 0,2 8-2 0,0 1-2 15,0 3 1-15,1 3-8 0,0 1-2 0,2 1-3 16,2 0 0-16,-1 0-4 0,5-2-13 16,-2-1-39-16,3-2-63 0,-2-4-96 0,1-3-162 15,0 0-299-15,0-6-320 0,2-2-298 0,0-4-185 16,-2-5 220-16,4-5 616 0</inkml:trace>
  <inkml:trace contextRef="#ctx0" brushRef="#br0" timeOffset="151694.75">9344 18202 188 0,'2'-1'983'16,"-4"4"631"-16,0 1-35 0,-1 6-314 0,-2 1-468 16,2 2-318-16,-2 3-192 0,-1 0-115 0,3 2-60 15,-2 2-36-15,2-1-19 0,0 1-16 0,3-2-15 16,0-1-8-16,0-5-9 0,3-2-5 0,0-3-4 15,2-2-3-15,-1-5 0 0,3-5-1 0,-1-5 1 16,-1-6 4-16,4-3 1 0,-4-5-6 0,2-3-5 16,-3 0-3-16,3 2-1 0,-2 0-7 0,1 3-1 15,-2 3 6-15,0 5 5 0,0 2 4 0,-2 4 4 16,3 5 1-16,0 6 1 0,-1 4 2 16,1 6 4-16,0 2-1 0,-1 7-1 0,1 3 0 15,0 2-1-15,3 3-2 0,-2-2-5 0,2 4 0 16,3-2 0-16,0 0-4 0,0-2-24 0,5 1-66 15,-5-2-90-15,4-4-175 0,0 2-283 0,-2-6-336 16,1 1-378-16,-1-3-243 0,2-1 148 0,-2-4 735 16</inkml:trace>
  <inkml:trace contextRef="#ctx0" brushRef="#br0" timeOffset="152497.04">9712 17752 8 0,'2'-29'403'16,"-2"1"382"-16,0 6 323 0,-2 1 65 0,1 3-306 15,-1 2-142-15,2 6-111 0,-1 3-123 16,-1 2-110-16,2 7-72 0,0 2-73 0,2 8-90 16,-1 5-63-16,2 10-28 0,3 4-10 0,1 7-10 15,1 5 3-15,1 7-3 0,4 3-3 0,0 3 6 16,2 2-6-16,1 3-4 0,1-1-6 15,3-5-4-15,0-1-2 0,0-6-10 0,-2-5-2 0,3-6-2 16,-3-8-2-16,0-4-2 0,1-7 0 16,-3-5-3-16,1-7 2 0,-4-6-1 0,1-7 1 15,-5-7 0-15,1-5 1 0,-2-8 2 0,0-2 1 16,-2-5 1-16,2-1-1 0,1 0 1 0,-1 0 1 16,0 3-1-16,0 4-1 0,0 4-1 0,2 5 0 15,-2 2 0-15,0 4 0 0,2 6 1 16,-2 4 0-16,4 6 0 0,-2 6 1 0,2 5-1 15,-3 4 1-15,5 4-2 0,-4 3 0 0,4 3 0 16,-3 1 0-16,2 2 0 0,-1 0 0 0,1 0 1 16,0 0-1-16,-1-1-1 0,-2-2-1 0,2-4-1 15,-2-3-4-15,1-3-13 0,-3-2-32 0,-2-4-70 16,-3-5-103-16,1-3-173 0,-4-4-292 0,-4-6-336 16,1-4-365-16,-3-6-215 0,-2-1 229 0,-1-9 692 15</inkml:trace>
  <inkml:trace contextRef="#ctx0" brushRef="#br0" timeOffset="152688.92">10169 17721 136 0,'-5'-15'832'15,"1"8"587"-15,-1 5 86 0,0 4-221 16,-1 5-429-16,1 4-353 0,0 2-189 0,2 2-116 16,0 0-74-16,1 1-51 0,2-3-33 0,2 2-22 15,1-2-9-15,2-3-6 0,1-1-6 0,4 0-22 16,-2 0-79-16,1-4-90 0,2-2-166 0,-3 2-291 15,2-3-328-15,-1 3-362 0,0 0-173 16,1-1 185-16,0 3 659 0</inkml:trace>
  <inkml:trace contextRef="#ctx0" brushRef="#br0" timeOffset="153145.22">10452 17986 294 0,'0'-6'1003'16,"0"-1"394"-16,2 2-71 0,-2 1-234 0,4-1-462 16,1 2-228-16,0 1-144 0,3-3-69 0,0 0-27 15,4 0-12-15,1 0-18 0,1 0-41 0,2-2-17 16,1 1-20-16,0 0-16 0,1 1-13 0,0 1-17 16,2-1-7-16,-3 2-7 0,1 3 15 15,-1 0 10-15,-4 5 12 0,1 2 7 0,-3 2 10 16,-3 6 8-16,-3 2-1 0,1 4-1 0,-3 3-7 15,-3 4 2-15,-3 4-5 0,0 1-2 0,-3 3-5 16,1 0-5-16,0 0-2 0,-1 1-10 0,3-5-4 16,-2-1-6-16,1 0-9 0,2-3-5 0,0-5-4 15,2 1-3-15,2-5-1 0,2-3-2 0,0-2 4 16,2-5-3-16,0-1-11 0,4-5-18 16,-1-3-37-16,2-6-76 0,-2-6-102 0,1-1-183 15,-2-3-289-15,0-4-332 0,3-1-357 0,-1-6-169 16,-1 0 243-16,4 0 703 0</inkml:trace>
  <inkml:trace contextRef="#ctx0" brushRef="#br0" timeOffset="153465.16">10933 18006 45 0,'-2'0'623'0,"2"5"536"0,0 1 242 16,0 4-54-16,-1 3-358 0,1 2-363 0,0 3-206 16,0 1-119-16,1 4-81 0,-1-1-73 0,3 3-49 15,2 0-37-15,2-1-22 0,2 2-10 0,0-4-14 16,1 0-11-16,4 1-8 0,-3-8 2 0,3 0 0 15,-2-4-1-15,0-7 0 0,-1-4-1 16,0-6 7-16,-1-6 1 0,1-5 5 0,-3-4-4 16,-3-2-3-16,-1-5 0 0,2-2-7 0,-4 2-1 15,0 0-4-15,-1 1 4 0,-1 3 4 0,0 0 1 16,2 7 1-16,-1 1 0 0,-1 2 0 0,2 4 0 16,0 3 1-16,1 1-1 0,0 4-1 15,0 2 1-15,2 5 2 0,1 2-1 0,0 2 0 16,1 1-1-16,-1 4 1 0,2-1-2 0,1 1 0 15,-1 3 5-15,2 0 3 0,2-1 1 0,0 4-1 16,-1 0 0-16,3-1-6 0,-3 1-31 0,3-1-57 16,-3 0-67-16,1-2-72 0,0-2-143 0,-1 0-216 15,0 1-301-15,-1-3-254 0,-1-3-208 0,-1-1-33 16,3-3 452-16,-3-3 534 0</inkml:trace>
  <inkml:trace contextRef="#ctx0" brushRef="#br0" timeOffset="153678.84">11576 18094 206 0,'5'14'1176'15,"-2"2"570"-15,1 7-187 0,-1-1-340 0,0 5-428 16,1 1-342-16,1 3-206 0,2 0-96 0,1 6-46 16,1-2-36-16,2 6-26 0,-1-1-20 0,4 4-13 15,-3-3-4-15,2 4-3 0,1-2-2 0,0 0 2 16,-2-2-5-16,1-4-13 0,-5-1-34 0,1-4-70 15,-7-2-75-15,0-5-139 0,-4-4-228 0,-1-6-317 16,-5-6-328-16,2-8-227 0,-4-6-57 0,-4-9 475 16,-2-4 612-16</inkml:trace>
  <inkml:trace contextRef="#ctx0" brushRef="#br0" timeOffset="153879.51">11334 17740 651 0,'-4'-31'1666'15,"-3"7"113"-15,1 9-381 0,0 6-368 0,1 4-464 16,0 5-289-16,2 3-129 0,1 3-58 16,-1 0-30-16,3 2-15 0,0 0-18 0,3-2-11 15,-1 2-10-15,4-3-5 0,1 2-14 0,2-1-27 16,1 2-78-16,-1-2-88 0,2 1-171 0,0 1-291 16,2-1-338-16,1 4-387 0,1 2-205 15,3 0 143-15,0 6 719 0</inkml:trace>
  <inkml:trace contextRef="#ctx0" brushRef="#br0" timeOffset="154161.71">11826 18201 17 0,'24'22'436'0,"-3"-1"344"0,-3-6 205 0,1-3 4 15,-4-4-319-15,-1-4-275 0,-2-6-159 16,-3-3-76-16,-3-4-38 0,0-6-18 0,-3-4-22 16,-3-3-14-16,0-3 3 0,0-3 12 0,-3 1 18 15,0 1 14-15,-3 2 25 0,1 1 67 0,2 1 56 16,-4 3 21-16,2 3-9 0,-1 2-17 15,-1 4-27-15,-2 3-55 0,3 4-48 0,-2 3-32 16,0 3-14-16,0 3-13 0,2 3-3 0,1 1-6 16,0 4-11-16,-1 1-10 0,5 0-8 0,-1 1-7 15,2 2-9-15,0 3-6 0,2-1 0 0,1 2-2 16,3 0 0-16,0 4-1 0,1 0 2 16,1 1-1-16,1 0-3 0,2 0-1 0,2-1-4 15,-1-3-2-15,3-2-9 0,-1-1-17 0,-1-2-32 16,2-2-74-16,-3-2-91 0,0-2-180 0,2-2-290 15,-2 0-339-15,2-4-383 0,-2 1-204 0,1-1 158 16,4-2 746-16</inkml:trace>
  <inkml:trace contextRef="#ctx0" brushRef="#br0" timeOffset="155044.68">13004 17869 266 0,'-5'10'586'16,"-1"-2"309"-16,1 0 176 0,0-1-211 0,1-3-222 15,2 1-119-15,1-2-52 0,-1 0-44 0,2-2-53 16,0 1-54-16,0-2-55 0,0 0-39 0,3-3-48 15,2-3-45-15,1-4-29 0,2-7-13 0,3-3-7 16,3-7-3-16,2-5-8 0,3-7-7 16,3-4-6-16,-1-6-7 0,6-2-7 0,1-5-14 15,2-2-9-15,2-3-7 0,1-4-6 0,2 2-6 0,0-1-4 16,1 2 6-16,-3 2 2 0,0 6 1 16,-4 5-1-16,-4 5 1 0,-2 6-4 0,-6 9-10 15,-3 3-17-15,-3 8-34 0,-5 4-76 0,-2 7-104 16,-4 6-177-16,-5 2-290 0,-6 4-349 0,1 2-378 15,-3 5-188-15,-2-4 239 0,-1 1 699 16</inkml:trace>
  <inkml:trace contextRef="#ctx0" brushRef="#br0" timeOffset="155279.46">13376 16804 22 0,'9'-17'408'0,"-1"7"349"15,2-2 284-15,2 1 79 0,1-3-319 0,4 0-263 16,-1-1-134-16,4 0-62 0,1 0-41 15,3 1-15-15,1 1-17 0,0-2-13 0,1 5-19 16,-4-1-37-16,3 5-37 0,-3 2-39 0,0 4-31 16,-4 1-17-16,-1 7-15 0,-2 2-11 0,-3 4-10 15,-2 4-11-15,-6 3-3 0,1 4-7 16,-5 4-5-16,0 4-7 0,-5 4-5 0,1 4-4 16,-5 2-6-16,0 2-3 0,1 3-3 0,2-3 3 15,-1-1-5-15,0-5-34 0,4-6-76 0,0-7-164 16,1-4-262-16,2-6-311 0,2-5-390 0,-1-5-402 15,4-6-24-15,2-3 756 0</inkml:trace>
  <inkml:trace contextRef="#ctx0" brushRef="#br0" timeOffset="155861.7">15153 16138 370 0,'-10'-7'751'16,"-2"5"334"-16,1-5 83 0,-1-1-318 15,-2 2-222-15,3-1-91 0,0-1-60 0,0 2-73 16,1 2-64-16,0 0-47 0,0-1-54 0,0 2-68 16,1 1-57-16,0 2-37 0,1 4-22 0,0-2-15 15,-2 6-11-15,2 1-4 0,2 5-6 16,0 3-2-16,-2 4 3 0,3 3 1 0,2 4-2 15,0 0-2-15,1 0-3 0,4 1-1 0,-1-1-5 16,4-4-3-16,2-1-2 0,2-4-2 16,0-4-6-16,4-3-5 0,0-6-1 0,1-4-2 15,3-8 1-15,-1-6-1 0,1-6 12 0,2-8 4 16,-4-5 3-16,2-5 2 0,-4 0-1 0,-2-3 1 16,0 4-3-16,-3 2-2 0,-3 3-1 0,-2 3 1 15,-2 5-1-15,-1 4 2 0,-3 4-2 0,0 7-1 16,0 2 0-16,-4 5-1 0,3 6 1 15,-4 3 0-15,3 7 1 0,2 3 0 0,1 2 1 16,1 4 0-16,2 2-7 0,1 0-3 0,4 0-2 16,4 0-1-16,-1-1-4 0,2 0-6 0,3-3-8 15,-1 1-22-15,3-3-69 0,-2 0-78 16,-1-2-160-16,-1-2-278 0,-2-2-319 0,2 0-373 16,-2-3-233-16,-2-2 53 0,3-3 685 0</inkml:trace>
  <inkml:trace contextRef="#ctx0" brushRef="#br0" timeOffset="156045.1">15478 16299 75 0,'12'-1'656'15,"-4"3"479"-15,1 4 136 0,-3 5-123 0,1 2-344 16,-3 5-293-16,0 3-143 0,0 5-69 0,-2 1-43 16,4 3-38-16,-3 1-45 0,0-1-62 0,2 2-49 15,0-3-32-15,0-1-22 0,0-4-67 0,2-4-67 16,-2-4-111-16,-2-4-166 0,2-3-300 0,0-6-337 15,-2-5-255-15,0-5-157 0,2-7 300 16,-4-3 576-16</inkml:trace>
  <inkml:trace contextRef="#ctx0" brushRef="#br0" timeOffset="156411.73">15755 15666 98 0,'6'-21'695'0,"-1"6"471"0,-2 4 126 0,-1 7-62 15,3 4-313-15,-2 4-321 0,0 7-175 0,0 4-94 16,-1 6-60-16,-1 6-71 0,2 3-72 16,-1 6-45-16,3 3-24 0,1 5-14 0,1 1-10 15,3 5-6-15,0 0-9 0,1-1-4 16,2-1-3-16,0-3-4 0,2-7-3 0,1-6-2 16,1-4-1-16,-1-10-2 0,3-7 1 0,2-5 0 15,-5-7-1-15,-1-6-2 0,-2-5-1 0,-2-5-2 16,0-2-2-16,-6-2 0 0,-2-3 1 0,-4 1 1 15,-3-1 3-15,-1 2 2 0,-4-1 3 16,-2 3 2-16,-2 2-1 0,-1 2 2 0,-2 1 0 16,-1 3-1-16,3 3 0 0,-2 3-2 15,2 4 0-15,0 3-1 0,2 4 1 0,4 5-1 0,-1 1 0 16,6 3 1-16,0 4 1 0,3 4-1 16,3-1 0-16,2 1-7 0,2 1-24 0,1 1-66 15,2-3-64-15,2 1-116 0,1-3-210 0,2 0-308 16,0-6-329-16,4-1-248 0,-3-5-141 0,4-1 375 15,-2-5 648-15</inkml:trace>
  <inkml:trace contextRef="#ctx0" brushRef="#br0" timeOffset="156584.75">16402 16143 231 0,'0'20'852'0,"-5"4"386"0,1 6 2 16,0 1-181-16,-1 2-461 0,2-1-306 0,2 2-148 15,1-4-68-15,3-2-42 0,0-4-28 16,4-5-83-16,2-6-160 0,-1-1-303 0,1-6-265 16,4-4-261-16,0-3-207 0,-2-3 166 0,4-5 526 15</inkml:trace>
  <inkml:trace contextRef="#ctx0" brushRef="#br0" timeOffset="156819.21">16763 15923 43 0,'0'-11'823'16,"-2"3"782"-16,-3 2 66 0,0 4-318 16,0-1-402-16,-4 3-394 0,1 3-234 0,-1 0-126 15,1 2-64-15,-3 3-37 0,1 3-28 0,2 2-20 16,-1 2-13-16,3 5-9 0,-1 3-6 0,4 3-4 16,1 3-4-16,6 5-3 0,0-1-2 0,3 0-5 15,4-1-1-15,1-3-3 0,6-2-5 0,-4-3-14 16,5-4-22-16,-1-5-66 0,-3-5-80 15,3-4-169-15,-3-3-280 0,1-3-334 0,0-3-407 16,-3-1-269-16,1-2 50 0,-3 0 761 0</inkml:trace>
  <inkml:trace contextRef="#ctx0" brushRef="#br0" timeOffset="157611.75">13328 18181 238 0,'-6'3'806'0,"-2"0"403"0,2 0 46 0,1 0-184 16,2-1-359-16,1-1-240 0,2 1-130 0,2-2-57 15,2 0-27-15,5 0-30 0,3 0-41 0,4-2-32 16,8 1-26-16,4-4-26 0,4 1-25 15,2-3-20-15,6-5-14 0,4-1-12 0,-1-2-10 16,4-3-6-16,3-3-6 0,-2-3 1 0,0-1 0 16,-1-1-1-16,-1-1 0 0,-2 2-8 0,-1 1-16 15,-2 1-45-15,-6 2-87 0,-4 5-177 0,-4 1-271 16,-6 3-320-16,0 1-396 0,-9 1-392 16,-1 2 51-16,-4 1 807 0</inkml:trace>
  <inkml:trace contextRef="#ctx0" brushRef="#br0" timeOffset="157862.22">14040 17662 281 0,'4'2'774'15,"1"-1"303"-15,2 1 55 0,3-1-170 16,3-1-396-16,3-1-234 0,0 1-111 0,4-2-57 16,2 1-44-16,2 1-41 0,3 0-24 0,2 0-16 15,1 3-13-15,1 0-4 0,1 3-3 0,-2 3 15 16,-2 1 39-16,-1 4 55 0,-3 2 49 15,-5 4 25-15,-2 1 11 0,-2 2-16 0,-5 3-40 16,-1 1-42-16,-6 0-42 0,-2 2-26 0,-2-3-20 16,-2 2-8-16,-4-1-9 0,-2-2-5 0,-1 0-3 15,-1-3-2-15,0-3-4 0,0-2-33 0,1-4-76 16,-2-2-132-16,2-4-253 0,1-2-292 16,0-4-362-16,2-2-372 0,2-2-78 0,2-3 554 15</inkml:trace>
  <inkml:trace contextRef="#ctx0" brushRef="#br0" timeOffset="159295.34">15271 17860 224 0,'4'2'863'0,"-3"0"459"16,2 1 2-16,-1-3-221 0,0 2-418 15,1 0-221-15,-2-4-118 0,5 0-77 0,-3-3-34 16,2-6-14-16,2-3-42 0,1-3-53 0,3-7-33 16,1-5-22-16,2-5-13 0,1-6-13 0,-1-1-12 15,5-6-8-15,0-2-8 0,-1 1-4 16,2-2-9-16,-1 2 0 0,0 3-2 0,-2 0 5 16,-1 6 0-16,1 3 0 0,-5 4-1 0,-3 6 0 15,0 5-3-15,-1 3-11 0,-4 4-17 0,-3 7-49 16,-1 3-72-16,-5 4-107 0,-1 4-187 0,-2 3-299 15,-4 4-347-15,-1 4-322 0,-4-1-175 16,0 4 286-16,-3-1 690 0</inkml:trace>
  <inkml:trace contextRef="#ctx0" brushRef="#br0" timeOffset="159497.92">15253 17383 32 0,'0'4'597'0,"1"4"501"16,1 1 173-16,-1-3-118 0,5 5-317 0,2 1-305 15,0 4-125-15,6 2-85 0,-1 3-42 0,4 0-31 16,-1 5-38-16,3-2-67 0,2 3-66 16,1-2-28-16,0 1-20 0,2-1-15 0,-2-2-6 15,2-2-6-15,-1 2 5 0,3-4 0 0,-4-5-2 16,2 3-21-16,-2-7-75 0,-3 0-100 0,-2-4-182 16,0 0-290-16,-4-5-337 0,0-1-371 0,-4-3-188 15,1-1 241-15,-5-2 684 0</inkml:trace>
  <inkml:trace contextRef="#ctx0" brushRef="#br0" timeOffset="159720.78">15997 17542 102 0,'9'14'714'0,"-1"5"470"0,-4 2 103 15,-1 3-151-15,0 5-335 0,-1 1-327 0,-1 3-142 16,1 3-76-16,2-3-48 0,-2 3-36 0,1-4-49 15,0-2-47-15,1-4-50 0,0-5-79 0,1-3-89 16,-2-4-148-16,5-5-263 0,-2-6-304 16,-1-6-342-16,0-6-224 0,1-7 67 0,0-9 558 15</inkml:trace>
  <inkml:trace contextRef="#ctx0" brushRef="#br0" timeOffset="159924.96">16234 17267 233 0,'2'2'831'16,"-2"2"380"-16,-2 3 31 0,2 1-190 0,-3 3-353 16,3 1-222-16,0 1-100 0,-1 3-59 0,1-1-48 15,0 3-42-15,0 1-63 0,0 4-62 16,0-1-49-16,0 3-25 0,1 5-14 0,-1-2-6 16,0 1-9-16,0 3-10 0,0-2-51 0,-1-3-66 15,-3-3-125-15,3-5-198 0,-1-2-293 0,-1-6-341 16,0-3-293-16,-3-8-152 0,3-4 400 15,-4-5 629-15</inkml:trace>
  <inkml:trace contextRef="#ctx0" brushRef="#br0" timeOffset="160145.17">16071 17235 185 0,'0'-8'827'0,"2"7"436"0,0-2 23 0,-1 3-104 16,4 1-366-16,1 1-306 0,4 2-149 15,-1-1-77-15,4 3-40 0,1-2-63 0,0 2-64 0,4-1-36 16,-1-3-25-16,2 2-14 0,0-2-13 16,0-2-10-16,2-2 0 0,-3-2-3 0,0 2 1 15,1-5-3-15,-2-1-1 0,-1-1 0 0,-1-1-8 16,0-1-4-16,-4 1-2 0,-1-2-7 16,-1 4-18-16,-3-3-53 0,-4 3-69 0,0 0-109 15,-4 2-195-15,-1 2-302 0,-2 2-335 0,0 0-295 16,-4 2-156-16,1 0 324 0,-2 2 663 0</inkml:trace>
  <inkml:trace contextRef="#ctx0" brushRef="#br0" timeOffset="165230.92">1954 1201 272 0,'3'0'579'0,"-3"0"282"16,0 1 146-16,0-1-216 0,-3 0-225 0,0 0-120 0,-2 0-83 15,0 0-67-15,-3-1-28 0,3 1-7 0,-2 0-1 16,-1 0-7-16,0 0-21 0,-2-1-20 0,-2 1-37 16,-1-2-46-16,-1 0-37 0,1 1-28 0,-4 0-18 15,2-2-12-15,-2 1-8 0,-1-1-5 0,0 2-4 0,-3-2-2 16,0-1-1-16,-1 4 0 0,-1-1-1 0,-1 0 0 15,2 1 0-15,-2 0 0 0,-1 0 0 0,0 1 1 0,2-1-2 16,1 1 0-16,0 1-4 0,0 1-5 0,3-1 0 16,-1-1-3-16,2-1 0 0,-1 2-1 0,-1-1 0 15,0-1 1-15,0 2 0 0,1-2 2 0,3 0 0 16,1 0 1-16,0 0-2 0,4 0 0 16,-1 0 0-16,2 0 0 0,0 0-1 0,1 0 1 15,3 0-1-15,-1 1 1 0,1 1 0 0,0-1 0 16,1 2 0-16,-1 0 0 0,3 2 0 0,-2 0 0 15,0 3-1-15,2 0 0 0,-3 3-1 16,4 0 2-16,-3 6-1 0,2-1-1 0,0 4 0 16,0 1 0-16,-1 2 0 0,3 2 0 0,-2 0-1 15,1 0 2-15,-2 4-1 0,2-1 1 0,1 2 0 16,-1 2 2-16,0 3-1 0,-1-1 3 16,0 3-2-16,1 1 0 0,-1-1-1 0,0 1 0 15,1 1 0-15,-1 1-1 0,-1-1 0 0,2 5-1 16,0 1 0-16,1 0-1 0,-1 1 0 0,2 3 1 15,-1-3 0-15,-1 1 1 0,0-1 1 16,1 1 0-16,1-1 1 0,-2 2 1 0,1-2 0 16,-1 1-1-16,0 0 0 0,1 1-2 15,1-2 1-15,-2 3-2 0,1-2-1 0,-1 1 0 16,2 2-1-16,0-2 1 0,0-2 1 0,0 3 2 16,0-4 0-16,0 2 2 0,0 0 1 15,0 2-2-15,0-4 0 0,0 0-2 0,0-1-1 16,0-2 0-16,0 1-1 0,0 0 0 15,0 0 1-15,-3-1 1 0,3 1-2 0,-1-1 1 16,1 0 1-16,-2 2 0 0,2-3 1 16,-3 1 0-16,3 1 0 0,-2-1 1 15,2 0 0-15,0-2-1 0,-1 0 0 0,1-3 0 16,0-1 0-16,0-2-1 0,1-2 1 16,-1-1-1-16,0-2-1 0,2-2 0 0,-2 1-1 15,0-3 1-15,3 2 0 0,-3-1 2 0,2-2-1 16,-2 3 0-16,0-2 1 0,0 0-1 15,0 3 0-15,0-2-2 0,0 1 2 0,0-2 0 16,-2 2 1-16,0 1 0 0,1-2 0 16,-1 2 1-16,-1 0-2 0,-2 0 2 0,2 1 0 15,-2-1-2-15,2 0 1 0,-3 2 0 16,1-1-1-16,2 1 1 0,-2 0-2 0,0 0 1 16,2 1-1-16,-2 0 0 0,-1 2 0 15,2-2 0-15,-1 0-1 0,0 1 2 0,2-2-1 16,-2 2-1-16,-1-4 1 0,3 0 7 15,-2 2-3-15,0-5-1 0,2 0-1 0,1 2 0 16,-1-1 0-16,0-1-6 0,1 4 3 16,1-3 3-16,1 3 0 0,0 1 0 0,0-2-1 15,1 3 0-15,1-3 0 0,-1 1 0 16,1 2-1-16,1-2 1 0,-1-1 0 16,1 1 0-16,-1-1-1 0,3 1 1 0,-2-1-1 15,0-1-1-15,3 3 0 0,-3-2 1 0,2 2 0 16,0-1 7-16,-2 0-2 0,2 1-1 15,-2-2 0-15,1 2-1 0,-1-1 0 0,1-3-8 16,-3 2 3-16,3-1 1 0,-3-2 0 16,1-2 2-16,-1 1 1 0,-1-1-1 15,0 1 2-15,0-2-1 0,0 1 1 0,-1 1-2 16,1-1 0-16,0-2 0 0,0 2 0 0,0-2-2 16,0-2 1-16,0-2 0 0,1-2-1 15,1 0 1-15,1-3-2 0,-1-2 1 0,1-1-1 16,1 0 0-16,0-2 1 0,-1-1-1 15,3 1 2-15,-1 0 0 0,3-1 0 16,1 0 0-16,-1 0 0 0,0 0 0 0,0 2 1 16,3 1 2-16,-3-2-1 0,2 2 1 15,0 2-1-15,0 2 2 0,0-1 4 0,2 2 3 16,-1 2 0-16,2-1 1 0,-2 1 0 16,0-2-2-16,3 1-7 0,1 1-4 0,2 1 2 15,-1-4 0-15,4 3 2 0,1-1 1 0,-2-2-4 16,3 2-2-16,0-2-4 0,-1 0-1 0,1 0-2 15,0-1-1-15,0-2 5 0,2 1 4 0,1-3 0 16,-1 0 2-16,1-1 0 0,-1-1 0 0,1-3 0 16,-1 0-1-16,1-2 0 0,2-1-3 0,0 0-11 15,0-3-65-15,1 1-66 0,1-2-110 0,1 2-184 16,3-2-308-16,-1 2-347 0,1 2-255 0,0 0-154 16,-6 0 313-16,1 7 631 0</inkml:trace>
  <inkml:trace contextRef="#ctx0" brushRef="#br0" timeOffset="174709.85">18411 17026 175 0,'4'-15'809'0,"-8"3"489"16,1 0 121-16,0 5-127 0,-3 1-433 0,1 1-334 16,-1 4-149-16,-1 2-98 0,-1 3-75 0,-1 2-71 15,3 2-35-15,-2 7-23 0,1 3-15 16,1 6-6-16,5 5-7 0,1 7-4 0,1 6-6 16,5 7-6-16,2 7-6 0,2 6-4 0,2 7-8 15,3 6-5-15,2 4-4 0,1 2-3 0,4 1-3 16,0-5-4-16,0 1 4 0,3-6 3 0,2-8 0 15,2-5 0-15,-3-8-7 0,1-5-18 0,0-7-42 16,-3-6-78-16,-2-4-129 0,0-5-243 0,-3-5-303 16,-1-3-371-16,-4-4-376 0,0-5-116 0,-6-3 532 15,-3-4 753-15</inkml:trace>
  <inkml:trace contextRef="#ctx0" brushRef="#br0" timeOffset="176143.93">19018 17473 132 0,'0'-7'699'16,"-2"2"445"-16,0 0 109 0,2 3-139 15,0 0-434-15,0 2-301 0,0 0-149 0,4 2-28 16,-2 2 25-16,1 2 5 0,4 3-6 0,1 5-5 16,-2-1-23-16,3 4-49 0,2 2-51 0,2 1-24 15,1 5-15-15,-1 2-16 0,3 2-9 0,-2 2-6 16,3 0-9-16,-1 3-9 0,0-5-2 16,-2 1-3-16,0-1-1 0,1-5-2 0,-3-2 0 15,-1-2-1-15,-1-2-1 0,-1-5-1 0,-2 0 1 16,-3-5 0-16,-2 1 3 0,1-3 6 0,-3-2 2 15,-1-3 2-15,-3-2 0 0,-2-3-1 0,0-6-2 16,-5-3-5-16,1-2-3 0,1-6-2 0,-5-3 6 16,2-5 2-16,-2-1 0 0,2-3 0 15,-1-3-1-15,-3-3 1 0,3 0-4 0,-1-3-3 16,3 2 0-16,-1-2 1 0,2 0 4 0,0 3-3 16,1 0 1-16,1 3 0 0,2 3-2 0,-1 1 1 15,4 4-1-15,-3 3-2 0,3 0 0 0,3 3-1 16,0 2 1-16,0 1-1 0,3 4-1 15,3 0 1-15,-3 2 1 0,4 2-1 0,-1 2 1 16,2 0 0-16,5 1 0 0,-4 4 0 0,4-1-5 16,0 4 2-16,1-1-4 0,2 2-2 0,-2 3-1 15,2 0-1-15,-2 1 4 0,2 3-3 0,-2 2 2 16,2 0-3-16,-3 0-20 0,-1 1-57 16,-3 2-70-16,0 1-118 0,-2 0-198 0,-2 2-306 15,-2-2-336-15,0 2-269 0,-3-2-133 0,-1 1 369 16,-1 0 639-16</inkml:trace>
  <inkml:trace contextRef="#ctx0" brushRef="#br0" timeOffset="176359.9">19083 17573 313 0,'3'10'889'15,"1"0"316"-15,0-2-19 0,1-1-197 0,2-1-454 16,2-2-258-16,1 0-112 0,-1-2-36 15,5 0-22-15,-1-2-12 0,2-2-17 0,3 0-10 0,-1-3-15 16,3-1-23-16,0-3-15 0,2 2-7 16,-3-2-4-16,3 0-4 0,0-1 1 0,-1-1-3 15,-2 3-7-15,-2-1-26 0,-1 3-50 0,-3 0-130 16,-2 2-216-16,-5 1-285 0,1 1-275 16,-1 4-240-16,-5-2-34 0,1 3 427 0</inkml:trace>
  <inkml:trace contextRef="#ctx0" brushRef="#br0" timeOffset="177164.55">19513 17567 272 0,'5'16'880'15,"-2"0"373"-15,2 3 5 0,-2 5-150 0,2-1-391 16,0 3-225-16,2 0-130 0,-2-1-73 0,0-1-51 16,2-3-60-16,-1-2-68 0,2-2-51 0,0-5-27 15,0-4-15-15,2-3-7 0,-2-5-3 16,2-5-1-16,0-5-1 0,0-6 5 0,0-5 3 15,-2-5-3-15,3-4-1 0,-2-1 0 0,1-4 0 16,1 3-6-16,-3 0-1 0,2 3-1 0,-4 4 1 16,1 4 1-16,-2 3-2 0,-1 5 0 0,0 3-3 15,0 3 2-15,-3 5-1 0,2 4-1 16,-1 3 2-16,2 7 8 0,-1 2 4 0,-3 4 1 16,4 2 4-16,-1 4 0 0,0 1-1 0,4 4-6 15,-3-1-3-15,4 3-2 0,-2 0-3 16,2 1-1-16,0 0-2 0,3-2-2 0,-3-5-1 15,2-1-3-15,1-7 1 0,-2-3-2 0,1-7 2 16,1-6-6-16,-3-5-13 0,-2-5-31 0,-1-7-44 16,-2-5-46-16,0-6-47 0,-1-4-40 0,1-3-16 15,-6-1 9-15,1-5 42 0,1 1 44 0,-2 0 32 16,-1 1 20-16,1-2-3 0,0 3-16 0,-2-1-27 16,0 3-9-16,-1-1-1 0,3 5 8 15,0 4 27-15,0 0 50 0,-1 5 63 0,3 4 70 16,-1 3 49-16,2 4 43 0,0 2 27 0,-1 5 10 15,1 1-13-15,0 1-17 0,1 2 3 16,-1 2 22-16,2 1 34 0,-1 1 21 0,1 0 0 16,0 2-23-16,1 0-30 0,-1 0-41 0,1 1-46 15,0 2-32-15,1-1-19 0,-1-1-12 0,2 1-6 16,-2 2-8-16,1-2-5 0,1 2-5 0,-1 0-4 16,1-1-1-16,-2 0-1 0,0-1-2 15,2 2 1-15,-2-2-1 0,0-1-1 0,1-1-2 16,-3 0 0-16,2-2-1 0,2 0-1 0,-4-2-2 15,2-2 2-15,-1-2 1 0,1-4 1 0,1-4 2 16,-3-3 0-16,2-3 1 0,-3-5-2 0,2-4-1 16,0-1 0-16,-2-3-1 0,-2 1 0 15,0-1 1-15,-2 2-1 0,0 2 1 0,-1 2 0 16,2 2 8-16,-3 4 10 0,3 4 9 0,-2 3 5 16,4 2 4-16,-1 6-1 0,1 2-3 0,1 4-6 15,0 6-5-15,1 5 0 0,1 6-1 0,3 4 1 16,-1 3-3-16,4 2-1 0,-2 6-1 15,4 1 2-15,0 4-1 0,0 4 3 0,2 2-1 16,-3 3 1-16,5 2-2 0,-2 2-5 0,0-1-3 16,-1-1-4-16,3-3-3 0,-1-4-3 0,0-6-2 15,-1-3-1-15,1-8-1 0,-1-4 0 0,0-7 0 16,-3-5-5-16,0-8-8 0,-2-4-11 16,-1-7-18-16,1-5-27 0,-6-7-66 0,1-4-73 15,-2-3-115-15,-2-5-186 0,2-1-300 0,-1 1-339 16,-1-3-249-16,0 3-137 0,-1 1 350 0,2 0 639 15</inkml:trace>
  <inkml:trace contextRef="#ctx0" brushRef="#br0" timeOffset="178175.41">20410 17288 219 0,'0'-9'751'0,"-2"-3"411"15,2 4 71-15,-1 3-244 0,1-2-332 0,0 2-203 16,1 4-62-16,2 1-59 0,4 2-35 16,1 3-26-16,3 6-14 0,0 4-46 0,2 4-72 15,2 5-35-15,1 5-22 0,2 4-15 0,-1 5-19 16,-1 0-12-16,1 5-11 0,-1 0-7 0,1 0-5 15,-2-1-6-15,0-1-3 0,0-4-3 0,-1-7-2 16,-2-6-2-16,-2-3-1 0,-1-11 1 0,-2-1 1 16,-2-9 1-16,-4-9 0 0,-2-6 0 15,-3-7 1-15,-1-6-1 0,-2-5-1 0,-1-3 1 16,-2-5 1-16,1 0 1 0,-4-5 0 0,0 0 1 16,0-1 1-16,0-2-1 0,-1-2 0 0,4 0-1 15,2-1-1-15,2 5-1 0,2 0-1 0,0 3-1 16,4 6-1-16,0 3 0 0,4 7 0 15,-4 3 0-15,4 3 1 0,-1 7-1 0,0 2 1 16,0 4 1-16,2 5 0 0,0 2 2 0,1 5 1 16,0 3 1-16,-1 4 0 0,0 5-1 0,0 5 1 15,-4 3 0-15,3 4-1 0,-4 5 0 16,0 3 0-16,0 4-2 0,-2 1 0 0,0 2-1 16,-1 1 0-16,1 0-3 0,-1-3-1 0,2-1-2 15,-1-5-1-15,2-3-14 0,0-6-36 0,0-4-80 16,-2-3-119-16,1-6-235 0,-1-4-307 15,1-7-369-15,-4-2-387 0,4-5-106 0,-1-4 480 16,2-1 759-16</inkml:trace>
  <inkml:trace contextRef="#ctx0" brushRef="#br0" timeOffset="178458.47">20747 17367 437 0,'12'12'943'0,"-2"0"280"0,-1 1-39 0,1 0-286 16,0 1-266-16,-1 3-140 0,0-1-95 0,1 1-60 15,-1 1-48-15,-1 0-46 0,-2-2-74 0,1 0-67 16,-1-1-37-16,0-2-25 0,-1-3-14 16,-2-1-7-16,1-3-7 0,-1 0-5 0,-2-3-4 15,1-3-1-15,-2-3 1 0,-2-4-1 0,2-2-1 16,-1-3 0-16,-1-4 0 0,1-1 0 0,-3-3-1 16,3-2 1-16,-1-2 0 0,-1-1-1 0,0 0 0 15,3 0 0-15,-5-2 0 0,4 3 0 16,1 0 0-16,0 1-1 0,0 5 0 0,1 2-1 15,4 4 0-15,-4 4-6 0,6 2-16 0,-4 5-41 16,2 2-66-16,1 5-62 0,-1 2-92 0,2 3-151 16,0 0-200-16,-1 4-271 0,2 0-214 15,2 2-193-15,-1 0 61 0,4 0 448 0</inkml:trace>
  <inkml:trace contextRef="#ctx0" brushRef="#br0" timeOffset="178748.45">21169 17659 421 0,'8'3'803'0,"-4"-1"251"16,1-2 32-16,2-3-313 0,-2-2-256 0,-1-2-179 16,1-5-100-16,-1-1-48 0,1-1-32 15,0-1-12-15,2-1-8 0,-3-1 20 0,2 0 19 16,-1-1 27-16,-2 2 5 0,1 3-11 0,-3-1-16 16,2 2-28-16,-3 2-30 0,0 3-36 0,-3 3-24 15,2 1-19-15,-3 3-15 0,1 0-11 16,-2 3-8-16,-1 0-5 0,2 3-2 0,0 0-3 15,1 1-2-15,0 1 0 0,1 3-2 0,1-3 2 16,-1 0 0-16,0-1 0 0,2 1 1 0,2-1 0 16,-2-1-1-16,2 1 0 0,-1-2-2 15,2 1-7-15,-1-1-14 0,1-1-32 0,1 0-60 16,-1-2-61-16,-2 0-61 0,4-2-108 0,-2 0-148 16,2 0-210-16,-2-2-228 0,2 2-213 0,1-2-157 15,2 2 180-15,0-3 468 0</inkml:trace>
  <inkml:trace contextRef="#ctx0" brushRef="#br0" timeOffset="179294.09">21482 17470 296 0,'1'-10'546'0,"1"1"230"0,-1 0 42 16,-1 0-158-16,2 1-152 0,-2 0-98 0,0 0-60 16,2-2-46-16,-1 2-42 0,-1-3-42 0,4 1-41 15,-4-2-41-15,1-2-33 0,1 1-15 0,-1-2 5 16,1 0 45-16,0 1 56 0,-2 0 41 15,1-3 11-15,-1 6-9 0,-1-3-22 0,1 4-43 16,-2 0-48-16,0 1-32 0,-1 1-20 0,2 1-12 16,-3 1-9-16,1 1-7 0,1 1-6 0,-1 0-6 15,2 2-5-15,-2-2-4 0,1 4-4 0,-1-1-4 16,3 1-4-16,0 1-4 0,0 3-4 16,0-2-2-16,0 3-2 0,0 1 0 0,0 0-1 15,2 1 1-15,-1 1 1 0,1 1 0 0,1 2 4 16,-2 0 1-16,1 3 2 0,-1 1 0 0,3 4 0 15,-3 0 0-15,3 5-1 0,0 2 0 0,0 2 0 16,-3 5 0-16,2 3 1 0,3 3 0 0,-2 3-2 16,0 3 0-16,0 2-1 0,0 5-2 15,0 2-1-15,0 1-2 0,1 2-3 0,3 0 0 16,-2-2-2-16,-1-2-1 0,1-2 1 0,-1-3-1 16,1-3 2-16,1-3-1 0,1-3 2 0,-3-1-3 15,2-4-8-15,-1-2-15 0,-1-4-20 0,2 0-38 16,-1-6-69-16,-1 0-78 0,-1-4-119 0,-1-2-199 15,-3-1-303-15,0-7-310 0,0-1-222 0,-1-6-98 16,-2-2 395-16,-3-6 615 0</inkml:trace>
  <inkml:trace contextRef="#ctx0" brushRef="#br0" timeOffset="179559.64">21318 17967 378 0,'3'-2'1371'0,"2"2"385"15,-3 2-279-15,3-1-361 0,2 1-468 16,1-1-303-16,1 1-171 0,2-2-78 0,0 0-34 16,3-3-18-16,-1-2-9 0,4 1-11 0,1-2-9 15,2-1-6-15,1-3-5 0,1 1-3 0,2 0-1 16,-1 1 0-16,3 1-8 0,-2 1-37 0,3 2-75 15,-4-1-111-15,2 1-202 0,1 2-295 0,-2-1-356 16,1 2-358-16,-2-2-159 0,-1 3 344 16,-1-2 718-16</inkml:trace>
  <inkml:trace contextRef="#ctx0" brushRef="#br0" timeOffset="180125.66">21929 16395 33 0,'-8'-30'545'0,"2"6"474"16,0 4 210-16,1 7-72 0,5 3-350 15,3 6-246-15,5 8-108 0,2 4-68 0,2 7-43 16,2 7-34-16,4 4-31 0,1 7-59 0,1 5-62 16,1 3-36-16,1 8-18 0,0 2-9 0,1 5-10 15,-1 8-10-15,0 2-9 0,-2 5-10 0,-1 6-11 16,0 3-13-16,-3 4-10 0,3 3-8 15,-3 1-5-15,0 4-7 0,-2 2 0 0,-2 3 0 16,0 1 0-16,-3 0 0 0,-3-1 0 0,1-4 0 16,-6-2-2-16,-1-5-4 0,-1-5-5 0,-4-4-7 15,-3-8-9-15,0-4-18 0,-5-9-27 0,-1-8-57 16,-3-7-81-16,-5-9-157 0,-2-10-270 0,2-9-323 16,-7-13-392-16,-1-9-297 0,-5-12 32 0,-5-11 740 15</inkml:trace>
  <inkml:trace contextRef="#ctx0" brushRef="#br0" timeOffset="182075.89">18174 9703 57 0,'4'-2'367'16,"-3"0"227"-16,2 0 156 0,-1 1-20 0,-2 1-247 15,4 0-107-15,-2 0-16 0,-1 3 11 16,1-1 5-16,1 4-15 0,1 2-32 0,-1 3-43 16,2 2-31-16,-1 4 13 0,6 2-6 15,-4 5-16-15,2 3-13 0,2 4-29 0,0 5-44 16,2 2-48-16,0 6-29 0,-1 5-16 0,1 1-11 15,1 4-6-15,0 5-4 0,1 3-10 0,-1 4-8 16,3 0 1-16,-3 2-4 0,-1-1-4 16,2 1-1-16,1 1-1 0,0 0 0 0,0 0-5 15,2-1-5-15,-2-1 2 0,2 3-1 16,-3-2 1-16,2 0 1 0,-2 1 4 0,3 1 3 16,-4-1-2-16,1 1 1 0,-3 4-2 0,1 1-3 15,-2 0-4-15,0-1-3 0,-2-1-4 0,0-3-2 16,0-1 0-16,-2-2 0 0,-1-2 0 15,0-3 1-15,1-3 1 0,-2 2 1 0,0-4 0 16,-1 3-1-16,0-3 0 0,-1-1-1 0,1-1-1 16,-1-2-1-16,1 0-1 0,1-1-1 15,-1-2 1-15,0-2 0 0,1 0 2 0,-1-1 0 16,0-1 1-16,2 2 1 0,-2-6 2 16,2 2-3-16,-1-1 1 0,-1 1-1 0,-1-3 0 15,0 2-1-15,-1 0 0 0,-1-2-1 16,0-1 0-16,0 2-1 0,-3-2-1 0,1 3 1 15,-1 1-1-15,2-3 2 0,-5 1 1 0,3 2 0 16,-1-1 1-16,-1 0 1 0,1 0 0 0,-1 2 1 16,2-1-1-16,-5 2 0 0,3 1 0 15,0-2-2-15,1 2 0 0,-1 0-2 0,2-1-1 16,-5 2 0-16,3-1-1 0,2-2 1 0,-2-1 1 16,2-1 1-16,0-3 1 0,0-1 2 15,1 1 0-15,-1-2 1 0,3 0-1 0,0-2 0 16,3-4 0-16,0 0-1 0,0 0 0 15,2-2-2-15,0-4 1 0,2 4 0 0,2-2-1 16,0 0 1-16,-1 1 0 0,5 0 0 0,-4 2-1 16,4-1 0-16,-1 1-1 0,0-1 0 15,2 2-1-15,-3-4 0 0,2 3 1 0,1-2 1 16,-1 0 0-16,1-4 0 0,-2 2 2 0,1-1-1 16,1-3 0-16,2 0 0 0,0-1 0 15,-2-3-1-15,5-1 0 0,-2-2 0 0,3 2 0 16,-2-3 1-16,4-1 0 0,-2-1 0 0,3-1 2 15,1 1-1-15,0-3 0 0,3-1 1 0,1 0 0 16,2 0 0-16,0-1-1 0,4 2 0 16,-3-3 0-16,7 1 1 0,-4-1-2 0,3 3 0 15,-1-2 0-15,1 3 0 0,-1-1 0 16,2 1-1-16,-2 1 0 0,1-1 0 0,-1-1 0 16,2 0-1-16,0-2-1 0,-2 1 1 0,1-5 1 15,1 2 0-15,-2-1 1 0,3-4 2 0,1-1-1 16,3-4 1-16,1-1 1 0,1-1-1 15,0-1 0-15,3-1-1 0,1 1 0 0,-2-1-1 16,2 2-1-16,2-1 0 0,-4 3-2 16,4 0 1-16,-2 1 0 0,1 2 0 0,-1-1 2 15,1 1 1-15,-2 1 0 0,3-3 1 0,1 1 1 16,2-1-1-16,0 0 0 0,-2 0 0 16,3-1-2-16,2 1 1 0,-3 0-1 0,1 0 0 15,-1 0 0-15,0 1 0 0,-1 2 0 0,-2 2 1 16,1 0 0-16,0 2 1 0,-1 0 0 15,1 1 1-15,0 2-1 0,0 1 1 0,-1-1-1 16,1 1 0-16,0 3 0 0,-1-3-1 0,-2 1 0 16,-3 1-1-16,3-2-1 0,-5-2 0 15,0 2 0-15,1-4 0 0,-3 1-2 0,1-3 3 16,-2 0 1-16,0 0 1 0,-1-2 0 0,0 0 2 16,0-2 0-16,2 0 1 0,-3 1 1 15,5 0 0-15,-2-1 1 0,0 0 0 0,2 1 0 16,-4 1 0-16,1 1 0 0,0 3-1 15,-3 0-1-15,-1 3-1 0,-1-1 0 0,-1 4 0 16,-3 2-1-16,-1 0-1 0,-1 1 1 0,0 2-1 16,-3 0 0-16,-2 0 1 0,1 3 1 0,-3-1 0 15,-4 1 3-15,2 0-2 0,-2 1 1 16,-3-1 1-16,1 3-1 0,-3 2 1 0,-1-1 1 16,0 2 2-16,-4 2-1 0,0-2 1 15,-1 1 0-15,0 2-2 0,-3 0-1 0,0 0-1 16,-1 4-1-16,-1-2 1 0,-3 1-1 0,0 5 1 15,0-2-1-15,-3 7-1 0,2 1-1 0,-4 3 0 16,2 4-2-16,-2 2 1 0,1 4 2 0,-1 3 1 16,-2 5 1-16,1 4 0 0,0 6 1 15,0 5-1-15,-1 5-3 0,1 6-3 0,-3 5 1 16,2 6 1-16,1 1 0 0,-2 4 0 0,-1 5 0 16,2 1-2-16,-1 2 0 0,2 1 0 0,-4-1 0 15,4-3 0-15,0-3 0 0,-2-2 0 0,0-4-2 16,2-7-2-16,-2-6-2 0,1-11-2 0,-4 10-2 15,0-19-7-15,1-14-10 0,-2-21-17 0,-2-10-21 16,-7-10-39-16,-4-12-74 0,-7-13-94 0,-6-12-161 16,-5-13-266-16,-9-16-329 0,-4-10-338 0,-12-22-198 15,-10-12 148-15,-9-21 654 0</inkml:trace>
  <inkml:trace contextRef="#ctx0" brushRef="#br0" timeOffset="184336.74">18105 10000 277 0,'1'-1'569'0,"1"-1"232"16,-1-1 130-16,-1 0-206 0,2-1-186 0,-2-4-103 15,0 1-73-15,2-3-47 0,-2-3-52 0,0 0-55 16,0-2-45-16,1-3 0 0,-1-3 14 16,0-4 18-16,2-1 8 0,0-4-11 0,-2-5-17 15,0-2-30-15,1-5-36 0,-1-5-28 0,0-2-23 16,2-4-13-16,-1-3-12 0,-1 0-13 15,5-4-8-15,-4-3-7 0,2-2-2 0,-1-2 1 16,1-1 2-16,-1 1 1 0,-1-1 0 0,-1 1 0 16,-1 1-1-16,-1 1 4 0,-1 3 3 0,1 4 2 15,-2 1 0-15,-2 2 0 16,-1-1 2-16,-1 0-7 0,0 2-3 0,1-2-3 0,-3 2-1 16,4-1 0-16,-2 3-2 0,-2-2 0 15,1 2-2-15,1-3-1 0,1 2-2 0,-2 0-1 16,3 1 2-16,-1-2 3 0,-1 0 1 0,1 0 2 15,0 2 2-15,-1-3-5 0,0 1-6 16,-1 2 3-16,-1 1 2 0,-1 1-1 0,1 1 1 16,-3 2 5-16,-1 0 4 0,-1 2-6 15,0 2-4-15,0 0 4 0,-2 4 3 0,3-2 2 16,-4 4 3-16,2-3 2 0,-1 3 3 16,1-2-10-16,2-1-6 0,-2-1-5 0,2-1-3 15,0 0-3-15,-2-2 4 0,3 0 9 0,-2 0 4 16,-1-1 3-16,-2 1 0 0,2 1 1 15,-4 1-6-15,1 2-5 0,-3 1-2 0,-2 3 7 16,0 1 4-16,0 2 4 0,-2 1 3 0,-3 3 0 16,1 0 3-16,-2 1-5 0,0 0-3 15,-2-2-7-15,0 4-6 0,-3-3-2 0,2 1-4 16,-3 1 0-16,0-2-2 0,-1 1 6 0,-2 2 1 16,-4-1 2-16,2 0 1 0,-2 4 5 15,-2-3 3-15,0 3 1 0,-2 1-1 0,1 1 3 16,-3 2 1-16,0 2-5 0,-2 1-1 15,-1 0 0-15,1 1 1 0,-2 2-2 0,-3 1-1 16,1-2 0-16,-2 3-2 0,-1 0-2 0,1-2-1 16,-3 1-1-16,-1 2-1 0,0-2-1 0,1 2 1 15,0-1 2-15,-2 2 2 0,2 0 1 16,-2 1 1-16,-1 0 1 0,0 0-2 0,-4 1-1 16,1-1 0-16,-2 1-1 0,2 0-1 0,-1-1 0 15,2-1-1-15,0 1 3 0,1-1 1 16,0-3 2-16,-2 2 1 0,3-3 1 0,-2-3 1 15,2 1-8-15,-2-3 1 0,0 0 2 0,0 0 0 16,0-3-3-16,1 2-1 0,0-2 5 16,1 1-1-16,3 0-1 0,0 0-5 0,1 1-1 15,1-1 0-15,1-2-1 0,0 3-1 0,2-3-1 16,3 0 4-16,-4 2 3 0,4-1 1 16,-1-2 5-16,2 0 3 0,0 1 0 0,5-1 1 15,-1-1-1-15,2 1 0 0,0-1-6 0,5-1-1 16,1-1 0-16,1 0 0 0,3-1 1 0,0 0 2 15,4-1 1-15,1-1 0 0,1-2 1 16,2 0-7-16,3-3-3 0,1 1-3 0,1-1-1 16,3-1-1-16,1 1-2 0,1-2 5 15,4-2 4-15,-1 2 2 0,3-1 0 0,1-1-1 16,0-1 7-16,2 2 3 0,1-2-1 16,-1-2 0-16,3 2 3 0,1-1-4 0,2 0-9 15,-1 1-3-15,3-2-1 0,0 1 1 0,3-1-4 16,-1-2 5-16,4 0 1 0,0 1 1 0,-1-1 1 15,3-3 0-15,0 1 1 0,3 1-1 16,0 0 6-16,2-1 3 0,-1 0 1 0,1 2 1 16,1-2-1-16,1 1 3 0,0 1-4 15,0-1-8-15,0 0-3 0,1 1-4 0,0 0-1 16,0-2 4-16,1 0 1 0,-2 0 7 0,0 0 3 16,1 0 2-16,-2 1 2 0,2-1-5 0,-2 1-3 15,2-2 1-15,0 0 3 0,0 1-3 0,1-2-3 16,0 0 0-16,1 0 0 0,-1-1-4 0,3-1-2 15,-2-1 3-15,-2-1 2 0,3 0 1 16,0 0 0-16,-3-2-1 0,1 1 0 0,-1-1-1 0,0 1-1 16,-3-2 1-16,1 3 1 0,-2-2 1 15,0 0 1-15,-2 3 0 0,2-1 2 0,-3 1 0 16,0 2-1-16,-1 0-1 0,-1 2 0 0,1 2 0 16,-1 0-1-16,-2 3-2 0,2-1 1 0,-2 0-1 15,-1 1 0-15,2 1-2 0,-3-1 1 0,2 1 0 16,-1 2 2-16,-3 1 1 0,1 2 0 15,-1 2 1-15,-1 1 2 0,-1 5 0 0,-1 0-1 16,1 4 0-16,-1 2 0 0,-1 1-1 0,1 4-1 16,-1 0 0-16,1 5 0 0,1 0 1 15,-2 1-1-15,1 4 0 0,2 0 0 16,-3 0-1-16,3 2 0 0,0 1-1 0,0 2 0 16,-1-1 0-16,-1-1 0 0,2 1 1 15,0 0-3-15,-2-1 2 0,2 0-2 0,0 0-7 16,-3-3-25-16,2 2-78 0,-4-3-117 0,-2 0-246 15,-3-1-293-15,-2-2-359 0,-2-1-408 16,-2 0-131-16,-2-4 484 0,-5-2 780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0-25T08:05:00.3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926 900 21 0,'5'-5'458'0,"0"4"429"15,-5 1 271-15,0 0-1 0,0 0-339 0,0 0-247 16,0 0-130-16,0 0-90 0,6 2-56 15,-2 4-40-15,1 4-42 0,0 2-40 0,0 3-40 16,1 6-27-16,2 2-15 0,0 8-5 0,-2 5 0 16,2 4-6-16,3 7-7 0,-3 5-11 0,2 4-12 15,1 1-11-15,-2 2-10 0,1 0-8 16,1-1-7-16,-2 2-3 0,1-4-1 0,-1-2-5 16,1-4-2-16,-2-4-3 0,0-5-3 0,1-5 0 15,-3-4-2-15,-1-4 1 0,0-6-2 0,0-2-5 16,-2-7-11-16,0-3-19 0,-3-2-42 15,0-8-66-15,0 0-88 0,-5-8-135 0,2-3-189 16,-2-7-308-16,2-3-290 0,-3-6-221 16,1-3-6-16,0-5 435 0,-1-5 519 0</inkml:trace>
  <inkml:trace contextRef="#ctx0" brushRef="#br0" timeOffset="233.53">1234 892 98 0,'10'-12'646'15,"-1"6"449"-15,-2 2 144 0,-1 1-93 0,2 5-339 16,3 2-241-16,0 5-148 0,3 5-78 0,-3 4-44 16,-3 4-39-16,0 2-58 0,0 4-50 0,-2 5-34 15,1 3-20-15,-1 3-19 0,-1 4-16 0,1 4-13 16,-1 1-14-16,1 1-11 0,-1 3-7 0,0-1-5 0,1 0-4 16,-2-2-2-16,3 1-2 0,-2-4-1 0,0-1-3 15,-1-1-1-15,4-2-2 0,-3-5-11 0,3-1-17 16,0-3-32-16,1-7-63 0,-1-4-76 0,-3-4-115 15,-4-3-152-15,-1-6-207 0,2-4-304 0,-2-5-233 16,3-5-155-16,1-5 161 0,-1-7 467 0</inkml:trace>
  <inkml:trace contextRef="#ctx0" brushRef="#br0" timeOffset="470.64">1674 896 234 0,'6'-5'700'0,"-1"5"368"0,0 3 107 0,-4 3-222 15,1 2-268-15,3 5-158 0,-2 4-83 0,6 3-65 16,-4 4-60-16,1 2-50 0,-3 2-47 0,2 5-69 0,-1 5-52 16,-1 1-34-16,0 6-17 0,1 3-10 15,-2 2-12-15,1 6-7 0,-3 0-8 0,2 1-5 0,-1 1-4 16,-1-1-2-16,2-3-4 0,1-3-17 0,-3-4-58 16,2-3-78-16,-1-7-133 0,-1-1-214 0,0-8-311 15,2-2-354-15,-2-3-280 0,0-9-72 0,0-2 486 16,-3-5 612-16</inkml:trace>
  <inkml:trace contextRef="#ctx0" brushRef="#br0" timeOffset="718.93">1019 825 98 0,'-20'-22'696'16,"4"9"518"-16,-1 0 173 0,2 3-151 0,4 1-410 15,4 3-371-15,7 6-145 0,3-1-64 16,9 1-52-16,9 3-35 0,6 1-15 16,4 5-11-16,7 1-26 0,3 1-35 0,4-3-22 15,5 3-15-15,1-2-7 0,0 0-6 0,1-2-3 0,1-1-6 16,0 0-3-16,0-1-3 0,-1-2-4 0,0 2-3 16,-2-1 0-16,-2-1-3 0,-3 2-1 0,-1 0 0 0,-4 1-10 15,-4 0-34-15,-3 3-65 0,-6 0-82 16,-3 0-151-16,-7 2-262 0,-1-1-318 0,-5 1-325 0,-2 2-223 15,-4 0 65-15,-3 4 582 0</inkml:trace>
  <inkml:trace contextRef="#ctx0" brushRef="#br0" timeOffset="989.33">1083 2124 520 0,'-5'39'1303'0,"3"-6"227"0,4-2-215 16,6-4-282-16,4-3-501 0,4 0-238 16,5-3-91-16,2-3-42 0,3-2-20 0,4-3-15 15,4-3-18-15,3-4-34 0,1-3-33 0,3-3-16 16,1-4-15-16,5-4-3 0,0 0-1 0,2-4-4 0,2-1 0 16,-1-2-1-16,-1 0 5 0,3 3 2 15,-4-1-11-15,-1 1-55 0,-2 1-74 0,0 3-129 0,-5 2-275 16,2 4-312-16,-4-2-372 0,0 3-305 0,2-2-53 15,-1 0 578-15</inkml:trace>
  <inkml:trace contextRef="#ctx0" brushRef="#br0" timeOffset="1796.62">3190 1051 318 0,'2'-9'657'0,"-1"2"315"0,-1 0 133 16,0 3-270-16,0-3-218 0,0 4-88 0,-1 0-35 15,1 0-54-15,1 3-70 0,-1 0-60 0,0 0-51 0,2 1-71 16,-2-1-70-16,0 2-45 0,1 1-22 0,-1 3-9 15,-1 1-5-15,1 2-1 0,-2 3 2 0,2 3 0 16,-3 4-3-16,3 1-4 0,-3 3-4 0,3 2-6 16,0 3-4-16,0 2-4 0,0 4-4 0,0 1-4 15,0 3-2-15,0 1-1 0,3 1 0 0,0-1 0 16,-1 2-1-16,1-3 0 0,2-1 0 0,1-4-4 16,1-1 0-16,2-5-2 0,0-5-1 0,3-2 0 15,3-7 1-15,0-2 2 0,2-5 1 16,3-5 1-16,1-5 1 0,3-3-1 0,-1 0 0 0,4 0 0 15,0 0 1-15,0-1-2 0,2-2 1 0,-1 6 1 16,1 0-1-16,-3 0 0 0,1 2 0 16,-3 2 1-16,-2 1-1 0,0 2 1 0,-3-1 1 15,-1 0-1-15,-1 2 0 0,-4-3 6 0,-1 0 3 16,-1-2 2-16,-1 0 1 0,1-5 3 0,-3-4 0 16,0-3-5-16,-2-5-3 0,2-3 4 0,-2-6 5 15,-3-2 1-15,2-3 2 0,-3-3 6 0,1 0 4 0,-3-3 2 16,-3 1-2-16,0-1 0 0,-4 1-3 0,-1-3-4 15,-4 2-6-15,1 1-5 0,-5 3-4 0,0 0-2 16,-1 5-3-16,2 1 0 0,0 6-2 0,2 3-2 16,2 2-1-16,0 5-8 0,3 3-15 0,0 3-19 15,3 6-30-15,1 2-71 0,2 5-82 0,2 2-142 16,6 1-230-16,-1 8-309 0,4-1-354 0,3 4-230 16,3 3-38-16,1 2 553 0</inkml:trace>
  <inkml:trace contextRef="#ctx0" brushRef="#br0" timeOffset="2280.9">4113 1470 128 0,'2'-13'902'15,"-1"0"705"-15,-4-4 16 0,-1 4-306 0,-4 0-442 0,2 1-342 16,-3-2-200-16,2 5-118 0,1 1-60 0,1 2-40 16,0 4-29-16,0 0-23 0,2 4-18 0,-3 4-15 15,1 2-14-15,-1 8-4 0,1 6-3 0,0 3 0 16,0 6-4-16,4 3-2 0,1 4-1 15,1 1-4-15,2 0-2 0,4 1-4 0,3-2 2 16,2-3-1-16,2-4 1 0,2-5-1 0,3-4-6 16,2-8-10-16,1-3-11 0,-2-8-13 0,2-6-15 15,0-6-17-15,-2-5-11 0,0-6-11 0,-3-3-3 16,-1-5 6-16,0-4 6 0,-3-3 14 16,-2 3 19-16,0-4 26 0,-5 3 8 0,2-2 10 15,-5 3 7-15,1 3 9 0,-3 0 19 0,-1 4 18 16,-1 4 22-16,1 3 16 0,-2 1 11 0,0 6-4 15,1 3-16-15,1 3-16 0,-2 4-14 0,2 5-15 16,-1 6-11-16,-1 7-6 0,2 4-4 0,2 6 1 16,-1 6-1-16,1 5 1 0,1 4 1 15,0 4 1-15,0 7 0 0,0 6-1 0,-1 3 0 16,-1 6 0-16,-1 1 8 0,-3 0 6 0,2 0 4 16,-4-2-3-16,2-2 3 0,-5-2 2 0,0-3-8 15,-2-2-3-15,-5-2-4 0,-4-2 2 0,-2-2-1 16,-4-4 2-16,-2-4 0 0,-5-3-2 0,1-5 0 15,-2-5-1-15,1-6-2 0,2-6-6 16,0-8-9-16,5-3-18 0,-1-8-37 0,4-8-83 16,0-7-131-16,0-6-227 0,3-6-308 0,0-5-372 15,2-5-392-15,4-6-100 0,3-4 523 0,4-1 727 16</inkml:trace>
  <inkml:trace contextRef="#ctx0" brushRef="#br0" timeOffset="3016.49">4513 1846 284 0,'7'2'836'0,"-2"-1"363"0,-2 1 14 16,0-2-265-16,2-5-341 0,0 1-197 15,2-6-85-15,0-3-38 0,1-6-17 0,1-4-13 16,2-4-26-16,2-3-56 0,2-6-52 0,0-2-33 16,2 1-30-16,-2-2-23 0,0 2-3 0,-2 0-2 15,1 5-2-15,-1 0-6 0,-2 5 4 0,-2 5 0 16,-1 2-1-16,-3 5-2 0,0 3-4 0,-2 3-1 15,0 3-1-15,0 4-1 0,0 2-3 0,0 5-2 16,1 7-2-16,-1 6-2 0,0 6 3 0,2 5-3 16,0 5-1-16,1 5-2 0,0 2-1 0,2 5 1 15,-1 0-6-15,2-2 1 0,0 0 1 0,-1-4 0 16,0-3 0-16,3-5-1 0,-1-4-1 16,-2-6 0-16,4-6 0 0,-1-5 0 0,1-4 0 15,0-10 2-15,1-5 0 0,2-8 1 0,-2-7-2 16,3-8-1-16,0-5 0 0,1-4-1 0,-1-3 0 15,0 0 0-15,-2 1 1 0,2 3 1 0,-5 3 0 16,1 3 1-16,-2 6-1 0,-2 3 0 16,-3 6 4-16,1 2 1 0,0 3 3 0,-3 6 2 15,-1 0 3-15,1 4 1 0,-1 1 0 0,3 7 1 16,-2 2 2-16,0 7 0 0,0 1 3 0,3 6-2 16,-4 2-3-16,4 3-4 0,-3 3-3 0,2 0-3 15,0 4-6-15,1 0 1 0,0-2 1 0,1 1-2 16,-1-4-2-16,1-3-1 0,0-1-2 15,1-5-1-15,2-3-1 0,1-4-4 0,0-5-12 16,-1-6-18-16,2-2-32 0,-1-6-78 0,-1-8-94 16,4-3-164-16,-3-6-278 0,3-2-327 0,-3-3-366 15,4-2-189-15,0 0 145 0,1-1 661 0</inkml:trace>
  <inkml:trace contextRef="#ctx0" brushRef="#br0" timeOffset="3163.73">5551 1425 233 0,'11'11'797'0,"-5"-1"412"0,-1 8 104 16,0 4-129-16,0 4-308 0,-2 4-280 0,-2 3-168 15,-1 3-101-15,0 4-78 0,-3 3-93 16,0 1-63-16,-2 1-38 0,0 0-23 0,2-3-16 16,1-5-12-16,2-5-35 0,2-5-83 0,-2-9-116 15,3-3-214-15,-1-9-291 0,-1-4-364 16,1-8-393-16,0-6-149 0,-1-6 403 0,-1-7 743 16</inkml:trace>
  <inkml:trace contextRef="#ctx0" brushRef="#br0" timeOffset="3330.57">5541 1202 321 0,'-8'-31'1179'0,"-1"6"489"0,1 5-156 16,0 7-330-16,0 2-496 0,-1 4-271 0,4 2-188 15,-1 4-100-15,1 1-54 0,1 3-33 0,3 3-20 16,1-1-10-16,0 5-6 0,5-2 0 16,1 4-2-16,-1 1-36 0,3-2-77 0,3-1-126 0,-2 0-246 15,1 2-301-15,4-3-375 0,-1 1-378 0,4 1-105 16,1-3 531-16</inkml:trace>
  <inkml:trace contextRef="#ctx0" brushRef="#br0" timeOffset="3812.55">5889 833 428 0,'-1'-12'1217'15,"-1"4"437"-15,0 2-194 0,2 4-362 0,-1 0-450 16,-1 2-239-16,2 0-160 0,0 4-93 0,2 2-37 0,-1 2-19 16,1 4-13-16,0 5-10 0,-1 3-10 0,1 4-10 15,-2 3-6-15,-2 9-9 0,1 3-5 0,-3 4-5 16,-2 7-5-16,1 5-3 0,-4 2-3 0,3 3-2 16,-1 3-2-16,1 1-6 0,1-3-4 15,3-2-6-15,2-4-3 0,2-5-3 0,4-7-4 16,2-7 3-16,2-5 0 0,2-8 0 0,3-2 2 15,0-10 3-15,0-6 1 0,2-6-1 0,-1-8-6 16,3-6-7-16,1-8-8 0,-2-5-9 16,2-4-7-16,-2-2 2 0,1 0 6 0,-2-2 7 15,-1 4 10-15,0 1 7 0,-5 5 4 0,0 3 1 16,0 3 0-16,-3 6-1 0,-2 2 2 0,-1 4 0 16,0 2 0-16,1 5 1 0,-1 2 2 0,0 3 2 15,-1 4 1-15,1 4 1 0,-2 3 2 0,2 5 2 16,-2 0 0-16,2 6 0 0,-2 2-2 15,3 3-1-15,-1 2-2 0,3 3-3 0,-2 1-3 16,2-1-1-16,2 3-2 0,-1-6-3 0,2 0-5 16,0-3-14-16,2-4-30 0,-4-4-66 0,1-3-76 15,-1-3-167-15,-1-3-286 0,0-3-325 0,0-4-371 16,0-2-257-16,2-8 40 0,-1-4 735 0</inkml:trace>
  <inkml:trace contextRef="#ctx0" brushRef="#br0" timeOffset="3997.25">6601 1258 658 0,'-8'-18'1693'0,"-4"6"117"0,0 3-384 0,1 1-356 15,0 1-463-15,-2 1-291 0,4 0-127 0,-1 2-61 16,-1-2-37-16,3-2-29 0,0-1-24 0,2-1-16 16,1-1-11-16,2-2-7 0,2-1-3 0,-1 2-5 15,2 1-10-15,0 0-21 0,0 3-34 16,0 4-78-16,-2 2-142 0,-1 2-264 0,0 0-319 0,1 5-389 15,-2-1-448-15,2 4-75 0,0-2 704 16</inkml:trace>
  <inkml:trace contextRef="#ctx0" brushRef="#br0" timeOffset="9380.03">5691 3741 22 0,'2'-5'299'0,"1"1"202"0,-3-1 191 16,0 2 82-16,2 0-123 0,-2 2-78 0,3-2-49 15,-3 1-48-15,0 1-54 0,0 1-86 0,-2-1-79 16,2 1-66-16,0 0-33 0,2 0-3 16,-2 0 12-16,2 1 12 0,-1-1-1 0,1 0-15 15,-2 1-23-15,0 2-24 0,1 2-27 16,-1 2-23-16,2 2-17 0,-2 2-10 0,2 2-7 16,-1 2-6-16,2 3-3 0,0 3-5 0,-1 2-2 15,1 1-2-15,2 4 0 0,-2 1 4 16,2 7-5-16,1-1 5 0,0 5 0 0,-1 4 2 15,0 1 4-15,1 7-2 0,1 2 3 0,0 3 0 16,1 2 5-16,0 3-2 0,0 3-4 16,1 1-4-16,1 7-7 0,-2 0 1 0,3 4 3 15,-1 3 4-15,-1 4-1 0,0 2 4 0,-1 2-6 16,0 0-5-16,-1 3-9 0,4 0-4 16,-3 5 3-16,0 0-2 0,0 4 10 0,2 0 6 15,-3 1-3-15,1 4-1 0,1 3-1 0,-4 0 0 16,3 3-3-16,-2-1 1 0,1-3 6 15,0-1-1-15,-2-2-6 0,0 0 3 0,1-4-2 16,-1-1-5-16,0-7-3 0,-1-3 1 16,1-6 2-16,0-3-1 0,-2-6-3 0,2-4 1 15,-2-2 1-15,0-2 0 0,3-2 0 0,-4-3-2 16,1-2 0-16,-1-4-2 0,-1 0 0 0,1-5-1 16,-2-3 0-16,0-3-1 0,2-7-3 15,-2-6-5-15,0-8-11 0,0-3-12 0,-2-5-17 16,2-7-33-16,-2-4-72 0,-2-8-74 15,-4-6-132-15,0-8-204 0,-2-9-314 0,-2-9-331 16,-1-6-218-16,-4-10-58 0,-2-8 480 16,-3-6 585-16</inkml:trace>
  <inkml:trace contextRef="#ctx0" brushRef="#br0" timeOffset="10112.18">5518 3784 27 0,'1'-2'487'0,"1"-3"419"0,-2-1 244 0,0 2-8 15,0-3-336-15,0-1-274 0,0-2-107 16,3-3-42-16,-3-1-41 0,3-3-50 0,2 1-43 16,-1-3-43-16,0-2-62 0,-1 0-61 0,3 0-38 15,-1 0-18-15,3 3-12 0,-4 3-9 16,3 0-7-16,-1 4 6 0,1 4 7 0,0 1 5 15,3 4 3-15,0 4 6 0,2 2 3 16,-1 3-1-16,0 6-2 0,3 2-3 0,-1 2-3 16,1 2-3-16,1 3-3 0,0 2-5 0,0 2-2 15,0 1 5-15,1-1 1 0,-2 2-6 0,-1-1-2 16,3-1-2-16,-5-1 0 0,2 0-8 16,-1-2-4-16,-1 1 3 0,-1-3 2 0,1-1 1 15,-3-4-3-15,-2 2-2 0,-1-5-24 16,1 1-69-16,-6-3-90 0,0-2-186 0,-3-1-283 15,-3-2-335-15,1-1-380 0,-3-2-217 0,-2-3 180 16,-2 1 747-16</inkml:trace>
  <inkml:trace contextRef="#ctx0" brushRef="#br0" timeOffset="11530.33">4131 3384 266 0,'0'-3'570'0,"-3"3"284"0,3-2 175 15,-2 0-230-15,1 2-195 0,-1-1-131 0,0 0-71 16,1-1-49-16,1 2-50 0,0 0-15 16,0 0-7-16,0 0-18 0,0 0-34 0,0 0-39 15,0 0-36-15,0-2-39 0,-2 2-35 16,2 0-20-16,0-1-13 0,-2 1-5 0,2 0-5 15,-1 0-5-15,1 0-4 0,0 0-6 0,0 0-5 16,0 0-5-16,0 0-5 0,0 1-5 16,1-1-1-16,1 4-2 0,0 0 0 0,-1 2 1 15,3 3-1-15,0 0 1 0,1 2 0 16,2 2 1-16,2 1-1 0,-1 1 0 0,3 0 0 16,0 4 1-16,0 1 0 0,3-3-1 0,-3 4 1 15,2-1-1-15,1 3 0 0,-1-2 1 16,-1 1 0-16,1-1-1 0,-3 1 1 0,2-3-1 15,-2 2 1-15,1-2-1 0,-2-1 1 0,-1-1 1 16,0-2 0-16,-1 0 0 0,0-2 0 16,-2 1 0-16,1-2-1 0,-1-1-1 0,0-1 1 15,1 0 0-15,-3-2-1 0,2-1 0 0,-3-1 1 16,1-2 1-16,-2 0 2 0,1-1 0 0,0 0 2 16,-1-3 1-16,-1 1 0 0,2-1 1 15,-2 0-1-15,0-3-1 0,0-1 0 0,0-5 0 16,0-2 3-16,0-2-2 0,0-3-2 15,0-3-1-15,0 0-1 0,0-5 1 0,0-2-6 16,0-1 2-16,0-2 1 0,-2-3 1 16,2-1-1-16,0-2 0 0,0 1 0 0,0-1 0 15,0 2 0-15,0 1-1 0,0 1 7 0,-1 3 3 16,1 2 4-16,-2 2 0 0,2 4 2 0,-3-1 0 16,1 5-3-16,1 1-5 0,-1 2-2 15,-1 3-1-15,1-2-2 0,-1 3 0 0,0 5-1 16,2-3 0-16,-1 2-2 0,1 0 0 15,-1 3-2-15,0-2 0 0,2 3-2 0,-1 0-1 16,-1-1-1-16,0 2-6 0,1-1-11 0,-1 1-20 16,2 0-51-16,-1 1-73 0,-1-1-144 15,0 3-253-15,2 0-306 0,0 0-360 0,0 2-317 16,-1-2-61-16,-1 0 609 0</inkml:trace>
  <inkml:trace contextRef="#ctx0" brushRef="#br0" timeOffset="14280.93">4765 3158 291 0,'-2'-1'520'16,"1"-2"221"-16,-1 0 137 0,-1 0-196 0,3 0-115 16,-3 0-68-16,1 0-57 0,-1 0-57 15,0-1-75-15,0 1-67 0,-2 1-46 16,3-1-19-16,-1 2 14 0,-2-1 2 0,1 1 1 15,1 0-11-15,0 1-21 0,-2-2-33 0,3 2-42 16,-3 0-26-16,-1 0-21 0,0 0-11 0,1 0-8 16,0 0-3-16,1 2-2 0,-1-1-1 15,0 0-2-15,-1 1-2 0,1 1-5 0,0 0-2 16,1 0-2-16,0 1 1 0,-2 1-3 0,3-1 1 16,-2-1 2-16,1 0-1 0,0 2 0 15,3-4-1-15,-3 2-2 0,3 0 1 0,-1-2 0 16,1 1-1-16,-1 1 0 0,2-3 0 15,-3 2 0-15,3-2 1 0,-2 2 1 0,2 1-2 16,0-1 3-16,-1-1-1 0,-1 2 1 16,2-1-2-16,-3 0-1 0,3 0 0 0,0 0-7 15,-1 2-4-15,-1-2-2 0,2 1-2 0,0 2 0 16,-1-2 1-16,1 3 4 0,0-2 6 0,0 4 1 16,1-2 2-16,-1 1 0 0,0 1 1 15,2 3 0-15,-1-1 2 0,-1 2-1 0,3 0 0 16,-1 1 1-16,-1 2-2 0,1 2 2 15,-2 1-5-15,3 3 3 0,-1 0-1 0,-1 3 1 16,1 1 0-16,1 3 5 0,0 3 5 0,-1 0-1 16,1 2 2-16,0 1-3 0,-1 2-1 0,2-3-4 15,-2 3-1-15,3-2-1 0,-2-2 0 16,0-1 1-16,2 0 0 0,0-3 0 0,1-2-1 16,0 0-1-16,-1-5 0 0,1 0 1 15,-1-2 2-15,2-3 0 0,-1 1-2 0,0-5 1 16,-1 2-2-16,0-4 0 0,-1-2 0 0,2-1-2 15,-1 0 1-15,-2-3-1 0,1 3 1 16,-1-3 1-16,-2-2-1 0,3 2 0 0,-3-2 1 16,2 0 1-16,-1 1 0 0,1-2-7 15,0 1-3-15,2 1 5 0,-2-1-6 0,0-1-1 16,0 0-2-16,2 1 5 0,0 0 3 0,1-2-5 16,0 1 6-16,1-1 0 0,-1 0 1 15,1 0 3-15,0-1 0 0,1-1 0 0,0 0-1 16,-1 0 1-16,2-2 0 0,-1 0 0 15,0-1 1-15,0-1 0 0,1-1-1 0,-2-3 0 16,1 3 1-16,-2-3 7 0,2-1-1 0,-4 1-31 16,1 1-68-16,-2-2-68 0,-1 0-146 0,-2 1-233 15,0 1-326-15,-2 0-319 0,1 2-216 16,-1-1-41-16,-1-1 531 0</inkml:trace>
  <inkml:trace contextRef="#ctx0" brushRef="#br0" timeOffset="14754.88">4928 3814 312 0,'3'-1'639'0,"-3"-3"241"16,2-2 107-16,-1-2-224 0,1-3-202 0,-2-2-138 15,1-1-85-15,1-4-48 0,0-3-57 16,-1-3-62-16,-1-3-56 0,3-1-41 0,-1-5-24 16,-1-2-20-16,-1-1-8 0,3 0 15 0,-1 3 24 15,0-1 46-15,1 4 34 0,-2 3 34 16,1 4 18-16,0 3-13 0,-1 1-23 0,-1 4-38 16,2 5-28-16,-2-1-30 0,0 4-21 0,0 1-15 15,0 3-8-15,2-1-8 0,-1 4-5 16,1 0-4-16,2 4 1 0,-1 2-1 0,0 3 2 15,2 3-1-15,3 1 0 0,-1 5 3 0,0-1-2 16,1 4 0-16,2 1-1 0,-2 2 0 16,3 0-1-16,-2 0-1 0,-1 2 1 0,3-1 0 15,-3-1-1-15,0 1 0 0,1-3 0 16,-2-2 0-16,-1 0-3 0,2-1 0 0,-1-5 8 16,-1 1 2-16,-2-3-3 0,1-1-31 0,0-3-56 15,-2 1-54-15,-1-3-65 0,-2-2-119 16,0-2-179-16,0-2-265 0,-2-2-228 0,1-2-225 15,-4 0-132-15,3-3 275 0,-3-1 528 16</inkml:trace>
  <inkml:trace contextRef="#ctx0" brushRef="#br0" timeOffset="14975.77">4906 3490 113 0,'0'-1'588'0,"1"0"370"16,1-1 134-16,2 2-126 0,-2-2-367 0,0 2-251 16,2-2-148-16,1 2-68 0,2-3-30 15,2 2-10-15,2-1-9 0,2-1-20 0,1-1-27 16,0 1-15-16,0-3-11 0,2 2-6 0,-2-4 2 16,1 2-14-16,-1-2-58 0,-3-2-107 15,0 0-158-15,-4-2-295 0,0 1-259 0,-2-3-215 16,-2 4 10-16,-1-3 323 0</inkml:trace>
  <inkml:trace contextRef="#ctx0" brushRef="#br0" timeOffset="15264.75">4968 3120 85 0,'-7'-1'518'0,"2"-1"404"0,2 0 219 15,0 1-92-15,1 1-338 0,-1 0-236 0,3 0-180 16,0 1-118-16,2 1-67 0,-1 0-47 15,4 0-29-15,0 3-14 0,0-2-8 0,1 1-1 16,3 1-8-16,-1-1 2 0,0-1 0 16,2 0 0-16,-1 0-3 0,2-2-3 0,-1-1 4 15,1-1-2-15,-3 0 2 0,0-3 0 0,-1 0 3 16,-2 0 10-16,-2-2 5 0,-1-2 6 0,-2 3 13 16,0-3 17-16,-2 1 16 0,-1 1 3 15,-2 2 1-15,-2-2-7 0,-1 1-7 0,-2 3-16 16,1-2-21-16,-1 2-11 0,-1 0-8 0,0 2-9 15,0 0-23-15,1 2-25 0,1 0-33 16,-2 3-97-16,3 0-161 0,-3 2-288 0,3-3-261 16,2 5-255-16,1-2-147 0,0-1 250 0,2 0 516 15</inkml:trace>
  <inkml:trace contextRef="#ctx0" brushRef="#br0" timeOffset="15750">5067 2871 150 0,'3'-5'432'16,"2"-3"208"-16,-2 1 150 0,2 1-115 0,0-1-187 15,1-2-119-15,2 1-73 0,-2 1-43 0,2-3-45 16,2 2-29-16,0 1-39 0,0 1-33 15,1 0-23-15,0 2-11 0,-1 0-9 0,-1 1-1 16,-1 1 11-16,-2 2 18 0,2 2 23 0,-3 1 56 16,0 3 41-16,-2 0 26 0,-2 2 10 0,-1 4-7 15,-4 0-20-15,1 2-48 0,-4 1-41 16,1 0-41-16,-1 1-36 0,1 3-23 0,-3-4-15 16,4-1-6-16,-1 2-4 0,1-7-5 0,0 2-2 15,2-4-3-15,0-1 0 0,2 0-4 16,-1-3 1-16,0 0-2 0,2 0 1 0,0-3 2 15,2 1 0-15,0-1 2 0,-1-1 1 0,2 1 1 16,3-2-2-16,-1 1-1 0,0-1-1 0,0 2 0 16,0 0 7-16,2 0 4 0,-2 2 5 0,1 1 2 15,-1 1 3-15,0 2-4 0,0 0-5 16,-2 1-2-16,0 4-2 0,-3 2-1 0,0-1 2 16,-3 2 1-16,1 1 1 0,-1 0-8 0,0 1-5 15,-2 0-3-15,2-1-3 0,0-2-7 0,-2-3-44 16,2 1-50-16,-2-3-59 0,1-1-133 15,0-3-191-15,-2-3-315 0,1-1-267 0,2-1-221 16,0-5-72-16,-2 0 424 0,4-4 520 16</inkml:trace>
  <inkml:trace contextRef="#ctx0" brushRef="#br0" timeOffset="16280.35">5309 2854 39 0,'12'-8'318'0,"-4"3"199"16,2-3 181-16,-1-1 28 0,-1 2-165 0,0-3-109 15,0 2-36-15,0-2-6 0,0 2-20 0,-3 2-46 16,0-2-56-16,-1 4-50 0,-2-1-27 15,2 2 6-15,-2 2 33 0,-2-1 12 0,1 1-5 16,1-1-19-16,-2 2-33 0,-2 0-54 0,1 0-57 16,1 2-38-16,-2-1-26 0,-2 2-15 0,2 2-7 15,1 1-5-15,-1 3-2 0,-1-2-1 0,1 5-1 16,2-2 0-16,-1 3 1 0,1-1 0 16,1 0-1-16,-1-1 0 0,2 1 0 0,0 2 5 15,1-2 4-15,0 0 1 0,1 0 1 0,1 1 1 16,0 1 0-16,1-2-6 0,-1 2-4 0,4 1-2 15,-1-1-1-15,0 2-1 0,2 0 0 0,1 2 0 16,0 0 2-16,1 3 2 0,0 1 2 16,-1 0 0-16,3 1 3 0,-3 1 1 0,0 1 0 15,0 0-1-15,-1 0-1 0,-4-2 0 16,2 1-1-16,-5-1 0 0,-2-2-1 0,-2-2 1 16,-1-1 8-16,-5-1 6 0,-1-4 7 0,-4 2 6 15,-3-3 3-15,0-2 3 0,-3 0-6 0,-2-2-11 16,-2-1-8-16,-3 0-9 0,0-1-4 15,0-1-5-15,-1-1-2 0,2-1 2 0,1 0 0 16,1 0-3-16,6-1-20 0,0 1-59 16,5-1-80-16,3 0-166 0,6 3-277 0,4 2-329 15,4 2-384-15,6 1-291 0,5 7 52 0,4 1 742 16</inkml:trace>
  <inkml:trace contextRef="#ctx0" brushRef="#br0" timeOffset="17328.08">5838 7063 152 0,'-9'4'699'0,"0"3"417"0,-1-2 113 16,1 0-122-16,1-1-432 0,1 1-257 15,2-1-95-15,2-2-29 0,2 2-25 0,-1-2-29 16,2 0-29-16,0 0-40 0,0-1-58 16,0-1-52-16,2 0-35 0,1 0-6 0,0 0-4 15,5 0-3-15,3 0 8 0,5 0 11 0,4 0 5 16,3-1-4-16,7-1 3 0,5 0 2 16,4-2 1-16,7 0-2 0,4-1 6 0,6-1 3 15,1 1-6-15,7-1-4 0,4 0-6 16,4 0-11-16,3-1-10 0,6 0-3 0,1 0-1 15,2 0-3-15,3 1 3 0,0-1 3 0,0 2 2 16,3-1-4-16,0 1 0 0,2 2-2 0,1 2 1 16,2-1 6-16,-2-1 3 0,4 0 1 15,-2 0 1-15,0-3 3 0,4 0 1 0,-1-1-7 16,2-4-5-16,3 1 0 0,2-3-5 0,0 0-3 16,1-1 0-16,-3 1 1 0,1-1 2 15,3-1 1-15,1 2 0 0,1-2 1 0,0 2-3 16,2-1-1-16,-2 3 0 0,0 1 1 0,0 1 0 15,2 3 0-15,-1 1 0 0,-2 4 0 0,1 0-3 16,-4 2-1-16,0 2 0 0,-3 1 1 16,-1 3 1-16,-1 0 0 0,0 1 1 0,-1 1-1 15,-3-2-1-15,-3 2-1 0,-4 0-1 16,-2 2 1-16,-5-3 2 0,-3 1 0 0,-3 2 2 16,-3-3 1-16,-4 2-1 0,-5-2-1 0,-3-1 0 15,-4 1-2-15,-6-2 0 0,-7 0 0 16,-4 1-1-16,-7-5 1 0,-5 4 0 0,-6-4 0 15,-3 1 2-15,-6-1 1 0,-2 0 1 16,-2 0 1-16,-4-2 0 0,-2 0 1 0,-3-2-2 16,-3 0-1-16,0 0 0 0,-2-2-2 0,-1 2-1 15,-2-3 0-15,0 3-1 0,-1-4-1 0,-2 0 0 16,0 1-7-16,-1 1-12 0,-3 0-28 16,0-1-76-16,-2-1-92 0,0-1-170 0,3-4-288 15,-4 0-338-15,4-2-387 0,-2-3-206 16,5-2 152-16,-2-3 709 0</inkml:trace>
  <inkml:trace contextRef="#ctx0" brushRef="#br0" timeOffset="17602.52">11758 6535 448 0,'11'6'985'0,"-3"0"267"0,1 3-60 16,1 2-272-16,1 1-325 0,2 0-176 0,-2 0-95 15,4 1-52-15,0-1-42 0,2 2-35 16,-1-2-46-16,1-2-50 0,0 1-29 0,1 0-16 15,-2-1-11-15,3-2-5 0,-2 1-19 16,-1 0-7-16,1-1-8 0,-2 0-1 0,-3-1 0 16,0 2 1-16,-4 2-1 0,-2 1 1 0,-3-1 1 15,0 4 1-15,-6 1-3 0,0 1 0 0,-2 3-3 16,-3 0 1-16,-1 2-3 0,-4 1-6 16,2-2-33-16,0 1-69 0,-5-1-79 0,3-2-162 15,-1 1-290-15,1 0-328 0,1-3-325 16,2 3-197-16,1-2 110 0,1 3 650 0</inkml:trace>
  <inkml:trace contextRef="#ctx0" brushRef="#br0" timeOffset="18030.5">12370 7567 121 0,'-2'-18'430'0,"1"3"230"0,-2 0 167 16,3 3-49-16,0 2-196 0,0 2-106 0,3 1-53 15,-3 3-23-15,1 0 30 0,2 4 37 16,-1 2-35-16,1 2-61 0,2 4-53 0,-3 1-48 16,-1 2-68-16,1 5-73 0,0 3-42 15,-1 2-22-15,-1 3-14 0,2 5-7 0,-2 3-6 16,0 3-2-16,0 5-3 0,0 2-5 0,1 0-2 16,1 5-5-16,2 0-4 0,-1 0-6 15,2-2-4-15,2-3-4 0,1-2-2 0,3-3-1 16,0-6-2-16,4-3 0 0,-2-6 0 15,3-3 0-15,3-6 0 0,0 0-1 0,0-7-6 16,2-2-15-16,-1-4-40 0,-1-5-79 0,-2-1-112 16,-1-3-203-16,0-1-297 0,-3-3-355 0,-1 1-355 15,-5-4-145-15,-3 1 348 0,0-1 716 16</inkml:trace>
  <inkml:trace contextRef="#ctx0" brushRef="#br0" timeOffset="18228.64">12462 7772 42 0,'3'2'754'0,"-2"2"631"0,-1-2 78 15,0 3-240-15,4-1-358 0,0 1-422 0,6 0-227 16,1-3-106-16,2 3-49 0,2-4-26 0,3 0-11 16,4 1-9-16,0-4-6 0,0 0-9 15,4-3-45-15,-3-1-49 0,-1-3-123 0,-2 1-200 16,-2-3-296-16,-5-1-309 0,1-2-256 15,-4-1-117-15,-4-1 387 0,-3-2 576 0</inkml:trace>
  <inkml:trace contextRef="#ctx0" brushRef="#br0" timeOffset="19232.63">6783 6819 493 0,'4'-2'996'0,"-2"1"241"0,2 1-73 0,-4 1-311 16,0 2-364-16,2 3-183 0,-2 3-54 16,3 3 3-16,-1 0-7 0,-1 3-17 0,1 2-22 15,-2 1-39-15,3 2-53 0,-1 2-59 0,-1 1-31 16,1-1-16-16,1 4-12 0,-1-4-5 16,-1 1-4-16,1-2 6 0,2 1 2 0,-2-3-2 15,1-1 0-15,0 1 5 0,1-3-6 0,-1 2-59 16,0-2-57-16,0-1-102 0,-1 1-162 15,-2 0-301-15,1-1-327 0,1-1-249 0,-2 3-171 16,-2-4 250-16,1 3 577 0</inkml:trace>
  <inkml:trace contextRef="#ctx0" brushRef="#br0" timeOffset="19644.37">6816 7716 114 0,'3'9'592'0,"1"4"351"0,-2 2 129 16,4 4-42-16,1 3-382 0,1 2-239 0,6 5-125 15,-1 2-49-15,2 0-27 0,1 4-39 0,3-1-48 16,-3-1-45-16,5-3-26 0,-1-2-24 15,-1-3-13-15,3-6-7 0,-1-2 0 0,-2-5 0 16,0-3-6-16,-2-5 0 0,-1-4 0 16,-2-4 3-16,0-5 0 0,-4-5 26 0,-2-3 36 15,-2-5 50-15,-1-4 35 0,-4-1 20 0,-2-2 10 16,-4-2-18-16,-3 4-20 0,0-3-38 16,-3 2-26-16,-1 3-21 0,-3 0-15 0,-2 0-10 15,-1 4-12-15,1 4-3 0,1 0-8 16,2 3-2-16,1 3-1 0,1 3-2 0,4 4-4 15,3-1-3-15,0 5-1 0,4 1-4 0,1 5-18 16,1 3-56-16,4 2-62 0,3-1-87 16,1 1-148-16,4 1-274 0,-2-2-317 0,5 0-255 15,0-2-196-15,3-2 122 0,3-3 544 0</inkml:trace>
  <inkml:trace contextRef="#ctx0" brushRef="#br0" timeOffset="20194.78">7704 6823 247 0,'4'3'709'16,"-3"2"339"-16,1-1 96 0,-1 3-196 0,-1 3-320 15,2 1-196-15,2 4-83 0,-1 1-22 0,-1 1-23 16,3 6-38-16,-2 0-37 0,2 4-43 16,-2-2-53-16,5 2-50 0,-4 2-38 0,1-2-20 15,2-2-13-15,-1 2-7 0,2-3-6 16,-2 0-4-16,1-3-17 0,-1 0-63 0,-1-2-67 16,0-2-143-16,-3-1-280 0,0 0-303 0,-4-1-342 15,2-2-223-15,-6-1 22 0,0-1 596 16</inkml:trace>
  <inkml:trace contextRef="#ctx0" brushRef="#br0" timeOffset="20546.3">7593 7947 112 0,'3'10'648'0,"1"-1"402"0,-3-3 114 16,1-2-107-16,0-4-389 0,-1-4-292 0,1-5-152 16,1-3-68-16,0-4-34 0,2-3-13 15,1-6-26-15,2-2 1 0,0-3-2 0,0-1 3 16,3 0-4-16,-2-1-10 0,1 3-7 0,-1 2 13 16,1 4 5-16,-4 5 25 0,-1 3 16 15,0 3 17-15,-1 2 3 0,-1 4-30 0,-1 2-19 16,0 4-30-16,-1 3-21 0,-1 2-18 15,0 8-9-15,-1 3-4 0,-1 4-4 0,2 5-4 16,-2 2 0-16,1 1-2 0,-1 5-2 0,2 0-4 16,2-2-25-16,-1 0-65 0,1 1-59 15,1-3-92-15,1-2-169 0,0-7-298 0,0-1-299 16,2-6-232-16,1-3-174 0,3-7 203 16,-2-4 580-16</inkml:trace>
  <inkml:trace contextRef="#ctx0" brushRef="#br0" timeOffset="20841.91">8028 7746 67 0,'8'7'577'0,"-1"7"424"15,-1-1 174-15,0 4-61 0,-1-1-373 0,-2 3-304 16,0 0-174-16,0-1-93 0,1-4-51 0,-1 2-41 16,2-6-30-16,1-1-17 0,0-5-14 15,2-4-8-15,0-5-3 0,1-5-4 0,1-6 0 16,1-1-1-16,0-8-4 0,-1-2 2 15,-2 0-1-15,-2 0-3 0,2 2 2 0,-4 1 0 16,-2 2 7-16,0 2 6 0,-4 1 14 0,-1 5 8 16,-2 2 7-16,-3 2 0 0,-3-1-1 15,0 6-6-15,-1 2-10 0,0 2-10 0,-2 2-13 16,3 3-6-16,3 5-17 0,0 1-24 0,2 2-71 16,1 1-143-16,5 4-184 0,2-1-289 0,7 1-269 15,4 2-223-15,3-1 46 0,6 1 441 16</inkml:trace>
  <inkml:trace contextRef="#ctx0" brushRef="#br0" timeOffset="21628.26">11138 6582 389 0,'-3'-2'780'0,"0"1"304"16,0 1 65-16,-2 1-303 0,2 1-277 15,0 1-152-15,0 3-68 0,1 0-25 0,0 3-24 16,-1 1-31-16,3 1-28 0,0 4-38 0,0 2-44 16,0 2-50-16,3 3-33 0,1 4-21 15,-1 1-7-15,0 4-3 0,2 2-5 0,-2 2-4 16,3 4-5-16,-3 1-4 0,0 3-7 16,1 0-7-16,0 0-5 0,-2 0-4 0,3-2-3 15,0-1-3-15,-1-3-1 0,2-3-4 0,-1-4-2 16,0 1-18-16,-2-6-51 0,1-1-70 0,-3-3-99 15,-1-3-170-15,-1-2-303 0,-3-1-330 16,1-1-290-16,1-4-168 0,-4 0 230 0,1-1 633 16</inkml:trace>
  <inkml:trace contextRef="#ctx0" brushRef="#br0" timeOffset="22013.8">10961 7650 62 0,'-3'-1'602'0,"1"-1"459"0,-1 0 160 16,0 0-103-16,0-2-372 0,3 0-334 0,0-1-180 16,3-3-89-16,3 2-21 0,2-4 18 0,2 0 28 15,4-1 25-15,2 0 8 0,3-3-3 16,1-2-25-16,0 1-40 0,2 1-37 0,1-1-37 15,0 1-23-15,0 2-15 0,-1 1-9 16,0 2-7-16,-2 4 3 0,-2 0 9 0,-2 3 10 16,-3 6 9-16,-2 2 7 0,-5 3 4 15,-2 4 1-15,-2 4-8 0,-6 2-8 0,-1 3-6 16,-4 4-7-16,-1 1-3 0,-4 4-3 0,1 2-5 16,-4-1-1-16,2 3-3 0,0 1 0 0,2-3-2 15,1 0-1-15,2-2-1 0,2-1-2 16,3-3-2-16,2-1 0 0,3-4-3 0,0-1-1 15,3-3-9-15,2-3-36 0,3-3-67 16,0-1-65-16,1-7-111 0,2-1-171 0,-1-6-283 16,1-1-295-16,0-5-213 0,0-3-155 0,2-4 248 15,0-2 545-15</inkml:trace>
  <inkml:trace contextRef="#ctx0" brushRef="#br0" timeOffset="22312.62">11543 7728 394 0,'6'12'886'16,"-1"1"279"-16,-1 2 1 0,0 3-276 0,-1 2-343 16,2 1-216-16,-2-1-113 0,3 2-60 15,1-3-47-15,-1-1-32 0,3-5-24 0,1 0-21 16,1-6-18-16,0-3-2 0,0-4-5 0,3-7 0 16,-4-1-3-16,1-9-7 0,3-1-1 0,-3-5-4 15,-3-3-3-15,2 0-7 0,-4-1 0 16,0-3-4-16,-2 2-5 0,-4 2-9 15,-2-1-7-15,-1 3-6 0,-4 0-12 0,-2 1-17 16,0 4-36-16,-3-1-49 0,-2 4-54 0,0 3-55 16,-2 0-40-16,2 7-16 0,3 3 22 0,-2 5 50 15,4 2 63-15,1 2 43 0,0 5 13 16,3 1-18-16,4 0-41 0,-1 3-75 0,2 1-160 16,0 0-152-16,2 3-25 0,-1-1 82 15,4 0 151-15</inkml:trace>
  <inkml:trace contextRef="#ctx0" brushRef="#br0" timeOffset="22910.42">10428 7911 97 0,'-4'-4'652'0,"2"0"448"0,-1 1 138 15,-2-1-123-15,2-1-391 0,0-1-337 0,1-3-159 16,-1-1-78-16,3-5-30 0,3-2 8 16,0-4 23-16,2-3 29 0,2-2 11 0,2-2-9 15,-1 0-17-15,0-1-33 0,3 2-35 0,-2 2-34 16,-1 1-26-16,0 3-15 0,1 3-10 16,-2 4-4-16,-1 1 0 0,1 6 3 0,-2 3 3 15,2 4 8-15,-2 4 6 0,1 5 0 0,-1 7-2 16,0 2-3-16,-2 2-4 0,2 6-8 15,-4 5-4-15,2-2-2 0,-1 6-4 0,1-2-1 16,-3 1-4-16,2 1-15 0,-1-3-62 0,1-1-65 16,-2-6-117-16,2-2-201 0,-1-4-308 15,-1-4-335-15,0-6-262 0,0-6-131 0,-3-4 377 16,0-7 635-16</inkml:trace>
  <inkml:trace contextRef="#ctx0" brushRef="#br0" timeOffset="24112.39">6744 4371 26 0,'-3'13'530'0,"0"-1"486"0,-2 2 221 15,2-3-75-15,-3 2-358 0,5 0-296 16,-1-1-152-16,2-1-67 0,0-1-39 16,2-1-31-16,-1 0-27 0,1-1-31 0,-1-4-51 15,2 1-41-15,-3-3-13 0,2 2 0 0,-1-3 6 16,-1 0 11-16,0-1 13 0,-1 0 8 15,-1-1-2-15,-1-2-5 0,0-1-4 0,-2-1-9 16,0-1-10-16,1 0-9 0,-3 0-7 0,1 2-6 16,0 0-6-16,1-1-7 0,-1 0-6 15,2 3-5-15,0 0-6 0,-1 0-4 0,2 1-4 16,1 1-2-16,1-2-3 0,1 2-1 0,0 2-2 16,0-1-1-16,3 3-1 0,0-2-1 15,2 2-1-15,-1-2-8 0,3 3-14 0,1-2-21 16,1 0-47-16,-1-1-76 0,2 2-112 15,-1-3-191-15,4 2-294 0,-2 0-345 0,4 0-326 16,0 0-156-16,0 2 322 0,2-3 695 16</inkml:trace>
  <inkml:trace contextRef="#ctx0" brushRef="#br0" timeOffset="24461.82">7467 4373 272 0,'-6'3'950'16,"-2"-1"412"-16,0 2-16 0,0 0-162 16,5 2-438-16,0-2-269 0,0 3-159 0,1-3-80 15,2 2-60-15,2-1-59 0,1 2-53 16,2-3-31-16,1 1-14 0,0-1-9 0,2-2-3 15,0-1 1-15,1 0 3 0,-1-2 2 0,-1 0 9 16,-1-3 6-16,0 2 10 0,-3-1 2 0,0 0-1 16,-1-2-3-16,0 0-6 0,-1 1-6 15,-1 0-10-15,-1-1-5 0,-1 3-5 0,0-3-3 16,-1 2-2-16,-3 0-2 0,3 0-6 16,-2 0-18-16,-1 3-59 0,-1 0-73 0,-5 0-140 15,2 0-255-15,-2 3-314 0,-4 0-373 0,2-2-299 16,-4-1-58-16,-2-1 594 0</inkml:trace>
  <inkml:trace contextRef="#ctx0" brushRef="#br0" timeOffset="24894.23">6624 4039 281 0,'-1'-7'698'16,"-1"1"362"-16,-1 1 126 0,-2 1-266 0,2 0-250 0,1 0-117 15,-2 2-115-15,4 2-95 0,-2 2-76 16,2 3-54-16,0 2-50 0,0 7-67 0,0 1-43 16,5 4-25-16,-2 7-10 0,2 2-6 15,1 6-3-15,1 2-5 0,-1 5-3 0,5 6-3 16,-3 1-1-16,0 2-2 0,1 5 1 0,-1 0 4 15,2 1 0-15,-2 0 4 0,-1-3-4 16,1-3-54-16,-3-6-52 0,-2-1-74 0,-1-6-146 16,0-4-205-16,-4-6-319 0,0-4-248 15,-1-5-226-15,-2-5 5 0,0-7 470 0</inkml:trace>
  <inkml:trace contextRef="#ctx0" brushRef="#br0" timeOffset="25127.83">6539 4701 234 0,'6'0'839'0,"-1"0"378"16,-2 0 5-16,2 0-183 0,1 0-457 0,1 0-293 15,2-2-146-15,2 1-71 0,5-2-35 0,0 0-20 16,4-3-6-16,1-2-8 0,4-1-3 15,2-1-1-15,0-2-7 0,-2-5-60 0,0 1-147 16,-2-2-304-16,-3-2-261 0,-1 1-260 0,-5-2-207 16,-2 2 124-16,-3 2 515 0</inkml:trace>
  <inkml:trace contextRef="#ctx0" brushRef="#br0" timeOffset="25418.38">6463 3874 71 0,'0'-7'527'0,"3"1"356"16,2 2 160-16,0 1-42 0,6 2-377 0,1 0-229 16,4 1-122-16,3 0-67 0,2 1-21 15,2 0-18-15,3 2-22 0,2-1-54 0,2 2-34 16,2-3-18-16,-2 2-15 0,3-2-8 15,-3 1-5-15,2-2-4 0,-2 0-5 0,-3 1-2 16,0 1 0-16,-4-1-3 0,-1 4-1 0,-4 1-35 16,-3 1-123-16,-5 4-239 0,-2 2-279 15,-5 0-263-15,-3 4-255 0,-3 1-45 0,-5 3 429 16</inkml:trace>
  <inkml:trace contextRef="#ctx0" brushRef="#br0" timeOffset="25626.71">6640 4906 91 0,'8'12'559'0,"-2"0"326"0,1-3 129 16,5 0-34-16,-1-3-342 0,5-1-251 0,0-3-123 15,4 0-41-15,0-2-23 0,3-3-29 0,3-1-56 16,0-4-47-16,4 1-31 0,0-2-17 15,0-3-11-15,2 1-18 0,-2 0-79 0,0-1-126 16,-1 2-242-16,-1 1-275 0,-2-1-270 0,-1 1-202 16,2 0 106-16,-4 1 428 0</inkml:trace>
  <inkml:trace contextRef="#ctx0" brushRef="#br0" timeOffset="26202.41">7513 4373 113 0,'-13'5'709'0,"-4"1"469"15,0-1 146-15,-1 1-39 0,1-2-352 0,2 2-325 16,0-1-170-16,2-1-99 0,3 2-75 15,0-3-91-15,3 2-69 0,2-2-42 0,2-2-28 0,3 2-16 16,5 2-9-16,0-1-4 0,4 0-2 16,2 0-2-16,0-3 1 0,3 0-1 0,2-1 0 15,0-2 1-15,0-4 0 0,1-2 1 16,-1 1 0-16,0-3-5 0,-5 2 3 0,0-1 3 16,-3 1 8-16,-3 1 7 0,-2 2 6 15,-3-1 7-15,-2 1 0 0,-1 3 0 0,-2-2-7 16,-2 3-7-16,-1 1-5 0,-2 1-3 0,-1 1-4 15,0 0-4-15,1 3-1 0,-2-3-1 16,2 2-1-16,2 0 0 0,2-1-2 0,-3 0 0 16,4 0-2-16,2 0 1 0,-2 2-2 15,3-3-1-15,1 3-1 0,-1-1-5 0,2 2-12 16,0-3-23-16,2 2-46 0,-1-2-69 0,-1-2-74 16,0 1-114-16,2-2-173 0,-2 0-303 15,-2-2-267-15,2-1-209 0,0-1-112 0,0-1 313 16,0-1 561-16</inkml:trace>
  <inkml:trace contextRef="#ctx0" brushRef="#br0" timeOffset="26559.87">7413 3711 305 0,'2'0'714'0,"-1"2"289"0,1-1 94 0,-2 3-220 16,3 4-282-16,0 1-181 0,-1 6-81 0,3 1-11 16,1 6-5-16,3 3-18 0,-1 4-31 15,0 8-42-15,3 1-48 0,-3 8-52 0,-1 2-42 16,-2 4-36-16,-1 5-20 0,1 3-5 15,-2 3-7-15,-2-2-3 0,-1 2-6 0,2-2-7 16,0-3-2-16,-1-2 0 0,-1-2 0 0,2-7-20 16,-2-4-40-16,0-6-55 0,0-6-51 0,-2-6-93 15,2-9-159-15,-3-2-251 0,1-8-265 16,1-5-235-16,-1-6-192 0,-1-3 141 0,0-3 530 16</inkml:trace>
  <inkml:trace contextRef="#ctx0" brushRef="#br0" timeOffset="26893.58">7312 3804 219 0,'6'-6'793'15,"-4"0"389"-15,1 0 36 0,-1 2-200 0,-1 1-411 16,1 1-281-16,1 1-147 0,4-2-72 0,-1 3-33 16,6 0-19-16,3 0-13 0,2 0-8 15,3 0-12-15,3 0-11 0,4 0-8 0,1 0-1 16,4 0 0-16,-1 0-4 0,1 3-1 15,0-2 3-15,-1 1-2 0,1 1-12 0,-4 3-39 16,-1 1-93-16,-3 1-164 0,-5 0-295 16,-2 2-272-16,-2 4-256 0,-3 2-116 0,-4-2 273 15,-3 3 496-15</inkml:trace>
  <inkml:trace contextRef="#ctx0" brushRef="#br0" timeOffset="27111.37">7299 4744 295 0,'-3'26'850'15,"3"-5"326"-15,2-2-2 0,1-3-198 0,2-6-442 16,6 2-249-16,-2-5-114 0,4-3-58 16,4-4-29-16,1-4-16 0,7-3-17 0,2-5-23 15,1 2-14-15,4-6-6 0,3-2-6 0,0 0-4 16,2 1-11-16,-2 0-39 0,0 0-124 15,-2 4-215-15,-1 2-281 0,1 2-270 0,-1 5-246 16,-1 2-47-16,1 2 406 0</inkml:trace>
  <inkml:trace contextRef="#ctx0" brushRef="#br0" timeOffset="28226.41">10838 4903 250 0,'-2'3'855'0,"-1"0"394"0,0-1 46 16,0 1-125-16,0 3-366 0,1 2-266 0,-1 2-143 15,3 0-86-15,-3 3-63 0,3 3-70 0,0-1-64 16,3 2-39-16,0-1-19 0,3 0-13 16,-1-1-12-16,3-3-8 0,0-1-7 0,4-2-5 15,-2-4-4-15,0 0-2 0,2-3 0 16,-2-2-1-16,-1-5 1 0,2-1 0 0,-4-1 0 16,-1-3 1-16,-1-3 6 0,-4 0 9 0,1-1 6 15,-4 0 7-15,-1 0 4 0,-3 0 3 0,-2 1-1 16,-3-1 1-16,3 4-1 0,-2 0-1 15,-2 3-2-15,2 0-3 0,1 4-5 0,1 1-6 16,-1 2-7-16,2 2-5 0,1 2-4 16,1 4-2-16,-1-1-2 0,4 4 0 0,-1 0-1 15,3 6 0-15,0-4 0 0,2 3-1 0,1-1 1 16,1-2-1-16,-1 2 0 0,2-4-1 16,0 0 0-16,0-4 0 0,1-1 0 0,3-2 1 15,-2-1-1-15,1-4 1 0,-2-3 0 16,2-1 1-16,0-3 0 0,-2 0 1 0,-1-3 0 15,0-3 0-15,-2 2 0 0,0-1 0 0,-1-2 1 16,-4 3 0-16,2 1 0 0,-4-1-1 16,0 1 0-16,0 3 0 0,-1 2 0 0,-2 0-1 15,1 3-1-15,0 1 0 0,-2 4 0 16,2 2-1-16,-3 4-2 0,2 1 1 0,-1 3-4 16,2 1-9-16,-1 2-12 0,2 0-21 0,-1-1-38 15,3-2-78-15,0-1-94 0,1-3-162 0,2-2-280 16,0 1-336-16,2-5-355 0,1 2-184 15,0-3 141-15,-1-2 666 0</inkml:trace>
  <inkml:trace contextRef="#ctx0" brushRef="#br0" timeOffset="28603.17">10955 4203 378 0,'-2'3'863'16,"-1"0"320"-16,-1 3 11 0,0 0-301 0,1 5-255 15,0 3-146-15,1 3-87 0,1 2-67 0,-1 6-52 16,1 3-42-16,-1 4-52 0,2 6-64 15,-2 4-46-15,2 3-26 0,0 5-11 16,-1 4-9-16,-1 3-8 0,1 3-9 0,-1 1-7 16,-1 1-3-16,2-2-5 0,1-3-6 0,1-6-3 15,2-2-1-15,0-5-2 0,0-5-2 0,1-5-22 16,0-3-58-16,-2-4-68 0,-2-7-89 16,0-1-158-16,-2-2-256 0,-1-4-312 0,0-3-256 15,-2-3-176-15,-1-3 109 0,-2 0 540 16</inkml:trace>
  <inkml:trace contextRef="#ctx0" brushRef="#br0" timeOffset="28838.36">10553 5648 272 0,'10'13'747'0,"-4"-2"313"16,5-1 81-16,-3-3-179 0,3 2-352 15,3 0-134-15,-1-1-49 0,6-2-42 0,-1 0-43 16,2-5-52-16,4 0-48 0,0-3-81 0,4-3-64 16,1-4-34-16,2-3-26 0,2-1-16 15,1-3-8-15,0-3-8 0,-1 0-3 0,0-2-6 16,-3 0-39-16,-1 0-79 0,-5 0-119 16,-2 1-223-16,-2 1-296 0,-4 0-358 0,-2 3-344 15,-4-1-104-15,-3-2 445 0,-3 1 692 0</inkml:trace>
  <inkml:trace contextRef="#ctx0" brushRef="#br0" timeOffset="29076.66">10591 4065 537 0,'3'-5'1112'0,"-1"1"211"0,3 1-126 0,1 3-270 16,5 1-447-16,2 2-165 0,6 3-77 0,3 0-35 16,3 2-22-16,4-1-17 0,3 1-30 15,5-4-51-15,1 3-34 0,2-5-19 0,1 2-14 16,3-3-6-16,-3 0-8 0,3-1-7 0,-6-1-46 16,0 1-64-16,-1 0-142 0,-5 0-283 0,-2 1-292 15,-2 1-345-15,0 2-277 0,-2-3-29 16,-3 2 608-16</inkml:trace>
  <inkml:trace contextRef="#ctx0" brushRef="#br0" timeOffset="46259.12">3046 10832 14 0,'-11'2'565'0,"-3"0"509"16,-2-1 247-16,0 1 18 0,2-1-279 0,3 1-424 16,0 0-195-16,4-2-104 0,0 2-72 15,4 1-91-15,-2-3-61 0,3 0-37 0,1 0-20 16,1 0-19-16,1 0-7 0,4 0-3 0,6 2 2 15,2 3 2-15,7-2 3 0,3 6 3 0,5-3-1 16,4 1 0-16,7 1-3 0,1-1-2 16,2-2-2-16,6 0-2 0,-1 0-1 0,4-2-1 15,-1-3-3-15,1 0-2 0,-2 0 0 0,1-3 0 16,-5-1-1-16,-1 2-3 0,0-4-1 0,-6 1-3 16,-1 0-1-16,-4 0-5 0,-3-1-2 0,-3 2-1 15,-2-2-1-15,-3 0-2 0,-4 2 0 16,-1-1 0-16,-4 3-3 0,-1 0-3 0,-4-1-8 15,-1 1-15-15,-3 2-27 0,0 2-76 16,-2 1-129-16,-6-1-254 0,-1 4-307 0,-3 1-391 16,-3 3-473-16,0 1-136 0,0 1 637 0</inkml:trace>
  <inkml:trace contextRef="#ctx0" brushRef="#br0" timeOffset="47406.98">4825 11139 280 0,'1'4'616'0,"1"-1"262"16,-2-2 114-16,2 1-214 0,-1 0-191 15,1-2-131-15,-2 0-94 0,3 0-29 0,0-4 10 16,4-1-15-16,0-6-32 0,1-1-31 16,2-6-33-16,1-2-38 0,0-5-56 0,0-5-44 15,2-2-29-15,-1-3-19 0,1 0-9 0,3-5-4 16,-2 2-2-16,0 2 0 0,-1 2-2 0,-1 5-2 15,-2 4-3-15,-2 4-4 0,1 4-3 16,-4 4-3-16,0 4 0 0,0 3-2 0,0 6 1 16,-1 3-1-16,2 6 0 0,-1 5 0 0,0 5-4 15,1 9 0-15,-1 4-1 0,0 2-1 16,1 3-1-16,0 3-3 0,1-3 0 0,-1-1-1 16,2-1-2-16,1-6-1 0,-1-3-1 15,1-5-1-15,1-3 0 0,-2-5 0 0,2-5 0 16,1-5 1-16,-2-6 1 0,1-8 0 0,1-5 2 15,-2-6 0-15,1-6 0 0,-2-3 0 16,4-2 0-16,-2-2 5 0,2 3 2 0,-2 1 1 16,1 0 1-16,0 6-1 0,-3 1 1 0,-2 7-5 15,1 2-1-15,-2 5 1 0,1 2 0 16,-2 6 1-16,0 3 1 0,-3 5 1 0,1 6-7 16,1 4-2-16,-3 1-3 0,0 8-3 15,0 0 0-15,0 2-1 0,0 1 4 0,0 0 3 16,0-3 0-16,2 1 0 0,-1-4 0 0,1 2-2 15,1-6 0-15,3-3-3 0,-1-1 6 0,3-2 1 16,0-3-12-16,0-1-48 0,4-3-76 16,1-5-113-16,-1 0-214 0,3-5-312 15,2-3-358-15,1-1-331 0,2-5-134 0,2 0 392 16,-1-4 705-16</inkml:trace>
  <inkml:trace contextRef="#ctx0" brushRef="#br0" timeOffset="47724.61">5815 10716 240 0,'-7'-4'881'0,"-2"8"503"16,-4 0 113-16,-1 4-205 0,0 1-482 0,-2 3-297 16,0 3-150-16,-1 2-112 0,1 2-90 0,2 0-58 15,1 2-36-15,2 1-22 0,2-3-15 16,2 0-10-16,4-2-8 0,0-1-6 0,5-4-11 16,1 0-6-16,3-3-3 0,2-4-2 15,1-2 0-15,4-6 1 0,1-4 7 0,1-7 10 16,0-3 5-16,1-4 3 0,3-1 0 0,-3-2 0 15,1-2 1-15,-2 2-7 0,0 3-3 0,-2 2-2 16,-2 5 0-16,-1 2-2 0,-4 5 2 16,2 1 1-16,-2 4 1 0,-3 5 2 0,0 5-3 15,-3 5-2-15,0 4-2 0,0 7-1 16,-1 2-2-16,-1 6-2 0,2 1 4 0,0 2 1 16,2 4 1-16,1-3-1 0,2 0-4 0,1-4-18 15,-1 0-70-15,3-3-68 0,-2-8-129 16,2 1-214-16,0-5-314 0,1-6-359 0,-1-1-244 15,0-7-107-15,0-5 455 0,0-4 631 16</inkml:trace>
  <inkml:trace contextRef="#ctx0" brushRef="#br0" timeOffset="48506.95">6107 10701 77 0,'8'5'419'15,"-2"1"291"-15,-1 4 257 0,3 2 47 16,0 4-270-16,0 3-183 0,1 5-111 0,0 2-67 16,1 4-61-16,0 0-50 0,-2 3-29 15,4 4-24-15,-4-2-21 0,2 3-19 0,-2 1-29 16,-1 1-38-16,0 2-34 0,1 0-23 0,-3-1-14 16,0 2-17-16,-1-3-8 0,-1-1-5 15,-1-4-2-15,-1-3-2 0,-1-7-2 0,2-3 3 16,-2-8 2-16,-2-1 2 0,2-8-1 15,-1-6 0-15,-1-7 1 0,-1-5-4 0,1-8-3 16,-2-5-2-16,2-6 0 0,-1-6 1 0,0-5 2 16,-2-4-1-16,0-4-2 0,-1-5-1 0,0 1-2 15,1-2-2-15,2 1-4 0,1 5 0 16,2 3 0-16,0 6 0 0,2 7 1 0,-2 3 1 16,3 7 2-16,-1 6-1 0,1 3 0 15,1 3 0-15,-1 3 1 0,2 4-1 0,3 1 1 16,-1 4 2-16,5 2 0 0,-2 5 1 0,1 1-1 15,1 4 2-15,0 5 0 0,0 0 2 16,-1 5 0-16,1 1 0 0,-2 5 2 0,0-2 1 16,-2 0-3-16,0 2 0 0,1-1 0 15,-4 0-2-15,1-4-2 0,-1-3-2 0,0-2 1 16,1-2-1-16,-1-5-2 0,0-2 1 0,1-5 1 16,0-5 1-16,2-4-2 0,2-4 2 15,-1-8-6-15,2-1-5 0,2-4-4 0,0-3-4 16,1-1-6-16,0-1-7 0,0 1-1 15,1 2 3-15,0 2 0 0,-2 1 5 0,1 2 5 16,-3 0 8-16,0 4 7 0,0 0 3 0,-1 6 3 16,-2-3 2-16,-2 2 3 0,0 4 6 0,-3-1 19 15,-1 2 15-15,1 1 10 0,-4 0 7 16,-3-2 4-16,1 2 0 0,-3-1-12 0,-2-1-6 16,-1 1-3-16,-1 0-4 0,-1 2-3 0,0 1-2 15,1 0-5-15,-2 3-6 0,4 2-7 16,-2 2-5-16,1 2-6 0,1 4-2 0,0 5-2 15,3 4 0-15,-1 3 0 0,5 4 0 0,-1 4 2 16,4 1-2-16,2 1 1 0,1 0-2 16,1 1-1-16,4-1-1 0,2 1-1 0,1-7-2 15,4-1-1-15,-1-1 0 0,3-3 0 16,-1-2 0-16,2-2 2 0,-1 0 1 0,-3-3 0 16,-2-3 1-16,-1 1 0 0,-5-1 0 0,0-1 0 15,-2-1 0-15,-5 2 1 0,-1 0-1 16,-1 2 0-16,-5-1 0 0,-2-1-8 0,0 5-13 15,-3-2-26-15,-3 2-50 0,-1-1-72 16,1-1-86-16,-2 0-149 0,2-2-274 0,1-3-308 16,3-5-279-16,2 0-190 0,1-6 73 0,1-3 587 15</inkml:trace>
  <inkml:trace contextRef="#ctx0" brushRef="#br0" timeOffset="49062.65">6942 10734 398 0,'6'-16'914'15,"-4"-1"285"-15,1 4-18 0,0 0-272 0,1 0-362 16,0 1-214-16,1 1-112 0,4 0-58 16,-1 2-38-16,2 2 4 0,1 2 23 0,0 3 15 15,0 0 7-15,0 4 3 0,-1 4-2 16,-1 2-20-16,-1 4-33 0,-2 2-30 0,-1 4-16 15,0 0-10-15,-4 2-6 0,1 5-6 0,-2 0-7 16,0 5-5-16,-2-2-5 0,1 3-6 0,-1 3-4 16,-1 1-8-16,1 1-6 0,1 1-6 15,-1 0-5-15,2-3-3 0,2-3-5 0,-1-5-5 16,4-4-24-16,0-5-80 0,0-7-133 16,1-5-252-16,0-10-301 0,-1-7-395 0,0-5-462 15,1-10-114-15,-1-7 638 0</inkml:trace>
  <inkml:trace contextRef="#ctx0" brushRef="#br0" timeOffset="49242.15">7119 10275 319 0,'-13'-18'1195'0,"-2"7"471"16,0 5-169-16,-2 3-324 0,1 4-477 0,2 3-299 16,1 0-178-16,1 1-96 0,2 2-52 15,2 1-31-15,5 0-22 0,1 0-12 16,4 3-12-16,3 1-58 0,1 1-74 0,-1 1-137 15,4 3-242-15,-1 0-308 0,2 3-373 0,0 1-295 16,0 0-67-16,-3 1 554 0</inkml:trace>
  <inkml:trace contextRef="#ctx0" brushRef="#br0" timeOffset="49507.7">7331 10926 142 0,'17'7'421'0,"-2"-6"225"0,0-2 198 0,-3-4-64 15,-1-5-144-15,1-2-95 0,-4-4-64 16,0-2-50-16,-1-3 1 0,-1 1 11 0,-2-1-44 16,-4 2-37-16,0 2-40 0,-1-4-42 15,-4 5-66-15,-1 1-67 0,-2 1-41 0,0 5-28 16,0-2-21-16,-3 7-13 0,0 4-11 0,1 3-9 16,-2 4-8-16,2 6-5 0,1 6-3 0,-2 2 0 15,3 6-2-15,3 2-1 0,0 0-1 16,4 5-1-16,-1-3-2 0,5 3 0 15,0-5-2-15,4 0-8 0,4-2-27 0,1-2-79 16,1-2-105-16,3-3-212 0,0-1-296 0,1-3-366 16,4-1-423-16,1-2-174 0,3-2 356 0,0 0 804 15</inkml:trace>
  <inkml:trace contextRef="#ctx0" brushRef="#br0" timeOffset="50314.86">7646 11067 301 0,'3'9'662'0,"0"2"243"16,0-5 55-16,0-1-268 0,0-2-215 0,2-3-120 15,0-1-58-15,0-5-18 0,4-4-3 16,-1-6 21-16,0-4-10 0,0-4-14 0,3-8-17 15,-1-1-22-15,-1-5-28 0,2 1-33 0,-3-3-45 16,2 5-34-16,-1 0-28 0,-3 5-14 16,1 5-1-16,-3 5-7 0,0 2-4 0,-1 5-10 15,-2 4-7-15,1 1-5 0,2 4-8 16,-2 4-4-16,0 4-3 0,-1 7-2 0,4 5 1 16,-2 5 0-16,2 5 0 0,1 2-5 0,2 3 1 15,-2 3-5-15,2-1 3 0,1 0 1 0,0-5-1 16,0 1 6-16,-1-5-3 0,3-5 4 15,-3-2-5-15,2-4-3 0,-1-5-1 0,0-4-1 16,1-6 2-16,1-6 0 0,0-7 1 16,2-6 1-16,-1-6 0 0,1-2 1 0,-2-8-1 0,5 1 0 15,-3 0 0-15,1 2 2 0,-3 0 0 16,3 6-3-16,-4 3 3 0,-2 5-1 0,-2 3-1 16,2 5 1-16,-4 4 0 0,0 3 3 0,-1 6 0 15,-1 5 8-15,-1 6 4 0,-1 3 2 16,0 7 2-16,0 4-1 0,0 4 0 15,0 2-8-15,0 2-2 0,2 2-4 0,-1 0-2 16,1-1-2-16,1-1 0 0,2-1-3 0,1-5-2 16,0-1-1-16,2-5-10 0,0-5-39 0,3-2-77 15,-3-7-107-15,0-3-203 0,3-5-299 16,-3-6-356-16,3-7-356 0,3-3-152 0,-3-4 345 16,2-2 721-16</inkml:trace>
  <inkml:trace contextRef="#ctx0" brushRef="#br0" timeOffset="50441.49">8509 10830 171 0,'11'16'727'0,"-3"4"399"16,-2 1 96-16,-2 4-135 0,-1 4-428 15,-2 2-298-15,1 3-145 0,1-3-81 0,-2 1-56 16,1-3-54-16,1-6-119 0,0-5-183 0,-1-6-302 16,0-4-269-16,-1-5-273 0,-1-7-175 15,-1-5 260-15,-1-4 532 0</inkml:trace>
  <inkml:trace contextRef="#ctx0" brushRef="#br0" timeOffset="50609.34">8490 10294 67 0,'-3'-12'617'0,"0"5"456"0,1 6 148 16,-1 2-115-16,3 5-377 0,0 3-344 0,0 4-190 15,3 3-97-15,3 2-48 0,-1 4-25 0,2 0-12 16,2 3-28-16,2-2-99 0,0 1-174 15,2-1-292-15,3 0-262 0,2-1-251 0,0-5-129 16,2 2 280-16,4-2 491 0</inkml:trace>
  <inkml:trace contextRef="#ctx0" brushRef="#br0" timeOffset="50923.31">9020 10544 13 0,'-7'5'876'0,"-4"-3"819"0,-5 5 2 16,-4 4-354-16,-2 4-379 0,-2 2-419 0,0 6-257 15,-1 0-107-15,0 2-54 0,4 4-32 16,2 2-27-16,2-1-20 0,4 1-16 0,5-3-11 16,5 0-10-16,5-5-7 0,2-1-4 0,6-5-3 15,1-4-3-15,6-6 0 0,2-6-1 16,2-7 0-16,1-3 2 0,0-7 1 0,2-3 0 16,-2-5 1-16,0-2-1 0,0 1 1 0,-4 1 1 15,-1 3 0-15,-2 2 0 0,-3 4 1 16,-3 3 0-16,-2 4 1 0,-1 3 0 0,0 8 1 15,-3 0 1-15,1 8 1 0,-3 4-1 0,-1 3 0 16,0 5 0-16,2 1-1 0,1 1-2 16,2 1-3-16,1 1-13 0,3-2-25 0,-2 0-65 15,4-2-79-15,0 1-161 0,0 0-281 16,2-3-332-16,3 0-393 0,0 0-276 0,-1-2 31 16,4-5 721-16</inkml:trace>
  <inkml:trace contextRef="#ctx0" brushRef="#br0" timeOffset="51414.01">10003 10755 51 0,'-5'0'608'15,"2"-2"488"-15,-1 2 163 0,1 0-118 16,1 0-365-16,0 0-338 0,4 2-124 16,1-1-67-16,3 2-34 0,4 2 13 0,1-2 4 15,6-1-24-15,1 3-55 0,2-3-38 0,5-2-20 16,-1 0-35-16,3 0-26 0,0-2-13 0,0 2-9 15,1-6-4-15,-1 2-5 0,-2-1-4 16,1 1-3-16,-4-2-9 0,0 1-73 0,-5 1-83 16,-4-1-168-16,-3 1-280 0,-4-1-319 15,-6 1-381-15,-5 0-210 0,-3-2 129 0,-1 3 681 16</inkml:trace>
  <inkml:trace contextRef="#ctx0" brushRef="#br0" timeOffset="51639.92">10194 10493 27 0,'10'-2'416'0,"-1"2"302"0,2 0 268 16,2 2 94-16,3 0-299 0,0 3-257 15,4 1-139-15,-1-2-65 0,2 4-86 0,3-2-74 16,1 1 21-16,0 0 13 0,0 4-2 16,-1-3 14-16,0 3 5 0,-2 0-7 0,0 1-60 15,-4 3-44-15,-1 3-20 0,-4-1-30 0,-1 1-21 16,-4 3-11-16,-3 0-8 0,-4 6-6 0,-2 0-3 15,-4 1-2-15,-3 3-22 0,-6 1-67 16,1 0-64-16,-4-3-131 0,-1 1-243 0,0-3-312 16,-1-4-334-16,1-3-230 0,1-7-57 15,2-1 504-15</inkml:trace>
  <inkml:trace contextRef="#ctx0" brushRef="#br0" timeOffset="52204.9">11497 10059 311 0,'4'-12'902'0,"-3"2"358"0,2-1 0 16,-3 6-150-16,2 2-391 0,-1 3-227 15,1 3-129-15,-1 5-79 0,-1 0-54 16,2 8-55-16,1 2-62 0,2 5-34 0,0 9-18 15,0 5-9-15,2 7-9 0,1 7-13 0,-1 6-9 16,2 4-8-16,0 6-6 0,1 0-2 0,1-1 0 16,3-1-2-16,1-7 0 0,2-7-3 15,3-7 1-15,1-8-3 0,3-9-1 0,-1-8 1 16,-2-8 1-16,1-7-1 0,-3-6 2 16,-3-9 0-16,-2-5 0 0,-6-6-1 0,0-4 0 15,-6-6 2-15,-4-3 1 0,-1 0 1 0,-7-2 2 16,-2 3 1-16,-4-1 0 0,-3 3-2 15,-2 1 0-15,-1 4-3 0,2 5-1 0,-1 2-1 16,2 5-1-16,2 3 0 0,4 5-2 0,0 4-1 16,3 3-1-16,3 4-7 0,1 5-18 15,2 3-53-15,3 5-68 0,2-1-68 0,1 1-109 16,3 2-161-16,3-1-251 0,0 2-250 0,4-4-203 16,0 2-138-16,2-3 198 0,-2-2 486 15</inkml:trace>
  <inkml:trace contextRef="#ctx0" brushRef="#br0" timeOffset="52490.5">11929 10446 206 0,'14'-17'768'0,"-4"4"402"0,-4 3 64 15,2 3-202-15,-2 1-296 0,1 3-180 0,-3 6-133 16,3 3-73-16,0 4-55 0,-2 6-40 16,0 3-68-16,-2 4-76 0,2 1-42 0,-2 4-25 15,2-1-13-15,-1 3-12 0,-1-3-8 0,2-2-4 16,0 0-4-16,0-6-1 0,-2-1-3 15,2-5 0-15,1-2-1 0,-3-3 1 0,2-4 2 16,-2-4 0-16,2-4 1 0,-2-6 3 0,2-3-1 16,1-6 1-16,-3-2-2 0,2-5 1 15,0-1 0-15,0-1-2 0,0-1 0 0,-1-1 0 16,4 2-1-16,-2-1-1 0,1 4-1 0,1 0 0 16,-1 5-2-16,1 2 0 0,-1 3-1 15,1 3-2-15,-1 4 1 0,1 6-1 0,0 2-14 16,0 4-48-16,1 4-73 0,0 2-78 15,-1 2-148-15,2 3-253 0,-2 0-320 0,2 0-288 16,1 0-186-16,0 0 40 0,2-2 535 0</inkml:trace>
  <inkml:trace contextRef="#ctx0" brushRef="#br0" timeOffset="52842.97">12421 10434 80 0,'-3'-8'677'0,"-1"2"605"0,-2 4 292 0,1-2-174 16,-1 2-430-16,-2 2-367 0,0 0-190 0,-2 0-136 15,3 4-111-15,-1 0-61 0,1 4-37 16,1 2-23-16,0 3-16 0,0 5-9 0,3 2-6 16,-1 3-4-16,3 3-4 0,2 2-1 15,1-1-1-15,1-1-2 0,3 0 0 0,2-3-2 16,2-3-1-16,1-2-1 0,1-5-1 0,1-4 0 16,4-3 0-16,-2-5 0 0,2-5 1 0,-1-5-1 15,1-6 2-15,-1-4-1 0,-2-3 3 16,1-1-1-16,-3-3 2 0,-1 0 1 0,-3 3-1 15,0-1 1-15,-3 5-1 0,0 1 2 16,-4 4-1-16,2 3 2 0,-3 3-2 0,0-1 1 16,0 6-1-16,0 3 0 0,0 1-2 0,-3 7 0 15,3 3 0-15,-1 4-2 0,1 3 0 16,0 3-2-16,1 1 0 0,1 2 1 0,1 1-2 16,0 0-1-16,5-1-11 0,-2-2-27 15,4-1-73-15,-1-6-78 0,0-1-142 0,1-5-238 16,-2-5-321-16,5-1-354 0,-5-4-225 0,1-5-36 15,2-5 536-15</inkml:trace>
  <inkml:trace contextRef="#ctx0" brushRef="#br0" timeOffset="53231.99">12783 10128 62 0,'0'-42'608'16,"0"5"488"-16,-2 5 270 0,1 6 34 0,-1 5-375 15,0 5-338-15,-1 4-216 0,1 2-123 0,-1 6-99 16,-3 4-103-16,3 4-61 0,0 6-32 15,1 3-13-15,-1 6-6 0,2 4-4 16,1 6-2-16,0 4-1 0,1 7-1 0,-1 5-2 16,3 5-4-16,-1 2-2 0,1 2-6 0,2-1-5 15,2-5-5-15,0-2-2 0,1-6-3 0,4-8-2 16,-2-7 1-16,4-7-1 0,0-5 1 16,-1-9 2-16,1-5 1 0,1-8 0 0,0-9 1 15,-2-1 0-15,-2-4 0 0,2-4-1 16,-4 0 1-16,-1 1 1 0,1 4 0 0,-4 1 1 15,0 3-1-15,-2 3 2 0,1 5-1 0,-3 0 0 16,2 6 1-16,-3 1 1 0,2 8 2 16,-2 1 3-16,0 7 0 0,0 3 0 0,0 2 0 15,0 6 0-15,4 2-4 0,-4 2-2 16,3 4-4-16,-1 0 0 0,3 4-2 0,0-1-1 16,1 0-1-16,3-2-12 0,1-4-28 0,1 1-83 15,0-8-122-15,0-1-229 0,-1-4-307 16,2-2-380-16,-1-4-439 0,1-2-123 0,0-4 501 15,-1-3 784-15</inkml:trace>
  <inkml:trace contextRef="#ctx0" brushRef="#br0" timeOffset="53624.33">13602 10831 23 0,'-2'-12'1037'0,"-2"3"866"15,-1 2-151-15,0 1-427 0,-1 2-375 16,1 0-462-16,1 2-242 0,1 2-105 0,-1 0-49 16,2-3-31-16,1 3-23 0,-1 0-18 0,2 0-11 15,-1 0-5-15,1 0-4 0,1-1-2 16,1 1-5-16,1-1-12 0,4 0-23 0,-2-4-59 15,-1-2-91-15,2 2-190 0,-1-3-285 16,0 1-349-16,2-1-430 0,-4-2-310 0,2-1 166 16,-2-1 866-16</inkml:trace>
  <inkml:trace contextRef="#ctx0" brushRef="#br0" timeOffset="53924.18">13676 9154 91 0,'-2'-15'693'0,"2"2"502"16,-3 0 171-16,3 5-81 0,0 0-340 0,0 2-353 16,0 2-181-16,0 0-95 0,3 4-68 15,-3 4-67-15,4 3-54 0,-3 2-29 0,3 6-14 16,-3 5-13-16,2 5-10 0,-3 6-7 0,0 8-8 15,0 4-6-15,-1 9-7 0,-1 5-6 16,-1 2-7-16,1 2-7 0,-1 1-6 0,1-1-7 16,2-2-2-16,2-3-2 0,0-6-12 0,-1-2-21 15,3-2-63-15,-6-5-99 0,0-3-217 16,-1-3-291-16,0-3-366 0,-2-3-447 0,-3-5-278 16,1-5 317-16,-3-4 910 0</inkml:trace>
  <inkml:trace contextRef="#ctx0" brushRef="#br0" timeOffset="63755.94">17236 1363 65 0,'0'-1'272'0,"2"-3"132"0,0 3 112 16,-1-2-110-16,-1 1-134 0,0 1-87 0,0 0-48 16,0-1-26-16,0 0-22 0,0 2-16 0,2-1-23 15,-2 0-12-15,0-1-13 0,0 2 0 16,0 0 1-16,0-1 1 0,2 1 5 0,-2 0 15 16,0 0 7-16,0 0 0 0,0 0 10 0,0 0 7 15,0 0 11-15,0 0-3 0,0 0 2 0,0 0-9 16,0 0-13-16,0 1-8 0,0-1-17 0,0 0 16 15,1 3 43-15,-1-2 47 0,0 4 42 0,2 0 33 16,-2 0 27-16,0 0-9 0,0 3-15 0,0 0-28 16,0 0-37-16,0 1-28 0,0 2-28 0,-2-1-23 15,2 2-30-15,0 0-12 0,0 1-3 0,0-1-1 16,0 1-1-16,0 0-1 0,0 0 2 16,0 3-8-16,0-2 0 0,2 0 0 0,-2 1 8 15,1 0 14-15,-1 2 9 0,0-1 10 0,0 2 0 16,0-1-2-16,0 2 29 0,0 1 24 0,-1 1 12 15,-1 0 4-15,1 0-3 0,-1 0-6 0,-1 1-31 16,-1-3-34-16,1 5-20 0,-1-4-17 0,2 1-5 16,-2 0-3-16,0 0-5 0,1 0 0 0,-2 1 0 15,2 0-1-15,-2 0 0 0,1-1 0 16,2 2-1-16,-1-2 10 0,-2 1 1 0,4-3 0 16,-3 5 0-16,3-5 0 0,-1 1-1 15,2-1-10-15,-1 2-5 0,1-3 1 0,1-1 1 16,-1 0-2-16,0 0 2 0,2-2 3 0,-1 1 1 15,-1-1 0-15,0 2-1 0,0 1 1 0,0 0 2 16,-1-1-1-16,-1 2-7 0,1 2-2 0,-1 0-3 16,-1-2-2-16,0 2-3 0,-2 0 0 0,2 0 9 15,-2-2 0-15,2 5 4 0,0-4 0 16,-2 1-1-16,2 0 1 0,0 0 1 0,-3 0-1 16,3 0 0-16,-1 0-1 0,3 0 7 0,-3 0 5 15,3-1-1-15,-1 3 1 0,2-1 1 0,-1 0 3 16,1-1-9-16,-2 2-5 0,2-3-1 15,0 4-4-15,0-4 1 0,0 3 0 0,2-1 2 16,-2 1 1-16,0-1 3 0,0 0 3 0,0 2-2 16,0-1 2-16,0 1 0 0,0 0-1 0,0 0-1 15,0-1 0-15,0 0 1 0,0 2 1 16,0-3-2-16,0 2 0 0,0 1 0 0,0-3 5 16,0 1 3-16,0 2 3 0,-2-1 7 15,2 1 4-15,-2 1 1 0,2 2-5 0,0 1-3 16,-1-1-4-16,-1 4-6 0,1 0-6 15,1-2-2-15,-2 3-1 0,-1 0 2 0,0-1 1 16,1 0 3-16,1 1 0 0,-1-1 1 0,1 0-1 16,-1 0 0-16,0 1-2 0,2-2-2 0,-1 2 0 15,-1 0-2-15,1 0 2 0,1 2 3 16,-4-1 3-16,3 2 4 0,-1 1 1 0,1-1 0 16,-3 3 0-16,2 2-3 0,0-3-6 15,0 4-1-15,2 0 0 0,-3-1 1 0,2 2-1 16,-1-1 1-16,0 1 0 0,-1 0 0 0,3-2-1 15,-1 3-1-15,-1-2-1 0,0 2 1 16,2-3-1-16,-1 3-1 0,-1-3-2 0,0 5-2 16,-1-1 1-16,2 0 0 0,-4 0 1 0,4 1 0 15,-2 1 2-15,1 1 3 0,0 2 1 16,-1 0 1-16,2 3-1 0,-1 2-1 0,0 2-2 16,-1 2-2-16,3 0-1 0,0 0-3 0,0 1 0 15,3 0 1-15,-1-3 1 0,1-1 1 16,0-4 0-16,2-4 0 0,0-6-18 0,-1-9-59 15,1-6-68-15,-2-12-106 0,-3-11-192 16,0-11-308-16,-3-16-332 0,-2-12-272 0,-4-16-156 16,0-17 308-16,-3-13 647 0</inkml:trace>
  <inkml:trace contextRef="#ctx0" brushRef="#br0" timeOffset="64655.91">17039 1512 203 0,'3'-1'511'0,"-1"-3"275"0,1 1 190 0,-2 0-158 16,-1-2-160-16,3 3-126 0,-3-4-100 0,2 1-65 16,0-1-34-16,-1 0-48 0,3-1-37 0,-3 0-21 15,1-1-21-15,1-3-28 0,0 0-44 0,2-2-32 16,3 0-32-16,-2-4-21 0,0 2-14 0,4-4-8 15,1-1-5-15,-2 1-1 0,3-3-3 0,0 3-6 16,-1-2-1-16,2 2-3 0,-4 1-1 0,3 1-1 16,-2 0-3-16,0 4 1 0,-2 3-2 0,-2 1-1 15,2 1-1-15,-5 2 1 0,4 1 4 0,-4 3 3 16,2 2 3-16,-2 2 2 0,2 3 1 16,1 2-1-16,-2 4-3 0,0 3-4 0,-1 0 0 15,0 4-1-15,0 2-1 0,0 3-1 0,-1-1-1 16,1 4 0-16,2 0-1 0,-4-1-1 0,2 0 7 15,1-2 1-15,0 1 1 0,1-3 0 0,0 0-1 16,1 0 0-16,-1-2-6 0,1 1-4 0,-1-2-3 16,2 0-29-16,-3 0-77 0,2-3-107 0,-1 0-182 15,-2 2-288-15,0-3-348 0,1 1-365 0,-3 1-169 16,-1 4 289-16,0 0 675 0</inkml:trace>
  <inkml:trace contextRef="#ctx0" brushRef="#br0" timeOffset="66189.03">16900 6098 32 0,'-7'0'408'0,"-2"2"345"16,1 0 276-16,0-1 62 0,2 0-348 0,-2 1-219 15,3 1-132-15,1-3-101 0,-3 2-76 0,4 2-47 16,-3-1-24-16,4 1-28 0,-1-4-22 16,2 4-18-16,1-2-16 0,0 0-15 0,1 0-22 15,2 1-10-15,3-2 60 0,1 2 32 0,2 0 16 16,4-1 17-16,0-1 13 0,1-1 1 15,5 0-50-15,0 0-28 0,2 0-14 0,0-1-21 16,5-1-17-16,0-1-1 0,4 2 1 0,1-2-1 16,-1 0-1-16,1 0 0 0,2 0 0 15,1-1-8-15,1 4-6 0,-2 0 0 0,0 0-2 16,4 0-1-16,-3 2 0 0,1 2 0 16,0 0-1-16,-1 0 0 0,1 2 2 0,2 2 0 15,-1-1 1-15,-1 1-1 0,3-1 0 0,-4 0-1 16,1 0 0-16,-2 1 0 0,1-3-2 15,-3 1 0-15,1-1-1 0,-2-2 0 0,0-2-3 16,-2-1 0-16,-1 2 0 0,-2-4 1 16,2 2 12-16,-3 0 8 0,3-1 3 0,-2 1 2 15,-1 0 1-15,1 1 1 0,-1-1-11 0,2 3-6 16,0-1-3-16,0-1-1 0,0 2-1 16,1 0 1-16,2 0 0 0,1 0-2 0,0 0 0 15,1 0 0-15,3-1-1 0,0-2 1 0,1 0-1 16,2-2-1-16,-1 0 1 0,-1 1-1 15,4-3-1-15,-2 1-1 0,-1 0 0 0,2-2 1 16,-1 1-1-16,2 1 1 0,-1-1-1 0,-2 0 2 16,2 3 0-16,-2 0 1 0,2-1 0 0,0 0 0 15,1 2 2-15,0 0-3 0,2 0 1 16,0 0 0-16,5 0 0 0,-2 0 0 0,2 0 0 16,-2-2-2-16,4 2 0 0,-1-3-1 15,1 1 0-15,-1-1-1 0,2-2-1 0,-3 2 3 16,3-1 1-16,-3-1 2 0,4 0 0 15,-1 3 0-15,1-3 1 0,0 2-2 0,2 0-1 16,1 0-1-16,-1 2 1 0,1-1 0 0,0 1-1 16,0-1 1-16,3 2-1 0,-3 0 1 0,1-1-2 15,2-1 2-15,0 1 1 0,0-1 0 0,0-1 1 16,0-1 0-16,7 0 1 0,0-2-2 16,1 1 1-16,2-3-2 0,1 2 0 15,-3-1 0-15,5-1-1 0,-3 1-1 0,2-1 1 16,-4 2 1-16,3 2 1 0,-1-2 1 0,1 3 0 15,-1 0 1-15,4 1-1 0,-2 0-2 0,0 2-2 16,0-3 2-16,-2 3-2 0,0-1 0 16,1 0-1-16,-2 1 2 0,0-3 1 0,-4 0 1 15,3 1 1-15,0-3 1 0,0 3 0 16,1-4-1-16,-1 1-1 0,0-1-1 0,-1 2 0 16,-1-1-1-16,-2 2-1 0,-2 0 1 0,1 1-2 15,-6 1 2-15,1 1 1 0,-5 1 0 16,-2 3 1-16,-1-1 0 0,2 1 1 0,-5 1-2 15,0 1 0-15,0 0 0 0,-3 0 0 0,-1 1 0 16,-1-1 0-16,-1 1 0 0,-2-1 2 16,-4-2-1-16,-1 2 0 0,0-2-2 0,-1-1 1 15,-2 2 0-15,-2-4 0 0,-2 1-1 0,1 1 1 16,-2-3 1-16,-3 1-1 0,1-1 0 16,-2 2 0-16,-2-2-1 0,-2 1 1 0,-1-1 0 15,-1 0 0-15,-3 1 1 0,0-1 0 0,-2 2-1 16,-1-2 0-16,-2 0 1 0,0 0 0 15,-1 0-1-15,-2 0 1 0,1 0-1 0,0 0 0 16,-2 0 0-16,0 0 0 0,0 0 0 0,0 0 0 16,-2 0 0-16,0-2 0 0,1 2-1 15,-1-1-11-15,-1 1-28 0,0-3-74 0,-2 2-80 16,-3-4-149-16,4-1-269 0,-4 0-323 16,1-1-358-16,1-1-209 0,-2-2 27 0,2-2 611 15</inkml:trace>
  <inkml:trace contextRef="#ctx0" brushRef="#br0" timeOffset="66522.39">24016 5818 315 0,'5'0'870'0,"0"0"330"0,-3 0-13 16,1 0-241-16,0 0-409 0,3 2-257 16,0-2-134-16,2 2-65 0,4-2-26 0,2 0-16 15,-1 0-2-15,5 2 18 0,4-2 35 16,2 2 16-16,3 0 4 0,3 0 48 0,0 2 17 15,4-2-14-15,-3 3-32 0,2-1-18 0,2 4-11 16,-4-1-43-16,1 2-23 0,-5 0 11 16,2 3 4-16,-6 1 2 0,-1 1 8 0,-4 1 2 15,-2 1 8-15,-7 3-11 0,0-1-6 16,-4 3 2-16,-3 0-8 0,-5-1-1 0,-3 3-4 16,-2-1-8-16,-5 1-5 0,-3 0-4 0,-2 0-5 15,-4 0-5-15,-1-2-4 0,-1 0-3 16,-1 0-3-16,-2-3-2 0,0-1-2 0,0-1-3 15,-1-3 0-15,1-1-1 0,2-1-3 0,1-3-11 16,2-3-26-16,3-1-77 0,3-4-93 0,-1-4-175 16,5-1-289-16,-2-3-341 0,6-3-386 15,-1-1-189-15,2 1 180 0,-2-3 712 0</inkml:trace>
  <inkml:trace contextRef="#ctx0" brushRef="#br0" timeOffset="67889.39">15240 871 169 0,'6'3'476'0,"-3"-1"259"15,1-1 167-15,-1 0-132 0,-2 3-144 0,1-3-90 16,1-2-58-16,-2 1 36 0,-1 0 5 16,0 0-63-16,0 0-82 0,-4 0-75 0,2 0-59 15,-2-2-80-15,-3 0-56 0,-3 1-30 0,0 0-16 16,-2-1-10-16,-2 2-9 0,-3 0-10 0,-2 2-8 15,1-1-5-15,-2 4-5 0,-2-1-4 0,3 2-3 16,-3 2-2-16,1-1 0 0,0 0-1 0,3 3-1 0,2-1 0 16,-2 0-1-16,6 0 1 0,-1-2-2 0,5 1-1 15,0-3 1-15,3 3 0 0,1-1-1 16,2-2 0-16,4 3-1 0,1 0 1 0,1-2 0 16,3 1 0-16,1-1 2 0,0 0-2 0,4-2 2 15,0 2 0-15,3-2 0 0,-2 0 0 0,4 0 1 16,-1 0-1-16,1 1 1 0,1 1 0 0,-1-4 1 15,-1 4 0-15,2 0 1 0,-4-1-1 0,0 1 1 16,-3-2-1-16,2 1-1 0,-7-1 1 0,2 0 1 16,-2-1-1-16,-2 0 2 0,0 1 0 0,-4 0 1 15,-3 0-1-15,-2 0 1 0,1 2-1 0,-3 1-1 16,-2 4 0-16,-2-4-1 0,0 3 0 16,-3 1 0-16,2 0-1 0,-1 0-1 0,1 1 1 15,3 1-1-15,-3-1-1 0,3-1-1 0,1 0 1 16,2-1-1-16,1 0-1 0,0-2-1 0,2-3-4 15,3 3-12-15,3-4-25 0,-1-1-44 0,2-3-67 0,1 0-88 16,0-5-148-16,3-1-196 0,1-3-301 0,3-2-279 16,-1-1-216-16,3-1 26 0,0-3 465 15,3-1 499-15</inkml:trace>
  <inkml:trace contextRef="#ctx0" brushRef="#br0" timeOffset="68071.5">15483 882 265 0,'13'-4'690'0,"-2"3"343"15,-3 4 132-15,-2 2-236 0,1 2-252 0,-1 3-120 0,0 5-93 16,-1 1-78-16,0 3-75 0,-4 0-55 0,2 6-52 16,-1-1-69-16,1 1-51 0,-1 4-32 0,-1-2-16 15,-1 1-11-15,2 0-13 0,1-3-6 0,0-1 1 16,0-5 2-16,0 0-15 0,2-5-67 16,-2-1-68-16,-1-5-139 0,-2-4-266 0,0-4-318 15,0-2-362-15,-2-4-245 0,-1-5-34 0,0-4 585 16</inkml:trace>
  <inkml:trace contextRef="#ctx0" brushRef="#br0" timeOffset="68255.81">15490 639 212 0,'-4'-6'830'16,"-1"4"395"-16,-2-1 16 0,4 3-172 0,0-1-455 15,1 1-312-15,0 1-152 0,1-1-74 16,2 3-25-16,1 0-12 0,1 2-10 15,5 0-4-15,-2 0-20 0,2 1-99 0,0 2-173 16,1-2-303-16,-2 1-274 0,1 0-277 16,-2-1-190-16,3 5 251 0,-4 0 525 0</inkml:trace>
  <inkml:trace contextRef="#ctx0" brushRef="#br0" timeOffset="68623.91">15752 752 224 0,'11'-2'458'0,"0"-2"251"15,2 3 233-15,-4 0-138 0,4-1-160 0,-1 2-102 16,0-1-64-16,-1-1-89 0,1 2-112 16,1 0-54-16,1 2-18 0,1 1-4 15,0-1 17-15,0 2-7 0,-1 3-8 0,-3 0-33 0,-2 3-37 16,1 0-28-16,-6 0-31 0,0-1-15 15,-3 4-5-15,-1-2-4 0,-3 4-5 0,-3 0-2 16,-4 2-8-16,-1 1-5 0,-3 3-6 0,1 0-4 16,-1 2-4-16,-2 1-7 0,0-2-2 0,2 1-2 15,1-3-2-15,1 0-1 0,2-3-1 0,2-2-1 16,-1-2-1-16,5-3-1 0,0 1-1 0,1-2 0 16,3-1-1-16,0-2 0 0,3 0 0 0,1-3-1 15,0 0 2-15,2 0 0 0,2-2 0 0,2-1 0 16,2 0-4-16,0 0-12 0,0-1-28 0,2-2-56 15,1 0-59-15,0-2-85 0,-2-1-125 0,3-1-169 16,-2 0-250-16,0 0-244 0,-1 0-224 0,3 1-60 16,-4-2 299-16,1 0 481 0</inkml:trace>
  <inkml:trace contextRef="#ctx0" brushRef="#br0" timeOffset="69122.5">16136 987 18 0,'-1'7'362'0,"1"-2"277"0,-4 1 205 0,4 2 21 15,2-1-222-15,1 0-167 0,0-1-105 0,2 0-56 16,2 0-30-16,2-3-18 0,0 0-41 0,3-2-54 15,2-2-49-15,2 0-18 0,1-4-14 0,-1-1-22 16,4-1-14-16,-1-1 9 0,0-1 31 0,0-1 8 16,0-1-1-16,-3-2-1 0,1-2-4 0,-1 0 14 15,1-3-4-15,-4 2-4 0,0-1 1 0,-4-1 4 16,-1 0 4-16,-3 0-19 0,-3 1-17 0,-2 2-9 16,-2 0-5-16,-3 2-5 0,-4 1-5 15,-2 1-10-15,-2 2-6 0,-1 5-8 0,-5 0-7 16,-1 8-6-16,0 2-9 0,1 2-5 15,-1 8-2-15,4-1-1 0,-3 3-2 0,6 2 0 16,-2 4 4-16,4-3 1 0,1 3 2 0,2-1 0 16,0 4 0-16,5-3 0 0,0 3 0 0,1-2 0 15,2-1-1-15,2-1-2 0,1 0 0 0,2-4-2 16,1 0-2-16,3-2 0 0,1-3-1 0,1-1-1 16,3-1 1-16,-1-3 1 0,3-3 0 0,0 0-4 15,3 0-15-15,-5-6-59 0,5 2-70 0,0-2-125 16,-2-2-233-16,2 2-313 0,0-5-359 0,2 4-296 15,-1-1-111-15,-1-2 478 0,0 3 698 0</inkml:trace>
  <inkml:trace contextRef="#ctx0" brushRef="#br0" timeOffset="71104.71">24858 6750 28 0,'1'-2'460'0,"3"1"424"16,-1-1 270-16,-3 1-16 0,1-1-355 0,-1 2-239 16,0-1-127-16,0 1-72 0,0 1-31 15,3 1-19-15,-1 1-27 0,-1 0-37 0,-1 4-53 16,2 2-43-16,-1 2-42 0,1 3-28 0,-2 0-15 16,2 4-11-16,-1 1-9 0,-1 5-3 15,3 1-1-15,-1 1-4 0,0 4-2 0,-1 4-2 16,3 2-2-16,-1 0-1 0,0 3-1 15,1 1-2-15,3-3 0 0,-4 3-1 0,2-2-1 16,1-4-4-16,2 1-4 0,-2-4-2 0,2-1 0 16,-1-4-1-16,3-3-1 0,-2-2 1 0,0-1 1 15,0-5 0-15,3-2-1 0,0-2 1 16,-1-4 1-16,2-3-2 0,1-2 1 16,1-4 0-16,-1 1-1 0,1-5-6 0,-1-1-10 15,0-4-25-15,1-1-62 0,-5-1-70 0,-1-1-104 16,0-1-172-16,-2 2-302 0,-2-2-320 0,0-1-253 15,0 1-157-15,-3-1 246 0,1 2 619 16</inkml:trace>
  <inkml:trace contextRef="#ctx0" brushRef="#br0" timeOffset="71355.56">24764 6872 91 0,'-8'2'750'0,"2"3"643"0,-5-2 146 16,5 3-247-16,1-3-424 0,3 1-379 0,2-1-168 16,5-1-124-16,3 1-74 0,8-2-37 0,-2-1-18 15,8 0-9-15,3-1-24 0,2-2-13 0,2-2-8 16,1-1-4-16,0 1-4 0,1-1-2 16,3 0-1-16,-3-3 0 0,1 5-3 0,-2-3-36 15,-2 2-81-15,-2 0-122 0,-2 1-234 16,-2 1-294-16,-5-1-362 0,0-1-360 0,-4-1-97 15,-2-1 472-15,-5-1 705 0</inkml:trace>
  <inkml:trace contextRef="#ctx0" brushRef="#br0" timeOffset="73587.08">17641 6055 288 0,'4'-11'788'0,"-3"3"352"15,-1 0 51-15,0 1-249 0,0 2-332 0,0 0-202 16,0 3-99-16,0-1-46 0,3 1-28 16,-3 1-18-16,2-1-27 0,0 2-28 0,-1 2-27 15,2 1-21-15,-1 4-20 0,4 2-14 16,-3 5-3-16,0 1-12 0,2 4-15 0,-2 3-14 15,1 5-8-15,-1 1-6 0,-2 3-7 0,1 2-6 16,-2 2-3-16,2-1-2 0,-2 1-1 0,0-3-3 16,0 2 0-16,-2-4-1 0,2-3-2 15,0-2-3-15,0-2-23 0,-2-4-57 0,1-1-68 16,-4-5-101-16,2-1-168 0,-4-1-310 16,1-1-318-16,-2-1-263 0,2-2-161 0,-4-1 249 15,2 1 603-15</inkml:trace>
  <inkml:trace contextRef="#ctx0" brushRef="#br0" timeOffset="73988.78">17494 6886 166 0,'5'12'712'0,"0"5"379"15,1 2 88-15,0 0-98 0,4 3-432 0,1 0-285 16,3 3-133-16,2-2-65 0,3-1-39 16,1-1-43-16,1-2-26 0,5-7-19 0,0-6-4 15,3-5 36-15,-1-5 29 0,2-8 39 16,0-6 16-16,-3-7 6 0,-2-4-6 0,-2-6-20 15,-3-2-21-15,-4-1-25 0,-3-1-11 0,-5 2-4 16,-3-1-5-16,-5 5-10 0,-5 2-8 0,-3 3-7 16,-8 4-9-16,-2 4-8 0,-4 2-8 15,-3 5-9-15,-5 0-4 0,0 6-3 0,0 1-3 16,0 6-1-16,3 1 1 0,2 5-2 16,3 2 0-16,1 7-1 0,7 0 0 0,1 3-2 15,7 1-1-15,3 2-13 0,4 0-46 0,4 0-77 16,4-1-93-16,4-2-170 0,4-2-301 15,1-1-336-15,6-2-314 0,-1-2-153 0,6-2 207 16,-2-3 645-16</inkml:trace>
  <inkml:trace contextRef="#ctx0" brushRef="#br0" timeOffset="74455.09">18829 6109 323 0,'0'2'892'0,"0"4"325"15,0-1-5-15,-2 7-207 0,2 1-348 0,0 3-183 16,2 5-99-16,-2 2-61 0,3 5-50 0,2 1-46 16,-4 5-66-16,1 2-69 0,-1 2-39 15,3 1-22-15,-3 3-10 0,1 2-5 0,-1-3-3 16,1 3-4-16,1-1-1 0,0-1-31 0,-1 0-75 16,0-1-89-16,-2-5-160 0,-2 1-289 15,0-4-331-15,-1-4-338 0,0-4-173 16,1-1 157-16,-4-5 633 0</inkml:trace>
  <inkml:trace contextRef="#ctx0" brushRef="#br0" timeOffset="74820.67">18604 7308 438 0,'-4'3'1182'0,"-3"2"297"16,1-4-161-16,-2-1-266 0,3-1-469 0,2-6-215 15,0 0-122-15,3-7-62 0,2-2-34 0,1-5-17 16,3-3-36-16,3-4-37 0,3-4-21 16,2-3-10-16,3 0-6 0,-1-1-4 0,3 3-8 15,1-3-2-15,-2 7-4 0,1 2-3 0,0 4 0 16,-5 5-2-16,2 3 1 15,-5 7-1-15,-1 3 1 0,0 5 1 0,-5 5 2 0,0 5 1 16,-2 3-1-16,-3 5 0 0,0 5-1 16,-1 2-1-16,-3 4 0 0,0 3-3 0,0 0 1 15,-2 2-1-15,3 4 0 0,2-3-2 0,-1 3-4 16,2-6-22-16,2 0-66 0,-1-7-67 16,2-2-107-16,3-6-176 0,2-6-312 0,0-3-322 15,2-6-242-15,2-6-139 0,-2-5 289 16,6-5 597-16</inkml:trace>
  <inkml:trace contextRef="#ctx0" brushRef="#br0" timeOffset="75087.7">19143 7056 5 0,'10'3'504'0,"0"4"472"16,-4 2 237-16,0 4-53 0,-1 4-319 0,0 0-312 16,-1 2-157-16,1 1-58 0,0 1-35 0,3-2-28 15,-2 1-33-15,0-3-44 0,2-2-55 16,2-5-47-16,-1-4-31 0,1-6-19 0,1-6-8 15,-2-6-6-15,3-3-2 0,-2-5-3 0,0-4 0 16,0-2-1-16,-1-4-4 0,-5 1 2 16,1-1 2-16,0 0 0 0,-3 2 0 0,-2 0-1 15,-2 3 1-15,-1 2-2 0,-2 1-1 0,0 5-1 16,-1 2-4-16,-2 5-22 0,0 5-58 16,-1 3-61-16,-4 4-90 0,4 6-172 0,-1 1-305 15,-2 1-298-15,5 4-238 0,2 0-146 16,2 1 224-16,3 1 586 0</inkml:trace>
  <inkml:trace contextRef="#ctx0" brushRef="#br0" timeOffset="75860.44">22946 5907 80 0,'-2'0'635'0,"-1"3"467"0,0 1 150 16,-2 2-121-16,-1 2-370 0,2 0-272 15,0 4-99-15,1 4-54 0,1 0-38 16,-1 5-29-16,2 3-38 0,1 5-52 0,-2 2-63 16,2 3-41-16,0 4-25 0,0 4-14 0,0 1-9 15,0 4-10-15,0 0-6 0,0 2-7 0,0-2-2 16,0 0-3-16,0 0-1 0,2-4 0 16,-2-1-17-16,0 0-56 0,-2-7-75 0,-1-1-126 15,0-3-221-15,-3 0-311 0,-1-6-355 16,-1-2-281-16,-1-2-87 0,-4-2 456 0,-1-3 649 15</inkml:trace>
  <inkml:trace contextRef="#ctx0" brushRef="#br0" timeOffset="76203.67">22506 7311 298 0,'7'7'794'16,"-2"-3"307"-16,-2-4 17 0,0 0-218 0,0-3-373 16,3-3-222-16,-1-3-114 0,-2-4-46 0,4-3-7 15,-1-4 11-15,3-4 19 0,1-3 28 16,1 1 5-16,1-5-6 0,0 0-22 0,2 1-30 16,-3 3-41-16,0 0-42 0,1 4-25 15,-3 5-19-15,-1 3-3 0,-2 3 16 0,0 5 12 16,-3 3 5-16,0 4 4 0,1 4 2 0,-3 3-4 15,-1 7-18-15,2 0-12 0,-2 5-6 16,0 2-6-16,-2 4-2 0,2 2 0 0,0-1-1 16,2 4-2-16,-1-1-1 0,-1 3 0 0,0 0-1 15,4-2-2-15,-3-1 1 0,1 1-1 16,-1-2-1-16,3-4-34 0,-3-4-71 0,4-1-71 16,-4-6-130-16,2-4-207 0,-3-3-323 0,4-5-307 15,-3-5-204-15,2-3-55 0,1-7 435 16,-1-4 558-16</inkml:trace>
  <inkml:trace contextRef="#ctx0" brushRef="#br0" timeOffset="76453.56">22903 7061 95 0,'8'-7'609'16,"0"2"418"-16,-3 0 138 0,1 2-83 16,-3 1-398-16,2 1-289 0,-2 1-161 0,4 1-85 15,-4 1-44-15,2-1-30 0,1 4-24 0,0-1-8 16,-1 1 2-16,1-1 23 0,-1 2 33 0,3 0 41 15,-4 1 28-15,1 2 2 0,-1 2-13 16,-1 3-27-16,-3 1-28 0,0 3-36 16,-2 3-26-16,-1 3-17 0,-2 1-9 0,0 3-5 15,-1 3-8-15,0-2-3 0,-1 2-3 0,4-3-3 16,0 0-8-16,1-5-56 0,1-1-51 0,1-5-64 16,1-4-121-16,3-7-185 0,-3-6-314 15,6-4-235-15,-1-5-206 0,3-4-56 0,1-5 375 16,1-3 495-16</inkml:trace>
  <inkml:trace contextRef="#ctx0" brushRef="#br0" timeOffset="76744.67">23311 7219 104 0,'12'17'566'16,"-3"2"400"-16,-3 2 181 0,0 2-90 16,-1 0-349-16,2 2-258 0,0-3-158 0,0 1-98 15,-2-4-59-15,1-2-53 0,0-7-21 0,3-4-1 16,0-6 24-16,-1-6 42 0,2-7 39 0,0-7 33 15,0-7 13-15,-2-4-11 0,-1-5-30 16,0-5-35-16,-3-1-33 0,0 0-26 0,-4 0-20 16,-4 2-13-16,0 1-6 0,-3 3-1 15,0 4 0-15,-5 5-2 0,3 4-2 0,-4 5-4 16,1 6-4-16,-1 5-8 0,-1 6-7 0,-2 5-3 16,2 5-3-16,-2 5-2 0,0 5-4 15,3 2-15-15,-1 2-41 0,3 0-82 0,-1-1-111 16,4 0-197-16,0-2-299 0,-1-3-350 15,2-3-348-15,1-5-129 0,-2-3 333 0,-1-6 694 16</inkml:trace>
  <inkml:trace contextRef="#ctx0" brushRef="#br0" timeOffset="78391.02">17774 2199 97 0,'-5'-3'424'0,"-1"-2"309"0,1 2 305 16,-2 0-26-16,0 0-258 0,1 2-169 0,-1-1-110 15,3 2-65-15,-1 2-66 0,1-1-42 16,0 0-41-16,1 4-37 0,1 1-22 0,2-1-48 16,-1 3-38-16,2 0-34 0,1 1-15 0,0 2-11 15,3 0-15-15,-4 0-3 0,7-2-10 0,-4 0-5 16,1 0-4-16,2-3 0 0,-1-1 0 0,3-2 0 16,-2-3 1-16,1-2 0 0,0-2-5 15,-1-4-3-15,0-2-5 0,-1-4-2 0,-3-1-2 16,1-3 1-16,-3 0 6 0,-1 3 5 0,0-3 3 15,-3 3 2-15,-2 0-1 0,0 3-1 0,-3 2-2 16,1 0-3-16,-1 4-3 0,0 2-2 16,0 1-2-16,-1 2-3 0,0 1 0 0,3 2-2 15,1 3-1-15,-1 0 0 0,2 2 1 0,0-1 0 16,3 3-2-16,-1-1 1 0,2-1 0 0,0 1-1 16,2 2 1-16,-1-2 0 0,3-1 1 15,-1 2-1-15,3-1 0 0,-3 0 0 0,0-4-1 16,3 2-1-16,-1-3 0 0,2 0-1 0,0-2 5 15,-2-1 3-15,3 0-2 0,-1-1-14 0,2-3-20 16,-5-1-62-16,3-4-87 0,-1-2-166 0,-1-2-283 16,4-1-318-16,-2-2-393 0,1-1-277 0,1-3 54 15,1 0 725-15</inkml:trace>
  <inkml:trace contextRef="#ctx0" brushRef="#br0" timeOffset="78871.36">18135 1450 242 0,'-2'9'799'0,"2"-1"384"0,-2-4 40 0,-1 1-206 16,2-3-385-16,1-2-217 0,0-1-94 15,1-2-37-15,1-1-23 0,1-5-25 0,2-3-35 16,0-1-46-16,1-7-49 0,3-1-39 0,-1-3-25 0,2-1-12 16,1-2-2-16,-2-1-5 0,3 0-2 0,-2-1 0 15,0 2-2-15,0 0 0 0,0 4 0 0,-2-1 0 16,-1 7-2-16,-1 2-2 0,-1 3-2 15,1 1-5-15,-3 4 0 0,2 5-1 0,-2 4-1 16,0 2 0-16,-1 5 0 0,1 3 1 0,-1 5-1 16,0 2-2-16,-1 2-1 0,1 3 0 0,-1 1-1 15,2 1-2-15,-1 3 0 0,-1 0 0 0,1-1 0 16,-1 0 4-16,1 1 4 0,-2 2 2 0,0-4-1 16,2 1 1-16,-1-5 1 0,-1-1-6 0,0 0-3 15,2-4-5-15,-1-3-18 0,-1-5-56 16,2-1-69-16,-2-3-100 0,0-5-164 0,2-2-307 15,-1-4-328-15,4-3-277 0,-2-4-177 0,3-3 215 0,-1-3 621 16</inkml:trace>
  <inkml:trace contextRef="#ctx0" brushRef="#br0" timeOffset="79103.46">18516 1111 284 0,'5'-1'646'0,"-2"2"263"16,0 1 119-16,0 1-208 0,-2 1-244 0,1 2-167 15,0 1-90-15,1 4-33 0,0 2-6 0,4 0-8 0,-1 5-9 16,1 1-14-16,3 4-18 0,-2-1-30 0,1 3-47 16,1 1-43-16,1-1-38 0,0 3-25 0,-1-2-18 15,1-1-9-15,1-1 0 0,-1-3-6 16,-1 0-8-16,-1-3-2 0,1-2-1 0,0-2 4 0,-3-2-6 16,-1-3 5-16,-1-2 3 0,-2-1-8 15,-1-4-48-15,1-2-63 0,-4-4-63 0,-3 0-104 16,0-3-180-16,-3-3-292 0,-3-1-262 0,0 1-230 15,-1-5-153-15,-5 4 244 0,0-3 563 0</inkml:trace>
  <inkml:trace contextRef="#ctx0" brushRef="#br0" timeOffset="79286.45">18518 1234 338 0,'12'-10'744'0,"-1"-2"333"0,0 0 86 0,3-2-274 15,1 1-247-15,0-2-108 0,3 3-78 0,-1-2-87 16,2 2-67-16,0-1-54 0,2 0-62 15,1 1-73-15,0-1-52 0,2 1-27 0,3 0-16 16,-2 2-8-16,2-1-5 0,1 1-5 0,-2 1 4 16,1 0-40-16,-1 2-67 0,0 0-99 0,-3 0-182 15,-2 2-287-15,3-1-346 0,-4 3-316 0,-1 0-175 16,0 0 250-16,-2 0 666 0</inkml:trace>
  <inkml:trace contextRef="#ctx0" brushRef="#br0" timeOffset="79537.62">19178 1074 117 0,'-6'24'722'0,"-2"3"469"16,3 1 120-16,1-1-65 0,2 4-355 0,2-3-328 16,2 0-177-16,2-1-95 0,1-6-64 15,4-1-82-15,3-4-66 0,0-4-38 0,6-4-16 16,-2-2-10-16,4-5-7 0,2-5 4 0,0-4 3 16,1-2 3-16,-1-5 1 0,-1-3 5 0,-1-2 2 15,-1-2 8-15,-5-1 6 0,-2 1 3 0,-2-2 3 16,-5 3-2-16,-5-1-2 0,-5 2-8 0,-1 0-10 15,-10 2-7-15,2 1-8 0,-8-2-5 0,-5 5-6 16,-3-2-2-16,-2 6-2 0,-4 1-5 0,-1 6-20 16,-3 3-57-16,-3 5-78 0,0 6-150 0,-5 2-252 15,2 6-325-15,-1 4-369 0,4 3-297 0,-1 3-20 16,1-1 643-16</inkml:trace>
  <inkml:trace contextRef="#ctx0" brushRef="#br0" timeOffset="80253.95">17804 1749 134 0,'0'4'447'0,"-3"1"265"16,2 0 205-16,-3 1-66 0,-1 1-188 0,4 2-139 16,-2 2-100-16,3 3-73 0,-5 1-66 0,5 6-51 15,0 3-33-15,2 2 2 0,1 5 9 16,-3 2-6-16,0 5-14 0,0 3-23 0,0 3-33 16,-5 3-38-16,2 0-40 0,-2 3-23 0,2-2-14 15,-2 2-13-15,0-5-8 0,2-2-8 0,-1-4 4 16,-1-3 0-16,4-4 2 0,-3-6-2 15,-1-1-16-15,2-6-51 0,0-4-55 0,0-3-93 16,-2-4-146-16,-2-7-217 0,0-6-304 0,2-2-250 16,0-6-204-16,2-4 99 0,-3-7 467 0</inkml:trace>
  <inkml:trace contextRef="#ctx0" brushRef="#br0" timeOffset="80536.12">17653 1644 375 0,'-4'-2'763'0,"0"1"288"15,0 1 40-15,1 0-310 0,3 0-284 16,-2 1-130-16,4-1-97 0,1 3-40 0,4 0-13 16,2 1-6-16,5 1 9 0,4 0-11 0,2-1-15 15,2 1-27-15,4-2-32 0,-1-2-13 0,2 1-29 16,3-2-31-16,3-2-20 0,-1 1-9 15,4-4-7-15,-1-1-3 0,1 0-7 0,-1 0-2 16,2 0-2-16,-2-1-2 0,-2-1 1 0,-2 2-9 16,-2 2-16-16,-4 1-63 0,-5 3-65 0,-5 0-142 15,-4 6-270-15,-10 3-308 0,-1 1-350 0,-9 6-248 16,-2 4-29-16,-8 1 588 0</inkml:trace>
  <inkml:trace contextRef="#ctx0" brushRef="#br0" timeOffset="80798.58">17589 2721 409 0,'16'11'967'0,"-3"-5"290"16,1-2-43-16,3 0-187 0,2-2-392 15,2-1-199-15,6-1-99 0,0-1-65 0,1-1-46 16,2-2-58-16,0 1-66 0,2-4-45 0,1 2-28 15,-1-1-4-15,-1-1-4 0,1 1-5 0,-4 2-4 16,1 0-4-16,-4-1-37 0,-1 2-79 16,-7 0-108-16,2 3-194 0,-4 0-290 0,-2 2-340 15,0 1-322-15,-5-1-158 0,0 3 303 0,-5 0 671 16</inkml:trace>
  <inkml:trace contextRef="#ctx0" brushRef="#br0" timeOffset="82255.02">18634 2361 86 0,'0'0'647'0,"2"4"467"0,-2-2 138 16,-2 0-121-16,2-1-394 0,0 0-317 16,0-1-151-16,0 2-72 0,0-1-31 0,0-1-24 15,2 2-15-15,-2-2-26 0,2 1-26 0,-2-1 6 16,1 0 11-16,-1 0 17 0,0-1 10 0,0 1 9 15,0-2-1-15,0-1-27 0,-1 1-26 0,-3-3-23 16,1-2-14-16,2 3-12 0,-4-3-7 0,2 5-3 16,-5-4-3-16,5 1 0 0,0 3-2 0,-1-2-3 15,1 2-1-15,2 2-5 0,-3-2-1 16,4 2-1-16,0 0-3 0,0 2 0 0,0 0-1 16,2 3 2-16,1 1-1 0,0 0 1 0,1 0 0 15,0 1 1-15,0-1-1 0,2 0-1 16,-2-1-17-16,1 0-42 0,2-2-64 0,-4 0-65 15,0-2-114-15,3-1-185 0,-3-1-301 0,0-2-277 16,2-2-217-16,-2 1-129 0,-1-2 320 0,1-4 564 16</inkml:trace>
  <inkml:trace contextRef="#ctx0" brushRef="#br0" timeOffset="82671.42">18661 1903 184 0,'0'-3'594'16,"0"2"357"-16,0-2 155 0,-1 3-173 0,1 0-291 15,0-2-205-15,0 4-142 0,0-2-95 0,1 4-51 16,-1 3-12-16,3 5-14 0,-1 1 7 16,1 3 36-16,1 5 23 0,-1 4-1 0,3 1-14 15,-3 7-5-15,0 3-20 0,0 3-40 0,-1 2-27 16,-1 3-23-16,-1 0-24 0,0 3-21 0,-1-2-9 15,-1 1-8-15,2-1-6 0,-1-3 5 16,1 0 2-16,-2-2 1 0,2 0-1 0,0-5 8 16,0 0 2-16,-2-2-7 0,2-1-44 0,-1-4-65 15,-1-4-69-15,1-1-142 0,1-5-222 0,-5-5-321 16,2-2-275-16,3-4-215 0,-1-7-21 16,-3-3 453-16</inkml:trace>
  <inkml:trace contextRef="#ctx0" brushRef="#br0" timeOffset="82937.02">18473 1924 224 0,'3'-5'698'0,"0"-1"331"0,-1 2 69 15,1 2-208-15,2-2-325 0,3 4-204 0,0-1-134 16,3 2-60-16,4-1-23 0,2 4-13 0,3-4-28 15,3 4-5-15,2-1 39 0,3 2 13 0,1-1 1 16,2 0-9-16,2-1 6 0,3 2-24 16,-1-1-51-16,2 2-28 0,-3-1-16 0,-2 1-5 15,1 0-19-15,-4 1-7 0,-2-1-6 0,-4 3-47 16,-2 1-51-16,-5 3-115 0,-5 0-189 0,-5 2-297 16,-3 5-315-16,-6 1-247 0,-3 1-134 0,-5 4 354 15,-7-1 577-15</inkml:trace>
  <inkml:trace contextRef="#ctx0" brushRef="#br0" timeOffset="83140.07">18431 2910 131 0,'4'15'600'0,"1"1"334"0,1-3 120 15,2 0-49-15,6-1-404 0,1 0-242 0,2-3-112 16,2-1-53-16,3 0-29 0,3-3-32 0,4-5-41 15,1 0-36-15,1-5-23 0,4-3-16 0,2 0-7 16,-1-4-6-16,3-2-4 0,-1 1-52 0,0-2-132 16,-4 2-237-16,-3 1-276 0,1 4-262 15,-4 0-233-15,-1 2 27 0,0 3 433 0</inkml:trace>
  <inkml:trace contextRef="#ctx0" brushRef="#br0" timeOffset="85503.26">22872 4043 47 0,'-6'8'528'0,"1"3"430"0,-2 0 220 16,3 0-40-16,-1 1-371 0,1-1-307 16,0-1-172-16,1 1-102 0,3-2-62 0,0 0-46 15,0-3-26-15,3-1-20 0,-2 0-7 16,2-3 12-16,1-2 22 0,-1-2 31 0,0-3 17 15,0-1 31-15,1-4 21 0,-1-2 14 0,-2 0-8 16,-1 0-15-16,-1 0-12 0,-2 1-20 16,-2 0-21-16,0 0-25 0,-2 4-15 0,-2 0-14 15,1 3-9-15,-1 3-9 0,1-1-9 16,-5 5-5-16,5 0-5 0,0 2-3 0,-2 2-1 16,3 1 0-16,2-2-2 0,0 5-2 0,2-1 0 15,2-1 0-15,-4 0-1 0,5 1-1 16,5-2-1-16,-4 1-10 0,2 0-28 0,1-2-65 15,0 1-64-15,0-4-95 0,-1 1-160 16,0-4-258-16,0 2-305 0,2-3-232 0,-2 2-182 16,0-2 138-16,2 0 533 0</inkml:trace>
  <inkml:trace contextRef="#ctx0" brushRef="#br0" timeOffset="85986.44">22886 3643 271 0,'-2'-4'720'0,"1"1"336"0,-1 5 90 0,-1 2-214 15,0 5-330-15,1 3-214 0,-1 4-132 16,1 6-68-16,2 1-28 0,0 5-4 0,0 4 9 16,0 4 23-16,4 5 17 0,-3 1-4 0,1 3-27 15,-1 3-37-15,1-1-32 0,-2 3-34 16,2-1-33-16,-2 0-19 0,0-1-10 0,0-2-6 16,0-1-4-16,0-4-3 0,-2 1 1 15,0-4-2-15,1-3-25 0,-2-4-52 0,-3 1-54 16,-1-5-65-16,1-5-131 0,-1 2-201 15,-2-8-289-15,0-3-242 0,1-3-215 0,-1-4-56 16,2-6 404-16,1-2 516 0</inkml:trace>
  <inkml:trace contextRef="#ctx0" brushRef="#br0" timeOffset="86254.2">22609 4421 61 0,'5'10'489'0,"3"-3"358"0,-4 3 240 15,3-1 20-15,3 1-366 0,0 1-265 0,2 0-134 16,4 0-74-16,-1-1-48 0,6-1-40 16,1 1-28-16,2 0-22 0,2-2-23 0,0-2-16 15,0-2-34-15,1 0-22 0,1-1-16 0,0-1-5 16,1-2-3-16,-3-2-13 0,1-1-44 15,0-1-69-15,-3-4-166 0,-4 1-295 0,-1-1-285 16,-3-4-309-16,-2 0-201 0,-2-1 122 0,-3-4 600 16</inkml:trace>
  <inkml:trace contextRef="#ctx0" brushRef="#br0" timeOffset="86526.88">22669 3505 140 0,'10'0'672'16,"-1"2"410"-16,2 1 127 0,5 1-106 16,2 2-440-16,4 3-280 0,1 0-144 0,1 1-83 15,6 1-54-15,0 0-36 0,4-1-22 0,-3 1-14 16,5-4-18-16,1 1-12 0,-1-4-3 15,1 0-1-15,-1-1-5 0,2 1-4 0,-4-4-12 16,-2 2-75-16,-2-2-175 0,-1 3-295 16,-5-3-262-16,-2 2-270 0,-4 2-188 0,-1-2 210 15,-4 0 547-15</inkml:trace>
  <inkml:trace contextRef="#ctx0" brushRef="#br0" timeOffset="88905.51">23726 2910 91 0,'1'0'612'0,"-1"1"416"15,3-1 139-15,-1 0-96 0,-1-1-406 0,4-2-287 16,0-2-154-16,3-2-73 0,4-2-32 15,1-1-15-15,4-3-1 0,1-4-5 0,2 1 24 16,2-1 17-16,1-2 9 0,0-2-2 0,1 2-11 16,0 3-23-16,-5-1-37 0,1 2-30 0,-4 4-25 15,2 1-10-15,-7 4-5 0,1 4 27 16,-2 2 13-16,-4 5 14 0,1 5 13 0,-1 4 2 16,-5 4 0-16,-1 4-23 0,0 5-15 0,-1 3-14 15,-4 3-11-15,4 2-6 0,-3 4-1 0,1-3-2 16,0 6 0-16,0-2 1 0,0 2 1 15,-1 1 1-15,0-2-1 0,0 0-3 0,2-4 2 16,0-2-2-16,0-4-2 0,2-3-18 16,0-6-57-16,0-4-59 0,-1-5-86 0,-1-4-155 15,1-3-267-15,-4-4-311 0,0-4-251 0,-2-5-194 16,0-3 105-16,1-1 549 0</inkml:trace>
  <inkml:trace contextRef="#ctx0" brushRef="#br0" timeOffset="89119.46">23839 3060 115 0,'4'-6'434'15,"0"4"228"-15,2-1 145 0,-1 2-46 0,2 1-236 16,1 0-142-16,1 1-76 0,5-1-45 0,-1 0-6 16,4 0-45-16,4 0-52 0,-4-1-49 0,7-2-28 15,-1-2-21-15,4-1-25 0,1-1-16 16,-1-1-5-16,3-4-20 0,-4 1-63 0,3 0-125 15,-2-1-218-15,-2-2-278 0,2 1-247 0,-3-1-162 16,-2-1 99-16,0 0 386 0</inkml:trace>
  <inkml:trace contextRef="#ctx0" brushRef="#br0" timeOffset="89434.88">24562 2734 13 0,'-5'20'547'0,"1"3"503"15,-4 3 210-15,-1 4-91 0,0 3-307 0,5 3-299 0,-3 3-147 16,2 0-79-16,2 2-51 0,0-4-36 0,1-1-49 16,5-3-62-16,4-3-62 0,3-5-38 15,3-8-20-15,5-5-13 0,3-7-4 0,4-7-4 16,0-7-10-16,2-6-26 0,0-6-36 16,0-6-44-16,0-4-38 0,-4-3-35 0,-2 1-14 15,-4-1 12-15,-5 1 42 0,-3 0 52 0,-6 3 45 16,-5 0 31-16,-4 3 13 0,-6 2 10 0,-5 0 2 15,-3 1-1-15,-3 4 0 0,-4 2-2 16,-2 1 1-16,-2 8 1 0,1 0-2 0,-4 7 3 16,4 6-3-16,5 5 2 0,-1 4-5 0,6 2-14 15,1 6-69-15,3 3-144 0,7-1-270 0,-1 2-273 16,6 4-271-16,5-2-226 0,4 0 106 0,4 0 500 16</inkml:trace>
  <inkml:trace contextRef="#ctx0" brushRef="#br0" timeOffset="90548.55">25273 2974 57 0,'-1'5'500'0,"-4"1"368"0,4-3 181 15,1-2-35-15,0-2-380 0,0-2-292 16,6-5-152-16,-2-4-60 0,3-1-23 0,1-4-2 15,3-4 8-15,0-1 15 0,0-1 8 0,5-2-22 16,-5 1-14-16,3 0-18 0,-3 1-17 16,-1 4-18-16,1 3-3 0,-7 2 36 0,1 3 50 15,0 4 46-15,-3 2 14 0,-1 4 0 0,-1 2-20 16,-1 5-34-16,-3 6-41 0,1 3-37 0,-2 3-11 16,1 3-8-16,0 2-1 0,0 1-7 15,2 0-8-15,1 1-7 0,2-4-7 0,3 2-5 16,-2-4-6-16,5 0-2 0,-2-5 2 0,-1 0 0 15,4-4 0-15,0-3-1 0,2-3 3 16,-1-6 3-16,4-4-1 0,-1-4 2 0,1-8 0 16,3-2 3-16,-2-4-2 0,2 0-1 0,-2-1 0 15,0 0-2-15,-1 5 1 0,0 1-3 0,-4 1 2 16,-1 6-1-16,-1 1-2 0,-3 3 2 0,1 4-1 16,-4 4 0-16,1 1-1 0,0 7 1 0,-2 0 1 15,-2 6-2-15,0 2 1 0,2 2-1 0,0-1-1 16,0 3-2-16,0-3 0 0,2 2 0 15,0 0-1-15,1-3-1 0,2 1-1 0,0-4-1 16,2 0-29-16,-1-1-67 0,1-5-57 0,-1-2-114 16,1-4-180-16,0-1-314 0,0-3-303 0,-3-1-216 15,1-2-131-15,-1-2 330 0,-1 1 574 16</inkml:trace>
  <inkml:trace contextRef="#ctx0" brushRef="#br0" timeOffset="91154.61">25783 2967 18 0,'4'-6'414'0,"1"2"323"16,1-5 208-16,-3 0 42 0,4-3-293 0,-1 2-232 15,1-3-132-15,2-2-64 0,-1 2-38 0,2-3-37 16,-1 0-41-16,0-1-38 0,1 3-34 0,1-3-22 16,-2 3-14-16,3-1-12 0,-3 5-8 0,-1-1-8 15,0 4-8-15,-3 0-2 0,-1 2 13 16,2 4 47-16,-2 1 60 0,0 1 51 0,0 4 31 16,-3 2 6-16,1 2-16 0,-2 1-41 0,0 2-45 15,0 3-37-15,-2 1-26 0,1 0-16 0,1-1-7 16,-2 3-5-16,0-2-3 0,2 2-7 0,-1-3-1 15,1 0-3-15,1-3-2 0,1 0-1 16,1-4-2-16,0-2 3 0,4-1-4 0,0-5 2 16,1-4 1-16,4-1 0 0,0-4 2 0,2-3 1 15,4-1 1-15,-4-2 0 0,3 0-1 0,1 0-1 16,1 0-1-16,-5 2-1 0,3 2-2 16,-1 2 2-16,2 2-2 0,-4 2-1 0,0 3 1 15,-3 4-1-15,2 3 0 0,-4 2 1 0,-1 2 1 16,-1 3 0-16,0 2 1 0,0-1 3 0,-2 2 4 15,-1 0 0-15,1-1 2 0,3-2 1 16,-4 1-1-16,1-5-4 0,2 3-3 0,-1-7-2 16,3-1 0-16,1-6 0 0,1-4-1 0,5-3 1 15,-2-9 0-15,3-4 0 0,1-2-1 0,1-2 1 16,0 1-1-16,-3-2-1 0,1 7-1 16,-3 0-2-16,0 5 0 0,-2-1 0 0,-3 8-1 15,2 1 2-15,-3 4 2 0,0 4 0 0,-2 2 1 16,-1 6 0-16,1 3-1 0,-3 2 2 0,-1 4 1 15,0 2-2-15,-2 2 1 0,0 2 0 16,0-1 1-16,0-1-3 0,1 0 0 0,-1-1-7 16,2-4-42-16,-1-3-80 0,-1-1-112 0,0-5-219 15,2 0-297-15,0-6-354 0,-1-2-335 0,-1-6-110 16,2-1 398-16,-1-4 696 0</inkml:trace>
  <inkml:trace contextRef="#ctx0" brushRef="#br0" timeOffset="92319.06">19714 1277 33 0,'5'2'516'0,"-2"0"431"0,2-1 202 15,-4 0-62-15,2-1-363 0,-1 0-291 0,1-1-173 16,2-4-87-16,0-1-40 0,0-1-19 0,2-5-7 16,3-1-11-16,-2-2-4 0,4-3 16 0,-2-2 22 15,1-1 30-15,3 2 18 0,-3-2-1 0,1 3-16 16,-2 0-27-16,0 0-24 0,-2 5-25 0,0 1-19 16,-4 5-11-16,0 0-9 0,-1 2-4 0,-2 1-9 15,1 4-6-15,-2 1-9 0,0 5-4 0,-2 5-10 16,1 2-7-16,-1 4 3 0,1 4 0 0,-1 1 0 15,2 1 0-15,0 1 6 0,2 0 4 16,-1-2-5-16,1 3-2 0,1-5-4 0,2 1-1 0,0-3 0 16,1-2-2-16,0-3 1 0,-1-5-1 0,1 0 2 15,2-5 2-15,1-3 1 0,0-4 2 0,0-7 2 16,4-4-4-16,-4-3-6 0,2-3-4 0,3-3-2 16,-2-1-1-16,-3 0-3 0,4 3 6 0,-5 0 4 15,0 1 3-15,1 3 1 0,-3 3 1 0,-1 3 0 16,0 1 1-16,-2 5-2 0,-1 0 0 0,-1 1 1 15,4 4 1-15,-5 2 0 0,1 4-1 16,1 1 0-16,-1 3 2 0,1 2-2 0,-2 2 0 16,3 2-1-16,-1 0 1 0,1 2-1 0,0-2-1 15,1-1 0-15,0 2-4 0,4-3-7 0,-2-1-41 16,1-1-61-16,1-2-58 0,-1-3-86 0,1-2-161 16,0-2-241-16,0-4-267 0,2 1-227 0,-1-3-184 15,-1-2 93-15,0-4 511 0</inkml:trace>
  <inkml:trace contextRef="#ctx0" brushRef="#br0" timeOffset="93184.56">20377 1208 291 0,'-4'3'720'0,"0"-3"307"15,4-3 60-15,-2 2-224 0,2-2-293 0,0-1-198 16,0-4-118-16,4-2-62 0,2-2-37 0,0-3-42 16,2-2-30-16,2-4-20 0,0 0-9 0,3-4 3 15,1 4 32-15,-1-2 27 0,3 3 26 0,-5 0 23 16,0 2 11-16,3 1-5 0,-4 1-25 0,-2 4-29 15,-1 1-25-15,0 2-27 0,-2 3-19 16,-2 0-15-16,0 3-11 0,0 3 3 0,-1 0-7 16,-1 3-3-16,-1 5-4 0,2-1-1 0,-2 5-2 15,0 1-5-15,0 1 1 0,0 1 1 0,0 1 0 16,0 3 0-16,0-1 1 0,0 0-1 0,0-2 1 16,4 2-1-16,-4-2 0 0,4-2-1 0,-3 0 0 15,2-4-1-15,1 1-1 0,0-5-2 0,1 1 0 16,0-7 2-16,4 0-2 0,-1-5 3 0,4-1 5 15,-2-2 4-15,1-4 1 0,1 0 0 0,0-1 3 16,-1-1-4-16,2 2-5 0,-4 0-4 0,1 0-1 16,1 2-1-16,-3 3-2 0,-2 0 2 0,2 1 0 15,-1 3 0-15,-1 0 1 0,-2 3 0 0,0 1 1 16,-1 3 2-16,-2 2 1 0,3 1 0 0,-3 0 1 16,-1 4 0-16,3-1-2 0,-3 3 0 0,2 0-2 15,1 1-1-15,0-1 2 0,0-1-2 0,0 0 1 16,1 0-1-16,-1-3 2 0,2 2-1 0,1-5-1 15,2 0 1-15,0-4 0 0,0-2 2 0,1-2-1 16,4-4 0-16,0-4-5 0,-1 1-5 0,1-6-2 16,1 0-1-16,-3 2-2 0,0 0 0 0,3-1 7 15,-3 2 3-15,-1 0 2 0,-1 3-1 16,-1 0 2-16,0 1 0 0,-3 1-1 0,4 1 1 16,-4 3-2-16,0 2 2 0,0-1 1 0,0 2 1 15,2 2 6-15,-2 2 5 0,1 0 6 0,-1 2 3 16,2 1 2-16,2 3 0 0,-1-2-5 0,1 2-3 15,4-2-6-15,-2 2-4 0,2-4-2 0,2 0-2 16,0 0-2-16,0-3 0 0,1-2-1 0,2-1 0 16,-4-1-2-16,3-2-9 0,-1 0-34 0,-2-2-74 15,-1 1-78-15,1-1-166 0,-3-1-288 0,-3 1-331 16,3 3-344-16,-3-2-197 0,-1 3 89 0,-1 0 678 16</inkml:trace>
  <inkml:trace contextRef="#ctx0" brushRef="#br0" timeOffset="103144.04">10248 1896 154 0,'-3'9'419'0,"-3"-5"195"16,3 1 122-16,0 0-142 0,-1-3-203 0,3 1-85 15,-1-1-8-15,0-1 6 0,2 0 10 16,0 1-10-16,0-2-30 0,0 2-49 0,0-2-54 16,0 0-45-16,0 0-31 0,2 0-24 0,0 0-14 15,1-2-14-15,0 0 5 0,2 1 8 0,2-2 8 16,2-1 28-16,0-1 27 0,2-1 30 0,0-1 23 15,2-1 9-15,1-5-9 0,2-1-26 0,1-1-28 16,2-4-25-16,-3-1-35 0,4-4-14 16,-2 2-9-16,1-4-4 0,1 2 2 0,-2-1 1 15,-1-1 1-15,-1 4-7 0,0 1-6 0,-5 1-3 16,0 5-6-16,-2 2 4 0,-2 2 4 0,-2 4-1 16,0-1 1-16,-2 3 1 0,1 1 0 0,-4 2-8 15,3 0-4-15,-3 2-4 0,0 2-2 0,0 2-1 16,-1 3-7-16,-1 5-3 0,-1 2-3 15,2 5 1-15,-1 0 0 0,1 3-2 0,1 1 8 0,0 5 2 16,0 2 1-16,0 0 1 0,0 2 0 16,0 3-1-16,0-2 1 0,0 2 0 0,0-2-1 15,0-1 0-15,0 0 1 0,0-3-1 0,0-3 6 16,0-2 1-16,1-1 3 0,-1-3 0 16,0-6 1-16,0 2 1 0,0-4-7 0,0-2-4 15,0-2-1-15,0-2-1 0,-1-2-5 0,1-1-18 16,-2-3-45-16,0-2-62 0,-1-2-64 0,-2-3-111 15,0-4-190-15,-1 1-302 0,-2-4-263 0,2-1-220 16,-4 0-121-16,2-2 311 0,-1 3 578 16</inkml:trace>
  <inkml:trace contextRef="#ctx0" brushRef="#br0" timeOffset="103867.47">10414 1371 226 0,'-5'-9'491'15,"-3"1"225"-15,2 0 143 0,-5 1-186 0,3 0-152 16,-1 2-92-16,-2-1-55 0,1 0-37 0,-1 2-43 15,-1-2-48-15,0 0-64 0,-2 1-35 0,2 0-22 16,0 3-3-16,-2-2 9 0,1 2 9 0,0 0-4 16,0 0 18-16,-1 1 4 0,1 0-22 0,-3 1-25 15,3 1-18-15,-4 0-5 0,1 3-21 0,-1 1-18 16,1-2-4-16,-3 4 0 0,3 0-6 0,-3 1-9 16,3 2-8-16,-3 1-3 0,1 1-8 0,0 1-4 15,-1 4-3-15,2 1-1 0,-4 0-2 0,2 3 5 16,3 0 5-16,-2 1-6 0,1 2-3 15,0-1 0-15,3 4 0 0,-2 0-6 0,5 0-5 16,-3 1 5-16,6 0 5 0,-2 4 0 0,4-1 1 16,2 3-1-16,2-1 1 0,2 3 3 0,4-2 3 15,3 4 2-15,2 1 4 0,3 0 0 16,3 1-1-16,4 1-3 0,4-1-3 0,3 3 0 16,4-2-2-16,4 0 2 0,4-1-1 0,2-1 0 15,3-1 0-15,4-4-2 0,0-3 0 0,3-1-3 16,1-4 0-16,1-3-1 0,3-5 5 0,-3-2 0 15,2-4-1-15,-2-1 0 0,0-4 1 0,-1-2 2 16,0-4-6-16,-1-1 0 0,0-3 2 16,-2-3 0-16,-2-1-2 0,0-5 0 0,-2-2 1 15,-3-1 2-15,-3-4 0 0,0-4 9 0,-3-4 8 16,0-3-4-16,-3-1-1 0,-2-6-2 0,-2-1 0 16,-1-3-4-16,-2 0-4 0,-1-5 11 0,-5-1 3 15,-2 2 5-15,-5-4 3 0,-2 0-3 0,-5-3-2 16,-3-4 0-16,-6-1-1 0,-2-3-6 15,-8 0-4-15,-2-2-2 0,-6 2-3 0,-5 0-7 16,-1 5-3-16,-5 2 2 0,-4 5 0 0,-1 7 0 16,-3 3-1-16,-3 7 0 0,-2 4 0 0,0 5 0 15,-3 6-2-15,3 4 1 0,-3 4 1 0,3 5 0 16,1 3 0-16,2 3 2 0,0 3-1 0,4 2 0 16,1 2 0-16,3 2 0 0,1-1-2 0,4 2 0 15,2 1-1-15,4 1 0 0,4 0-10 0,2 3-20 16,3-2-57-16,2 4-79 0,3 1-142 0,3-1-275 15,2 5-314-15,5 0-373 0,0 4-300 0,2-2 3 16,1 4 630-16</inkml:trace>
  <inkml:trace contextRef="#ctx0" brushRef="#br0" timeOffset="105633.97">2774 14518 256 0,'-3'9'575'15,"0"0"263"-15,0-2 130 0,-2 2-170 16,3-5-213-16,-2 0-117 0,1 0-92 0,3-3-57 16,-2 0-48-16,2 1-66 0,0-2-54 0,0 1-32 15,2-1-14-15,-2 0 0 0,0 0 20 0,1-1 21 16,1-2 15-16,2-3-4 0,-2-1-10 0,3-6-17 15,-2 0-38-15,2-4-32 0,1-2-24 0,3-3-13 16,-2-1-11-16,1-1-8 0,0-1 4 16,4-1 2-16,-4-1-2 0,4 0 0 0,-2 2-2 15,0 3 2-15,-2-1-2 0,0 3-1 0,1 0-2 16,-3 5 0-16,1 1-1 0,-2 1-1 0,1 4-1 16,-3 1 0-16,0 2 0 0,-1 2 2 0,-1 0-1 15,1 1 0-15,1 3 0 0,-3 0 2 0,3 3 1 16,1 1-1-16,-1 5 2 0,0 2 1 15,1 3-1-15,1 2-1 0,-2 0 7 0,2 3 2 16,-3 3 1-16,3-1-1 0,-2 3 1 0,0 1-1 16,1 1-7-16,0 0-3 0,-1 5-1 0,-2 0 3 15,1 0-2-15,0 4 1 0,-1-2 3 16,-1 2-3-16,0-2-6 0,2-1-4 0,-2-1-3 16,1 0-1-16,-1-5 3 0,2-1-2 0,-2-1 10 15,0-4 4-15,2 0 2 0,-2-4 2 0,1-2-6 16,-1-1 3-16,0-2-4 0,0-3-10 15,0-2-32-15,-1 1-58 0,-1-5-63 0,-1 0-98 16,-2-4-173-16,0 0-273 0,-4-6-294 0,3 0-250 16,-1-3-178-16,-1-2 190 0,-1-2 576 0</inkml:trace>
  <inkml:trace contextRef="#ctx0" brushRef="#br0" timeOffset="106250.44">2678 14133 150 0,'-11'-9'495'0,"-2"1"314"16,-1 1 211-16,1 0-104 0,1 2-256 0,-2-1-156 15,-1 4-113-15,2-3-60 0,-1 4-35 0,1 1-27 16,1 1-33-16,1 4-33 0,-3 0-32 16,4 3-42-16,-3 0-45 0,3 4-38 0,-2 3-23 15,4 6-15-15,-1 2-3 0,3 4-4 0,3 4 1 16,1 5 5-16,5 3-1 0,2 5 1 0,4 4-3 16,2 3 1-16,7 4 0 0,-1 4-6 0,5 3 0 15,2-2 1-15,4 5 2 0,2-2 0 16,2 0 6-16,3-4-1 0,1-5-1 0,1-5-2 15,1-7 0-15,1-6 1 0,-1-6-7 0,3-7 0 16,-1-7 2-16,-1-4 2 0,1-8 2 0,-2-4 2 16,0-5 2-16,1-8 3 0,-1-3-9 0,0-7 1 15,-3-2-5-15,0-6-2 0,-2-4 0 16,-6-2-3-16,0-3 8 0,-5-1 1 0,-2-3 11 16,-2-1 5-16,-4-1-2 0,-3-3 18 0,-3 2 12 15,-3-3 9-15,-5 2-4 0,-3-1-3 0,-2 0 4 16,-6 1-15-16,-6-1-9 0,-3 0-7 0,-7 0-3 15,-6 0 0-15,-3 3-4 0,-5-1 1 0,-4 5 8 16,0 2 5-16,-1 4-3 0,-1 2-5 16,2 8 0-16,1 5-4 0,3 5-9 0,4 4-9 15,2 5 3-15,4 3 0 0,2 7-3 0,6 2 1 16,1 5-2-16,6 0 0 0,0 5-1 0,7 0 0 16,2 2 0-16,2 1-2 0,4 0 0 15,2 0-10-15,1 1-34 0,4 1-65 0,1-2-81 16,-1 2-144-16,5-1-233 0,0 2-315 0,0-2-314 15,5 2-221-15,-3-2 14 0,6 0 524 0</inkml:trace>
  <inkml:trace contextRef="#ctx0" brushRef="#br0" timeOffset="106917.58">4264 14516 163 0,'0'5'464'0,"0"-4"249"16,0 3 147-16,0-3-167 0,0 0-210 0,3 1-142 15,-3-2-108-15,1 2-10 0,2-1 8 0,2 0 14 16,2 4-14-16,1-3-5 0,2-2-8 16,2 5-50-16,3-4-20 0,0 1-30 0,4 1 53 15,0 1 9-15,1-1 1 0,2 0-4 16,-1-1-33-16,1 0-17 0,2-2-63 0,-3 2-28 15,-1-2-18-15,0 0-13 0,-2 0-1 0,-1-2-3 16,-1 2 0-16,-2 0-4 0,-4 0-1 16,2 2 4-16,-5-1-15 0,-2 1-57 0,-2 1-58 15,-3 2-130-15,-2 0-234 0,-3 2-303 0,-3-1-313 16,-1 2-227-16,-2-4-62 0,-2 1 483 16</inkml:trace>
  <inkml:trace contextRef="#ctx0" brushRef="#br0" timeOffset="107201.45">4509 14389 231 0,'12'-6'439'15,"-2"1"263"-15,1 3 201 0,3 0-168 0,2 0-141 16,0 1-67-16,3 0-50 0,-2 1-111 16,4 0-86-16,-2 1-81 0,1 0-58 0,1 3-30 15,-2 0 5-15,3 2 32 0,-2 1 38 16,0 2 6-16,-2 1 14 0,0 0-15 0,-4 2-27 15,-3 1-33-15,0 4-37 0,-3 0-20 0,-5 2-22 16,-1 5-11-16,-4 1-10 0,-1 5-11 16,-3 0-7-16,-5 2-7 0,1 1-2 0,-1-1-4 15,-3-2-3-15,1 0 1 0,2-6-2 0,0-2-13 16,2-4-55-16,-1-1-67 0,1-6-86 16,1-3-147-16,3-2-237 0,0-4-317 0,5-2-268 15,3-2-191-15,4-2 73 0,1-2 498 0</inkml:trace>
  <inkml:trace contextRef="#ctx0" brushRef="#br0" timeOffset="116566.48">6441 13906 165 0,'0'-4'462'0,"0"-1"277"0,-2 1 222 16,2 1-88-16,0 2-186 0,-3-3-133 0,2 3-85 15,-1-2-25-15,0 3-17 0,-1-2-60 0,1 2-56 16,1-2-39-16,-2 2-38 0,-3 0-54 16,1 0-59-16,0 0-33 0,0 0-18 0,-1 0-13 15,0 0-10-15,1 0-5 0,0 0-7 16,1 0-4-16,-3 2-7 0,2 0-4 0,-1 0-5 16,2 0-4-16,-1 2-2 0,-2 0-3 0,1 0 1 15,-2 2-2-15,2 2 1 0,-2-1-1 16,0 3-6-16,-1 3-5 0,1 0-2 0,0 2-1 15,1 3-2-15,-2 0 0 0,3 4 4 16,1 1 3-16,0 1 2 0,3 1 0 0,-1 1 0 16,3 1 5-16,0 0 4 0,3 2 0 0,2-1 1 15,2 2-1-15,3 1 0 0,0 1-5 0,1 0-4 16,3 0 2-16,2-1 0 0,0 2 0 16,2-1 2-16,0-3 0 0,4 1 0 0,-2-1-5 15,2-4-3-15,0 0-3 0,-2-3-2 0,2-5 0 16,0 0-2-16,-2-3 5 0,0-2 3 15,2-3 0-15,-1-3 2 0,-1-1 1 0,1-4 1 16,-4-1 1-16,2-3 0 0,-3-2 0 16,1-2 1-16,-4-4 1 0,0 0-1 0,-4-3 6 15,-1-3 3-15,-2-1 2 0,-1-2 1 16,-5 0-1-16,0-3 0 0,-3 2-5 0,-3 0-1 16,0-2 0-16,-4 4 0 0,0-1 0 0,-4 0 0 15,0 3 0-15,-3-1-2 0,1 5-2 16,-2 0-2-16,-2 1 0 0,4 4 0 0,0 2-1 15,0 1 0-15,1 4-1 0,2-1 0 0,2 2 0 16,0 0-2-16,3 3-1 0,3-2-2 16,0 3 0-16,2 0-1 0,3 0 0 0,2 1-8 15,1 3-13-15,0-3-34 0,2 1-67 16,1-2-66-16,-1-1-108 0,3-2-163 0,-2 1-307 16,2-2-296-16,-1 0-223 0,2-2-159 0,-3 0 248 15,2-2 583-15</inkml:trace>
  <inkml:trace contextRef="#ctx0" brushRef="#br0" timeOffset="116981.76">6754 14248 325 0,'9'1'571'0,"-2"2"227"0,1 1 187 0,1 4-217 15,0 0-176-15,1 3-108 0,0 2-73 0,2 5-75 16,-2-3-103-16,1 5-86 0,0-1-60 15,-2 2-30-15,1-1-19 0,1-2-5 0,-2 0-3 16,1-4-6-16,-1 4-2 0,-1-6-12 16,-3-2-4-16,2-1-6 0,-3-2 0 0,1-1 24 15,-2-1 29-15,-3-3 49 0,3 2 56 0,-1-4 33 16,-2-2 9-16,0-4-22 0,0-3-29 16,-2-4-36-16,-1-5-43 0,1-2-27 0,-2-7-14 15,2-2-11-15,-1-3-7 0,0-1-4 16,1-1-5-16,1 2-1 0,-1 1-4 0,0 1 3 15,1 7 8-15,1 1 3 0,0 4 3 0,-2 4 1 16,2 3 0-16,0 2-1 0,0 4-6 16,0 0-6-16,0 2-1 0,2 3-2 0,1 3 0 15,0 3-1-15,1 3 1 0,0 3 5 16,4 3 3-16,0 0 0 0,0 4-12 0,3 1-42 16,-2 1-66-16,1 0-72 0,-2 0-121 0,4-2-189 15,-2-1-312-15,0-1-279 0,2-4-218 16,-2-2-111-16,2-4 343 0,-2-4 560 0</inkml:trace>
  <inkml:trace contextRef="#ctx0" brushRef="#br0" timeOffset="117782.31">7176 14191 27 0,'0'-12'555'16,"0"5"504"-16,-1 1 226 0,-1 4-65 16,0-1-307-16,2 3-273 0,-1 3-196 0,-1 4-106 15,2 1-69-15,-2 6-58 0,2 2-61 16,2 5-65-16,0 1-36 0,1 3-25 15,0 0-11-15,2 2-7 0,3-1-5 0,1-1 0 0,-1-3 1 16,2 0-2-16,1-5-3 0,0-3 1 16,-2-3-2-16,4-3 1 0,-2-5-1 0,0-3 2 15,0-3-12-15,-3-5-37 0,2-1-55 16,-3-3-54-16,-2-3-51 0,0-3-74 0,-2-3-86 16,0 0-63-16,-3 0-41 0,0-1-53 0,-3 0-80 15,3 1-54-15,-3 2 4 0,1 0 69 16,-1 1 145-16,1 2 174 0,-1 1 161 0,3 3 148 15,-1 0 133-15,-1 3 100 0,-1 0 46 16,3 1-2-16,0 1-9 0,0 1-20 0,0 2-14 16,0-1-22-16,3 2-16 0,-1 2-8 0,-1-2-14 15,-1 1-23-15,2 1-30 0,-1 0 0 16,1 1-9-16,1-2-8 0,-1 0-6 0,1 1-10 16,-1 1-9-16,1-1-33 0,-1-1-28 15,-1 0-20-15,2 0-17 0,-1 2-9 0,1 0 4 16,-2 0 5-16,1 0 3 0,-2 0 4 0,1 0 2 15,1 0 2-15,0 0 3 0,-1 0 7 16,1 4 21-16,1-2 33 0,0 0 37 0,1 2 40 16,0-2 16-16,-2 4 0 0,4-1-16 15,-1 2-26-15,0 4-33 0,1 2-28 0,2 2-17 16,1 6-14-16,2 3-8 0,-1 5-11 0,2 4-5 16,1 3-8-16,3 3-7 0,-2-1-5 0,3 5-1 15,-2 0-1-15,4 2 2 0,-2 0-1 16,1 2-3-16,0-2-2 0,-2-2-1 0,2 0-2 15,-4-1-2-15,0-4-1 0,-3-2 1 16,-3-3 1-16,0-2 1 0,-2 0-2 0,-1-5 1 16,-2-1 0-16,-1-3 0 0,-1-2 0 0,-1-5-1 15,2 0 0-15,-2-5 0 0,0-1-2 16,2-1 0-16,-2-4-1 0,1-3-1 0,-1-2 2 16,0-5 1-16,2-4 2 0,-2-5 1 0,0-7 1 15,-2-3 1-15,2-7-1 0,-3-4 0 16,-2-3-1-16,0-7-1 0,-4-3-1 0,0-6-2 15,-3-3 1-15,0-3 2 0,-1-4 1 0,0 0 1 16,1 3 2-16,4 2 3 0,0 6 2 16,0 7 3-16,2 7 0 0,3 5 0 0,-2 7-2 15,3 3-1-15,2 7-11 0,0 2 0 16,2 3-7-16,3 1-2 0,0 3-1 0,1 2 0 16,3 2 5-16,-1 3 5 0,2 1 7 0,1 2 4 15,0 2 2-15,-2 3 1 0,2 2 1 0,-3 1-7 16,2 3-3-16,-4 2-2 0,3 3-1 15,-4 3-1-15,0 4-1 0,-2 2-1 16,-1 5-4-16,-2 0-13 0,0 0-37 0,-2 3-62 16,-1-4-67-16,-2 0-109 0,0-5-173 0,1-3-287 15,-2-5-288-15,3-3-239 0,1-5-149 0,0-5 258 16,2-7 565-16</inkml:trace>
  <inkml:trace contextRef="#ctx0" brushRef="#br0" timeOffset="118098.54">7878 14084 240 0,'3'-7'931'0,"-1"4"507"0,-4 5 52 0,-1 4-227 15,-2 3-480-15,-1 6-291 0,0 1-163 0,-2 7-107 16,0 1-76-16,-3 4-52 0,5 2-34 16,-1-1-22-16,2-1-13 0,2-1-11 0,2-3-8 15,2-4-3-15,2-4-5 0,2-4-1 0,0-4 2 16,3-6-1-16,1-4 1 0,2-5 0 15,-1-6 0-15,1-3-2 0,0-5 0 0,0-4-1 16,2 0-1-16,-4 1 0 0,1 3 0 16,-1 2 1-16,-1 4 1 0,-3 3 0 0,1 4 2 15,-1 6 1-15,-2 3 0 0,-2 5 2 16,1 6 1-16,-2 4-1 0,-2 5-1 0,2 2 2 16,0 1-3-16,2 1-3 0,0-1-17 0,3 0-48 15,1-1-77-15,2-3-97 0,1 2-181 0,4-5-300 16,1 0-337-16,2-2-303 0,4-4-144 15,4-4 237-15,0-2 655 0</inkml:trace>
  <inkml:trace contextRef="#ctx0" brushRef="#br0" timeOffset="119849.72">9061 14031 295 0,'3'-4'675'0,"-1"1"267"0,-1 6 59 16,4-1-217-16,-1 6-251 0,1 4-147 0,3 5-83 15,2 6-45-15,2 6-1 0,3 5-6 0,2 7 11 16,3 5-10-16,0 2-10 0,0 5-17 16,2 4-30-16,-3 3-40 0,0 3-52 0,-3 1-39 15,0 2-29-15,-2-2-14 0,0-5-10 16,-3-3-5-16,-3-6-4 0,3-11-4 0,-4-5 0 16,-3-10 2-16,1-9-1 0,-3-9 1 0,-2-12 2 15,0-14 2-15,-2-11-1 0,1-14-3 16,-1-11-1-16,0-10-2 0,-1-5 1 0,0-8 1 15,-2-3 2-15,0 0 5 0,1 3 0 0,-1 4 1 16,4 6-4-16,-1 7 0 0,2 10-3 16,0 7-3-16,0 9 1 0,2 9-2 0,-1 6 2 15,2 6 0-15,3 6 4 0,1 9 8 0,1 5 3 16,0 7 2-16,4 4 1 0,-1 5 1 16,2 5-1-16,1 2-8 0,-1 4-3 0,4 2-4 15,-2 0-1-15,2 0-2 0,-1 1-2 0,0-4-3 16,0-3 2-16,1-4 0 0,-3-3 0 15,3-6 3-15,-1-8 1 0,0-3 1 0,0-9 2 16,-2-7 1-16,-1-6-1 0,1-7-1 16,-3-7 2-16,1-4-1 0,-2-1-2 0,0-2 1 15,-1 1 0-15,-1 6 1 0,-2 0 0 0,-1 6 4 16,-2 5 2-16,1 5 2 0,-2 2 4 0,-2 5-1 16,2 5-2-16,-2 4-1 0,0 4-2 15,0 5-5-15,0 5-2 0,2 2 0 0,-1 4 0 16,4-1-3-16,0 2 2 0,1 2-1 0,2-4 1 15,3 1-1-15,-3-4 0 0,3-3 0 16,2 0-1-16,-2-6 1 0,3-2 0 0,-1-2 1 16,1-5 0-16,-1-1 1 0,-1-3 0 0,2-4 0 15,-2-5-1-15,2 0 2 0,-3-3 0 16,0-1 0-16,1-1 0 0,-2 0 0 0,-2 1 0 16,1 3-2-16,-1 1 0 0,-3 5 0 15,0 1 0-15,1 3 0 0,-4 4 0 0,4 4 1 16,-3 2 2-16,0 7 0 0,0 2 0 0,2 3 0 15,-1 2 1-15,0 1-2 0,4 3-1 16,-2 0-1-16,2-1 0 0,0-2-2 0,3 1-1 16,0-5 2-16,3 0-1 0,-2-3 1 15,0-4 0-15,2-3 0 0,-1-3 0 0,0-4-1 16,-1-4 1-16,0-1 0 0,0-4-1 0,-1 1 2 16,-1-1-1-16,2 1-1 0,-4-1 0 0,2 2 1 15,-1 0-2-15,-2 0 0 0,-1 2-1 16,0-1 1-16,0 4-1 0,-1-1 0 0,-2-1 1 15,1 2 3-15,-3 0 0 0,-1-2 0 16,0-1 0-16,-1 1 2 0,-1-1-1 0,0-3-1 16,-1 2 2-16,2-4-1 0,-3 1 0 0,0-1-1 15,2-1-1-15,-1 2 1 0,2 2-1 16,-1 0 1-16,2 3-1 0,0 2 3 0,0 2-1 16,0 5-1-16,0 2 2 0,3 3 0 15,-1 6 0-15,-1 4 0 0,1 2 1 0,4 2-1 16,-3 2-1-16,2 3-2 0,1-2-1 0,1 0 0 15,0 2-2-15,3-4 0 0,-2 0 0 16,3-3 1-16,0-4 1 0,0-2 0 0,3-6 2 16,-1-4 1-16,3-4 0 0,0-6 0 15,2-5 0-15,0-2 0 0,1-6-1 0,1-3 1 16,0 0 1-16,0-2 0 0,-1-1-1 0,3 3 1 16,-3 0-2-16,0 2-1 0,0 2 1 0,-2 5-2 15,-2 1 2-15,-2 4 1 0,-1 5 2 16,-1 3-1-16,0 5 0 0,-3 4 2 0,0 4 0 15,0 3-1-15,-2 4 4 0,0 3 4 16,-1 1 5-16,0 2 4 0,0 0 1 0,4 3 1 16,-3-2-5-16,2-2-4 0,2-1-4 0,2-1-5 15,1-5-2-15,1-2-3 0,1-5 1 0,0-5-1 16,3-5 0-16,-1-6 0 0,1-3 1 16,-1-7 0-16,1-3-1 0,-1-5 0 0,-3-2 1 15,2 0-2-15,-3-3 2 0,-1 3 0 16,1 1 0-16,-3 1 0 0,0 2 0 0,-2 3 1 15,0 5 0-15,0-1 2 0,-2 7 0 0,-1 5 3 16,2 2 4-16,-3 5 5 0,4 3 3 16,-3 8 1-16,1 2 1 0,-1 4-1 0,3 3-3 15,1 0-5-15,2 1-3 0,-1 0-3 16,4 1-1-16,-1 0-3 0,2-4-1 0,-2-2 0 16,4-3-3-16,-2-3 1 0,2-4 0 0,-2-1-1 15,0-4-1-15,-2-3-4 0,-2-3-5 16,2-2-5-16,-2-2-7 0,0-2-11 0,-2-1-15 15,-1 1-24-15,0-1-28 0,0-2-40 16,-2 1-46-16,1 1-36 0,-1 0-16 0,3 1 9 16,-2 0 20-16,1 1 48 0,0 3 58 0,1 0 39 15,-1 4 22-15,3-1 11 0,-3 2 12 0,3 1 1 16,0 1-7-16,2-1-24 0,-2 2-57 16,-1-2-95-16,2 0-129 0,-1-2-181 15,0 2-278-15,3-4-218 0,-1-4-65 0,-1 0 197 16,3-3 350-16</inkml:trace>
  <inkml:trace contextRef="#ctx0" brushRef="#br0" timeOffset="120232.99">11777 14143 198 0,'0'-16'971'15,"-1"4"624"-15,-4 1-24 0,0 5-300 0,-3 3-468 16,-4 3-310-16,0 7-189 0,0 0-115 0,-4 5-62 16,3 1-36-16,1 5-25 0,2 1-19 0,2 1-13 15,-1 3-11-15,6-3-8 0,1 4-8 16,4-2-4-16,1-1-3 0,5-1 0 0,-2-2-2 15,2-2-1-15,0-3-7 0,4-4-9 16,1-4-15-16,1-4-21 0,-1-7-28 0,-2-1-37 16,2-7-39-16,-2-2-27 0,-3-2-8 0,3-2 6 15,-5-1 32-15,1 4 75 0,-3-1 115 16,2 2 86-16,-4 1 51 0,-1 5 25 0,1-1 3 16,-2 6-24-16,2-1-42 0,-2 2-35 15,0 4-25-15,0 4-19 0,0 2-16 0,1 4-10 16,-1 0-7-16,4 5-7 0,0 2-3 0,1 0-4 15,2 0-3-15,3 1-2 0,0 0-1 0,4-2-1 16,0 1-2-16,4-3 1 0,1-2-1 16,1-2-1-16,4-1 1 0,0-7-1 0,1 0 1 15,4-2-1-15,-1-2 0 0,0 0-2 16,2-4-4-16,-3 1-4 0,2 3-10 0,-3 0-10 16,1 2-20-16,-3 2-46 0,-2 0-75 0,0 3-108 15,-4 1-185-15,-1-2-297 0,1 2-337 16,-1 1-319-16,0-1-135 0,1-3 322 0,1-2 667 15</inkml:trace>
  <inkml:trace contextRef="#ctx0" brushRef="#br0" timeOffset="121564.41">6248 15940 190 0,'0'-9'844'0,"-2"3"537"0,-3 0 115 0,-2 0-199 15,-1 2-463-15,-2 1-317 0,-2-1-158 16,-4 0-109-16,0 3-84 0,-3 0-52 0,2 2-32 16,-1 1-22-16,1 5-16 0,1 0-13 0,0 5-10 15,5 3-8-15,0 3-11 0,5 5-6 16,1 4-3-16,5 0-2 0,2 3 0 0,3-2-3 15,3 0 4-15,2-5 1 0,3-2 1 0,1-6 0 16,2-4-1-16,3-9 2 0,-1-3 5 0,0-6 3 16,1-8 3-16,-3-5 1 0,1-6 2 15,-2 0 2-15,-3-5-4 0,-4-1-2 0,0 2 1 16,-3 2 0-16,-3 0 1 0,-1 6 4 0,-1 4 3 16,-1 2 3-16,-1 3 1 0,1 6 0 0,-1 1-3 15,0 4-3-15,1 5-5 0,-1 5-4 16,4 3-2-16,1 8-2 0,2 2-1 0,2 4 1 15,3 0 0-15,1 2 1 0,3 0 0 0,-1 1 0 16,4 0 0-16,1-3 0 0,-1 1 0 16,2-2-1-16,0-1 1 0,1-4-4 0,0 0-9 15,0-5-23-15,-1 0-38 0,0-4-73 0,-2 0-80 16,-4-7-143-16,1 2-209 0,-4-5-304 0,0 0-312 16,-1 0-206-16,-3-5-48 0,-1 3 469 15,0-3 559-15</inkml:trace>
  <inkml:trace contextRef="#ctx0" brushRef="#br0" timeOffset="121815.25">6770 16048 74 0,'3'8'651'0,"0"5"479"0,0 1 140 0,-1 1-113 15,0 1-309-15,-1 5-274 0,2 3-157 0,-1 3-92 16,1 2-56-16,-2 2-47 0,1 2-64 16,-2 0-70-16,1 1-42 0,1-1-21 0,1-2-13 15,-1-1-7-15,1-3-5 0,0-2-2 0,1-4-17 16,-1-1-68-16,0-4-63 0,1-4-125 0,-2-5-189 16,1-4-311-16,-1-6-333 0,1-4-234 15,0-6-118-15,0-6 398 0,-1-6 579 0</inkml:trace>
  <inkml:trace contextRef="#ctx0" brushRef="#br0" timeOffset="122181.91">6939 15496 300 0,'3'-17'896'0,"-3"1"359"16,-1 7-12-16,-1 2-198 0,2 6-342 0,0 2-214 15,0 4-121-15,0 6-78 0,0 5-49 0,2 4-51 16,-1 5-66-16,1 7-58 0,4 5-24 15,-1 6-11-15,0 5-7 0,-1 4-6 0,4 3-1 16,-2 3-2-16,2-1-7 0,0-3-4 0,2-5-2 16,2-2 2-16,0-5-4 0,2-9-4 15,0-5-1-15,3-6-1 0,-2-6 1 0,0-7-1 16,0-6-1-16,-1-8 2 0,-2-3 1 0,-2-8-1 16,1-2 2-16,-5-4 1 0,-1-2 1 0,-2-2 2 15,-1 1 1-15,-2 2 4 0,-2 2 1 16,-1 4 0-16,-2 1 1 0,-1 5-2 0,-2 0 1 15,-1 5-3-15,-1 1 0 0,-1 5-2 0,0 5-1 16,0 1-1-16,0 5 1 0,1 4-1 16,2 1 0-16,2 3 0 0,0 1 0 0,3 2 0 15,1 1-4-15,2-1-32 0,3 1-67 0,2-1-65 16,1-1-114-16,1-3-180 0,-1 1-318 16,2-3-303-16,3-3-227 0,0-4-122 0,2-3 317 15,4-5 578-15</inkml:trace>
  <inkml:trace contextRef="#ctx0" brushRef="#br0" timeOffset="122347.45">7456 16068 235 0,'8'5'890'0,"-2"5"405"15,-3 5 12-15,-3 4-134 0,2 7-407 0,-2 2-278 16,-2 5-148-16,1 3-76 0,-4 3-56 0,4-1-65 16,-1 1-61-16,0-3-41 0,4-2-23 0,0-2-51 15,2-7-75-15,-1-4-112 0,4-6-191 16,-1-4-291-16,2-8-343 0,1-6-326 0,-1-8-160 15,2-4 324-15,2-4 657 0</inkml:trace>
  <inkml:trace contextRef="#ctx0" brushRef="#br0" timeOffset="122555.62">7766 15711 325 0,'0'-12'974'0,"0"3"391"0,-2 6 19 16,-1 7-188-16,0 4-458 0,-2 5-273 0,0 5-145 15,-1 6-90-15,0 3-74 0,1 4-71 16,0 3-38-16,2 3-22 0,0 4-10 0,1 2-8 16,-2 2-5-16,4-1-36 0,4 1-69 0,-1-4-81 15,2-6-169-15,2-3-290 0,1-4-332 16,4-4-324-16,-1-6-205 0,5-1 119 0,-2-2 671 16</inkml:trace>
  <inkml:trace contextRef="#ctx0" brushRef="#br0" timeOffset="123365.73">8550 16071 75 0,'-2'-4'438'16,"-2"-1"280"-16,2 3 173 0,-2 1-46 15,0 1-321-15,0 1-234 0,-1 1-129 0,0 3-73 16,-1 1-40-16,1-2-22 0,-1 3-16 0,-1 1-46 15,1 1-106-15,-2 0-143 0,2-1-276 0,-1 3-196 16,1-2-109-16,1 1 91 0,-2-3 273 16</inkml:trace>
  <inkml:trace contextRef="#ctx0" brushRef="#br0" timeOffset="124395.4">8572 16124 169 0,'0'-1'546'0,"-1"1"340"16,-2 1 181-16,-1 2-164 0,1-1-248 0,0 3-173 15,0-1-133-15,-1 2-91 0,3 2-63 0,-1 2-52 16,1 2-40-16,-2 3-31 0,3 2-23 16,0 4-17-16,0 0-12 0,3 2-4 0,-2 0-7 15,1 3-5-15,1 0-2 0,0-1-6 0,-1-1 2 16,1-3-1-16,0 0 3 0,-1-3-9 15,1-2-17-15,0-2-74 0,-1-6-125 0,2 0-165 16,-2-3-298-16,1-1-271 0,-1-4-241 0,1-1 29 16,-1-4 369-16</inkml:trace>
  <inkml:trace contextRef="#ctx0" brushRef="#br0" timeOffset="125201.53">9401 15649 11 0,'2'-11'478'0,"1"6"462"16,-2-1 253-16,-1 2-36 0,3-1-352 0,-3 2-276 16,2 1-178-16,-1 1-65 0,-1 1-15 15,0 1-22-15,2 2-18 0,-2 4-29 0,0 0-32 16,0 4-48-16,-2 4-39 0,1 2-27 15,-4 6-18-15,1 1-2 0,-3 3-10 0,1 3-5 16,-2-1-6-16,-5 5-4 0,2-1 2 0,-3-2-7 16,1-1-3-16,-1-4-1 0,-2-1 2 0,2-4 2 15,-2-3-4-15,3-5 0 0,-4-3-2 0,4-5-3 16,-4-3-5-16,4-8-2 0,-1-5 3 16,1-2-2-16,5-5 4 0,-1-3 2 0,4-3 3 15,4 1 1-15,1 0-1 0,3 1 0 16,3 2 0-16,5 2-8 0,2 1-4 0,4 2-3 15,1 4 0-15,5 1 0 0,1 4 1 0,3 3 7 16,0 5 11-16,-2 1 5 0,4 3 3 0,-1 4-1 16,1 3-1-16,-3 0 1 0,1 2-8 15,-2 1-5-15,-2 0 1 0,1 1-3 0,-2 0 2 16,-2-1 0-16,-1-1 2 0,-2 1-9 16,-2-3-55-16,-3 2-65 0,-2-5-84 0,-4 1-155 0,1-2-268 15,-4-4-321-15,0 1-267 0,-2-1-178 16,-2-4 107-16,1-1 559 0</inkml:trace>
  <inkml:trace contextRef="#ctx0" brushRef="#br0" timeOffset="125381.43">9783 15984 29 0,'15'12'449'0,"2"3"351"0,-3 1 210 16,2 4 47-16,0 2-320 0,-1 1-239 0,0 2-154 15,-1 2-83-15,-1-1-48 0,-2 2-60 0,1 1-47 16,-2-1-43-16,-2 2-28 0,3-3-15 0,-3-2-8 15,0 0-13-15,-2-4-52 0,0-6-120 16,-1-2-162-16,-5-1-292 0,3-4-275 0,-3-5-250 16,0-3-67-16,-3-3 339 0,1-5 456 0</inkml:trace>
  <inkml:trace contextRef="#ctx0" brushRef="#br0" timeOffset="126014.58">10153 15754 151 0,'10'11'783'16,"-2"5"434"-16,3 4 48 0,-5 2-141 0,2 5-322 15,0 4-278-15,0 5-137 0,-2 1-72 0,-3 2-48 16,2-1-47-16,-3 4-74 0,1-5-64 0,-1-1-38 15,-1-5-20-15,2-2-11 0,-1-4-7 16,1-5-4-16,-2-4-4 0,1-4-1 0,-1-4 0 16,-2-7-5-16,-1-2-14 0,-2-7-12 0,-1-7-9 15,-1-6-15-15,-1-4-11 0,-2-6-4 0,-2-2 13 16,-2-7 9-16,1-1 16 0,-3-6 14 16,1-2 12-16,-2-4 8 0,-1-1 2 0,1 0 3 15,2-3-3-15,1 0-1 0,5 0-5 0,-1 3-1 16,6 1 1-16,1 6-4 0,4 3 4 15,1 3 0-15,3 7 4 0,0 2-1 0,4 5 4 16,-2 3 1-16,4 5-3 0,-2 4 1 0,2 1-1 16,0 6 4-16,0 2 13 0,1 6 16 15,-2 0 15-15,0 7 11 0,3 5 10 0,-4 1 5 16,-1 5-11-16,-1 7-7 0,-2 0-8 16,-1 6-8-16,-3 2-8 0,0 5-5 0,-2 1-4 15,-2 1-7-15,0 0-7 0,1-3-3 0,-3-1-3 16,3-5-3-16,-1-6-3 0,2-2 0 15,0-7 0-15,2-5-1 0,1-3 0 0,0-6 0 16,4-6 1-16,2-3 0 0,-1-6 0 16,3-1 2-16,1-4-1 0,3 3 0 0,-1-3 0 15,0 3 0-15,2 1-1 0,0 4-1 0,-2 3 0 16,0 2 1-16,-2 5-1 0,0 1 2 16,-4 5 2-16,2 3 1 0,-3 5 3 0,-2 0-1 15,-2 6-1-15,-1 0-1 0,0 7 1 0,-2 0-3 16,-2 3-1-16,2 1-1 0,-2 2 1 0,-1 1 0 15,3 1-2-15,-2-2-16 0,1-2-48 16,-1 1-66-16,2-5-79 0,-1-5-149 0,1-2-243 16,0-4-315-16,1-7-275 0,2-2-202 0,1-4 33 15,-1-6 517-15</inkml:trace>
  <inkml:trace contextRef="#ctx0" brushRef="#br0" timeOffset="126197.8">10708 15858 357 0,'5'9'940'0,"-2"3"301"16,-1 2-42-16,-2 5-247 0,-2 0-404 0,1 5-251 15,-3 2-115-15,1 1-53 0,0 2-34 0,-3 2-17 16,4 0-22-16,-1 1-21 0,2-1-32 16,-1 0-34-16,2 0-61 0,0-4-141 0,-2-2-236 15,2-3-285-15,0-3-271 0,4-5-230 0,-1-2 23 16,2-1 467-16</inkml:trace>
  <inkml:trace contextRef="#ctx0" brushRef="#br0" timeOffset="127013.81">11124 15420 68 0,'-3'-11'527'15,"0"1"413"-15,-2 4 217 0,3 0-34 0,-1 3-390 16,0 0-275-16,3 1-158 0,0 2-101 0,0 4-57 15,5 1-30-15,1 6-12 0,4 2-6 16,2 5 39-16,4 6 39 0,3 1 10 0,0 4-9 16,5 1-25-16,1 5-1 0,2 1-37 15,1 0-38-15,-1 3-21 0,3 0-12 0,-4 0-5 16,2 1-15-16,2 0-8 0,-3-2-2 0,0 0-4 16,-2-1 1-16,0-2 0 0,-4-2 1 0,-2-4-3 15,-2-2 0-15,-4-4 2 0,-2-3 0 16,-2-2 3-16,-4-3 5 0,-3-3 4 0,-4-3 1 15,-3-2-1-15,-2-4-3 0,-3-2-7 0,-3-2-4 16,-2-5-4-16,-1-4-2 0,-3-5 1 0,-3-3 1 16,3-5 0-16,-3-4 1 0,0-4 1 15,1-1-2-15,-1-5 1 0,3-2 0 0,3-3 2 16,2 1-2-16,1-2 1 0,5 0 0 0,1-1 0 16,4 3-2-16,3 1-3 0,3 4 0 15,4 1-1-15,1 4-2 0,2 3 0 0,4 5 1 16,0 1 0-16,3 3-10 0,0 2-60 0,1 4-68 15,0 3-130-15,2 1-238 0,-1 4-309 16,2 1-357-16,1 4-269 0,0 0-83 0,-1 0 508 16</inkml:trace>
  <inkml:trace contextRef="#ctx0" brushRef="#br0" timeOffset="128548.15">14291 12589 84 0,'0'0'352'0,"0"2"196"16,0-2 162-16,0 0-75 0,2 3-95 15,-2-2-66-15,1 2-25 0,-1 1-11 0,0-2-29 16,0 4-50-16,0 0-81 0,0 3-66 16,0 3-43-16,2 2-10 0,1 4 21 0,0 4 35 15,-1 7 9-15,4 3-14 0,-3 3-18 0,0 7-31 16,2 3-37-16,0 6-38 0,0 3-20 0,2 6-4 15,-2 4-8-15,3 7-3 0,-1 4-6 16,-1 3-3-16,3 4 2 0,-1 4 0 0,0 3-1 16,0 2-5-16,3 4 0 0,-5 4-5 15,1 1-7-15,-2 3-6 0,1 2-2 0,-5 5-2 16,1 1-3-16,-2 7-2 0,-2 5 0 0,1 2 3 16,-1-1 1-16,-4 4 1 0,3 3 0 15,-2 2-1-15,2 2 0 0,0-1-3 0,1-2-7 0,2-2-6 16,0-3 3-16,0-2 1 0,3-5-4 0,0-5 0 15,2-8 0-15,0-3 0 0,3-5-4 16,-4-8-2-16,1-7 0 0,0-6-4 0,0-12-4 16,-2-10-7-16,0-10-15 0,0-16-23 0,-6-10-58 15,-1-14-75-15,-8-15-139 0,1-12-209 16,-8-12-304-16,0-12-352 0,-3-12-292 0,-3-11-96 16,-2-8 518-16,-2-10 632 0</inkml:trace>
  <inkml:trace contextRef="#ctx0" brushRef="#br0" timeOffset="129280.98">14144 12844 332 0,'0'-10'691'0,"0"1"320"0,-1 0 123 0,-1 2-282 15,0 1-251-15,-1 0-162 0,3 2-110 16,-1 0-87-16,1-1-65 0,0-1-22 0,0-3 20 15,1 0 21-15,4-4-2 0,0-2-11 16,1-5-18-16,0-2-22 0,2-4-39 0,2-5-40 16,2-2-19-16,-1-3-11 0,2-1 0 0,3-3-4 15,-2 1-5-15,2 3 6 0,-2 2 4 16,0 5 2-16,-2 3-6 0,-2 7-2 0,-2 4 1 16,2 4-5-16,1 5-3 0,-2 6 0 15,1 5 2-15,-2 7 1 0,1 7 0 0,1 4-9 16,-4 5-6-16,2 7-4 0,0 2-4 0,0 3-1 15,0 3-1-15,3-2 3 0,-2 2 1 16,4-1-2-16,1-1-2 0,1 0-20 0,0-1-51 16,-2 0-78-16,2-2-137 0,-2 0-268 0,1 0-317 15,-2 3-383-15,0-1-343 0,-1 4-49 16,2 1 635-16</inkml:trace>
  <inkml:trace contextRef="#ctx0" brushRef="#br0" timeOffset="130615.32">14351 16780 222 0,'-6'0'773'0,"-5"0"381"0,-2 0 68 15,3 0-147-15,-2 0-476 0,4 0-263 0,2 0-115 16,1 0-71-16,-1 0-31 0,4 0-18 16,1 0-14-16,-1 1-15 0,2-1-18 0,0 0-14 15,3-1-14-15,3 1 36 0,2 0 31 0,4-1 19 16,3-1 8-16,1-1 26 0,6 0 5 0,3-1-36 15,2-1-20-15,6 1-15 0,2-2-7 16,5-2-25-16,4 1-15 0,2-1-7 0,3 1-13 16,0-3-3-16,6 0-3 0,2 1-6 0,2 0-1 15,2-1-2-15,1-1-3 0,1 2-3 0,1-2-1 16,-1 4 12-16,0 0 4 0,-1 1 0 16,-1 1 1-16,-1 4 2 0,-1 1 0 0,-1 0-4 15,-1 3 6-15,3-2 10 0,0 2 4 0,4-1 1 16,0-1-1-16,1 1-2 0,3-2-7 0,1-2-9 15,-1-1-5-15,2 0-3 0,0-3 0 0,0 0 1 16,1-3 1-16,2-1 2 0,0-1-5 16,2-4-2-16,1 2-3 0,1-4 4 0,1 2 1 15,-1 0-2-15,0 0 5 0,-2 2 2 0,-2-1 4 16,0 2-4-16,3 4-7 0,-3-3-1 0,1 3-1 16,0 2-3-16,2 1 4 0,-2 1 2 0,-2 1 5 15,0 2 2-15,-2-1 1 0,-1 2 2 0,-4 0-4 16,2 2-2-16,-1-1 0 0,-3 2-3 15,2 0-3-15,-2 0-3 0,4 1-2 0,-4 0-1 16,0 0 5-16,0-1 6 0,-1-1 4 0,-2 2 1 16,2-1 1-16,-4 1 1 0,1-3-4 0,-3 2-1 15,1-1 0-15,-2 0 1 0,1 0-5 0,1 1-4 16,2 0-1-16,-3-2-3 0,0 2-1 16,-2 0 4-16,-1-1 7 0,1 1 4 0,-3-2 2 15,-1 1 0-15,1-1 0 0,-3 1-4 0,-3-2-2 16,1 1 0-16,-2-1 0 0,-1-1 2 0,3 1 0 15,-3-3 0-15,1 1 1 0,2 1-1 0,-3-2-1 16,2-1 0-16,0 0-1 0,-1 3 0 0,-3-2-2 16,0 0 1-16,2 0-2 0,-4 0 1 15,3 0-1-15,-3 2-1 0,-3-3 0 0,2 4 1 16,0-1 0-16,-3-1 1 0,3 1 2 0,-5 1 0 16,0-3 2-16,2 3-1 0,-3 0-1 15,-1-2 1-15,1 2 0 0,-2-3 0 0,-2 0 1 16,2 2-1-16,-3 0 0 0,-3-2-1 0,0 2 0 15,0 0 0-15,-6 1-1 0,2 0 0 0,-5 0 0 16,0 0 0-16,-1 0-1 0,-2 1 1 0,-2 0 0 16,1 3-1-16,-3-2 1 0,-2 0 0 0,1 1 0 15,-1-1-1-15,-2 4 0 0,1-3 0 0,-2 0-1 16,-1 2 0-16,-2-3-1 0,2 3-1 16,-2-2-4-16,-2 0-11 0,0-1-30 0,-2 0-60 15,-1-2-62-15,-3-3-64 0,0 0-88 0,0-1-121 16,-3-3-127-16,-1-3-103 0,-1 1-152 0,-1-4-223 15,1 1-94-15,-1-2 141 0,1-2 337 16,-1-2 331-16</inkml:trace>
  <inkml:trace contextRef="#ctx0" brushRef="#br0" timeOffset="130831.15">21039 16287 99 0,'-8'-16'341'0,"2"-1"226"0,1 3 206 15,-2 4-19-15,3 1-138 0,3 1-118 0,1 1-59 16,0 5-42-16,1 2-54 0,3 0-62 16,3 0-53-16,1 2-39 0,3 4-16 0,5-1 5 15,2 2 18-15,4-1 15 0,1 0-2 0,2 0-2 16,-1 0-28-16,3-2-40 0,0 0-41 15,2 1-33-15,-1-2-18 0,0 0-20 0,-2 1-5 16,-2-1-1-16,-1 2-2 0,-2-3 2 0,-4 4 5 16,-1 1 1-16,-5 1-2 0,0 2-4 0,-5 2-1 15,-4 1-4-15,-2 4-5 0,-5-2-3 0,-4 4-5 16,-4 1-1-16,-1 1-2 0,-8-1-9 16,-7 1-36-16,-2-2-78 0,-9 1-80 0,-6-2-163 15,-7 0-292-15,-3-2-331 0,-6-3-337 0,-4 0-182 16,-2-4 122-16,-6-3 653 0</inkml:trace>
  <inkml:trace contextRef="#ctx0" brushRef="#br0" timeOffset="133280.12">15178 15286 389 0,'0'1'736'15,"0"3"255"-15,-2-4 32 0,2 5-310 16,2-3-256-16,0 2-124 0,-1 0-73 0,4 2-44 16,0-2-29-16,1 4-23 0,3-2-37 0,-1 0-40 15,4-2-37-15,0 1-11 0,1-4 1 0,2-1 27 16,0-1 54-16,2-3 42 0,-1-3 18 16,1-4 16-16,1-8-3 0,1-3-25 0,0-8-43 15,-2-8-35-15,4-4-11 0,-2-6-26 16,3-8-13-16,2-2-11 0,-3-6-7 0,2-5-8 15,1-3-11-15,-1-6-1 0,1-2-3 0,-3-3 2 16,-1-4 0-16,0-4 1 0,-3-2 0 0,-4-3-4 16,0-3 1-16,-3-2 2 0,-1 1-2 15,-2-2 2-15,-3 3 0 0,0 1 0 0,-3 6-3 16,2 2-3-16,-1 6 2 0,-2 5 0 16,3 6 1-16,0 7 1 0,-1 6 1 0,-1 6 0 15,1 5 0-15,-1 6 1 0,1 3-1 0,1 6 1 16,0 2-1-16,1 5 2 0,1 4-1 15,-2-1-1-15,3 5-1 0,-2 3 0 0,1 1 1 16,2 3 0-16,-2-1-1 0,2 5 1 16,-2-1 0-16,0 3 1 0,-1-1-1 0,1 5 1 15,0 0-4-15,-2 2-2 0,3 3 1 0,-3 5 7 16,1 5 10-16,-1 5 3 0,0 6 6 16,-1 7 7-16,-1 6 3 0,-1 6 0 0,4 5-2 15,-4 6-1-15,1 7 1 0,2 6-2 0,2 4 1 16,-2 6-9-16,2 6-5 0,1 1-5 15,2 2-1-15,1 1-3 0,3 1-6 0,-1 0-3 16,1-1 3-16,3-3 4 0,2-1-3 0,-3-4-1 16,5 0 3-16,-3-8 2 0,1 0-2 0,-1-6-1 15,-2-2 0-15,1 1 0 0,-1-3 1 16,-3-2-4-16,1-1 0 0,0-7 1 0,-3 2 0 16,2-5 0-16,-3-5-2 0,2 0 5 15,-2-7-2-15,1-1-2 0,-1-4 0 0,2-5-1 16,-4 0 0-16,3-5-1 0,-1-2 0 0,2-3 0 15,0-1 0-15,-1-1 1 0,-1-3 0 16,-2-2 0-16,5 0 1 0,-2-3 0 0,1-2-1 16,1-1 0-16,0 0 0 0,3-2 1 15,0 3-1-15,4-4 0 0,-4 2 1 0,6 1-2 16,-2-1 1-16,6 2 0 0,-1 0 1 0,4 2 0 16,0-2 0-16,0 4 1 0,3-2 0 15,2 0 1-15,4-1-1 0,-3 2 0 0,4-3 0 16,-3-1 0-16,1-1 0 0,0-4-1 15,-2-1 2-15,-3-3-2 0,-1-2 1 0,-2-3 0 16,-4-4 0-16,-1-4 1 0,-2-4-1 0,-2-3 1 16,-2-6-1-16,0-1 0 0,-5-7-1 0,2-2 1 15,-4-4-1-15,-2-3-1 0,-1-6-2 16,-3-2 1-16,3-1 1 0,-3-2 1 0,2 0 1 16,-2-2 0-16,1 3 3 0,1 2-1 15,-1 7-1-15,2 2-2 0,-1 6 0 0,1 6-1 16,1 5 1-16,-1 5-1 0,2 5 0 0,-2 5 1 15,2 4 0-15,0 4 0 0,3 5 1 16,-1 3 0-16,-1 7 0 0,4 5 1 0,-2 3-1 16,1 5-1-16,-2 1-1 0,1 2 0 0,0 2 0 15,-1 2-1-15,1 3-1 0,0-2 1 16,-3 4 0-16,0-2 1 0,0 0-1 0,-1 1 2 16,-2-1 1-16,1 1 1 0,-4-2 1 0,1 2 0 15,1 3 0-15,-4-2-1 0,0 5 4 16,0 0 3-16,0 2 1 0,0 0 1 0,0 4 0 15,1-4 2-15,2 4-4 0,-1-2-4 0,2-2-1 16,1 1-1-16,3-5 0 0,0 1-2 16,4-5-1-16,1-3 1 0,1-1-1 0,2-4 0 15,3-2 1-15,-1-5-1 0,1-1 0 0,1-1 1 16,-1-3-1-16,0-1 0 0,0-4 0 16,2-2-1-16,-1-2-1 0,-1-2 1 0,2-5-1 15,-2 1 1-15,-2-6 0 0,2 2 1 0,-3-2 1 16,1-5 1-16,-1-2 0 0,2-4 1 15,0-3 0-15,-2-4 0 0,2-2-2 16,-2-2 0-16,2-4-1 0,-3-1 0 0,2-6-1 16,-2 0 0-16,2-4 0 0,-1-2 0 0,3-4-2 15,-5 2 1-15,5-3 0 0,0 2 0 0,-3 2 2 16,2 4 0-16,-3 0 1 0,0 6 0 16,-3 3-1-16,0 4 1 0,-4 4-2 0,2 3 1 15,-4 4 1-15,2 6 0 0,-4 1-1 16,1 3 0-16,-1 2 0 0,-3 3-1 0,2 1 0 15,1 1 1-15,-3 4 0 0,2 0 0 0,-1 2 0 16,2-1 1-16,-1 3 0 0,-1 0-1 0,1 2 1 16,1-1-1-16,0 2 0 0,0 2 1 15,-3 0-1-15,2 6 1 0,1 1 0 0,2 3 1 16,-5 4 1-16,2 1 0 0,1 3 1 16,-1 3 5-16,0 3 5 0,0 3 1 0,0 1 2 15,3 1 1-15,-1 1 7 0,3 1 0 0,3 1-2 16,3 0-2-16,1-2-2 0,2 1-2 15,1-1-7-15,4-2-5 0,1-2-1 0,2-2-2 16,0-4-2-16,3-3 0 0,1-2 0 16,1-3 0-16,1-5 0 0,-1-3 0 0,3-3-1 15,-3-3 1-15,2-6-1 0,1-4 0 0,-1-3-1 16,1-6 1-16,-2-5-1 0,1-4 0 0,0-3 1 16,-2-3-2-16,0-4 0 0,-3 1 1 15,0-1 0-15,-2 1 0 0,-1 0 0 16,-7 3 1-16,0 3 1 0,-4 0-1 0,0 6 1 15,-4 4 0-15,-2 2 0 0,-1 4 1 0,-2 1-1 16,-2 2 1-16,1 4-1 0,-1-1 0 0,0 3 0 16,-1 3 1-16,-1 4-1 0,2 0 1 15,-1 4 0-15,1 1 0 0,0 3 0 0,-2 3 1 16,1 4-1-16,2 4 1 0,2 2-2 16,-4 4 1-16,4 2 0 0,2 1-1 0,-1-1 0 15,5-1 0-15,0-2-1 0,3-1 1 0,4-7-1 16,4-3 1-16,-1-7-1 0,5-5 1 15,4-6 1-15,2-6-1 0,3-6 1 0,1-8-1 16,5-6 0-16,0-8-1 0,3-7-1 16,1-6 0-16,4-5-2 0,2-3 0 0,1-3 1 15,1 1 1-15,1 0 2 0,2 3 2 0,-4 4 2 16,1 6 1-16,-3 4-1 0,-5 9 0 0,0 7-2 16,-6 4-1-16,-1 11-1 0,-7 6 0 15,-2 7-2-15,-5 7-1 0,-4 6 1 0,-1 3 1 16,-4 3-1-16,0 1 1 0,-4 2 1 15,-1-3 1-15,-1 1-4 0,-1-2-7 0,-3-3-11 16,0-2-12-16,-2-2-21 0,-3-2-42 0,-1-3-80 16,-6-1-117-16,1-1-220 0,-7-2-300 15,0-1-369-15,-3 3-371 0,-4-5-115 0,-7 3 459 16,-4-1 749-16</inkml:trace>
  <inkml:trace contextRef="#ctx0" brushRef="#br0" timeOffset="134380.74">15885 16292 45 0,'5'-5'434'0,"-1"-1"378"0,-2 4 263 0,1 2-31 16,0-3-270-16,-1 0-218 0,0 2-178 0,-2 0-108 15,2 1-39-15,2 0 44 0,-3 0 10 0,4 2-5 16,-2 4-26-16,2-1-33 0,-2 1-41 16,0 3-74-16,2 1-47 0,0 4-29 0,-4-1-12 15,1 0-4-15,-1 1-7 0,1 2-3 0,0-3-2 16,-1 0 3-16,-1 0 0 0,2 0-10 0,-2-2-55 15,0-3-69-15,0 0-129 0,0-1-231 0,0-2-307 16,1-2-354-16,1-2-291 0,1-2-105 16,2-4 484-16,3-1 650 0</inkml:trace>
  <inkml:trace contextRef="#ctx0" brushRef="#br0" timeOffset="134614.31">16682 16012 6 0,'3'1'560'0,"-2"6"510"15,-1-1 207-15,-4 1-97 0,0 3-275 0,-2 6-349 16,2-1-158-16,0 1-85 0,0 2-51 16,-1 3-38-16,1-2-50 0,3 0-60 0,1 1-54 15,0-1-28-15,1 2-15 0,3-2-32 0,1 1-64 16,-1-2-63-16,1-2-112 0,2-1-172 0,0-4-315 15,1-1-310-15,0-3-234 0,3-3-137 16,0-4 304-16,0-5 573 0</inkml:trace>
  <inkml:trace contextRef="#ctx0" brushRef="#br0" timeOffset="134796.24">17189 15972 184 0,'8'5'740'15,"0"2"389"-15,-5 2 62 0,0 3-159 0,-3 1-417 16,0 4-285-16,-1 0-148 0,-1 0-77 0,0 2-38 16,2 1-19-16,0-1-19 0,2-2-14 0,1-2-24 15,2-1-62-15,2-2-127 0,-1-4-174 0,3-3-294 16,1 1-266-16,1-6-222 0,1 0 9 16,4-5 371-16</inkml:trace>
  <inkml:trace contextRef="#ctx0" brushRef="#br0" timeOffset="134966.93">17890 15955 16 0,'13'11'436'0,"-1"4"347"0,-4 2 214 16,-2 2-1-16,-2 1-324 0,-3 5-308 0,1 0-174 16,-1 0-83-16,-1 0-49 0,0-1-28 0,3-4-18 15,-1-2-41-15,2-4-83 0,1-3-136 16,3-5-263-16,0-6-241 0,3-3-182 0,2-6-14 15,-1-3 229-15,3-3 336 0</inkml:trace>
  <inkml:trace contextRef="#ctx0" brushRef="#br0" timeOffset="135163.2">18438 15945 28 0,'3'15'599'0,"-3"2"517"0,-1 4 181 16,-4 1-129-16,-1 4-349 0,0 1-385 0,-2 1-214 15,1 0-106-15,2-3-55 0,1-3-40 16,2-5-43-16,2-4-98 0,2-2-176 0,1-7-299 16,1-4-274-16,1-4-259 0,3-3-143 0,2-1 258 15,2-5 521-15</inkml:trace>
  <inkml:trace contextRef="#ctx0" brushRef="#br0" timeOffset="135346.49">19645 15879 39 0,'53'12'293'0,"-3"1"171"0,-5 2 146 16,-4 3-37-16,-4-1-163 0,-1 0-93 15,-4 0-53-15,-4 1-11 0,1 0 3 0,-6 0-8 16,-1-1-20-16,-2-1-38 0,-5-1-41 0,0 0-36 16,-3-3-36-16,-2 0-28 0,-4 1-21 15,2-3-12-15,-4 0-6 0,0-2-15 0,-3-2-54 16,-1-2-107-16,0-1-180 0,0-1-274 0,-3-4-212 15,0 0-123-15,-3-3 95 0,0-1 308 0</inkml:trace>
  <inkml:trace contextRef="#ctx0" brushRef="#br0" timeOffset="136764.92">15244 15736 54 0,'9'5'562'15,"-5"-3"407"-15,1-2 180 0,-4 0-76 0,2 0-347 16,-1-2-371-16,-2-2-151 0,5 0-65 16,-2-3-35-16,2-3-12 0,1-1-4 0,3-3-4 15,1 0-17-15,3-5-21 0,3-2-20 0,2 0-13 16,3-4-7-16,3 2-5 0,1 1-4 16,2-1 3-16,1 5 0 0,-2 3-3 0,2 5-1 15,1 4 0-15,-2 6 2 0,-1 5 0 0,0 3 1 16,-3 6 1-16,1 1 1 0,-2 7 1 15,2 1 5-15,-2 1 1 0,-1 1-1 16,-1-2 4-16,4-1-4 0,-2 0 2 0,0-5-4 16,4-2-2-16,0-4 2 0,1-4-1 0,3-4 3 15,0-4-3-15,2-5-2 0,1-6 1 0,0-3-2 16,2-4-1-16,0-4 0 0,2-1 0 16,-3 0-2-16,2 1-3 0,-1 2-2 0,-2 3-5 15,-1 3-1-15,-4 2 2 0,-2 7 3 16,-4 1 7-16,0 5 2 0,-1 3 5 0,-4 5 6 15,2 3 2-15,-3 0 1 0,1 3 0 0,-1 2-1 16,1-1 0-16,1 0-5 0,-1 0-2 16,2-1 0-16,0-4-6 0,3-1 5 0,0-1-2 15,4-2-2-15,-4-4-2 0,5-2-2 0,1-1-1 16,1-2-4-16,2-1 0 0,-1-2 7 16,2-2-1-16,0-1-1 0,1-1 1 0,0-1 3 15,2-1-1-15,3 0-5 0,-4 2 1 16,1 0-3-16,0 3 1 0,-2 2 1 0,1 0-3 15,-1 5 3-15,-3 0 3 0,2 3 4 16,-2 1 2-16,0 2 0 0,-2 2 1 0,0-1 2 16,1-1-2-16,-1 2-6 0,-1-3 1 0,3-2 0 15,-2 0 0-15,3-3-4 0,-1 0 3 0,0-4 5 16,1-1-3-16,-1-1-6 0,2 2 2 16,0-2 2-16,-1 0-4 0,2 0-4 0,1 2 2 15,-3-1 3-15,4 1-3 0,-3 1-1 16,1 0 5-16,-1 1 4 0,-1-1-2 0,3 0 3 15,-3 0 3-15,2-1 3 0,1 0-3 0,2-2-1 16,-3 1 0-16,2-1-3 0,0 1 0 16,-1-1 0-16,1-2-1 0,2 4 1 0,-1-3-2 15,-3 2-2-15,0 1-3 0,0 1 8 0,-1 1 5 16,-2 2 13-16,0 2 35 0,-2 1 22 16,-1 3 6-16,-1 0-2 0,-4 2-7 0,2 2-14 15,-7-1-23-15,2 2-19 0,-2-1-8 16,-1-3-7-16,1 3-2 0,-2-3 0 0,0-3-4 15,0 2 1-15,1-3 2 0,-4 0 4 16,4-3-3-16,-2 0 2 0,2-1 0 0,-2-3 3 16,4 1-4-16,-2 1 0 0,2-3 0 0,2 1 2 15,2 0-1-15,1-1-3 0,3-1 2 0,-1 0-1 16,4-1-1-16,2-1-1 0,4 0-1 16,0-1 1-16,1-2-3 0,2 0 2 0,3-3 2 15,0-1-2-15,4-1-3 0,-1-1 1 16,0 1 3-16,3-2 0 0,-2 3-5 0,-1 0 5 15,3 1 0-15,-4 4-13 0,5 1-26 0,-6 3-31 16,4 3-28-16,-3 2-66 0,-1 2-135 0,-4 3-195 16,0 4-270-16,-3 1-242 0,0 2-221 15,-2 3 27-15,1 3 431 0</inkml:trace>
  <inkml:trace contextRef="#ctx0" brushRef="#br0" timeOffset="138464.82">20824 16879 402 0,'17'-15'811'16,"-4"5"247"-16,1 2 56 0,-1 2-239 0,-2 3-356 15,5 3-173-15,-3 3-55 0,2 2 5 0,-2 4 4 16,3 1-14-16,-3 2-20 0,1 4-29 16,-5-2-39-16,-1 3-47 0,0-3-44 0,-2 5-27 15,-3-1-13-15,-1 0-4 0,-2 2-6 0,-3 3-2 16,0 1-8-16,-5 3-4 0,2 4-5 0,-1-2-4 15,2 4-5-15,-1 1-6 0,0 1-2 16,1 3-7-16,4-1-4 0,-1-1-5 0,4 0-2 16,-1 0 0-16,2-1-1 0,2-3 0 0,1-3-1 15,2-2 0-15,2-1-2 0,2-5-2 0,-1-4 0 16,2-1-2-16,3-2-7 0,-2-6-12 0,4-3-21 16,-6-4-46-16,6-4-72 0,-6-2-71 15,2-7-100-15,-1-1-143 0,0-6-183 0,-1-4-191 16,0 0-195-16,2-2-194 0,-1-2 22 0,-1 2 343 15,-1-2 416-15</inkml:trace>
  <inkml:trace contextRef="#ctx0" brushRef="#br0" timeOffset="138712.98">21306 17373 143 0,'15'-12'388'0,"-1"1"252"16,-1 7 205-16,1 2-67 0,-3 7-167 0,0 2-116 15,5 5-73-15,-5 3-63 0,3 3-58 0,-1 4-58 16,1-2-50-16,-1-1-43 0,-1 4-31 0,4-3-16 16,-2 1-6-16,0-4-7 0,1-1-7 0,-1-1-13 15,-1-3-14-15,2-5 2 0,0-2 29 16,-1-4 27-16,-2-5 19 0,0-7 12 0,0-4 3 15,-4-6-9-15,2-4-29 0,-1-6-24 0,-3-3-19 16,1-3-14-16,-1-4-11 0,-3-2-11 0,1-2-10 16,-4 1-7-16,-2 0-6 0,-3 0-4 0,0 3-1 15,-3 5-2-15,-1 2-1 0,-5 5 3 0,-1 5-2 16,-2 5 0-16,1 5-2 0,-3 7 0 16,-3 5-9-16,0 4-35 0,1 7-66 0,-1 5-61 15,-3 3-119-15,4 5-199 0,-2 4-310 0,-1 0-303 16,2 3-229-16,0 2-128 0,1-3 361 0,1 1 607 15</inkml:trace>
  <inkml:trace contextRef="#ctx0" brushRef="#br0" timeOffset="138896.48">21336 17305 214 0,'18'-22'984'0,"2"-1"495"0,-2 2-66 0,-1 3-225 15,0 2-412-15,1-1-317 0,3 2-179 0,0 0-89 16,0 0-42-16,3 2-45 0,1 1-41 0,4-2-27 15,-3 2-15-15,4 0-8 0,0 0-8 16,2 0-15-16,-2-1-72 0,-1-1-81 0,-1-3-173 16,-4 3-280-16,1-1-322 0,-4 0-384 0,-7-2-237 15,-2-1 101-15,-7 2 719 0</inkml:trace>
  <inkml:trace contextRef="#ctx0" brushRef="#br0" timeOffset="139880.25">13550 12291 85 0,'-9'0'544'0,"-3"0"397"0,2 3 189 0,-1-2-59 15,4 2-416-15,0 2-245 0,2 2-128 0,2 2-87 16,3 3-53-16,0 3-25 0,3 3-16 16,2 3-33-16,2 3-24 0,5 1-17 0,-1 3-11 15,3 1-4-15,1 3-3 0,0-2-4 16,0 0-2-16,0 1-2 0,0-5-1 0,-2 0-5 15,-1-1-21-15,-2-4-97 0,-1-1-171 0,-3-5-295 16,-3-3-265-16,-1-3-267 0,-4-5-167 0,-2-3 273 16,-4-3 521-16</inkml:trace>
  <inkml:trace contextRef="#ctx0" brushRef="#br0" timeOffset="140114.07">13335 12358 291 0,'1'-15'870'16,"1"3"331"-16,-1 0-12 0,1 2-168 0,3 1-504 16,1 0-258-16,0 2-116 0,2 1-60 0,3 2-31 15,3 0-14-15,1 0-11 0,5 3-6 0,2 0-7 16,5 1-5-16,0 0-3 0,3 1-4 16,2 0 2-16,0 3-6 0,2-2-28 15,-4 2-76-15,0-3-125 0,-4 3-200 0,-3-2-289 16,-4 4-270-16,-6-1-190 0,-7 4 81 0,-4 4 402 15</inkml:trace>
  <inkml:trace contextRef="#ctx0" brushRef="#br0" timeOffset="140272.64">13358 12925 373 0,'-2'31'982'0,"6"-9"298"0,4-4-71 0,6-5-195 15,5-2-533-15,5-7-247 0,6-2-115 16,4-6-61-16,3-3-31 0,7-3-16 0,2-6-9 15,6-3-16-15,3-4-121 0,3-1-248 16,0 1-271-16,2-3-261 0,-5 4-265 0,-3 1-114 16,-5 4 400-16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4-10-25T08:10:31.9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22176 8628 330 0,'2'4'640'0,"-1"1"229"0,-1 1 71 0,0 0-226 16,2 0-229-16,-2 1-99 0,2 2-63 0,-2 2-28 15,0 1-25-15,0 1-36 0,0 2-23 16,1 4-11-16,-1-2 16 0,3 4 13 0,0 3-4 16,-1-1-19-16,-1 5-30 0,2 2-33 0,-3 2-38 15,2 2-33-15,0 3-15 0,-1 0-8 16,1 2-9-16,-1 1-5 0,1 2-3 0,-2 0-3 16,2 3-3-16,-1 2-2 0,1 0-1 15,-2 3-1-15,2 0 1 0,-2 2-4 0,1-1-4 16,-1 2-3-16,0-1-2 0,2-1-3 0,-1 1 0 15,-1-1-1-15,0 2 0 0,0-1 1 16,0-1 1-16,0 1-2 0,0 1-1 0,-3-1 1 16,3 3 0-16,-1-1 0 0,-3 2 1 0,1 2 1 15,1-4 1-15,-2 3 0 0,0-1 3 0,0-1 1 16,-1 2-1-16,1 0 1 0,-1 3 0 16,-2 1-2-16,4 0-1 0,-2-2-1 0,2 2-1 15,-3-3-1-15,5-2-2 0,-3 2 0 16,3-5-1-16,1-1 0 0,0-2-1 0,-2 0 1 15,0-2 0-15,2-2 0 0,0 0-1 0,0 1 1 16,-3-2-1-16,3 2 0 0,-1-1-1 16,-3 2 1-16,1-2-2 0,2 2 0 0,-4 0-1 15,0 1 0-15,2-1 0 0,-2 2 0 16,2 0 1-16,0-1 1 0,0 1 1 0,1-1 1 0,-1-2 0 16,1 1-1-16,-2-2-1 0,2 1 1 15,-1-2 0-15,3 0-1 0,-1 1-1 0,-1-1 0 16,0 1 0-16,1-1-2 0,-2 4 0 15,-1-1 1-15,1-2 1 0,0 0 0 0,0 0 1 16,-3 0 1-16,1 3 0 0,0-4-1 0,0 4 0 16,0-1 0-16,1 1-1 0,-4 1 0 15,3 1-1-15,1-2-1 0,-1 2-1 0,1-1 0 16,0-3 0-16,-1 2 1 0,2 1 1 0,0-3 1 16,0 2 1-16,-2 1 1 0,2 1 0 15,-2 0 0-15,2 1-1 0,-5 4-1 16,3 0-1-16,-1-1-1 0,-1 3-1 0,1-2-1 15,-2 2 1-15,0 0 1 0,4 1 1 0,-4-1 1 16,2 2 0-16,-2 0 1 0,1 0 0 0,2 0-1 16,0 0-1-16,1 1 0 0,-4-1-1 15,5 0-1-15,-2-3 0 0,4-2 0 0,-3 1 2 16,1-5 0-16,1-1 0 0,-1 0 2 16,3 2 1-16,-1-2 0 0,1 0-2 0,0 1 1 15,0 1-1-15,1 0 0 0,1 0-1 0,-1 0-2 16,3 2 0-16,-3-1 0 0,3-2 1 0,-1 1 1 15,2-2 0-15,-2 0 2 0,3-1 0 0,-5 1 1 16,4-2-1-16,0-1 0 0,-2 2 0 16,4 0-1-16,-4-2 0 0,2 1-1 0,1 1 0 15,0 1 0-15,0 0-1 0,-1-1-1 0,2 3 2 16,0-1 0-16,1 3 1 0,0 0 2 16,0 1 0-16,1 1 2 0,-1 4-1 0,2-2-2 15,1 6-1-15,-1-3-1 0,-1 2-2 0,3-1-2 16,-2 0 1-16,0 0 2 0,0-2 0 0,2 0-3 15,-3 1 0-15,2 1-1 0,0-2-2 16,1 2-1-16,-2 2-1 0,2 1 8 0,0-1 3 16,-1 3 1-16,-1-2 2 0,2 1-2 0,-1 0-2 15,-1 0-6-15,2 0-1 0,-2 0 0 0,-2 2-3 16,4 0 2-16,-3-2 5 0,0 5 3 0,4-2-1 16,-1 16 0-16,0-4 2 0,2-3 0 0,-2-3-3 15,1-17-3-15,-2-58-1 0,0 0-1 16,0 0-5-16,-1 0-7 0,-4 0-10 0,2 0-10 15,-7 0-16-15,2 0-14 0,-4 0-27 0,-2 0-61 16,-6 0-68-16,-3 0-144 0,-5 0-272 16,-4 0-309-16,-7 0-345 0,-9 0-230 0,-7 0 49 15,-11 0 655-15</inkml:trace>
  <inkml:trace contextRef="#ctx0" brushRef="#br0" timeOffset="1611.57">22355 8556 49 0,'1'-2'513'16,"-1"1"410"-16,0-1 214 0,0 1-27 15,0 0-365-15,0-1-269 0,2 0-129 0,-1 0-57 16,3 0-9-16,-3 0-3 0,4 1-10 15,-2-2-23-15,5 0-40 0,-2 1-42 0,2 1-43 16,0-2-34-16,3 3-23 0,0-2-13 0,3 2-8 16,-1 0-2-16,4 0-1 0,3 0-1 0,-2 2-2 15,8 2 0-15,-4-1 0 0,7 1 1 16,2 0-1-16,4-1-2 0,4 0-3 0,1-1-6 16,1-1-5-16,5-1-5 0,0 0-6 15,3 0-4-15,3 0-1 0,-1-1-3 0,2-1 1 16,2-1 0-16,2 2 1 0,1-3 0 0,2 2 0 15,0-2 1-15,1 1 0 0,4-1-1 16,1 2-1-16,-1 2-1 0,0-2-1 0,0 2 0 16,0 0-2-16,0 0 1 0,0 2 1 0,-4-2 2 15,4 2 0-15,-2 2 1 0,3-2 1 16,2 3 0-16,-3-3-2 0,2 3-1 0,-1 0 0 16,-1-3 0-16,2 3-2 0,-1-1-1 0,-2 2 1 15,0-3 1-15,-1 2 2 16,0-3 2-16,2 2 1 0,0-2 3 0,2 0 1 0,-3 0 1 15,4-2 0-15,-2-2 0 0,-1-1-1 16,0 0 0-16,0 0-3 0,-2-1-1 0,1-1 0 16,1-1 0-16,-4-1 0 0,2 1 1 0,2-2 1 15,1 1 0-15,-2-1-1 0,0 1-2 16,1-1-1-16,-3 2-1 0,1 2-1 0,-3-1-1 16,4 2-2-16,-4 2 1 0,0-1 1 0,-3 2 1 15,3 2 1-15,-5-1 1 0,5 1 2 16,1-1 0-16,-1 1 1 0,1-1 0 0,-1 1 2 15,2-2-2-15,0 0 1 0,-1-2-1 0,3 1-2 16,-3-2 0-16,4 0 1 0,-2 0 0 0,3-2 1 16,1 1 1-16,-1 0 0 0,4-1 0 15,0 2-1-15,2-1-1 0,-1-1-2 0,2-1 1 16,1 4-1-16,1-3 0 0,4-1 0 16,-3 0 1-16,4 0 0 0,2-1 1 0,1 0-1 15,1-2-1-15,1-1-1 0,-3 0-2 16,5-1 0-16,-2 2 0 0,1 1 1 0,-1-1 1 15,-1 1 0-15,1 2 2 0,-1 0-1 0,-1 4-1 16,-1-2-2-16,-2 3-1 0,0 1-2 0,-3 1 1 16,-3 1 1-16,2 1 1 0,-3 1 0 0,0 0 3 15,1 1 0-15,-1 0 0 0,1-1-1 16,-1 0-2-16,-1 1 0 0,2-2-2 0,-1 0 0 16,3 1 1-16,-1-3 0 0,-3 1 2 15,4-2 0-15,-1 3 2 0,2-3 1 0,-3 0-2 0,4 0 1 16,-2-3-2-16,-1 2-1 0,1-1-1 0,-1-2 1 15,1 1 0-15,-3-1 2 0,0-1 2 16,0-1-2-16,0 2-2 0,1-3 0 0,-2 2 0 16,-3-1 0-16,1 0 0 0,-2-2 0 0,-2 1 0 15,-3 3 0-15,1-1 0 0,-3 0 0 0,-1 2 0 16,-1-1 0-16,-2-1 0 0,-2 1 0 0,-1-1 0 16,0 1 0-16,-2-1 0 0,-5-1 0 15,2 0-15-15,-4 0-27 0,-5-3-26 0,-5 1-65 16,-3-3-81-16,-5 0-152 0,-6-1-273 0,-4 2-326 15,-4-2-394-15,-12 1-269 0,-4-2 7 0,-11 1 709 16</inkml:trace>
  <inkml:trace contextRef="#ctx0" brushRef="#br0" timeOffset="2806.94">22900 9267 26 0,'2'-6'536'15,"-1"0"474"-15,1 0 221 0,-1 1-60 16,-1 1-276-16,0-1-242 0,2 1-156 0,0-1-95 15,-2 3-62-15,0-2-52 0,1 2-67 0,-1 0-72 16,0 2-43-16,0-2-26 0,2 1-15 0,-1 1-5 16,-1 1-6-16,2 1-3 0,0 2-4 15,-1 1-1-15,3 2-2 0,-3 4-1 0,2 2-3 16,2 5-2-16,-2 3-5 0,2 3-2 16,-4 6-5-16,2 4-18 0,1 4-8 0,-4 1 0 15,1 2 0-15,-1 4 0 0,0-4 0 0,0 0 0 16,0-1 0-16,0-5 0 0,0-1 0 15,0-3 0-15,0-5 0 0,0-1 0 0,0-4 0 16,0-5 0-16,-1-3 0 0,1 0 0 16,0-4 0-16,-2-3 0 0,2-3 0 0,-2-2-37 15,2-2-36-15,-3-4-41 0,3-3-79 0,-3 0-114 16,0-4-189-16,1-2-296 0,1-1-356 16,-1-1-351-16,-1-5-133 0,3 4 368 0,3-5 704 15</inkml:trace>
  <inkml:trace contextRef="#ctx0" brushRef="#br0" timeOffset="3132.13">23061 9363 251 0,'7'3'800'16,"-2"0"377"-16,-1 3 64 0,4 4-135 0,0 2-274 15,0 4-232-15,2 3-146 0,-1 2-87 0,0 4-64 16,0 2-81-16,1 1-79 0,1 2-48 15,-1 1-28-15,2-1-20 0,-2-3-14 0,1 3-10 16,3-5-7-16,-1 1-7 0,1-4-3 0,-1-2-2 16,-1-2-1-16,1-3-1 0,-2-3-2 15,3-3 1-15,-4-4 1 0,1-1 0 0,-2-4 1 16,1-4 0-16,-2-1 1 0,0-5 0 0,-4-3-1 16,1-2 0-16,-1-3-1 0,-1-1 0 15,-2-4 0-15,-1-1-1 0,-1-3-1 0,-2-3-3 16,-1-3 1-16,-1-3-1 0,1 0-3 15,-2-1-5-15,-1-1-11 0,1 1-20 0,-1 1-45 16,-2 2-73-16,1 0-87 0,-1 3-158 0,1-1-244 16,-5 2-320-16,5 0-300 0,-1 1-199 15,-2 3 70-15,1 0 577 0</inkml:trace>
  <inkml:trace contextRef="#ctx0" brushRef="#br0" timeOffset="3399.3">22886 8856 168 0,'-5'4'756'0,"2"-1"420"0,0 0 88 0,3 0-38 16,3 0-365-16,3 0-278 0,4 0-149 0,2 0-81 16,3 0-58-16,4 0-80 0,3-2-72 15,0 3-41-15,7-3-26 0,-1 0-19 0,2 1-17 16,2 1-13-16,-1-3-10 0,3 2-7 15,-3 2-4-15,1-1-2 0,-1 2-3 0,-1 0-1 16,-1 1 0-16,-1-1-1 0,-2 1-11 16,-3 2-23-16,-4-1-73 0,-3 2-89 0,-5 0-178 15,-2 2-286-15,-4 3-342 0,-3 1-406 0,-4 1-236 16,-3 3 153-16,-4 1 763 0</inkml:trace>
  <inkml:trace contextRef="#ctx0" brushRef="#br0" timeOffset="3632.32">22880 9901 255 0,'-14'27'928'0,"-1"2"488"0,4-4 58 16,0 0-197-16,3-2-479 0,5-2-280 16,1 0-152-16,6-3-104 0,0-1-78 0,6 0-58 15,6-6-36-15,2 0-25 0,3-4-16 16,4-1-12-16,5-6-10 0,4-2-7 0,2-4-8 15,3-1-7-15,3-3-5 0,1-4-3 0,0 2-6 16,0-2-14-16,1 0-27 0,-1 2-76 16,-1-2-99-16,0 3-196 0,-2 0-290 0,-2-2-351 15,-2 6-410-15,2 0-195 0,-4 3 260 0,0 2 779 16</inkml:trace>
  <inkml:trace contextRef="#ctx0" brushRef="#br0" timeOffset="4314.97">24587 9288 39 0,'-1'-12'552'0,"-1"1"479"0,-1 2 217 0,-2 2-63 15,4 1-296-15,-3 1-272 0,3 2-145 0,1 3-93 16,0 2-58-16,1 2-46 0,3 6-62 15,-3 6-59-15,6 2-44 0,-1 7-27 0,2 7-18 16,1 4-13-16,-1 4-11 0,3 4-11 16,-1 2-7-16,-1 2-9 0,4-1-3 0,-4-1-5 15,3-7-3-15,-2-1-2 0,1-7-1 0,-1-4 0 16,1-4-1-16,-3-5 1 0,-2-5 1 16,-1-1-1-16,-2-5 2 0,-3-2 1 0,0-5 0 15,0-6 0-15,-3-3 0 0,-2-5-1 16,2-5 1-16,-2-3 0 0,0-7-2 0,1-4 0 15,-5-6-1-15,2-3-1 0,1-4 0 16,-2-6 0-16,2 0-1 0,3-2-1 0,3 2 0 16,1 1 1-16,2 2 0 0,5 2 1 0,0 5 1 15,3 3 0-15,1 4 2 0,1 4-1 0,4 2-1 16,0 8 0-16,0-2 0 0,-1 9-1 16,1 1 0-16,1 3 0 0,-3 4-1 0,4 3 1 15,-5 5 0-15,4 1 1 0,-6 5 1 0,1 0 2 16,-2 7 3-16,-3 0 3 0,-3 5 4 15,-3 4 2-15,-2 2 2 0,-5 5 1 0,-3 0 0 16,-5 5-2-16,-1-2-3 0,-5 4-1 16,0 1-4-16,-3 0-3 0,-2 2-3 0,1-5 0 15,2 1-2-15,0-6-1 0,4-1-4 0,1-7-6 16,3-3-15-16,1-5-24 0,2-3-59 0,2-3-78 16,1-4-131-16,2-3-205 0,2-2-307 15,3-2-354-15,1 0-288 0,3-3-108 16,0-1 440-16,5 2 648 0</inkml:trace>
  <inkml:trace contextRef="#ctx0" brushRef="#br0" timeOffset="4582.07">24880 9599 262 0,'23'14'662'0,"0"5"334"15,-1 0 125-15,0 5-232 0,-1-2-266 16,1 0-203-16,-2 3-130 0,-1-4-90 0,3 0-67 16,2-6-49-16,-1 0-32 0,-2-3-21 0,5-7-12 15,-3-3-8-15,1-5-1 0,-3-3 2 0,1-4-1 16,-4-5 0-16,-1-2 10 0,-2-2 30 15,-4-2 44-15,-3 1 56 0,-2-4 47 16,-6 0 27-16,-6-1-6 0,-2 2-26 0,-5-1-38 16,-5 2-45-16,-4-1-42 0,-2 2-26 0,-2 2-14 15,-2 5-8-15,1 2-4 0,0 6-3 0,4 3-2 16,0 6-3-16,4 3-4 0,2 2-4 16,8 5-6-16,1 1-37 0,1 1-77 0,6-1-90 15,2 3-172-15,6-4-291 0,-1 0-341 16,5-1-344-16,5 0-169 0,3-2 188 0,-2 0 668 15</inkml:trace>
  <inkml:trace contextRef="#ctx0" brushRef="#br0" timeOffset="5225.13">25580 9322 192 0,'10'-14'716'16,"-6"5"412"-16,0-2 112 0,-1 2-116 0,-3 4-254 16,0-2-233-16,-3 3-164 0,-2 3-100 0,-3 1-68 15,-5 1-78-15,-1 4-77 0,-5 1-45 16,1 2-22-16,-2 3-12 0,0 0-9 0,-1 3-7 15,0 0-6-15,3 3-8 0,0-2-7 16,2 2-8-16,4-4-8 0,2 2-6 0,2 0-6 16,4-2-1-16,0-1-3 0,4 1 0 15,0 0-2-15,4-1 1 0,0 0 0 0,5 1-1 16,0-3-1-16,2 1 1 0,3 0 0 0,-1 0-1 16,1-1 1-16,2-1 0 0,-2 2 0 0,2-2 0 15,-2-2 1-15,2 0-1 0,-2 1 0 16,-1-2-1-16,-1-2 0 0,1-2 0 0,-2 0 0 15,-1-4 0-15,-1-1 1 0,-1-4-1 0,-2-5 1 16,2-3 0-16,0-5 0 0,-2-4 0 16,1-3 0-16,-1-5 0 0,2 0-2 0,-4-5-1 15,1-4-1-15,2-3 1 0,-6-3 0 0,3-5 1 16,-1-2 1-16,-2-3 1 0,4-1 2 16,-4-1-1-16,-1 2-1 0,2 6 0 0,-2 1 0 15,0 6 1-15,-2 7 0 0,2 5 0 16,-1 4 1-16,-1 8 0 0,-1 3-1 0,3 5 1 15,0 3-1-15,0 6 1 0,0 6 0 0,3 6 2 16,-1 6 1-16,-1 5 1 0,4 5 2 16,-2 7 1-16,2 5 0 0,0 5-1 0,-2 3-2 15,2 5 0-15,-1 1-1 0,-1 5 0 16,-3 2-1-16,4 1-1 0,-3 0 0 0,-1 1-4 16,0-2-6-16,2-1-13 0,-2-3-20 0,0-7-44 15,2-3-81-15,-2-5-146 0,-2-5-264 0,4-5-319 16,-2-4-395-16,1-4-397 0,1-3-29 15,-1-3 698-15</inkml:trace>
  <inkml:trace contextRef="#ctx0" brushRef="#br0" timeOffset="5735.52">26189 9194 4 0,'9'-12'523'0,"-4"2"506"0,-3 1 285 0,-4 4 9 16,-3 3-262-16,-2 0-358 0,-5 4-213 16,0 0-123-16,-7 5-84 0,-2 0-79 0,0 2-70 15,0 3-39-15,-5 3-21 0,4 2-12 16,0 2-9-16,1 2-7 0,3 2-10 0,2 1-7 16,2 1-7-16,2 0-7 0,8 0-5 15,0 0-3-15,4 1-4 0,5-2-1 0,2-2-2 0,3 1 0 16,3-4 0-16,2-1 1 0,3-1 0 15,4-4-1-15,-1 0 1 0,5-5-1 0,-1 0-1 16,2-3 1-16,-2 2 0 0,-2-3 0 16,-2 1-1-16,-2-1 1 0,-4 0-1 0,-5 2 0 15,-2 0 1-15,-5 1 0 0,-3 0 1 16,-3 1 1-16,-5 1-1 0,-2-1 0 0,-5 3-1 16,-1 0 0-16,-3-1-1 0,-1 1 0 0,-2 2-1 15,1-1-1-15,1 0 1 0,-2-1-3 16,4-3-6-16,1 2-11 0,1-3-15 0,2-1-38 15,2-1-81-15,2-3-105 0,2-2-181 16,3-2-291-16,3-3-344 0,2-1-357 0,5-6-158 16,3-1 278-16,3-4 691 0</inkml:trace>
  <inkml:trace contextRef="#ctx0" brushRef="#br0" timeOffset="6064.53">26416 9280 280 0,'5'-4'1039'15,"-2"2"575"-15,-3 7-55 0,-3 4-303 16,-2 4-489-16,1 5-267 0,-5 6-173 0,0 3-116 16,1 6-64-16,-2 2-40 0,2 3-28 15,1 0-23-15,2-1-15 0,1-1-12 0,4-4-11 16,3-7-7-16,2-1-5 0,3-9-4 0,1-4-2 16,7-6-1-16,1-7-1 0,2-5-2 0,3-7-2 15,2-7-3-15,-2-4-5 0,4-5-6 16,-3-3-4-16,1-3-2 0,-3 1 0 15,-3 1 3-15,0 1 6 0,-6 4 6 0,0 4 6 0,-5 5 4 16,0 5 2-16,-6 5 0 0,-1 5 2 16,-1 5-2-16,-4 7 2 0,-1 5 0 0,0 7 1 15,-4 3-1-15,0 5 1 0,0 4-2 16,0 0-3-16,2 3-4 0,-1 1-14 0,4-2-24 16,2-1-62-16,-1-2-86 0,4 0-168 0,0-4-279 15,4-1-330-15,0-1-394 0,6-5-281 16,-2-3 87-16,1 0 744 0</inkml:trace>
  <inkml:trace contextRef="#ctx0" brushRef="#br0" timeOffset="7081.4">27341 9567 60 0,'-6'16'593'0,"-2"2"470"15,0 2 176-15,-1-4-101 0,0-2-362 16,-1 1-295-16,2-5-150 0,3-3-66 16,0-2-28-16,1-5-19 0,2-5-22 0,2-2-32 15,0-7-31-15,2-4-29 0,2-4-20 0,3-5-13 16,1-5-11-16,1-2-11 0,2-3-4 0,2 1-8 15,-2-2-5-15,3 2-1 0,1 3-4 16,-5 3-2-16,2 6-6 0,-4 3 0 0,-1 8 0 16,0 2 2-16,-3 7 0 0,0 4 2 15,-3 7 2-15,-1 3-1 0,-1 9-2 0,-3 2-4 16,1 4 0-16,2 5-3 0,-4 3-1 0,2 2-3 16,-2-1-3-16,4 0-3 0,-1 0 0 15,1-3-3-15,2-3-1 0,1-3 0 0,-1-5 0 16,5-3-1-16,-1-8 1 0,1-3 0 15,3-8 0-15,0-3 1 0,-1-8-2 0,3-5 0 16,1-5 0-16,0-6-1 0,0-1-1 0,4-2 2 16,-2-4-1-16,0 4 2 0,-1 1 0 15,3 3-1-15,-5 3 0 0,-1 3-1 0,0 5 1 16,-2 4-1-16,1 6 1 0,-5 5 0 0,2 4 1 16,-3 7 0-16,1 5 2 0,-3 4-1 15,1 3 1-15,0 4 2 0,-2 4-1 0,3-1 2 16,-2 2-1-16,3 0 0 0,-1-2-1 0,3-2-1 15,0 0-1-15,1-5-1 0,1-3 0 16,2-5-1-16,2-1 0 0,-3-10-1 0,5 1 0 16,-1-6 1-16,3-6 0 0,-4-5-1 15,6-4-3-15,-4-1-4 0,2-5-4 0,-4-2-6 16,3 3-6-16,-1-3-8 0,0 3-12 0,-1-1-18 16,0 3-24-16,1 2-22 0,-3 2-15 15,0 3-10-15,0 0 2 0,-2 5 20 0,0 1 33 16,1 3 27-16,-2 5 21 0,0 2 18 15,0 2 10-15,0 3 6 0,-2 5-1 0,2 0 2 16,0 4 0-16,1 0 0 0,1 6-3 16,0-1-3-16,0 4 2 0,2 1-1 0,-1-1-1 15,5 0-3-15,-2 0 1 0,3-1-11 0,-1-5-26 16,3-2-32-16,1-4-27 0,-2-2-26 0,-1-5-23 16,-1-3-2-16,2-3 22 0,-6-3 37 15,2-5 31-15,-4-1 31 0,-2-4 40 0,0-2 68 16,-2-2 84-16,-1 0 62 0,-4-3 28 15,1-1 1-15,-4-1-22 0,1-1-51 0,-2-2-55 16,-5 0-48-16,-2-2-29 0,1-1-21 0,-3-2-11 16,-1 1-7-16,0 2-2 0,-4 2-1 15,-3 7 0-15,1 2 1 0,-2 9 1 0,0 4-1 16,-1 8-1-16,1 6-2 0,2 6-5 0,0 4-9 16,0 5-45-16,7 2-78 0,-1 4-100 15,2 0-190-15,6 4-299 0,2-5-350 0,6 1-331 16,2-4-151-16,6-3 268 0,2-1 701 15</inkml:trace>
  <inkml:trace contextRef="#ctx0" brushRef="#br0" timeOffset="7932.26">28658 9141 16 0,'0'-6'469'0,"2"3"435"0,-2 0 270 16,-2 0-25-16,2 1-342 0,0 2-292 15,-2 0-143-15,2 2-41 0,-2 4-8 0,-1 3-18 16,0 3-24-16,-1 3-31 0,0 4-45 0,-1 2-60 16,0 3-50-16,2 3-32 0,-3-1-19 0,3 2-14 15,-1-1-10-15,3 1-8 0,1-3-4 16,0-1-4-16,1-3-1 0,3-3-2 0,0-2 1 15,2-1 0-15,2-3-2 0,0-3-1 0,2-1 1 16,2-2 2-16,0-2-3 0,5 1-1 16,-3-1 2-16,7 1 0 0,-1 1 0 0,1-1 0 15,3 3 1-15,-3 1 0 0,0 2 0 16,3-3-1-16,-4 2 0 0,0-1 0 0,0-2 0 16,-3 1 1-16,-1-4 1 0,-2-3-1 15,-1-1-1-15,-2-2 3 0,-2-3-2 0,0-6 1 16,-3 0-1-16,-1-6 0 0,-4-1 1 0,4-4 0 15,-5-2-1-15,0-4-1 0,-3 0-2 0,1-2 2 16,1-1 0-16,-1 1-2 0,1-1 1 16,1 3-1-16,0 0-1 0,3 5 0 0,-2 1-3 15,4 3-5-15,-1 2-13 0,1 4-31 16,2 5-57-16,2 2-66 0,1 3-64 0,-1 4-107 16,2 2-149-16,2 3-176 0,0 1-237 0,2 4-200 15,1 2-160-15,5-1 146 0,1-1 434 16</inkml:trace>
  <inkml:trace contextRef="#ctx0" brushRef="#br0" timeOffset="8468.51">29392 9262 385 0,'5'-6'927'0,"-8"1"318"0,-3 1 21 15,-4 1-218-15,-4 3-296 0,-2 2-223 0,-3 1-126 16,0 1-76-16,-3 5-64 0,-2 3-68 16,3 2-62-16,-1 1-38 0,4 3-23 0,1-1-18 15,4 2-14-15,3-1-11 0,5-3-10 16,3 0-8-16,6-2-5 0,0-1-4 0,8-4-2 15,2-3 0-15,3-4 0 0,5-4 0 0,5-6 1 16,5-5 0-16,1-4 0 0,4-1-1 16,3-5 0-16,-2-1-2 0,4 1 1 0,-6 1-1 15,2 1 1-15,-7 5-1 0,-3 2 2 16,-3 2 1-16,-3 3 0 0,-3 6 1 0,-3 1 0 16,-4 6 1-16,-2 1 0 0,-6 6 0 0,1 1 1 15,-1 3 1-15,-4 4 1 0,0 0 1 16,-4 3 1-16,4 0 0 0,-1 1-1 0,1-1-1 15,1-2-2-15,3-1-2 0,0-2-1 0,4-1-2 16,2-4-1-16,-1-1-1 0,3-5-3 16,1-1-3-16,1-4-5 0,2-4-6 0,2-3-4 15,-2-1-8-15,1-3-5 0,-1-3-4 0,-1-3-3 16,2 1 1-16,-4-1 4 0,0-2 7 16,0 1 5-16,-4-1 9 0,-1 1 5 0,0-2 5 15,0 2 3-15,-3-1 1 0,0 0 3 16,-4 0 1-16,1 0 1 0,-2-1 2 0,0 3-1 15,-2-2 1-15,1 0 1 0,-3 2-1 0,3 1 0 16,-3 4-1-16,1 1 2 0,2 0-2 16,-2 4 0-16,1 2 0 0,2 1-1 0,-1 1 0 15,1 0-1-15,0 2 0 0,0-1-1 16,1 1-1-16,-1-1 0 0,5-2 2 0,-4-1-1 16,1-1 0-16,-1 2 0 0,3-4-1 0,-1 1-7 15,0 2-23-15,-1 1-46 0,-1-1-63 16,-1 2-63-16,-1 1-114 0,-1 2-183 0,-1 4-282 15,0 2-266-15,-1 1-215 0,0 2-124 0,1 2 293 16,1 1 563-16</inkml:trace>
  <inkml:trace contextRef="#ctx0" brushRef="#br0" timeOffset="8864.85">30140 9349 98 0,'18'21'685'0,"-1"0"452"15,-4-3 100-15,1-3-134 0,-2-2-387 0,2-6-348 16,-2-1-163-16,-3-5-50 0,4-2 6 0,-5-2 27 15,1-1 34-15,-1-4 17 0,0-1-7 0,-2 1-30 16,1-1-35-16,-4-1-39 0,0 1-38 16,0-2-31-16,2 0-19 0,-5 0-11 0,3 0-9 15,-3 1-8-15,0-2-3 0,0 1-3 0,-2 1-2 16,1 0-1-16,-2-1-1 0,0 0-1 0,0-1-1 16,-1-1-1-16,-1 0 0 0,1 0 0 15,-1-2-1-15,-6 2 2 0,1-3 0 0,-1 2 0 16,-4 2-1-16,-1 0 1 0,-2 3 5 0,-2 1 10 15,2 5 11-15,-2 4 11 0,2 4 9 0,-1 6 5 16,2 3 0-16,1 3-6 0,1 5-6 16,2 8-5-16,-3 1-3 0,7 7-3 0,-3 1-1 15,6 5 2-15,2 1 0 0,4 0 0 0,6 0-2 16,2-4-3-16,6 0-4 0,5-6-6 0,3-2-3 16,5-3-5-16,-2-3-1 0,5-4-3 0,2-4 0 15,2-4-1-15,3-2 0 0,-2-3-2 16,1-3-2-16,1-1-6 0,-3-1-11 0,-2-1-22 15,-3 0-37-15,-8-2-81 0,0 0-116 0,-8 1-213 16,-2-2-307-16,-4 2-364 0,-2 0-393 0,-5 0-134 16,0 2 399-16,-5-1 765 0</inkml:trace>
  <inkml:trace contextRef="#ctx0" brushRef="#br0" timeOffset="10901.78">23714 11065 58 0,'-3'-6'580'0,"2"0"466"16,-6 1 198-16,0-2-90 0,-1 3-331 16,0-2-217-16,0 1-131 0,-2 3-84 0,1-3-61 15,1 2-41-15,-1-1-56 0,2 1-73 0,1 2-52 16,1 0-34-16,2 1-20 0,-1-1-16 15,3 1-14-15,-1 0-11 0,2 1-7 0,2 1-2 16,1 5-2-16,4 1-2 0,-1 3 3 0,6 4-1 16,0 2 1-16,4 3-3 0,-1 0 0 15,4 4 0-15,-1 1 0 0,0 0 0 0,0 3 0 16,-1 0 1-16,1 0 0 0,-2 0-1 0,-2 1 4 16,-2 0 3-16,0 1 3 0,-4-3-1 15,-1 1 3-15,-2-2 0 0,-2 1-4 0,-1-2-2 16,-2-2-3-16,-2-1 0 0,1-1-1 0,-4-5-1 15,0 0 0-15,-3-3 0 0,2-3-2 16,0-2-6-16,-4-4-13 0,-1-4-27 0,-2-3-74 16,-1-4-77-16,-2-7-153 0,-2-3-270 15,-2-6-320-15,-2-6-369 0,3-3-229 0,-1-5 23 16,-1-2 630-16</inkml:trace>
  <inkml:trace contextRef="#ctx0" brushRef="#br0" timeOffset="11114.47">23590 10945 420 0,'8'-4'862'0,"1"2"247"0,0 2 40 16,-1 2-270-16,6 1-340 0,-1 2-147 15,2 0-52-15,2 3-17 0,2 1-51 0,-2-2-40 16,2 2-34-16,0-2-56 0,2 0-32 0,1-1-30 16,1-1-18-16,0-3-10 0,2 0-7 15,0-2-3-15,2 0-18 0,0-4-11 0,1 1-5 16,-2 0-2-16,1-2-2 0,0 0-1 0,-1 1-14 15,0 1-59-15,-4 0-67 0,-3 1-114 16,-2 2-203-16,-2 3-305 0,-2 2-342 0,-3 2-261 16,-3 2-134-16,-3 3 369 0,-4 2 637 15</inkml:trace>
  <inkml:trace contextRef="#ctx0" brushRef="#br0" timeOffset="11381.95">24094 11401 536 0,'2'8'1030'16,"-1"-2"209"-16,-1-2-84 0,5 0-326 0,-1 1-389 16,3-2-205-16,-1 0-97 0,7-1-11 0,-2-1-1 15,2-1 1-15,4-1-5 0,2-1-16 16,-2-1-12-16,5-2-37 0,4 0-25 0,-2 0-10 15,3-1-7-15,-1 2-6 0,3-2-5 0,-1 1 3 16,-1 1-33-16,0 0-42 0,-2 4-55 16,-2-4-130-16,-2 4-217 0,-2-1-304 0,-3 1-258 15,1 1-223-15,-4-1-25 0,1 1 438 16</inkml:trace>
  <inkml:trace contextRef="#ctx0" brushRef="#br0" timeOffset="11765.89">25057 10914 134 0,'-6'0'793'0,"1"1"615"16,-2 2 133-16,-1 3-219 0,-4 2-443 0,-1 1-338 15,0 3-176-15,-4 4-123 0,3 5-78 16,-5 5-51-16,0 4-29 0,1 6-21 0,1 3-17 15,3 4-13-15,2 4-10 0,2-1-7 0,5-2-5 16,3 3-5-16,6-2-2 0,4-4-1 16,1-2-2-16,7-4-2 0,3-4 0 0,0-5-2 15,3-5 1-15,3-8 0 0,0-4 1 0,3-5-2 16,-1-7-2-16,-2-3-1 0,-2-4-2 16,-1-2-1-16,-6-3-1 0,1-1 2 0,-7-1 3 15,-2-1 3-15,-1 1 2 0,-5 2 1 0,-4 0 1 16,-2 3 0-16,-4-2 0 0,0 5 0 15,-6-1 0-15,2 3-2 0,-4 3-1 0,1 0-1 16,1 2 0-16,-2 2-3 0,4 2-9 16,-1 4-21-16,5-1-64 0,0 2-80 0,1 1-145 15,3 1-275-15,3 4-321 0,4-3-377 0,6 0-267 16,2 3 15-16,8-1 642 0</inkml:trace>
  <inkml:trace contextRef="#ctx0" brushRef="#br0" timeOffset="12580.31">25828 11212 122 0,'5'-1'600'0,"-3"-1"419"0,-1 0 151 15,2 1-154-15,-1 0-354 0,0 1-245 0,3-2-162 16,-2 0-91-16,3 1-41 0,2-1 13 16,1 0 42-16,4 0 20 0,1 1 25 0,2-2-4 15,0 0-14-15,3 0-37 0,-2 0-46 16,4 1-26-16,-5 1-27 0,2-1-18 0,0 2-9 16,-6 2 6-16,0 1 5 0,-3 1-5 0,-3 4-3 15,-2 0-3-15,-4 5-2 0,-4 4-10 16,-4 0-7-16,-2 3-11 0,-5 4-6 0,-2 0-3 15,-1 3-1-15,-2-1-1 0,-1 3-1 16,2-1 1-16,0 2 0 0,2-5 1 0,3-1-2 16,2-3 0-16,2 0-1 0,3-4-1 0,2-3 2 15,5 0-2-15,0-5 0 0,5-1 0 0,2-1 0 16,3-5-1-16,5-4-3 0,2-2-15 0,2-5-47 16,7-2-71-16,-1-3-73 0,3-4-134 15,2 1-209-15,4-5-312 0,-1 1-287 0,0 0-198 16,0 0-66-16,2-3 424 0,-2 2 555 15</inkml:trace>
  <inkml:trace contextRef="#ctx0" brushRef="#br0" timeOffset="12930.7">26549 11032 140 0,'-3'-18'743'0,"2"3"480"16,-7 5 123-16,0 3-103 0,-2 5-368 0,1 3-313 15,-4 7-162-15,1 4-100 0,-1 6-70 0,-1 4-65 16,-1 6-61-16,1 6-38 0,1 3-23 15,0 4-15-15,3 0-7 0,2 2-8 0,0-2-6 16,7-3-2-16,1-6-3 0,7-5 0 16,1-7-2-16,7-7-2 0,0-10 0 0,7-8 0 15,1-8 0-15,2-11 1 0,2-6 0 0,0-8-1 16,1-7 1-16,-1-2-1 0,0-3-1 0,-6-1 1 16,-1 2 0-16,-4-1 1 0,-2 3-1 15,-6 2 1-15,-3 3 0 0,-2 1-1 0,-3 5 1 16,-2 4 1-16,-2 5 2 0,-1 4 0 15,-3 7 1-15,-3 4 0 0,1 8 1 0,-3 6 1 16,0 9-1-16,0 7 0 0,-1 7 2 16,-1 8-1-16,0 8 0 0,2 6-2 0,0 3 0 15,2 7-3-15,2 3-2 0,1 2-2 0,4-1 1 16,2-3 0-16,4-2-18 0,3-5-74 0,3-6-84 16,3-6-171-16,3-8-283 0,4-6-336 15,2-8-397-15,6-7-219 0,-1-7 132 0,3-8 726 16</inkml:trace>
  <inkml:trace contextRef="#ctx0" brushRef="#br0" timeOffset="13250.25">27066 11139 452 0,'-1'-16'1454'0,"-7"8"321"16,-5 3-292-16,-1 4-358 0,-3 4-473 0,-4 3-277 16,0 6-163-16,-2 1-73 0,-2 6-40 15,-1 3-25-15,2 5-21 0,1 3-15 0,-1 2-10 16,4 4-6-16,4-1-6 0,0-3-4 15,8-2-4-15,3-6-2 0,8-5-3 0,2-6-2 16,8-5-3-16,3-8 0 0,2-8 0 0,8-5-2 16,-2-6-2-16,4-8-4 0,2-4-3 15,2-2-4-15,-2-5-1 0,-3 6-1 0,-2 2 1 16,-5 5 4-16,-4 2 5 0,-2 8 4 0,-2 1 2 16,-6 8 2-16,-1 1 0 0,-2 10 1 15,-3 1 0-15,-3 7 0 0,-2 2-1 0,-1 6 1 16,-3 1 0-16,0 4 0 0,1-1-2 15,4 3 0-15,-1-1-3 0,3-4-11 0,2 2-27 16,3-4-76-16,1-4-93 0,2 0-181 0,2-1-291 16,3-4-349-16,0 2-402 0,3-2-213 0,2-3 195 15,1 0 751-15</inkml:trace>
  <inkml:trace contextRef="#ctx0" brushRef="#br0" timeOffset="13863.96">27486 11537 361 0,'0'7'896'16,"0"-3"306"-16,-4-1-28 0,3-3-266 15,-1-3-387-15,2-4-252 0,0-3-127 0,2-6-61 16,-1-2-21-16,5-3-3 0,1-4 15 15,1-3 28-15,3 0 42 0,3-3 40 0,0 1 27 16,2-1-4-16,0 3-19 0,1 3-30 0,-2 1-32 16,0 5-30-16,0 5-31 0,-1 5-10 15,-3 3-4-15,1 6-4 0,-2 7-2 0,0 5-4 16,0 6-3-16,-3 4-8 0,1 7 1 0,-3-1 0 16,1 4-6-16,0-1-3 0,-1 1-3 15,1-2 0-15,1-2-7 0,1-5-4 0,2-3-2 16,2-5-2-16,2-6-2 0,2-8 1 15,2-7-2-15,3-7 2 0,1-8 1 0,4-8-1 16,-1-5-1-16,2-6 2 0,-3-1 0 0,3-3-2 16,-4 2-1-16,1 4 0 0,-5 6 2 0,0 1-2 15,-5 8 1-15,0 5-1 0,-1 4 1 16,-1 3 0-16,-4 7 0 0,1 6 1 0,-2 5-1 16,-1 4 1-16,-2 5 0 0,0 4-1 0,0 3 1 15,-1 5-1-15,0 0 0 0,0 2-1 16,3 2-1-16,-3-4 1 0,2 1-2 0,2-4-1 15,-2-2-18-15,1-5-63 0,0-3-81 16,-1-3-168-16,-2-7-276 0,-1 0-331 0,1-5-396 16,-3-3-280-16,1-6 68 0,-1-2 740 15</inkml:trace>
  <inkml:trace contextRef="#ctx0" brushRef="#br0" timeOffset="14066.31">28148 10431 629 0,'-16'-24'1608'0,"0"9"141"16,-1 10-358-16,1 8-358 0,-1 8-469 0,2 6-288 16,1 5-132-16,2 3-61 0,0 5-29 0,5 1-14 15,2 2-16-15,3-1-10 0,4-2-8 16,3 0-2-16,2 0-5 0,3-2-26 0,3 0-82 16,-1-1-114-16,1-2-251 0,1 1-293 0,-1-2-376 15,0 1-426-15,2 1-129 0,-4-2 489 16,3 5 818-16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2D8C9A4-7F67-CDA7-677B-62AAD9C0F7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A40699D-5BD3-DFF2-4D33-391B348677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9CEC88C-1650-1453-8951-38A185817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22433-D002-46CF-9E8F-938A1C4E6D6D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E4A5E44-149F-446F-260B-6E0936477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3FEF5D4-6AF3-EA6E-7462-EBA7902CA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4F2E-F01A-4026-B375-F3DEF5599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946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E11EE1B-3A66-E698-9354-6B10E67E4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A481E74-9792-41C8-3A4B-BB38194383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AB5A626-DEF5-C6B2-07CE-164142480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22433-D002-46CF-9E8F-938A1C4E6D6D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A1A9340-CC1E-FD84-F0D3-356E936E9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BD79F3D-6474-C583-FAC1-C556B8DCB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4F2E-F01A-4026-B375-F3DEF5599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952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7FEFB31-3D09-B194-75CF-1E980F100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2DBB3212-C724-400A-90AF-A7A85EF30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07F39EA-4DCB-0F72-3361-A06D2976B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22433-D002-46CF-9E8F-938A1C4E6D6D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A025225-6C3F-3E1E-B673-E43EE783D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95D3F3F-39C7-00F3-8C75-054DF05A6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4F2E-F01A-4026-B375-F3DEF5599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029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A78E3E1-B58F-6E4D-66FF-75B908D99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A3ADB4F-9335-1315-2C57-739A7A7D47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D54AA7D-9EDB-D9DA-C6A6-64E20AB805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CCCDE04A-0B18-CB05-E82F-8832244C9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22433-D002-46CF-9E8F-938A1C4E6D6D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BB7B5510-9223-64B1-A093-81A1A4451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CE416072-4298-DEEC-C942-E6B6E23D1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4F2E-F01A-4026-B375-F3DEF5599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762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39D2131-3313-52EF-30DE-179D9C96D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8C94D16-5BD9-92C9-CF02-D96EE2BDC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B934F570-D6B3-36CB-F0A2-7EA2DFF285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A2115CD2-EA8B-0C19-5C5D-33B9EABA19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3E0B41B1-9FF3-6961-6A8A-269FFEFAB8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4A4C29E0-C55E-D785-2729-8C508D373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22433-D002-46CF-9E8F-938A1C4E6D6D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8291EFB3-BF53-293B-C2DE-E34D1DF67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D5B2FECF-B9D3-F1AE-37E5-86DEA1799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4F2E-F01A-4026-B375-F3DEF5599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810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E6EC64B-74F2-9642-0903-6D2CA3A97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F9F3BECE-E05C-247E-7546-38679B614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22433-D002-46CF-9E8F-938A1C4E6D6D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C5A2C375-BB0D-81F8-020C-5EBD089FF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48D18A53-6366-46E5-8117-CD642CA4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4F2E-F01A-4026-B375-F3DEF5599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655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B85BF286-DA22-618D-F5C5-EF58515D8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22433-D002-46CF-9E8F-938A1C4E6D6D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BA6ED613-4738-D633-9FB9-D244C9F6E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DDA6AE12-3171-DD9F-D1EE-7FCC3B76D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4F2E-F01A-4026-B375-F3DEF5599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771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04C4CB2-6FA1-32BB-1CFC-B364869B8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39D085A-0FF8-E70C-3D61-96D5CED0D9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BF0704A-3190-66EC-B2AD-CC1DF84F05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C8D05E70-27C6-422F-EF9F-8C26C5419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22433-D002-46CF-9E8F-938A1C4E6D6D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AF0595B5-0324-B6D1-F4E9-65E5ECF0E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8A4B539-A153-3001-148E-254B0833A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4F2E-F01A-4026-B375-F3DEF5599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917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705D9AF-EA2A-EE54-3165-6A4F6981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FD180E70-C077-8A19-DF8F-FAF24FAA45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6F543487-835D-78E2-A594-97992965E7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470FD33E-4BD5-80C3-B4EC-2307CC12A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22433-D002-46CF-9E8F-938A1C4E6D6D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7E0C095B-3076-D8F0-7A9E-B6E35B655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6911FF7-5DD7-9DB8-90BC-A73FC26A1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4F2E-F01A-4026-B375-F3DEF5599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390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992C185-E70D-E3DB-5583-773D1CDE1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499F0EAD-C409-7128-4517-794F0D20EA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CFD2F2C-3002-E702-33D4-4BDBF297F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22433-D002-46CF-9E8F-938A1C4E6D6D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A195536-5E37-2F41-8160-AEC4923F7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5189631-D210-0984-7856-3C36B91C7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4F2E-F01A-4026-B375-F3DEF5599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52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D70BB686-D598-A179-F374-63E226B758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EB25527E-E6DF-3745-22CF-A0A34D8E05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C9CC4AA-E4B3-0488-A738-86C7D0BE0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22433-D002-46CF-9E8F-938A1C4E6D6D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2751832-1B4C-8497-15AB-2554F09C5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5CA9890-F473-212E-53EA-60BC95338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B4F2E-F01A-4026-B375-F3DEF5599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800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65ECD09C-63E3-3234-C460-9FE2DE4D7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330B667-2D2C-C4DE-0E5D-B39EDBDEE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201922D-951F-6EEE-065C-0142E7A7B8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422433-D002-46CF-9E8F-938A1C4E6D6D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73C55CBD-5393-0EDC-5575-FF7B85F12A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07DB241-8AC1-71AD-D55A-09EAB3FE61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B4F2E-F01A-4026-B375-F3DEF55998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724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customXml" Target="../ink/ink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Pismo odręczne 3">
                <a:extLst>
                  <a:ext uri="{FF2B5EF4-FFF2-40B4-BE49-F238E27FC236}">
                    <a16:creationId xmlns:a16="http://schemas.microsoft.com/office/drawing/2014/main" id="{7C1D205A-1E0D-B289-2C95-DA5CF3B299EB}"/>
                  </a:ext>
                </a:extLst>
              </p14:cNvPr>
              <p14:cNvContentPartPr/>
              <p14:nvPr/>
            </p14:nvContentPartPr>
            <p14:xfrm>
              <a:off x="237960" y="128880"/>
              <a:ext cx="11111760" cy="6664680"/>
            </p14:xfrm>
          </p:contentPart>
        </mc:Choice>
        <mc:Fallback>
          <p:pic>
            <p:nvPicPr>
              <p:cNvPr id="4" name="Pismo odręczne 3">
                <a:extLst>
                  <a:ext uri="{FF2B5EF4-FFF2-40B4-BE49-F238E27FC236}">
                    <a16:creationId xmlns:a16="http://schemas.microsoft.com/office/drawing/2014/main" id="{7C1D205A-1E0D-B289-2C95-DA5CF3B299E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8600" y="119520"/>
                <a:ext cx="11130480" cy="668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6569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BD716A2A-2BFA-17D8-DE3A-DECE6EECB762}"/>
                  </a:ext>
                </a:extLst>
              </p14:cNvPr>
              <p14:cNvContentPartPr/>
              <p14:nvPr/>
            </p14:nvContentPartPr>
            <p14:xfrm>
              <a:off x="390240" y="174960"/>
              <a:ext cx="11584800" cy="623304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BD716A2A-2BFA-17D8-DE3A-DECE6EECB76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0880" y="165600"/>
                <a:ext cx="11603520" cy="625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82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D08FF714-01E6-13C7-79A7-0424D508533C}"/>
                  </a:ext>
                </a:extLst>
              </p14:cNvPr>
              <p14:cNvContentPartPr/>
              <p14:nvPr/>
            </p14:nvContentPartPr>
            <p14:xfrm>
              <a:off x="520560" y="252000"/>
              <a:ext cx="11671920" cy="660636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D08FF714-01E6-13C7-79A7-0424D508533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1200" y="242640"/>
                <a:ext cx="11690640" cy="662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83237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BECC6AA7-AD74-AA90-FD34-04BF25D174A5}"/>
                  </a:ext>
                </a:extLst>
              </p14:cNvPr>
              <p14:cNvContentPartPr/>
              <p14:nvPr/>
            </p14:nvContentPartPr>
            <p14:xfrm>
              <a:off x="62280" y="152640"/>
              <a:ext cx="11456280" cy="665388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BECC6AA7-AD74-AA90-FD34-04BF25D174A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920" y="143280"/>
                <a:ext cx="11475000" cy="667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75314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90AC0298-D2C6-A48F-9545-77F91F7BEE19}"/>
                  </a:ext>
                </a:extLst>
              </p14:cNvPr>
              <p14:cNvContentPartPr/>
              <p14:nvPr/>
            </p14:nvContentPartPr>
            <p14:xfrm>
              <a:off x="86760" y="0"/>
              <a:ext cx="11703960" cy="685836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90AC0298-D2C6-A48F-9545-77F91F7BEE1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400" y="-9360"/>
                <a:ext cx="11722680" cy="687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77690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4D041C4B-A35C-F145-D2AD-7331AE35B11A}"/>
                  </a:ext>
                </a:extLst>
              </p14:cNvPr>
              <p14:cNvContentPartPr/>
              <p14:nvPr/>
            </p14:nvContentPartPr>
            <p14:xfrm>
              <a:off x="1478160" y="316080"/>
              <a:ext cx="10325520" cy="569016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4D041C4B-A35C-F145-D2AD-7331AE35B11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68800" y="306720"/>
                <a:ext cx="10344240" cy="5708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63522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az 1">
            <a:extLst>
              <a:ext uri="{FF2B5EF4-FFF2-40B4-BE49-F238E27FC236}">
                <a16:creationId xmlns:a16="http://schemas.microsoft.com/office/drawing/2014/main" id="{70D03456-80BB-5D43-56CB-8AA9D4DA9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55" y="481157"/>
            <a:ext cx="3819525" cy="192405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Pismo odręczne 2">
                <a:extLst>
                  <a:ext uri="{FF2B5EF4-FFF2-40B4-BE49-F238E27FC236}">
                    <a16:creationId xmlns:a16="http://schemas.microsoft.com/office/drawing/2014/main" id="{75E7518A-742B-69E2-DC53-90E31143D777}"/>
                  </a:ext>
                </a:extLst>
              </p14:cNvPr>
              <p14:cNvContentPartPr/>
              <p14:nvPr/>
            </p14:nvContentPartPr>
            <p14:xfrm>
              <a:off x="210960" y="152640"/>
              <a:ext cx="11723760" cy="6673680"/>
            </p14:xfrm>
          </p:contentPart>
        </mc:Choice>
        <mc:Fallback>
          <p:pic>
            <p:nvPicPr>
              <p:cNvPr id="3" name="Pismo odręczne 2">
                <a:extLst>
                  <a:ext uri="{FF2B5EF4-FFF2-40B4-BE49-F238E27FC236}">
                    <a16:creationId xmlns:a16="http://schemas.microsoft.com/office/drawing/2014/main" id="{75E7518A-742B-69E2-DC53-90E31143D77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1600" y="143280"/>
                <a:ext cx="11742480" cy="669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7685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Pismo odręczne 1">
                <a:extLst>
                  <a:ext uri="{FF2B5EF4-FFF2-40B4-BE49-F238E27FC236}">
                    <a16:creationId xmlns:a16="http://schemas.microsoft.com/office/drawing/2014/main" id="{F10D9EDA-6605-DC7B-7FC1-A6E2940688A7}"/>
                  </a:ext>
                </a:extLst>
              </p14:cNvPr>
              <p14:cNvContentPartPr/>
              <p14:nvPr/>
            </p14:nvContentPartPr>
            <p14:xfrm>
              <a:off x="333360" y="225720"/>
              <a:ext cx="9238320" cy="6132960"/>
            </p14:xfrm>
          </p:contentPart>
        </mc:Choice>
        <mc:Fallback>
          <p:pic>
            <p:nvPicPr>
              <p:cNvPr id="2" name="Pismo odręczne 1">
                <a:extLst>
                  <a:ext uri="{FF2B5EF4-FFF2-40B4-BE49-F238E27FC236}">
                    <a16:creationId xmlns:a16="http://schemas.microsoft.com/office/drawing/2014/main" id="{F10D9EDA-6605-DC7B-7FC1-A6E2940688A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4000" y="216360"/>
                <a:ext cx="9257040" cy="615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Pismo odręczne 2">
                <a:extLst>
                  <a:ext uri="{FF2B5EF4-FFF2-40B4-BE49-F238E27FC236}">
                    <a16:creationId xmlns:a16="http://schemas.microsoft.com/office/drawing/2014/main" id="{F5B1584D-AC4B-05A5-9AB5-EB5D42051B29}"/>
                  </a:ext>
                </a:extLst>
              </p14:cNvPr>
              <p14:cNvContentPartPr/>
              <p14:nvPr/>
            </p14:nvContentPartPr>
            <p14:xfrm>
              <a:off x="7866720" y="2926800"/>
              <a:ext cx="4079160" cy="3931560"/>
            </p14:xfrm>
          </p:contentPart>
        </mc:Choice>
        <mc:Fallback>
          <p:pic>
            <p:nvPicPr>
              <p:cNvPr id="3" name="Pismo odręczne 2">
                <a:extLst>
                  <a:ext uri="{FF2B5EF4-FFF2-40B4-BE49-F238E27FC236}">
                    <a16:creationId xmlns:a16="http://schemas.microsoft.com/office/drawing/2014/main" id="{F5B1584D-AC4B-05A5-9AB5-EB5D42051B2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857360" y="2917440"/>
                <a:ext cx="4097880" cy="3950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5711854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9985547ED3869409668EC440E4538BF" ma:contentTypeVersion="11" ma:contentTypeDescription="Utwórz nowy dokument." ma:contentTypeScope="" ma:versionID="bb4d534d5a380a62266c36c4db980fe6">
  <xsd:schema xmlns:xsd="http://www.w3.org/2001/XMLSchema" xmlns:xs="http://www.w3.org/2001/XMLSchema" xmlns:p="http://schemas.microsoft.com/office/2006/metadata/properties" xmlns:ns2="e3df25f3-32c1-478e-a538-0a30a0d666d9" xmlns:ns3="250ee321-c814-41fb-9823-fabd181dae05" targetNamespace="http://schemas.microsoft.com/office/2006/metadata/properties" ma:root="true" ma:fieldsID="520be763d65ea0a02d5fadccb36d1620" ns2:_="" ns3:_="">
    <xsd:import namespace="e3df25f3-32c1-478e-a538-0a30a0d666d9"/>
    <xsd:import namespace="250ee321-c814-41fb-9823-fabd181dae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df25f3-32c1-478e-a538-0a30a0d666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Tagi obrazów" ma:readOnly="false" ma:fieldId="{5cf76f15-5ced-4ddc-b409-7134ff3c332f}" ma:taxonomyMulti="true" ma:sspId="b7b31e59-74a4-4436-bc03-9931855e0d9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0ee321-c814-41fb-9823-fabd181dae0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7514712-c841-4c85-bca0-25e594a903ac}" ma:internalName="TaxCatchAll" ma:showField="CatchAllData" ma:web="250ee321-c814-41fb-9823-fabd181dae0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3df25f3-32c1-478e-a538-0a30a0d666d9">
      <Terms xmlns="http://schemas.microsoft.com/office/infopath/2007/PartnerControls"/>
    </lcf76f155ced4ddcb4097134ff3c332f>
    <TaxCatchAll xmlns="250ee321-c814-41fb-9823-fabd181dae05" xsi:nil="true"/>
  </documentManagement>
</p:properties>
</file>

<file path=customXml/itemProps1.xml><?xml version="1.0" encoding="utf-8"?>
<ds:datastoreItem xmlns:ds="http://schemas.openxmlformats.org/officeDocument/2006/customXml" ds:itemID="{536970F3-02BC-417E-A678-AE4C26B53640}"/>
</file>

<file path=customXml/itemProps2.xml><?xml version="1.0" encoding="utf-8"?>
<ds:datastoreItem xmlns:ds="http://schemas.openxmlformats.org/officeDocument/2006/customXml" ds:itemID="{94CEA713-2196-4E14-AAD2-D18635CE2DD7}"/>
</file>

<file path=customXml/itemProps3.xml><?xml version="1.0" encoding="utf-8"?>
<ds:datastoreItem xmlns:ds="http://schemas.openxmlformats.org/officeDocument/2006/customXml" ds:itemID="{DB889D5E-2A13-4329-A690-FF6B5718FFC2}"/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0</Words>
  <Application>Microsoft Office PowerPoint</Application>
  <PresentationFormat>Panoramiczny</PresentationFormat>
  <Paragraphs>0</Paragraphs>
  <Slides>8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Motyw pakietu Office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 GON</dc:creator>
  <cp:lastModifiedBy>LUK GON</cp:lastModifiedBy>
  <cp:revision>3</cp:revision>
  <dcterms:created xsi:type="dcterms:W3CDTF">2024-10-25T06:35:06Z</dcterms:created>
  <dcterms:modified xsi:type="dcterms:W3CDTF">2024-10-25T08:12:08Z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0x010100F9985547ED3869409668EC440E4538BF</vt:lpwstr>
  </property>
</Properties>
</file>