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7.xml" ContentType="application/inkml+xml"/>
  <Override PartName="/ppt/ink/ink6.xml" ContentType="application/inkml+xml"/>
  <Override PartName="/ppt/ink/ink8.xml" ContentType="application/inkml+xml"/>
  <Override PartName="/ppt/ink/ink5.xml" ContentType="application/inkml+xml"/>
  <Override PartName="/ppt/ink/ink9.xml" ContentType="application/inkml+xml"/>
  <Override PartName="/ppt/ink/ink10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8" autoAdjust="0"/>
    <p:restoredTop sz="94660"/>
  </p:normalViewPr>
  <p:slideViewPr>
    <p:cSldViewPr snapToGrid="0">
      <p:cViewPr varScale="1">
        <p:scale>
          <a:sx n="88" d="100"/>
          <a:sy n="88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1-08T12:49:55.143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16143 9478 70 0,'-2'-4'298'0,"0"1"171"0,-1 0 165 0,2-2-58 0,-3 2-102 16,0 0-47-16,0-1-18 0,0 1-16 16,1 2-18-16,-2-3-30 0,3 2-40 0,-1-2-44 15,2 2-47-15,-3-2-39 0,1 1-39 16,2 2-28-16,-1-2-14 0,0 3 7 0,0-2 20 15,2 2 28-15,-2 0 30 0,2 0 4 16,0 0-5-16,0 0-24 0,0 0-30 16,0 0-31-16,0 0-32 0,0 0-22 0,0 2-15 0,-2-2-11 15,2 4-4-15,-3-2-2 0,3 3-3 16,-1-1 0-16,-1 0 2 0,2 1 0 0,-2 1 0 16,2 0-1-16,0 1-2 0,0-1 1 0,2 0-1 15,1 1 0-15,-1 1-3 0,1-3 1 16,1 4 0-16,1-3 1 0,2-2-2 0,-3 1 3 15,3-2-1-15,0 0 2 0,1-3 2 0,-1 0 3 16,1-2 1-16,3-1 1 0,-5-1 2 16,2-2 2-16,0-3-2 0,1 1 1 0,-4-3-1 15,1 1 1-15,-2 1-1 0,-1-2 0 0,-1 2 2 16,-1-2 1-16,-2 2 1 0,1-1 4 16,-4 3 2-16,1 0-1 0,-2 1-1 0,0 1-1 15,1 2-3-15,-5 0-5 0,2 2-2 16,-1 2-2-16,2 1-3 0,-4 1-2 0,2 0 0 15,0 2-1-15,2 1-1 0,-2 4 0 0,2-3 0 16,1 4 0-16,0-1 0 0,1 3 0 0,0 0 0 16,2 0-1-16,0 2 0 0,0-2 0 15,4 0 0-15,-2-1 0 0,4 0-1 0,0-4 0 16,0 0 0-16,1 1 1 0,2-7 0 16,-1 2 0-16,3-4 3 0,1-1-1 0,-2-4 0 15,3-2 0-15,-3-3 0 0,0 0 0 16,0-2-2-16,-1 1 2 0,-2-3 0 15,0 3 1-15,-2-4 5 0,0 2 3 0,-3 2 5 0,0 0 2 16,0 1 3-16,-3 1 0 0,0 3-1 16,-2-1-3-16,2 1-2 0,-5 1-3 0,4 4-3 15,-3 1-1-15,-1 1-3 0,2 2-3 16,-2 1 0-16,2 2-2 0,-1 1 1 0,2 4-1 16,-1-3 0-16,0 3 1 0,1-1 0 0,2 2 0 15,1-2-1-15,-1 3 0 0,3-2 1 16,0-3-1-16,0 0 0 0,3-1 0 0,-1-1 0 15,0-1 0-15,1-2-1 0,2-3 1 0,1-3 0 16,2-2 0-16,-2-3 1 0,0-1-1 16,4-3 2-16,-2-1-2 0,-2-2 0 0,1 2 0 15,0-2 1-15,-2 0-1 0,-2 3 2 16,0 0-1-16,-3 1 2 0,0 2 0 0,0 2 1 16,-1 0 1-16,-1 2 0 0,0 1 0 0,-1 0 0 15,-3 4-1-15,2 4-1 0,-1-2-2 16,0 4-1-16,-2 2-1 0,3 1-1 0,-4 1-1 15,3 2 0-15,0 0-2 0,1 2-4 0,0-1-12 16,1 1-22-16,0-2-64 0,-1-2-77 16,2-1-150-16,0-2-254 0,2 1-316 0,2-2-377 15,2-1-273-15,0-3-27 0,0 2 631 0</inkml:trace>
  <inkml:trace contextRef="#ctx0" brushRef="#br0" timeOffset="1892.21">11467 5034 186 0,'0'0'383'0,"-1"-2"180"16,-1 2 128-16,2 0-138 0,-1 0-79 0,-1 0-32 15,-1 3-7-15,0 0-20 0,-2 0-30 0,-2 3-52 16,1 3-64-16,-2 2-56 0,-1 1-49 16,-2 4-42-16,-2 2-38 0,2 3-26 0,-5 0-16 15,3 3-10-15,-2 1-11 0,0 3-6 16,0 0-1-16,0-2-7 0,1 1 1 0,3-2-1 16,0-2-1-16,0 0-2 0,3-4-2 0,3-3 1 15,-1-1 0-15,0-2-2 0,4-3-2 16,-2 0 2-16,2-2-1 0,-1-2 0 0,1-1 1 15,-1 1 2-15,0 0-3 0,-1 5-10 16,-3-3-11-16,1 3-25 0,-3 0-50 0,-2 3-74 16,-3-1-96-16,3 0-95 0,-3 0-95 15,6-2-83-15,0-3-57 0,0-3-73 0,4-3-75 16,0 0 33-16,4-5 122 0,0-1 173 16,2-2 171-16</inkml:trace>
  <inkml:trace contextRef="#ctx0" brushRef="#br0" timeOffset="2286.32">11189 5484 63 0,'0'0'292'16,"2"1"144"-16,-2 0 134 0,1 1-96 0,-1 0-118 16,0-1-84-16,0 0-41 0,0 3 34 15,0 0 29-15,0 0 24 0,2 1 9 0,-2 3-4 16,4-2-8-16,1 3-38 0,0-2-41 15,1 4-41-15,2 0-36 0,3 1-24 0,2 4-12 16,2-1 1-16,0 3 20 0,5 2 25 0,0 2 4 16,3 2 1-16,2 1-12 0,1 1-21 15,2-1-28-15,0 3-35 0,3 2-18 0,0-2-20 16,2 3-11-16,-1-1-11 0,1 1-9 16,2-1-2-16,-2 2-2 0,2-2 1 0,0-1-1 15,0-1 1-15,-1 0 1 0,1 1-1 0,-2-2 1 16,1-1-3-16,-1-1-1 0,0 1-1 15,-1-2 1-15,-1-2-4 0,-1 1-2 0,-1-2 0 16,-2 0 1-16,-2-3 0 0,-3-1 0 16,2 0 1-16,-4-3-10 0,-4-2-33 0,-2-2-53 0,-1-2-50 15,-5-4-50-15,-2-1-85 0,-3-6-120 16,-1-1-127-16,-4-5-152 0,-1 0-237 0,0-4-218 16,-5-4-27-16,-3-2 266 0,-2-1 395 15</inkml:trace>
  <inkml:trace contextRef="#ctx0" brushRef="#br0" timeOffset="2759.21">11388 5052 197 0,'-2'-6'435'0,"2"2"228"0,-1 2 172 0,-1 0-162 15,2 2-137-15,2 0-47 0,-1 3-41 16,3 2-51-16,0 1-59 0,3 3-69 0,4 4-60 16,0 1-37-16,2 1-11 0,4 1 4 0,3 4 4 15,3 1 11-15,2 0-7 0,3 1-17 16,1 3-31-16,3-2-31 0,1 2-22 0,2-2-20 15,1 1-13-15,3 0-7 0,-1 1-4 16,2-2-5-16,-2 1-8 0,1-1-4 16,-1-1-5-16,0-1-2 0,0 0 0 0,0 1-4 15,-2-3-2-15,-1-1 1 0,0 1 3 0,0-2 0 16,-2 0 0-16,-3 1 1 0,0-1 3 16,-3 2-1-16,-2-2-2 0,-1 0-2 0,-3-2 1 15,-2 0-1-15,-3 2 1 0,-2-4-2 0,-2 0 1 16,-2-1-1-16,-4-1 0 0,0-2-2 0,-1 0-2 15,-2-3-3-15,-3 0-8 0,0 0-18 0,-1-3-25 16,-2-2-38-16,-1 0-39 0,-2 1-40 16,0-4-38-16,-2 1-77 0,-2 0-124 0,1-2-194 15,-2 0-244-15,1 0-236 0,-1 0-180 0,2 0 160 16,-1-1 469-16</inkml:trace>
  <inkml:trace contextRef="#ctx0" brushRef="#br0" timeOffset="3099.78">12146 6148 175 0,'-7'6'420'0,"2"-1"229"0,2-1 207 16,-2-1-128-16,2 0-113 0,2 0-86 16,-1 0-72-16,-1-1-73 0,3-2-83 0,0 0-77 15,3-2-57-15,-1-2-23 0,2-1-9 0,3-2 1 16,1-4 6-16,3-2 4 0,-2-3-11 16,4-1-21-16,1-4-23 0,1-1-20 15,2-3-24-15,0-2-17 0,2 0-11 0,0-1-5 16,0 1-6-16,2-1-22 0,-1 3-49 15,-1 1-52-15,-2 2-114 0,1 2-186 0,1 4-299 16,-5 1-291-16,2 6-234 0,-2 3-138 16,-1 5 338-16,-4 2 556 0</inkml:trace>
  <inkml:trace contextRef="#ctx0" brushRef="#br0" timeOffset="3631.72">12397 6304 84 0,'6'5'283'0,"2"2"141"15,0 2 142-15,6 2-113 0,1 4-96 0,5 1 35 16,2 5 49-16,2 2 40 0,3 1 1 0,3 1-32 16,0 4-40-16,3-1-98 0,0 3-87 15,-1 1-74-15,0 1-60 0,-1 1-43 0,1 0-27 16,-2-2-17-16,0 2-8 0,0-3-3 15,-1 0 3-15,-4-5-3 0,0 0-15 0,-2-1-31 16,-5-4-60-16,1-3-82 0,-5-2-108 16,0-4-118-16,-4-4-120 0,-2-2-172 0,1-1-170 15,-4-5-12-15,-3-3 156 0,-2-3 242 0,-2-4 225 16</inkml:trace>
  <inkml:trace contextRef="#ctx0" brushRef="#br0" timeOffset="3873.48">12746 6289 138 0,'4'-1'339'0,"0"1"165"0,4 1 156 16,1 5-103-16,3 0-59 0,2 4 8 0,0 2 11 16,3 4-24-16,3 0-51 0,0 4-85 15,2 2-92-15,2 3-86 0,1 0-68 0,-1 1-41 16,1 4-36-16,-2-2-17 0,2 2-12 15,-2 0-7-15,1 0 2 0,-2 0-21 0,-1-2-31 16,-1 2-58-16,-2-4-97 0,-1-4-109 16,-4-2-120-16,-1-3-134 0,0-1-208 0,-2-4-155 0,-5-3 34 15,0-2 193-15,-2-4 248 0</inkml:trace>
  <inkml:trace contextRef="#ctx0" brushRef="#br0" timeOffset="4125.81">12895 6244 167 0,'5'-3'361'0,"1"0"180"0,2 3 174 0,4 3-125 0,1 0-53 16,3 5 0-16,0-1-16 0,4 6-41 15,2 0-77-15,1 2-87 0,0 2-85 0,1 5-74 16,1 0-52-16,-2 3-41 0,0 3-24 15,1 0-18-15,-2 1-10 0,-1 1-5 0,1 0-6 16,0-2-12-16,-3 1-67 0,1 0-139 0,-2 1-161 16,-2-4-294-16,-1 1-273 0,0 1-242 15,-1-5 11-15,-3-1 395 0</inkml:trace>
  <inkml:trace contextRef="#ctx0" brushRef="#br0" timeOffset="5418.38">12643 6892 8 0,'0'0'243'0,"4"2"138"0,-1-1 121 0,0 1-4 15,3-1-163-15,2 4-90 0,3 1-21 0,0 1 11 16,7 2 38-16,-1 2 26 0,4 4 27 16,2 0 17-16,1 3-4 0,3-2-15 0,0 2-29 15,1-1-46-15,1 1-48 0,-1-4-58 0,-1 0-45 16,-2-1-38-16,-1-2-23 0,0-3-12 16,-4-2-9-16,-4-1 7 0,0-3 10 15,-1 0 20-15,-3-4 23 0,-3 0 9 0,-2-5 7 16,-1-1 2-16,-1-4-13 0,-4-1-18 0,-5-4-21 15,-1 1-11-15,-3-3-11 0,-3 0-10 0,-5-2 0 16,0 3-3-16,-3-5-3 0,-1 3-1 16,2-1-2-16,-2 3 2 0,5 4-3 15,0-1-7-15,2 6-24 0,4 3-35 0,1 2-26 16,1 2-37-16,3 4-72 0,0 2-116 0,1 1-124 16,3 3-201-16,0 0-259 0,5 2-216 15,0 0-3-15,1 1 292 0,2-2 375 0</inkml:trace>
  <inkml:trace contextRef="#ctx0" brushRef="#br0" timeOffset="5769.96">13001 6886 149 0,'-2'2'361'0,"2"-2"148"0,2 3 104 0,1 1-186 15,2 1-153-15,4 2-71 0,2 2-22 0,2 2 13 16,3-2 14-16,1 4 18 0,1-1-4 0,2 2 6 16,1-3 5-16,1 2-22 0,2-3 7 15,-1 0-26-15,0 0-13 0,0-3-21 0,-1 1-27 16,0-2-19-16,-2 0-34 0,-2-3-13 16,-3-1-15-16,-1 2-9 0,-3-3 2 15,-3-1 5-15,-1-1 3 0,-2-3 1 0,-1 2-3 0,-3-4-12 16,-1 0-13-16,-3-3-13 0,1 0-6 0,-6-3-6 15,-1-1-4-15,0 0 1 0,-3-3-3 16,-2-2 1-16,-2-3-6 0,-1-2-10 16,-2-1-29-16,3 1-53 0,-3-2-77 0,3 3-91 15,-1 2-99-15,4 2-104 0,1 4-110 16,2 4-148-16,4 3-113 0,-1 1 33 0,4 4 160 16,-1 2 220-16</inkml:trace>
  <inkml:trace contextRef="#ctx0" brushRef="#br0" timeOffset="6120.57">13451 6901 61 0,'21'14'269'15,"1"-1"135"-15,-1 1 134 0,-4-3-98 0,2-1-130 16,-2-1-83-16,-2-2-36 0,-2-1-15 16,-1 0-6-16,-2-1 12 0,-2-2 27 0,-1-2 50 15,0 1 40-15,-3-4 25 0,0 1 1 0,-3-4-13 16,3 1-36-16,-4-2-45 0,-4-2-49 15,3 1-44-15,-3-2-38 0,0-2-33 0,-1 3-23 16,-3-5-16-16,3 1-8 0,-3 0-3 16,0-3 5-16,-2-2 1 0,0 1 2 0,-3-5 2 15,-1 0-1-15,-2-1-6 0,-1-1-4 0,2 1 6 16,-2-1 10-16,3 2 22 0,0 3 13 16,3 3 11-16,3 2 0 0,0 3-11 0,2 2-17 15,2 3-20-15,3 2-22 0,1 0-12 0,1 4-4 16,3 1 5-16,2 3-3 0,3 1 0 15,-1-1 2-15,4 3-2 0,1 0-13 0,2-1-32 16,2 2-24-16,-1 0-54 0,5-1-117 16,0-1-166-16,0 1-286 0,3 0-253 0,1 2-243 15,2-3-64-15,3-1 350 0,0 2 469 0</inkml:trace>
  <inkml:trace contextRef="#ctx0" brushRef="#br0" timeOffset="7493.83">20348 5488 23 0,'2'2'221'0,"-1"-2"113"15,3 0 113-15,-3 0-45 0,1 0-119 0,-1 0-38 16,-1 1 4-16,2-1 21 0,-2 0 29 15,0 1 35-15,0 1 13 0,0 0-4 0,-2-1-18 16,2 0-24-16,-3 3-28 0,0 0-39 0,-3 1-35 16,-4 4-30-16,-1 0-27 0,-2 3-26 15,-4 3-26-15,-2 2-31 0,-3 5-17 0,-3 3-16 16,-5 3-11-16,-4 6-6 16,-1 1-7-16,-4 3-3 0,0 3-2 0,1-2-3 15,-2 1-1-15,4-2-1 0,3-4 3 0,4-1 3 16,5-6-2-16,5-3 3 0,2-4 0 15,6-4-2-15,3-1-14 0,3-5-24 0,4 0-51 16,-1-3-73-16,4-5-94 0,-1-2-107 0,4-2-110 16,1-1-146-16,1-1-216 0,2-1-89 0,-1-1 79 15,0 0 216-15,0-1 254 0</inkml:trace>
  <inkml:trace contextRef="#ctx0" brushRef="#br0" timeOffset="7930.12">19873 6043 8 0,'0'4'222'0,"0"0"129"0,1-1 128 0,-1 0-29 15,2-1-117-15,-1-1-82 0,-1 2-53 0,2-2-19 16,1 1 21-16,-2 0 29 0,2 3 33 0,1 1 33 16,0 0 40-16,3 3 19 0,1 3-20 15,3 1-35-15,-2 3-41 0,5 0-41 16,-2 4-37-16,2-1-35 0,5 4-23 0,0 2-13 16,0 1-10-16,3 1-6 0,1 1-4 15,0 0-10-15,1 1-12 0,1-2-15 0,2 0-13 16,-2-1-9-16,0-4-13 0,-1 1-7 15,0-4-1-15,-1-1-4 0,-1-2-2 0,-2-1-2 16,0-2 2-16,-4-1 0 0,1-3-2 16,-2-2 2-16,-1 0 0 0,-5-2 2 0,2-2-2 15,-5-1-3-15,-1-1-25 0,0-2-28 0,-3-1-20 16,-2-2-33-16,-4-1-73 0,1-1-112 0,-5-1-102 16,1-2-121-16,-3 0-229 0,0 0-253 15,-2 0-100-15,2-2 144 0,-2 2 311 0,-1-2 302 16</inkml:trace>
  <inkml:trace contextRef="#ctx0" brushRef="#br0" timeOffset="8245.7">20233 6653 116 0,'3'7'343'0,"0"0"173"15,1-2 184-15,3-2-63 0,-2-2-90 16,3-2-42-16,2-2-4 0,2-3-22 0,1-3-60 16,2-1-81-16,3-3-76 0,2-4-50 0,2-2-38 15,2-1-35-15,3-5-26 0,3-2-12 16,4-2-20-16,-1-3-22 0,2-1-23 0,1-1-15 16,-2-1-10-16,3 0-4 0,-4 1-3 15,0 1-1-15,-3 1 0 0,-1 4 2 0,-2 0 0 16,-4 3-5-16,-3 5 6 0,-2-2-2 15,-2 4-14-15,0 3-32 0,-2-1-21 0,-1 2-25 16,0-1-50-16,-1 2-85 0,-2-2-104 0,-1 0-97 16,-1 2-148-16,1-3-270 0,-1 2-198 15,-3 0-11-15,0 0 222 0,-2-3 319 0</inkml:trace>
  <inkml:trace contextRef="#ctx0" brushRef="#br0" timeOffset="8575.07">20445 5492 11 0,'0'-6'402'0,"-2"4"317"0,2 0 204 0,0 1 16 0,2-1-350 15,-1 4-206-15,4-1-111 0,3 5-43 16,3 2 0-16,3 5 6 0,2 0 14 0,3 3-49 16,5 2-46-16,1 3-42 0,3 1-35 15,1 4-28-15,2-1-17 0,1 3-14 0,-2-3-9 16,2 3-4-16,-2-2 0 0,0-1-2 0,-2 2-1 16,-2-2-3-16,-1-2 0 15,-1-1-3-15,-2 2-13 0,-3-2-60 0,-3-1-115 0,-4 0-158 16,-2-2-289-16,-4 2-270 0,-1 0-249 15,-4 0-34-15,-2-3 333 0,-2 3 437 0</inkml:trace>
  <inkml:trace contextRef="#ctx0" brushRef="#br0" timeOffset="9378.75">18704 7236 93 0,'6'0'262'16,"-1"0"113"-16,1-2 78 0,2-4-121 0,2-1-96 15,2-4-36-15,1 1-6 0,4-5 13 16,-1-2 36-16,3-1 19 0,3-1 13 0,1-2 2 16,2-3-5-16,2-1-31 0,1 0-52 15,2 0-46-15,3-2-30 0,-3-2-31 0,2 2-27 16,1-1-12-16,-1 0-8 0,0 2-5 0,-2 0-4 15,-2 3-10-15,-1-1-5 0,-4 4-3 0,-3 2-4 16,-2 0-13-16,-5 4-40 0,-4 3-97 16,0 3-107-16,-8 0-99 0,1 5-220 0,-4 0-228 15,-3 3-93-15,-3 3 127 0,-2 0 240 16,-3 2 223-16</inkml:trace>
  <inkml:trace contextRef="#ctx0" brushRef="#br0" timeOffset="9671.84">18724 7506 128 0,'2'7'379'0,"3"-4"176"0,1-3 138 16,3-3-103-16,4-6-190 0,4-3-89 0,1-4-24 15,4-6 1-15,5 0 1 0,1-5-13 0,6-1-28 16,1-2-34-16,-1-4-37 0,4 2-36 16,2-2-40-16,-2 0-31 0,0 1-26 0,-2 0-18 15,3 0-11-15,-4 3-5 0,0 2-8 0,-5 2-4 16,-2 5-9-16,-5 0-52 0,-4 5-92 16,-6 3-119-16,-3 1-167 0,-5 6-283 0,-2 1-232 15,-6 5-77-15,-3 5 173 0,-5 1 327 16</inkml:trace>
  <inkml:trace contextRef="#ctx0" brushRef="#br0" timeOffset="10138.42">19167 7099 87 0,'-3'8'373'0,"3"-1"197"0,-1-2 133 0,2-2-76 16,2-1-236-16,3-2-157 0,2 0-71 0,2-4-23 15,2 1 5-15,1-1 3 0,0-2-2 16,4 0 3-16,2-1-5 0,-1 1-9 0,0 2-2 16,2-2-17-16,-1 3-9 0,-2 0-27 15,-3 2-13-15,-1-1-5 0,1 4-1 0,-4-1 12 16,-2 2 13-16,-2 3 11 0,-3-1 2 15,-3 6-8-15,-2-1-18 0,-4 2-22 0,0 1-22 16,-2 1-13-16,-2-1-9 0,-1 2-13 0,-1 0-52 16,-4-1-96-16,0-1-131 0,-1 0-232 15,-1-1-275-15,-1-2-234 0,2-1-66 16,-5-5 219-16,1-1 380 0</inkml:trace>
  <inkml:trace contextRef="#ctx0" brushRef="#br0" timeOffset="10446.46">18824 7038 221 0,'8'0'483'0,"1"-2"193"0,1 0 129 0,4-3-140 15,0-2-179-15,4 1-103 0,-1-4-47 16,5-2-13-16,2-1-43 0,0-2-67 0,4 0-61 16,-1-2-33-16,3-1-32 0,-1 0-29 15,-2 2-15-15,-1 1-13 0,-4 1-11 0,-1 2-10 16,-4 5-4-16,-4 1-3 0,0 1-2 16,-5 5 0-16,-4 5-3 0,-4 1-5 0,-1 4-14 15,-4 5-56-15,-6 2-102 0,-2 2-144 0,-3 3-284 16,-1 3-254-16,-2 2-205 0,-2 1 2 15,-2 4 292-15,-4-1 383 0</inkml:trace>
  <inkml:trace contextRef="#ctx0" brushRef="#br0" timeOffset="14242.94">10836 9450 95 0,'8'6'292'0,"-3"-2"125"16,0-1 96-16,2 0-167 0,-3 0-156 0,-1-1-102 16,2-1-47-16,-2 1-23 0,0-2-12 15,2 1-6-15,-1-1 0 0,1 0 0 0,0 0-2 16,1 0 2-16,-1-1 0 0,0 1 0 0,4 0 2 15,-4-2-2-15,3 2 0 0,-2-1 2 16,4 1 6-16,-4 0-8 0,2-2-24 0,0 2-45 16,1 0-95-16,-1 0-191 0,0 0-79 15,0 2 17-15,0-2 82 0</inkml:trace>
  <inkml:trace contextRef="#ctx0" brushRef="#br0" timeOffset="14441.08">11270 9531 134 0,'6'0'214'15,"0"0"67"-15,2 0-99 0,-2 0-66 0,1-2-40 16,-1 1-19-16,1 1-10 0,0-2-9 16,1 1-5-16,0 0-15 0,0-3-5 0,1 2-7 15,-2 0-4-15,1-2-13 0,0 4-45 0,-1-2-110 16,0-1-90-16,-1 3-20 0,-1-2 29 15,3 2 63-15</inkml:trace>
  <inkml:trace contextRef="#ctx0" brushRef="#br0" timeOffset="14663.58">11641 9531 59 0,'8'4'242'0,"-1"1"105"16,0-1 88-16,-2-2-138 0,0 1-142 15,0-1-54-15,-1-2-25 0,1 2-14 0,1-4-5 16,-1 1 0-16,1-2-6 0,1 0-13 0,-1-3-17 16,0 1-7-16,2 0-4 0,-3 1-2 15,2-2-4-15,-3 2 0 0,4 0-12 0,-2 1-16 16,-1 1-3-16,2-2-34 0,-1 4-47 16,1-2-115-16,2 2-110 0,-3 0-59 0,2 0 12 15,1 0 81-15</inkml:trace>
  <inkml:trace contextRef="#ctx0" brushRef="#br0" timeOffset="14825.91">12008 9504 113 0,'11'-3'216'0,"1"3"43"16,-2-2-48-16,1 2-40 0,0-3-18 0,-1 3-24 16,-1-2-15-16,2 2-3 0,-3 0-7 0,0 0-18 15,0 0-37-15,0-1-20 0,0 1-11 0,-2-1-9 16,2-1-32-16,0 0-114 0,-3 0-176 15,1 0-78-15,-1-1 7 0,-2 0 64 0</inkml:trace>
  <inkml:trace contextRef="#ctx0" brushRef="#br0" timeOffset="14999.62">12590 9492 17 0,'6'0'4'16</inkml:trace>
  <inkml:trace contextRef="#ctx0" brushRef="#br0" timeOffset="15179.65">12923 9525 16 0,'13'0'187'0,"-2"1"85"16,-2-1 75-16,1 0-125 0,-3 0-99 0,-3 0-86 15,2 0-109-15,-1 0-143 0,0 0-69 16,-2 0 3-16,-1-1 50 0</inkml:trace>
  <inkml:trace contextRef="#ctx0" brushRef="#br0" timeOffset="15399.08">13442 9496 125 0,'17'3'216'0,"-1"2"68"0,-2-2-88 0,-1 2-71 16,1-1-50-16,-2 0-25 0,0 1-14 16,-2-1-11-16,-1-1 1 0,3 0-13 0,-2 0-12 15,1-3-23-15,0 0-37 0,0 0-58 16,1-1-108-16,0-3-38 0,-1 3 24 0,2-2 54 16</inkml:trace>
  <inkml:trace contextRef="#ctx0" brushRef="#br0" timeOffset="15587.29">14308 9532 49 0,'18'-1'162'0,"-1"-1"52"0,-1 1-48 16,-2 1-73-16,-1-2-41 0,-2 2-39 0,0-1-59 15,-1 0-98-15,-2-1-44 0,-1 0 7 16,0 2 29-16</inkml:trace>
  <inkml:trace contextRef="#ctx0" brushRef="#br0" timeOffset="15836.42">15206 9439 184 0,'24'-4'273'0,"-5"-1"86"0,-2 1-86 16,-2 4-136-16,-1-2-102 0,-3 2-107 0,-3 0-135 15,1 2-88-15,-4-2 2 0,0 4 53 16</inkml:trace>
  <inkml:trace contextRef="#ctx0" brushRef="#br0" timeOffset="16048.97">15692 9472 5 0,'16'-1'145'0,"-1"1"56"0,1-2 1 0,-3 2-71 0,3 0-55 16,-2 0-29-16,0-1-18 0,1 1-13 0,0-2-12 16,-2 1-51-16,4-1-103 0,-4-1-56 15,4 0 2-15,-1-3 31 0</inkml:trace>
  <inkml:trace contextRef="#ctx0" brushRef="#br0" timeOffset="16233.04">16466 9387 29 0,'15'7'213'0,"2"-2"98"0,-2 1 87 0,-1-2-123 16,-2 0-108-16,4 0-66 0,-5-3-45 15,2 0-21-15,1-1-12 0,-1-1-30 0,1 0-52 16,-3-3-130-16,2 2-130 0,-1 0-42 16,0-1 31-16,0 0 80 0</inkml:trace>
  <inkml:trace contextRef="#ctx0" brushRef="#br0" timeOffset="16444.97">17232 9424 83 0,'22'6'283'0,"0"2"127"0,-3-2 101 15,-3 0-149-15,1 1-156 0,-2-1-92 0,0-1-47 16,0-2-24-16,2 0-10 0,-3-3-7 16,3-3-3-16,0 0-3 0,1-3-14 0,0-3-26 15,2 0-45-15,1 0-74 0,-2-2-149 0,3 0-139 16,-2-1-30-16,0 4 59 0,0-2 112 15</inkml:trace>
  <inkml:trace contextRef="#ctx0" brushRef="#br0" timeOffset="16623.68">18200 9409 55 0,'31'8'298'0,"-2"-1"158"0,-3-1 128 16,1 2-73-16,-3 1-213 0,2-2-134 15,0 1-73-15,0-2-35 0,0-2-23 0,1-1-22 16,2-2-28-16,-2 1-62 0,1-4-170 16,-1 1-204-16,2 0-88 0,-3-4 15 0,1 1 104 15,-2-1 157-15</inkml:trace>
  <inkml:trace contextRef="#ctx0" brushRef="#br0" timeOffset="16812.31">19543 9512 204 0,'28'12'412'0,"-3"-4"155"16,-2 1 93-16,-1 0-248 0,-2-2-196 0,0 1-117 16,0-2-89-16,0-1-92 0,0-1-163 0,0-2-208 15,1-2-101-15,0 0 15 0,1-2 115 16,-1-2 159-16</inkml:trace>
  <inkml:trace contextRef="#ctx0" brushRef="#br0" timeOffset="17014.93">20799 9526 241 0,'41'6'457'0,"-1"-1"160"0,-1-1 94 0,4 1-266 15,-4-1-205-15,3-1-110 0,-2 0-58 0,2 0-26 16,-3 0-26-16,2-2-14 0,-1 1-28 16,-4-2-33-16,2-2-52 0,0 1-57 15,0 0-95-15,-2-3-168 0,-1 0-122 0,2 1 3 16,-3-1 97-16,0-1 142 0</inkml:trace>
  <inkml:trace contextRef="#ctx0" brushRef="#br0" timeOffset="17192.66">22045 9466 30 0,'23'0'275'0,"-3"0"156"0,0 0 143 0,-2 0-25 16,-3 0-167-16,1 0-112 0,1 0-70 0,-1-1-31 15,-2 1-39-15,1-2-31 0,1 1-42 16,1-3-27-16,-3-1-19 0,5 1-31 0,-3-4-42 16,1-1-65-16,-1 1-118 0,1-5-247 15,0 1-137-15,-4-2-15 0,0 3 109 0,0-3 180 16</inkml:trace>
  <inkml:trace contextRef="#ctx0" brushRef="#br0" timeOffset="18822.56">20725 6336 38 0,'-7'-5'222'0,"2"1"102"16,1 0 73-16,-1 0-104 0,4-2-126 0,-3 2-77 0,1-1-42 15,2 1-24-15,-1-1-13 0,0 2-5 16,2-1-4-16,-1 1 6 0,-1 0 9 0,0 1 12 15,2 0 13-15,0 0 10 0,-1 0 5 16,1 0 4-16,0 2-2 0,0 0-8 0,0 0-8 16,0 0-7-16,0 2-9 0,0 0-7 15,0 0-10-15,0-1-6 0,0 0-8 0,0 1 0 16,1 1-2-16,-1 1 0 0,2-1 4 0,0 2 2 16,1-1 0-16,0 2-2 0,0 0-2 15,2 0 0-15,3 2 0 0,-2-1 2 0,1 1-4 16,1 1 1-16,0 0 5 0,2 1 2 15,0-1 1-15,0 2 3 0,2-1 2 0,-1 1 6 16,2 0-26-16,-1-1-13 0,1 0-13 16,3 2-3-16,-2-1-4 0,2 1-6 0,-2 0 23 15,2-2 14-15,-2 4 5 0,2-2 9 0,-2 1 0 16,2 2 0-16,-2-1 2 0,2 1 0 16,-1 0 1-16,0-1-1 0,0 2-2 0,2 0 4 15,-4 1 0-15,2-2-2 0,0 2 30 0,-2 0 9 16,0 2 6-16,-1-2-2 0,2 1 1 15,-5 0-5-15,2 0-26 0,0 2-9 0,-3-1-2 16,5 2 2-16,-5-1 4 0,1 1 0 16,-1 1 2-16,3 0 3 0,-3 1 3 0,0 1-3 15,3 1 1-15,-3-2-2 0,0 4-1 16,0-1-3-16,1-2-10 0,-1 1 0 0,0-3 0 16,1 3-6-16,-1-4-2 0,0-1-3 0,-1 0-1 15,-1 1 0-15,2-3 1 0,-2 0 3 0,1-2 2 16,-1 1 12-16,2 0 5 0,-2-2 3 15,0 0 2-15,1 0 1 0,-1-2 1 0,0 1-10 16,2-1-6-16,-3 0-4 0,2 1 0 0,2-2-4 16,-5 0-2-16,3 2 2 0,-1-3-4 15,1 3 1-15,0 2-3 0,-2-3 0 0,2 1-1 16,-3-3 5-16,1 3 2 0,0-2 6 16,1 1 2-16,-3 1 4 0,4-2 5 0,-4 1-1 15,0 2 12-15,0-1 9 0,2 1 6 0,-2-2 2 16,3 2 0-16,-3 0-1 0,1-2-9 15,-3 3-12-15,2 0-3 0,1-1-3 0,0 0 3 16,-2 2-5-16,1-2-3 0,2 0 2 16,-4-1-2-16,2 2-1 0,-1-1-1 0,0 0-2 15,-1 2-2-15,2-5 2 0,-1 3 0 16,0 1 0-16,-1-1-2 0,3-2 11 0,-4 2 8 16,1 0 2-16,1-2 2 0,-1 0 4 0,-1 0-3 15,3-1-10-15,-1 2-13 0,-1-3-1 0,1-1 0 16,-1 1 0-16,-1 2 2 0,0-3 0 15,2 2-2-15,0 0 0 0,-2 0-4 0,0 1 3 16,1 1-5-16,-1 0 4 0,0-1 2 16,0 2 0-16,-1-2 9 0,1 0 1 0,0 4-3 15,0-4 3-15,0 0 3 0,-2 0 0 0,2-1 0 16,0 2 0-16,0 0 0 0,0-1 0 16,0 1 1-16,-2 0-1 0,2-1-2 0,0 4-2 0,0-3 2 15,0 1-2-15,0 0 1 0,0-1-3 16,-1 1 0-16,1 0 3 0,0 0-5 0,0-2 3 15,0 2-1-15,0 0 0 0,0 0-3 16,0 2 3-16,0-2-3 0,0 0 2 0,0 0-1 16,0 0-1-16,0 1-1 0,0 0-1 0,0 0 2 15,0 0-2-15,0-1 0 0,0 3-1 16,0-2 10-16,0 0 9 0,0 2 0 0,0-2 2 16,0 2-2-16,0 0 2 0,0 1-6 0,0-2-7 15,0 3-2-15,0-1-3 0,0 0-4 16,0 1 0-16,1-2 0 0,-1 0-2 0,0 1 0 15,0-2 2-15,0-2 2 0,0 3 1 0,0-4 5 16,0 1 1-16,0 0 5 0,0 1 0 0,0-1 0 16,-1 2 1-16,1-2-1 0,-2 0-2 15,1 1 1-15,1 1-3 0,-5-2 1 0,4 1-2 16,-2-1-1-16,-1 2-1 0,3-2 0 0,-3-2-1 16,0 2-5-16,0-1-4 0,0 0-20 15,-4-1-26-15,3 2-33 0,0-3-41 0,-3 3-57 16,-1-2-92-16,1 0-166 0,0 1-136 0,-1 0-12 15,-4-3 84-15,4 2 151 0</inkml:trace>
  <inkml:trace contextRef="#ctx0" brushRef="#br0" timeOffset="19715.5">20511 7878 140 0,'0'-4'411'0,"0"0"221"16,0 2 185-16,-1-2-93 0,1 3-137 16,0 1-91-16,0 0-61 0,-2 0-57 0,0 0-67 15,2 3-70-15,-1 1-61 0,-1 4-48 0,-1 5-36 16,0 3-15-16,-2 7 2 0,2 5 28 15,2 5 37-15,-3 2 31 0,3 6 16 0,-1 3-5 16,1 2-17-16,1 0-34 0,1 1-41 16,2 0-38-16,2-4-24 0,4-3-16 15,3-2-7-15,0-5-6 0,4-3-3 0,0-6-2 16,1-5-2-16,2-2 1 0,-1-7 1 0,0-3 0 16,0-5 2-16,2-6 0 0,-1-3 3 0,-1-5-1 15,1-6 1-15,-2-2-1 0,1-5-3 0,-2-2 0 16,-1-7 0-16,0 1 0 0,-1-4-1 15,-3-5 0-15,0 1 1 0,-3-6 2 0,-4 2-2 16,-2-5 1-16,1 0-1 0,-6 2 0 16,-2 3 2-16,-1 3-1 0,-5 5 0 0,-2 4 1 0,-4 6 0 15,1 7 1-15,-3 4-1 0,-2 5-1 16,-1 7-2-16,0 4-1 0,0 4-2 0,0 6 0 16,0 1-1-16,2 4-2 0,0 3 0 15,5 2-6-15,-1 2-24 0,0 2-47 0,3 0-52 16,2 1-48-16,2-1-79 0,1 1-129 15,1-1-139-15,3-4-209 0,2 1-231 0,-1 0-224 16,5-4-32-16,-1-2 307 0,1-4 432 16</inkml:trace>
  <inkml:trace contextRef="#ctx0" brushRef="#br0" timeOffset="19940.4">20431 8097 55 0,'7'9'567'0,"1"1"412"0,0-2 165 16,2-1-53-16,4 0-337 0,2 2-332 15,4-2-175-15,2-3-79 0,5-1-42 0,2-1-40 16,1-4-41-16,0 1-23 0,3-2-12 16,0-3-6-16,0 2-5 0,2-1-21 0,-5-1-81 15,0 0-145-15,-5 1-246 0,-4 1-279 0,-3 4-263 16,-6 0-190-16,-6 1 164 0,-8 2 457 15</inkml:trace>
  <inkml:trace contextRef="#ctx0" brushRef="#br0" timeOffset="22167.45">11795 5814 47 0,'0'1'219'0,"0"1"110"0,0-2 34 16,0 1-60-16,0 1-72 0,0 0-62 0,-2-2-44 16,2 0-33-16,-2 2-19 0,1-2-14 0,-1 4-4 15,0-3 2-15,-1 2 4 0,-1-1 1 16,1 0 3-16,-2 1 5 0,2 0-3 15,-1 2-3-15,1-2-8 0,-2 1-3 0,1 1 4 16,-1-1 2-16,1 2 3 0,-1 0 29 16,-2 0 12-16,2-1 4 0,-1 4-6 0,0-3-7 15,-2 3-12-15,3-2-35 0,-3 4-18 0,1-3-12 16,-1 4-5-16,1 1-4 0,-1-2-1 0,-1 2 61 16,1 0 44-16,0-1 20 15,0 1 12-15,-1 0-3 0,-1 2-2 0,2-2-52 16,-1 2-44-16,1-2-21 0,-2 4-9 0,2-2-6 0,-1 0-1 15,1 3 0-15,0-2-2 0,0 0 0 16,-1 2 1-16,1-3-1 0,1 1-1 0,-2-1 0 16,3 1 2-16,-1 0-2 0,-1-1 1 15,2 1-1-15,0 2 4 0,-2-3-1 0,3 2 1 16,-1 1-17-16,-1 0-8 0,-2 2 1 16,3-3 4-16,-1 3 1 0,-1-1 1 0,1 0 19 15,0 1 10-15,-1-1-3 0,2 1-5 0,-2 2 0 16,2-2 20-16,-1 3 6 0,1-1 2 15,1-1 4-15,-4 3-4 0,3-1-1 0,-1 1-20 16,2-2-9-16,-4 0-3 0,4 2-2 0,-1-2 1 16,-2 0 2-16,3-1 0 0,-2 2-15 15,0-1-13-15,2 1-3 0,-1 0-9 0,1 0-3 16,0-1-5-16,-1 2 17 0,0-1 8 0,3 0 5 16,0 0 5-16,-1-1 4 0,1 0 0 15,0 0 2-15,1 1 1 0,-2 0-3 0,2 1 2 16,-1 1-2-16,0 0 1 0,1 1 4 15,1 3 1-15,-1-4 4 0,1 4 21 0,-1-1 8 16,0-2 3-16,2 2-1 0,-1-1-1 16,-1 0-1-16,2 2-18 0,0-3-9 0,0 2-1 15,-2 0-20-15,2-1-10 0,0 1-7 0,-1 0-6 16,-1 0-4-16,2 0-1 0,0-3 14 0,-1 0 10 16,1 1 7-16,0-2 3 0,0 0 2 15,0-2 2-15,0 1 2 0,0-1 2 0,1 1-2 16,-1-1 0-16,0 0 3 0,3 1-1 0,-3 1 4 15,2-1 15-15,-2 1 12 0,3 1 7 16,-3-2-3-16,2 0 1 0,0 0 0 16,-1 2-19-16,-1-3-11 0,2-1-7 0,-1 1 0 15,1-1 3-15,-2 0-1 0,2-1 2 0,-1 4 2 16,-1-3 1-16,0 0-3 0,2 0-1 0,-1-1 1 16,-1 2-1-16,0-1-18 0,0 0-11 15,0 0-5-15,0-2-5 0,0-1-4 16,0 1 0-16,2-2 15 0,-2-1 9 0,3 1 8 15,-2-2 4-15,1 2 2 0,-1-2-1 0,-1 1 1 16,2-2 2-16,0 3-1 0,-1-2 0 16,-1 1 20-16,2 1 9 0,0-3 4 0,-1 3 2 15,1-1 1-15,-1-1 2 0,-1 3-19 0,2 0-8 16,0 1-2-16,-1 1-6 0,-1 1 1 16,0 0-4-16,0 2-2 0,0 0-2 0,0 0 1 15,0 1-1-15,0 0 1 0,0 1 3 0,0-2 4 16,0 1 0-16,2-1-3 0,-1 1 3 15,-1 0-1-15,0-3-1 0,2 2 1 0,1-3 0 16,-2 1-2-16,1-1 0 0,-1-2-1 16,1 0 0-16,0-1-4 0,-1 0 3 0,1-3-2 15,0-2-2-15,-1-2-3 0,2-2-9 0,-1-4-24 16,-2-1-41-16,3-4-88 0,-3-5-105 16,2-5-143-16,-1-3-270 0,-1-6-172 0,2-6-44 15,-2-1 178-15,0-6 274 0</inkml:trace>
  <inkml:trace contextRef="#ctx0" brushRef="#br0" timeOffset="22766.37">11760 7769 204 0,'1'0'423'0,"1"0"206"0,-1 3 101 15,-1-3-79-15,2 0-97 0,0 2-81 0,-1 0-70 16,-1 1-60-16,0 0-56 0,2 3-65 16,-2 1-43-16,0 4-29 0,2 1-16 0,-2 4-13 15,0 5-15-15,0 3-14 0,0 4-8 0,1 6 4 16,2 5 9-16,-1 3 15 0,4 4 10 16,-1 4-6-16,1 0-9 0,1 1-21 15,2-1-17-15,0 0-23 0,4-3-14 0,1-5-8 16,1-3-9-16,0-7-6 0,1-5-4 15,1-4-5-15,1-7-4 0,-1-3-2 0,-2-5 2 16,0-6 7-16,-2-5-3 0,3-6 2 16,-5-6 4-16,1-4-3 0,-2-7 0 0,1-6-1 15,-2-2 3-15,-4-5 3 0,0-2 4 16,-2-1 3-16,-1-3 2 0,-4 0 1 0,-3 1 0 16,-3-5-2-16,-1 3-4 0,0 0-3 0,-1 1-3 15,-4 6 0-15,3 1 4 0,-2 8 12 0,1 3 7 16,0 4 5-16,-2 7 0 0,3 4-3 0,-3 4-7 15,3 6-14-15,-2 3-7 0,2 5-6 0,0 2 1 16,1 6-7-16,-2 0-27 0,2 5-50 16,2 1-44-16,-1 1-58 0,0 0-115 15,0 0-152-15,0-1-176 0,1 2-244 0,4-3-239 16,-3 0-148-16,-2-4 187 0,3-1 428 0</inkml:trace>
  <inkml:trace contextRef="#ctx0" brushRef="#br0" timeOffset="22966.97">11662 8072 293 0,'6'4'876'0,"-3"0"319"0,2-1-12 0,1 0-177 16,4 0-493-16,-1 1-268 0,2-2-127 16,7 0-56-16,2 1-30 0,3-3-15 0,3 1-8 15,6-1 0-15,3-1-3 0,4 0-1 16,2-3-16-16,1 0-84 0,3-1-143 0,1 1-261 15,1-2-269-15,-2 2-260 0,-1 0-179 16,-3-1 182-16,-1 1 448 0</inkml:trace>
  <inkml:trace contextRef="#ctx0" brushRef="#br0" timeOffset="23710.39">12884 6486 186 0,'12'11'387'0,"-4"1"147"0,2-2 94 0,-1 2-235 0,1-2-190 16,0 1-94-16,-1-2-53 0,0 2-28 16,1-1 15-16,2-1 2 0,1 0 3 15,0 1-4-15,1-1-20 0,0 0-39 0,0 2-99 16,1-1-216-16,0 0-184 0,0 0-76 0,0 0 43 15,-2 1 140-15</inkml:trace>
  <inkml:trace contextRef="#ctx0" brushRef="#br0" timeOffset="23890.3">13602 7116 152 0,'16'18'341'0,"-1"-5"134"0,-2 1 96 16,1-1-226-16,0-1-154 0,-2-1-91 0,3-2-43 16,-2 0-11-16,1-2-30 0,-1-1-47 0,2 0-88 15,-2 1-212-15,1-4-129 0,-1 4-46 16,0 0 66-16,-1-1 129 0</inkml:trace>
  <inkml:trace contextRef="#ctx0" brushRef="#br0" timeOffset="24087.7">14253 7624 9 0,'18'15'255'0,"-1"-1"149"0,-4 1 128 0,-1-2-13 16,-1 0-208-16,2 3-143 0,-4-4-74 0,1-1-43 15,0 0-18-15,0-2-14 0,-2-1-19 16,-1 0-52-16,-1 1-161 0,0-2-199 0,-3-1-99 15,2 0 2-15,-3-2 92 0,1 1 149 16</inkml:trace>
  <inkml:trace contextRef="#ctx0" brushRef="#br0" timeOffset="24290">14784 8243 24 0,'18'19'248'0,"-6"-1"133"0,-2-4 111 16,2 2-54-16,-4-1-188 0,1-3-118 15,1-2-61-15,-3 0-48 0,1-1-37 0,-2-1-47 16,3 0-119-16,-1-2-191 0,-3 1-76 16,3 1 24-16,-3-3 83 0</inkml:trace>
  <inkml:trace contextRef="#ctx0" brushRef="#br0" timeOffset="24468.29">15289 8699 215 0,'19'20'382'0,"-2"-1"137"0,-1 3 41 0,0-1-191 0,-4-2-147 16,1 0-84-16,1 1-45 0,-1-2-26 15,1-1-27-15,-1-3-25 0,1-1-17 0,-1 0-28 16,1-2-55-16,-1-4-97 0,-1-1-233 0,2 0-113 15,-2-3-16-15,2 0 88 0,-2 0 149 16</inkml:trace>
  <inkml:trace contextRef="#ctx0" brushRef="#br0" timeOffset="24639.28">15964 9308 18 0,'25'29'268'0,"-1"2"155"0,-2-3 131 15,-3 0-21-15,3 1-215 0,-1-2-144 0,-2 0-84 16,3-3-42-16,-2-2-25 0,1-1-15 0,1-2-20 16,0-4-34-16,2 2-69 0,-3-4-147 15,2 0-179-15,-1 2-76 0,1-3 34 0,0 1 113 16</inkml:trace>
  <inkml:trace contextRef="#ctx0" brushRef="#br0" timeOffset="24807.58">17012 10262 45 0,'27'32'243'0,"-2"-2"116"0,1 2 94 16,0-2-118-16,1-2-148 0,-3-1-95 0,3-1-53 16,2 0-28-16,-3-6-16 0,1 1-38 0,2-4-98 15,-1 1-173-15,0-3-69 0,-1-2 9 16,3-1 66-16</inkml:trace>
  <inkml:trace contextRef="#ctx0" brushRef="#br0" timeOffset="25206.88">19537 12272 56 0,'30'32'208'0,"0"1"90"0,-1 2 2 0,-1-1-70 0,1 1-76 15,1-1-58-15,0 0-43 0,1 0-28 0,-1-3-12 16,2 1-7-16,1-1-1 0,1-2-1 16,0-1 6-16,2 0 1 0,-1 2-5 0,3-4-2 15,4-1 0-15,-2 1-25 0,3-2-39 16,0 0-77-16,1-1-109 0,-1-1-69 15,-1-1 5-15,1 0 63 0</inkml:trace>
  <inkml:trace contextRef="#ctx0" brushRef="#br0" timeOffset="25346.63">20829 13245 78 0,'38'32'241'0,"-5"0"110"16,0 0 25-16,0 0-69 0,-3 3-69 0,0-3-65 16,-1-1-39-16,-2 0-30 0,-2 0-27 0,2-3-20 15,-2-2-22-15,2-2-10 0,-2-3-13 0,-2-3-8 16,2-2-4-16,-1-2-25 0,-1-5-52 15,3-2-139-15,-6-1-182 0,4-3-73 0,-2-3 18 16,-3 0 94-16</inkml:trace>
  <inkml:trace contextRef="#ctx0" brushRef="#br0" timeOffset="26360.62">16321 9213 195 0,'10'5'434'0,"-1"-5"172"0,-1 0 94 15,2-5-217-15,-1-3-228 0,4-3-130 16,0-1-64-16,2-2-31 0,1-3-13 0,5-2-19 15,-3-2-35-15,2-2-57 0,2-1-133 16,-2 1-236-16,-1 0-126 0,3-1-12 0,-3 1 103 16,-1 1 171-16</inkml:trace>
  <inkml:trace contextRef="#ctx0" brushRef="#br0" timeOffset="26549.36">16987 8669 252 0,'9'2'505'0,"3"-2"184"16,-3-2 91-16,2-1-253 0,0-6-244 0,3 1-137 15,1-6-41-15,3-1-27 0,2-4-20 0,2 0-43 16,3-3-62-16,0 0-75 0,2-3-133 0,0 3-198 16,-2 0-194-16,1 2-45 0,0-1 94 15,1 1 179-15</inkml:trace>
  <inkml:trace contextRef="#ctx0" brushRef="#br0" timeOffset="26723.6">17836 8108 192 0,'10'-4'443'0,"-1"0"179"0,-1-2 100 0,0-2-209 15,1-2-228-15,2 0-142 0,1-5-71 16,3-1-55-16,1-3-72 0,4-4-71 0,2-1-170 15,4-1-216-15,1-2-113 0,3-4 21 0,2 2 136 16,4-3 173-16</inkml:trace>
  <inkml:trace contextRef="#ctx0" brushRef="#br0" timeOffset="28909.3">18334 7963 92 0,'-1'0'304'0,"-1"0"141"16,0 0 109-16,1 0-139 0,1 0-166 16,-2-2-88-16,2 2-56 0,0 0-29 0,0 0-22 15,0 0-17-15,2 2-16 0,-1-2 23 16,1 0 19-16,1 3 55 0,0-1 40 0,3 1 65 15,-1 2 55-15,3 0 54 0,0 2 27 0,3 2-14 16,-1 2-18-16,1 1-39 0,1 1-45 16,1 3-64-16,1 1-43 0,0 0-35 0,4 1-13 15,-2 3-7-15,2 0-3 0,2 2 16 0,0-1 20 16,0 3 5-16,1 3-12 0,0-3-12 16,-1 3 13-16,-1 3-11 0,0-1-16 15,-3 2-9-15,3 0-4 0,-2 3-3 0,-2-1-22 16,0 2-11-16,0-2-8 0,0 1-6 0,-2 3-2 15,0-1-3-15,-1 1 1 0,0 0-1 16,0 1-3-16,-2-1 2 0,-2 1-3 0,0 0 3 16,1 2 0-16,-3-2 0 0,1 0 3 0,-1 0 0 15,-3 1 3-15,3 0 0 0,-3-2-4 16,1 0 2-16,-3 0-2 0,2-1-2 0,-1-1-2 16,0 0-1-16,-1 0 0 0,3-2 0 15,-4 1 0-15,0-1 0 0,0-2 3 0,0 0 0 16,0 0 3-16,-4-1 2 0,1 3 1 15,0-3 0-15,-2 2-3 0,-1-1 1 0,-2 0-3 16,2 0-1-16,-1 1 0 0,-2-2-1 0,-1 4 3 16,1-3 0-16,-1 1 0 0,-1-2 0 0,2 3-2 15,1-5 0-15,-3 2-3 0,3 1-1 16,0-2-1-16,-2 0-2 0,1-1 0 0,1-2-1 16,0 0 0-16,2-2-1 0,-3 0 1 15,-1 0-1-15,2 0 0 0,-3-1-1 0,3 0-1 16,0 0 1-16,-3 1-2 0,2-2 1 0,1 1-1 15,-5-1 1-15,5 1 0 0,-1 0-1 16,-1 1 2-16,-1-4 0 0,2 3 1 0,-1 0 1 16,-1-1 0-16,3-1 1 0,0 1 0 15,-1-2 0-15,1-2 2 0,0 1-1 0,0-2 0 16,0 0-1-16,0-3 0 0,2 0 0 0,-1-1-2 16,1 0 2-16,-1 2-1 0,-2-3-1 15,1 0 1-15,-2 2-1 0,2-1 0 0,0-1-1 16,-2 2 0-16,1-1 0 0,2-1 0 15,-1 1 0-15,2-2-1 0,-2-3 0 0,4 2 0 16,0-3 0-16,1-2-1 0,0-1 1 0,1-1 0 16,-1 0-1-16,3-2 1 0,-2 0 0 0,1-1 0 15,-1 1 0-15,2-1 1 0,-1 0-1 16,1 2 1-16,-5-1-1 0,5 1-1 0,-3 0 0 16,2 2 0-16,-3-2-1 0,3-1 1 0,-1 1 0 15,1 1-1-15,1-4 0 0,-2 5 0 16,0-5-1-16,2 1 0 0,0-1-2 0,-1 0 0 15,-1 0 0-15,2 0 0 0,0-1 1 0,0-4-4 16,2 3-4-16,-1-3-9 0,1 0-12 16,0-3-20-16,-1-1-45 0,2 1-68 0,-1-3-62 15,0-1-100-15,-1-3-151 0,-1 3-203 16,0-4-239-16,3 2-210 0,-3-2-185 0,0-3 111 16,0 2 434-16,0 0 424 0</inkml:trace>
  <inkml:trace contextRef="#ctx0" brushRef="#br0" timeOffset="29496.4">18359 10669 58 0,'2'-6'327'0,"0"2"193"0,-2-2 166 15,0 2-40-15,0-1-155 0,1 0-105 0,1 0-43 16,-1 2 2-16,4-2 1 0,-4 3-3 15,1-3-30-15,-1 3-37 0,-1 0-42 0,2-1-29 16,0 2 2-16,-1-1 8 0,-1 0 19 16,2 1 6-16,0 1-7 0,-2 0-23 0,0-1-36 15,0 1-40-15,0 0-35 0,0 0-27 16,0 0-14-16,0 0-10 0,0 0-9 0,0 1-5 16,0-1-8-16,0 0-4 0,0 1-4 0,0-1-5 15,0 2-2-15,0 1-4 0,0 2-1 0,0 2-1 16,-2-3 0-16,2 5 0 0,-2 1 1 15,2 0 0-15,0 1 1 0,0 2 1 0,0-1 2 16,0 2 0-16,0 3 0 0,0-3 1 16,-1 1 0-16,1 3-2 0,-2-2 1 0,2 4 1 15,0-1-3-15,0 4 0 0,0-4-1 16,0 0 0-16,0 1-3 0,0-1 0 0,0 4-1 16,0-6-2-16,2 1 0 0,-1-1-1 15,3 0 0-15,-3-3 0 0,2 0 0 0,2-4 0 16,0 1 2-16,2-2-1 0,2-1 1 0,-1-1 0 15,0-1 1-15,2-3 1 0,2 0 1 16,2-3 1-16,-2-2 2 0,4-1 2 0,-2-1 3 16,4-3-1-16,-1-2 1 0,0 0-1 0,0-1 1 15,-2-1-4-15,1-2-2 0,0 2-1 16,-2-1 0-16,0-1-2 0,-1 0-1 0,-2-1 0 16,2 2 0-16,-4 1-1 0,2-1-2 0,-3-1 0 15,0 3 0-15,-1 1 0 0,-3-2-1 16,2 4 0-16,-3-2 0 0,-1 3 0 0,0 0 0 15,-1 2-4-15,-1 0-9 0,0-1-15 0,0 3-27 16,-1 0-63-16,-1-3-76 0,0 3-140 16,1 0-238-16,1 2-312 0,0 0-356 0,1-3-267 15,1 0-71-15,1-1 555 0</inkml:trace>
  <inkml:trace contextRef="#ctx0" brushRef="#br0" timeOffset="30205.69">19251 10493 121 0,'0'-2'372'0,"0"0"201"0,0 0 169 16,0-2-106-16,0 2-113 0,3-3-59 0,1 0-16 15,-3 1-16-15,5-1-35 0,-3-1-48 16,4-1-29-16,-1 1-13 0,5-2-10 0,0 1-20 15,4-1-26-15,0 0-24 0,1 2-42 16,1-1-49-16,1 0-48 0,2 2-39 0,-1 2-14 16,0 0-17-16,-1 3-5 0,-1 1-6 15,-1 1 0-15,-2 2 12 0,0 2-1 0,-2 1 9 16,-2 4 4-16,-2-1 4 0,-3 3 2 0,-2 1-4 16,-1 2-2-16,-5 3-1 0,-2 1-4 0,-3 2-2 15,-4 3-4-15,-3 0-2 0,-4 2-3 16,0 1-1-16,-3 1-3 0,-2 3-1 0,-1 0 1 15,2-1-1-15,2 1-1 0,-1-3-1 0,6 1-1 16,-2-2-2-16,4-5-2 0,3-1-1 16,2 0-2-16,4-4 0 0,2-1-2 0,3-1 2 15,1-2 0-15,2-2-1 0,5-4-2 16,2 1 1-16,2-3-1 0,3-1 1 0,2-4-1 16,7-1 1-16,-2-3-2 0,3-4-11 15,2-2-18-15,3-1-41 0,0-2-72 0,0-5-73 16,2 2-125-16,-2-3-173 0,-2-1-301 0,2-1-288 15,0 2-209-15,-3-3-108 0,-1 1 337 16,-1-1 550-16</inkml:trace>
  <inkml:trace contextRef="#ctx0" brushRef="#br0" timeOffset="30541.07">19951 10663 341 0,'0'18'857'15,"-1"0"334"-15,-3 3 9 0,1 0-241 16,2 5-220-16,-2 1-215 0,3 3-137 0,3 2-69 0,-3-1-53 15,3-1-63-15,0 0-76 0,4-3-52 16,1-5-26-16,2-2-19 0,5-7-11 16,-1-3-5-16,7-8-4 0,-3-4 0 0,3-9 1 15,1-3-2-15,0-7-1 0,0-3 1 0,1-4 3 16,-3-6 2-16,2 1 7 16,-4-4 4-16,1 0 6 0,-6-1 4 0,-1 2 2 15,-4 0 2-15,-2 0-5 0,-4 0-3 0,-4 2-4 16,-1 1-5-16,-2 3-6 0,-3 3-4 15,-2 2-3-15,-5 6-3 0,-1 4-2 0,-1 4-2 16,-4 5-2-16,-1 4-2 0,0 6 0 16,-2 4-3-16,-1 5 0 0,2 3 0 0,2 6-3 0,0 0-8 15,2 2-16-15,3 0-38 0,-1 2-69 16,4-1-69-16,1-1-111 0,1-3-168 0,1 0-278 16,-1 0-288-16,5-2-211 0,-1-1-143 0,1-4 251 15,0-3 548-15</inkml:trace>
  <inkml:trace contextRef="#ctx0" brushRef="#br0" timeOffset="30767.85">19955 10653 365 0,'12'4'1282'0,"1"1"384"15,-2-1-227-15,-1 1-332 0,0-2-469 0,2-2-293 16,2 0-174-16,-2-1-77 0,7-1-36 0,-1 0-18 15,4-2-14-15,1 0-9 0,4 0-6 0,-1 0-3 16,4 0-3-16,0 1-3 0,0 1-69 16,0-1-69-16,0 4-143 0,-1 1-275 0,-3 0-305 15,-4 3-384-15,-1 1-250 0,-4 2-18 16,-4 1 612-16</inkml:trace>
  <inkml:trace contextRef="#ctx0" brushRef="#br1" timeOffset="38847.9">10601 9194 177 0,'3'-2'334'0,"-3"2"139"0,2-1 16 15,-2-2-84-15,1 3-77 0,-1 0-54 16,0 0-30-16,0 3-5 0,2-2 12 0,-2 3 24 16,0-1 36-16,3 3 25 0,-2 2 9 0,-1-2-17 15,0 1-46-15,0 2-51 0,0 0-56 0,0 2-34 16,0 1-19-16,0 1 2 0,0 4 19 16,2-1 12-16,-2 2 4 0,1 2-9 0,-1 3-16 15,0-1-21-15,-1 1-28 0,1 3-20 16,-2 0-14-16,1 2-12 0,-2-1-10 0,1 0-7 15,1 0-7-15,-1-1-5 0,1-2-6 16,-1-3-1-16,2 2 1 0,0-6-4 0,0-1 0 16,3-2 3-16,-1-2-2 0,-1-1-2 0,1-2 2 15,1-4 1-15,-2 2 0 0,2-3 0 16,-1 1-2-16,0-3 0 0,-1 0 1 0,1 1-1 16,1-3 2-16,0 1-1 0,-1-1 2 0,1 2 2 15,0-2 1-15,2 0-1 0,-1 2-1 16,-2-2 1-16,3 1 3 0,1 0-2 0,-1 1-2 15,3 1 3-15,-2-2 0 0,2 4-1 0,0-3 2 16,3 4 1-16,0-3 2 0,0 3-1 16,0-2 2-16,2 1 3 0,1-1-1 0,0 0-1 15,2 1 0-15,0-2 4 0,1 2 2 16,1-1 1-16,-1-1 1 0,2 0 3 0,3 0 1 16,-1 1-2-16,0-2-4 0,2 1-2 15,-1-2-2-15,0 1-4 0,-1 1-4 0,1-3 0 16,0 0-1-16,-1 2-1 0,1-2-2 0,0 3 0 15,-3 0 0-15,2-2 0 0,-1 3-2 16,-1-2 2-16,0 2-2 0,0-2 1 0,-3 3 1 16,1-2-1-16,-2 0 0 0,0 0-1 0,-2 0 0 15,1 0 0-15,-3 0-1 0,-1-2 0 0,2 2 0 16,-2-1 1-16,-2 0-1 0,0 0 0 16,-1 1 2-16,0-2-1 0,-1 1 1 0,-2 0-1 15,0-1-1-15,-2-1 0 0,2 1 0 0,-1-1-1 16,-3 0 0-16,2 0 2 0,0 0 1 15,-2 0 0-15,1-1 1 0,-1 1 4 0,0-1 3 16,2-3 2-16,-2 2 2 0,0-2 1 0,0 2 1 16,2-3-2-16,-2 1-4 0,0-1-2 0,0-1-2 15,0-1-3-15,0 1-1 0,0-3 0 16,0 1-1-16,0-1-1 0,0 0 1 16,0 0-1-16,0-1 2 0,0-1 1 0,0 1-1 15,1-1-1-15,-1-1 1 0,2 0-1 0,-1-3 0 16,1 2-1-16,0-3-1 0,-1 3 2 15,4-5-1-15,-1 0 0 0,0-1 0 0,-1-1 0 16,0-3 1-16,3 1-2 0,-2 0 1 0,0-3-1 16,1 3 0-16,0-1 0 0,-1 3 1 15,0 0 0-15,0 1 0 0,-2 1 0 0,1 1 0 16,1 0 1-16,-1 1 0 0,1 1 0 16,-1 0-1-16,-1 2 0 0,1-1 0 0,-1 1-1 15,1 1 1-15,-2 2 0 0,1-1 0 0,0 3 1 16,-1-3 0-16,-1 4 1 0,0 0-1 0,0 2 1 15,0 1 1-15,-1 1 5 0,-1-1 2 16,0 2 1-16,1 0 0 0,-4 1 0 0,3 1-3 16,-2 0-2-16,-2 0-2 0,3 1-1 0,-4 1-1 15,2-2 1-15,0 2 4 0,-1 0 3 16,0 0 3-16,1-1 5 0,-1 1 1 0,-1-1 2 16,1-1 0-16,-2 2 1 0,2-1-1 0,-2-1-2 15,0 0 1-15,-3 2-2 0,2-2-1 16,-3 0 0-16,0 0 0 0,-3-2-2 0,0 2 1 15,-1-3 2-15,-3 2 0 0,-1-2-2 16,-3-1-1-16,0 0 0 0,-3 0-4 0,0-2-3 16,-3 0-2-16,1 0-1 0,-1 0-2 15,-2 4 0-15,-1-3-1 0,0 4-1 0,-1 0 0 16,3 1-1-16,-2 0 0 0,2 2-1 0,-1 3-1 16,2-3 0-16,1 4-1 0,2 0 1 15,1-1-1-15,3 1 0 0,2-2 0 0,2-1-5 16,4 1-9-16,3-1-20 0,1-1-27 15,1-1-70-15,4-1-83 0,2-1-157 0,3 1-279 16,3-2-325-16,2 2-389 0,4-1-240 0,-1-1 27 16,5 0 693-16</inkml:trace>
  <inkml:trace contextRef="#ctx0" brushRef="#br1" timeOffset="41481.05">11480 9407 95 0,'1'5'334'0,"-1"0"173"0,-1-3 142 15,1 3-83-15,0-3-127 0,0 2-79 16,1-2-44-16,-1 1-35 0,2 0 16 0,1-2 8 15,0 3-17-15,4-3-13 0,-1 0-11 0,3 3-3 16,-1-4-36-16,5 1-20 0,3-1 5 16,1 0-5-16,4 0 4 0,1 0-9 0,5 0-18 15,1-1-32-15,1-1-42 0,2-1-31 0,-1 2-29 16,3-3-20-16,-1 3-10 0,1 0-7 16,-1-1-4-16,-2 0-3 0,2 1-1 0,-2 1-2 15,-2-2-1-15,0 2 0 0,-5 0-1 16,1 2-4-16,-2-2-2 0,-5 0-33 0,-1 1-58 15,-3 1-49-15,-3-2-72 0,-3 0-143 0,-4-2-200 16,-3 1-280-16,0-2-226 0,-5 0-210 16,0 1-3-16,-4-5 438 0</inkml:trace>
  <inkml:trace contextRef="#ctx0" brushRef="#br1" timeOffset="41785.44">11970 9303 289 0,'3'0'589'16,"0"0"209"-16,2 1 100 0,2 1-191 0,2-2-170 16,0 2-120-16,4-2-50 0,1 2-30 0,2-2-41 15,1-2-66-15,1 2-60 0,2 0-37 0,1 2-11 16,-2-2 9-16,0 3 12 0,0-1 14 16,-3-1-3-16,-1 2-11 0,0 0-15 0,-2 0-23 15,-1 2-13-15,-4-1-18 0,0 0-7 16,0 1-3-16,-4 1-8 0,-4 0-7 0,0 2-9 15,-3 3-8-15,0-3-11 0,-5 4-6 0,0 0-5 16,-1 1-3-16,-2 1-3 0,-2 2 0 16,3-2-1-16,-3-1 0 0,1 1-6 0,0-3-19 15,2 0-48-15,2-3-65 0,0 0-86 16,-1-4-165-16,3 1-278 0,1-2-313 0,0-2-281 16,3 1-196-16,2-2 136 0,4-2 602 15</inkml:trace>
  <inkml:trace contextRef="#ctx0" brushRef="#br1" timeOffset="43241.33">21490 9338 105 0,'1'-2'297'16,"-1"-3"145"-16,2 2 96 0,0 0-97 0,-2 0-93 16,0 2-50-16,1-1-3 0,-1 1 15 0,0-1 4 15,2 2 0-15,-1 0-10 0,-1 2-12 16,0-2-32-16,0 1-29 0,0-1-34 0,0 2-36 15,0 1-25-15,0-1-25 0,0 3-19 16,0 1-17-16,0 1-11 0,0 4-3 0,0 2-4 16,0 2 11-16,0 5 24 15,0 1 21-15,0 5 11 0,2 0 1 0,-2 3-6 0,2-1-20 16,-1 2-30-16,-1 2-24 0,3-2-17 16,-1-1-12-16,2-2-5 0,0-2-6 0,-1-2-2 15,0-3-4-15,0-4-1 0,0-3-3 0,1-1-1 16,-3-3 0-16,-1-1-15 0,2-5-27 15,-2-1-33-15,-2-2-31 0,2-4-34 0,-1-3-64 16,-3-2-94-16,1-7-105 0,-2 0-112 16,2-1-205-16,-2-2-247 0,-1-4-120 0,2 0 134 15,-3-1 308-15,2-2 302 0</inkml:trace>
  <inkml:trace contextRef="#ctx0" brushRef="#br1" timeOffset="43704.2">21466 9312 56 0,'7'-4'255'0,"-3"2"138"16,4 0 136-16,0 1-78 0,2 1-115 0,0 0-31 16,2 0 0-16,0 0 4 0,2 0 32 0,2 0 8 15,2 0 22-15,-2-2-27 0,2 2-28 16,0-1-42-16,-1 0-55 0,0-1-49 0,0 0-48 16,-2 0-29-16,0 0-24 0,-1 0-15 15,-2 1-15-15,-2 1-2 0,1 0 2 0,-2 0 3 16,0 1 7-16,-2 1-3 0,-1 0 0 15,-1-1-4-15,-2 0 12 0,2 1-3 0,-3 0 3 16,0-2 18-16,-1 1 18 0,1 0 20 0,-1 1 3 16,-1 1 4-16,2-1-5 0,-2 2-15 15,-2 0-18-15,2 1-19 0,-1 0-20 0,-1 3-13 16,2-2-9-16,-1 3-5 0,-1 0-4 16,0 2-2-16,2 1-1 0,-3 1 0 0,3 0-1 15,0 4-1-15,0-2-1 0,0 4 1 16,0-1-3-16,0 5-1 0,2-4 1 0,-1 1 1 15,-1 1-2-15,0 2 0 0,2-2 0 0,0 1 1 16,-2-1-2-16,1 1 0 0,-1-2-1 0,0 1 2 16,0 0-1-16,0 0 1 0,0-3 1 15,-1 1-1-15,-1 0 2 0,0-1 1 0,-1-2-3 16,1 0 0-16,-1 1-1 0,2-7 2 0,-3 3 0 16,1-4-1-16,2-2-10 0,-1-1-42 15,-4-1-60-15,5-3-54 0,-6-2-82 0,2-2-136 16,-3-3-160-16,1-1-179 0,0-1-225 15,-1-2-213-15,-1-1-51 0,-2-1 286 0,0 2 406 16</inkml:trace>
  <inkml:trace contextRef="#ctx0" brushRef="#br1" timeOffset="43942.26">21548 9799 305 0,'0'2'551'0,"3"1"256"0,-3-2 97 16,2 1-167-16,0-2-154 0,-1 1-128 0,-1-1-94 15,3 2-68-15,1 0-72 0,0-2-53 16,1 2-41-16,3 0-16 0,0 0-11 0,2 0-19 16,0 2-13-16,3-3-11 0,3 0-12 15,-2-1-10-15,3 0-9 0,-1 0-7 0,2-1-5 16,-1 0-7-16,0-1-3 0,-1-1 2 16,0 2-23-16,-5-3-19 0,2 2-36 0,-5 0-82 15,-2-1-121-15,-3-3-149 0,1 4-182 0,-4-4-277 16,0 1-214-16,-4-1-4 0,-1 0 276 0,1-1 357 15</inkml:trace>
  <inkml:trace contextRef="#ctx0" brushRef="#br1" timeOffset="44401.23">20653 9447 101 0,'-4'2'370'0,"-1"-2"228"0,2 0 223 0,-2 1-23 0,0-1-122 15,2 0-95-15,-2-1-79 0,4 1-78 16,-4-2-81-16,4 2-88 0,-1-2-79 0,1 2-56 16,1 0-38-16,0 2-26 0,0-2-18 15,0 2-11-15,1-2-13 0,2 0-10 0,2 0 8 16,1 1 8-16,2-1 43 0,2 3 22 16,4 0 13-16,0-2 35 0,3 2 8 15,-1 0-2-15,5 0-30 0,-1 0-20 0,1 0-9 0,3-1-29 16,-1 0-18-16,2 0-10 0,1 0-7 15,-5-1-3-15,2 0-5 0,-1 1-3 0,-3 0 0 16,2-1-1-16,-2-1 0 0,-5 1-2 16,2 1 0-16,-5 0-2 0,-1-1-9 0,-4 0-50 15,1 1-58-15,-3 1-72 0,-4-3-162 0,-4 0-264 16,0 0-312-16,-4-3-264 0,0 1-209 16,-2 0 74-16,-2-3 587 0</inkml:trace>
  <inkml:trace contextRef="#ctx0" brushRef="#br1" timeOffset="44676.55">20941 9381 265 0,'8'-2'479'0,"-1"1"210"0,3-1 197 0,2 1-156 16,2 1-123-16,2-1-78 0,2-1-52 0,3 0-70 16,1 1-89-16,4 0-92 0,-3 1-48 15,2 1-29-15,-2 0-19 0,0 3 5 0,-2 0 17 16,-2 1 1-16,-2 0-15 0,-1 3-7 15,-2-1-8-15,-2 2-17 0,-3 3-27 0,-3-3-17 16,-1 2-14-16,-2 1-12 16,-3 0-7-16,-1 0-9 0,-3 1-8 0,-2 1-2 0,-3-2-2 0,-1 1-4 15,-1 1-3-15,-3-3-9 0,-2 1-33 16,-3 1-68-16,-3-1-72 0,1 0-147 16,-2-2-236-16,-3 0-313 0,1 2-310 0,4-1-217 15,-1 0-18-15,4 1 543 0</inkml:trace>
  <inkml:trace contextRef="#ctx0" brushRef="#br1" timeOffset="62111.67">12337 9433 73 0,'4'0'215'16,"1"0"82"-16,0 0 9 0,0 0-108 0,1-1-83 15,2 1-49-15,-2-2-26 0,-1 2-10 0,3-1-9 16,1-2-4-16,-1 3-8 0,0-2-1 16,0 2-1-16,5 0-1 0,-2-3 11 0,1 3-22 15,1-2-9-15,3 2 3 0,0 0 3 16,1 0-1-16,-1 0-8 0,1 0 20 0,1 0 11 16,-1 0-1-16,2 2-7 0,0-2-1 15,-2 0-1-15,1 0 0 0,2 0 2 0,-2 0-2 16,-1 0-1-16,1 3 1 0,-1-3 0 15,2 0-2-15,-3 0-2 0,3 0 4 0,-2-3 2 16,2 3-3-16,-3-2 26 0,3 2 13 16,1-1 9-16,-2 0-1 0,-1-3-1 0,1 3 2 15,1-2-32-15,-1 1-9 0,-1 0-8 0,0 0-4 16,-1 0-4-16,-1 1-2 0,1 0 0 0,0 1 1 16,-1 0 7-16,-2 0 0 0,0 0 5 15,3 0 3-15,-3 1 2 0,1 0-2 16,0 1 2-16,-1-2-5 0,1 2 3 0,0-1-2 15,0-1 2-15,-1 0 0 0,1 1 0 0,-1-1-2 16,1 2-4-16,0-2 3 0,-1 2 5 16,1-1-2-16,-2 0-28 0,1 3-11 0,-1-2-8 15,-1 3-8-15,1-5-2 0,0 5-3 0,-2-2 25 16,2 2 13-16,-3-3 6 0,2 2 4 16,-1 0 3-16,-1-1 1 0,-1 0 0 0,1 1 0 15,-1-3 0-15,1 3 0 0,0-3-4 0,-3 1 2 16,2-1 0-16,-1 1-2 0,-1-1 2 15,1 1 0-15,-2-2 2 0,2 3 0 0,-2-2 2 16,-1 0-2-16,2 1 0 0,-1 0-2 16,-2 0 2-16,2 0-2 0,0 0 2 0,0-1 2 15,0 0-2-15,1 1 2 0,-2 0 0 0,3-2 0 16,-2 0 0-16,1 0 0 0,3-2 4 0,-2 2-6 16,1-2 0-16,1 2 0 0,0-1 0 15,1 1 0-15,0-1-2 0,0 1 2 0,0 0 0 16,3 0 27-16,-1 0 11 0,0 0 3 15,1 0 2-15,0 0 2 0,3 0 2 16,-2 0-27-16,-1 0-14 0,3 0-4 0,-2 0-6 0,2-2 0 16,-2 2-8-16,2 0 2 15,0-2 0-15,1 2-1 0,-1 0 3 0,0 2 4 16,1-2 4-16,-1 2 0 0,1-1 4 0,-1 0 6 16,1 1-1-16,1 0-1 0,-1-1 2 0,1 0 0 15,1 1-2-15,-1 1 1 0,2-3 5 0,0 0-29 16,1 0-15-16,-1 0-7 0,1-3-4 15,1 3-8-15,-1-2-2 0,2 1 24 0,-1 0 12 16,2 1 5-16,-3-2 4 0,2 2 4 0,-1-2 2 16,-2 2 0-16,0 0 0 0,2 0 0 15,-3 2 2-15,0 0 24 0,0-1 12 0,-3 2 5 16,3 0 4-16,-3-1 0 0,1 1 0 16,-1 0-26-16,0 0-13 0,-2 1-8 0,2 0-2 15,-2 0-4-15,0 0 4 0,1-1-3 0,-2 1-1 16,0 1 2-16,1 0-2 0,-1-1 0 0,-2 0-4 15,3 0 2-15,-2-2 4 0,2 2 3 16,-3-2 2-16,0 0 7 0,3 1 0 0,-3-2 2 16,3 1 0-16,-2 1 0 0,-1-3-3 15,1 0-1-15,-1 2 0 0,2-2 2 0,0 3-4 16,-4-3 4-16,5 1-2 0,-3-1 0 0,-1 0-2 16,4 2-1-16,-3-2 3 0,3 1-2 15,-3 1-27-15,2-2-11 0,1 2-9 0,-1 0-4 16,1 0-6-16,1 0-1 0,0-1 27 15,1 0 11-15,1 1 7 0,-1-2 5 0,2 2 2 16,-1-2-2-16,2-2 0 0,0 0 2 0,0 2 2 16,0-1 0-16,0 0 0 0,-2-1 2 15,2-2 0-15,-1 4-2 0,2 0-2 0,-4-2 25 16,5 2 14-16,-3 0 2 0,0 0 2 16,3 2 0-16,-4-2 4 0,2 0-29 0,0 4-12 15,0-2-6-15,0 0-2 0,0 0-4 0,0 1-4 16,0 0 2-16,-2-2 5 0,5 2 5 15,-3-2 0-15,0 1 5 0,2 1 5 0,-1-3-2 16,-1 2 2-16,2-1-2 0,-1-1 0 16,0 0-5-16,1 0 7 0,0 0-27 0,-2 0-17 15,3 0-5-15,0 0-4 0,-1 0-2 0,1 0-7 16,0 0 27-16,0 0 11 0,1 0 6 16,-1 0 1-16,-1 0 5 0,0 0-2 0,1 0 4 15,0 0-2-15,-2 2 2 0,0-2 0 0,2 1-4 16,-1-1 27-16,1 0 10 0,0 2 4 15,-2-2 4-15,1 0 0 0,1 1 2 0,0-1-26 16,-1 2-15-16,1-1-4 0,0-1-3 0,-1 1-5 16,1-1 4-16,0 2 2 0,-2-2 8 15,1 0 2-15,1 2 8 0,0-2 3 0,-1 1-3 16,1-1-2-16,2 0-1 0,-1 0-1 16,-2 0 2-16,4-1-30 0,-1 1-9 0,0-2-8 15,0 2-8-15,1 0-2 0,0-2-6 16,2 2 24-16,-2 0 11 0,0-1 7 0,-1 1 7 0,2-1-2 15,-1 1 0-15,-2 0 4 0,0-2 25 16,1 2 14-16,-1 0 4 0,-1 0 4 16,1 0 0-16,0 0-2 0,-1 0-28 0,2 0-11 15,-3-1-10-15,2 1-6 0,-1 0-1 0,0-2-1 16,-1 2-2-16,1-1 4 0,0 1 5 16,-2-2 3-16,1 2 4 0,0 0 5 0,-2 0 5 15,2 0 0-15,1 2-2 0,-5-1 1 0,4-1-3 16,-1 2-2-16,-1-1 0 0,0 1 0 15,0 0 0-15,2 0 4 0,-1 1-2 0,-1 0-28 16,3 0-11-16,-3-2-9 0,2 3-7 0,-1-3-3 16,1 0-3-16,-3 1 24 0,0 1 13 15,3-3 11-15,-5 2 26 0,1-2 14 0,1 3 6 16,-3-2 4-16,1 2 0 0,1-1 2 16,-2 0-26-16,0 0-13 0,-2 0-4 0,3 1-4 15,-2-2-2-15,0 3-2 0,-1-2 0 0,0 0 2 16,3 1 2-16,-4-2-2 0,2 0-2 15,-1 1-2-15,1 0 1 0,-3-1-5 0,2 1 0 16,1-2-2-16,-1 1 4 0,1-1-1 16,-1 0-1-16,1 0 2 0,-1 0 2 0,1 0 6 15,-1 0 2-15,1 0 4 0,0 0 4 0,-1 0 1 16,2 0-1-16,-2 0 0 0,1-1-2 16,1 1 0-16,0-2 2 0,0 2-1 0,0 0 3 15,0 0 0-15,2 0 2 0,-3 2-5 16,3-2 1-16,0 1-6 0,0 1 4 0,0-1-2 15,1 1-2-15,-1-1 0 0,2-1 0 0,1 2 2 16,0-2 0-16,0 0-3 0,0 0-1 16,0 1 2-16,0-1-2 0,1 1-6 0,-4-1 0 15,4 0 3-15,1 2-5 0,-5 0 0 16,5-1 0-16,-1 0 0 0,-2 1 0 0,1 0-2 16,1-1-2-16,1 0 2 0,0 3-3 15,-1-3 1-15,1 0-2 0,0 1-2 0,2 1 3 16,-1-3 3-16,0 0 6 0,0 2 2 0,3-2 4 15,-3 3 7-15,1-2 3 0,2-1-2 16,-1 2 0-16,2-1 0 0,-2 1 1 0,2-2-3 16,-2 2 2-16,4-2 12 0,-1 4 3 0,2-2 3 15,0-1 1-15,0 0 2 0,0 1-1 0,0 0-9 16,0-2 3-16,0 1-1 0,-1 0 3 16,1 1 1-16,-2-2-3 0,2 1-3 0,0 1-11 15,0-1-8-15,0 0-8 0,0-1-4 16,-1 0 4-16,1 2 4 0,-2-2 6 0,1 0 0 15,1 0 7-15,-3 0 3 0,0 0 0 0,0 0-3 16,-1 0-26-16,0-2-75 0,-4 2-254 16,-3 0-132-16,-2 0-34 0,-6 0 48 15,-3 0 126-15</inkml:trace>
  <inkml:trace contextRef="#ctx0" brushRef="#br1" timeOffset="86846.06">20622 9454 118 0,'0'2'227'16,"1"-1"60"-16,-1 0-30 0,0-1-64 0,2 2-40 15,-1-2-22-15,-1 2-5 0,4-2 2 0,-4 1-3 16,1-1-4-16,-1 0-7 0,0 2 0 16,2-2 4-16,-1 1 3 0,-1-1 7 0,0 0 12 15,2 0 4-15,-2 0 6 0,0 0 13 16,2 0 13-16,-2 0 11 0,-2 2 11 0,2-2 7 15,0 1 7-15,0-1-6 0,0 0-5 16,0 0-12-16,0 0-10 0,0 0-8 0,0 0-16 16,0 0-16-16,0-1-20 0,0 1-22 0,0-2-23 15,0 1-22-15,0-1-18 0,0 1-15 0,0-1-8 16,-2 0-6-16,2 1-3 0,0 0 0 16,0-2 2-16,0 1 0 0,0 1 1 0,0 0-2 15,0-1 3-15,0 0 0 0,0 2 0 0,0 0-2 16,0-1 1-16,0 1-1 0,0-1 1 15,0 1-1-15,0 0-3 0,0 0 3 0,0 0-1 16,0 0-1-16,0 0-4 0,0 0 2 0,0 0 0 16,0 0 0-16,0-2-2 0,-1 2 5 15,1-2 0-15,0 1-2 0,-2 1 1 0,2-1 5 16,0-1 5-16,0 0 0 0,0 1 8 16,0-1 4-16,0 1-2 0,-1-2-3 0,1 1 1 15,0 2 4-15,0-3-5 0,0 1 1 16,-2 0 3-16,2-2 6 0,0 2 4 0,0-2 1 15,2 2 10-15,-2-2 7 0,0 0 9 0,0 0-4 16,0-1-6-16,-2 2-6 0,0-1-8 16,2-2-3-16,0 1-12 0,0-1 0 0,0 0-1 15,0-1-5-15,0 2 2 0,-1-3-3 16,1 1-3-16,0 0 0 0,0-1 3 0,0 0 4 16,0 0 8-16,0 1 6 0,0-4 4 0,0 3 2 15,0-3-4-15,-2 3-4 0,2-3-8 16,0 2-9-16,0 2-4 0,0-1 3 0,0 2 10 15,-1 0 7-15,1 2 2 0,0 1 7 16,0 1-2-16,0-1-6 0,0 1-8 0,0 1-9 16,0 0-3-16,0 1-6 0,0-1-3 0,0 1 1 15,-2 0-5-15,2 0 1 0,0 0 0 0,-3 1 1 16,3-1 0-16,0 2 1 0,-1 0-1 16,-1 1 2-16,2-1 0 0,-1 2-3 15,1 1-2-15,-2-1-19 0,0 0-35 0,2 0-53 0,-1-1-46 16,1 0-48-16,-2 0-92 0,0-1-112 15,2-2-108-15,-3 2-130 0,3 0-248 0,-1-1-212 16,-1 1-15-16,0-1 256 0,1-1 353 16</inkml:trace>
  <inkml:trace contextRef="#ctx0" brushRef="#br1" timeOffset="89762.18">20511 9231 108 0,'0'0'270'15,"2"0"110"-15,-1 0 38 0,-1 0-117 16,0 0-102-16,2 0-67 0,-2 0-36 0,2 0-21 15,-2-2-15-15,0 2-8 0,1-1-5 0,-1 1-2 16,0-2 4-16,2 1 5 0,-2 1 9 0,1-1 4 16,-1-1 13-16,0 0 6 0,2 1 5 15,-2 0 11-15,3-1 3 0,-3 0 5 16,0 1 10-16,0 1 4 0,0-1 4 16,0-1 3-16,0 0-1 0,1 1-10 0,-1-1-5 0,0 2-9 15,0-1-9-15,0-2-15 0,0 1-14 0,0 2-7 16,0-5-17-16,2 3-13 0,-1-3-10 15,-1 0-3-15,2-1-4 0,1 1-5 0,1-3 1 16,-3 1 0-16,2-2 1 0,1 0 2 0,-1 0 1 16,0-2 14-16,1 0 25 0,1 3 15 15,-2-3 11-15,2 1 10 0,-2 1 7 0,1 0-7 16,-3 0-19-16,4 0-11 0,-3 1-7 16,2 0-5-16,-2 3-2 0,-1-1-3 0,1 1 4 15,-1-1 3-15,1 2 2 0,-2 1-6 16,2 0-5-16,-2 0-5 0,0 1-5 0,0 1-8 15,0 0-7-15,0-1-6 0,0 2-3 0,0-2-3 16,0 2-3-16,0-1-3 0,0 1 1 16,0 0-2-16,0 0 2 0,0 0 2 0,0 0 0 15,0 0 2-15,1 0-1 0,-1 0 0 0,0 0 1 16,0 0-1-16,0 0 1 0,0 0-2 16,0 0-2-16,0 0 0 0,0 1-1 0,0-1 1 15,0 2-1-15,2-2 3 0,-1 2 2 16,-1-1 2-16,0-1-3 0,0 3 1 0,2-1 0 15,0-1 1-15,-2 2-3 0,1 0-4 16,-1 0 2-16,2 0-3 0,0 1 0 0,-1-1-1 16,2 2 3-16,0-1 2 0,0 0-1 0,-1 1-2 15,3 1 2-15,-4-1-3 0,4 2 5 16,0-2-1-16,-2 1 0 0,5 0 2 0,-7-2-1 16,6 2-1-16,-4-1-2 0,0-1-2 15,0 2 0-15,2-1 0 0,-2-2 1 0,2 1 0 16,-2-1 0-16,0 0 3 0,-1 0-1 0,-1-2 1 15,3 3 1-15,-4-3 2 0,1 0 0 16,-1 1 3-16,2 1 2 0,-2-3 7 0,0 0 7 16,-2 0 1-16,2 2 4 0,-3 1-1 0,0-2-4 15,-1 1-2-15,0 1-3 0,-5-1 6 16,2 0-5-16,1 0 9 0,-2 1 9 0,-3-2 3 16,3 1-6-16,0 0-2 0,-1-1-1 0,2 2-9 15,-1-2-8-15,2 1-5 0,1-1-1 16,-1 0-4-16,1-1-1 0,0 2 1 0,2-2 0 15,2 0-2-15,-1 0 0 0,0 0 1 16,1 0-5-16,1 2-5 0,0-2-3 0,0 1-17 16,1 2-19-16,3-1-47 0,-3 1-98 0,1 0-131 15,3-1-182-15,-4 3-277 0,4 0-251 16,3 1-132-16,-4 1 178 0,1-2 381 0</inkml:trace>
  <inkml:trace contextRef="#ctx0" brushRef="#br1" timeOffset="91899.08">21271 10201 62 0,'0'5'320'0,"0"-2"169"0,2 1 129 0,0 1-52 0,-1-1-170 16,4 2-70-16,2 0 4 0,2 0 32 16,0 3 37-16,4-4 5 0,4 0-34 0,1 2-59 15,4-3-69-15,2 2-60 0,2-3-53 0,1 2-44 16,3-2-30-16,0 0-16 0,4-2-13 16,-1 1-9-16,2-1-5 0,1 1 3 0,1-2-7 15,-3 1-1-15,0 1-1 0,2-1 1 16,-5 0-1-16,-1 3-6 0,-4-3 0 15,-2 2 1-15,-2 0 2 0,-6-2-2 0,-1 3-3 16,-2-3-5-16,-4 0-6 0,-1 1-15 0,-1 1-27 16,-6-3-54-16,1 0-75 0,-4 0-93 0,-1 0-112 15,-2-3-127-15,-3 1-195 0,-1 2-191 16,-2 0-42-16,-2-1 141 0,-3-2 257 0,0 0 249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1-08T12:52:13.898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15491 9076 112 0,'0'-1'369'16,"2"0"225"-16,-2-1 221 0,0 0-49 0,0 0-86 16,-2 2-78-16,2-2-83 0,-1 0-64 15,1 1-28-15,0 1-20 0,0 0-47 0,0 0-43 16,0 0-36-16,-2 0-37 0,2 0-55 15,-2 0-58-15,2 1-39 0,-1-1-25 0,-1 2-18 16,2-2-13-16,-2 2-11 0,2-2-9 0,0 1-6 16,0 2-5-16,0 0-3 0,0 0-2 15,0 2 0-15,0 3-1 0,2-2 1 0,1 2-1 16,1-2 0-16,-1 0-1 0,0 1 1 0,2-2 0 16,1-2 0-16,0 0 0 0,-1 0 1 15,1-3 1-15,-1 0 2 0,0-3 1 0,3 0 1 16,-4-3 1-16,1 1 2 0,-2-3 0 0,1 1 4 15,-3-2 4-15,1 0 5 0,-4-1 3 16,1 0 4-16,-3 0 2 0,1 1-1 0,-2-2 0 16,1 3-4-16,-6 0-1 0,4 1-2 15,-2 0-4-15,1 2 0 0,-2 2-5 0,3 0-3 16,0 1-2-16,-1 1-3 0,1 2-3 16,0 1-2-16,-1 1 0 0,3 3-2 0,-1 1 0 15,1 4-1-15,1-1 1 0,-1 5-1 0,4-4 1 16,-2 3-1-16,2 0 0 0,2-1 1 0,1-1-1 15,0-1 2-15,0 0-1 0,4-2 1 16,-3-2 1-16,3-1-2 0,0-3 1 0,1 0 0 16,0-3-1-16,0 0 1 0,3-3 0 0,-3-1 2 15,0-3 1-15,1 1 1 0,-2-4 2 16,-1 1 0-16,-1-2 2 0,1 1 2 0,-4 1 5 16,1-2 7-16,-3 3 4 0,0-1 5 15,-1 0 3-15,-3 1-3 0,1 1-4 0,-2 1-6 16,1 1-5-16,-4 0-6 0,0 4-3 15,0 1-3-15,0 1-1 0,-2 4-1 0,1 1-2 16,0 1 1-16,0 4-2 0,0 0 1 0,3 1 0 16,0 3-1-16,1-2 1 0,1 2 1 0,1 1-1 15,2-2 0-15,1 0 1 0,1-1 0 0,1 0-1 16,1-3 0-16,0-1 0 0,4-1 0 16,-1-4 0-16,3-1 0 0,1-2 0 0,0-2 0 15,2-2 0-15,-1-3-1 0,0-3 1 16,2 1 0-16,-2-5 0 0,-1 1 2 0,0-4-1 15,-2 3 2-15,-3-2 1 0,0 1 1 16,-2-1 1-16,2 2 3 0,-5 0 5 0,0 1 3 16,-6 0-13-16,1 3-3 0,-2 1 0 0,-1 0 0 15,-1 3 0-15,0 0 0 0,-1 2 0 16,-2 3 0-16,0 2 0 0,3 2 0 0,-2 2 0 16,1 3 0-16,2 0 0 0,2 3 0 15,-2 1 0-15,5 0 0 0,2 0 0 0,-1-1 0 16,2-1 0-16,2 1 0 0,-1-2 0 0,2-2 0 15,3-1 0-15,-1-1 0 0,3-3 0 0,0 0 0 16,1-1 0-16,-1-2 0 0,2-2-61 16,-2-1-69-16,1 0-91 0,-1 1-180 0,-3 1-283 15,1 2-342-15,-2 3-421 0,-3-1-255 0,2 3 120 16,-6-1 811-16</inkml:trace>
  <inkml:trace contextRef="#ctx0" brushRef="#br0" timeOffset="5362.27">11502 9034 123 0,'0'-2'264'16,"0"2"101"-16,0 0-16 0,0 0-106 15,3 0-93-15,-3 0-57 0,2 0-42 0,-1 0-16 16,1 0-4-16,-1 0 2 0,1-1-2 0,0 1 11 16,-1 0 9-16,2-1 2 0,1 1-6 15,-1-2-6-15,0 2 0 0,3-2-9 0,-3 2-9 16,2 0-5-16,1-1 0 0,1 1-3 16,-1 0-1-16,2 0 0 0,-2 0 0 0,2 1 1 15,0-1 1-15,1 2-1 0,0-2 1 0,0 2 0 16,0-1-5-16,1 0 1 0,0 1 0 15,0 0-2-15,0-1-3 0,1-1 1 0,0 1 0 16,-1 2 2-16,1-2-8 0,0-1 0 16,-2 1-1-16,1 0 1 0,1-1-2 0,-2 2 0 15,1 1 2-15,-2-3 2 0,4 0-4 0,-4 0 0 16,2 0 2-16,-1 2-2 0,-1-2 0 0,2 0 0 16,0 3 0-16,-1-2 0 0,0 1 0 15,0-1 0-15,1 1-2 0,-2 0 0 16,0 0 0-16,3 0-2 0,-2 1 1 0,1-2-5 15,-1 3 2-15,2-3 0 0,-1 2 0 0,1-2 4 16,0 1 0-16,0-1 2 0,2-1 0 0,-2 0 0 16,1 0 0-16,1-1-2 0,0 1-1 15,-1-2-3-15,1 1 2 0,1-1-6 0,-1 1 4 16,1 1 0-16,-1-1-1 0,0 1 1 16,-1 0 0-16,1 0 0 0,-1 0 0 0,1 1-2 15,0-1-1-15,1 1-1 0,-3 1 0 16,3-1 2-16,-1-1 0 0,-2 2 3 0,3-2 5 15,-1 0 5-15,1 0 3 0,1 0 2 0,-2 0 0 16,2-2-2-16,0 1 1 0,-2 1-1 16,3-2-2-16,-2 1 2 0,0 0 2 0,1 1-3 15,0-2-1-15,-2 2 2 0,2-2 0 0,0 2-4 16,0 0-2-16,0 0 2 0,0 0-1 16,0 0 1-16,-2 0-2 0,4 0 2 0,-2 0 2 15,0 0-4-15,0 0 0 0,0-1 0 16,0 1 0-16,0-1 0 0,0 1-2 0,0-2 0 15,-2 2-2-15,1 0 2 0,1-2-2 0,-1 1 0 16,-1 0 0-16,1-1 2 0,0 2-2 0,-1-2 0 16,2 1 2-16,-2-1 0 0,1 2-2 15,1-1 0-15,0-2 0 0,-2 3-2 0,3 0-1 16,-2 0-3-16,-1 0 0 0,3-2 2 16,-2 2-4-16,2 0 3 0,-2 0-3 0,2-5 2 15,-2 5-2-15,3-2 0 0,-2 1-3 16,2-2 9-16,-3 2 4 0,2 0 4 0,-2-1 4 15,4-1 1-15,-6 3 7 0,6-1-6 0,-6-1-1 16,4 2-5-16,0 0 2 0,-2 0 0 16,2 0 2-16,-2 2-2 0,2-2 2 0,-2 1-3 15,2 0 1-15,1 1-4 0,-2-2 0 0,0 2 0 16,1-2 2-16,2 1 0 0,-2-1 2 16,1 0-4-16,2 1 1 0,-5-1 1 0,5 0-2 15,-3 0 2-15,1 0-4 0,-1 0 0 16,1 0 0-16,-1 0 0 0,0 0-2 0,-2 3-4 15,2-3 3-15,-2 1 1 0,2-1-2 16,-1 1 0-16,0 0 2 0,0-1 0 0,-2 2 0 16,0 1-4-16,3-3 2 0,-2 0 0 0,0 0 0 15,-1 0 1-15,0 0-1 0,3 2 2 16,-4-2-6-16,2 0 2 0,-1 3-4 0,1-2 4 16,-1 1-3-16,1-1-3 0,-3 1 2 15,2 1-1-15,-1 0 1 0,1-1-2 0,0 0 6 16,0 2 2-16,-1-2 2 0,2 0 2 0,-2 1 0 15,2-1 4-15,-2 0 2 0,1 0-4 16,1-1 2-16,1 1 4 0,-1-1-2 0,-1 1-1 16,2-2-1-16,-2 1 6 0,2-1-2 15,0 0 0-15,0 2 0 0,-2-2-1 0,1 0-1 16,-1 0 0-16,0 0-4 0,1 0 2 0,-1 0-2 16,1 0 0-16,-1 0 0 0,-2 0-2 15,4 0 2-15,-3 0-2 0,0 0 0 0,1 0 2 16,-1 0 2-16,1 0-1 0,-2 0-1 0,2 1 0 15,-2-1-2-15,0 2 0 0,0-2 0 16,-1 0 2-16,2 1-2 0,-4-1 0 0,3 1-2 16,-3-1 2-16,3 0 0 0,-3 2-4 15,2-2 1-15,0 0 1 0,-1 2 0 0,-1-2 0 16,2 1 2-16,-2-1-4 0,0 1 2 16,0 1-2-16,2 0 0 0,-2-1 0 0,0 0-2 0,0 3 2 15,-1-3 1-15,1 0-3 0,0 1 2 16,0 1-2-16,0-3 4 0,-2 2-2 0,2-2 0 15,-1 3 0-15,0-2 6 0,1-1-2 16,0 0-2-16,-1 2 0 0,0-2 0 0,1 0-2 16,0 0-1-16,-1 0-1 0,0 0 0 0,1 0 0 15,0 0 2-15,-1 0-2 0,0 0-2 16,1 1 3-16,-1 1-1 0,1-2 2 0,1 2-2 16,-3-1-2-16,2 2 2 0,0-1-2 0,2-1-2 15,-4 0 7-15,2 3-1 0,0-3 4 16,1 0 2-16,-1 1 2 0,2-1 3 0,-2 1-1 15,3-2 4-15,-2 1-2 0,1-1 0 16,-1 1 2-16,2-1-5 0,-1 0 1 0,2 0 0 16,-2 0-2-16,0 0 0 0,0 2-2 0,2-2 4 15,0 0-4-15,-2 2 4 0,3-2-3 16,-3 1 1-16,3-1 2 0,-2 0 0 16,3 2 0-16,-1-2 2 0,1 1 2 0,-1-1-5 15,2 0 1-15,0 2 0 0,1-2 0 0,-2 1-4 16,3-1 0-16,-2 0 0 0,2 2 0 15,-1-2-2-15,1 0 0 0,-2 1 4 0,0-1-2 16,1 2 0-16,1-2-2 0,-4 1 0 0,4 0 0 16,-2-1-2-16,0 2-4 0,-2 1 2 15,1-2 4-15,1 1 0 0,0 0 0 0,-2-1-2 16,0 3 2-16,3-3-2 0,-4 1-2 16,2 0-2-16,-1 1-4 0,1-3 5 0,-3 2-3 15,3 1 2-15,-2-2 0 0,0 1 4 0,-1-1-2 16,0 3 0-16,1-3 0 0,-2 0 2 15,0 1-5-15,0 0 1 0,0 0-4 0,-2 0 4 16,1 0 0-16,0-1 4 0,-1 0 2 0,1 1 0 16,-1 1 6-16,1-2 2 0,1 0 0 15,-2-1 0-15,3 2 3 0,-1 0-1 0,-1-1 2 16,4-1-4-16,-4 2-1 0,4-1-1 0,-1 1-4 16,0-1 2-16,2-1-2 0,-2 2 6 15,1 1-2-15,1-2 2 0,1 0-3 0,0 1-1 16,1 1 4-16,0-2-4 0,0 1 0 15,1-2 0-15,2 2 0 0,0-1-2 0,0-1-1 16,0 1 3-16,2-1-2 0,-1 0 0 16,1 0 0-16,-1-1-2 0,2 1 0 0,-1 0 0 0,1-1-2 15,0 1-6-15,0-2 1 0,-1 2-1 16,1 0 0-16,0 0-2 0,-1 0-1 0,-1 0 1 16,2 2 0-16,-1-1 0 0,1-1-1 15,0 1-1-15,0 1 0 0,-1 0 6 0,1-1 6 16,0 0 2-16,-1 1 8 0,1 1 0 0,0-3 6 15,2 0-1-15,-3 0-3 0,2 2-2 16,1-2 1-16,-1 0 1 0,0 0-4 0,2 0-2 16,-1 3-1-16,1-3 1 0,2 1-4 15,-5-1-2-15,5 2 2 0,-2-2 2 0,0 1-4 16,1 1 2-16,-2 0-2 0,-1-1 0 16,3-1 0-16,-3 0-4 0,2 1 0 0,-1-1-2 15,0 2-1-15,1-2 1 0,0 0-2 0,-1 2-4 16,0-2 3-16,0 0-5 0,1 1 0 0,-1-1 3 15,-2 1 1-15,2-1 4 0,-1 2 6 16,1 0 4-16,-2-2 4 0,4 1 1 0,-3-1 5 16,2 1-2-16,1-1-1 0,-1 2 1 0,1-2-2 15,-1 0 0-15,2 1-3 0,-1-1-3 16,1 2 0-16,0-2 0 0,-1 0 2 0,1 0-6 16,-1 0 0-16,1 0 0 0,0 0-2 15,-2 0-2-15,0 0 0 0,-1 0 2 0,2 0-4 16,-1 0 1-16,0 0-1 0,0 0-4 0,-1 0 0 15,2 0 4-15,-1 0-5 0,0 0-3 16,0 0-2-16,-1 0 5 0,2 0 3 0,-3 0 4 16,1 0 6-16,3 0 8 0,-5 0 3 15,3 0 1-15,0 0 2 0,2 0-1 0,0 0-1 16,0 0-4-16,0 0-1 0,0 0-5 16,1 0 2-16,3-2 0 0,-1 2-4 0,0-1 0 15,0 1 0-15,1-2-2 0,-1 1 0 0,0 1-4 16,0-1 2-16,0-1-6 0,0 0 2 15,-1 0-3-15,1 0-5 0,-2-1-2 0,2 0 3 16,0 1-7-16,-1-1 5 0,-1 2 5 0,0-2 4 16,-1 1 6-16,2-3 2 0,-2 3 6 0,2-2 3 15,-1 3-1-15,0-4 0 0,1 3 0 16,-1-2-1-16,1 2 1 0,1-1 10 0,-4 0 1 16,4 0 6-16,-3 0 2 0,-1 1-2 15,2 0-2-15,-1 0-9 0,-2 2-9 0,-1-2-1 16,0 1-4-16,-3 1-2 0,-1 0 2 0,0-2-4 15,-4 2 2-15,2 0-2 0,-4-1-2 16,-3 1 4-16,2 0-21 0,-7-1-43 0,-1 1-120 16,-2 0-221-16,-3 0-108 0,-1 0-20 15,-6-2 95-15,1 0 144 0</inkml:trace>
  <inkml:trace contextRef="#ctx0" brushRef="#br0" timeOffset="8990.12">22391 2005 44 0,'0'0'277'0,"-2"-2"159"0,2 1 156 0,0 0-19 16,2-4-137-16,0 1-47 0,3 0-6 15,-1-2 19-15,5-1 18 0,0 1-8 0,0-3-38 16,5 1-48-16,1 1-54 0,0 0-58 0,4-1-59 15,0 1-35-15,3 1-21 0,1-2-6 16,0 4 3-16,4-1-1 0,-2 1 0 0,0 4-9 16,-2 0-9-16,-3 3-8 0,2 1-15 15,-5 2-5-15,-2 5-7 0,-4 1-2 0,2 2-2 16,-9 4-7-16,0 2-5 0,-3 3 2 0,-4 1 3 16,-2 2-3-16,-5 2 9 0,-2 0 2 0,-3 3 3 15,-1-2-8-15,-5 3-2 0,-2-1 3 16,0 2-4-16,-2 0-6 0,-2 0 0 0,0 1 1 15,1-1-2-15,-3 1-2 0,5-1-13 0,-1 0-5 16,3-3-2-16,3-2-3 0,3-2-4 0,5-4-4 16,-2-3 5-16,5-2 0 0,3-2 2 0,2-3 0 15,2-1 0-15,2-2 0 0,1-2 9 16,3-1 3-16,1 0 0 0,2-3 1 0,4 3-1 0,0-6 3 16,3 2-6-16,0-2-1 0,5-2-6 15,1-3-5-15,3 1 0 0,2-4-4 0,4 1-1 16,2-2-2-16,1-1 4 0,2-2 5 0,-2 1 0 15,2-3 2-15,0 2 0 0,-5 1-3 16,0-1-15-16,-5 2-57 0,1 0-61 0,-4 0-99 0,-2 0-158 16,-2 4-252-16,-4 0-320 0,0 4-250 15,-3-2-194-15,0 2 164 0,-3 0 535 0</inkml:trace>
  <inkml:trace contextRef="#ctx0" brushRef="#br0" timeOffset="9528.37">23313 2357 96 0,'3'-4'648'0,"-1"5"435"0,-2-1 131 16,-4 3-101-16,1-1-379 0,-2 2-288 0,1 2-127 15,-2 2-51-15,-1 3-30 0,-1 2-21 0,0 2-26 16,1 1-35-16,-1 3-46 0,0-1-32 15,-1 1-24-15,2 0-17 0,1 1-16 0,1-2-9 16,3-3-7-16,1 0-5 0,1-2-1 0,1-3-3 16,2-3 2-16,2-1-1 0,2-3 3 15,2-4 3-15,0-4-1 0,3-4 0 0,3-4 0 16,0-4-2-16,3-4 3 0,1-3-3 0,1-4-2 16,2-1 2-16,-1-4 0 0,0 0 2 0,1-1 1 15,0-4-4-15,-1 1-1 0,0-1-1 0,-1-2-2 16,-4 1-1-16,1-2-3 0,-4-1 5 15,-1 0 2-15,-2 2 1 0,-2-1 1 0,0 2 0 0,-4 3 3 16,1 2 7-16,-1 6 11 0,-4 3 6 16,1 4 5-16,-1 6 4 0,0 3-2 0,-1 2-6 15,1 5-9-15,-4 0-6 0,-1 5-6 0,1 7-3 16,-2 5-4-16,-1 3 1 0,-1 4 1 16,0 5-2-16,-1 5 0 0,-1 3 0 0,2 4 1 0,-1 2-1 15,0 5 6-15,1-2 4 0,0 4-1 16,-1 0 2-16,4-1 2 0,-2-2 0 0,6-2-6 15,1 1-3-15,0-6 0 0,1 1 1 0,2-4-3 16,1-2-7-16,2-1-5 0,2-4-2 16,-2-1 3-16,2-3-7 0,0-1-28 0,1-4-44 15,-1-1-47-15,0-1-48 0,5-4-74 0,-4-1-116 16,1-3-117-16,2-3-93 0,0-3-176 0,0-1-242 16,6-2-148-16,-4-3 107 0,2-2 316 0,0-2 334 15</inkml:trace>
  <inkml:trace contextRef="#ctx0" brushRef="#br0" timeOffset="9961.71">24040 2144 167 0,'8'-16'379'16,"-2"1"204"-16,-1 3 211 0,-2 0-80 0,1 3-48 16,-4 0-47-16,0 3-73 0,-2 2-83 0,-1 0-103 15,0 4-121-15,-4 0-88 0,2 0-57 0,-3 2-22 16,-1 3 2-16,1 1 11 0,2 0 7 0,-2 1 8 15,0 1 4-15,2 1-6 0,-1-1-17 0,2 5-18 16,2-2-13-16,-3 1 5 0,3 1-5 16,2 1-3-16,-1 0 0 0,2 3-3 15,0-2-5-15,0 1-15 0,2 1-5 0,-1-1-7 0,-1 0-5 16,3 1-2-16,-1-2 1 0,1 0 1 16,-2 0-3-16,2-2 2 0,-3 1 0 0,2-3 0 15,0-1-4-15,-2 0-1 0,0 0 3 16,0-3-2-16,0-1 10 0,-2 1 9 0,0-1 6 15,-1-2 7-15,-3 2 1 0,2-2 3 0,-1-1-7 16,-2 0-7-16,-1-1-4 0,-1 1-7 0,1-2-4 16,0 2-1-16,0 0-1 0,1-2-3 15,-2 3 0-15,1-2-2 0,-1 3-6 0,0 1-6 16,2 0 3-16,-1 0-4 0,1 1-2 0,-1 1 4 16,1 1 9-16,2-1 4 0,1-1-8 0,-2 0-23 15,4-1-53-15,2 0-59 0,0-1-59 0,4 1-84 16,0-6-142-16,0-5-136 0,6 1-120 0,2-4-240 15,0-2-206-15,2 0-50 0,3-2 273 16,-1-1 377-16</inkml:trace>
  <inkml:trace contextRef="#ctx0" brushRef="#br0" timeOffset="10129">24181 2321 6 0,'20'-7'247'0,"-4"1"175"0,-2 3 228 16,-2 3 133-16,-4 3-35 0,-1 3-48 0,0 1-71 15,-6 4-64-15,1 3-57 0,-2 3-80 16,-2 2-98-16,1 1-70 0,-4 5-45 0,-3-1-40 15,3 0-57-15,-3 0-46 0,4-2-25 0,-3-1-19 16,2-3-16-16,-1-1-24 0,3-2-61 0,2-3-52 16,-3-3-76-16,1-5-127 0,3-4-165 15,-1-4-236-15,2-4-234 0,1-2-225 0,-1-3-58 16,4-6 299-16,-2-2 431 0</inkml:trace>
  <inkml:trace contextRef="#ctx0" brushRef="#br0" timeOffset="10316.37">24274 2010 133 0,'2'-24'465'0,"-2"4"343"0,-2 4 276 0,2 4-98 0,-1 1-263 16,-3 4-184-16,1 0-139 0,2 1-122 15,-1 4-109-15,0 0-76 0,-1 1-41 0,3 2-23 16,-1 1-13-16,1 2-8 0,0 1-8 0,0 2-8 16,1 2-34-16,1 0-88 0,-1 2-122 15,-1 1-154-15,0 1-286 0,0 2-273 0,0 3-187 16,0 0 83-16,0 2 349 0</inkml:trace>
  <inkml:trace contextRef="#ctx0" brushRef="#br0" timeOffset="10746.75">24230 2631 175 0,'0'7'489'16,"0"-1"227"-16,0-6 147 0,5-5-123 0,-1-1-230 15,6-6-163-15,2-2-83 0,3-5-39 0,4-5-25 16,1-1-29-16,3-1-20 0,3-5-6 0,1 3 2 16,0-5 2-16,0 4-7 0,-2 1 3 0,-2 2 28 15,-2 4 44-15,-2 2 25 0,-4 6-2 16,-6 1-10-16,2 4-29 0,-4 1-44 0,-3 4-54 16,-2 2-39-16,0 4-28 0,-6 4-16 0,1 2-6 15,-3 4-5-15,-1 2-1 0,-2 0 0 0,3 3 1 16,-1 1 0-16,1-1-1 0,-2 2-2 15,4-3-2-15,0 1-3 0,3-4-1 0,1 0-1 16,0-3-2-16,1-3-1 0,4-1 4 0,3-3 0 16,1-3 1-16,3-4-1 0,1-2 0 15,2-3 0-15,1-3-2 0,0-2-2 0,-1-1 2 16,3 0-2-16,-1-1 2 0,-1-1 1 0,1 2 0 16,-4 0 1-16,1 2 0 0,-4 2 2 0,-2 3-1 15,-1 2 1-15,-4 1 0 0,1 3-2 0,-4 2-1 16,-4 7-1-16,1 0 2 0,-3 3 0 15,-2 4 2-15,2 4 0 0,-4 0 1 0,1 3 1 16,3 1-14-16,-2 0-37 0,0 3-65 0,-1 0-66 16,0-1-107-16,5 1-171 0,-1-3-282 0,3-1-282 15,4 0-220-15,3-3-138 0,4-2 242 0,8-2 532 16</inkml:trace>
  <inkml:trace contextRef="#ctx0" brushRef="#br0" timeOffset="11358.67">25517 1830 191 0,'1'-6'427'0,"1"1"255"0,-2-1 246 16,-2 1-107-16,2 3-132 0,-1-2-79 0,-4 2-82 15,2-2-80-15,2 4-82 0,-4 0-73 0,-2 2-45 16,2 1-40-16,-4 2-31 0,1 2-33 0,0 1-33 15,-3 5-26-15,-1 4-17 0,0 2-14 16,-2 7-8-16,-2 5-3 0,-1 5-5 0,1 6 3 16,-3 5 0-16,3 2 5 0,-2 3-8 15,5 2-7-15,-1-3-6 0,4 2-11 0,4-1-8 16,1-3-8-16,8-3 0 0,2-4 2 0,4-3 0 0,4-4 0 16,3-7 1-16,4-3-1 0,1-6 1 15,3-4 0-15,1-6 0 0,3-5 1 0,1-7 0 16,1-5 6-16,1-6 3 0,-1-8 2 0,4-1-2 15,-4-6 0-15,0-4-1 0,0-2-7 16,-3-2-2-16,-2-5-1 0,-1-1 3 0,-4-4 2 0,0-2 2 16,-3-5-5-16,-4-4-3 0,-3 0 3 15,-5-4-1-15,-2 1-1 0,-6 4 5 0,-2 6 9 16,-5 7 4-16,-2 6-9 0,-5 5-4 0,0 6-3 16,-7 10-7-16,-1 5-5 0,-2 5-2 0,0 7 5 15,-3 6 2-15,0 3 2 0,0 4 0 16,3 6 0-16,0 1 1 0,3 4-1 0,2 0-5 15,5 3-14-15,0 0-30 0,4 1-65 0,3-2-66 16,1-1-134-16,6 1-197 0,-2-2-304 16,3-1-312-16,2-4-237 0,2 0-106 0,-1-3 432 15,-1-5 580-15</inkml:trace>
  <inkml:trace contextRef="#ctx0" brushRef="#br0" timeOffset="11557.99">25251 2067 11 0,'-1'6'551'0,"1"-1"503"0,0 0 204 16,0-2-104-16,1 2-333 0,4-1-331 0,2-1-218 15,3 1-104-15,6 0-47 0,6-3-27 16,3-1-20-16,5 0-26 0,5-3-18 0,3 0-15 16,4-2-7-16,2 1-4 0,0 0-28 15,2-1-53-15,-3 0-138 0,-4 0-235 0,-1 1-281 0,-3-1-289 16,0 2-249-16,-4-1-24 0,2 0 475 0</inkml:trace>
  <inkml:trace contextRef="#ctx0" brushRef="#br0" timeOffset="11924.26">26161 2145 455 0,'4'3'984'0,"-2"0"273"16,-1-2-63-16,-1 0-275 0,2 1-348 0,-1 0-218 15,1-2-118-15,1 1-39 0,4-1-8 16,-1-1-23-16,5 1-39 0,0-4-21 0,5 3-14 16,0-3-25-16,4 0-27 0,4-1-16 0,1-2-12 15,5 2-5-15,4-1-1 0,2-2 4 0,-2 2 3 16,1 0-4-16,-1 0-9 0,-3 2-58 0,-2 1-58 16,-4 0-126-16,-7 0-181 0,-3 1-305 15,-4 0-320-15,-6 2-248 0,-5 0-139 0,-6 2 349 16,-7 3 570-16</inkml:trace>
  <inkml:trace contextRef="#ctx0" brushRef="#br0" timeOffset="12109.07">26154 2346 135 0,'5'11'579'0,"-1"1"302"0,4-5 115 15,4-1 12-15,5-2-393 0,5-2-256 0,5-2-97 16,6-2-58-16,8-2-25 0,2-1-66 15,6-1-58-15,2-1-42 0,1-3-91 0,1 2-144 16,-2 0-253-16,1-1-265 0,-1 0-248 0,-4 2-173 16,-1 1 151-16,-5 0 427 0</inkml:trace>
  <inkml:trace contextRef="#ctx0" brushRef="#br0" timeOffset="12793.98">27523 1638 16 0,'5'-11'374'0,"-2"4"334"0,0 0 308 0,2 2 104 0,-3 0-324 15,1 2-220-15,-1 2-158 0,-2-2-104 16,1 3-50-16,4 4-35 0,-1 1-15 0,3 4 0 16,-1 3-2-16,2 3-28 0,1 2-45 0,-1 7-35 15,1 1-28-15,1 3-27 0,0 6-13 0,0-1 4 16,0 4 1-16,2 1-5 0,-3 5-6 0,3 0-1 15,-3 1 2-15,-1 1-4 0,0-1-6 16,-2 2 1-16,-2-1 1 0,0 0-1 16,-3-2-12-16,-1-1-7 0,0-2-2 0,-1-2-4 0,-3-1-5 15,1-3 6-15,-2-4 9 0,-1 1 3 16,2-6 5-16,-1-2 5 0,0-2 5 0,0-3-4 16,0-3 0-16,1-3-1 0,1-1 2 0,0-4 0 15,-1-1 0-15,3-2 2 0,-1-2-1 0,1-2 0 16,1-2-6-16,0-4-4 0,0-4-6 0,3-4-4 15,-2 0-1-15,3-4-1 0,0-1-3 16,4-5 1-16,-2 1 0 0,1-3-1 16,-1-1 0-16,1 0-1 0,0 0 0 0,0 0 1 15,-3 0 1-15,0 4 2 0,0-1 0 0,0 4 0 16,-3 3 2-16,2 3 1 0,-3 1-1 0,0 4-2 16,0 1 1-16,-3 2-1 0,0 2-1 0,-2 1-2 15,-1 5-1-15,-1 1 0 0,-1 1-2 0,-2 4 0 16,0 0 1-16,-1 3 1 0,-3 3 1 15,1 1 2-15,-1 1 0 0,-1 3 2 0,-2 1 0 0,3 1 1 16,-5 1 1-16,0 1-1 0,2 1 2 16,-4-2 0-16,5 3-6 0,-3-2-4 0,3-3-4 15,1 1-1-15,-1 1-2 0,2-5-3 0,1 1 4 16,-1 0-10-16,1-3-38 0,1 2-76 0,-3-5-107 16,0 1-200-16,2 1-303 0,-4-4-347 0,-1 1-347 15,-1-2-152-15,1-3 335 0,-2 0 713 16</inkml:trace>
  <inkml:trace contextRef="#ctx0" brushRef="#br0" timeOffset="14718.69">23303 3006 232 0,'-1'6'447'0,"1"-2"161"0,0-1 84 0,0-1-268 0,1 0-167 0,4 1-89 16,0-3-39-16,3 0-15 0,3-3-8 16,0 1 0-16,3 0-20 0,4-4-51 0,-1 0-32 15,2 1-19-15,1-1-11 0,2 1-8 0,-1-1-7 16,1-2 22-16,0 1 12 0,-4 1-1 15,-1-1-41-15,-4 3-69 0,-2-1-99 0,-3 3-229 16,-3 0-165-16,-4 2-60 0,-4-3 94 16,-4 3 184-16</inkml:trace>
  <inkml:trace contextRef="#ctx0" brushRef="#br0" timeOffset="14921.28">23297 3150 65 0,'5'8'351'0,"-4"0"193"0,2-3 139 0,2 1-49 16,0-1-240-16,2-1-161 0,2-1-76 15,0-2-39-15,3-1-19 0,1 0-12 0,0-1-29 16,1-2-24-16,-1-1-22 0,3 1-58 16,-5 0-78-16,-1-2-134 0,0 3-259 0,-2 2-162 15,-3-3-43-15,-2 1 116 0,-3 2 209 16</inkml:trace>
  <inkml:trace contextRef="#ctx0" brushRef="#br0" timeOffset="15073.92">23413 3292 136 0,'4'12'401'0,"1"-4"185"0,-4-1 120 16,4 0-146-16,-2-4-234 0,4 2-158 0,-1-1-70 15,5-3-41-15,-1 2-24 0,2-3-68 16,2 2-155-16,1-2-261 0,0 0-154 0,-3 1-55 15,-3 0 60-15,-3 5 191 0</inkml:trace>
  <inkml:trace contextRef="#ctx0" brushRef="#br0" timeOffset="20462.24">12237 5281 103 0,'4'3'209'0,"2"2"71"0,-3-2-50 15,0 2-71-15,3-1-35 0,-2 0-7 0,0 1-5 16,1 1 4-16,3-2 2 0,-2 2-4 15,-1 0-12-15,2 3-4 0,0-2-3 0,-1 1-9 16,1 1 2-16,-1 0 12 0,2 2 1 0,1-1-6 16,-2 1 17-16,1 0 19 0,0 3-21 15,1-2-27-15,1 2-16 0,-1-1-12 0,0 1-28 16,1 0-28-16,1 2 50 0,0-1 28 16,0 1 16-16,-1-1 5 0,2 2 2 0,-2-2 3 15,4 2-43-15,-3-1-25 0,2 0-12 0,1-1-8 16,-1 2-3-16,1-2-4 0,0 0-5 15,0 1 2-15,2-1 0 0,-2-2-2 0,2 3 2 16,-2-3-1-16,1 1 2 0,-1-1-1 16,0 1 2-16,-1-1-1 0,1 0-1 0,-1 1 1 15,1 0 1-15,-3-1-2 0,2 0 3 16,-1 1 15-16,1 0 66 0,-1-1 40 0,-2 2 16 16,1-1 7-16,2-1-3 0,-2 0-12 0,-1 1-58 15,2 0-38-15,-2 1-14 0,2-2-13 16,-2 1-4-16,-1-1-6 0,2 1-2 0,-3-1 1 15,3 1-2-15,-3-1 3 0,3-1 1 0,-1 3 1 16,-1-3-1-16,0 3 0 0,0-2-2 16,0-1 1-16,0 1-2 0,1-1 1 0,-2 0-3 15,2 1 0-15,0-3 1 0,-2 3 0 0,0-3-1 16,3-1-1-16,-3 1 0 0,2 1 1 16,-1-2 0-16,1 0 0 0,-1 0 0 0,-1 1 1 15,3-2 3-15,-3 1 0 0,2-1-3 16,0 0 3-16,-1 2 0 0,0-3-1 0,0 2 1 15,1-1-2-15,-2 1-1 0,0-2 2 0,1 2 2 16,-1-1-2-16,0 0-1 0,-1 2 2 16,2-1 0-16,-3-1 0 0,2 2-1 0,0-1 0 15,0 1 1-15,-2-1-2 0,2 0 0 16,-1 2-1-16,0-2-1 0,1 2 0 0,-3-1 0 16,3-1 0-16,0 1 0 0,-2 0 0 0,1 0 0 15,-1-2 2-15,0 2-1 0,0 0 0 0,2 0 1 16,-3-2-1-16,2 0-2 0,-1 2 1 15,2-1-2-15,-2 0 1 0,0 1 0 16,2 1 1-16,0-1 0 0,0 0-3 0,-2 0 3 16,3 2 0-16,-2-1 0 0,1-2 1 0,0 4-1 15,0-2-1-15,0 1 1 0,0 0 1 16,0 0 3-16,-2 1 0 0,3-4 1 0,-1 3 3 16,0 0-2-16,0 0-1 0,0 0-2 0,0-1 1 15,0 0-3-15,-2 0 2 0,4 0-2 16,-2 1 33-16,0-2 18 0,0 0 9 0,2 1 4 15,-2-1 3-15,1 1 4 0,-2-1-33 0,1 0-15 16,0-1-7-16,0 1-7 0,1-1 0 16,-1 0-3-16,0 2-1 0,-1-2 2 0,2 0-2 15,-1 1 1-15,-2-1-1 0,2 0-3 16,1 2 3-16,0-4-4 0,-3 3-1 0,2-2 0 16,1 2-1-16,-2-2 0 0,-1 0-1 0,2 1 1 15,0-2-1-15,0 2-1 0,0-1 2 16,-2 0-3-16,3-2 4 0,-1 2-1 0,0 0 0 15,0-1 3-15,1-1-2 0,-1 1 0 0,1 1-1 16,0 0-3-16,-1-3-2 0,1 2 0 16,-1 1-1-16,1 1-2 0,0-2 4 0,0 0 1 15,0 1 3-15,1 0-2 0,0 0 2 16,0 1 5-16,-2 0-3 0,2 0 1 0,0 1-1 16,0-2 2-16,0 1-2 0,0 0-2 0,0 0 2 15,-2-1 1-15,1-1-3 0,1 1 2 16,-2 0 1-16,2 1-1 0,-2-2-2 0,1 0-2 15,-1 2 3-15,0-2-2 0,1 1 1 16,-1 0 1-16,-1-1-1 0,-1 0 0 0,3 2-1 16,-4-1 1-16,3-2 0 0,-1 2 0 0,-1-1 0 15,2 0 0-15,-2 1 0 0,0 0 0 16,1-1 0-16,-1 0 0 0,0 2 0 0,2-1 5 16,-3 0-2-16,2-1 2 0,-1 1 1 15,3 0 2-15,-3 0 0 0,1 0-1 0,-1-1 1 16,3 1-3-16,-2-1 3 0,-1 1-1 0,2-1-6 15,0 1 2-15,-2-2-3 0,2 1 3 0,-3 1-3 16,2-1 0-16,0-1 2 0,0 1-2 16,-1 2 5-16,0-3-4 0,2 1 3 15,-2 1 0-15,1-1-1 0,-1 1 0 0,-1 0-1 16,4 0 3-16,-4-1-3 0,1 0-1 0,3 2-1 16,-5-1 0-16,4 0 0 0,-2-1 0 0,-1 2-1 15,3-2 0-15,-3 1 1 0,4 0 0 16,-2-1 0-16,-3 2 1 0,4-1 1 0,-2 1 0 15,1-1 0-15,-1-1 1 0,1 1 1 0,-1 0-2 16,2 0-2-16,-2-1-1 0,0 0 2 16,1 2-3-16,-1-2-4 0,0-1 2 0,2 2 1 15,-3-1-3-15,1 1 2 0,4 0 3 16,-4 0 0-16,0 0 3 0,-1 1-2 0,3-1 0 16,-2 0 0-16,1-1-4 0,-1 1 3 15,2 1-7-15,0-2 4 0,-2 1 0 0,1-1 3 16,-1 1-1-16,0-1-2 0,2 1 1 0,-2 1 0 15,2-1-1-15,-1-1 2 0,0 0-1 16,1 1 2-16,-3 1 0 0,2-2-2 0,-1 0 0 16,2-1-5-16,-2 1 1 0,0 2 0 15,1-1 1-15,-1-2-1 0,2 1 3 0,-2-1-3 16,1 1 6-16,-1-1 0 0,0 0 0 0,2 0 3 16,-2-1-2-16,-1 0 3 0,3-1-3 15,-2 2-3-15,1 0 2 0,-1-1 1 0,1 1 1 16,-1-2 1-16,1 1 1 0,0 2 2 15,-1-1 1-15,1-1-7 0,0 3 1 0,-2-1-2 0,3-1 5 16,-1 2-3-16,-1 0 3 0,2-1 3 16,-2 1 0-16,0-3 2 0,1 3-4 0,-1-2 0 15,0 0 3-15,-1 2-3 0,1-2-2 16,1 1-2-16,-2-2 0 0,2 1 2 0,-2 2-2 16,1-2 0-16,-1 1 0 0,2-1 3 0,-1 0 1 15,0 0-2-15,-1 1 0 0,0-1 1 16,0 1 4-16,-1 0-4 0,2-1-1 15,-1 0 0-15,-2 0 2 0,2 0 0 0,-2 0-4 16,2-2 2-16,-2 2 1 0,-1-1 1 0,2-1-3 16,-1 1-1-16,1-1 3 0,1 0 0 0,-2 2-2 15,0 1-1-15,2-3 1 0,-2 3 2 16,1-1-2-16,1 0 0 0,0-1 1 0,0 1-2 16,1 3 2-16,-1-3-2 0,3 1 1 15,-2-1 1-15,0 0 0 0,1 1 2 0,-1 0-3 16,2-1 2-16,-2 0-2 0,1-1 1 0,-1 1 0 15,3 0-3-15,-2 0-1 0,-1 0 0 16,1-2 2-16,-1 2 0 0,1-2 1 0,-2 2 4 16,2-1 2-16,-2 0-4 0,1-1-3 15,1 2 1-15,-2-1-4 0,3 1-3 0,-1 0 3 16,2-2 3-16,-3 2 8 0,2-1-2 0,-3-1 5 16,2 1 1-16,0-1 0 0,-2 0 0 15,0 0-7-15,-2-2-1 0,2 3-3 0,-2-3-3 16,0 2 2-16,2-1 0 0,-4 2 0 15,2-2 0-15,-1 0 1 0,1 2 4 0,-1-3-5 16,-1 3 1-16,1-1-1 0,1 2 3 16,-1 0-1-16,0 0 2 0,-1 2 2 0,2-2-5 0,3 1 2 15,-3 1 0-15,2 1-1 0,0 0-6 16,0-1 0-16,-2-1 4 0,2 0-1 16,-1-1-3-16,-1 0 3 0,-1 1 1 0,1-4-1 15,-1 2 0-15,0-3 1 0,-1-2 0 0,-1 4-10 16,2-2-22-16,-2-2-63 0,-2 0-115 15,1 0-156-15,1 0-291 0,-4 0-262 0,3 0-204 16,-3 0 19-16,1-2 337 0,-1 1 393 16</inkml:trace>
  <inkml:trace contextRef="#ctx0" brushRef="#br0" timeOffset="22414.8">15644 8957 44 0,'0'0'205'0,"0"2"87"0,2-2 11 16,-2 0-65-16,0 2-77 0,2-2-58 0,-1 0-41 15,-1 0-16-15,0 1-8 0,4-1-3 16,-4 0-2-16,1 0 4 0,-1 0 2 0,3 0 5 16,-1 0 7-16,1 0 2 0,-2-1 4 15,2 1-6-15,-1-2 6 0,1 2 0 0,1-2 8 16,0 1 4-16,0 0 5 0,0-1 10 0,2-1 0 16,-1 0 1-16,3 0 9 0,0-3 7 15,1 1 14-15,-1-2 4 0,2 0 5 0,1-2-7 16,2-2-17-16,0 0-12 0,0-2-1 0,2 1-6 15,0-1-2-15,-2-2-2 0,4 1-6 16,0-1-30-16,-2 0-33 0,1 2-22 0,1-2-12 16,-1-2-7-16,3 2-2 0,0 0 20 15,-1-1 13-15,0 1 26 0,2-3 15 0,0 1 5 16,0 0 2-16,-2 0 2 0,3-3 0 16,-1 2-22-16,-1 0-11 0,0 1 3 0,0-2 27 15,-2 1 17-15,2 2 5 0,-1-2 6 0,-1 0 3 16,1 1-7-16,1-1-27 0,-1 0-15 15,-2 0-13-15,3 2-2 0,-3-2-5 0,3 1-3 16,-3 1-4-16,1-1 0 0,-1 2 0 16,2-1-3-16,-4 1 0 0,3 1 0 0,-4 1 3 15,3-2 0-15,-2 3 3 0,0-2 2 0,1 3 2 16,-2-3 0-16,0 1-2 0,3-2 1 0,-2 2 0 16,0-2-1-16,1 2-2 0,0-2 3 15,-2-2-2-15,2 2 0 0,-1 0-2 0,-2 0 0 16,4 0 4-16,-5 2-5 0,3-2-1 0,-1 1 0 15,1 1 0-15,-3-1 0 0,2 2 0 16,1 0 0-16,-3-1 0 0,3 1 0 0,-2 1 0 16,0-2-1-16,2 3 1 0,-1-3-1 15,1 1-2-15,-1 0 1 0,3 1 2 0,-4-3-2 16,1 1-1-16,1 0-1 0,1 0-1 16,-1-2 0-16,0 2-1 0,0 0-1 0,-1-1 6 15,1 0-1-15,-1 0 4 0,0 1 0 0,1-1 4 16,0 0 4-16,0-2-4 0,-1 2-1 15,2-2-2-15,-2 1 0 0,3-2-2 0,-2 1-1 16,2-1 3-16,-2 0-2 0,3-1 1 16,-2-1-2-16,2 2 0 0,-2-1-2 0,0-1-2 15,1 0 3-15,1 1 2 0,0 1-1 0,-2-2 4 16,1 0 2-16,1-1 1 0,-1 3-1 16,2-3-2-16,-2 0 0 0,1 2-3 0,2-1 1 15,-5 0-2-15,5 0 0 0,-1 0-3 0,0-1 2 16,-2 3-1-16,3-5 2 0,1 4 0 15,-2-3-1-15,3 1-1 0,-1 0 0 0,-1 0-4 16,3-1 2-16,-1 1-2 0,0-2 3 0,-1 3 2 16,0-2 1-16,0 1 1 0,2-4 2 15,-2 3 1-15,-1 0-1 0,2 0 1 0,-1 0-1 16,-1 2-3-16,0-2 0 0,0 2-1 0,0 2 1 16,-2-1 0-16,1 0-2 0,-1 0 0 15,2 0 0-15,-1-1 2 0,2-1-4 0,-1 0-2 16,0-1 1-16,5-1 1 0,-3-1-1 15,1-1 1-15,0 0 3 0,0 0 1 0,3 0 0 16,0-1 0-16,2-1 0 0,0 1-2 16,-2-1 0-16,1 0-3 0,2 0 5 0,-1 1 0 15,0-1 3-15,1-1 3 0,-1 1 1 0,0 0 1 16,1 1-1-16,-1-1-19 0,-1-2-12 16,1 2-10-16,-2 0-3 0,3-3-1 0,-1 4-3 15,0-4 39-15,2 1 18 0,-4 1 14 0,4-2 0 16,-1 1 3-16,1-1-2 0,-3 2-19 15,1-1-8-15,0 1-4 0,-2 0 1 0,2 0 2 16,-3 1 1-16,1 1 1 0,1-1-3 16,-3 2 0-16,-2 0-4 0,1 3 0 0,-2 0 0 15,-2 3 2-15,-1 0 2 0,-1 2-1 0,-2 0 3 16,1 0-1-16,0 1 1 0,-2 0-1 16,3 2 0-16,-2-1-19 0,0-1-12 0,1 2-7 15,0-1-5-15,0-1-4 0,0 2-1 0,0 1 19 16,0-2 9-16,0 1 7 0,0 1 6 15,1-3 1-15,0 1-2 0,-2 1 4 0,3 0-2 16,0 0 1-16,-2 0 2 0,1-2-1 0,1 3 1 16,-1-2 0-16,2-1 0 0,-4 3 1 15,3-1-1-15,-4 0 3 0,3 0 0 16,-3 1-1-16,-1 0 20 0,-2 2 10 0,-2-1-30 16,-4 1-117-16,-2 1-156 0,-4 3-278 0,-2 1-230 15,-8 4-148-15,-3 1 52 0,-5 3 312 0</inkml:trace>
  <inkml:trace contextRef="#ctx0" brushRef="#br0" timeOffset="23397.05">13735 7366 39 0,'1'-3'317'0,"-1"1"205"0,-1 1 179 0,-3-1 22 16,-4 2-156-16,-1 2-104 0,-1 1-34 0,-1 0-32 16,-4 5-32-16,0 0-49 0,-4 4-63 15,-1 4-49-15,-1 2-61 0,-2 4-33 0,-3 4-28 16,0 4-16-16,-1 2-8 0,1 6-2 0,-1 4 5 16,0 6 7-16,-1 4 10 0,4 2 2 15,-1 4-4-15,0 2-12 0,2 0-15 16,1 1-15-16,2 0-13 0,1-3-10 0,2-3-6 15,2 1 4-15,0-5-2 0,3 0 0 16,-2-3-2-16,3-1 1 0,1 0 4 0,-2-2-8 16,2-3-2-16,1-2-18 0,0-5-24 0,2-3-26 15,1-5-34-15,1-5-61 0,0-6-106 0,-1-3-118 16,5-6-142-16,-1-5-249 0,4-4-249 0,-1-5-112 16,4-6 165-16,-1-1 352 0</inkml:trace>
  <inkml:trace contextRef="#ctx0" brushRef="#br0" timeOffset="23822.04">13920 7841 291 0,'1'-5'520'0,"-1"7"177"0,-5 3 118 0,-1 5-219 0,-5 5-143 15,0 2-61-15,-5 7-26 0,2 3-13 16,-3 6-38-16,-1 5-51 0,2 4-60 0,0 3-41 16,-1 3-33-16,4 4-14 0,-1 1-21 0,6 1-16 15,0 0-15-15,3-1-12 0,5-1-10 16,2-5-16-16,3 0-12 0,3-5-8 16,4-5-3-16,3-4-4 0,4-5-2 15,1-6 1-15,2-6 2 0,2-4 1 0,1-5-5 0,-2-4 4 16,0-6 0-16,1-5 5 0,-2-4 0 15,-3-6 2-15,3-1 2 0,-1-6-2 0,-4-1-5 16,0-4 0-16,-2-3-1 0,-1-2-3 0,-4 2-1 16,-1-1 5-16,-4-2 3 0,1 0 1 15,-5-1 0-15,-2-1 2 0,-5 0 2 0,1-1-6 16,-3-2-2-16,0 3-2 0,-3-1-4 16,2 3-3-16,-1 2-6 0,-2 3-10 0,2 6-13 15,-3 1-12-15,1 7-27 0,-1 2-87 0,-3 4-130 16,0 4-166-16,-2 6-283 0,-2 4-261 15,-2 6-195-15,0 2 109 0,-3 5 399 0</inkml:trace>
  <inkml:trace contextRef="#ctx0" brushRef="#br0" timeOffset="24055.01">13663 8310 51 0,'8'9'649'0,"0"-2"488"0,0-2 136 16,0-1-142-16,1 1-340 0,3-2-409 15,3-2-196-15,3 1-96 0,6-2-46 0,2-2-20 16,6-1-17-16,5-3-9 0,6-1 0 0,4-1 5 16,6-4 5-16,7 1-13 0,4-4-75 15,0 2-148-15,5 0-268 0,-5 1-276 0,1 1-276 16,-2 0-213-16,-4 5 142 0,-2 1 495 15</inkml:trace>
  <inkml:trace contextRef="#ctx0" brushRef="#br0" timeOffset="24888.73">17421 7561 123 0,'10'5'298'15,"3"-2"120"-15,-1 2 90 0,1-3-169 0,3 4-109 16,-2 0-24-16,3 0 11 0,0 2 20 16,1 1 69-16,3 4 21 0,-2 1 45 0,3 4 7 15,1 4-6-15,-2 3-11 0,3 3-55 0,0 2-54 16,-1 6-58-16,-2 1-49 0,-1 5-38 16,-1 4-35-16,-3 1-26 0,1 4-13 0,-4 3-14 15,-3 3-13-15,1 2-3 16,-5 2 2-16,-3 4 0 0,-1-1-1 0,-2 3 3 0,-2-3 6 15,-2 0-6-15,-3-4-3 0,-2-1-4 16,3-4-2-16,-2-5-3 0,-2-5-8 0,-1-3-12 16,0-6-18-16,-3-5-37 0,-1-4-84 0,-2-6-122 15,1-3-136-15,-2-6-234 0,1-2-265 16,-3-7-182-16,0-3 51 0,0-6 311 0,-2-1 346 16</inkml:trace>
  <inkml:trace contextRef="#ctx0" brushRef="#br0" timeOffset="25425.84">17271 7928 288 0,'5'-12'790'0,"-3"2"323"16,-4 3 27-16,1 1-221 0,-4 6-396 0,-2 1-211 15,0 5-126-15,-1 5-62 0,-2 6-31 16,-1 4-16-16,0 4-20 0,1 6-25 0,-2 5-10 15,-1 6-6-15,4 5-5 0,-4 2 5 0,2 5 5 16,3 1 13-16,-3 6 3 0,3 2-1 16,2 3-2-16,1 0-8 0,1 0-5 0,4-5-14 15,6-2-8-15,2-7-2 16,5-5-1-16,5-8 1 0,4-8 1 0,4-6 0 0,4-11 1 16,4-6 2-16,0-10 5 0,0-9-2 15,3-6 3-15,-1-8 3 0,1-8 0 0,-2-6-2 16,-1-5-2-16,-2-3-6 0,-7-2 0 15,-1-1 0-15,-4 1 0 0,-7 1 2 0,-4-1 4 16,-6 2 3-16,-4 0-3 0,-7 1-2 0,-3 2-1 16,0 2-1-16,-6 4-1 0,1 5 0 15,-5 7-1-15,3 2-4 0,-3 9-7 0,0 2-13 16,1 8-11-16,1 3-9 0,-3 5-31 0,1 6-71 16,0 2-109-16,-1 6-132 0,2 2-273 15,1 3-271-15,-2 2-194 0,1 0 23 0,2 0 320 16,-1 0 381-16</inkml:trace>
  <inkml:trace contextRef="#ctx0" brushRef="#br0" timeOffset="25641.31">17271 8366 232 0,'4'8'866'0,"-3"0"390"0,1-1-4 16,-1-1-188-16,4 2-462 0,0-3-306 0,6 0-156 15,2 0-74-15,4-2-33 0,5-2-15 16,5-2-9-16,5-2-4 0,7-5 4 0,4-2-1 16,7-5-15-16,1-2-41 0,8-2-101 0,-3-5-145 15,1 0-272-15,2-2-274 0,-2 0-260 16,-3-4-130-16,-4 1 235 0,-1-3 461 16</inkml:trace>
  <inkml:trace contextRef="#ctx0" brushRef="#br0" timeOffset="26687.89">20679 3846 84 0,'-2'0'319'0,"-1"-2"169"0,-2 2 148 16,0 0-72-16,-1 2-152 0,-3-2-56 15,-1 2-29-15,1 3-30 0,-5 1-51 0,-1 2-52 16,-2 4-44-16,1 1-50 0,-4 7-35 16,0 4-27-16,-2 3 6 0,0 6-2 0,-1 1-10 15,0 3-10-15,3 3-4 0,-1 1-3 0,2 0-3 16,4-1-2-16,-1-1 0 0,2 0 1 16,4-4 20-16,2-1 5 0,0-6-33 0,4-1-66 15,0-4-88-15,1-3-107 0,2-2-199 0,-3-3-274 16,3-3-151-16,-3-3 20 0,1-5 197 15,-1-4 264-15</inkml:trace>
  <inkml:trace contextRef="#ctx0" brushRef="#br0" timeOffset="26919.15">20198 4378 98 0,'2'11'295'0,"-1"-1"128"15,2 4 99-15,1-1-170 0,2 1-158 0,3 3-92 16,4-2-49-16,3 2 10 0,1 1 39 0,2 1-2 16,5 0-1-16,-2 0-1 0,7-1-2 15,-3 1-29-15,4-3-52 0,0-3 25 16,1-1 11-16,-1-3 3 0,0-3-4 0,-2-3-35 16,-1-3-60-16,-5-3-124 0,2-3-231 0,-4-4-169 15,-4-2-55-15,-2-6 78 0,-2-2 164 0</inkml:trace>
  <inkml:trace contextRef="#ctx0" brushRef="#br0" timeOffset="27170.06">20721 3928 181 0,'8'-7'373'0,"-3"2"142"15,2 2 91-15,0-1-220 0,1 2-139 0,0 2-57 16,5 0 19-16,-1 2 39 0,6 2 38 15,-1 0 24-15,2 5-1 0,0-1 9 0,3 1-28 16,0 3-27-16,0 1-35 0,-2 3-39 16,-2 2-53-16,-2 0-31 0,0 1-48 0,-5 2-17 15,-4 3-13-15,-3 1-8 0,-7 1 7 16,-5 3-13-16,-1-1 9 0,-5 3-21 0,-2 3-68 16,-6-3-136-16,-4 1-159 0,2-1-290 15,-3 0-268-15,2-4-229 0,0-4 20 0,2-1 372 16</inkml:trace>
  <inkml:trace contextRef="#ctx0" brushRef="#br0" timeOffset="27410.55">20481 4598 87 0,'0'11'312'16,"0"-2"140"-16,2-3 107 0,1 2-104 0,2-2-208 15,4-2-45-15,2 1-11 0,2-4 42 0,6 1 27 16,1-4 6-16,4-3-24 0,5 0-61 0,2-5-29 16,5-3-50-16,2-1-33 0,4-5-17 15,3-3-26-15,3-2-15 0,4-5-20 0,2 1-17 16,-2 0-24-16,2-3-60 0,-2 1-79 16,-3 3-129-16,-2 2-261 0,-5-2-170 0,-3 7-63 15,-8-1 130-15,-2 4 247 0</inkml:trace>
  <inkml:trace contextRef="#ctx0" brushRef="#br0" timeOffset="28374.64">23933 5445 284 0,'0'-3'532'0,"-2"0"214"15,0 0 122-15,2 3-282 0,0 0-202 0,0 3-75 16,0 3-12-16,4 6-9 0,-3 6-6 0,3 7 0 16,0 10 4-16,1 8-10 0,-1 11-18 15,1 9-4-15,-3 9-14 0,0 8-19 0,-6 8-20 16,1 11-27-16,-3 5-40 0,-7 11-42 16,0 10-26-16,-4 7-18 0,1 7-13 0,-4 4-17 15,-1 6-9-15,4-4 3 0,-4 3-4 0,4-4-4 16,-2-5 0-16,3 0 0 0,3-7 0 15,1-9 0-15,3-6-3 0,0-9-2 0,5-9-15 16,-3-9-26-16,4-11-44 0,0-8-57 16,0-11-47-16,1-11-91 0,-1-11-137 0,2-11-159 15,-1-14-252-15,0-13-223 0,-1-11-210 0,0-11 71 16,-2-14 420-16</inkml:trace>
  <inkml:trace contextRef="#ctx0" brushRef="#br0" timeOffset="28774.15">23686 5528 25 0,'2'-10'470'0,"-1"3"436"0,-1 2 283 0,0-1-18 16,0 2-355-16,0-1-309 0,2-1-179 0,1-1-124 15,3-4-85-15,2-3-41 0,2-3-23 0,4-4-7 16,2-5-7-16,1-2 3 0,2-5 0 16,5-6-9-16,1-2-12 0,0-3-9 0,4 1 18 15,-4 1 10-15,2 5 5 0,-3 2-1 16,-6 8 2-16,0 5-3 0,-2 8-15 15,-3 6-11-15,-3 9-9 0,2 6 0 0,-3 10-3 0,-1 7-1 16,1 5-1-16,-2 8-7 0,-1 3-5 16,2 7 6-16,-2 3 5 0,2 1 1 0,-1 5-11 15,-1 6-31-15,2 1-35 0,-4 3-95 0,1 3-155 16,0 1-225-16,-2 1-292 0,1 2-258 16,-1-1-204-16,3 0 132 0,-2-2 483 15</inkml:trace>
  <inkml:trace contextRef="#ctx0" brushRef="#br0" timeOffset="29612.41">23014 8224 352 0,'5'5'662'0,"-2"-2"208"0,1 0 46 0,5-1-299 15,0 0-278-15,8 2-181 0,3 0-38 0,6-1 0 16,8 3-2-16,6-2 10 0,7 2 8 16,6 2 5-16,7-2-10 0,10 1-4 0,7 3-8 15,7-3-17-15,6 2-17 0,5 0-5 0,5 1-29 16,1 1-7-16,3 1 1 16,7 0 4-16,3 1 3 0,1 0-7 0,6 2 16 15,3-1-3-15,7 2-5 0,1 0-7 0,4-1-5 16,4 1-2-16,0-1-13 0,3 1-11 0,3 0-8 15,0-1-5-15,2-2 2 0,1 1 5 0,-1-1-5 16,1-1-2-16,-1-3 2 0,1 1-2 16,3-3-4-16,-3-1 3 0,1 0 1 0,-3 0-1 15,-2 0 0-15,-2-2 0 0,-1 2 3 0,-6 2-4 16,-5 1-2-16,-3 3 1 0,-6 1 1 16,-5 2 4-16,-3 1 1 0,-5 3 2 0,-6 0-3 15,-5 1-7-15,-7 1 1 0,-2-2-1 16,-6 1 2-16,-5-1 1 0,-2-1 0 0,-5-1 2 15,-3-2 1-15,-4-1 1 0,-3-3-1 0,-6 0-1 16,-4-4 2-16,-7 0-1 0,-2-2-3 16,-6-3 1-16,-6 1 2 0,-6-2 3 0,-4-1 2 15,-3-1 47-15,-5-2 37 0,-3 1 33 0,-1-1 10 16,-5-1 2-16,-2-2-4 0,-1-2-37 0,0 2-30 16,-4-1-31-16,-1-1-15 0,1 0-8 15,-1 0-5-15,-2-1-3 0,1 1-4 0,0 1 0 16,0-1 0-16,1 0-1 0,-3 3-6 15,3-3-30-15,-3 3-42 0,4 0-39 0,-3-1-37 16,1 0-73-16,-2 0-140 0,-2 0-135 16,2 1-252-16,0-1-242 0,2 0-229 0,-2 0-6 15,2-1 405-15,0-2 421 0</inkml:trace>
  <inkml:trace contextRef="#ctx0" brushRef="#br0" timeOffset="29902.29">29653 8586 256 0,'8'2'447'16,"2"2"260"-16,-1 0 224 0,2 1-185 0,5-1-129 0,0 1-85 16,2 1-61-16,2-2-121 0,3 2-93 15,6-1-95-15,-2 1-59 0,1 1-36 16,0 0-18-16,2 3-15 0,-3-2-16 0,-3 3-5 15,-2 2-2-15,-3 0 1 0,-4 2 0 0,-1 1 1 16,-6 1-6-16,-4 3-4 0,-4-1-1 0,-4 1-4 16,-3 4 3-16,-4-3-1 0,-1 2 6 15,-6 1-2-15,1 0-15 0,-5-2-45 0,-3 1-131 16,-2-3-179-16,-2-1-290 0,-1-1-274 16,1 0-244-16,-1-3-51 0,-1-1 387 0,1-2 456 15</inkml:trace>
  <inkml:trace contextRef="#ctx0" brushRef="#br0" timeOffset="30480.62">29582 9567 142 0,'21'-5'344'0,"-1"0"181"15,0 1 164-15,1 0-112 0,1-1-19 0,0 1-8 16,1-1-31-16,-1 2-74 0,-4 2-70 15,2 1-68-15,-3 1-96 0,-3 2-61 0,0 3-32 16,-2 2-6-16,-6 2-1 0,-3 5-5 0,-3 0 11 16,-1 3 30-16,-7 5 20 0,-2 1 3 15,-4 3-7-15,-2 1-15 0,-3 4-25 0,-2-1-34 16,-1 2-28-16,0 2-14 0,0-1-8 16,1 2-9-16,-1-2-4 0,2 1-3 0,2-2-5 15,4-1-6-15,5-4-5 0,1-1-1 0,6-4-3 16,4-4-2-16,6-1-2 0,5-3-1 15,4-9-20-15,6-2-49 0,4-4-59 0,3-5-72 16,3-5-119-16,6-3-164 0,2-5-212 16,0-1-260-16,1-1-218 0,1-1-118 0,1-1 232 15,1 0 446-15</inkml:trace>
  <inkml:trace contextRef="#ctx0" brushRef="#br0" timeOffset="30774.85">30326 9907 53 0,'20'-1'288'0,"-5"4"193"0,-3 4 214 15,-8 3 18-15,2 4-48 0,-6 4-42 0,0 2-48 16,0 1-77-16,-1 1-89 0,-4 1-94 15,5 1-95-15,-1-2-72 0,2 0-55 0,1 0-36 16,2-3-18-16,3-1-11 0,1-5-14 0,1 0 12 16,5-6 24-16,-1-4 45 0,6-3 52 0,-1-6 28 15,4-2 8-15,0-9-5 0,3-2-22 16,2-4-30-16,-3-4-34 0,1-5-24 0,0 0-4 16,-3-2-13-16,-2 1-5 0,-3 1-5 0,-6 0-6 15,0-1-7-15,-7 1-8 0,-4 1-4 0,-1 2-6 16,-2 0-3-16,-5 3 0 0,-2 3-5 0,2 2 2 15,-5 5-4-15,1 1 1 0,-2 4-2 0,0 3-2 16,-3 6 1-16,1 2-2 0,-2 2 0 16,2 6-3-16,-2 1-4 0,1 2-14 0,-1 1-24 15,2 1-53-15,-2 3-56 0,1 1-57 0,3-2-86 16,1 2-137-16,-1-1-175 0,3 0-241 0,-2 3-222 16,5-1-202-16,0-3 48 0,2 0 424 15</inkml:trace>
  <inkml:trace contextRef="#ctx0" brushRef="#br0" timeOffset="31016.93">30532 9820 127 0,'5'5'682'15,"-1"1"407"-15,0-2 100 0,-1-1-94 16,3 2-406-16,2-2-289 0,5 0-150 0,1-2-65 15,5 0-35-15,0-1-37 0,5-1-32 0,1 0-27 16,0-1-25-16,4-1-15 0,-3 0-6 16,5-1-16-16,-1-1-28 0,0 1-60 0,0-2-143 15,-3 0-265-15,0 0-283 0,-4-3-277 0,-2 2-223 16,-4 0 58-16,-1-4 512 0</inkml:trace>
  <inkml:trace contextRef="#ctx0" brushRef="#br0" timeOffset="31917.59">23526 4492 342 0,'0'-4'677'0,"0"1"283"0,0-2 82 16,0 4-325-16,0 2-208 0,0 3-137 0,0 1-100 15,0 7-65-15,0 3-39 0,0 5-17 16,0 5-34-16,0 4-27 0,0 3-27 0,2 2-18 16,-2 2-18-16,1 1-15 0,-1-2-4 15,2 1-1-15,0-2-1 0,-1-5-2 0,3-1-4 16,0-4-27-16,1-4-76 0,-2-5-124 0,-2-4-142 16,3-3-192-16,-3-5-294 0,1-4-229 15,-1-7-24-15,-4-4 267 0,0-4 360 0</inkml:trace>
  <inkml:trace contextRef="#ctx0" brushRef="#br0" timeOffset="32119.87">23319 4451 206 0,'-3'3'433'0,"0"4"163"15,1-1 91-15,4 0-227 0,3 1-226 0,0 2-120 16,7 0-50-16,1 0-25 0,5 0-13 15,2 1-5-15,5 0-6 0,2 1-1 0,1-3-3 16,2 3 2-16,2-2 0 0,-2-2-39 0,-2 2-102 16,-3-2-275-16,-5 4-161 0,-5 0-70 0,-7-2 38 15,-4 3 168-15</inkml:trace>
  <inkml:trace contextRef="#ctx0" brushRef="#br0" timeOffset="32313.63">23297 5053 116 0,'-5'27'523'0,"1"-3"286"16,0-5 128-16,4 1-41 0,5-3-430 0,2-2-241 15,5-2-113-15,3-3-51 0,6-2-25 16,5-3-8-16,5 1-5 0,4-5-4 0,5 1 0 16,5-4-7-16,2 1-12 0,0 1-67 0,0-3-114 15,1 4-244-15,-5 2-245 0,-3 1-173 16,-3 2-59-16,-6 1 179 0,-5 1 309 0</inkml:trace>
  <inkml:trace contextRef="#ctx0" brushRef="#br0" timeOffset="33457.49">26206 8329 21 0,'3'-4'361'0,"1"1"326"15,-3 0 313-15,1 2 95 0,0-1-281 16,-2 0-208-16,1 1-156 0,-1 2-128 0,2 1-83 16,-1 2-48-16,2 2-5 0,-1 5-1 15,-1 2-5-15,-1 4-3 0,0 1-22 0,0 4-36 0,-1 1-42 16,-4 1-30-16,2 1-14 0,0 1-14 16,0-1-5-16,-1-1-7 0,1 0-2 15,2-1-1-15,-1 0-6 0,0-3-47 0,1-2-57 16,-1 2-79-16,-1-3-154 0,0-3-289 0,0 1-317 15,-2 0-272-15,0-3-196 0,1-1 137 16,-3-2 585-16</inkml:trace>
  <inkml:trace contextRef="#ctx0" brushRef="#br0" timeOffset="34052.25">26099 9528 57 0,'7'-10'559'0,"-3"2"455"15,-1 2 204-15,-1 1-75 0,-4 2-382 0,0 3-310 16,1 3-189-16,-4 2-105 0,2 5-53 0,-2 5-17 16,2 5 13-16,2 5 25 0,-1 2 25 15,0 6 10-15,2 3 0 0,0 3-14 0,4 3-32 16,-3-1-30-16,7-1-22 0,-4 2-20 15,6-6-17-15,0-2-9 0,4-3-5 0,0-5-4 16,3-3-2-16,3-4 7 0,-2-6 7 0,1-4 8 16,1-6 4-16,0-8 5 0,0-7-1 15,0-5-3-15,-2-6-3 0,2-7 0 0,-2-2-2 16,0-5 3-16,-2-1 4 0,-4-5 2 16,-4 0-4-16,-2 0-2 0,-2-1-6 0,-4 1-4 15,-4 0-5-15,1 2 1 0,-5 4-1 0,-1 4 0 16,-2 3 1-16,0 5-3 0,-3 5 0 15,1 4-5-15,-4 4-4 0,2 7-4 0,-2 2 0 16,1 4-2-16,-1 5-1 0,1 5 1 16,-3 2 0-16,2 4 0 0,2 0 0 0,0 5-1 15,0 2 0-15,4 0-1 0,0 1-1 0,2 2-4 16,2-1-8-16,2 0-17 0,1-1-44 16,4-3-64-16,0 0-65 0,4-4-106 0,-1 0-154 15,4-2-245-15,1-4-269 0,2-3-218 0,0-2-163 16,2-2 179-16,-3-4 500 0</inkml:trace>
  <inkml:trace contextRef="#ctx0" brushRef="#br0" timeOffset="34283.31">26083 9594 20 0,'0'6'412'0,"0"0"303"15,0-2 189-15,3 2 21 0,0-1-335 0,5-1-276 16,5-1-153-16,0-1-71 0,4-2-36 0,4-2-15 16,2 0-12-16,4-3-5 0,1-1-3 15,3-1-8-15,-3-1-22 0,0-1-81 0,1-2-122 16,-7 2-291-16,2 0-223 0,-5 0-157 0,-5 2 1 16,-2-2 236-16</inkml:trace>
  <inkml:trace contextRef="#ctx0" brushRef="#br0" timeOffset="37406.14">23990 7999 160 0,'0'0'314'0,"1"0"129"0,-1 0-18 0,0 0-92 15,0 0-88-15,0-2-65 0,0 2-39 16,0 0-14-16,0 0 1 0,0 0-6 0,0 0-31 16,0 0-23-16,0 0-23 0,0 0-21 15,2 0-22-15,-2 0-21 0,1 0 6 0,-1 0 0 16,2 0 0-16,1 0 0 0,0 0 0 15,3 0 39-15,2 2 84 0,4 0 46 0,0-2 20 16,1 3 8-16,1-2-1 0,5 2-31 16,1-1 16-16,1 1 6 0,1 0 5 0,2-1-2 15,-1 0-3-15,2 0-4 0,0 1-43 16,0-2-16-16,0 2-9 0,2 0-8 0,-2 0-6 16,-1 0-6-16,3 0-24 0,-2-1-25 0,1 1-14 15,0 0-8-15,0-1-2 0,-2 2 15 16,1-3 13-16,0 2 4 0,0-1 2 0,1-2 4 15,-2 2-3-15,-1-2-18 0,2 0-13 16,-1 0-4-16,0 0-4 0,-2 3-3 0,0-3-3 16,2 1 2-16,-3 0-2 0,1 0-5 0,-4 2 0 15,2-1-1-15,0 0 5 0,-3 1-2 0,1-2 4 16,1 2 2-16,-5 0 1 0,5 0 2 0,-3 1-1 16,1 0 2-16,-1-1-4 0,3 1 2 15,-2 0 1-15,-1 1-2 0,1-2 0 16,1 2 0-16,1-1-1 0,-1-1 1 0,-1 1-2 0,2 0 0 15,-2 2-1-15,2-1 0 0,-1-1 0 16,-1 2 0-16,2-2 0 0,-3 3 0 0,1-3 2 16,-1 2 1-16,-1-2-3 0,-2 2 0 15,1-1 2-15,-1-1 0 0,0 0-1 0,-1 0-1 16,0-2 3-16,0 2-4 0,-2-4 0 0,-1 2-1 16,1 1 0-16,1-2 0 0,-3-1 2 15,0 0 2-15,1 0 1 0,-1-1 1 0,0-2-3 16,0 1-2-16,-1 0 1 0,2-1 0 15,-3 0-1-15,0 0-3 0,2-1 6 0,0-4 1 16,0 2 1-16,0-1-4 0,3-2-1 0,-3-2 0 16,2 0-1-16,0-1-2 0,0 1-3 15,0-3 4-15,0 1-1 0,1-1 5 0,-1-3-4 16,2 3 1-16,-2-2 3 0,0 1-1 16,0-4-3-16,0 2 0 0,0 0 2 0,1-1 1 15,-2-1-4-15,1 0 0 0,1-2-2 0,-2 1-2 16,2-1 0-16,0-2-4 0,-1 0 5 15,0 1-1-15,0-1 3 0,0-1 4 0,0 0-2 16,0 0 6-16,-2 0 1 0,2 0 1 16,-2-1 2-16,1-1 2 0,-2-2 1 0,-1 0-2 15,0 2-1-15,0-3 0 0,-2-1 0 0,-1 0-1 16,-2 2-1-16,-1-2-2 0,0 0-3 16,0 0-1-16,-1-2-1 0,-1 2-4 0,1 0 0 15,1 0-1-15,-4 0 0 0,4 0 0 0,0 0 0 16,0-1 0-16,4 0 5 0,-1-3 3 15,-2 1 5-15,4-1 4 0,-2-1 1 0,2-1 1 16,2-1-5-16,-1-3 2 0,-2 2-3 16,1-3-7-16,2 1 2 0,-3-1 0 0,1 0 1 15,1 0-3-15,-1-1-1 0,1 1 2 0,-1 2-2 16,3-3-1-16,1 2-4 0,-1 1 2 16,1-1 4-16,1 1 0 0,2-1 0 0,-3 1 3 15,7-1 4-15,-5 1 1 0,4-2-3 0,-2 3 0 16,5-2-2-16,-2 1 0 0,1-1 0 15,-1 1-3-15,1-2 0 0,-1 2 1 0,1 2 0 16,-1 1-1-16,2 1-1 0,-1 2-1 16,-1 1-1-16,-1 3-2 0,1 0 1 0,-3 2 4 15,4 2 1-15,-4 1 3 0,1 1 0 0,-2 3 2 16,0-3 0-16,-1 4-3 0,-1 0 1 16,-1 3 0-16,-1-1-3 0,0 3 0 0,-2 1 0 15,2 0-2-15,-2 2-3 0,-1 1-2 0,0 3 4 16,-2-1 0-16,2 3 0 0,-1-1 1 15,1 5 4-15,-2-3-1 0,1 4-3 0,-3 4 2 16,4-3-1-16,-2 5-3 0,0 0 1 16,1 3 3-16,0 1-2 0,1 1-1 0,0 1 3 15,-1 2-2-15,0 1-4 0,0 2-3 0,1 0 6 16,1 1 1-16,-3 3 3 0,2-2 6 0,0 3 4 16,-2 1 6-16,2 2-3 0,-2 2 9 15,3 1 5-15,-3 1 2 0,1 2 1 0,-3 1-2 16,2 1 1-16,-1-2-13 0,0 2-6 15,-1 2-4-15,-1-2-4 0,0 3-4 0,-1-2-1 16,-1 2 0-16,-1 1-5 0,0-2 0 0,-1 3 5 16,0-3 4-16,-2 3 3 0,-1-2 0 15,2 1 5-15,1-2 2 0,-3 0-6 0,1-1-4 16,1 1 1-16,1-2-1 0,-1 0 0 0,2 0 1 16,-1-2 0-16,0 0 2 0,-1 0-5 15,2 0-2-15,0-2 1 0,0 0-1 0,1 1 1 16,-1-1-4-16,0-1 0 0,1 0-3 15,0 0 1-15,1-2 1 0,-1-1 0 0,1-1 3 16,1 2 0-16,0-3 4 0,0-1 2 16,0 0-2-16,0-1 4 0,1 0-3 0,1-1 4 15,-2-1-1-15,1 0-2 0,-1 0 1 0,0 0-3 16,0-1 0-16,0 2-3 0,-1-2 3 16,1 1 1-16,-2 1-3 0,1-1 1 0,-3 1 0 15,2 1 3-15,-2-1-2 0,1 0-3 0,3 0 4 16,-1-1 0-16,-3 0 1 0,4 0-3 15,-1-1-1-15,1-2 4 0,0 0-5 0,0 1-1 16,0 0 1-16,0-1 3 0,0-1 0 16,0 1-5-16,0 1 3 0,0 0-2 0,0-1-3 15,0 1 4-15,0 1-2 0,0 0 3 0,1 0-5 16,3-2 4-16,-3 2-1 0,2 0-2 16,3-2 2-16,-1 1 2 0,0 0 3 0,0-2-3 15,1 0 1-15,-1 1 0 0,1-1 1 16,-1 0-2-16,0 0-2 0,-1 1 3 0,0-4 1 15,-1 4 1-15,2-1-2 0,-4 0 0 0,4 2 6 16,-2-3-3-16,-2 3 4 0,1-3-1 16,0 3-1-16,-1 0-1 0,2-1-3 0,-1 1 2 15,1-2-3-15,1 0-3 0,-1 0 2 0,1 0 1 16,-1-4-6-16,2 1 5 0,-2-1-8 16,2 0 1-16,-2-2 2 0,2-2 4 0,-2 1 3 15,3-2-1-15,-3-1 3 0,1 0 0 16,1-2-3-16,-2 1 2 0,2 0-4 0,-2 1-4 15,0-3 3-15,1 0 4 0,1 1 0 16,-2-2 0-16,1 1 3 0,0-2-1 0,0 0-1 16,0 0-2-16,2-2-1 0,-2 1-2 0,0-2 1 15,1 1 2-15,-2 0 1 0,2-1 0 16,-2 3 0-16,1-2 1 0,0 2 3 0,-2 0-1 16,1-1 2-16,-2 1-3 0,3-3-3 0,-3 3 5 15,2 0-7-15,1-2-2 0,-1 2 4 16,0 0 0-16,3 0 6 0,-1 0-7 0,0-2 0 15,1 0 3-15,-1 1-3 0,1 1 1 0,0-1-4 16,1 1 3-16,-3-2 1 0,1 2 2 16,2 0-1-16,-1 0 0 0,0 0-1 15,1 2 2-15,2-1-2 0,0 2-2 0,-1-1 1 16,0-2-2-16,0 2 3 0,1 1 0 0,-2-2 4 16,1 1-2-16,-2 1-1 0,2-3 1 15,-2 0-1-15,-1 0 2 0,2 2-3 0,-3-2 0 16,1 2 1-16,1-2 2 0,-1 0-1 0,1 3-1 15,-1-2 0-15,0 1 4 0,3-1 0 16,0 1-2-16,-2 1 2 0,4 0-3 0,0-1-1 16,0 0-2-16,1 0-1 0,2 1-3 0,0 0 2 15,-1 0 1-15,2-1-3 0,0 1 2 16,1 1 0-16,-1-1-1 0,3 1 3 0,1 0-3 16,-2 1 2-16,-1 0 4 0,1 1-3 15,1-1 0-15,0 3-3 0,0-2 1 0,0 1 0 16,2 0-4-16,0-1 3 0,0-1 3 0,2 2-2 15,1-3-3-15,-1 0 4 0,1 0 1 16,-2 0 1-16,-1-2-5 0,5 4 7 0,-5-4 4 16,1 1 0-16,-1 1 0 0,2 0-3 15,-2 1 5-15,1-2-7 0,1 2-1 0,-4-1 0 16,4-1 1-16,-4 1 0 0,4 0-1 16,-2 1 0-16,0 0 0 0,1 1 1 0,1-2-3 15,-4 0 2-15,4 1-1 0,1 0 1 0,-3 0 1 16,1-1 1-16,1 0 1 0,0-1-7 0,-1 2 2 15,-1 0 1-15,2-1-5 0,-3-1 1 16,2 0 3-16,0 0 2 0,1-1 2 0,-2 2 1 16,1-3 0-16,2 2-3 0,-2-3-4 15,3 2 2-15,1-1-5 0,-2-1 1 0,0 0 2 16,2 2 1-16,-1-2 0 0,1 1 0 0,-1 1 6 16,0-2 0-16,1 1-2 0,-1 0 5 15,0 1 0-15,-1 0 1 0,-2-1-2 0,-1 0 1 16,0 1-4-16,0 0 2 0,-5-1-8 15,-2-1 3-15,0 1-3 0,-6 2-2 0,1-2 5 16,-2-1 4-16,-4 1 6 0,4 0-1 0,-8 2 4 16,1-3-1-16,-1 0-3 0,-2 0-7 15,0 2-1-15,-1-2-5 0,0 2-25 0,-5-2-25 16,1 0-93-16,-4 0-162 0,1-2-293 16,-4 2-277-16,3 0-247 0,-3 0-177 0,-1 2 253 15,-1-2 521-15</inkml:trace>
  <inkml:trace contextRef="#ctx0" brushRef="#br1" timeOffset="50799.51">11146 7281 171 0,'0'-3'300'16,"0"1"108"-16,0 1-13 0,0 0-115 0,0-1-87 0,0 0-44 15,0 1-23-15,0 1-18 0,0-2-20 16,2 2-26-16,-1 0-23 0,-1-1-19 0,0 1-10 16,0 0-7-16,0 0-1 0,0 0-2 15,2 0-2-15,-2 0-1 0,0 0 1 0,2 0-2 16,-1 1-2-16,1-1 4 0,-2 2 0 0,3-1 2 15,3 1 0-15,-3 0 2 0,2 0 41 16,1 0 26-16,1 1 12 0,-1-2 9 0,3 0-1 16,0 1 2-16,0 1-39 0,2-1-20 15,-1-1-14-15,-1 0-5 0,5 3 2 0,-1-3-2 16,-1 1 71-16,3-1 39 0,-2 1 17 16,2-2 8-16,-2 1 2 0,4-1-4 0,-2 0-67 15,0 1-35-15,0-1-19 0,0 0-7 16,0 0-7-16,0 0 0 0,1 0 0 0,0 0 0 15,-2 0 0-15,2 0-23 0,0 0-10 0,-2 0-12 16,2 0-2-16,0 0-6 0,-2 0-2 0,2 0 19 16,-2 2 14-16,3-2 1 0,-2 0 8 15,0 2-1-15,1-1 2 0,0 1 1 16,0-2-2-16,1 2 2 0,-2 1 2 0,3-2-2 16,-3 1 0-16,4 1 0 0,-2-3 0 0,-1 4-5 15,1-2 5-15,-1 0 1 0,1 1 3 16,-1 2 0-16,0-2-2 0,-1 0 6 0,0 2-4 15,-2-3-1-15,2 1 2 0,0 1-4 0,-1-1 1 16,0 1 3-16,0-2 19 0,-1 2 14 16,0-1 4-16,1 0 2 0,0-2 1 0,0 2-1 15,-1 0-21-15,3-1-14 0,-3 0-7 0,1 1-1 16,-2-1-1-16,1 2-3 0,1-2 0 16,-2 3 3-16,1-2-3 0,-1 0-2 0,-1 1-1 15,1 1 3-15,-2-2-2 0,1 0 2 16,0 1 5-16,0-1 4 0,-3 0-1 0,3 0 2 15,-1-1 0-15,-1 0-1 0,2 0 0 0,-3 0-1 16,2-1-1-16,0 1 1 0,0 1-3 0,-2-2 1 16,4 0-2-16,-3 1 1 0,0-1-1 15,2 1 1-15,-1 0-1 0,-1-2 3 0,4 2 0 16,-4 1-2-16,2-2 2 0,0 0 1 0,0 0-4 16,-1 2 1-16,1-3 1 0,-2 2 0 15,1-2 0-15,2 2-3 0,0 0 2 16,-1-1-1-16,1-1 1 0,-2 1-1 0,5-1 1 15,-3 0-2-15,-1 2 3 0,3-2-3 0,-3 1 0 16,3 1 0-16,-3-2 1 0,2 1 1 16,0 1-2-16,-2-1 0 0,3 1 0 0,-3-1 0 15,2 1-3-15,-1-1 1 0,1-1-1 0,1 2 2 16,-1-2 1-16,3 0-3 0,-4 0 3 16,4-2-2-16,0 1 2 0,0-1-3 15,0 2-3-15,1-1 3 0,-1-1-6 0,-1 2-1 16,2 0 1-16,0 0-2 0,-3 3 0 0,3-1-3 15,-2-1 2-15,0 4-5 0,0-2-2 0,0 0 0 16,-2 1 0-16,1-1 3 0,-1 0 5 16,3 0 6-16,-2 0 7 0,-1 0 4 0,3-1 6 15,-2-1 0-15,2 0-1 0,-2 1 0 16,2-2-1-16,-2 0-1 0,2 0-7 0,-2 0 4 16,2 0 0-16,-2 0 1 0,2 0-4 0,-2 0 0 15,0 0 0-15,1 1-2 0,-2-1-1 16,2 2 2-16,1-2-2 0,-4 0 2 0,4 2-1 15,-2-2-2-15,-1 0 2 0,3 0 1 16,-2 0-1-16,0-2 1 0,1 2-1 0,0 0 6 16,-2-2-4-16,1 1 0 0,-1 1-2 0,3 0-2 15,-4-2-1-15,0 2-1 0,2 0 0 16,-1 0-2-16,-1 2 2 0,-1-2 2 0,3 1-1 16,0 1 1-16,-2-2-1 0,2 2-1 15,-1-2-3-15,2 2 3 0,-2 1-4 0,1-2 3 16,0-1-4-16,-1 1 5 0,3-1-4 15,-2 1 1-15,2-1-5 0,-2 0-2 0,2 3-1 16,-2-3 0-16,4 2 1 0,-6-2 2 0,6 2 6 16,-6 0 7-16,6-1 4 0,-4 0 5 0,5-1 5 15,0 2-2-15,-3-1 1 0,2 1-3 16,0-2-1-16,3 1-1 0,0-1-2 0,-1 0-2 16,2 0 2-16,-2-1-2 0,3 1-1 0,0-2 1 15,-1 1-3-15,3 1 0 0,-2-2 0 16,1 2 0-16,-1 0 0 0,1 0-3 0,-2 0 0 15,0 0 0-15,0 0-1 0,0 2-2 16,-1-2-2-16,1 1-1 0,-2 1 0 0,1-1 1 16,1 1-1-16,-1 1-2 0,-2-2 2 0,1 1-2 15,2-1-3-15,-2 1-3 0,0 0-4 16,0-1 2-16,-2-1-3 0,3 1 0 0,-1 1 6 16,-4-2 7-16,4 3 4 0,-3-3 4 15,1 1 8-15,0 0 4 0,1 1 0 0,-1-2-3 16,0 3 1-16,1-1-1 0,-1-1-2 15,0 2-3-15,1-1-1 0,1 1 0 0,-2 0-2 0,3-1 2 16,-2 1-5-16,1-1 3 0,2 0-2 16,-2 0 1-16,2 2 3 0,0-3-5 0,-2 0 0 15,2 2 1-15,0-3 2 0,-1 2-4 16,0-2-1-16,1 0 1 0,-3 2-1 0,3-2-4 16,-2 2 3-16,1-2-4 0,1 1 0 0,0 0-3 15,0 1-1-15,-2-2-5 0,2 1 0 0,-1 1 0 16,-1-1 0-16,0 1 2 0,2-2-4 15,-2 1 8-15,1-1 6 0,0 2 0 0,-2-2 4 16,3 0 7-16,0 0 6 0,1 0 0 16,-1 0 0-16,1 0 1 0,-1 0 2 0,-1-2-3 15,3 2-1-15,-2 0 1 0,1 0-3 0,0 0-3 16,0 0 0-16,-1 0-1 0,2 0-3 0,-1 0-1 16,0 2-1-16,2-2 1 0,-1 0-1 15,-2 0 3-15,0 0-4 0,2 0 0 0,0 0 0 16,-3 0 0-16,0 2-5 0,1-2 2 15,-1 0 0-15,1 1-4 0,0-1-2 0,0 1-2 16,-1-1 0-16,1 0-4 0,-1 2-1 0,0-2-1 16,-1 2 1-16,0-2 1 0,0 0 4 0,0 0 3 15,-2 1 3-15,0-1 7 0,1 0 4 16,1 1 4-16,-2 1 1 0,-2-2 1 0,3 1 0 16,1 1 1-16,-2 0 1 0,-1 0-1 0,1 1 0 15,2 0 0-15,-1-1-6 0,-3 1 0 16,3 0-1-16,0 0-1 0,0-2-1 0,3 2 0 15,-3-2 0-15,2 1-1 0,1 0-3 16,-1-2 0-16,1 0 0 0,0 2-1 0,0-2-1 16,-1 0 1-16,1 3 1 0,-1-3 0 0,0 1 0 15,1-1-3-15,0 0-1 0,2 1 0 16,-3-1-4-16,2 1 2 0,-1-1-5 0,1 3-4 16,1-3-1-16,-1 0 0 0,-1 0 2 15,-1 0 3-15,4 2 5 0,-3-2 6 0,0 0 8 16,2-2 3-16,2 2 5 0,-3 0 0 15,2-3 1-15,1 3-4 0,-1-2-2 0,1 2 0 0,0-1-3 16,1-2-2-16,0 1 0 0,0 2-1 16,1 0-2-16,-1 0 0 0,-1 0-3 0,1 0 0 15,-1 0-1-15,0 0-3 0,0 0 3 16,0 0-2-16,-4 2 3 0,3-2-7 0,0 0 3 16,1 0-1-16,-1 0-4 0,-1-2-2 0,1 2-5 15,0 0 0-15,1 0-5 0,-1 0-1 16,0-2 4-16,-2 2 4 0,0 0 7 0,1 0 6 15,-1 0 7-15,-2 0 9 0,4 0 4 16,-1 2 2-16,0-2-4 0,-2 0 1 0,2 2-3 16,-1 2-2-16,2-3-4 0,-2 3-2 0,1-4 2 15,1 4-3-15,0-1 1 0,0-2-6 16,-1 2 1-16,2-1-1 0,-3 1 1 0,2 0-2 16,1-1 0-16,-4-1 0 0,2 0-2 0,-1 3 1 15,1-3-2-15,-2 0 1 0,0 1-3 0,2-1 1 16,-2 1-3-16,0-1 1 15,0 0-3-15,0 1-2 0,-2 1 0 0,0-1-2 16,2-1-4-16,-3 2 5 0,3-1 6 0,-3 1 3 16,0 0 8-16,2-2 6 0,-1 2 5 15,0-2 1-15,2 1-4 0,-2 0 2 0,-1 0-4 16,3-2-1-16,-1 3-2 0,-1-2-1 0,1 0 0 16,-1 0-1-16,1-1-3 0,-1 3 2 0,2-3-1 15,-2 2-4-15,0-2 3 0,2 2-1 16,-1 0 1-16,-1-1-3 0,2 0-1 0,-4-1 1 15,4 2 0-15,-2-2-2 0,-2 3 2 16,3-3-2-16,-3 0 6 0,2 1-4 0,-2-1-4 16,0 2 3-16,-1-2-2 0,-1 0 0 15,3 0 0-15,-3 0-1 0,-2 0 4 0,2 0-1 16,-5 0-1-16,0 0-1 0,-2 0-1 0,-1 0-40 16,-3 0-66-16,-2 0-93 0,-3 0-192 15,0 1-240-15,-4 1-155 0,-3-2 10 0,-2-2 169 16,-2-1 244-16</inkml:trace>
  <inkml:trace contextRef="#ctx0" brushRef="#br1" timeOffset="52494.15">12183 4909 167 0,'2'-6'465'0,"-1"1"235"16,-1 3 168-16,0-2-92 0,0 2-181 15,0 0-105-15,0 0-77 0,0 1-53 0,0 1-59 16,0 0-77-16,0 1-77 0,-1 3-57 0,-1 2-33 15,2 1-16-15,0 5-14 0,2 2 0 16,-1 0 1-16,-1 3-4 0,2 0-6 0,1-1-4 16,1 0-5-16,0-2-4 0,0-2-4 0,0-1-1 15,2-3 2-15,1-1 1 16,-1-3 5-16,-1-2 11 0,3-2 9 0,0-6 11 16,0-1 0-16,-2-5 0 0,2-2 29 0,1-4 20 15,-1-3 27-15,-3-2 21 0,2 2 15 16,-4-1 5-16,-2 1-23 0,-1 1-23 0,-3 4-26 15,-2 1-20-15,-1 0-14 0,-4 1-13 0,-1 3-7 16,0 1-5-16,0 4-7 0,-5 0-4 16,3 5-4-16,0 1-2 0,-2 4-3 0,3 4-9 15,0 2-3-15,1 2-3 0,1 2-2 16,1 5-2-16,5 1 0 0,0 1 5 0,1 0 2 16,3 1 2-16,2-1 9 0,1 0 4 0,0 1 2 15,2-5 1-15,2 1 1 0,0-4-1 16,-1-1-7-16,2-4-4 0,1-1 0 0,1-5-3 15,-2 0 1-15,2-6 1 0,-2-2 0 0,3-2 1 16,-3-5 0-16,1-2 2 0,1-2-1 16,-4-4 3-16,0-1-2 0,-1-2 2 0,-2 3 1 15,-1-3-1-15,-2 3 9 0,-3 1 2 0,-2 1 5 16,-3 4 1-16,-2-3 0 0,0 8 0 16,-2 1-6-16,-2 4-12 0,3 4-7 0,-2 4-3 15,-1 5-5-15,1 5-1 0,3 3-2 0,0 2 5 16,2 1 2-16,3 4 2 0,2-3 0 15,6 2 7-15,0 0-3 0,4-2-20 16,4-3-57-16,3-2-63 0,2-1-96 0,6-4-176 0,2-1-296 16,4-2-317-16,2-4-252 0,3 1-180 15,4-4 221-15,3-1 599 0</inkml:trace>
  <inkml:trace contextRef="#ctx0" brushRef="#br1" timeOffset="54022.96">19593 5011 211 0,'-12'7'470'0,"-2"0"280"0,2-1 237 15,-1 1-155-15,0-1-157 0,0 2-117 0,1-1-104 16,2 1-108-16,1-1-106 0,-2 1-81 16,5 1-58-16,-1 0-31 0,1 1-18 0,3-1 14 15,-3 1 10-15,2 3 18 0,3-2 0 0,-1 0-4 16,2-2-4-16,0 2-23 0,2-4-22 16,1 0-19-16,0-2-7 0,3 1 5 15,1-6 24-15,-1 0 23 0,2 0 13 0,3-7 4 16,-2-3 4-16,1-1-3 0,2-4-16 0,-2-2-11 15,1-1-14-15,-2 2-1 0,0-1 4 0,-5-1 1 16,1 5 3-16,-3-2 0 0,-1 4 2 16,-1 1-3-16,-3-1-7 0,2 4-11 15,-4-1-7-15,0 4-9 0,-2 0-5 0,0 2-5 16,-1 0-3-16,-2 4-3 0,2 0-1 16,-1 2-1-16,-1 2 0 0,1 1-1 0,-2 4 1 15,3 0-1-15,0 4 7 0,-3 1 3 0,5 2 1 16,1 0 1-16,0 1-1 0,2 2 1 15,1-1-7-15,2-2-3 0,5-2-2 0,0-2 0 0,1-1-1 16,5-2 1-16,0-4 0 0,2-1 1 16,1-3 2-16,1-3 0 0,0-3 3 0,0-3 0 15,0-1 0-15,0-5 1 0,0-2 1 16,-3-1 1-16,2-1-1 0,-5-2-1 0,-1 3 3 16,-3-2 0-16,1 2-1 0,-4 0 2 15,-2 1-7-15,-5 0-2 0,0 0-3 0,1 0-2 16,-4 4-2-16,1 1-1 0,-2 2 5 0,-1 1-1 15,1 3 2-15,-4 3-2 0,2 4 0 16,-2 5 1-16,-1 2 4 0,0 5 3 0,-2 4 0 16,3 2-3-16,0 5-14 0,1 2-28 0,3-1-72 15,-1 2-75-15,6-1-121 0,2-1-191 0,2 1-305 16,3-2-326-16,2 1-234 0,4 0-122 16,-1-2 348-16,0-1 608 0</inkml:trace>
  <inkml:trace contextRef="#ctx0" brushRef="#br1" timeOffset="68560.42">12221 4904 12 0,'2'-1'189'0,"0"1"99"15,-1 0 57-15,-1-1-39 0,2 1-63 16,-1 0-49-16,1 0-42 0,-2 0-20 0,3 0-20 15,-3 0-16-15,0 0-16 0,2 1-15 0,-1-1-16 16,-1 0-18-16,0 0-9 0,2 1-11 16,-2-1-3-16,0 2-4 0,4-2-2 0,-4 0 2 15,4 3 0-15,-3-3-2 0,2 2 27 16,-1 2 29-16,3-1 15 0,-2 1 9 0,2-2 6 16,0 3-3-16,-1 0-23 0,2-1-31 0,-2-1-10 15,0 1-12-15,1 1-3 0,0-1-1 0,1 1-1 16,0-1 0-16,-1 0-1 0,2 2-19 15,-2-1-20-15,2 1-1 0,-1-1-6 0,1-1-2 16,-1 1-4-16,-1 0 20 0,0-1 16 16,2 0 2-16,-2 2 11 0,0-1 0 0,2-1 3 15,-3 2 1-15,2-2-2 0,-1 2 2 16,0-1-4-16,1 1 6 0,-1 0-1 0,0 2-3 16,3-2 0-16,-4 0 2 0,3 1-4 0,-2-1 0 15,1 2-2-15,2-1 2 0,-2 1 0 16,0-2-2-16,1 1 0 0,-2 1 2 0,2-2 0 15,-2 0 0-15,1 0 4 0,-1 1 2 16,2-1-3-16,-1 0 3 0,0 2-2 0,-1-4-2 16,0 2 0-16,0-1-2 0,-1 1 0 0,2-2-2 15,-1 1 2-15,0-1 0 0,-2 1-2 16,2-1 2-16,0 1 0 0,-2 0 26 0,3-1 14 16,-3 0 7-16,2 2 3 0,0-1 2 15,-2 2 0-15,3-1-22 0,0 0-16 0,-1 1-8 16,0 0-6-16,1 0 0 0,-1 1-4 0,2 0 2 15,0-3 2-15,-2 3-2 0,1-2 2 0,2 0 0 16,-3 1 0-16,3-1 0 0,-2 0 2 16,-1 2 4-16,3-2-4 0,-2-1 3 0,0 1 0 15,-1 1 3-15,2-1-5 0,-1 0 1 16,-1 0 2-16,4 0-27 0,-4 1-15 0,1-1-6 16,-1 0-8-16,3 2-1 0,-2-2-3 0,-1 0 28 15,1 1 11-15,1 1 3 0,0-1 11 16,-2-1-1-16,2 2 2 0,-1-1 0 0,0-1 0 15,2 3 0-15,-2-1 2 0,1 0-2 16,-1-1 1-16,-1 0-1 0,3 0 2 0,-2 0 0 16,0 0 0-16,-1-1-2 0,2 2 2 0,0-2-2 15,0-2 0-15,-3 1 0 0,3 2 0 16,-1-2 0-16,0 0 0 0,-1-1 0 0,1 0 0 16,1-1 0-16,-2 1 28 0,1 1 13 15,-2 0 6-15,3-1 1 0,-4-1 4 0,2 2 0 16,-2-3-27-16,2 2-12 0,-1-2-6 0,-1 2-3 15,1-2-4-15,-1 3 0 0,-1-5 0 16,1 2 2-16,-2 1-2 0,3 0 0 0,-3-2-2 16,2 1 2-16,-1-2-4 0,2 2 4 15,0-1-2-15,-3 0 2 0,2-1-2 0,-1 2 2 16,1 0-1-16,0-1-1 0,-1 0 0 0,1 1 2 16,2 0 0-16,-2 0-2 0,3 1-1 0,-1 0 1 15,1 2-4-15,-1-1-1 0,2 1-2 16,0-1 0-16,1 1 1 0,-1-1-1 15,1 0 0-15,1 1 5 0,-3 1 1 0,2-4 3 16,0 4 0-16,1-1 3 0,1 2 1 0,-2-2 0 16,3 0 5-16,-1-1-5 0,-1 3 5 15,0-1-2-15,1-2 2 0,0 2-3 0,0-1-3 16,0 1 1-16,-2-2 0 0,2 1-3 16,-1 1 3-16,-1-1-4 0,0 1 4 0,-2-2-3 15,3 2-1-15,-2-3 0 0,-1 1 0 0,2 1 2 16,-2-2-4-16,-1 0 2 0,2 1 0 0,-3-1 2 15,3 0 0-15,-1 2 0 0,-2-3 0 16,1 2-2-16,0-3 2 0,0 2 1 0,0 0-3 16,1-1 0-16,-2 2 0 0,1-1 0 0,-1 1 2 15,0-2-2-15,0 2 2 0,0 0-2 16,2 0 2-16,-2-1-2 0,0 1 1 0,1 1-1 16,0 0 0-16,0-1 0 0,0 0 0 15,1 1 0-15,0 0-1 0,0 1-3 0,-1-4 0 16,2 3 1-16,0 0 3 0,-2-2-2 15,3 2 0-15,-1-1 2 0,-3 0-4 0,5 0 3 16,-4 0-3-16,3 0 4 0,-3 2-4 16,4-3 1-16,-4 2 3 0,2-1-2 0,-1 1-2 0,0-1 4 15,2 0 0-15,-2 1-2 0,-1 1 1 16,2-4-1-16,-1 2 0 0,0 0-4 16,0 1 3-16,-1-1-3 0,0 0 3 15,0 0-3-15,0-1 1 0,1 1 3 0,-2 1 0 16,1 0 0-16,-2-2 0 0,2 1 2 0,0 1 0 15,1-3 0-15,-3 3-1 0,2 0 1 0,1-1 0 16,-1-1 0-16,0 2 0 0,-2 0 1 0,3 0 1 16,-1 0 0-16,1 0 2 0,-1-1-2 15,0 0-1-15,0 1-1 0,2-1 4 0,-2 2-2 16,0-2-4-16,0 1 2 0,0 0 0 16,2 1 4-16,-2-2-4 0,0 1 0 0,1-1 0 15,-1 3 0-15,0-3 2 0,3 2-4 16,-2-2 2-16,0 2 0 0,1 0 0 0,-1 0 0 15,3 0 0-15,-2 0 0 0,-1 0 2 0,1 0-1 16,0 0-1-16,1 0-1 0,-1 1-1 16,-1 0 2-16,2-1-6 0,-2 0 1 0,0 0 3 15,1 0-2-15,-1 0 1 0,2 0 1 16,-2 0 2-16,-1 0-2 0,2-2 0 0,-3 1-2 16,2 1 1-16,-1-1-1 0,2 1 2 0,-3-2 2 15,0 0-2-15,0 1 2 0,2 1 2 0,-2-2-2 16,-1 2 2-16,0-2 2 0,0 2-1 15,0 0 1-15,2-1-2 0,-2 1 0 0,-1-1 1 16,4 0-1-16,-3 2 0 0,0-3-2 16,1 2 2-16,0 0 0 0,-2-1 0 0,1 1-1 15,0-2 1-15,1 2 0 0,0-2 0 0,-1 2 0 16,2 0-2-16,-2 1 2 0,2-2 1 16,-2 1-1-16,1-2 0 0,0 2 1 0,2 0-1 15,-1 0 6-15,-2 0-5 0,2 0 3 16,2-1-1-16,-3 1-3 0,2 0 2 0,1-1-3 15,-2 3 1-15,1-2 0 0,0 1 0 0,0-1 0 16,-1 2 0-16,3-2-1 0,-3 1 1 16,1 1-2-16,3-1 0 0,-2 0 0 0,-1 1 0 15,1 0-2-15,0 0 2 0,1 0 0 16,-1-2 0-16,-1 2-3 0,2-2 3 0,0 3-2 16,-2-3 0-16,2 0 2 0,-1 1-2 0,0-1 0 15,-2 1 2-15,3-1-1 0,-1 0 1 16,-1-2-4-16,1 2 4 0,1 0 0 0,-1-2 0 15,-1 2 0-15,3-1 0 0,-2 1 0 0,-1 0 0 16,2-2-4-16,0 2-1 0,0-1-1 16,0 1-3-16,-2-1 2 0,4 1 2 0,-4 0 1 15,2-2 2-15,0 2 0 0,0 0 0 16,0 0 1-16,-2-1-1 0,1 1 0 0,2 0 0 16,-3 0 0-16,0-1 2 0,3 2 2 0,-2-1 0 15,-1 0 2-15,2-2-3 0,-1 2 1 0,-1-2 2 16,0 1-2-16,2-1-2 0,-3 2 5 15,2-2 1-15,-3 2-5 0,4-1 5 16,-2 1-1-16,-1 0-3 0,3-2 4 0,-3 2-3 16,3 1 1-16,-4-1 0 0,4 1-3 15,-3-1 1-15,0 0-2 0,3 0 2 0,-2 0 0 16,0 0-2-16,-1 0 0 0,2 0 0 0,0-1 0 16,-2 1-4-16,1-1 4 0,-1 1 0 15,0-2-2-15,1 0 2 0,0 1 2 0,-1-1 2 16,0 0-2-16,-2 0-2 0,2 0 0 0,0-1-2 15,-1 2 0-15,1-3-5 0,-2 2 3 0,1-1 4 16,-3-2-2-16,2 2-1 0,1-2 1 16,-3 1 2-16,1 1 0 0,-1-3-4 15,-1 2 4-15,2-2 0 0,1 0 0 0,-2 2 0 16,-1 1-2-16,3-2 2 0,-3 0 0 0,2 0 2 16,-2 2 2-16,3-3-2 0,-1 2 0 0,0 2-2 15,1-2-4-15,0 2 0 0,0-2 26 16,2 3 16-16,1-1 9 0,-1 0 7 0,0 0 5 15,1 0-3-15,0 0-30 0,0 1-13 16,1-2-8-16,-1 2-5 0,2-2-5 0,0 1 3 16,1 1 2-16,-2-3 3 0,1 3-3 0,-2-1 7 15,5 2 4-15,-3-2 1 0,0-1 0 16,1 1 0-16,-1-1 4 0,0 2-4 0,0-2 0 16,1 0-3-16,-4 0-4 0,2 0 0 15,-2-2-2-15,-1 0-1 0,1 1 1 0,-1 0 1 16,-2-1-2-16,1 0 1 0,-1-1 0 0,0 2 1 15,-1 0 1-15,2 1 10 0,-1-2 40 16,0 1 23-16,-1 0 18 0,2 2 8 0,-1-1 1 16,2 2-6-16,0-2-33 0,-1 0-28 15,0 3-14-15,0-1-9 0,0 0-6 0,1 1-4 16,0-1-1-16,1 0 1 0,1-1-4 0,-1 1 2 16,0-1 0-16,0 3 0 0,0-3 2 15,-1 1 19-15,1-2 16 0,-1 2 5 0,1-2 6 16,-2 0 2-16,1-1 1 0,-1 2-22 15,0-2-11-15,-1 0-7 0,2 1-5 0,-2 0-2 16,1-2 0-16,0 2-1 0,0 0-1 0,0 1-3 16,-1-2 1-16,1 1-1 0,2 0-2 15,-2 1 2-15,5 1 15 0,-2 0 9 0,1 2 6 16,-1-1 2-16,3-2 1 0,-2 2-3 16,-2-1-14-16,1 0-5 0,-1-1-5 0,0 1-1 15,1-2-3-15,-2 1 1 0,0 0-1 0,-1-2-4 16,0 0 0-16,0 1-3 0,0-1 2 15,-1 0 0-15,1-1-1 0,2 1 2 0,-4 0 0 16,2-1 0-16,-1 0 0 0,1 1 0 0,-1 0 0 16,-1-2-2-16,1 1 2 0,0-1 1 0,-1 2-1 15,2-2 0-15,-1 0 0 0,1 0 0 16,0 0 3-16,-1 0-3 0,-1 0 0 16,2 0 2-16,-1 1 1 0,0-1-3 0,1 2 0 15,-2-2 0-15,4 1 2 0,-1 0-2 0,0 2-2 16,4 1 3-16,-2-2-1 0,-1 2 0 15,0-2 0-15,0 1 3 0,-2-1 2 0,4 2-2 16,-5-2 2-16,3 0-3 0,-2 1 0 0,0-2-1 16,1 1 0-16,0-1 1 0,-2 2-4 15,2-1 1-15,-2-1 2 0,-1 1-1 0,1 1 0 16,0-2 3-16,-1 1-1 0,3 1 1 0,-4-1-3 16,1 1 1-16,1 1-10 0,-2 0-32 15,0 1-71-15,0-1-100 0,-2 0-132 0,1 0-291 16,-1 3-221-16,0-3-109 0,-1 2 108 15,1-5 281-15</inkml:trace>
  <inkml:trace contextRef="#ctx0" brushRef="#br1" timeOffset="71307.25">15409 7585 96 0,'3'-3'255'0,"3"2"98"0,-3-2 41 15,2 0-133-15,2 0-108 0,-1 0-61 0,-1 0-33 16,4 0-16-16,-1-2-10 0,0 2-11 0,1 1-5 15,1-4 18-15,0 3 13 0,2 0 5 16,-1-4 2-16,2 2 2 0,-1 0 17 16,3-2-11-16,0 1-6 0,0 1-6 0,0-4-1 15,2 1 24-15,-2 1 11 0,1-3 5 0,1 1 10 16,-1 0 1-16,3-1 6 0,-2 1-26 16,1-1-28-16,-1-1-16 0,1 2-12 0,-1-2-34 15,-1 3-18-15,1-1-10 0,-1-1-9 16,2 3-1-16,-4 0-5 0,2-1 24 0,-2 2 13 15,2-1 7-15,-2 1 6 0,0-1-3 0,0 4 3 16,0-4-2-16,-1 2 2 0,0 1 0 16,-1 0 0-16,1-1 2 0,1-1 0 0,-2 2 2 15,1-1 0-15,0 1 0 0,1-2-2 0,-2 0 2 16,0 1 0-16,2-3-2 0,-1 2-2 16,0-1 2-16,-1 0 2 0,0-1 0 15,0 2 1-15,-1-1-1 0,2 1 2 0,-4 0-2 16,3 0 2-16,0-2-1 0,-1 2-3 0,-1-1 28 15,2 1 15-15,-2-1 3 0,1 2 2 0,0-2 2 16,-2 3 0-16,1-2-24 0,-1 0-15 16,-1 2-4-16,2-1-7 0,-4 1 0 0,3 0 0 15,-1-1-2-15,-3 0 0 0,2 3 0 0,-1-2 1 16,-2 2-3-16,1-3 2 0,-2 5 0 16,1-2-1-16,-1 2-5 0,0-3 5 0,0 3-4 15,2 0 1-15,-2-2 1 0,0 2 1 16,0 0 2-16,1 0-1 0,-3 0 1 0,4 0 0 15,-2 0 0-15,2 0 0 0,-1 0 1 0,-1-1-1 16,2 1 0-16,0-1-2 0,-2-2 1 0,2 1-1 16,0-1 0-16,1 0-1 0,-1-2 1 15,1 3-1-15,-1-4 1 0,0 2 4 0,1-1-2 16,0 0 2-16,1 1 2 0,-3-1 0 0,3-1 0 16,-1 1 2-16,2 2-1 0,-2-2-1 15,1 0-2-15,-1 1 5 0,2-2-1 0,-2 1-2 16,0 0 0-16,1 0 0 0,-1 0-2 15,2-1 0-15,-2 0 1 0,1-1-1 0,-1 1 0 16,2-1 0-16,-4 1 0 0,3-1 0 16,-1 1-1-16,-1 2 1 0,-2-1-2 0,3 0 2 15,-2 3 0-15,-3-1 0 0,2 0 0 16,-1 0 0-16,0 1-2 0,-1 1-2 0,2-1 1 16,-1 2 1-16,0-3 0 0,-1 2 2 0,2-1 0 15,-1-1 0-15,2-1 0 0,0 1 0 16,0-2 0-16,0 0 0 0,0 2 4 0,1-4 1 15,0 2 1-15,3-1 1 0,-4 2-4 0,1 0 3 16,-2-1-4-16,2 2 0 0,0 0 1 16,1-1 4-16,-3 2-5 0,2-2 0 0,0 1 2 15,-2 0-1-15,4 0-1 0,-3 0 2 16,2-1 1-16,-1 0 4 0,-2-1-3 0,2 3 3 16,0-2 0-16,0 0-6 0,-2 1 3 0,3-1-3 15,-3 0-1-15,2 2-2 0,-2-2 0 16,0 0 3-16,1 1 1 0,-3 2-4 0,4-2 4 15,-1 0-4-15,-2 0 0 0,1 1 0 16,0-1-4-16,1 0 4 0,-3 0 0 0,4 0 2 16,-2 1 1-16,2-2-1 0,1 0 0 0,0-3-2 15,1 4 0-15,1-2 0 0,-2-2 0 16,5 3 2-16,-3-2 0 0,0 0-1 0,3 2 3 16,-2-4-4-16,1 2 0 0,2-1 0 15,-2 1 0-15,3-2 0 0,-1 2 0 0,1-1 0 16,1-1 0-16,-3 1 0 0,5 1 0 0,-2-2 0 15,-1 1-4-15,3-1-1 0,-2 2 3 0,2-1 0 16,1 0 1-16,-3 1-3 0,1-1-3 16,2 0 2-16,-1-1-4 0,0 0-2 0,-1 3-2 15,0-3 2-15,-1 1 0 0,0 1 2 16,1 0 2-16,0-1 4 0,-2 1 3 0,1-1 1 16,1 0 5-16,-2 1 3 0,0 0 3 15,1 0-1-15,-1-2 0 0,2 2 0 0,-1 0-2 16,-2-1-2-16,4-1-3 0,-3 1 1 15,1 1-3-15,0-2-2 0,0 1 2 0,-1-1-1 16,3 1-1-16,-5-1 2 0,2 1 0 0,1 0 0 16,-1-1 0-16,-1 1-1 0,-1-1-1 0,0 3 0 15,0-1 0-15,0 0 0 0,-1 0 0 16,1 2 0-16,-2-2 2 0,1 1 0 0,-1 1-2 16,1-1 0-16,0 1-2 0,-1-1 2 0,-3 1-3 15,2-3 3-15,0 3 0 0,1 0 0 16,-1-1 0-16,0 1 0 0,0-1 0 0,-2 0 0 15,2 1-2-15,-1 1 0 0,-1-1-2 16,3-1-1-16,-2 2 0 0,1 0 1 0,0-1-1 16,-2 1 1-16,3 0 2 0,-1-2-1 0,1 3-3 15,0-4 1-15,0 1-2 0,-1-1-2 16,3 4 1-16,-1-5-1 0,-1 1 2 0,1 1-2 16,1-2 4-16,0 1-3 0,-3-2 1 0,4 2 0 15,-4 2-4-15,2-2 6 0,1 1-1 16,-2 0 4-16,-1 0 0 0,3 0 2 0,-3-1 0 15,2 1 0-15,-1-1-1 0,1 2-3 16,-2-2 2-16,0 2-2 0,1-1 3 0,-1-1-1 16,2 0 0-16,-1 2 0 0,-3-2-1 15,2 2 1-15,2-3-2 0,-1 3 2 0,-1-3 2 16,0 1 2-16,-2 2 2 0,4 0 3 0,-2-1 2 16,-2 1-2-16,0-1 1 0,4 1-1 15,-4-1 2-15,0-1-3 0,2 2 3 0,-3 0 0 16,3-2-4-16,-2 1 1 0,-1-1-1 0,2 4-1 15,-3-4-1-15,2 0 3 0,-1 1-1 16,1 1 2-16,-2 1-3 0,1-1 1 0,-1-1 1 16,1 1-3-16,-1-1 3 0,-2 1 1 15,3-2 0-15,-2 2 2 0,2-2-2 0,-2 1 0 16,0-1-3-16,3 1 0 0,-1-1-1 0,-2 0-3 16,2 0 0-16,0-1 2 0,0 1 0 15,1-1-1-15,-2 2-1 0,3-3 6 0,-1 0-1 16,-1 1-1-16,2 1-1 0,0 0-3 0,0-1 2 15,-1 1 0-15,0-2-2 0,2 4-2 16,-2-2 2-16,1 0 2 0,-1 1-2 16,-1-1 0-16,4 2 0 0,-2-2 0 0,-3 0-23 0,5 1-13 15,-5-1-7-15,4 1-4 0,-2-1-3 16,2 2 1-16,-1-2 21 0,0 0 15 16,1 0 2-16,-1 0 8 0,-1 1-3 0,3-1 1 15,-2 1 3-15,-1-1 2 0,2 0 0 0,-3-1 0 16,4 1 2-16,-2 0-1 0,1 0 1 0,0 1 24 15,1-1 11-15,-1-2 7 0,2 2 0 16,-1 0 5-16,0-1-1 0,1-1-23 0,1 2-10 16,0-5-10-16,0 3-3 0,1-1-2 15,1-2-6-15,1 0-1 0,1-1-2 0,0-1-1 16,0 0-1-16,2 1-2 0,-3-2 1 0,4 1-1 16,-2 1-3-16,1-2-4 0,1 0-2 15,-1 1-3-15,0 1 5 0,2-1-2 0,1 1 9 16,-3-1 9-16,1 1 8 0,0 1 9 0,2-2 1 15,-1 2 6-15,1-1-3 0,-2 1 1 0,3 0 0 16,-2-1 0-16,1 1 2 0,-2-1-4 16,2 0-1-16,-1 0-1 0,1 0-3 0,-2 0-27 15,3 0-13-15,-4-2-11 0,0 4-5 16,0-2-3-16,-2 1 1 0,0 1 21 16,-5 2 13-16,0 1 7 0,-4 1 8 0,-1 1 18 15,-2-1-38-15,-1 3-101 0,-4 1-277 0,-1 0-160 16,-2-1-68-16,-4 2 23 0,-4-1 166 0</inkml:trace>
  <inkml:trace contextRef="#ctx0" brushRef="#br1" timeOffset="74610.52">13037 5672 142 0,'2'0'279'0,"1"-2"121"0,0 2-12 16,-1 0-68-16,-2 0-34 0,1 0-30 0,-1 0-13 16,0 0 6-16,-1 2 21 0,1-2 33 15,-2 0 42-15,-1 1 26 0,0-1 4 0,1 1-20 16,1-1-37-16,-2 0-51 0,1 0-64 0,-1-1-45 15,1 1-30-15,-1 0-16 0,1 0-3 16,1 1 2-16,-1-1 4 0,1 0 5 16,-3 2-8-16,0 0-10 0,2-1-15 0,-1 0-18 15,-2 1-19-15,2 1-16 0,-2 0-4 0,-3 0-11 16,2 1-4-16,-2 1-2 0,0 2-9 16,-4 1-4-16,2 0-5 0,-1 3 0 0,-1-2-5 15,0 3-3-15,-2 1 16 0,-2 3 11 16,2-2 10-16,0 3 3 0,0 2 3 0,-2 0 1 15,1 0-3-15,-2 1-2 0,3 2-5 0,-5 2-2 16,0 3 0-16,-2 0-4 0,1 0 0 0,0 1-6 16,0 3-3-16,0-3-1 0,2 2 0 15,-2 0 3-15,1 1-1 0,1 0-3 0,-2 2 0 16,1-2 1-16,3 2-1 0,-3 1 0 0,0-2-4 16,2 1 0-16,-1 0 0 0,1 1-2 15,0-2-3-15,-1 1-1 0,3 0 3 0,-1-1 2 16,0 0 0-16,3-1-2 0,2-4 0 15,-1 3 1-15,0-4-1 0,3 0-1 0,1 0 4 16,3-4 2-16,-1 3 2 0,1-2 1 0,0-1 3 16,1 3 3-16,-1-1-3 0,0 1 0 15,1 1 10-15,0 1 3 0,-1-2 2 0,-2 4-6 16,2-2-5-16,0 0-1 0,-1-1-10 0,1 2-5 16,0-3-4-16,-1-1 4 0,2 1 4 0,0-3 8 15,1-2 4-15,-2-4 3 0,4 1 1 16,-1-3-1-16,0-2-1 0,1-1-8 0,-1-3-3 15,2-1-3-15,-1-1 1 0,1-2 0 16,-2 1 0-16,2-1 1 0,0 0 1 0,0-2 0 16,0 0-3-16,-3 1 2 0,3-1-1 0,0 0-2 15,0-1-1-15,0 1 1 0,0 1-2 16,0-3-1-16,0 1 1 0,-1-1 2 0,1 2-1 16,-2-2 0-16,2 0 1 0,0 0-2 15,0 0 0-15,0 0-1 0,0 0 1 0,0 0-2 16,0 0 1-16,0-2-1 0,0 2-6 0,2-1-24 15,-1 1-43-15,-1-1-48 0,3-1-49 16,-1-1-74-16,-1-1-128 0,-1-2-141 0,2-2-242 16,-1 1-232-16,-1-4-224 0,2-2-36 15,-2 1 343-15,2-5 446 0</inkml:trace>
  <inkml:trace contextRef="#ctx0" brushRef="#br1" timeOffset="75478.16">12718 6531 112 0,'3'-3'244'0,"-1"0"92"0,1 0-16 0,-1 0-95 0,1 0-75 15,-2 0-37-15,1 0-12 0,2 0-6 16,-2 0 1-16,-1-2 8 0,1 3 16 0,0-3 13 16,-1-1 22-16,1 4 23 0,0-5 28 15,-2 1 25-15,0 1 12 0,1-1 11 0,-1 2-4 16,2-2-8-16,-1 1-8 0,1 1-16 15,0-2-14-15,-1 3 7 0,2-1-10 16,-3-2-16-16,2 3-19 0,1 1-20 0,-2-1-22 0,-1 0-25 16,0 1-12-16,0 2-9 0,0 0 3 15,0 0-2-15,-1 0 4 0,-2 2-12 0,0 4-13 16,-2-1-14-16,0 3-14 0,-3 1-6 16,-1 3-16-16,1 2 2 0,-2 0 1 0,-1 4-5 15,-1 1-5-15,0 1-4 0,0 5-1 0,1 0-2 16,0 4-1-16,-2 0 0 0,2 3-3 15,1 1 1-15,1 3 6 0,1-2-2 0,0 3 4 16,3-1 2-16,-1-3 2 0,3-2 3 16,3-3-3-16,0 0-2 0,3-6-2 0,2-3 1 15,-1 0 1-15,3-6-1 0,3-1-1 0,0-3-4 16,3-4 6-16,0-2 1 0,3-3-3 16,0-3 0-16,2-3 4 0,-2-2-1 0,2-4-5 15,-1 1 1-15,-1-5 3 0,1 0-3 16,-1-2 1-16,1-2 3 0,-2 0 8 0,-1-2 12 15,-1 1 23-15,-1-1 18 0,-1-1 5 0,-1-2 3 16,-1 1-1-16,-3-2-7 0,1 1-21 0,-4-2-14 16,0 0-2-16,-3-2 10 0,0 3-5 15,-5-2-4-15,1 3-2 0,-3 0-1 0,-2 3-4 16,-1 3-12-16,-1 1-2 0,-1 5-1 16,-3 0-1-16,1 4-2 0,0 3-2 0,-2 3-2 15,0 2 0-15,2 2 0 0,0 4-1 0,-2 1-2 16,5 1 0-16,-2 2-28 0,3 2-50 0,0-1-44 15,2 1-53-15,0-1-107 0,2 1-150 16,-1-3-139-16,4 5-215 0,0-4-243 0,0 1-182 16,1-1 114-16,2 0 369 0,0-2 359 15</inkml:trace>
  <inkml:trace contextRef="#ctx0" brushRef="#br1" timeOffset="75781.8">12574 6653 126 0,'2'6'337'0,"-1"-1"144"0,1 3 102 16,2-2-183-16,-1 1-131 0,4-1-80 15,1 1 19-15,3-1 15 0,0 1 50 0,3-2 35 16,5-2-24-16,0 2-20 0,0-3-63 0,0 0-37 16,2-2-38-16,1 0-33 0,2-2-21 15,-3 0-12-15,2 0-7 0,-3-1-15 16,1 1-87-16,-3 2-128 0,-3 1-201 0,0 3-275 16,-5 0-224-16,-3 2-133 0,-3 3 125 0,-2 0 336 15</inkml:trace>
  <inkml:trace contextRef="#ctx0" brushRef="#br1" timeOffset="109715.84">15265 7316 140 0,'-6'-7'241'0,"3"1"60"0,0-1-80 0,-2-4-110 16,1 2-81-16,0 0-46 0,-1-1-17 0,0-3 6 16,1 2 8-16,-1-1 18 0,0 0 21 0,0 2 23 15,0-3 15-15,1 3 14 0,-4 0 7 16,3-2 1-16,0 4 0 0,-1-3-12 0,1 1-2 16,-2 2-5-16,2 0 2 0,-2 0-1 15,1 1-3-15,0-1-5 0,-2 3 1 16,0-1-3-16,2 0-3 0,-1 2 2 0,-2-2 6 0,4 1 11 15,-3 0 26-15,3-2 29 0,-1 3 43 16,-2-2 42-16,4 2 41 0,-1-2 28 0,0 3 8 16,0 0-1-16,2-2-11 0,0 3-22 15,-2-1-24-15,4 1-24 0,-1 1-30 0,1 0-29 16,-1-2-31-16,0 1-32 0,1 1-30 0,-1 1-20 16,2-2-16-16,0 0-9 0,-2 1-3 15,2 1-3-15,0-1-3 0,0-1-2 0,0 2-12 16,0-2-40-16,0 1-62 0,-1 1-93 15,-1 0-107-15,2-1-128 0,0 1-205 0,0 0-215 16,0 0-78-16,0 1 110 0,0-1 256 0,0 0 259 16</inkml:trace>
  <inkml:trace contextRef="#ctx0" brushRef="#br1" timeOffset="109911.48">14939 6848 68 0,'-6'-7'323'15,"-1"1"189"-15,0-1 158 0,2-1-60 0,0 1-171 16,1-1-128-16,-3 0-76 0,2-1-55 0,-1 2-47 16,3-2-42-16,-2 0-39 0,1-1-25 15,-1 1-42-15,-2-1-57 0,1-2-68 0,0 1-80 16,-1 0-125-16,-1 2-198 0,-1-1-134 16,1 1 19-16,-1 0 130 0,-1 0 185 0</inkml:trace>
  <inkml:trace contextRef="#ctx0" brushRef="#br1" timeOffset="110100.77">14669 6484 167 0,'-1'-7'382'0,"-3"2"178"16,1-1 111-16,1 1-137 0,-1 0-148 0,2-1-99 16,-3 0-67-16,3-2-53 0,-1 1-50 0,-1 0-47 15,3-1-32-15,-3-2-19 0,0 0-14 16,2 0-9-16,1-1-22 0,-2 1-38 0,0-2-46 15,-1 1-40-15,1 0-48 0,-1 3-62 0,0-2-53 16,0 3-67-16,0 0-89 0,-5 1-60 0,3 0 45 16,0 1 117-16,-1-1 133 0</inkml:trace>
  <inkml:trace contextRef="#ctx0" brushRef="#br1" timeOffset="110290.92">14541 6228 77 0,'-3'-5'255'15,"0"-1"124"-15,-1 2 33 0,1-2-54 0,-2 0-86 16,1-1-66-16,1 2-45 0,-2 0-20 15,2-2-13-15,0 1-12 0,-2 1-12 0,1-1-13 16,-3 0-12-16,4 0-12 0,-2 0-13 0,0 0-13 16,0 0-10-16,0 0-13 0,2-1-5 15,-3-1-4-15,2 2-5 0,-3-1-17 0,2-1-36 16,0-1-49-16,1 0-87 16,-4 2-130-16,0-1-204 0,0 0-79 0,2 1 46 0,-5 1 133 15,1-3 165-15</inkml:trace>
  <inkml:trace contextRef="#ctx0" brushRef="#br1" timeOffset="110490.1">14247 5941 66 0,'-5'-5'295'0,"2"1"148"16,0 0 123-16,-2-1-97 0,0 0-178 0,2 0-107 15,-2-3-62-15,2 2-39 0,-3 0-22 16,4-1-19-16,-2-1-17 0,0 2-12 0,0-3-13 15,0 2-19-15,1-2-29 0,-2 0-22 16,1 0-38-16,1-2-58 0,0 2-71 0,-1-2-65 16,1 1-78-16,0 1-57 0,0 0 37 15,-1-1 102-15,0 1 111 0</inkml:trace>
  <inkml:trace contextRef="#ctx0" brushRef="#br1" timeOffset="110685.22">14076 5625 218 0,'-2'-7'348'0,"-1"3"130"0,0 0-37 16,1-1-113-16,-1-1-96 0,0 2-65 0,0-2-40 16,0-2-32-16,0 4-28 0,0-4-21 0,-1 2-21 15,1-1-11-15,0-1-12 0,-2-1-4 16,2 0-2-16,-1 1-4 0,-1-3-1 0,0 3-5 16,0-3-5-16,2 4-17 0,-2-2-26 15,0 0-23-15,1 2-46 0,-1-2-81 0,0 1-118 16,-1 1-115-16,1-1-15 0,0 1 69 0,-2-1 112 15</inkml:trace>
  <inkml:trace contextRef="#ctx0" brushRef="#br1" timeOffset="110866.92">13826 5323 90 0,'-8'-1'288'0,"-1"-1"132"0,1-1 103 16,2 2-156-16,-1-2-143 0,2-1-91 15,-2-2-48-15,0 0-30 0,3-2-18 0,-1-2-31 16,0 2-32-16,-3-2-52 0,4-1-134 0,-3 0-163 16,1 1-91-16,-1-2 16 0,0-1 85 15,0 1 125-15</inkml:trace>
  <inkml:trace contextRef="#ctx0" brushRef="#br1" timeOffset="111056.8">13529 5073 185 0,'-6'-3'301'16,"-1"-3"99"-16,-1 1-34 0,2-1-149 0,0 0-97 0,1 0-56 15,-1-1-25-15,-1 1-13 0,1 0-13 16,2-2-7-16,-1 1-4 0,0-1-2 16,0 2-8-16,0-1-19 0,2 0-39 0,-3 0-80 15,3-2-120-15,0 0-89 0,-1 0-2 0,1 2 61 16,2-2 94-16</inkml:trace>
  <inkml:trace contextRef="#ctx0" brushRef="#br1" timeOffset="111239.6">13298 4803 69 0,'-8'-6'246'15,"1"0"109"-15,-2-1 64 0,3-1-138 0,1 0-101 16,-1-1-89-16,1-2-46 0,-1 1-25 15,4 1-12-15,-2-2-8 0,0 3-6 16,1-1 2-16,0 0-2 0,-1 1-12 0,0-3-50 16,1 4-73-16,-2-2-74 0,2 2-85 0,-2-1-44 15,-1 2 34-15,-2-1 90 0</inkml:trace>
  <inkml:trace contextRef="#ctx0" brushRef="#br1" timeOffset="111425.66">13116 4553 80 0,'-5'-5'241'0,"-1"0"100"0,-1 1 16 0,2-1-94 15,-2 0-93-15,2 2-56 0,1-4-62 0,-2 3-34 16,1-2-16-16,0 0-12 0,-1 1-10 16,-1-1-16-16,1-1 14 0,1 0 9 0,-1-1 1 15,0-1 1-15,1 2 5 0,-2 0 2 16,1 0 2-16,3 1 0 0,-2 0 2 0,2 1 0 16,0-1-2-16,0 2-4 0,1 0-13 15,0 0-57-15,-1 2-115 0,2-2-115 0,-4 1-24 16,2 0 37-16,0 2 72 0</inkml:trace>
  <inkml:trace contextRef="#ctx0" brushRef="#br1" timeOffset="111979.67">12753 4004 203 0,'-5'3'337'0,"0"-3"130"0,-4 2 5 0,3 2-126 16,-1-2-78-16,-1 1-40 0,0 0-21 16,1 2-28-16,-2-1-34 0,3 2-36 15,-2-1-36-15,2 0-29 0,1 2-23 0,2-3-10 16,1 2-9-16,1-3-5 0,1 2-3 0,1-3 2 16,1 1 6-16,1-2 34 0,2-2 22 15,3-4 13-15,0 0 9 0,0-2 2 0,1-6 0 16,0 2-28-16,1-6-17 0,0 1-12 0,0-4-5 15,-1 2 20-15,-5-1 30 0,1 1 42 16,0-2 26-16,-2 4 13 0,-3-1 5 16,-3 2-20-16,0 0-26 0,-4 3-34 0,1 0-24 15,-4 2-17-15,0 3-7 0,-3 0-7 0,-3 3-9 16,0 4-6-16,0 1-1 0,-3 4-1 0,0 2 3 16,-1 2-2-16,2 3 3 0,1 2 1 15,-1-1 0-15,1 2-1 0,4 2-4 0,0-4-1 16,1 2-2-16,4-1 0 0,2-2-1 0,1-2 0 15,2 2 0-15,3-3-14 0,0 0-75 16,3-3-114-16,-1 1-150 0,6-1-285 0,0 0-228 16,3-1-136-16,4 1 118 0,3 0 312 15</inkml:trace>
  <inkml:trace contextRef="#ctx0" brushRef="#br1" timeOffset="113158.21">15396 7435 90 0,'5'1'363'0,"0"-1"214"0,-2-1 193 15,5-3-38-15,-4-1-109 0,1-2-89 16,3-4-86-16,0 0-62 0,1-5-75 0,4 0-85 16,0-4-81-16,1-1-67 0,3-1-38 0,-1-4-21 15,2 1-14-15,-1-1-29 0,2 0-74 16,-3-1-105-16,1 2-119 0,-1 2-179 0,-2 0-282 16,-1 3-211-16,1 2-18 0,-1 0 221 0,-1 3 314 15</inkml:trace>
  <inkml:trace contextRef="#ctx0" brushRef="#br1" timeOffset="113316.5">15926 6872 73 0,'11'-9'534'0,"-2"-1"363"0,-1-2 164 0,0 0-50 16,2-3-394-16,-2-2-287 0,1 1-161 16,5-5-80-16,-1 0-38 0,3-1-34 15,0-1-83-15,1-1-117 0,-1 1-176 0,1-1-283 16,-1 4-231-16,1-1-145 0,1-2 114 0,-1 2 320 15</inkml:trace>
  <inkml:trace contextRef="#ctx0" brushRef="#br1" timeOffset="113485.63">16530 6254 319 0,'9'-6'852'0,"0"0"316"0,-2 0-6 15,-1-1-243-15,-1-2-391 0,3-1-259 0,0-3-131 16,3 0-66-16,0-4-28 0,5 0-18 0,2-1-14 15,-1-3-58-15,2 0-100 0,5-3-127 0,1 0-180 16,2-2-293-16,4-1-256 0,3-1-110 16,0 2 170-16,1-2 363 0</inkml:trace>
  <inkml:trace contextRef="#ctx0" brushRef="#br1" timeOffset="113644.2">17321 5628 193 0,'12'-8'510'0,"-2"1"251"0,-2-3 141 0,1 0-183 15,0-2-238-15,0-2-176 0,3 1-108 16,-1-3-63-16,5 0-52 0,0-4-41 0,3-1-25 16,-2-3-51-16,7 1-51 0,-1-4-67 0,6 2-74 15,1-4-98-15,3 1-158 0,2-2-197 0,1-2-79 16,3 1 57-16,0-3 174 0,-3 2 213 16</inkml:trace>
  <inkml:trace contextRef="#ctx0" brushRef="#br1" timeOffset="113813.9">18182 4807 97 0,'14'-14'303'0,"-1"0"141"0,0-1 111 0,-1-1-119 16,2 0-143-16,4-2-98 0,2-1-47 0,4-4-31 15,2-1-28-15,5-1-21 0,7-4-43 16,2-1-27-16,1-2-13 0,1 0-15 0,1-1-16 16,-2 0-28-16,0 0-12 0,-3-1-16 15,-3 3-40-15,-2 2-127 0,-3-2-183 0,-3 4-52 16,-3 1 41-16,-5 3 105 0</inkml:trace>
  <inkml:trace contextRef="#ctx0" brushRef="#br1" timeOffset="114190.01">19219 3752 136 0,'-1'5'465'16,"-2"1"350"-16,-4 0 286 0,2 2-113 0,-4 3-248 16,0 0-193-16,0 1-140 0,0 0-131 15,5 0-112-15,0-1-77 0,4 0-39 0,4-4-21 16,2-1-24-16,6-2-32 0,1-4-71 15,4-4-99-15,1-2-99 0,2-5-86 0,1-1-56 16,-2-3-41-16,1 0 63 0,-2 0 191 0,-4-2 295 16,-3 2 247-16,-2 1 149 0,-7 0 176 15,-2 2 13-15,-2 2-84 0,-7 3-139 0,0 1-121 16,-6 1-84-16,-2 5-101 0,-5 6-56 0,0 1-36 16,-4 4-19-16,0 4-13 0,-4 1-35 15,0 2-92-15,0 5-220 0,-1-2-269 0,5 3-301 16,2 0-377-16,3-1-339 0,1-1 179 15,1 0 838-15</inkml:trace>
  <inkml:trace contextRef="#ctx0" brushRef="#br1" timeOffset="116773.8">11571 7124 21 0,'7'-19'158'0,"-1"0"70"0,-1 0 1 16,4-3-38-16,-2 1-20 0,1-3-6 0,0 0-11 16,2 1 0-16,-3-3-9 0,1 2-12 0,0-1-8 15,3-1-13-15,-2-1-33 0,-1-1-28 0,3 2-20 16,-1-3-13-16,-1 0-18 0,2 1-12 16,0 0 14-16,-1-2 0 0,2 0 2 15,-2 0 0-15,1-1 0 0,2 2-4 0,-2-3 0 16,3 2 0-16,-3-1 0 0,4 1 0 0,-1-1 25 15,0 0 13-15,2 0 1 0,-2-1 7 16,2 1 3-16,0 0 5 0,2-3-46 0,0 1-21 16,-1-1-15-16,2 1-14 0,0-2-13 0,3 0-11 15,-1 1 13-15,0-2 31 0,1 2 11 16,1-2 7-16,1 1 2 0,-2-1-4 16,2 1-4-16,0 1-23 0,-1 1-7 0,-2 1 3 0,1 1 10 15,0 0 3-15,-3 1 6 0,3 0 8 16,-3 0 1-16,0 1 7 0,2 1 6 0,-1-1 3 15,-2 4 7-15,1-4-20 0,-2 4-9 16,2-2-15-16,1 0-7 0,-3 0-6 0,1 1-6 16,-2 0 21-16,3 3 7 0,-2-1-5 0,-1 1-3 15,0 1-6-15,-2 0-4 0,2-1 0 16,0 3 7-16,1 1 1 0,-2 0 4 0,0 0-2 16,1-2-3-16,1 3-8 0,-2 1-7 15,0 0 2-15,2 0 6 0,-2 1 0 0,1 1 10 16,0 1-4-16,-2 1 24 0,0 0 11 0,-1 3 4 15,1 0 6-15,-3-1 6 0,1 4 12 16,0-2-16-16,-2 1-8 0,-1-1-2 0,2 3-1 16,-3-1-1-16,0 2 6 0,0-1-1 0,0 3 2 15,-4 0 1-15,0 2-3 0,-1-2-1 16,-2 3-6-16,1 1-25 0,-4 1-61 0,1 1-130 16,-2 0-65-16,-2-1 4 0,0 3 45 0</inkml:trace>
  <inkml:trace contextRef="#ctx0" brushRef="#br1" timeOffset="117029.73">12986 4620 201 0,'7'-2'350'0,"-2"1"120"0,1-1 5 0,-1 2-173 15,3-1-120-15,-2 1-60 0,2 0-35 0,0 0-17 16,0 1-10-16,1-1-11 0,-1 2-24 16,-1-1-11-16,2 3-6 0,-3-2-7 0,1 3 1 15,-2 1-17-15,-1 2-82 0,-1 3-256 16,-3 1-133-16,0 1-40 0,-6 5 49 0,0-1 127 16</inkml:trace>
  <inkml:trace contextRef="#ctx0" brushRef="#br1" timeOffset="126492.46">24842 7938 19 0,'-2'0'202'0,"-1"-2"97"0,3 1 67 0,0-1-50 16,0 1-85-16,0-1-61 0,0 1-32 16,0 0-14-16,0 1-10 0,0-2-8 15,3 0-2-15,-1 2 3 0,-2 0 0 0,0-2-1 16,1 2-8-16,-1 0-13 0,0 0-43 0,0 0-31 15,0 0-20-15,0 0-12 0,0 0-11 16,2 0-10-16,-1 0 21 0,-1 0 15 16,0 0 12-16,2 2 11 0,0-2 17 0,-1 2 21 0,1 0 41 15,-1-1 26-15,3 0 23 0,-3-1 25 16,3 2 6-16,0-1 5 0,1 1-13 0,-1-2 0 16,0 1-12-16,0-1-16 0,3 2-14 0,-1-2-9 15,0 0-13-15,2 0-10 0,-1-2-6 16,1 2-8-16,-1-1-6 0,3 1 0 0,-2 0-5 15,0-2-12-15,3 2-8 0,-3-1-5 16,1 1-2-16,1 0-8 0,-2 0-5 0,1 0-4 16,-1 0-4-16,1 0-1 0,-1 1-9 15,1-1-1-15,0 2-2 0,-1-2 0 0,0 1-3 16,0 1 0-16,1-2 5 0,0 0 11 0,0 1 5 16,1-1 6-16,0 0 0 0,0 0-1 15,0 0-5-15,2 0-11 0,-3 2-6 0,4-2-5 16,-4 2-1-16,2-1-1 0,2 2 5 0,-4-1-1 15,3 0-2-15,-2 1 1 0,2 0 3 16,-3 0-3-16,4 2 0 0,-4-2-1 0,1 0 1 16,1 0-2-16,-2-2-1 0,1 2 2 15,1-1 0-15,-2-1 3 0,4 0 3 0,-4-1 3 16,1 0 4-16,2-1 1 0,-2 1-4 0,0-3-4 16,-1 1-2-16,0 1-2 0,1 0-6 15,0-1 1-15,-1 1-1 0,-1-1 4 0,0 2-4 16,3 0 2-16,-3 0 2 0,0 2-4 0,1-2 3 15,0 1-2-15,3 1 2 0,-3-1-3 16,2 0-3-16,-1-1 2 0,-1 0-2 0,4 2-1 16,-4-2 1-16,3 0 4 0,0-2 1 15,-2 2-2-15,2-1 0 0,-2 0 0 0,-1 1 1 16,-1-2-2-16,1 2 2 0,-1-1 0 16,1 1 0-16,-5 0 3 0,5 1-4 0,-4-1 1 15,2 2-1-15,-1-1 2 0,2 0-1 0,-2 1-3 16,1 1 0-16,-1 0-1 0,2-1 0 15,0 0 1-15,0 2 1 0,1-3 0 0,-1 0 1 16,1 2 1-16,3-3-6 0,-4 2-2 16,4-2 0-16,-2 2 4 0,-1-2-1 0,4 0-2 15,-4 0 10-15,4 0 1 0,-4 0 2 0,1 0-2 16,1 3-1-16,-2-2 2 0,-1 1-3 16,0-1 1-16,3 1-3 0,-3-1-2 0,0 1 4 15,1 1-2-15,-1-1 0 0,0-2-2 16,-1 1 3-16,2 0 2 0,-3-1-3 0,2 2 1 0,1-2-2 15,0-2 2-15,0 2-4 0,-1-1 3 16,2 0 0-16,1-1-1 0,-2 0-1 16,1 1-2-16,1 1 4 0,-3-2-2 0,0 1 1 15,2 1-1-15,-1 0 3 0,-1 0 2 16,0 0-4-16,-1 0 0 0,1 1-3 0,0-1 1 16,0 2 0-16,1-2-2 0,1 1 4 0,0 1 1 15,-1-2 3-15,0 2-2 0,0-2-2 0,1 0 2 16,0 1 0-16,0-1-1 0,0 1-5 15,0-1 0-15,0 0 3 0,-1 2-2 0,0-2-2 16,1 2 0-16,0-2 4 0,0 1 3 16,0-1-2-16,0 1 0 0,0 1 5 0,-2-1 1 15,4 1-4-15,-3-2-4 0,0 0 1 0,3 1 1 16,-3-1 0-16,2 1-3 0,-1-1 3 16,0 0 1-16,-1 2 1 0,-1-2-3 0,2 0 0 15,-2 1-1-15,0-1-3 0,0 2 1 16,2 0-1-16,-2-1 1 0,0-1 2 0,-2 2-2 15,3-1 1-15,-1 1 3 0,-1-2-4 0,1 0 1 16,-1 1-1-16,-2-1 1 0,0 0 0 16,0 0-2-16,0 0 3 0,-2 0 1 0,-2 0-1 15,4 0 2-15,-4 0 1 0,2 0 0 16,1 0 1-16,-3-1-1 0,2 1-1 0,2-3-1 16,-1 1 2-16,0 1-1 0,2-3-3 0,1 1 3 15,-1 1 0-15,-1-1-1 0,1-1 0 16,2 0 7-16,-2 0-1 0,1-2-1 0,-1 1 2 15,3-1 0-15,-2-1-3 0,1-1-3 0,-3 2 3 16,1-1-6-16,0-1 3 0,-1-1 3 16,0 0 0-16,-1 0 4 0,3-1 5 0,-2 1 4 15,2-2-1-15,0-1 0 0,-1 1 2 0,2-2-4 16,1 0-5-16,1-1-3 0,0-1-1 16,0 0-1-16,-2 1-2 0,4-3 3 15,-2 2 0-15,-2-2 1 0,4 0 6 0,-3 0 0 16,-1 0 7-16,0-1 3 0,-2 2 4 0,1 0 5 15,0-3-5-15,-2 0 3 0,0-1-7 0,0 3-7 16,1-3-2-16,2 0-6 0,-2 2 0 16,0 1-6-16,1-2 0 0,-1 0 2 0,3 4 0 15,-2-2 3-15,-1 1-6 0,2 0 3 16,1-2 1-16,-2 0 2 0,1 2-3 0,-2-1 0 16,3-3 4-16,0-2 2 0,-1 2-6 0,1-2 1 15,-1 0-3-15,0 0 4 0,-2 1-8 16,3-4 1-16,-1 3 0 0,0 0-1 0,0-2 0 15,3 1-1-15,-3-1 1 0,0 2 1 0,0-3-2 16,0 3 0-16,-2-1 6 0,2 1-2 16,-1-2 2-16,0 1 2 0,1-2 3 0,-1 3-1 15,-2-2 2-15,-1 1-1 0,2-1-2 0,1 2-4 16,-1-3-3-16,1 3 8 0,-3-2-8 16,2 1 5-16,1 0-2 0,-4 0 5 15,2 3 1-15,-4-4-5 0,1 4-1 0,0-4-1 16,-1 3 0-16,2-2-5 0,-1 1 2 0,0 0 0 15,0 0 2-15,2 0-3 0,-1-1 0 16,2-1-2-16,-1 2 0 0,1-2-3 0,2 0 5 16,2 1-2-16,-3 1 3 0,1-1 1 0,1 1 1 15,1 1 4-15,-1-1-2 0,0 0 5 16,1 0-3-16,-1-1 4 0,0 1 2 0,0-1-4 16,0-1 3-16,-4 0-5 0,1 0 1 0,2 0-1 15,-4 1-1-15,0-3 1 0,0 2-2 16,2-1 2-16,-1 0-4 0,0 1-2 0,1 0-2 15,-1-2-2-15,1 3 1 0,2 1 2 0,-2-3 0 16,0 4 1-16,2 2 4 0,-2-1 0 16,-1 0-6-16,2 4-1 0,1-2 4 0,-2 3-3 15,-1 0 0-15,0 0 2 0,0 2 1 0,0 0 3 16,2 2 0-16,-3-1 0 0,-2 1-3 16,3 0 2-16,-3-1 1 0,4 4 0 15,-2-3 1-15,1 3 0 0,-1-2 4 0,3 1-1 16,-3 3 1-16,0-1-3 0,0 1-1 0,0 1-2 15,1 0 1-15,-3 4-4 0,3-2 0 16,-4 3 3-16,3 0 1 0,-2 2 0 0,-1-1-4 16,5 5 2-16,-5-1 3 0,0 1-1 0,0 1 2 15,0 1 1-15,-3 3 3 0,1-1 4 16,1 2-6-16,-2-1 2 0,-1 5-3 0,3-1 1 16,-3 0-1-16,3 1-1 0,-1 2 2 0,1 0-3 15,-1 1 1-15,0 1 2 0,2-1 1 16,-1 4-1-16,1 0-2 0,0 0 7 0,0 2-2 15,-2 2-4-15,2-2-1 0,-1 2 3 16,-4 1-5-16,4 1-3 0,-4 0 0 0,0 1-1 16,0 0-1-16,0 1-2 0,-4-1 6 0,4 2-4 15,-3-2 5-15,4 0 1 0,-1-2 3 0,-2 1 3 16,-2-1-1-16,4-1 5 0,-1 1-3 0,1 2 0 16,-2-4-1-16,0 3 0 0,2-2 0 15,2-1 1-15,-2 1 1 0,4-1-6 0,-3 0 1 16,1-3-3-16,-1 3-1 0,2-4-4 15,1 2 2-15,-2-2 7 0,-1-1-3 0,3-1 1 16,-2 2-2-16,-2-1 0 0,0-1-2 16,-1-1-5-16,1 2 6 0,-1-2-2 0,-1-1-1 15,2-1 2-15,1 2 1 0,-4-2 0 0,3-1-5 16,0 0 4-16,1-1 0 0,0 1 4 16,0-1 1-16,-1 0-4 0,4 1 5 0,-4-3-3 15,2 3 5-15,-1 0-7 0,1-1 2 0,2 3 6 16,-3-5-3-16,0 3 1 0,-1 0-1 0,2 1 4 15,-2-2-3-15,2 2-2 0,-2-3-1 16,0 1 2-16,2-1-5 0,-2 1-5 0,1-2 5 16,-1 1-5-16,4-1 0 0,-3 2 3 15,3-2 6-15,-2 2 2 0,-1 0-4 0,3-2 4 16,-1 0-2-16,0-1-4 0,-1 0 0 16,3 1-3-16,-1-2 4 0,1 0 0 0,0 1 2 15,-3-2 5-15,1 1-8 0,2-2-2 0,-1 2 5 16,-1-1 1-16,1 0-5 0,1 1-2 15,-4-1 1-15,3 1 2 0,-1 1-2 0,-1-1-3 16,0-1 2-16,-1 0 1 0,0-1 1 0,-1 1 0 16,1 0-4-16,0 1 1 0,-1-1 3 15,1 1-2-15,0-3 0 0,0 1 7 0,-1 0 2 16,4 0-5-16,-2-1 4 0,-1-1-5 16,3 1 0-16,1 0-5 0,-2-1-2 0,0 0 1 15,2-1-2-15,0 0 6 0,0 0 0 0,0 0 3 16,0 0 1-16,0 0-1 0,0 0 4 0,0 0-5 15,-1 1 4-15,-1 2-3 0,2-3 1 16,-1 1 2-16,1 1-4 0,0-1 3 0,-2 0-4 16,2 1 4-16,0-1-2 0,0-1 1 15,0-2-1-15,0 0 0 0,0 2 0 0,2-1-2 16,-2-3-1-16,0 3-1 0,1-2 4 0,1 0 1 16,-1 0-1-16,-1-2 1 0,4 3 0 15,-4-3 1-15,1 2-7 0,-1 0 4 0,4 3-1 16,-3-2 1-16,1 4 0 0,-2-1 3 15,1-1-1-15,-1 1-2 0,3-1 0 0,-1 1 0 16,-1-1 2-16,-1 1-2 0,2-1-2 0,-1 2 1 16,3-3 1-16,-3 2 0 0,2-1-3 0,1 0 3 15,-3-2 2-15,3 1 0 0,-3 1 3 16,2-4-3-16,2 3 6 0,-4 0-5 16,2-2-1-16,1 1 2 0,-3 1-3 0,3-1-1 15,-3 0-5-15,1-2 2 0,-1 1 1 0,1-1-1 16,0 0-2-16,1 0 3 0,-2-2 2 0,5 1 0 15,-3 1 0-15,1-2 0 0,1 2 3 16,-2-1-1-16,3 1 3 0,-1-1 1 0,1 2 2 16,-1-1-5-16,0 1 5 0,-1-2 1 15,0 2-4-15,0 0 2 0,1-1-1 0,0 3 2 16,-1-3-4-16,1 2-1 0,-2-2 2 0,2 2-3 16,0-2 3-16,1 3-3 0,0-2 3 15,-1 2 2-15,2-1-1 0,1-1 2 0,1 1 11 16,-1-1 16-16,2-2 6 0,0 1 4 15,-2 1 4-15,4-3 0 0,-2 2-11 0,2-1-13 16,-1 1-7-16,3 1-3 0,-1 0-3 16,2-1-1-16,0 3 0 0,-1-2-1 0,2 1 4 15,1 0 6-15,1-2 4 0,0 1 4 16,4 1 0-16,1-4 2 0,0 4-1 0,4-4-13 0,2 0-3 16,-3 0-5-16,4-1-2 0,-3-2-4 15,-3 1-3-15,0 0 1 0,-4 2-2 0,-4 0-1 16,-2-3 1-16,-2 3 0 0,-4 0 2 0,1 0 0 15,-4 0-3-15,-1 3-10 0,-4-3-40 16,2 2-55-16,-4 0-56 0,-2 1-112 0,-1 0-173 16,-4 0-289-16,-3 0-268 0,3 2-220 15,-7-1-134-15,-1 0 308 0,-5 2 528 0</inkml:trace>
  <inkml:trace contextRef="#ctx0" brushRef="#br1" timeOffset="127033.91">27063 8513 150 0,'11'-10'444'0,"3"0"291"0,-2 0 269 0,-1 1-87 16,3 1-200-16,-5 0-145 0,3 1-95 16,0 3-62-16,-1 0-68 0,2 3-61 0,-4 2-34 15,3 0-28-15,-3 4-31 0,-1 3-42 16,-2 1-39-16,-3 3-29 0,1 1-22 0,-3 2-15 15,-1 3-11-15,-1 3-9 0,-3 2-7 16,-1 1-6-16,1 2-4 0,-4 0-1 0,-1 1-4 16,0 2 0-16,0-1-4 0,-3 1 0 0,2-1-2 15,0 0-7-15,-2-2-18 0,1 0-57 16,-3-4-61-16,1-1-99 0,0-3-172 0,-1-3-302 16,3-1-313-16,-2-2-256 0,4-5-162 15,1-1 246-15,0-1 605 0</inkml:trace>
  <inkml:trace contextRef="#ctx0" brushRef="#br1" timeOffset="128139.81">27028 9538 139 0,'0'0'357'16,"-1"0"173"-16,1 0 148 0,0 0-129 0,0 0-91 16,1 0-10-16,2 0 14 0,2 0 5 15,3 0-28-15,0-1-59 0,5-1-75 0,0 2-72 16,0-2-59-16,2 2-45 0,2 0-13 0,-1 2-3 15,1-2 6-15,0 2 3 0,0 1-8 0,-3 0-9 16,2 0-18-16,-5 2-16 0,0 0-17 16,-2 2-12-16,-2 1-6 0,-2 1-1 15,-1 0 0-15,-4 1-3 0,-3 1 1 0,0 3-1 16,-3-1-2-16,-4 1-4 0,-2 3-1 0,-1 0-1 16,-1 1-2-16,-2 3 1 0,-1-2-3 15,2 1-2-15,-2 1-1 0,2 2-5 0,-2-2-1 16,4 0-1-16,1-1-3 0,2 2-1 15,2-4-3-15,3-1 0 0,4-1-2 0,2-3-3 16,3-2 0-16,2-3-4 0,2-4-20 0,4-3-59 16,3-2-54-16,1-2-60 0,-2-4-103 15,3-3-143-15,-2 1-138 0,2-6-95 0,1 2-157 16,-1-1-214-16,-1 0-17 0,-1-3 209 0,0 4 298 16,0-1 260-16</inkml:trace>
  <inkml:trace contextRef="#ctx0" brushRef="#br1" timeOffset="128446.65">27405 9719 57 0,'8'-4'279'0,"0"1"160"0,-2 2 164 0,-3 2-42 16,0 2-56-16,-1 6-19 0,-2-3 5 16,-2 7-1-16,0 0-49 0,1 2-75 0,-1 4-67 15,1 1-72-15,-2-1-76 0,3-1-58 16,3 0-35-16,0-1-15 0,2-4-21 0,3-1-14 16,1-3-7-16,4-1-2 0,0-4-1 15,2-2-4-15,0-4 5 0,0-1 5 0,0-4 4 16,2-2-1-16,-3-5 2 0,2 1 0 0,-2-4 4 15,0-1 2-15,-2 0 17 0,-1-1 26 16,-1-1 26-16,-1 1 24 0,-5-1 18 0,0-1 18 16,-1 0-4-16,-3 0-17 0,-2 1-24 15,1-4-23-15,-3 5-22 0,0 1-20 0,-5 4-18 16,-1 1-5-16,-1 4-6 0,-2 5-5 0,-3 4-2 16,0 2-4-16,-3 3-1 0,4 3-17 0,-1 1-47 15,2 1-43-15,1-1-66 0,1 3-123 16,-1 0-159-16,3-2-219 0,0 1-243 0,3 2-224 15,0-2-83-15,-1 0 278 0,3-2 420 16</inkml:trace>
  <inkml:trace contextRef="#ctx0" brushRef="#br1" timeOffset="128646.94">27444 9730 181 0,'4'2'533'15,"-1"-1"288"-15,-2 1 226 0,4-2-124 16,-4 2-232-16,6-2-183 0,-2 2-128 0,3 0-77 15,2 0-94-15,2-2-74 0,2 0-51 16,2 0-28-16,0 0-19 0,-1-2-11 16,6-2-10-16,-5 4-9 0,2-2 0 0,-1 0-24 15,0 1-36-15,-6 1-112 0,0-2-152 0,-2 2-219 16,-4 0-290-16,0 0-254 0,-3 2-159 16,-2 1 228-16,-4-1 447 0</inkml:trace>
  <inkml:trace contextRef="#ctx0" brushRef="#br1" timeOffset="129869.68">25743 9528 209 0,'0'0'331'0,"2"0"127"0,-2 0-35 0,0 0-91 16,1 0-77-16,-1 0-24 0,0-2 1 15,0 2 6-15,0 0 18 0,0-1 29 0,-1 1 29 16,1-1 18-16,0 1-4 0,0 0-19 15,0 0-31-15,0 0-41 0,0 0-50 0,0 0-46 16,0 0-36-16,0 0-30 0,1 0-26 0,-1 0-18 16,2 0-5-16,-1 0-5 0,4 1-6 15,-2-1 6-15,3 1 0 0,1-1 6 0,-1 2-7 16,2-1-4-16,0 1-1 0,1 0-5 16,1 2-4-16,-2-1-4 0,1 1-2 0,-2 1 4 15,-1-1 0-15,1 2-3 0,-3 2 11 0,1-1 14 16,-2 2 19-16,-2 1 13 0,1 0 13 15,-4 2 17-15,1 1-1 0,-2-1 3 0,-3 2-3 16,-2 1 0-16,1-1 0 0,-1 0-3 16,-3 1 0-16,2-1-13 0,1 3-9 0,-3-4-7 15,1 2-11-15,2-2-9 0,2 2-10 0,0-4-3 16,1 1-3-16,2-2-5 0,1 1-3 16,1-3-2-16,2 3-1 0,1-4-1 0,1 0-1 15,2-1-1-15,3-1 0 0,0-1-1 16,0-1 3-16,4 0-3 0,1-1 0 15,0-2-2-15,4 0 1 0,0 0-2 0,1 0-1 16,-1 0-1-16,-1 1-17 0,1 0-66 0,-2 1-69 16,-1-1-155-16,-3 2-265 0,0-1-311 0,-2 1-342 15,-2 1-228-15,-3-1 23 0,-4 0 610 0</inkml:trace>
  <inkml:trace contextRef="#ctx0" brushRef="#br2" timeOffset="140071.62">11173 11182 185 0,'3'7'394'0,"-1"-2"152"0,-1-1 97 16,-1 3-217-16,0-3-157 0,-1 1-51 16,-1-2 3-16,2-1 14 0,0 0 0 0,0-1-16 15,0 1-36-15,0-2-51 0,0 0-55 16,0 2-38-16,2-2 23 0,-1 0 21 0,3 0 38 15,-1 2 34-15,3 1 22 0,0-1 18 0,2-1-21 16,0 2-14-16,0 1-23 0,1-2-24 16,1 0-17-16,1 3-18 0,0-2-18 0,0 1-15 15,-1 1-10-15,4-1-11 0,-1-1-6 16,1 1-4-16,0 1 1 0,2-2 4 0,-2 2 0 16,3-1 12-16,0 0 3 0,0-1 1 15,0 1 4-15,2-2-1 0,0 2-2 0,0-2-11 16,2 1-6-16,-1 1-5 0,1-2 2 0,-1 0 18 15,2 0 16-15,-1 1 8 0,3-2 3 16,-1 1 0-16,1 1-6 0,-2-2-20 0,4 1-17 16,-3-1-5-16,2 1-2 0,-2 0-3 15,-1-2 4-15,2 1-2 0,-1 0 0 0,-2 2-3 0,1-1-1 16,0-1 0-16,-1 2-3 0,1-2 18 16,2 3 13-16,-1-2 10 0,-2 2-1 0,3-1 1 15,-1 0 1-15,2-1-17 0,-1 1-11 16,-1 1-8-16,2-2 0 0,0 2-1 0,0-2 1 15,-1 1 1-15,2 1-2 0,0-2-2 0,-1 0-2 16,2 0 0-16,0 1-2 0,0-2-2 16,-1 1 0-16,2-1 1 0,1 1 3 0,-1 1-4 15,2-2 1-15,0 1 3 0,0 0 1 0,0-2 0 16,0 1-3-16,-2 0 1 0,3-1 4 16,-3 0-3-16,0-1-2 0,-1 0 0 0,3 1 2 15,-3-4 0-15,3 3-2 0,-3-2 3 16,0 1 0-16,2-1 0 0,-1 2 2 0,0-2-1 15,1 1 3-15,-1 0-4 0,-1 0 0 0,1-2 1 16,3 1-3-16,-5 2 0 0,2-1-3 0,0-1-1 16,2 1 3-16,-1 0-2 0,-1 0 1 15,4-1-1-15,-2 2 3 0,0 0 0 0,0-2-2 16,0 1 0-16,0 2 1 0,-2-1 1 16,2-1-1-16,0-1 1 0,0 2-2 0,0-1 0 15,0 0 0-15,0 1-3 0,0-1 2 16,0 1-3-16,2 1 2 0,-2-1 1 0,-2 1 1 15,2 0 2-15,2 0-1 0,-2 0 3 16,0 1 0-16,0 0-1 0,3 1 0 0,-1-1-1 16,1 3-2-16,1-3 1 0,0 0-3 0,1 1 1 15,0 0-2-15,3-1 0 0,-3 1 0 0,-1 1 0 16,1-3 3-16,0 2-1 0,2 0 2 0,-3-1-1 16,1 1-1-16,1 0 0 0,-3 3-3 15,1-4 2-15,1 1-2 0,-4 1 4 0,2 1 0 16,-1 0-1-16,0-1 3 0,-1 0 0 15,3 2 0-15,-1-1-2 0,0 1 0 0,0-1 1 16,2 0-2-16,-1-1 2 0,0 2-2 0,1 0 0 16,-2-2 2-16,0 1-1 0,2-1 0 15,0 0 0-15,-2 1 2 0,5 0-3 0,-4-2 0 16,3 1 1-16,-1-1-1 0,-1 2 0 16,0-3-2-16,3 2 1 0,-2 0 1 0,0 0 3 15,1 2-1-15,-1-3-1 0,4 3 1 0,-1 1 1 16,-1-2 2-16,5 1-5 0,0-1 1 15,-1 2 3-15,2 0-3 0,-1-1-1 0,3 2 0 16,-2-1 0-16,4 0 2 0,-4 2-4 16,5-2 2-16,-3 0-1 0,3 0 0 0,-1 3 2 15,0-3-1-15,0 1 3 0,4-1 1 0,0 2 10 16,-1-1 2-16,3-1 2 0,1 0 1 0,0-1 0 16,0 1-4-16,0-2-8 0,1 1-4 15,0-1-1-15,0 1-2 0,1-2 2 0,-3 1 1 16,2-1 2-16,0 0 3 0,1 0 1 0,2 0 2 15,-1-1-3-15,2 3 2 0,0-4-1 16,-1 1-3-16,1 1-1 0,-3-3-2 0,3 2 0 16,-3 0-2-16,0 0 1 0,-2 0 2 0,-2 0 0 15,0-1 2-15,-1 2 1 0,0-1 0 16,-4-1-1-16,4 1-1 0,-6 0-1 0,3-1 0 16,-4-1-3-16,-3 1 0 0,-2-1-2 0,-7 0 0 15,-2 0-3-15,-5 0-26 0,-9 0-75 16,-4-1-124-16,-7 1-248 0,-4-3-289 0,-7 1-355 15,-5-1-385-15,-5 0-114 0,-7 0 507 16</inkml:trace>
  <inkml:trace contextRef="#ctx0" brushRef="#br2" timeOffset="144181.07">12248 4914 165 0,'3'1'282'0,"-3"1"102"0,2-2-44 0,0 3-93 0,-1-1-80 16,-1-1-46-16,3 2-29 0,-3 0-22 15,2 0-18-15,-2 1-11 0,3-1-6 0,-3 3 1 16,2-1-1-16,-1 1 4 0,1-1 0 16,-2 1 3-16,3 3 1 0,0-1 0 0,-3-3 3 15,3 3 3-15,-1-1 1 0,-1 0-3 0,1 0-7 16,0 1 6-16,-1 0 4 16,-1-1 13-16,3 0 20 0,-1 4 13 0,1-5 13 0,-1 2 10 15,1-1 10-15,0 1 0 0,0-1-3 16,0 2-3-16,2 0-4 0,-2-1-14 0,0 2-20 15,2 1-20-15,-1-2-17 0,-1 1-14 0,1 1-10 16,1-1-9-16,-2 2-4 0,0-2-1 16,0 3 4-16,2-2 14 0,-3 0 12 0,3 0 8 15,-2 2 3-15,3-3-1 0,-3 3-4 0,2-1-13 16,-2 0-11-16,2 0-4 0,0-2-4 16,1 4 2-16,-2-4 0 0,1 2-2 0,0-1 0 15,0 1-3-15,-2-2-1 0,2 2-1 16,1 0 1-16,-1-1-2 0,-2 1 2 0,2 0 15 15,0 1 12-15,-1-1 6 0,0 0 6 16,2 0 0-16,-3 1-2 0,0-3-11 0,0 1-13 16,2 0-6-16,-2 1-8 0,0-1-1 0,1 1-2 15,0-2-2-15,-1 1 1 0,0 1-2 16,2-2 0-16,-2 0 1 0,1 1 0 0,-1 1-2 16,0-1 0-16,0-2-2 0,0 1 1 0,0 1 2 15,2-1-2-15,-2-1 1 0,0 2 0 16,-1 0-1-16,1-3 3 0,-1 3-4 0,1-1 2 15,0 0-1-15,-1 1 2 0,2 1-2 16,-1-3-2-16,-1 3 0 0,1-1-1 0,-1 1 2 16,1-2 0-16,-1 4 0 0,-1-2 0 0,1 0 3 15,1 1-3-15,-1 1 0 0,1-2-1 16,0 1-1-16,0 1 0 0,-2-2-1 0,3 1 2 16,-3 1-1-16,3-1 0 0,-3 2-1 0,2-2 1 15,-1 1 1-15,1 1 0 0,0-1 1 16,2-1 2-16,-1 2 3 0,-2-1-3 0,3 1 1 15,-2-2 2-15,2 2 0 0,0-1-1 16,-2 1-1-16,5-2 0 0,-5 1 0 0,2-1-2 16,-1 2-2-16,0-2 1 0,0 0 1 0,0 0 2 15,0 0-1-15,1 1 1 0,0-3 2 16,-1 4-3-16,0-2 0 0,1-1-1 16,-2 0 0-16,1 2-1 0,1-2 0 0,-2 0 0 0,3 0 0 15,-2-2 0-15,-1 2 0 0,2-1 0 16,-2-1-1-16,3 0 0 0,-3 0-1 0,2-1 2 15,-2 0 0-15,0 1 0 0,2-1 4 16,-2 0 0-16,3 0-1 0,-3 2 0 16,1 0-1-16,1-1 0 0,-2 0-5 0,0 2 2 15,0 1 0-15,2 0-2 0,-1 0 2 0,1 1-3 16,-2-1 2-16,2 2-1 0,0-2-2 16,0 1 2-16,0 0-1 0,1-1-1 0,0 1-2 15,0-2 2-15,-1 1 0 0,2-3-3 0,0 3-1 16,1-3 0-16,-1 1 6 0,1-1 1 0,1 2 1 15,-3-1 2-15,2 0 3 0,0-1-1 16,1 0 2-16,-1 1 1 0,-1-1 0 0,-1 0-1 16,3 3 0-16,-2-2 0 0,-1 2-4 0,-1-1 2 15,3 0 0-15,-2 1 0 0,-1 1-1 16,1-3-2-16,1 3 0 0,0 0 0 0,0 1-1 16,-1-2 1-16,-1 3 1 0,3-1 2 15,0 0 0-15,-2 1-2 0,2-2-1 0,-2 1-3 16,2 2 2-16,0 0-4 0,0-1 0 0,-1 1 0 15,3 0 0-15,-2-1 2 0,0 0-3 16,0 1 2-16,3-1 1 0,-3 1 0 0,2 1 2 16,0-2-1-16,-1 1 0 0,-1 2 3 15,2 0-3-15,0-2 0 0,0 1 1 0,0 1-1 16,0 0-1-16,1-1-1 0,0-1 2 16,0 4-1-16,1-4 3 0,-2 1 5 0,1 0 3 15,-1 0 1-15,2-1 1 0,0-1 2 0,-1 2 1 16,0-1-4-16,0-1-3 0,1 1 1 15,-2 1 0-15,1-2-1 0,0 3 11 0,-1-3 13 16,-1 1 9-16,4 2 3 0,-4-2 6 0,1 2-1 16,-1-3-8-16,2 1-11 0,-3 1-10 15,2 0-4-15,-1-2-6 0,2 1 0 0,-3 1-5 16,3-3 2-16,-3 4-2 0,0-3 1 16,1 1 0-16,-1 2 1 0,2-3-1 0,-2 2 4 15,1-2-1-15,-1 0-2 0,0 1-1 16,0 0 2-16,1-1 0 0,-1 1-4 0,1 0 1 15,1-1-2-15,-2 0 0 0,0 1-5 0,0-1 0 16,1-2-2-16,-1 4 3 0,1-4-1 0,-3 2 1 16,3 1 3-16,1-3 3 0,-2 3-1 15,1-1-1-15,-1-1 2 0,0 1-1 0,0 0 2 16,1 0-1-16,-1 1 1 0,2-1 0 16,1 1 2-16,-3 0-3 0,1-2-3 0,-1 2 0 15,3 0 1-15,-1-1 0 0,-1 1-3 0,2-1 0 16,-3-1 1-16,2 3 1 0,0-3-3 15,-1 2 0-15,0-1 1 0,0 0-3 0,1 1 2 16,-2 0 1-16,2-1 2 0,0-1 0 0,0 1 0 16,-2 0 2-16,3-1-1 0,-3 0-1 15,0 0 0-15,1-1 0 0,-3 0 8 0,2 2 6 16,1-3 6-16,-2 1 3 0,1 1-1 16,0-1 4-16,-1 0-5 0,-1 0-8 0,3 2-5 15,-2-3-3-15,-1 1-1 0,2 3-3 0,-1-3 3 16,0 1 3-16,-1 0-1 0,2-1 4 0,0 1-2 15,-2 0 1-15,2 0 0 0,-1 0-4 16,0-2 1-16,1 4-3 0,-1-2 0 16,-1 0 1-16,2 0 0 0,1 0 3 0,-1 2 1 15,1-2 0-15,0 2-1 0,-1 0 0 0,0-1 0 16,1 1-2-16,0 1 0 0,1-2-1 16,0 1 1-16,0 1-2 0,0 0 3 0,1-2-3 15,0 5-3-15,0-4 1 0,-1 0 3 0,2 3-1 16,-2 1-4-16,1-4 0 0,0 2 1 0,0 1-1 15,2-1-2-15,-4 1-1 0,3-1 0 16,-2 0 0-16,1 0-3 0,1 4-3 16,0-6 0-16,-1 4 0 0,3-1 3 0,-2 1-1 15,-3-3 3-15,4 3 11 0,-4-4-6 0,2 3 3 16,0 0 0-16,0-2 0 0,-3-1-3 16,3 2 0-16,-3-3 2 0,0 1-2 0,3-2 1 15,-5 3-1-15,2-3 2 0,1 1 0 0,-5-1 1 16,4 2 0-16,-2-4 0 0,-1 2 1 15,2 0-2-15,-1 0 0 0,1 0-5 0,-2 0-2 16,0 0 3-16,2 0-3 0,-3 2 2 16,5-2 1-16,-4 0 1 0,2-2 0 0,-1 2 0 15,3 0 2-15,-1 1-1 0,0-3-2 0,-1 2 0 16,2-3 2-16,-3 1 0 0,2 2-1 16,1-5 1-16,-2 3-1 0,1-1 1 0,-2-2-1 15,3 1 0-15,-3-3 2 0,1 3-3 0,0-1 2 16,-1 0 0-16,-1-1 3 0,3 1-3 15,-4-1 4-15,1 0 5 0,0 2 10 0,-2-2-1 16,2 2 3-16,-2-1-1 0,2-1-5 16,-1 1-3-16,1 4-8 0,-1-2-1 0,0-1-3 15,0 4 4-15,0-1 3 0,2 0-2 0,-1 1 2 16,0 0 0-16,1 0 1 0,-1 1 0 16,2-1 1-16,0 0-2 0,-2-1 0 0,1 1-4 15,-1 0 1-15,0-2-3 0,3 2 0 16,-4 0 2-16,1-2-3 0,2 0 4 0,-1 1-1 15,0-2-1-15,2 1 2 0,-2-1 1 0,-1 3 2 16,3-3-7-16,0 0 1 0,-2-1-1 0,2 2-1 16,-1-1 1-16,0-1-1 0,1 2 4 15,-1-1-1-15,-1-1-1 0,3 2-2 16,-4-1 1-16,3-1-3 0,-1 3 1 0,-1-2 0 16,2 0 1-16,-2 0 2 0,0 1-1 0,-1-2 1 15,0 1-3-15,3-1 2 0,-4-1-2 0,1-1-2 16,0 0-2-16,2-1 1 0,-4-1 5 15,1 0 1-15,-1-1 1 0,-1 0 0 16,1-2 2-16,-1 0-1 0,-1 1 0 0,2-2-3 16,-1 0-1-16,-2 1-1 0,3-1 1 0,-3-1-4 15,2 0 1-15,0 0-1 0,-2-1-1 0,0-1 6 16,1 2 1-16,-1 0 2 0,0-2-2 16,0 0 1-16,0 1 0 0,0-1-1 0,0 0-1 15,0 0-1-15,0 0 3 0,0 0-2 16,0 1 3-16,2 1-3 0,-2 0 0 0,1 1 1 15,-1-2-2-15,2 2 1 0,1 1-1 0,-2 0 0 16,-1 1 0-16,3-3 1 0,-1 4 0 16,-2 0 0-16,3 0-1 0,-1 3 1 0,0-1 3 15,-1-3-3-15,1 3-4 0,-1-3 2 16,1-1 0-16,-2 0-4 0,0-1 0 0,0-1-4 16,0-2-1-16,0 0-12 0,-2-3-72 0,-1-3-142 15,0 0-236-15,-2-3-273 0,0-1-265 16,-1-2-227-16,0-4 88 0,-1 1 470 0</inkml:trace>
  <inkml:trace contextRef="#ctx0" brushRef="#br2" timeOffset="146133.44">15296 11269 189 0,'4'2'310'0,"-1"0"120"0,0 0-45 15,2 1-91-15,0-1-73 0,2 0-44 0,-2 0-34 16,2 1-25-16,-1-1-11 0,2 1-18 15,1-3 1-15,1 1 9 0,-1-1 20 0,1-1 21 16,-1-1 20-16,-1 1 28 0,3-4 22 0,-3 2 10 16,3-2 3-16,-3 0-2 0,3-1-7 15,0-2-8-15,-1-1-16 0,2-2-17 16,-2 0-21-16,2-1-23 0,1-4-27 0,0 2-25 16,1-6-27-16,-1 0-23 0,2-1-11 0,0-1-9 15,0-1-6-15,2 0-3 0,-2-1 2 16,1 1 3-16,0-1-3 0,0 0 0 0,1 1 4 15,-3 1-2-15,4 1-2 0,-4 1-1 16,2-1 1-16,-2 2 0 0,0 0-2 0,-1 1 2 16,-1-1 0-16,1 3 0 0,-2-2-3 0,2 2 1 15,-2 0 3-15,1-2 2 0,-2 4-1 16,0-3 2-16,0 3 3 0,2-2 0 0,-4 1-1 16,1 2 1-16,0-2 0 0,-1 1 2 0,0 0-2 15,2 1-1-15,-2-2-2 0,-2 2-1 0,2-2 2 16,1 0-2-16,-1-2-2 0,0 0 2 15,0 1 1-15,1-1 0 0,1-1-3 0,-2-2 3 16,3 0 1-16,-1-1-4 0,-1 0 2 16,4 0-2-16,-4-1-2 0,4-1-5 0,-1 1 2 15,1-1 2-15,1 1-3 0,-3-2 0 0,2 1 0 16,1-1-1-16,-1 0 2 16,1 2-4-16,1-2-1 0,-2 0-2 0,2-1 2 0,0 2 0 15,-2-1 5-15,3 0 4 0,-2 0 3 16,-1 1 3-16,1 1-1 0,-2 1-2 0,0 0-1 15,-1 1-2-15,-1 3 0 0,0 0 1 16,-2 2 1-16,2-2-1 0,-2 3-1 0,0 1 0 16,-2-2 0-16,2 2-1 0,0 1 0 0,-2-3-1 15,2 0-1-15,0 0 0 0,1-2-2 16,-1 0 6-16,0 1-1 0,2-2 3 0,2-2 1 16,-2-1 3-16,4 1-3 0,-1-3-2 0,0-1 0 15,1 3-4-15,-1-4 0 0,2 1-2 16,-2-2 2-16,1 3-2 0,-1 0 0 0,0 0 0 15,1 2-1-15,-3 0 3 0,1 3 2 0,-1-1 0 16,-1 0 5-16,2 0 1 0,1 3 2 0,0-2-1 16,-4 0-2-16,4-2 2 0,1 3-1 15,-1-3-1-15,2 0 3 0,-2 1-1 16,3-1 0-16,-2 1-4 0,-2 2 3 0,2 1-3 16,-3-1-1-16,1 1 2 0,-4 0-2 0,4 2 3 15,-3 0-4-15,-1-1 0 0,0 2 0 16,0-1-3-16,1-1 1 0,-1 0-2 0,2 0-1 15,2-2 2-15,1-3-3 0,2-3 0 0,1 1-1 16,2-4-1-16,-4 2 0 0,3-1-3 16,-1-1 0-16,3 1 0 0,-4-2 0 0,2 1-4 15,-1-1 8-15,1 2 3 0,-3 0-2 16,4-1 3-16,-4 0 3 0,2 3 2 0,-4-2 1 16,4 2-2-16,-2-2-1 0,0 1 1 0,1 0-1 15,0-2 4-15,-2 3 0 0,3-1 2 0,-3-1-1 16,2 3 3-16,-2-2 0 0,0-1-2 15,3 2-4-15,-4 1 1 0,4-2-2 0,-2-1 0 16,0 3-1-16,1 0-2 0,0 0 0 16,0-1-2-16,0 0-5 0,0 0-1 0,2 3 5 15,-1-4-4-15,1 1 1 0,-1 2 1 16,2-2 6-16,-2 3 0 0,2-2-1 0,0 3 3 16,-4 0 1-16,2-1 1 0,-2 1 3 0,2 1-1 15,-3 0-3-15,-1-2 3 0,4 1 1 16,-2 1-5-16,0 0 1 0,-1-2 0 0,0 3-3 15,-2 0 0-15,0 1 0 0,0 0 2 16,-2 1 0-16,1 1-2 0,1 0 0 0,-2-2 1 0,0 5-1 16,0-3 0-16,-1 2 1 0,1-1 0 15,-1 2-1-15,1-1 0 0,0 2-2 16,-1-2-2-16,2-1-1 0,-2 1 0 0,2-1 1 16,1 0 1-16,0-1-2 0,0 2 3 0,0-1-5 15,0-2 1-15,1 4 1 0,-2-3-3 0,0 3 1 16,0-1 2-16,0 0-2 0,2-1 1 15,-3 2 1-15,2 0 3 0,0-1 0 0,0 0 2 16,2 0 1-16,0 0 4 0,-1 0-4 16,-1 0-1-16,2 0-1 0,3 0-1 0,-3-1 0 15,0-1 0-15,2-1 1 0,0 2 2 0,0-2 5 16,0 0-1-16,0-1 4 0,0 3-2 16,0-2 3-16,-1 2 1 0,0-2-2 0,-2 1-5 15,2 1-2-15,-1-1 2 0,0 1-2 16,-1-1-3-16,-1 1 0 0,1-1 2 0,0 2 2 15,-2 0-1-15,0 2-1 0,0-4 0 16,2 3 0-16,-1-1 2 0,2-1 0 0,3-2 0 16,-4 2 2-16,4-4-3 0,-1 2 2 0,2 0-2 15,-3-2-3-15,3 3-4 0,1-4 1 16,-1 0 1-16,0-1-1 0,1 2-4 0,1-1 3 16,-2-1-3-16,1 0 2 0,-2 0-2 0,2 1 1 15,0-1 2-15,-4 2-3 0,3-1 0 16,-1 1-3-16,0 1 2 0,0-1-2 0,-1 0 0 15,2 0 0-15,0 2 2 0,0-3 1 0,1-1 4 16,2 2 8-16,-1-1 4 0,2-3 4 16,1 0 3-16,0 0 4 0,2-3-2 0,-1 0-5 15,4 0 1-15,-3-1-1 0,2-3-2 16,-3 1-1-16,4-1-2 0,0-1 0 0,0-2-2 16,-2-1-5-16,4-1-2 0,-2-3 0 0,1 0-4 15,0-1-3-15,-1 1 2 0,-2 0-3 16,2 0-1-16,-3 0-2 0,0 1 5 0,-2 2 4 15,-2 1 2-15,0 4 1 0,-5 0 2 0,0 5 2 16,-2-1-2-16,-3 2-14 0,-2 2-38 0,-3 2-54 16,3 2-82-16,-7 0-102 0,-1 3-121 15,0 0-157-15,-1 3-242 0,-3 3-130 0,-2 1 35 16,-2 3 214-16,0 0 275 0</inkml:trace>
  <inkml:trace contextRef="#ctx0" brushRef="#br2" timeOffset="147353.22">14272 9382 105 0,'2'-1'332'16,"-2"-2"179"-16,0 1 173 0,0 1-82 0,-2 0-83 15,2 1-26-15,-1-4-9 0,-1 4-12 16,-1-1-46-16,0 0-65 0,-1 1-72 0,1-2-48 16,-2 2-20-16,2 0-8 0,-3 0-5 15,3 2-5-15,-2-2-13 0,-3 2-24 0,2 2-33 16,-3 0-35-16,-1 0-25 0,0 2-16 0,-4 0-8 15,2 3-6-15,-6 1-6 0,1 3-4 16,-2 4-6-16,-3-2-3 0,1 3-1 0,-4 5-3 16,-2-2-2-16,2 3-2 0,-2 3 3 15,0 3-2-15,0 1-3 0,-2 3-1 0,3 1-2 16,-1 1-2-16,0 3-3 0,0 1 1 16,5 0-1-16,-2 3 1 0,2 0 1 0,0 3 0 0,1 0-2 15,1 2 0-15,1 2-2 0,1 0-1 16,1 2-3-16,1 2-2 0,1-1 0 15,0 2-3-15,1-2 1 0,4 1 2 0,1 0 0 0,0-2 2 16,2 1 2-16,1-1 2 0,1 1-2 16,3-1 0-16,1-3-1 0,1-2 0 0,1-2-2 15,4-4 1-15,-2-1-1 0,2-5-2 16,0-2 0-16,3-5-1 0,-2-3-1 0,2-3 0 16,0-5-1-16,0-1 2 0,-2-7 0 15,2 2 1-15,-1-5 0 0,-1-1-1 0,1-3-4 16,2-2-12-16,-5-2-21 0,3-3-48 0,-2-1-60 15,1 0-65-15,-2-3-116 0,1 1-160 16,-2-5-262-16,1 3-257 0,0-3-221 0,0-3-128 16,2-2 279-16,-3 0 503 0</inkml:trace>
  <inkml:trace contextRef="#ctx0" brushRef="#br2" timeOffset="147774.03">14161 10141 334 0,'10'-15'818'0,"-5"5"310"16,-4-1 42-16,1 2-256 0,-4 3-334 0,2 2-213 16,-3 0-119-16,2 4-65 0,-3 4-51 0,1 3-7 15,-2 4 4-15,0 4 0 0,-2 4 2 16,1 5-2-16,-1 7 1 0,2 0-14 0,-1 7-25 15,0 3-21-15,1 5-17 0,2 4-8 0,0 1-7 16,1 2-8-16,2 2-8 0,0 0-6 16,5 0-4-16,1-3-4 0,2-4-4 15,3-4-6-15,0-7 1 0,7-5-3 0,-2-7 2 16,2-5-1-16,4-9 4 0,-1-4 2 0,3-6 1 16,-2-5 0-16,1-6-1 0,-3-6 2 15,0-3-3-15,-1-5-1 0,-3-4 1 0,0-1 1 16,-4-4 1-16,1 0 0 0,-4-4 3 0,-1 0-1 15,-3 1-1-15,0-3-1 0,-5 1-1 16,0-2 0-16,-3 1-2 0,-2 2 0 16,-3 0-2-16,-3 2-3 0,0 4-7 0,-2 1-16 15,-1 5-39-15,-2 5-53 0,-3 3-48 0,-1 4-77 16,-1 7-141-16,-4 5-189 0,-2 4-265 0,0 5-228 16,-3 4-213-16,0 2 27 0,0 2 437 0</inkml:trace>
  <inkml:trace contextRef="#ctx0" brushRef="#br2" timeOffset="147993.26">13817 10384 204 0,'9'2'791'0,"-1"0"371"16,0 3 39-16,3-2-159 0,2 0-464 0,4 2-288 15,1-2-140-15,2-2-63 0,5 0-33 16,1-1-12-16,2-2-7 0,2-4-13 0,3-1-8 15,0-3 0-15,2-2-7 0,2-1-28 0,-2-5-97 16,0-2-154-16,-2-2-256 0,-2 1-274 16,-1-3-268-16,-3-2-159 0,-3-1 224 0,-4-5 464 15</inkml:trace>
  <inkml:trace contextRef="#ctx0" brushRef="#br2" timeOffset="151796.21">12264 5097 64 0,'0'0'229'0,"2"0"107"0,-1 0 37 0,1 0-61 0,-2 0-70 15,2 0-49-15,-1 0-30 0,-1 0-12 16,3 0-2-16,-3 0 7 0,0-2 22 0,0 2 29 15,0 0 38-15,0-3 31 0,0 3 34 16,0 0 10-16,0-1-1 0,0 1-10 0,0-2-30 16,0 2-33-16,0 0-42 0,0 0-39 0,0 0-38 15,-3 0-31-15,3 0-21 0,0 0-13 16,0-1-4-16,-1 1 11 0,1 0 12 0,0 0 11 16,-2 0 15-16,2 0 5 0,-2-2-2 15,2 2-12-15,-1-1-12 0,-1 1-15 0,-1 0-18 16,3-1-11-16,-3 1-9 0,0 0-10 0,1 0-7 15,-1 0-2-15,0 0-4 0,-1 1-4 16,0-1-1-16,1 0 0 0,0 1-1 0,-1 1-1 16,1-1 3-16,0-1 5 0,0 2 3 15,-1-1 3-15,1 0 3 0,-3 1 0 0,3 0-1 16,-2-1-4-16,1 1-2 0,-3 1-2 0,2-2-2 16,-1 1-3-16,0-1 1 0,1 2-3 15,-1 0 1-15,-1-1 0 0,1 0 0 0,-2 2 1 16,3-2-1-16,-3 2 1 0,2-2-1 15,-3 3-1-15,1-3 0 0,-2 4-1 0,1-1-1 16,-1-1 1-16,2 0 0 0,-4 1 3 16,4 1 1-16,-3-2 1 0,0 4 0 0,1-2 0 15,1 0-4-15,-4 1 1 0,4-1-4 0,-1 2 1 16,-1 1-3-16,2-1 0 0,-1-1 1 0,2 0-1 16,-3 2 1-16,3 0-2 0,-3-2-1 15,2 3 3-15,-1-1 0 0,-1 0 1 0,0 0-1 16,0 1 1-16,-1-1 0 0,0 2 0 0,1 1 0 15,-3-2 0-15,5 1 3 0,-3 1 0 16,-2-2 0-16,3 1 0 0,0-1 0 16,2 1-3-16,-1-1-1 0,2-1 0 0,-1 0 3 15,2-1 0-15,-1 1-1 0,2-2 0 0,-2-1-1 16,4 0 0-16,-1 0-2 0,0 0 1 16,2-1 1-16,0-1-2 0,-1 1 3 0,2-2-1 15,0 1-1-15,0 0-1 0,1-2-1 0,-1 2 3 16,1-3-3-16,-1 2 2 0,2-1 0 15,-2 0 0-15,2 0 0 0,-1 1-1 0,1-1 1 16,-2 0 0-16,2 1-1 0,0-1 1 0,-3 1 1 16,3 0 0-16,-2-2 2 0,2 2-3 0,-3-2 1 15,3 1-1-15,0 1 0 0,-2-2 0 16,2-1-3-16,0 2 3 0,0 0 0 0,-1-2 0 16,1 0 0-16,0 0-2 0,0 0 0 15,-2 0 1-15,2 0-2 0,0 0 2 0,0 0-1 16,0-2 3-16,0 2 0 0,0 0 1 0,0-2 0 15,0 2 2-15,0-1 0 0,0 0-4 16,0-1 1-16,0 2-2 0,-1-2 0 0,1 1-2 16,0 1-1-16,-3-1 4 0,3-1-3 0,0 2-1 15,0-1-5-15,0-1-8 0,0 1-23 16,-2-1-49-16,2-1-46 0,-1 0-45 16,-1-1-77-16,2-1-123 0,-1-1-129 0,-1 0-154 0,2-1-241 15,0 1-236-15,0-1-57 0,0 0 258 16,0 0 393-16</inkml:trace>
  <inkml:trace contextRef="#ctx0" brushRef="#br2" timeOffset="152326.59">11586 5372 108 0,'0'0'315'0,"0"0"155"15,0 0 133-15,0 0-97 0,0 0-76 0,0 1-12 16,2-1 17-16,-1 1 9 0,-1-1-13 0,0 0-43 15,0 2-65-15,0-2-68 0,0 2-60 16,-1-2-54-16,-1 2-40 0,0 0-29 0,-3 1-18 16,2 1-11-16,0-1-7 0,0 3-4 15,-2 0 0-15,2 1 2 0,-3 3 1 0,3 0 2 16,-2 2 13-16,0 2 9 0,2 1 14 16,-2-1 2-16,1 3 5 0,1 2 0 0,1-3-15 15,-1 2-9-15,1-1-15 0,2-1-11 16,0 0-6-16,2-3-7 0,-1 1 5 0,3 0-4 15,-3-1 6-15,5-2-3 0,-3-2-1 0,2 0 2 16,1-2 2-16,1 1 0 0,-1-1-5 16,2-2 1-16,-2-1-1 0,2 0 10 0,0-2 4 15,3 0 5-15,0-4-1 0,2-2 1 16,1-1-2-16,-1-4-12 0,4 0-9 0,2-3-5 16,0-1-4-16,3-1-3 0,0-3-4 0,1 3-5 15,0-1-30-15,1-1-63 0,-1 0-66 16,0 1-141-16,2 2-231 0,0 1-312 0,-3 0-300 15,4 3-219-15,-4-2-21 0,2 2 517 16</inkml:trace>
  <inkml:trace contextRef="#ctx0" brushRef="#br2" timeOffset="153659.14">19751 5547 86 0,'6'0'300'0,"-2"0"145"0,0 0 119 15,1 0-124-15,-4 0-112 0,2 0-18 16,1 1 30-16,0 1 43 0,0 1 35 0,2 1 10 15,-2 0-24-15,1 2-61 0,2 0-70 0,-1 5-63 16,3-3-52-16,-1 3-38 0,2 0-24 16,-1 3-10-16,1 0 1 0,-1 3 26 0,4 2 18 15,-2 0 13-15,0 1-4 0,1 2 5 16,-2 0-10-16,1 1-26 0,0-1-26 0,-1 2-22 16,-2-1-9-16,1 1-23 0,-1-4-9 15,-2 3-10-15,1-2-2 0,-1-1-4 16,0-1-4-16,1-1 0 0,-3-3-2 0,0-1 0 15,-1-1 4-15,-1-2 2 0,-1-2 1 0,2-3 1 16,-3 1 0-16,0-2 3 0,-1-2-3 0,-2-2-8 16,-1 1-23-16,-1-2-46 0,-3 0-51 0,-1-2-46 15,0-1-63-15,-3 0-100 0,0-3-114 16,-1 0-93-16,0 1-102 0,-2-1-206 0,3 0-194 16,-1-2 10-16,1 0 226 0,-2 0 298 15</inkml:trace>
  <inkml:trace contextRef="#ctx0" brushRef="#br2" timeOffset="153889.43">19808 5979 55 0,'0'6'266'0,"-4"1"146"0,3 2 146 16,1 0-69-16,0 3-92 0,1 0-36 0,3 1 18 15,-3 1 26-15,4 0 5 0,3 1-14 16,-4-2-40-16,4 1-51 0,-1-3-62 0,2-1-58 16,1-3-48-16,-1 1-39 0,4-4-17 0,-2-1-8 15,3-3-2-15,4-3 1 0,0-3 22 16,5-1 15-16,0-5-3 0,4-3-9 0,0-4-10 15,0-1-13-15,0-1-24 0,-3 0-20 0,-2 1-9 16,-2 1-3-16,-5 0-10 16,-1 0 0-16,-6 2-23 0,-2 3-39 0,-3-1-40 0,-1 1-116 15,-4 1-161-15,-1 5-292 0,-3 1-271 16,-1 2-246-16,0 5-146 0,0 3 301 0,-1 3 512 16</inkml:trace>
  <inkml:trace contextRef="#ctx0" brushRef="#br2" timeOffset="158275.7">23879 7896 121 0,'0'1'336'0,"-2"1"170"0,2 1 149 15,0-2-129-15,-1-1-94 0,-1 3-38 16,2-3-25-16,0 1-19 0,0 1-31 0,0 0-39 15,0-2-43-15,0 0-43 0,0 0-39 0,2 2-33 16,-1-2-29-16,-1 0-26 0,2 0-6 0,0 3 7 16,2-3 3-16,-1 0 8 0,2 1 5 15,0-1 5-15,1 0-9 0,-1 1-18 0,4 0-10 16,-1 2-7-16,0-3 7 0,0 2-5 16,5 2 8-16,-2-3 24 0,1 2 11 15,1-2 3-15,3 1-8 0,-3 1 19 0,3 0-2 0,-1-1-22 16,1 0-11-16,1 2-7 0,2-2-8 15,-1 1-21-15,1 1-8 0,-2-1-8 16,2 1-7-16,1-1-2 0,-2 1 3 0,3 0-2 16,-4 1-3-16,2 0 1 0,1 0 2 15,-2-2-1-15,1 0-3 0,1 1 4 0,-2-1-1 16,2-2 0-16,-2 1-1 0,1-1-3 0,0-1 0 16,-3 2-2-16,-1-2 0 0,1 0-1 15,-2-2 0-15,1 2 3 0,-4-1 0 0,1 1 0 16,-4 0 0-16,2-2 0 0,1 2-3 15,-5 0 0-15,1-1-2 0,-1 1 0 0,2-3 2 16,0 3 1-16,-2-4 11 0,0 1 7 0,4 1 1 16,-4-2 5-16,2 0-3 0,0 0 0 0,0-1-10 15,0 1-7-15,0-1-1 0,0-1-2 16,1 2-1-16,-1-2-2 0,0 1 2 0,-2 1 1 16,3-1-2-16,0 1 0 0,-1 0-1 15,1-2 0-15,-3 0 2 0,2-1 0 0,-1 0 0 16,2 1-2-16,-3-4 2 0,2 2 1 0,0-1-3 15,-1-2 0-15,2 0 3 0,-1 0 5 0,0-3 1 16,1 0 1-16,-1 1 3 0,2-2 0 16,-2 1-2-16,2-2-2 0,0 1-5 0,0-1 0 15,0 1 0-15,2-3-2 0,-3 3 0 0,4-2 1 16,-4 1 0-16,-1 0 1 0,5-2 0 16,-5 2-1-16,1-2 2 0,1-1-3 0,-1-1 0 15,-1-1-1-15,0-1-1 0,1 0 0 0,-1-3 2 16,1 1-1-16,0 0 0 0,-1-2 0 0,0 0 0 15,0-2-1-15,-1 0 0 0,1 1-1 16,0-2 1-16,-1 3 1 0,0-1-1 0,0 0 0 16,-1-2 0-16,-1 3 0 0,-2-1-2 15,2 1 1-15,-1 1 0 0,1-1 1 0,0-1 0 16,0 0 1-16,0 1-1 0,-1 0 3 16,4 1 0-16,-2-3-1 0,1 1 0 0,-1 0-1 15,2 0 2-15,0-1-2 0,-2 2 1 0,2 0 0 16,-1 0 0-16,-1-1-1 0,0 4 0 15,0 1 1-15,-1-2-2 0,-1 2 0 0,0 0 0 16,1-1 1-16,-1 1-1 0,1-2-1 0,-2 0-1 16,2-2 0-16,-1 1-1 0,0-4 0 15,1-1-1-15,-2-2 0 0,-2 1 0 0,3-3 4 16,-3-3 3-16,3 2 0 0,-1 0-6 0,2 1-2 16,-4 0-1-16,4 3-3 0,1 0-4 0,-1 0-1 15,0 4 9-15,-1-1 1 0,3 3 0 16,0 1 0-16,1 1 1 0,0-2 2 0,-1 1-1 15,2 0 1-15,-1 3 2 0,-2-2-1 16,2 4 0-16,2-2-1 0,-2 3 0 0,-2 0-1 16,1 1-1-16,0 2 1 0,-2 0 2 0,1 2 0 15,-1 2 0-15,-2 0 0 0,2 1 0 16,-2 3 3-16,2 1-3 0,-5-1 0 0,1 3 3 16,2 1-1-16,-1 0 1 0,0 0-2 15,-2 2 1-15,1-1 1 0,-1 2-3 0,0 0-1 16,2-2 1-16,-2 2-2 0,0-1-2 0,0 1 0 15,0 0 0-15,0-1 1 0,0 1 0 16,0 0 0-16,0 0 2 0,0 0 1 0,0 0 0 16,0 0 1-16,0 0 1 0,0 0 1 0,0 0 1 15,0 0-2-15,2 0 0 0,-2 0-1 0,1-2-2 16,1 2-1-16,-2 0 1 0,1-1-2 16,-1 1 1-16,2 0 0 0,0 0 0 0,-1 0-1 15,-1 0 0-15,3 0 1 0,-3 0 0 16,5 0 2-16,-2 1 0 0,0 1 0 0,0 0 1 15,1 2-2-15,-1-2 1 0,2 4 0 16,-1 2 0-16,2 0 0 0,-3 1 1 0,2 2 2 16,-1 2-3-16,0 0 1 0,0 4-1 0,-3 1 1 15,2 0-1-15,-1 3 0 0,0-1 1 16,0 4 0-16,-2-2 2 0,2 1 0 0,-2 1-1 16,-2 2 0-16,2-1 1 0,-2 3 8 15,2-1-1-15,-2 1 2 0,0 2-1 0,2-1 1 16,0 1-4-16,-1-2-4 0,1 2-3 0,-2-1 1 15,2 2 2-15,0-2 0 0,0 1 3 16,-1 0 1-16,1-2-3 0,0 1-8 0,-2-2-4 16,0 1-3-16,2-1-1 0,-3 0-2 0,2-1 0 15,1-1 7-15,-4 0 4 0,1 0 1 16,1-2 1-16,-1 2 7 0,-1-3 6 0,-1 0 2 16,4 1 0-16,-3-2 0 0,1 0 1 0,0 0-9 15,0-1-4-15,-1 1-2 0,1-3-3 16,-1 1-1-16,2-1 1 0,-1 0-1 0,0 0 1 15,1 0 1-15,1-2 0 0,-1 3-1 16,1-3 3-16,-3 1 0 0,3-1 0 0,-1 0 1 16,0 1 1-16,-1 0 1 0,2-2-2 0,1 0 2 15,-5 2 0-15,4-3-1 0,-1 1 0 0,1-1 1 16,1 1-1-16,-2-4-2 0,0 2 0 16,1 1 0-16,-1-3 0 0,0 0 0 0,2-1 1 15,-3 2-1-15,3 0 0 0,-1-1 1 16,-3-1 0-16,3 2 1 0,-1 0-1 0,1-1 0 15,-4 4 0-15,4-3 0 0,-2 1 1 0,-1 1-2 16,3-2 2-16,-3 2-1 0,1-2-1 16,2 1 0-16,-3 0 0 0,3-1-1 0,-1 1-2 15,1 0 3-15,-4-1-1 0,5 1 0 0,-1-1-1 16,-1 0 0-16,0 0 1 0,2-2 0 16,0 3-1-16,-3-3 1 0,3 3 0 0,-1-4 0 15,1 4 0-15,-4-3 0 0,4 1 1 16,-1 0-3-16,-1-1 1 0,1-1 1 0,-1 0 0 15,0 0-1-15,2-2 0 0,0 0 1 0,-1 0 0 16,1 1-1-16,0 1 0 0,0-4-1 16,0 1 1-16,1 0 1 0,-1-1-1 0,0 1 1 15,2-2-1-15,-2 2 1 0,0-1-1 0,0 1 3 16,0-1 1-16,0 1-2 0,0 3 1 16,0-3 0-16,0 1 0 0,0-1-2 0,0 2-2 15,0-1 1-15,0 2 1 0,0-2 0 16,0 1 2-16,0-2-1 0,0 2 1 0,2 1-2 15,-2-2 1-15,0-1 0 0,1 2-2 0,-1-3 0 16,2 1 1-16,-1 2 1 0,1-2 0 16,0 0 0-16,-2 0 0 0,1-1 1 0,2 1-2 15,-1 0 2-15,0-2 0 0,-2 2-1 0,1 0 0 16,2 0 0-16,-1 0 1 0,-1-1-1 16,-1 0 0-16,2 1 1 0,-1-1-1 0,1-1 0 15,0 1-1-15,-1 0 1 0,2-3 0 0,-1 2-1 16,0-2 1-16,-1 2 0 0,1-2-1 15,0 1 1-15,1 0 0 0,-2-1 0 16,4 1 1-16,-4 0-1 0,2-2 0 0,2 3 0 16,-2-3-1-16,1 2 0 0,-1 0 0 0,2-1 0 15,-2 0 0-15,1 1 0 0,1 0 0 0,-2 0 0 16,1-1 0-16,0 1 0 0,0 0 1 16,0-2 0-16,1 2 1 0,-4-2-2 0,2 3 1 15,1-4 1-15,-1 2-3 0,-1 2 2 16,1-3-2-16,-2 0 0 0,4 2 1 0,-2-1 0 0,2 0 1 15,-4 0-1-15,2-1 1 16,1 0-1-16,1 1 0 0,-2 1 0 0,2-2 0 0,-2 1 0 16,0 1-1-16,3-1 2 0,-1-2 0 15,0 1-1-15,1 0 0 0,0 1 1 0,-1 0 1 16,4-2 0-16,-2 0-2 0,1 1 2 16,-2-1 0-16,3 0 0 0,-2 1 0 0,-1 1 0 15,2-2 0-15,0 1 0 0,-2 1 1 0,2-2-2 16,-1 1 1-16,2 0 0 0,-1 1 0 15,-2-1 1-15,2 1-1 0,0-2-1 0,-2 2 1 16,1-2-1-16,-1 1 1 0,1-1-2 16,0 0 0-16,0 0 1 0,-3 0-1 0,1 0 0 15,0 0 0-15,1 0 1 0,-1 0-1 0,0 0 1 16,-2 0 0-16,2 0 0 0,-1 0 0 0,0 0 2 16,2 2-2-16,-2-2-1 0,0 0 0 0,0 1 0 15,1 1 1-15,-1-1 0 0,0 1 1 16,2-2 0-16,-1 1 0 0,-2 0 0 15,4-1-1-15,-2 2-1 0,-1-2 0 0,4 0 0 16,-3 0 2-16,3 0-1 0,-3-2 2 16,4 1-1-16,-3 0 1 0,1-2-1 0,1 0-1 15,-2 1-1-15,2-1 0 0,0 1 0 0,-4 1 0 16,4-1 0-16,-2 0 0 0,1-1 0 0,-1 1 0 16,1 1 0-16,-1-2 1 0,2 0-1 15,-4 2 1-15,3-3-1 0,-1 3 0 0,-1-2 0 16,1 0 0-16,-3 1-1 0,2 1 1 15,-2 0 0-15,0-3 0 0,1 4 0 0,-3-2-2 16,-1 2 0-16,4 0-1 0,-4 0-2 0,0 0-6 16,0 0-11-16,0 0-24 0,-4 2-44 15,3 2-63-15,-3-2-58 0,1 3-79 0,-2-2-130 16,1 0-156-16,-4 1-226 0,2 2-219 0,-1 0-204 16,-1 2-25-16,1-1 347 0,0 2 443 0</inkml:trace>
  <inkml:trace contextRef="#ctx0" brushRef="#br2" timeOffset="160142.25">24926 8356 55 0,'0'3'401'16,"-2"1"330"-16,-1 2 316 0,0-1 11 0,-1 3-236 0,0 1-144 15,0 0-98-15,0 1-95 0,-1 4-113 16,1-1-78-16,0-1-66 0,-1 3-69 0,1 0-61 15,-1 0-38-15,2 0-23 0,-3 0-15 0,3 0-6 16,-2-1-8-16,1 1-4 0,1-2-3 16,0 0-12-16,-2 1-56 0,-1 2-66 15,-2-3-94-15,0 1-166 0,-1 3-270 16,-4 0-322-16,-1 1-252 0,-2 1-169 0,2 1 181 0,-5 1 571 16</inkml:trace>
  <inkml:trace contextRef="#ctx0" brushRef="#br2" timeOffset="161142.14">23990 9288 53 0,'-7'-3'265'0,"2"0"147"0,-1 1 151 16,2-2-50-16,-1 2-76 0,2-1-28 15,1 0-5-15,0 0 7 0,4 0 7 0,0-2-16 16,2 1-44-16,4-2-45 0,1 2-29 0,3-1-20 15,3 0-3-15,3 1-8 0,1 0-9 16,2 1-16-16,1 0-23 0,1 0-33 0,2 0-44 16,1 2-37-16,-4 1-27 0,3 0-18 15,-3 1-14-15,-2 2-9 0,-2 1-7 0,-2 1-1 16,-5 3 1-16,-3 3 0 0,-4 1 0 16,-4 1 1-16,-5 5-2 0,-3-1-4 0,-5 3-2 15,-1 2 0-15,-3 2-2 0,-3 0 4 0,-2 3 2 16,0 1 5-16,-2-1 2 0,1 4 4 15,1-1 2-15,0 0-3 0,1 2-1 0,2-1-4 16,1-1-4-16,4-2-5 0,1-1-4 0,4-5-3 16,6-1-2-16,2-3 0 0,4-2-3 15,4-4 1-15,3-4-1 0,3-2 1 0,2-4-1 16,3-4-5-16,2-4-8 0,2-1-13 16,-1-4-28-16,3-1-43 0,0-2-47 0,-3-1-47 15,0-3-35-15,0 0-18 0,-1 0 8 0,0-2 44 16,-2 1 56-16,-2-4 57 0,1 1 35 0,2 0 23 15,-3-3 13-15,1 1 5 0,-4 0 5 16,1 3-1-16,-1 3 1 0,-2 2 4 0,-1 2 1 16,-6 4 4-16,1 4 12 0,0 1 21 0,-2 7 20 15,-3 3 24-15,0 3 29 0,0 5 31 16,-1 3 12-16,1 4-3 0,-4 4-15 0,4 1-21 16,0 1-26-16,0 4-29 0,0 1-23 15,4 1-14-15,0-3-11 0,4-1-4 0,2-2-4 16,3-5-1-16,4-3-2 0,0-3-2 15,4-9 2-15,2-3 0 0,3-4-1 0,-2-7 2 16,4-5-2-16,2-5 3 0,-1-5 1 0,1-3 3 16,-4-2 9-16,0-1 5 0,-4-5 9 15,-5 1 7-15,-3 0 0 0,-3-1 3 0,-2-1-5 16,-2 0-4-16,-4 1-6 0,-3 0-2 0,-1 2-4 16,-5 4-6-16,-4 4 0 0,-3 5-2 15,-6 3-5-15,1 6-2 0,-3 5-3 0,-3 4-1 16,1 3 0-16,2 4-2 0,-1 5 0 0,1 0-1 15,4 5-1-15,-1 2 1 0,2 1-2 16,2 5-1-16,2 1 0 0,-2 1-4 0,1 2-10 16,2 0-27-16,1 2-67 0,4-4-70 15,1-2-124-15,2-2-188 0,0 0-308 0,3-5-323 16,0-1-235-16,1-2-117 0,2-3 374 16,1 0 591-16</inkml:trace>
  <inkml:trace contextRef="#ctx0" brushRef="#br2" timeOffset="161389.1">24506 9343 509 0,'2'6'1203'0,"0"-4"255"0,-1 2-85 15,4 1-277-15,2-1-468 0,3 1-246 0,2 0-129 16,2-1-66-16,3-3-70 0,2 1-46 15,0-1-28-15,2 0-19 0,1-1-10 0,-1 0-4 16,0-1-5-16,0 1-3 0,-2 0-14 0,-2 0-58 16,-1 1-70-16,-3-1-127 0,-2 2-203 15,-1 1-307-15,-1-1-347 0,-3 2-279 0,-3-1-114 16,1 1 426-16,-3 0 625 0</inkml:trace>
  <inkml:trace contextRef="#ctx0" brushRef="#br2" timeOffset="166179.63">10223 7917 158 0,'1'0'404'0,"1"1"190"0,-2 0 146 0,2 2-90 16,-1-1-84-16,-1 3-32 0,2 1-38 15,1 2-37-15,0 3-48 0,-1 1-89 0,2 4-77 16,1 3-42-16,-2 5-24 0,-1 1-15 0,1 4-9 16,0 2-13-16,-1 1-20 0,0 1-35 15,-2 3-29-15,-2-2-19 0,2-1-15 0,0-1-12 16,-2-4-6-16,1 1-1 0,-1-5 0 16,-1-2-44-16,1-4-54 0,-3 0-64 0,-4-5-139 0,3-3-192 15,-4-3-313-15,1-3-261 0,-2-5-217 16,1-3-25-16,1-5 437 0,-4-5 479 0</inkml:trace>
  <inkml:trace contextRef="#ctx0" brushRef="#br2" timeOffset="166462.84">9961 7899 313 0,'-2'-6'617'0,"0"-1"217"0,1 2 87 15,2-2-208-15,3-4-180 0,3 1-116 0,1-2-61 16,4-4-37-16,1-2-41 0,2-1-62 0,4-3-69 16,0-3-45-16,1 2-31 0,4-2-18 0,-2 0-3 15,-1 2-3-15,-1 0 0 0,-1 3-2 16,-3 1-7-16,0 3 0 0,-5 4-12 0,-1 4-5 16,-4 2-10-16,1 3-9 0,-2 7 1 0,-3 3-3 15,-4 5 0-15,1 6 0 0,-3 5-13 16,-3 4-21-16,1 4-49 0,-3 3-122 0,0 7-159 15,-3 3-302-15,0 4-268 0,-2 3-257 16,1 4-96-16,1 4 345 0,-4 0 479 0</inkml:trace>
  <inkml:trace contextRef="#ctx0" brushRef="#br2" timeOffset="167215.88">10051 9628 260 0,'0'-7'571'0,"0"-2"288"0,0 3 175 15,0 1-209-15,0 1-196 0,1 1-143 0,-1 2-112 16,0 1-87-16,2 0-77 0,1 2-55 15,0 4-9-15,0 1 13 0,0 4 15 0,2 2 2 16,-2 4-4-16,-1 3-16 0,1 2-31 16,-1 4-37-16,-1 2-26 0,-1 1-15 0,0 2-10 15,-1 1-10-15,-1 0-7 0,-1 0-6 0,0 1-3 16,0 1-3-16,-1-1-3 0,-1-1 0 0,2 0-2 16,-1-3 3-16,-1 1-3 15,0-3-1-15,0-2-3 0,2-1-6 0,-2-3-27 16,-2 0-58-16,2-5-54 0,0 0-78 0,0-6-145 15,-1-3-194-15,1-2-273 0,-1-4-234 0,2-4-211 16,-1-3 16-16,1-3 426 0,-2-4 448 16</inkml:trace>
  <inkml:trace contextRef="#ctx0" brushRef="#br2" timeOffset="167446.13">9888 10033 149 0,'0'10'507'0,"-2"0"264"0,2 0 133 0,2 5-83 16,1 1-202-16,2 2-149 0,2 4-87 16,0-1-44-16,1 3-26 0,1 1-62 0,4 2-74 15,-2-1-62-15,6-1-38 0,-1-2-31 16,3-4-20-16,0 0-9 0,3-6-8 0,2-6-4 16,3-4-3-16,-2-6 4 0,2-7-1 0,0-6-11 15,0-8-17-15,1-5-33 0,-2-6-98 16,-3-5-154-16,0-4-231 0,-1-1-276 0,-4 0-260 15,0-1-169-15,-2-2 198 0,-5-2 458 16</inkml:trace>
  <inkml:trace contextRef="#ctx0" brushRef="#br2" timeOffset="168939.21">9557 7319 18 0,'-1'0'256'15,"-1"0"140"-15,2 0 116 0,2-1-23 16,-1 0-223-16,1 1-132 0,4-1-69 0,-3-2-32 16,4 1-17-16,-1 2-10 0,4-2-4 0,0 2-1 15,3-1 3-15,0 1 24 0,1-2 13 16,2 2 2-16,0 0 3 0,2-2 3 0,-3 1 1 16,4 1-25-16,-3 0-6 0,-1-1-1 0,0 1-24 15,0 0-60-15,-2-2-159 0,0 2-209 16,-4 2-95-16,-1-2-5 0,-1 1 102 0,-4 2 157 15</inkml:trace>
  <inkml:trace contextRef="#ctx0" brushRef="#br2" timeOffset="169135.6">10009 7350 62 0,'9'3'249'0,"1"-3"104"0,-3 1 92 16,2-1-148-16,-1 0-133 0,3-1-77 0,0 1-40 15,2-3-22-15,0 2-9 0,1 1-8 16,3-2-2-16,-1 0 3 0,3 2 1 0,1 0 0 16,-2 2 8-16,4-2-14 0,-2 2-38 15,3-2-69-15,-1 1-137 0,0 0-122 0,2 1-38 16,-2-1 54-16,0 1 96 0</inkml:trace>
  <inkml:trace contextRef="#ctx0" brushRef="#br2" timeOffset="170543.64">9433 11178 387 0,'9'-2'758'0,"-3"1"227"0,-1-1 10 0,0 1-284 16,1-1-338-16,-1 2-191 0,4-1-99 16,-1 1-44-16,3 0-19 0,0 0-10 15,0 0-16-15,3 0-43 0,2 0-66 0,0 0-89 16,-2 0-94-16,4 0-130 0,-1 1-238 16,-1 1-136-16,0-1 10 0,-1 2 163 0,-2 0 225 0</inkml:trace>
  <inkml:trace contextRef="#ctx0" brushRef="#br2" timeOffset="170697.62">9903 11233 89 0,'8'1'287'0,"0"2"128"0,0-3 100 16,0 0-154-16,0-3-163 0,0 2-92 0,0-1-43 16,1-3-28-16,-1-2-13 0,2 2-7 15,1-3-1-15,-2 0 0 0,1 1-12 0,2 0-24 16,-2-1-45-16,1 2-96 0,1 0-194 0,-2 1-92 15,0 3 3-15,0 1 83 0,0-2 120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1-08T12:56:24.825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10093 4740 103 0,'2'2'372'0,"-2"2"210"0,-2-3 167 0,2 0-65 0,0 2-133 15,0-1-75-15,0-1-52 0,2 2-32 0,-1-1-36 16,-1-2-57-16,0 0-62 0,0 0-57 16,0 0-47-16,0 0-32 0,0 0-19 15,0 0-7-15,2 0-1 0,-2 0 28 0,0 2 45 16,3-2 26-16,-3 0 1 0,2 3-6 16,-1-3-15-16,1 1-30 0,1-1-39 0,-1 0-22 15,-1 0-9-15,1 0-3 0,2-1 0 0,1-2-1 16,0 1 1-16,0-4-2 0,1-1-4 0,1-3-4 15,2-1-5-15,0-3-5 0,3-2-3 16,2-6-3-16,0 0-1 0,3-3-2 0,1-5 0 16,2-2-1-16,4 0 0 0,0-7-2 15,-2 3-1-15,3-5-1 0,2 1-2 16,-2-1 0-16,0-2 0 0,-4 5 1 0,1-1 2 16,-1 3 2-16,-2 1 3 0,-2 4 0 0,-2 2-1 15,0 2 0-15,-3 2-4 0,0 2-3 0,-3 2-2 16,1 1-2-16,-1 3-1 0,-1 0-3 15,0 2 1-15,0 0-2 0,1 3 0 0,-4 0 0 16,2 2-2-16,-2-1 2 0,-1 3 0 0,2-1 0 16,-3 4 1-16,1-1 1 0,-1 1 1 15,-1 0 1-15,-1 4 1 0,1-2-1 0,-2 2 1 16,1-1-1-16,-1 2 0 0,0 0-2 0,0 0 1 16,0 0-3-16,0 2 0 0,-1 0-1 0,-1 3-1 15,2 0 0-15,-1 2-1 0,-1 2 0 16,0 0 1-16,1 2 0 0,-1 3 2 0,0 0 2 15,2 3 1-15,-3 1 2 0,3 3 2 16,-1 1 2-16,-2 4-1 0,1 4-12 0,2 1-1 16,-1 4 0-16,-1 4 0 0,1 0 0 15,-1 2 0-15,2 2 0 0,-2 1 0 0,2 3 0 16,0-2 0-16,-1 1 0 0,1 0 0 0,0-1 0 16,0-2 0-16,0-2 0 0,0-2 0 0,0 0 0 15,0-3 0-15,0 0 0 0,0 0 0 16,0-2 0-16,0-1 0 0,-2-1 0 0,2-2 0 15,-1 0 0-15,-1-2 0 0,2-3 0 16,-2-2 0-16,1-2 0 0,-1-2 0 0,0-5 0 16,2-2 0-16,0-3 0 0,0-1 0 0,-1-4 0 15,-1-1 0-15,2-4 0 0,-1-3 0 16,-2-2 0-16,3-1 0 0,0-4 0 0,-2 0 0 16,2 1 0-16,-3-1 0 0,0 1-154 15,0 0-163-15,-4 3-255 0,2 1-329 0,-4 1-417 16,0 2-479-16,-1 3-31 0,-1 5 805 0</inkml:trace>
  <inkml:trace contextRef="#ctx0" brushRef="#br1" timeOffset="5198.41">11129 4498 18 0,'3'5'256'0,"0"-2"152"0,-3 0 134 0,3-2-35 16,-3 2-120-16,2-3-63 0,-1 2-2 0,1-1 48 16,0-1 50-16,1-1 28 0,-2-1-16 15,4 0-47-15,-3 1-55 0,3-2-29 0,-1 2-16 16,2-4 1-16,-1 1-20 0,2-2-20 15,-1 0-21-15,2-1-41 0,-2-1-41 0,2-1-42 16,0-4-22-16,3 0-13 0,-1-1-11 16,2-3-5-16,1-3-5 0,0-1-5 15,2-4-5-15,1-4-4 0,1-1-5 0,1-3-5 0,1-3-3 16,0 2-1-16,-2-2 0 0,2 1 2 16,-3 1 2-16,1 5 3 0,-4 1 0 0,1 4 1 15,-3 2 0-15,-3 3-3 0,2 4 0 16,-4 2-2-16,-1 4-4 0,0 0-2 0,-2 2-2 15,0 3-2-15,-1 0-2 0,-1 1-1 16,2 2-2-16,-1-1 0 0,-1-1-2 0,-1 3 0 16,2-1-1-16,-1 1 0 0,-1 0 0 0,0 0-1 15,2 0 0-15,-2 0 0 0,0 0 1 0,0 0 2 16,2 1 4-16,-1 2 4 0,1 3 3 16,-1-1 4-16,-1 5 3 0,0 3 0 15,2 0 0-15,-2 6-2 0,0 3 0 0,0 4 0 16,0 2 0-16,-2 4-15 0,2 4-5 0,-1 3 0 15,-1 3 0-15,-1 2 0 0,1 2 0 0,-1 2 0 16,0 0 0-16,0 0 0 0,0-2 0 16,2 1 0-16,-1-4 0 0,0-1 0 0,1-3 0 15,-1-2 0-15,2-1 0 0,0-5 0 0,0-2 0 16,2-4 0-16,-2-3 0 0,1-3 0 0,-1-3 0 16,0-2 0-16,2-4 0 0,-2-3 0 15,0-1 0-15,0-1 0 0,-2-2 0 0,2-1 0 16,0 2 0-16,-1-3 0 0,1 0 0 15,-2-1 0-15,2 0 0 0,0 2 0 0,-2-2-39 16,2 2-71-16,-3-2-72 0,3 0-98 0,-3 1-166 16,1 0-284-16,1 2-332 0,-1-1-368 15,2 1-184-15,0 0 190 0,3-1 697 0</inkml:trace>
  <inkml:trace contextRef="#ctx0" brushRef="#br1" timeOffset="5630">12068 4854 99 0,'-2'0'677'0,"2"0"461"0,-4 3 132 15,0 0-66-15,0 0-312 0,2 2-302 0,-1 2-169 16,0 0-95-16,3 2-59 0,-2 1-69 0,-1 0-69 16,3 1-48-16,0-3-27 0,3 1-14 15,-1-1-11-15,0-2-5 0,1-2-2 0,0-1 2 16,1-3 4-16,1 0 6 0,0-3 4 15,0-1 4-15,-2-4-1 0,2 1-2 0,-2-2-2 16,0-2-2-16,0 2 0 0,0-2-2 16,-3 4-2-16,-3-2-4 0,0 2-4 0,0 0-6 15,0 3-4-15,-2 3-6 0,0-2-4 0,0 3-3 16,-1 1-3-16,0 1-12 0,1 1-20 16,2 1-37-16,-2-1-79 0,2 0-114 0,1 0-200 15,2-1-297-15,0-2-347 0,5 0-381 0,0-3-154 16,5 0 346-16,2-4 722 0</inkml:trace>
  <inkml:trace contextRef="#ctx0" brushRef="#br1" timeOffset="6515.28">12694 4073 140 0,'2'-2'406'0,"-2"-2"230"16,0 2 210-16,-2-1-61 0,2 0-114 15,0 1-94-15,-1-1-81 0,-1 2-70 0,2-2-61 16,0 3-38-16,0-2-28 0,0 2-23 0,0 2-21 15,0-2-24-15,0 1-37 0,-2 1-51 16,2 1-43-16,-3 1-30 0,0 2-19 0,0 1-9 16,-2 4-2-16,1 3 0 0,0 4-1 15,1 4 0-15,0 4 2 0,1 5-1 0,1 6-1 16,-1 2-1-16,2 7-3 0,2 0-3 0,1 2-5 16,0 0-4-16,2 0-5 0,4 2-4 15,-1-4-4-15,4 2-2 0,1-4-4 0,0-3-1 16,3-3-1-16,-2-5 0 0,5-4-1 0,-3-5 1 15,3-5-1-15,1-4 2 0,0-5 0 16,2-5 0-16,-2-3 0 0,3-7-2 0,0 0 1 16,-3-8-1-16,1 0-1 0,0-3 0 0,-1-4 0 15,-2-3-1-15,-1-2 1 0,-3-5-1 16,2 3 1-16,-5-4 1 0,0-1 1 0,-1 0 2 16,-4 0 2-16,-3-2 2 0,-1 0 3 0,-2 1 1 15,-5-3 0-15,0 1 0 0,-6-1-1 16,-1 0-2-16,-3 1-1 0,-4-1-2 0,-1 3-2 15,-2 0-1-15,-2 3 0 0,0 7-1 0,1 2 1 16,0 4-1-16,0 5-1 0,-1 3 0 16,2 6 0-16,1 3-2 0,2 6 0 15,-1 3-2-15,2 3 1 0,1 4-1 0,4 4-1 16,-1 2 0-16,5 3 0 0,-1 0-3 0,5 0-8 16,2 2-13-16,0 1-16 0,3-1-30 0,6-1-70 15,-1 0-75-15,3 0-120 0,0-4-178 16,4-1-303-16,1 0-330 0,4-5-225 0,-2 1-112 15,5-3 362-15,2-3 587 0</inkml:trace>
  <inkml:trace contextRef="#ctx0" brushRef="#br1" timeOffset="7017.12">13768 3968 296 0,'-7'3'693'0,"-1"2"324"0,-2 1 127 16,0 4-247-16,-1 2-265 0,0 4-170 15,1 2-87-15,1 4-48 0,1 6-36 16,0 2-31-16,3 4-29 0,0 3-37 0,2 6-39 15,2 1-35-15,-1 4-38 0,4 1-23 16,1 4-16-16,2 0-13 0,1 0-8 0,5-3-10 0,3-2-4 16,2-5-5-16,3-2-5 0,3-7-1 15,-3-3-3-15,5-7-3 0,-2-5-4 16,0-7-1-16,1-6 1 0,0-6 1 0,1-6 3 16,-2-6 3-16,-3-6 3 0,1-4 1 0,-4-6 2 15,0-3 1-15,-2-3 3 0,-3-4 2 16,0-2 6-16,-4-3 7 0,-1-3 3 0,-1-2 3 15,-4-1 7-15,-1-3 4 0,0 2 6 16,-3 0 6-16,-3 5 7 0,-2 5 6 0,-2 3 1 16,-2 4-2-16,-1 7-6 0,-2 3-8 0,-1 5-9 15,-5 5-9-15,0 3-9 0,-2 5-6 0,-3 6-4 16,-2 4-5-16,1 5-2 0,-3 5-2 16,0 2-2-16,2 7-2 0,-1 1-9 0,2 1-18 15,2 2-29-15,0 2-75 0,1 0-92 0,0 0-175 16,3 0-284-16,1 2-333 0,1-1-386 15,3 2-209-15,1 2 154 0,0-1 714 0</inkml:trace>
  <inkml:trace contextRef="#ctx0" brushRef="#br0" timeOffset="12881.02">10539 5721 124 0,'0'-2'309'0,"2"2"144"16,-2-2 69-16,1 2-101 0,-1 0-89 0,0 0-40 15,2 0 4-15,-2 0 16 0,0 2 24 16,0-2 9-16,0 2-5 0,0-2-23 0,0 0-40 16,0 1-45-16,0 0-42 0,0-1-38 15,0 4-30-15,0-2-23 0,-2 3-17 0,2 1-14 16,0 3-13-16,-1 1-4 0,1-1-2 16,0 5 7-16,0 1 19 0,0 2 29 0,0 3 25 15,0-1 6-15,-2 3-1 0,2 0 0 0,0 4-16 16,-1-1-20-16,-1 3-20 0,2-1-12 15,-2 1-9-15,-1 0-10 0,2-1-10 0,-3 1-5 16,3-1-5-16,-2-1-2 0,-1 1 2 16,-2-1-1-16,2 0-1 0,-1-3 1 0,-2 0 2 15,1 0 3-15,-5-2 0 0,3 0 0 0,-3 0 1 16,-3-3 1-16,1 0-1 0,-2 0-1 16,-2-2-3-16,0-1 0 0,-2-1-4 0,-1 0-2 15,-4-1-2-15,2 0-1 0,-1-1-1 0,-2 0-4 16,0-1-1-16,0 1 3 0,-2-2-2 15,0 1-2-15,0-2-1 0,0 1 0 0,-1-1 2 16,-1 1-3-16,1-2 2 0,-1 2 1 16,-1-4 3-16,2 2 1 0,0-2 2 0,-1-1 4 15,-1-2-1-15,0 0 0 0,-2-2-2 0,1-1-2 16,-2-1-2-16,-1-2-2 0,-2 0-1 0,-1 0-2 16,1-3 1-16,-3 2-2 0,-2-5 0 0,-1 1-2 15,-2 0-1-15,1 1 0 0,-2-4-1 16,0 1-1-16,-2 1-1 0,3-2 0 0,-2 0-2 15,2-2 1-15,-1 3 0 0,-1-2 0 16,0 0 1-16,-1-1 1 0,3 1 0 0,-2-1-1 16,0 0-1-16,0 2-1 0,2-1 0 0,-3 2 0 15,1 0-2-15,-2 0 0 0,2 3 0 16,-1-1 0-16,1 3-2 0,0-1 1 0,3 4-2 16,0-2 1-16,1 3 0 0,1 1 2 0,2 0-1 15,-1 3 2-15,4-1 1 0,-1 0 0 16,2 4 0-16,-1-1 0 0,3 1 0 0,0-1-1 15,1 0 0-15,1 4 0 0,1-3 0 0,-2-1 0 16,2 3 0-16,2-2 0 0,-2 0-1 16,1 0 0-16,-1-2 0 0,2 2 0 0,0-2-1 15,0 1 1-15,1 0-1 0,2 0 0 16,-2 0 0-16,2 1 0 0,2-1 0 0,-2 2 0 16,3 1-1-16,-1 1 0 0,2-1 0 0,-1 3 0 15,1 2 0-15,2 0 1 0,0 3-1 16,0 2 1-16,3 3 0 0,-1 0-1 0,3 2 0 15,-2 3 0-15,3 4 0 0,1-1 1 0,2 2 0 16,2 3 1-16,-1-1 2 0,1 1 0 0,3 0 0 16,-1 0 0-16,3 0-1 0,-1-1 1 15,3 0-1-15,-1-2 0 0,2-1 0 0,-1-1-1 16,-1-2 1-16,2-1-1 0,0-4 0 16,0-1-1-16,0 0 1 0,0-3 0 0,-3-2-1 15,2 2 1-15,-1-2 1 0,-3-3-1 0,2 1 0 16,-2-1 1-16,2 0-1 0,-2-1 0 15,0-2 0-15,-2 1 0 0,2-3 0 0,2 0 0 16,-2-2-1-16,3 0 1 0,-1-2-2 16,0-1 0-16,1-1-1 0,2 0-3 0,-1-2-3 15,1 3-3-15,0-6-6 0,0 3-6 0,0-2-9 16,1-3-11-16,1-1-16 0,-2-2-21 16,1 1-49-16,1-2-65 0,-2 0-74 0,2 0-125 15,-2 0-167-15,0 2-260 0,0-1-261 16,-2 1-206-16,2-1-82 0,-3 0 334 0,0 3 498 15</inkml:trace>
  <inkml:trace contextRef="#ctx0" brushRef="#br0" timeOffset="13266.5">6898 7253 240 0,'3'1'506'0,"-3"0"233"0,0-1 154 16,2 2-188-16,-2-1-165 0,1 2-88 15,1 2-54-15,0 1-45 0,-1 3-66 16,2 1-50-16,3 3-29 0,-1 2-10 0,1 4-2 16,1 0 2-16,1 2 10 0,1 0-4 15,1 4-22-15,-1-3-33 0,2 1-33 0,-3 2-28 16,2-2-27-16,-1 1-15 0,2-2-12 15,-3-2-7-15,1 0-8 0,1-1-5 0,-2-3-4 0,2-3-3 16,0-1-2-16,-2-3 0 0,2-3 0 16,-1 0 2-16,1-4 4 0,0-4 4 0,2-2 1 15,1-5 1-15,-2-5 0 0,5-2-2 0,1-6-5 16,-3-3-4-16,5-3-2 0,-3-2 0 16,4-2-3-16,-2 0-4 0,1 1-14 15,-2 0-42-15,-1 0-71 0,-3 3-75 0,1 1-144 16,-3 3-227-16,0 2-313 0,-3 2-294 15,0 5-203-15,-3 1-14 0,2 6 499 0</inkml:trace>
  <inkml:trace contextRef="#ctx0" brushRef="#br0" timeOffset="13938.99">5246 7896 16 0,'3'4'450'0,"1"3"384"0,-2 2 277 15,-2-1 47-15,1 6-303 0,1 2-214 16,-2 4-115-16,2 5-82 0,-1 4-76 0,-1 4-72 16,-1 9-54-16,-1 2-73 0,-1 8-57 15,1 2-28-15,-4 3-18 0,0 5-18 0,1 3-11 16,-3 3-3-16,-1 2-7 0,-1 4-8 16,1-4-7-16,-1 2 1 0,-1-5-1 15,5-3-6-15,-2-4-3 0,3-8-1 0,-1-4-1 0,3-6 0 16,1-4-1-16,2-8-7 0,0-4-9 15,2-6-14-15,0-5-37 0,1-6-63 0,1-6-67 16,1-7-104-16,1-10-157 0,-1-5-221 16,2-8-289-16,0-8-227 0,1-5-173 0,0-7 165 15,2-6 491-15</inkml:trace>
  <inkml:trace contextRef="#ctx0" brushRef="#br0" timeOffset="14149.06">5508 8085 16 0,'13'-19'431'0,"-4"4"357"15,1 5 279-15,-4 7 76 0,-1 3-318 0,1 6-201 16,-1 6-106-16,-1 8-61 0,1 4-77 16,-3 7-71-16,-2 6-52 0,0 4-65 0,-2 6-65 15,-1 2-40-15,0 3-23 0,-2 6-20 0,-4 2-11 16,1 2-13-16,1 2-5 0,-3 1-6 16,0 0-4-16,2 0-3 0,-2-3-4 0,1-2-6 15,1-4-24-15,0-5-59 0,-1-4-65 16,1-6-86-16,-2-3-151 0,2-3-221 0,-4-7-308 15,2-4-242-15,-2-3-195 0,-1-6 61 16,-1-7 489-16</inkml:trace>
  <inkml:trace contextRef="#ctx0" brushRef="#br0" timeOffset="14424.3">4828 8667 156 0,'5'-4'685'0,"1"3"368"0,2-2 120 0,3-1-76 0,2-4-412 16,4 1-211-16,4-4-77 0,6 0-42 15,3-2-44-15,5-4-45 0,2 1-46 0,3-3-67 16,1-2-56-16,3-2-35 0,-1-1-21 16,3-1-16-16,-2 1-9 0,1-4-4 0,0 3-1 15,-2-1-3-15,-2 2-3 0,-1 3-1 0,-6 1 0 16,-2 2-2-16,-5 4-25 15,-5 5-67-15,-6 3-70 0,-2 5-153 0,-8 4-250 0,-6 4-321 16,-3 5-339-16,-6 6-234 0,-4 2-2 16,-6 1 590-16</inkml:trace>
  <inkml:trace contextRef="#ctx0" brushRef="#br0" timeOffset="14631.81">5083 8896 119 0,'-2'18'670'0,"2"-1"411"0,2-4 107 0,1-2-89 0,5-4-389 16,4 0-268-16,3-2-113 0,5-5-26 0,2-5-20 16,5-1-35-16,2-4-35 0,5-2-50 0,1-3-48 15,2-3-49-15,2 1-28 0,1-5-16 16,2 2-8-16,1-5-5 0,3 4-2 0,-3-1-2 16,2-1-23-16,-2 3-72 0,-2 1-89 15,2 0-162-15,-4 4-291 16,0-2-321-16,-3 2-337 0,-4 3-195 0,-2-1 163 0,-2 4 636 15</inkml:trace>
  <inkml:trace contextRef="#ctx0" brushRef="#br0" timeOffset="15350.29">6469 8631 185 0,'-8'-3'502'0,"2"0"273"0,-2 2 199 16,4 1-106-16,0 0-247 0,1 1-149 0,2 3-86 15,1 0-72-15,0 6-73 0,1 2-58 0,2 2-10 16,4 6 23-16,2 4 22 0,2 4 3 0,0 3-5 16,3 3-15-16,-1 5-36 0,3 3-46 15,-2 2-39-15,0 1-22 0,-1 1-13 16,-2 2-10-16,0 0-7 0,-3-1-4 15,0 0-5-15,-3-3-4 0,1-1-7 0,-3-5-1 16,-1-1-1-16,-1-8-3 0,-1 0 3 0,0-7 0 16,-1-2 2-16,-3-6 1 0,1-1-2 15,-3-7 0-15,2-3-2 0,-3-8-2 0,-1-1-2 16,2-12-3-16,-3-1-2 0,-1-8 0 0,2-7 0 16,-3-3 0-16,1-6 1 0,2-4 2 15,-1-3 0-15,3-6 1 0,1-1 2 0,2-3-1 16,3 3-1-16,1 0-1 0,4 1 0 0,0 7-1 15,4 0-1-15,1 8 2 0,1 2-2 0,1 4 2 16,3 5-2-16,-1 5 1 0,0 0-2 16,2 8 2-16,0 0-1 0,0 6-1 0,0 1 4 15,1 3 0-15,-3 5 0 0,3 0 0 0,-2 4 2 16,0 0 0-16,-2 4 1 0,3 3-1 16,-5 0 3-16,2 3 1 0,-1 1 1 0,0 0 1 15,-2 4 0-15,0-2 2 0,-2 3 1 0,-3 1 3 16,2 0 2-16,-5 5-3 0,-4 1 2 15,-2 1-3-15,-4 2-3 0,-2 2-4 0,-4 0-2 16,0 2-3-16,-5-2-3 0,1-2 0 16,0-1-7-16,0-1-10 0,-1-5-19 0,0-2-42 15,3-4-61-15,1-3-63 0,2-4-95 0,5-5-137 16,-1-3-162-16,6-5-211 0,1-4-224 16,5-3-201-16,6-1 35 0,-1-5 345 0,7 0 402 15</inkml:trace>
  <inkml:trace contextRef="#ctx0" brushRef="#br0" timeOffset="15996.76">7028 8593 226 0,'17'-17'625'0,"-4"4"420"0,-4 3 184 15,0 1-133-15,-4 3-200 0,-2 3-208 0,-1 3-180 16,-2 3-137-16,-3 2-87 0,-2 5-104 0,-3 3-64 16,-1 5-32-16,-1 5-19 0,-1 5-11 15,0 4-9-15,-2 4-10 0,4-1-8 0,-2 5-9 16,1-5-5-16,5 1-7 0,2-7-5 15,5-2-3-15,1-6-1 0,5-6 1 16,3-5 0-16,3-6 1 0,2-8-1 0,5-4 1 16,1-7-5-16,-1-6-7 0,2-6-6 0,-1-2-10 15,0-4-6-15,-2-2-5 0,0 1 2 0,-4-3 4 16,1 1 5-16,-2 3 10 0,-3 0 8 16,-4 3 7-16,-1 3 1 0,-3 0 4 0,-1 6 2 15,0 1-1-15,-3 5 0 0,-3 3 0 16,3 3 0-16,-4 2-2 0,1 1 0 0,-1 2-1 15,1 3-1-15,1 1-1 0,1 1 0 0,-1 4 0 16,2 0 1-16,0 2-2 0,0 2 1 16,0 3 0-16,2 0 1 0,1 2 0 0,2-1-1 15,-2 2 2-15,3-2-1 0,0-3 0 16,1-1 1-16,-1 0 1 0,5-5 1 0,-3-1 1 16,2-3 1-16,-1-1 2 0,2-5-1 0,-1-1-1 15,-1-2-3-15,4-1 2 0,-4 1-1 16,1 1-1-16,-1-2-3 0,-1 4-1 0,-1 3 3 15,-1 1-1-15,3 4 2 0,-2 4 4 16,-1 3 4-16,0 5 4 0,2 3 3 0,-2 3 0 16,1 5 0-16,-1 5-3 0,2-1-1 0,1 6-4 15,-2-1-3-15,1 1-3 0,3-1 0 16,-2-4-1-16,1-2-1 0,-2-6-1 16,1-5 0-16,-1-4 3 0,-3-2 2 0,-2-7 2 15,0-4 1-15,1-6 3 0,-2-5 0 0,0-7-2 16,-2-1-1-16,0-5 0 0,-2-2-2 0,-2-3-1 15,2-3 0-15,-1 3-2 0,-2-2-1 16,2-1-2-16,0 4 0 0,1-2-1 0,-1 7 0 16,3 1-2-16,0 4-1 0,3 2-1 0,1 3 0 15,2 3-7-15,0 4-18 0,5 0-50 16,0 2-62-16,3 3-58 0,-1 1-83 0,0 0-120 16,3 1-137-16,-2 1-93 0,3 1-90 0,-1 0-173 15,0 0-149-15,0 0 58 0,1 1 235 16,-4 1 287-16</inkml:trace>
  <inkml:trace contextRef="#ctx0" brushRef="#br0" timeOffset="16596.3">7818 8529 152 0,'6'9'486'0,"-1"2"428"0,-3-2 264 16,-2 4-98-16,-2 0-133 0,-1 4-182 0,1 2-183 16,-4 4-149-16,1 0-97 0,0 2-75 15,-2 2-96-15,0 1-58 0,4 1-35 0,0-1-25 16,1-2-15-16,4-2-14 0,1-6-7 16,4-3-6-16,5-7-2 0,2-3-2 0,5-11 0 15,2-6 0-15,4-6-1 0,4-6-1 16,1-6 0-16,3-4 0 0,2-3 0 0,0 2 0 15,1-1 0-15,-2 1 1 0,0 4-2 16,-4 5 1-16,-3 4-1 0,-5 4-1 0,-2 5 0 16,-4 3 2-16,-3 5 0 0,-2 5 0 15,-3 5 3-15,-4 5 0 0,0 3 1 0,-4 2 0 16,0 4-1-16,-2 3 0 0,0 0 0 0,2 0-2 16,-1 0 1-16,1 1-1 0,1-3 0 15,1-1-2-15,3-4 2 0,1 0-1 0,2-7 1 16,3-1-1-16,2-3 1 0,1-6 0 0,2-1-1 15,4-5 1-15,-2-1 0 0,4 0-2 16,-2-2-1-16,1 1-1 0,1 0 0 0,-3 1 0 0,0 1 0 16,0 1 0-16,0 1 3 0,-5 6-1 15,2 0 2-15,-5 3 0 0,-1 3 0 0,1 2 2 16,-5 0-1-16,-1 3 1 0,-2 1 1 16,0-2-1-16,-1 0 0 0,0-3-1 0,-1 2-1 15,1-5 0-15,-1-2 0 0,-1-5 1 16,3-5 0-16,0-4-1 0,0-5 1 0,-1-6-3 15,3-6 1-15,-2-8-3 0,4-6 3 16,-1-6 0-16,5-8-1 0,0-7 2 0,3-7 1 16,2-7-1-16,1-4-3 0,1-5 0 0,2 1-2 15,-1 2 2-15,0 3 2 0,-2 8 2 0,-2 7 3 16,0 8 2-16,-3 11 4 0,-3 10 1 16,-1 7-1-16,-3 8 1 0,-2 8 0 0,-1 7 3 15,-2 10 3-15,-2 8 3 0,0 6 3 0,-1 9 9 16,0 7 9-16,3 6 2 0,-2 6 1 0,2 8-2 15,2 4-1-15,1 5-8 0,0 0-10 16,5 3-7-16,2-3-8 0,2 1-5 0,4-7-3 16,3-5-2-16,3-4-6 0,-1-6-12 0,1-3-17 15,2-7-29-15,-5-3-82 0,0-6-98 16,-5-4-174-16,-5-2-280 0,-2-6-339 0,-2-3-387 16,-4-2-182-16,-4-4 188 0,0-1 698 15</inkml:trace>
  <inkml:trace contextRef="#ctx0" brushRef="#br0" timeOffset="16986.13">8976 8278 57 0,'-10'-21'581'0,"2"3"457"0,0 1 182 16,2 2-88-16,1 2-372 0,2 0-308 0,3 2-177 15,3-1-79-15,2 1-37 0,6 0-21 16,0 3-10-16,3-1-22 0,2 0-12 0,4 2-29 16,-2-1-15-16,4 4-14 0,0 1-15 0,2 1-7 15,0 2-9-15,1 3 4 0,2 2-2 16,-2 1-2-16,3 2-2 0,-5 3-23 15,4 1-43-15,-2 1-33 0,-3 3-35 0,0-1-51 16,-3 0-73-16,0 0-40 0,-6-1 4 0,2 2 3 16,-5-1 14-16,-2 1 67 0,0-1 107 0,-2 1 100 15,-3 3 105-15,-1-2 77 0,-1 0 43 16,-1 2 46-16,2 0 66 0,-2-1 34 0,0 0-38 16,2-4-49-16,-1-1-42 0,1-1-55 15,1-5-65-15,0-3-53 0,6-6-27 0,-2-6-15 16,4-5-4-16,3-2-6 0,-1-5-5 15,6-3 0-15,-3 2-1 0,1-2 0 0,-1 5 0 16,0 3 6-16,-2 0 4 0,-2 8-2 0,-2 4 4 16,-3 0 2-16,-1 8 0 0,-2 3-6 15,-4 5-3-15,-1 2-2 0,-2 5-4 0,-2 3-6 16,0 0-5-16,-1 1-26 0,1 1-86 0,-1-3-138 16,-2-1-266-16,3-3-297 0,0-5-372 15,-1-5-404-15,4-4-47 0,2-5 618 0</inkml:trace>
  <inkml:trace contextRef="#ctx0" brushRef="#br0" timeOffset="21911.16">4670 10756 228 0,'8'3'588'0,"-2"2"253"0,-1 5 147 0,2-1-81 16,0 8-278-16,0 4-163 0,-1 7-45 16,2 2 9-16,0 8-27 0,-2 5-77 0,0 5-62 15,-1 1-42-15,0 6-53 0,-2 2-59 16,-3 0-42-16,3 1-24 0,-6 2-14 0,3 0-11 16,-3-2-5-16,0 0-2 0,1-3-5 15,-1-4 0-15,0-5-4 0,1-6-5 0,-1-6-29 16,1-7-63-16,-1-7-62 0,0-8-126 15,1-11-183-15,-2-10-313 0,1-10-297 0,3-13-235 16,1-10-112-16,1-11 377 0,2-6 556 0</inkml:trace>
  <inkml:trace contextRef="#ctx0" brushRef="#br0" timeOffset="22101.59">5086 10666 66 0,'19'-7'534'0,"-6"5"422"0,-4 10 250 0,-3 8-34 16,-3 6-323-16,-3 10-221 0,-3 7-145 0,-3 8-107 15,0 6-85-15,-5 5-59 0,-3 3-73 0,-1 7-64 16,-2 2-38-16,1 0-19 0,-1 2-12 16,1-1-10-16,2-3-3 0,1-5-8 15,3-5-29-15,1-4-65 0,1-8-61 16,2-8-117-16,-1-5-185 0,0-7-309 0,-1-7-304 0,-2-4-233 16,0-6-135-16,-5-6 340 0,-1-6 580 15</inkml:trace>
  <inkml:trace contextRef="#ctx0" brushRef="#br0" timeOffset="22329.98">4408 11271 400 0,'6'-5'1039'0,"5"-1"280"0,-3 2-89 16,3-1-211-16,3-2-523 0,4-3-237 15,4 0-113-15,5-2-43 0,1-3-26 0,5 0 18 16,5-1 9-16,2-4-12 0,2 0-3 0,3 0-8 15,2-3-5-15,1 2-29 0,-1 0-20 16,-4 2-10-16,1 3-8 0,-6 0-4 0,-3 6-27 16,-5 2-47-16,-3 4-53 0,-7 2-130 0,-4 5-189 15,-8 2-304-15,-5 5-286 0,-4 2-236 16,-7 4-98-16,-8 0 404 0,-6 3 529 0</inkml:trace>
  <inkml:trace contextRef="#ctx0" brushRef="#br0" timeOffset="22511.98">4485 11578 72 0,'-6'18'515'0,"6"-2"339"16,0-6 158-16,7-4-36 0,5-3-386 0,3-8-302 15,6-2-148-15,6-9-74 0,5-3-33 0,3-5-13 16,7-5-2-16,1-6 0 0,9-2 7 16,0-1 2-16,4-1-2 0,0 1-7 0,1 3-79 15,0 4-118-15,-2 4-187 0,-2 2-278 16,-3 8-217-16,-5 1-144 0,-3 4 141 0,-4 6 325 15</inkml:trace>
  <inkml:trace contextRef="#ctx0" brushRef="#br0" timeOffset="23373.86">5593 11550 160 0,'13'-13'750'16,"0"-6"417"-16,-1-3 67 0,-2-8-129 0,4-6-355 16,0-7-255-16,4-3-123 0,-1-5-68 0,4-5-45 15,-1 1-33-15,-1-3-58 0,3 2-62 16,-1 0-33-16,-2 4-18 0,0 1-10 0,-3 4-8 16,1 6-4-16,-3 4-5 0,0 2-2 15,-2 8-5-15,-4 2-4 0,1 6-5 0,-3 4-5 16,-1 5-2-16,0 3-2 0,-2 3 4 15,0 4 3-15,2 6 3 0,-2 3 3 0,0 5 1 16,0 4 1-16,0 3 0 0,2 4-1 0,-1 5 2 16,0 3 3-16,1 4 4 0,-2 6 2 0,0 1 8 15,-1 5 2-15,-1 2-2 0,1 1-5 16,-2 3-6-16,0 3-3 0,-2-1-7 0,2-1-5 16,-1 2-1-16,-1-4-2 0,-1-1-1 15,1-3 1-15,1 0-2 0,-2-5 4 0,1-5 0 16,1-3 1-16,-1-3 1 0,-1-7 0 0,1-6 0 15,2-3 1-15,-1-5 3 0,-1-2 4 0,0-4 3 16,1-1-1-16,-1-3 0 0,-1-3-3 16,0-2-6-16,1 0-3 0,-1-3 0 0,0 2 2 15,0 0 1-15,2 0 2 0,-1 2 0 0,0-1-9 16,1 2-5-16,-1-2 0 0,2 2 0 16,-2 0 0-16,1 0 0 0,-1 0 0 0,2 2 0 15,-3-2 0-15,3 2 0 0,-2-1 0 16,-1 1 0-16,0-1 0 0,-3 2 0 0,3 0 0 15,-2 2 0-15,0-3 0 0,0 2 0 0,1 1 0 16,-2-2 0-16,1 2 0 0,2-3 0 16,-1 2 0-16,1-1 0 0,2 0 0 0,-1 0 0 15,2-1 0-15,0 1 0 0,3 0 0 16,0 0 0-16,2 1 0 0,3-1 0 0,1 0 0 16,3 0 0-16,0 0 0 0,4-1 0 0,1-1 0 15,1-1 0-15,2 0 0 0,2 0 0 0,-2-1 0 16,2-1 0-16,0 1 0 0,-3-1 0 15,1-1 0-15,-4 1 0 0,1 0 0 0,-2 0 0 16,-1 1 0-16,-3-1 0 0,-2 0 0 16,-1 2 0-16,-3-2 0 0,0 0 0 0,-3 1 0 15,-1 0 0-15,-4-1 0 0,-2 0 0 0,-1-1 0 16,-5 2 0-16,-2-2 0 0,-6 0 0 16,-3 0 0-16,-7 1 0 0,-2 0 0 15,-6 2 0-15,0 4 0 0,0-1 0 0,2 3 0 16,2 2 0-16,5 0 0 0,1 4 0 0,5-1 0 15,4 1 0-15,3 1 0 0,5-1 0 0,4-1 0 16,2-2 0-16,6 0 0 0,4-3 0 0,4-3 0 16,7-3 0-16,1-3 0 0,7-5 0 15,2-4 0-15,3-1 0 0,0-3 0 0,2-3 0 16,-1 2 0-16,1 3 0 0,1 2 0 16,-1 3-27-16,-2 5-53 0,0 4-90 0,-2 4-177 15,-2 8-278-15,-1 4-358 0,-2 4-449 0,-5 3-397 16,-1 4 126-16,-4 4 892 0</inkml:trace>
  <inkml:trace contextRef="#ctx0" brushRef="#br0" timeOffset="29715.42">8267 14654 283 0,'3'11'553'0,"-3"-2"198"0,0-3 75 16,3-2-263-16,-1 1-144 0,1-3-48 0,0 0 0 15,2-2 5-15,0-2 9 0,1 0 8 0,3-4-16 16,1 0-38-16,0-3-44 0,0-3-40 16,3-3-31-16,1-3-42 0,-1-3-55 0,4-2-37 15,-1-4-23-15,2-4-21 0,1 0-16 16,1-4-9-16,2-1-6 0,-1-3-7 15,1 2-5-15,3-1 2 0,-3 2 2 0,1 0 1 16,0 2-1-16,-1 4-1 0,-2 0 3 0,0 3 3 16,-1 1 1-16,-3 4 0 0,1-1-1 15,-1 5 0-15,0 0-6 0,-3 3-3 0,1-1-2 16,-2 4-1-16,-2-2 0 0,2 5-1 16,-4-3 0-16,2 5 0 0,-2-1 1 0,-2 1 0 15,-1 2-1-15,0 2 1 0,0-1 0 0,-2 2 2 16,0 2 4-16,4 0 1 0,-3 5 3 0,-1 1 6 15,3 3 2-15,-2 2 0 0,0 6 1 0,-2 2 2 16,2 3 0-16,-2 3 1 0,-2 4 3 16,0 1 1-16,-2 3-2 0,2 1-2 0,-4 1-3 15,1 2-2-15,-2 1-6 0,2 1-3 0,-2 2-2 16,-2-3 1-16,0 1-1 0,1 0-1 16,-1-2 1-16,-1 1 0 0,2-4 0 15,-2 0-2-15,2-5-2 0,-1 2 0 0,2-6-2 0,2 1-1 16,-3-5 0-16,1-2-1 0,2-3 0 15,0 1-1-15,1-4 0 0,-1-3 0 0,2-3-2 16,-1 1-2-16,0-4-5 0,2-1-8 16,0 0-14-16,0-1-24 0,0-4-65 0,2-1-72 15,0-1-115-15,1-4-175 0,0 0-303 16,0 0-332-16,2 0-242 0,1 1-136 0,-3-1 332 16,2 1 600-16</inkml:trace>
  <inkml:trace contextRef="#ctx0" brushRef="#br0" timeOffset="30328.88">9094 14764 319 0,'0'4'634'0,"2"1"256"16,-2-1 124-16,1 0-238 0,-1-2-213 0,0-1-142 15,0 0-82-15,0 1-58 0,0-2-55 0,0 0-36 16,2 0-11-16,-2 0 6 0,4 0 16 0,-2-2 4 16,-1 0-3-16,4-4-24 0,-3 1-27 15,4-3-34-15,1-4-30 0,0-3-19 16,3-1-18-16,1-3-9 0,2-4-11 0,-1-2-4 15,6-2-5-15,-2-3 0 0,2-1 0 0,0-2-1 16,2-1 1-16,1-1-9 0,-2-2-6 16,0 1-6-16,1 0-5 0,-2-1 0 0,2 3-4 15,-3-2 7-15,1 3 1 0,-3 2 3 16,0-1 7-16,-2 4 3 0,1 2 3 0,-3 4 1 16,-3 2 5-16,1 5 1 0,-4 1-3 15,0 3-2-15,0 4 0 0,-2 1-3 0,0 2-1 16,-1 0-2-16,0 2-2 0,0 0 1 0,0 4-1 15,0 2 2-15,-1 1 0 0,2 2 3 16,-3 3 1-16,2 0 3 0,1 2 3 0,-1 3 2 16,-1 1 3-16,1 1 0 0,-2 3 1 0,2-1-1 15,-1 4 0-15,-1-1-3 0,2 4-1 16,-2 1-1-16,0 1-3 0,0 4-4 0,0-2-2 16,-2 6-2-16,1-2-2 0,-1 2-2 0,0 0-2 15,-1 2 1-15,-2-2-1 0,2 0-1 16,0-2 0-16,-1-1-2 0,0-3 0 0,1-2-1 15,0 0-1-15,-2-4-1 0,2-1 0 16,-2-2-1-16,2-1-1 0,-3-2-5 0,0 2-16 16,-1-4-22-16,1 2-56 0,-5-2-80 0,3 0-162 15,-2 2-275-15,-1 1-323 0,0 2-394 16,-2 1-329-16,-2 3 8 0,0 0 746 0</inkml:trace>
  <inkml:trace contextRef="#ctx0" brushRef="#br1" timeOffset="33954.19">9941 14691 298 0,'-3'11'624'0,"0"-4"283"0,3 0 146 16,0-2-243-16,0-2-205 0,0-3-148 15,2-2-86-15,1-2-39 0,3-2-18 0,2-4-25 16,3-3-31-16,2-6-22 0,1-4-32 0,5-3-37 16,3-8-43-16,3-1-36 0,1-3-23 15,1-3-19-15,1-1-9 0,2 0-14 0,0-3-5 16,0 3 0-16,-1 4 2 0,-4 0 14 15,0 3 0-15,-6 8 6 0,0 0 3 16,-3 5-5-16,-2 4-5 0,-4 3-13 0,-1 3-1 16,-3 4-8-16,1 1-4 0,-2 5-3 0,0 5 1 15,-2 6-6-15,0 4 2 0,0 7 1 0,-3 6 1 16,0 5 2-16,-3 5 3 0,1 5 10 16,-2 2 0-16,0 3 2 0,-1-2-1 15,-1 1 0-15,1 0-4 0,-1-3-3 0,2 0-2 16,0-7-3-16,-1-1-3 0,2-3-2 0,0-5-3 15,1-2 0-15,1-1-2 0,-1-4 0 0,-1-1 0 16,3-1-1-16,-3-2-5 0,0 1-18 16,1-4-46-16,-2 1-78 0,-1-1-138 15,0 0-270-15,-1-2-314 0,0 0-380 0,1 3-355 0,2-4-52 16,-1 0 644-16</inkml:trace>
  <inkml:trace contextRef="#ctx0" brushRef="#br1" timeOffset="34162.82">10634 14949 136 0,'8'3'887'0,"-2"1"660"15,-3-1 40-15,1 1-282 0,-3-1-448 0,1-1-346 16,-1 0-205-16,-1-1-126 0,0 0-72 16,2-1-46-16,-2 0-30 0,2 0-15 0,-1-1-11 15,2 0-4-15,3-3-7 0,-1 0-25 0,2 1-74 16,-3-1-88-16,4-1-167 0,-2 1-287 15,2-2-334-15,0 1-378 0,2 1-209 16,2 0 148-16,1 0 685 0</inkml:trace>
  <inkml:trace contextRef="#ctx0" brushRef="#br1" timeOffset="34709.03">11377 14272 45 0,'0'-8'524'0,"-3"0"475"0,2 1 236 0,-1 2-19 16,0 2-327-16,2 1-263 0,0-1-192 0,0 3-126 16,0 5-60-16,0 2-57 0,-1 9-61 15,-1 1-38-15,0 9-17 0,-1 4-8 0,0 5-12 16,1 7-10-16,-1 2-8 0,0 1-6 0,3 4-6 16,0-4-5-16,2-1-8 0,2-5-3 15,4-3-5-15,5-5-2 16,3-5-2-16,3-6 0 0,3-7 4 0,5-8 0 0,5-7 3 15,3-8 0-15,2-10 1 0,4-4-3 0,-1-6-3 16,1-4-3-16,-2-5 2 0,-2 1 2 16,-4-4 1-16,-3 2 2 0,-5-1 3 0,-7 2 1 15,-4 2-1-15,-6 0 0 0,-6 3-1 16,-7 1-1-16,-5 2-2 0,-9 0 1 0,-3 4-1 16,-2 4-1-16,-4 5 2 0,-4 3-2 15,1 8-2-15,-4 6-1 0,2 7-2 0,0 3-3 16,1 7-1-16,1 4 1 0,2 7-1 0,2 5 0 15,5 3-1-15,1 5 3 0,5 3 0 0,4 2 0 16,4 1 2-16,5-1-1 0,4-1-6 16,6-1-44-16,4-2-72 0,6-5-82 0,5-3-150 15,5-6-249-15,5-2-324 0,2-7-305 0,6-2-191 16,3-9 50-16,4-3 549 0</inkml:trace>
  <inkml:trace contextRef="#ctx0" brushRef="#br1" timeOffset="34999.76">12449 14468 72 0,'13'0'637'0,"-5"9"487"16,-4 5 218-16,-4 7-43 0,0 6-374 0,-3 5-334 15,0 4-192-15,0 1-107 0,1 3-83 16,1 1-79-16,1-2-53 0,3-4-33 0,3-7-19 16,2-3-11-16,6-6-4 0,1-7-3 15,3-8-4-15,0-7-2 0,4-7 0 0,0-6-1 16,2-8-1-16,-2-4-2 0,0-4 3 0,-3-3-1 15,0-2 2-15,-2-3 1 0,-4-1 0 16,0 0 4-16,-4-3 3 0,-4 2 6 0,-2-1 3 16,-3 1-1-16,-3 3 2 0,-3 3 0 15,-5 3-3-15,-4 6-3 0,-5 5-5 0,-4 6-4 16,-4 7-3-16,-6 6-6 0,-3 7-16 0,-5 7-61 16,-2 6-62-16,-3 4-111 0,-4 4-183 15,2 4-301-15,-3 1-333 0,0 2-257 0,1 2-155 16,-1 0 325-16,-2 1 611 0</inkml:trace>
  <inkml:trace contextRef="#ctx0" brushRef="#br1" timeOffset="37308.41">8216 15068 59 0,'2'0'299'15,"0"0"174"-15,-1 0 160 0,2-2-38 0,-1 2-120 0,-2 0-33 16,3 0-28-16,-1 0-31 0,-2 0-43 16,3 2-30-16,-1 1-22 0,-1 0-47 0,-1 6-38 15,0-1-24-15,0 5-17 0,0-2-27 16,0 4-33-16,0 2-26 0,0-1-8 0,0 2 11 15,0 2 5-15,0-3 1 0,0 2 7 0,0 0 7 16,0 1-3-16,3-3-22 16,-3 2-11-16,3-2-8 0,-1-1-18 0,1-1-11 0,0-1-13 15,0 0-3-15,2 0-3 0,0-3-5 16,3 0 4-16,0 0-3 0,1 0 1 0,5-3 4 16,-1 0 13-16,6-1 7 0,0-2 2 15,2 1 3-15,2-3 0 0,1-2-2 0,3-1-11 16,2 0-8-16,-1-1-3 0,2-1 4 15,0 1 3-15,2 1 0 0,-1-1 1 16,-1-1 2-16,2 2-3 0,0 2-8 0,-1-2-7 16,-1 1 1-16,0 0 0 0,0 2-2 0,0 0 6 15,-1-2 3-15,1 2 1 0,1-1 6 0,-2 0-3 16,1-1-2-16,-2 1-5 0,1-2 0 16,-1 0 0-16,0 0-7 0,1-2 2 0,-2 1-1 15,0-1 3-15,-2 0-2 0,2 1-2 0,-3-1 1 16,-2 1 1-16,-1 1-1 0,-1 0 0 15,-2 0 2-15,0 0-1 0,0 0 7 0,-2 1-3 16,-1 1 6-16,0-1 0 0,-1 1 1 16,-1 0 3-16,-1 1-5 0,-1-3 3 0,0 1-6 15,-3 1-4-15,2-1 0 0,-2-1-3 0,-2 0-1 16,0 0-1-16,2 0 1 0,-2 0 2 16,-1 0-3-16,-2 0 2 0,2 0 0 0,-2 0 0 15,1 0 0-15,0 0 0 0,-1 0 0 0,-1-1 2 16,1 1 1-16,-1 0-3 0,-1-2 3 15,2 1-2-15,-3 1 1 0,2-3-1 0,1 1-1 16,-1 0 2-16,0 1 0 0,-1-2-1 0,2-1 0 16,0 0 2-16,-1-1 2 0,-1 0-1 15,2-1 3-15,-1-1 7 0,1-1 3 0,-1-3 3 16,-1 0 2-16,1-2 4 0,1-1-2 0,-3-1-4 16,2-3 3-16,-2 0-2 0,0-1-1 15,0-2-2-15,0-1 0 0,-2-1-2 0,-1 3-4 16,1-2-4-16,-1 2-3 0,0 0-1 15,-2 2-2-15,2 3-2 0,-3 1-7 0,1 6-28 0,0-2-69 16,-1 3-77-16,-2 4-159 0,-1 2-268 16,2 1-324-16,-1 4-354 0,-4 2-234 0,2 1 36 15,-1 4 650-15</inkml:trace>
  <inkml:trace contextRef="#ctx0" brushRef="#br1" timeOffset="38112.75">8305 16096 273 0,'1'2'656'0,"1"-2"331"16,0 1 128-16,-1 1-258 0,-1 1-241 0,-1 1-167 15,1 2-127-15,-2 3-74 0,2 6-35 16,0 2-22-16,0 5-21 0,0 5-19 0,0 2-8 15,-2 4-17-15,2 5-30 0,-3 1-15 0,-1 5-15 16,-1 0-10-16,0 4-20 0,0 0-12 0,1 1-5 16,-1-2-12-16,0 1-5 0,1-3 2 0,1-2 0 15,1-3 5-15,0-2-4 16,2-5-17-16,0-3-56 0,0-4-53 0,0-9-106 0,0-1-154 16,0-7-199-16,2-4-303 0,0-9-244 0,2-5-198 15,-1-8 144-15,3-5 459 0</inkml:trace>
  <inkml:trace contextRef="#ctx0" brushRef="#br1" timeOffset="38309.75">8551 16173 378 0,'13'-23'813'0,"-3"4"304"0,-1 6 30 0,-6 6-324 0,-1 2-239 16,-2 7-215-16,0 6-120 0,-3 5-71 0,-2 7-44 16,-1 4-36-16,0 7-6 0,-2 3-4 15,-2 7-6-15,1 3-11 0,-1 2-7 0,-1 6-4 16,0 0-27-16,0 0-20 0,1 2-11 0,0-4-1 15,1-4 1-15,3-4-5 0,0-4-25 0,1-6-30 16,1-2-112-16,0-9-182 0,-1-1-297 16,-1-5-292-16,1-4-264 0,-4-5-169 0,-1-3 309 15,-2-4 564-15</inkml:trace>
  <inkml:trace contextRef="#ctx0" brushRef="#br1" timeOffset="38531.66">8114 16527 175 0,'7'-9'778'0,"-2"1"413"16,0 2 39-16,0 0-158 0,1 0-445 0,0 0-306 15,4-1-151-15,3-2-72 0,4-2-28 0,1 1-15 16,5-2-9-16,2-4-8 0,4 0-9 0,4-2-8 16,0-1-8-16,1-1-6 0,0 1-5 15,1 1-2-15,0-1-3 0,-4 1-2 0,-1 4 2 16,-4 2-9-16,-1 1-21 0,-6 5-71 0,-3 2-148 15,-4 2-189-15,-5 4-292 0,-4 4-269 16,-3 3-211-16,-6 1 59 0,-4 5 445 0</inkml:trace>
  <inkml:trace contextRef="#ctx0" brushRef="#br1" timeOffset="38721.89">8134 16687 7 0,'-3'11'398'0,"3"-4"308"0,2-1 203 0,1-1 21 0,3-5-309 15,8-4-262-15,2-2-146 0,3-2-64 0,6-6-28 16,5-3-12-16,2-4-10 0,3-2-28 0,3-4-20 16,0-1-17-16,1 0-9 0,1 0-8 15,-2 2-1-15,0 1-4 0,0 2 14 0,-4 3-24 16,-2 3-118-16,-2 3-141 0,-5 2-296 0,-4 6-241 16,0 5-217-16,-7 2-39 0,-2 5 322 0</inkml:trace>
  <inkml:trace contextRef="#ctx0" brushRef="#br1" timeOffset="39073.03">8759 16801 85 0,'9'3'534'15,"-4"-1"345"-15,1-4 201 0,1-4 26 0,-1-5-374 0,5-2-233 16,-1-5-87-16,2-7-28 0,2-1-44 15,2-5-53-15,0-6-44 0,1-2-37 0,1-4-52 16,2-3-44-16,-2-1-31 0,2-1-23 0,1 1-12 16,-4 0-10-16,1 3-9 0,-4 2-3 0,2 6-3 15,-5 6-3-15,0 5-4 0,-5 4-3 16,2 4-2-16,-5 4-1 0,2 4 0 0,-3 3-2 16,-1 3 0-16,1 3 0 0,-2 6 0 0,-2 6 1 15,1 6-1-15,-2 3-5 0,-2 6-5 0,0 4-3 16,-2 4-2-16,0 1-2 0,2 3 7 15,-3 1 6-15,3 5 5 0,-1 0 2 16,-2 3-2-16,2 0-6 0,-1 0-34 0,3 0-61 16,-1 0-68-16,-3-3-128 0,3 0-198 0,-1-3-308 15,1-1-317-15,-1-2-245 0,-1-2-109 0,-2-1 411 16,1-6 592-16</inkml:trace>
  <inkml:trace contextRef="#ctx0" brushRef="#br1" timeOffset="39361.06">9031 17038 307 0,'15'-26'723'0,"-2"-2"322"0,-3-2 119 16,2-3-237-16,0-3-274 0,1-3-147 0,2-3-76 15,2-1-72-15,-1-4-81 0,5 0-54 0,-1-2-50 16,-1 2-58-16,3 0-46 0,-4 2-26 16,2 3-9-16,-1 4-8 0,-3 6-8 0,-2 2-8 15,-3 8-5-15,-1 5-4 0,-1 3 2 0,-1 4-3 16,-3 4 2-16,1 6 1 15,2 3 2-15,-5 5 3 0,2 3 0 0,-2 5 1 0,0 4-1 16,-1 3 0-16,-2 5-1 0,2 1-1 0,-2 5 4 16,-2 3 2-16,2 5-2 0,-2 1 1 15,-1 4 0-15,0 3 0 0,0-1-33 0,-2 4-71 16,-1-1-92-16,0-1-176 0,-1 2-289 0,-1-2-330 16,1-2-347-16,-1 1-201 0,-2-2 203 0,0-2 671 15</inkml:trace>
  <inkml:trace contextRef="#ctx0" brushRef="#br1" timeOffset="44241.09">11208 3687 84 0,'2'0'311'0,"-1"0"140"0,1-2 123 0,-1 1-90 16,-1-2-82-16,2-1-18 0,-2 2 24 15,0-3 58-15,0-1 21 0,0 2-25 0,0-2-77 16,0 1-78-16,2-1-60 0,-1-1-55 16,-1 0-30-16,3-1-3 0,-3-1 11 0,0-1 11 15,0 0-3-15,2-2-10 0,-2 0-22 0,4-2-27 16,-4-1-31-16,3-1-25 15,-1-2-24-15,0-1-15 0,1-1 1 0,0-4-10 0,0 0 3 16,-1 0 1-16,1-1 9 0,2-2 1 16,-2-1-6-16,0 0 2 0,-2 1-3 15,1 2-4-15,0 0-2 0,-2 2-2 0,1 1-1 16,-1 3 0-16,0 1-2 0,0 4 0 0,0-1-1 16,0 4 0-16,0 0-2 0,0 2-2 0,0 2 0 15,0-1-3-15,0 4-2 0,0 0-1 0,0-1 0 16,0 2 0-16,0 1-1 0,0 0 0 0,0 2 1 15,0-3 0-15,0 2 0 0,0 1 0 16,0 0 1-16,0-1-1 0,0 1 0 0,0 0 0 16,2 0-1-16,0 0 0 0,1 0 0 0,0 0 0 15,0 0 0-15,2 0 1 0,1 0-1 16,2 0 0-16,0 0 0 0,0 0 0 0,3-1 0 0,0 1 1 16,0-3 0-16,3 1 0 0,-1 2 1 15,1-2 1-15,2-1 0 0,0 0 0 16,-2 0 2-16,3-1 1 0,-1 0 1 0,2 2 0 0,-2-3 0 15,2 2 1-15,-2 0-2 0,0 0 1 16,1 2 1-16,-1-2-2 0,3 1 1 0,-3 1-1 16,3-1-6-16,1 1 2 0,-2-1-3 0,4-1-3 15,0 2-1-15,-1 0 1 0,2-1 5 0,1 0-2 16,0 1 4-16,-2-2 2 0,3 1 2 16,-1 0-2-16,1-1 7 0,-2 2 1 0,2 0 2 15,-1 0 1-15,1-2-1 0,-2 1-1 0,1 2-6 16,2-2-3-16,-3 2-2 0,2 0-1 0,-1 0-1 15,0 0 2-15,1-3-1 0,-1 3 1 0,0-2-1 16,-2 2 1-16,0 0 1 0,3-1 0 16,-1 0 2-16,-2-1-1 0,2-1 0 0,1 2 1 15,-1-3 0-15,1 2-1 0,-3 0 0 0,4-1 0 16,-1 0 0-16,0 0-1 0,0 2 0 0,-1-2-5 16,3 1-3-16,-2-1 3 0,1 2 1 15,0-1 1-15,0-1 0 0,-2 3 5 0,1-1 4 16,0-1-6-16,2 2-1 0,-2 0-1 0,-1 0-1 15,2 2-1-15,-3-1 0 0,-1 1 1 0,2-1-1 16,-2 1 0-16,-1 1 0 0,1-2 0 0,-2 1 1 16,2-2 2-16,0 1 0 0,1-1 1 0,1-1 1 15,-1-1 2-15,2 1-1 0,-1-1 0 0,-2 1-1 16,2-1 0-16,-2-1-1 0,2 3 0 16,-2-1-1-16,0 1 0 0,3 0 0 0,-1 0 0 15,0 0 0-15,0 1-1 0,1-1 1 0,0 2-1 16,2-1 0-16,0-1 0 0,0 0-1 15,0 2 1-15,0-2-1 0,-1 0 0 0,1 1-1 16,0-1 1-16,0 2 0 0,-3-1-1 0,3 1 1 16,-2-2-1-16,2 1 0 0,-2 1 0 0,0-1 0 15,-1-1 1-15,0 3 0 0,1-3 2 0,0 2 0 16,2-1 1-16,-3 0-1 0,3-1 0 0,2 2 1 16,-1-2-2-16,0-2 1 0,-1 2-1 15,2-1 1-15,-1 1-2 0,0-1 0 0,-1-1 0 16,-1 1 0-16,-1-1 1 0,0 2-1 0,-1-1 1 15,1-1 0-15,-4 1-1 0,1 1 0 0,0 0 0 16,-4-2 0-16,-1 2-1 0,-1 0 1 16,0 0 0-16,-5 0 1 0,1 2 0 0,-2-2-1 15,-1 0 0-15,1 0 0 0,-2 0 0 16,-2 0 0-16,-1 0 0 0,-2 0 1 0,3 0 0 0,-4-2 1 16,-1 2 1-16,2 0-1 0,-3 0 2 15,2 0-1-15,-2 0 2 0,2 0 1 0,-2 0 3 16,1 0 0-16,-1 0 1 0,0 0-1 0,0 0 0 15,0 0-2-15,0 0-3 0,0 0-1 0,0 0-3 16,0 0 1-16,0 0-1 0,2 0-1 16,-2 0 1-16,1 0 0 0,1 0 0 0,-2 0 1 15,3 0-1-15,-3 0 0 0,4 0 0 0,-4 0 0 16,1 0 0-16,1 0 0 0,-1 0 0 0,-1 0-1 16,2 0 1-16,1 2 0 0,-2-2 0 0,1 0 1 15,-1 1 0-15,-1 1 0 0,2-1 0 16,1 2 1-16,1 3 0 0,-3 2-2 0,2 0 1 15,-1 4 1-15,0 0 1 0,-2 2 0 0,0 1 1 16,0 3 1-16,-2 1 1 0,0 3-2 16,-1-2 0-16,0 5 0 0,-2-1-3 0,2 1-1 15,-3-1-3-15,1 2-6 0,0-4-16 0,-1 2-36 16,-1-1-83-16,-2-3-142 0,-2 0-263 16,1 2-316-16,-2-3-394 0,2 0-413 0,-1 2-47 15,0-2 688-15</inkml:trace>
  <inkml:trace contextRef="#ctx0" brushRef="#br1" timeOffset="49791">12264 1144 16 0,'-3'-7'249'15,"3"2"153"-15,-3-1 149 0,0 1 23 0,1 1-127 16,0 1-34-16,1 0 7 0,1 2 14 0,-2-1 21 16,2 1-26-16,0-3-55 0,2 2-67 0,-1-3-64 15,1 3-50-15,1-3-48 0,2 2-19 0,1 0 3 0,5 0 15 16,0 1 14-16,5 2-1 0,0 0-12 15,6 0-16-15,2 0-28 0,0 0-27 0,4 2-22 16,1 0-15-16,1-1-5 0,0 0-7 16,0 3-5-16,-2 0-3 0,-1 0-4 0,-2 2-1 0,-4 0-1 15,-1 2-2-15,-2 1 2 0,-6 2 3 0,0-1 0 16,-5 5 4-16,-4 0-2 0,-4 4 1 16,-4 0 0-16,-4 6-2 0,-4-1-3 0,-3 2-5 0,-3 4 6 15,-6-1 2-15,1 1-1 0,-2 2-1 16,-1 2 1-16,1-4 1 0,-1 0-6 0,2 0-3 15,1 0 0-15,2-3-1 0,6-1-1 0,-1-4-2 16,4-3-1-16,4 0 1 0,1-4-1 0,3-4 1 16,4 2 0-16,2-3-1 0,4-1 1 15,3 0-1-15,1-4-6 0,3-1-5 0,3 0 0 16,4-2-1-16,2-2 0 0,2-1 1 0,4 0 6 16,0-6 3-16,0 3 1 0,5-3 1 0,-2 0-1 15,0-2-1-15,3-1 6 0,-3-1 6 16,0 1-2-16,-3 0-9 0,0-1-37 0,-2 2-62 15,-4-1-68-15,-4 3-117 0,0 1-173 0,-5 2-286 16,-3-1-281-16,2 2-222 0,-5 0-147 0,-1 2 271 16,-3-1 536-16</inkml:trace>
  <inkml:trace contextRef="#ctx0" brushRef="#br1" timeOffset="50441.51">12863 1731 18 0,'3'4'419'0,"-3"-1"320"16,0-2 205-16,2-2 106 0,1-5-270 0,2-1-246 15,3-5-144-15,3-5-72 0,0-1-41 0,3-3-71 16,2-1-51-16,0-4-18 0,0-1-3 0,2 0 5 16,-1-1 7-16,1-3-2 0,-2 5-11 0,0 0-21 15,0 2-22-15,-2 3-20 0,-4 4-20 16,-1 1-13-16,0 6-7 0,-4-1-7 0,0 5-5 0,-2 2 1 15,-3 4-5-15,0 3-1 0,-3 5-1 0,0 4-4 16,-2 5-1-16,-1 3-3 0,-2 2-1 16,2 5-3-16,-1 0 0 0,2 0 1 0,-1 3 0 15,2-1 1-15,2-3 1 0,2 2 3 0,0-4-3 16,3-3 0-16,3-3-2 0,-1-4-1 0,3-4-3 16,2-5 3-16,2-3-1 0,3-5-2 0,0-7 2 15,3-4 1-15,2-6-1 0,1-2 1 16,-1-5 2-16,2-1 5 0,2-1 2 0,-2 1-7 15,1-1-3-15,-5 3-3 0,3 1-4 0,-7 4-4 0,2 3-4 16,-5 5 8-16,-1-1 3 0,-2 5 3 0,-1 3 3 16,-2 4 3-16,0 2 5 0,-2 2 2 15,-1 6 2-15,-1 3 9 0,-1 2 3 0,-1 2-1 16,-1 2-3-16,0 2-1 0,-1 2-2 0,3-2-8 16,-1-1-5-16,1-1-2 0,1 1 2 0,1-5-2 15,1-1-1-15,0-1-1 0,0-4 0 0,2-1-2 16,3-5-2-16,0-1 2 0,2-6-2 15,0-2 1-15,3-4 2 0,-2-3 2 0,5-1 1 16,-2-4-5-16,0-1-2 0,-1 1-4 0,3-1-2 16,-5 2-4-16,3-1-1 0,-3 3 7 0,0 1 3 15,-1 4 1-15,-4 3 1 0,0 2 0 0,-1 2-1 16,-1 2 0-16,0 6-1 0,-1 2 4 0,-3 2-2 16,2 5 9-16,-2 1 5 0,-2 1 0 0,2 4 2 15,0 1-2-15,-3 3 2 0,3 0-5 0,0-1-4 16,0 2-2-16,0 0 2 0,3-3-1 15,-3 2-1-15,5-5 0 0,-2 0-5 0,3-2-17 16,3-5-53-16,-2-3-59 0,1-2-68 0,3-5-134 16,-1-1-186-16,2-3-299 0,-2-3-257 0,4 0-216 15,-3-4-79-15,2-1 387 0,-1 0 514 16</inkml:trace>
  <inkml:trace contextRef="#ctx0" brushRef="#br1" timeOffset="50611.5">13902 1410 317 0,'0'1'727'0,"-1"4"339"0,-2-1 98 0,-2 3-281 16,0 3-265-16,0-1-192 0,0 3-127 0,2-1-95 0,-3 0-67 16,5 0-45-16,-3-1-31 0,3 0-28 15,1-2-16-15,1-2-14 0,3-1-29 0,0-2-42 16,2-3-106-16,-1-3-148 0,1-2-224 0,3-1-283 16,-3-6-253-16,5 0-146 0,0-5 203 0,0 0 444 15</inkml:trace>
  <inkml:trace contextRef="#ctx0" brushRef="#br1" timeOffset="50787.1">14051 948 57 0,'-7'-24'534'0,"-1"6"439"0,-2 1 221 15,-2 4-48-15,0 1-384 0,-2 1-269 0,1 4-175 16,-1 0-106-16,1 6-65 0,-1 1-46 0,1 4-34 16,3 0-24-16,-2 5-21 0,2 0-11 0,1 3-5 15,1 1-5-15,0 4-12 0,3 1-20 16,1 2-43-16,0-1-99 0,1 0-137 0,3-1-149 15,0 1-237-15,2 1-275 0,1 3-187 0,2 1 92 16,1 1 345-16,2 2 343 0</inkml:trace>
  <inkml:trace contextRef="#ctx0" brushRef="#br1" timeOffset="51025.87">14096 1502 113 0,'18'9'315'0,"-1"-7"155"0,-1-3 147 15,2-3-114-15,-4-3-56 0,3-2 20 0,-4-5 48 16,3 0 18-16,-5-1-35 0,0-3-36 0,-5-2-9 15,0 4-35-15,-1-2-60 0,-3 2-58 0,-4 0-44 16,-1 1-47-16,-2 2-64 0,-3-1-53 16,1 2-34-16,-3 3-20 0,0 4-12 0,-2 3-8 15,2 3-9-15,-2 4-4 0,-1 3-6 0,2 8-3 16,-3 0 2-16,4 2-4 0,2 5 1 0,0 1-2 16,2 1 1-16,3 2 1 0,0-1-2 0,3-1-5 15,3 0-44-15,0 0-66 0,3-3-80 16,-1-2-156-16,3-2-258 0,0-3-321 0,4-2-291 15,3-1-190-15,1-3 80 0,0-3 569 16</inkml:trace>
  <inkml:trace contextRef="#ctx0" brushRef="#br1" timeOffset="51724.69">14433 1746 49 0,'-10'4'307'16,"-3"3"215"-16,0-3 239 0,4 0 88 0,-1 0-82 15,4-2-100-15,-2 1-101 0,5-3-106 0,-2 0-104 16,5-3-128-16,0-3-96 0,3-2-56 0,2-8-26 15,4-2-3-15,2-3-5 0,2-4 13 0,3-2 29 16,3-3 38-16,-5-1 23 0,5 2 11 0,-1 1 2 16,-3 0-21-16,-2 4-31 0,1 3-36 0,-4 6-27 15,-2-2-21-15,-2 7-12 0,0 1 1 16,-1 4 3-16,0 3-1 0,-4 3 9 0,4 2 7 16,-3 5 0-16,1 0-1 0,-2 7-2 0,1-1-3 15,0 1-7-15,-1 3-8 0,-1 1 0 0,5 0 0 16,-4 2 1-16,2-2-1 0,-1 1-1 0,1-2-3 15,2 0 0-15,-2-3-1 0,2-2-3 16,4-2-2-16,-2-4 1 0,1-4 0 0,4-3 2 16,-1-4 0-16,4-7 0 0,0-4-2 0,3-4 2 15,1-4 0-15,-1-4-1 0,0-1 2 0,1 1 1 16,-3-2 5-16,1 3-1 0,-4 1 5 0,1 4 3 16,-4 4 1-16,-4 1 2 0,3 7 0 0,-6-2-3 15,1 5-2-15,-1 4-5 0,-1 3-1 0,-2 4-2 16,-2 3-4-16,0 6 0 0,-1 4-1 0,0 3-2 15,-3 1-1-15,3 6 2 0,0 0 0 0,-1 1 1 16,1 0 2-16,1 0 1 0,1 0-1 0,1-2 0 16,0-3-2-16,1-2 0 0,3-3-3 15,1-1-4-15,1-4-21 0,1-3-58 0,2-2-64 16,-1-6-105-16,2-3-167 0,0-1-299 0,0-6-312 16,3 1-260-16,-3-1-166 0,1-3 244 0,0 0 593 15</inkml:trace>
  <inkml:trace contextRef="#ctx0" brushRef="#br1" timeOffset="52380.86">15064 1635 5 0,'-3'10'436'0,"1"-1"397"0,1-1 255 0,-1-4 34 16,2-1-308-16,0-6-278 0,2-3-179 0,-1-2-83 15,4-3-39-15,3-3-10 0,1-2-10 0,1-4-3 16,1-2-14-16,3-2-24 0,-1 0-21 0,3-3-43 16,-2 2-32-16,0 0-27 0,-1-2-14 0,1 5-10 15,-3 1-9-15,-3 3 0 0,3 3-3 0,-5 2-5 16,-1 4-3-16,0 3-2 0,2 1-1 16,-4 4 0-16,0 2 2 0,0 5 1 0,-2 3 0 15,2 1 0-15,-3 3-2 0,0 4 6 0,2-2 2 16,-2 3 1-16,2 0-1 0,1 0-1 0,0-1-2 15,0-2-8-15,2-2-3 0,0-1-3 0,4-1 0 16,-1-4 2-16,0-1 0 0,5-5 0 0,-4-1 0 16,4-3-6-16,3-6-13 0,-2-1-32 0,5-4-38 15,0-1-46-15,-2-2-43 0,0-2-27 16,0 2-14-16,-2-1 17 0,0 1 43 0,-2 3 51 0,-3-1 46 16,-2 5 25-16,-1 2 16 0,-1 4 10 15,-3 1 3-15,-2 3 5 0,-1 3 1 0,-1 3 4 0,-1 3 4 16,1 4 8-16,-3 4 1 0,0 0-1 15,2 4 2-15,-1 1-4 0,2 1 4 0,-1 2-6 16,4 0 2-16,-1 3 0 0,2-1-2 0,3-1 4 16,1 2-7-16,1-4-5 0,1-2-11 0,4-2-10 15,0-3-20-15,2-8-33 0,0 1-30 0,2-7-20 16,-1-3-7-16,1-6-2 0,-1-2 16 16,1-2 31-16,-4-5 39 0,1-2 61 0,-3-1 49 15,-3-1 47-15,2-1 57 0,-6-1 88 0,1 0 53 16,-2 2-4-16,-1-2-30 0,-2 0-32 0,-2-1-43 15,-1 2-60-15,-2 0-45 0,-1 2-29 0,-2 1-15 16,-1 6-12-16,-1-1-10 0,-1 3-7 0,0 7-7 16,-2 2-6-16,-1 2-4 0,-2 7-3 0,2 3 1 15,-2 3-2-15,1 3-2 0,2 3 1 0,1 2-2 16,0-1 2-16,6 1-2 0,1 1-4 0,1-2-11 16,2-5-44-16,5 2-66 0,3-4-73 15,-1-5-135-15,6-1-192 0,2-3-312 0,-1-4-285 16,3-1-207-16,4-4-62 0,1-3 411 0,4-3 534 15</inkml:trace>
  <inkml:trace contextRef="#ctx0" brushRef="#br1" timeOffset="52539.99">16045 1512 421 0,'4'13'893'0,"-2"4"312"0,-2 1-10 16,-3 3-362-16,0 3-254 0,-4 3-209 0,-2 1-147 15,1 4-81-15,-2-1-49 0,1 3-28 0,0-5-38 16,-1 4-42-16,0-6-59 0,-1-4-153 0,3-4-209 15,0-4-287-15,-1-5-277 0,4-4-236 0,1-8-12 16,0-6 463-16</inkml:trace>
  <inkml:trace contextRef="#ctx0" brushRef="#br1" timeOffset="52719.58">16149 1159 391 0,'3'-13'987'0,"-3"3"301"0,-3 5-20 0,0 6-194 0,-2 4-390 15,0 4-255-15,-3 4-128 0,1 4-63 0,0 2-63 16,-1 0-66-16,2 7-51 0,-1 1-28 16,-2 2-19-16,3 2-43 0,-1 3-67 0,1 0-86 15,0-2-180-15,1 4-292 0,2-4-314 0,1 1-308 16,2-1-178-16,4-3 184 0,0-1 650 16</inkml:trace>
  <inkml:trace contextRef="#ctx0" brushRef="#br1" timeOffset="52887.37">16376 1674 85 0,'2'10'931'0,"1"2"694"0,-6 2-36 0,-2 5-325 0,-4 2-408 15,1 3-361-15,-5 2-247 0,1-2-109 16,1 0-55-16,-3-3-30 0,4-2-26 0,2-4-30 16,0-4-68-16,0-2-74 0,4-6-152 0,2-5-241 15,2-3-313-15,2-7-360 0,1-1-276 16,4-8-48-16,0-3 590 0</inkml:trace>
  <inkml:trace contextRef="#ctx0" brushRef="#br1" timeOffset="53006.14">16548 1146 214 0,'-4'-7'407'0,"-1"6"148"0,2 1 79 0,0 6-255 15,-2-1-233-15,4 3-244 0,-4 2-273 0,2 0-136 16,0 4-31-16,0-3 73 0,1 0 157 0</inkml:trace>
  <inkml:trace contextRef="#ctx0" brushRef="#br1" timeOffset="54085.4">17556 1561 102 0,'-5'-8'330'0,"-3"0"179"0,2 1 201 0,0 1-10 0,1-1-90 15,3 3-37-15,-1 2-25 0,2-3-57 0,-3 4-85 16,4 0-105-16,-1 0-100 0,1 1-71 0,1 2-37 16,3 4-5-16,2 5 31 0,4 5 35 0,2 8 23 15,3 6 16-15,0 6-18 0,0 5-22 16,0 3-36-16,0 6-36 0,-2 0-17 0,-3 5-19 16,1-1-6-16,-1 2-11 0,-2-3-8 15,-4-1-2-15,1-4-9 0,0-5-4 0,1-4-1 16,-3-6 0-16,0-5 0 0,1-8-3 0,-3-2 3 15,1-6 6-15,-2-5 1 0,0-5 1 0,0-6 2 16,0-8 2-16,0-8-3 0,1-7-2 16,-1-5-10-16,2-5-3 0,0-5-2 0,-1-4-3 15,-1-2-4-15,-1-4-1 0,-1 0 5 0,2-4 7 16,0 0 4-16,0 0 2 0,3 4 2 0,2 2-7 16,3 5-1-16,-2 6-5 0,2 5-6 0,0 5-1 15,0 5-4-15,0 3 6 0,-2 6 2 0,4 1 0 16,-1 6 3-16,1 1 1 0,-2 3 3 0,2 3 0 15,2 4 7-15,-3 3 3 0,0 3 1 0,3 3 2 16,-6 2 0-16,2 5 1 0,-2 2-10 0,-3 4-4 16,-3 2-2-16,-1 3-3 0,-5 2 0 15,-1 2 0-15,-2 2 4 0,-3 1 2 0,0-4 0 16,1 1 2-16,-2-4-1 0,5-3-1 0,0-5-2 16,3-4 0-16,1-4 3 0,-1-4-8 0,2-4-30 15,3-6-54-15,2-5-50 0,-1-3-49 16,5-9-71-16,-1-3-87 0,2-6-71 0,1-6-16 15,2 2 18-15,3-6 18 0,0 2 53 0,1-1 100 16,0 3 104-16,0 0 80 0,1 5 19 0,0 3 8 16,-3 2 10-16,2 5 3 0,-5 3 37 0,3 4 49 15,-3 4 62-15,-1 3 61 0,-2 1 60 0,2 5 38 16,-3 1-6-16,2 2-20 0,-3 1-36 0,1 1-37 16,-4 2-34-16,2 2-13 0,1 1 8 0,-3 2 8 15,-1 1 9-15,2 1 3 0,-1 3-8 16,1-1-22-16,-2 2-32 0,2 2-32 0,0-3-25 15,-2 2-19-15,4-3-16 0,-3-1-6 0,4-3-7 16,-2-1-3-16,4-2 1 0,-1-3-16 16,3-5-31-16,1-1-41 0,-1-5-41 0,2 0-54 15,-1-5-103-15,0-5-121 0,-1-1-123 0,0-5-145 16,-1-1-205-16,2 0-204 0,-1-5 16 0,1 2 247 16,-2-1 334-16</inkml:trace>
  <inkml:trace contextRef="#ctx0" brushRef="#br1" timeOffset="54999.83">18236 1501 60 0,'6'-16'288'0,"0"2"166"0,-1 4 137 15,-2 2-47-15,1 1-65 0,0 7-2 0,1 0 15 16,0 6 0-16,1 1-15 0,-1 5-55 0,0 0-77 16,-1 1-87-16,3 5-66 0,-1 1-33 0,2 0-8 15,0 4 7-15,0-2 1 0,-2 4-1 16,3-1-14-16,0 0-23 0,-5 1-25 0,4-3-31 16,-2-1-20-16,2-3-17 0,-1-2-12 0,-1-4-6 15,3-1-5-15,-1-4-1 0,0-2 0 0,-1-4 0 16,2-4 0-16,1-5 2 0,-2-2 1 0,1-3-3 15,2-3-3-15,-1-4-1 0,-1-1-2 16,0-3-3-16,-2 1-1 0,-1-1-1 0,-1-1 1 16,3-1 1-16,-4 2 1 0,0-1 0 0,2 4 2 15,-1-1-2-15,0 5 2 0,1 3-1 0,-2 2-1 16,1 5-1-16,0 4 0 0,-2 3 0 0,1 4-1 16,-3 4 0-16,2 5-1 0,-3 1 3 0,2 4 4 15,-2 1 4-15,4 2 3 0,-2 2 0 16,1 2 1-16,-1-4 2 0,1 2-3 0,0-1-3 15,4-2-2-15,-3-2 0 0,2-2 0 0,2-3-2 16,2-2 0-16,0-3 3 0,4-5 0 0,0-6 0 16,3-2 3-16,4-5-4 0,0-5-2 0,2-5 0 15,4-1-3-15,0-3-1 0,1-3 0 16,2 2 1-16,-1-1 1 0,-4 4-3 0,1-1 3 16,-3 3 2-16,-3 4-2 0,-3 2-1 0,-2 5 4 15,0-1-1-15,-6 4 0 0,0 5-1 0,-1 2 1 16,-3 3 4-16,-1 3 6 0,-3 3 6 0,-1 2 4 15,0 2 0-15,0 0 1 0,0 2-1 0,0 0-7 16,0 2-4-16,0-1-4 0,0 1-2 16,2-2-1-16,-1 1 0 0,4-3-3 0,-2 0 0 15,0 1 4-15,0-2-3 0,4-3 0 0,-2-1 0 16,4-2 0-16,-3-1 2 0,2-3-2 0,0-1 2 16,4-2 0-16,-2 0 1 0,3-4-1 0,-1 0 0 15,1-2-2-15,1-2 1 0,1 1 1 16,0 0-1-16,0 0 1 0,0-1 0 0,-2 3-2 15,3-2 2-15,-4 2 0 0,1 2-1 0,0 1-1 16,-2 2 2-16,1 2 3 0,-2 1-5 0,0 4 3 16,-2 3 1-16,1 0-2 0,-1 4 0 0,-2 1-2 15,-1 1 3-15,3 1-1 0,-4 2 1 0,1-1-1 16,2 1 1-16,-3 0-2 0,6-2 0 16,-6-2-1-16,3-1-3 0,-1-4 2 0,2 0 1 15,0-6-1-15,-2-4 1 0,2-3 0 0,2-4 0 16,1-7 0-16,0-1-1 0,1-5 0 0,0-5-2 15,0-2-1-15,2-3 3 0,2-3-3 16,0-6 5-16,0-3 6 0,3-3 5 0,0-2 5 16,-3-5 3-16,2-1 3 0,-1-2-3 0,0-2-4 15,-1-1-6-15,1 0-6 0,-4-1-4 0,-1 1-4 16,-1 0-3-16,-1 4 1 0,-2 4 4 16,-4 3 2-16,1 8 9 0,-2 7 6 0,-3 7 4 15,0 7 0-15,0 5-1 0,-3 11-3 16,-2 7-4-16,2 5-1 0,-3 11 0 0,3 3 5 15,-2 4 3-15,0 4-2 0,1 4-3 0,-3 4-1 16,2 4-1-16,-4 2 4 0,1 4 0 0,0 2 4 16,2 0-1-16,-3 4-4 0,1 0-2 0,1-1-4 15,2-2-3-15,1 0-1 0,2-3 0 0,2-6 0 16,2 0-5-16,2-7-18 0,-1-3-40 0,2-5-69 16,0-5-68-16,2-6-122 0,-4-3-179 15,0-8-283-15,1-2-285 0,-1-5-218 0,-1-5-122 16,1-2 311-16,-3-7 542 0</inkml:trace>
  <inkml:trace contextRef="#ctx0" brushRef="#br1" timeOffset="55220.15">19645 1246 65 0,'-7'-10'614'16,"1"6"462"-16,-2 0 167 0,-1 1-98 0,1 2-351 15,-2 2-301-15,4 1-166 0,1-1-88 0,0 3-48 16,4-2-41-16,1 2-32 0,1 0-49 0,4-1-30 15,3 1-18-15,5 0-11 0,-1 3-7 0,6-3-6 16,1 2 2-16,3 0-7 0,1 0 1 0,0 1 1 16,2 0 4-16,0 4-9 0,1-1-38 0,-1 0-33 15,-3 2-38-15,-1 1-80 0,-3 1-127 16,-1 0-139-16,-2 0-150 0,0-1-259 0,-2 1-225 0,0 1-37 16,-3-2 253-16,2-3 358 0</inkml:trace>
  <inkml:trace contextRef="#ctx0" brushRef="#br1" timeOffset="55477.82">20038 1485 160 0,'8'-2'346'0,"-3"-1"182"0,2 0 144 0,-3 0-14 15,1 0 12-15,-4 2-23 0,2 0-44 0,-3-1-27 16,0 4-33-16,0 0-80 0,-3 4-100 0,0 2-75 16,-3 3-43-16,-2 5-49 0,2 2-51 0,-4 3-43 15,-1 3-24-15,2 1-9 0,-1 3-13 16,-1 1-12-16,5 0-11 0,3-2-8 0,-1-5-5 16,8-2-7-16,2-6-6 0,4-6-2 15,5-5-3-15,6-6 1 0,1-7-2 0,5-7-1 16,5-6 0-16,4-2-2 0,2-6 1 0,1-1 0 15,-1 1 1-15,0-1 0 0,-2 2-2 0,-6 5 1 16,-4 4-2-16,-2 6 0 0,-6 1 0 16,-3 7-1-16,-3 2 1 0,-4 5-3 0,-3 4-1 0,-2 3-9 15,-1 5-18-15,-4 1-51 0,-1 5-62 16,-2 2-57-16,-1 2-109 0,-3 2-167 0,1 4-285 16,1-2-249-16,-1 3-218 0,2 1-164 0,3-2 257 15,2 1 546-15</inkml:trace>
  <inkml:trace contextRef="#ctx0" brushRef="#br1" timeOffset="55634.99">20614 1942 661 0,'30'4'1672'16,"-1"1"125"-16,-6 1-364 0,-3-1-350 0,-5-1-467 0,-3-1-287 15,-4 2-125-15,0-4-64 0,-3 2-41 0,-3 1-34 16,-2-2-25-16,-2 0-20 0,-1 0-30 16,-3-1-47-16,-6 0-103 0,2 1-220 0,-3-2-281 15,0 3-388-15,2 1-498 0,1 2-468 0,-2 3 376 16,4 3 1076-16</inkml:trace>
  <inkml:trace contextRef="#ctx0" brushRef="#br1" timeOffset="61487.95">21383 4448 98 0,'1'-6'374'16,"-1"0"229"-16,-1 1 220 0,-3-1 11 0,-1 1-150 15,2-1-98-15,-2 1-86 0,-1 0-77 0,-2-1-85 16,-1 3-93-16,1-2-78 0,-5 1-47 16,4 2-23-16,-3 0-1 0,-1 2 7 15,1 0 9-15,-2 0 1 0,2 0-4 0,0 0-10 0,0 4-14 16,1-1-20-16,1 1-16 0,-1 2-18 16,3 0-7-16,0 2-7 15,1-1-5-15,2 1-4 0,2 2-6 0,-1 0-2 0,4 1-4 16,0 0 3-16,4 1-3 0,-3 1 1 0,4 1 3 15,3 0 3-15,0 2-3 0,1 0 1 16,2 2 3-16,0 0-3 0,2 5 2 0,3-2-1 16,-2 4 3-16,2-1-3 0,0 3-1 15,-1 0 3-15,1 2 2 0,0-3 15 0,-2 3 10 0,0-2 5 16,-2 0 1-16,0 0-2 0,-2-1-2 16,-2-1-15-16,-2-1-6 0,0-1-7 0,-3-1 0 15,-1-3 0-15,-2 0-1 0,-2 0-2 16,-1-2 1-16,-3-3 2 0,0 2 1 0,-2-4-1 15,0-2 2-15,-3 1-1 0,0-3-1 0,-2 0-2 16,0-2-2-16,2 0 2 0,-4-2-2 16,0-2 0-16,1 0 0 0,0-2 0 0,-2-4-2 15,0 3-3-15,1-5-22 0,-3 0-50 0,1-1-52 16,1-2-49-16,-2-3-93 0,2 0-142 16,-1-4-148-16,3 0-208 0,0-2-233 0,2 1-211 15,2-3 32-15,2-1 352 0,1-3 399 16</inkml:trace>
  <inkml:trace contextRef="#ctx0" brushRef="#br1" timeOffset="61796.42">21185 4454 29 0,'4'3'452'16,"0"1"341"-16,1 0 223 0,4-2 79 0,-1-1-308 16,1 1-254-16,5-2-157 0,2-2-70 0,1 1-49 15,4-2-55-15,1 0-31 0,4-1-12 0,0 1-16 16,3 0-19-16,1-2-14 0,1 0-25 16,-1-1-27-16,2 2-26 0,1-2-12 15,1 1-8-15,-3 1-7 0,3-1 3 0,-3 1-3 16,1 1-5-16,-2 0-14 0,0 1-49 15,-2 1-43-15,-3-1-77 0,1 2-134 0,-4-1-175 0,0 1-298 16,-1 0-239-16,-2 1-225 16,0 1-2-16,-3-1 401 0,-1 3 449 0</inkml:trace>
  <inkml:trace contextRef="#ctx0" brushRef="#br1" timeOffset="62135.34">22225 4431 302 0,'5'10'604'16,"-4"1"343"-16,3 2 187 0,-3 2-272 16,1 3-223-16,1 0-98 0,0 2-88 0,2-2-110 15,1 1-92-15,0-2-56 0,4-3-47 16,0 0-43-16,4-3-44 0,-2-2-26 0,6-4-12 16,-1 0-11-16,2-6-5 0,1-4-3 15,-2-1 2-15,3-2 3 0,-3-3 18 0,-3-3 28 16,0 2 24-16,-5-1 18 0,-4-1 8 0,-1 1 5 15,-5 1-12-15,-1 0-19 0,-6 1-18 0,-1 1-15 16,-3 1-11-16,2 1-10 0,-3 3-9 0,-1 0-5 16,1 4-4-16,-2 1-2 0,3 1-3 15,-2 5-2-15,3 0-1 0,-2 3-2 0,3 1 0 16,-2 1-2-16,3 2-1 0,1 2-11 16,3 0-34-16,-2 2-67 0,2 0-68 0,1 2-128 15,2-1-188-15,-3 3-310 0,4-1-306 16,-1 3-224-16,1 0-103 0,1 2 380 0,1 1 565 15</inkml:trace>
  <inkml:trace contextRef="#ctx0" brushRef="#br1" timeOffset="62466.18">22622 5428 88 0,'4'11'670'15,"-2"-2"488"-15,0-3 186 0,-1-1-38 0,1-4-361 16,0-1-361-16,-1-3-183 0,4-1-104 0,-2-4-82 16,5-1-89-16,-2-2-58 0,2-3-31 15,2 0-17-15,2-3-9 0,1-2-4 0,1 2-2 16,0-2-1-16,-2 3-1 0,2-3 0 16,-6 5-1-16,0-2 6 0,-2 4 2 0,-5 2 2 15,-2 4 1-15,-5 3 3 16,-2 3 1-16,-2 3-4 0,-2 4-1 0,-1 2-2 0,0 3-1 15,1 1-1-15,-1 0-1 0,2 5-3 0,1-4-1 16,4 2-2-16,-1-2 0 0,4 2-3 16,-1-2-5-16,2-3-19 0,1 1-53 0,1-2-69 15,0 0-68-15,0-3-129 0,1-1-178 16,-1-1-283-16,0-1-256 0,0 0-195 0,0-2-92 0,0 2 328 16,0-4 505-16</inkml:trace>
  <inkml:trace contextRef="#ctx0" brushRef="#br1" timeOffset="62812.42">22094 5554 402 0,'-10'11'1115'0,"2"-5"320"15,3-2-126-15,2-2-188 0,3-6-491 0,5-3-247 16,6-3-135-16,7-7-64 0,2-4-38 0,7-5-48 16,3-2-34-16,5-5-18 0,6-3-13 15,0-3-5-15,2-3 0 0,6-1-2 0,1-4-4 16,6-7-3-16,6-3-1 0,5-8-4 0,5-2-5 16,2-3-3-16,2-2-1 0,0-3-2 15,-1 3 0-15,-2 2 0 0,-4 3 0 16,-9 5-2-16,-5 5-1 0,-8 7 0 0,-7 6 0 15,-9 4 0-15,-2 4-3 0,-7 4-14 0,-8 5-54 16,-4 4-70-16,-5 1-130 0,-3 4-209 16,-6 5-306-16,-2 2-343 0,-6 5-288 0,0 2-108 15,-2 4 446-15,-4 4 628 0</inkml:trace>
  <inkml:trace contextRef="#ctx0" brushRef="#br2" timeOffset="84084.23">15671 8607 74 0,'5'5'629'0,"-2"1"464"0,1-2 143 0,-3-1-114 0,1 0-375 15,1-2-269-15,0-1-122 0,1-1-57 0,1-3-29 16,0-1-27-16,2-2-25 0,1-4-49 16,2-3-51-16,0-1-37 0,1-4-13 0,3-2-9 15,2-5-3-15,1-1-4 0,2-3-2 16,1-3-1-16,0-1 0 0,3-2-2 0,0 0-3 16,2-3-2-16,0 0-8 15,1 1 2-15,0 1-2 0,-3 1-1 0,-1 1 0 0,-2 5-1 16,-4 3 5-16,0 5-5 0,-5 3-3 0,0 5-4 15,-5 1-3-15,1 5-5 0,-2-1-3 16,-2 3-5-16,0 3-2 0,0 0-2 0,0 3-2 16,-1 3 1-16,-1 5-1 0,1 3 0 15,-1 4 0-15,-1 7 0 0,-3 3 1 0,2 3-1 16,-4 4 0-16,-1 5-1 0,-1 1 0 16,-1 4 0-16,0 2 0 0,-2-1-1 0,2 2 1 15,-4-2 0-15,3-1 0 0,0-1 0 0,-1-2-1 16,1-3-1-16,1 0-1 0,1-5 0 15,2 0-1-15,-2-6-2 0,2 0 1 0,2-5-1 16,0-4-7-16,1 0-14 0,-1-5-20 16,1-2-25-16,-1-1-58 0,1-4-77 0,1-2-102 15,-1-4-158-15,4-1-261 0,-1-3-322 0,3-2-273 16,0-2-176-16,1-2 175 0,0 1 597 0</inkml:trace>
  <inkml:trace contextRef="#ctx0" brushRef="#br2" timeOffset="84519.23">16272 8710 467 0,'6'8'932'0,"-1"-5"249"16,-2-2-23-16,1-2-319 0,0-2-238 0,4-5-148 15,2-1-88-15,-1-4-46 0,2-4-44 16,3-3-33-16,3-3-61 0,-2-4-60 0,4-3-29 15,0-3-19-15,1-2-9 0,-2 1-10 0,3-4-1 16,-1 2-4-16,-2-3-2 0,2 2-2 16,-2-1-1-16,0 1 1 0,0 0-3 15,-4 5-2-15,-1 0-2 0,1 5-1 0,-4 4-2 16,0 2-4-16,-3 2-5 0,-2 4-3 0,1 3-5 16,-3 4-4-16,0 1-6 0,-1 1-3 0,2 2-2 15,-4 2-1-15,4 0-1 0,-4-1-1 16,1 6 1-16,1-1 0 0,-1 3-1 0,3 4 1 15,-3 2 1-15,2 3-2 0,-1 3 1 16,-2 4 0-16,2 3 0 0,-2 2-1 0,-2 5 0 16,2 0-1-16,-2 3-1 0,-1 1 0 0,2 2 1 15,-3 0 1-15,0 0-1 0,0 1 0 16,2 0 0-16,-2-1 0 0,3 0-2 0,-1-2-1 16,1 0 0-16,-1-1-7 0,0-5-16 0,1 0-24 15,-2-3-58-15,1-6-77 0,-1-3-141 16,-1-2-234-16,1-3-309 0,-1-1-364 0,2-4-302 15,-1-2-79-15,2-4 541 0,1-1 676 16</inkml:trace>
  <inkml:trace contextRef="#ctx0" brushRef="#br2" timeOffset="84740.65">16958 8716 675 0,'3'3'1527'0,"-3"0"132"16,2-1-302-16,-2 0-358 0,0-2-453 0,0 0-275 16,2-2-133-16,-2 0-63 0,1-2-33 0,2-1-21 15,2 0-13-15,0 0-16 0,0-1-58 16,1 0-69-16,0-3-123 0,-1 1-187 0,2 1-308 16,-1 1-338-16,1-2-280 0,-2 2-126 15,2 0 370-15,-1 0 616 0</inkml:trace>
  <inkml:trace contextRef="#ctx0" brushRef="#br2" timeOffset="85444.44">17423 8072 286 0,'0'-5'612'0,"-2"1"317"0,2 2 172 0,0 0-252 15,0-1-222-15,0 3-156 0,0 0-119 0,0 1-78 16,0 5-24-16,2 7-15 0,0 6-12 0,-1 5-15 16,-1 6-7-16,2 6-25 0,0 5-52 15,-2 7-39-15,0 0-26 0,0 2-17 0,0 2-16 16,1 0-8-16,6-2-6 0,-1-2-3 0,3-6-5 16,4-5-1-16,4-5 0 15,2-7 0-15,5-7 1 0,1-8 0 0,2-6 3 0,3-9 0 16,2-6-1-16,-1-7 2 0,-1-3-4 15,0-9 2-15,-1-2-1 0,-2-2 5 0,-6-3 7 16,-1 0 8-16,-4-1 8 0,-4 1 7 0,-4-1 5 16,-3 0-5-16,-5 0-6 0,-3-2-8 15,-3 2-6-15,-4-1-7 0,-6 3-6 0,0 3-1 16,-4 4-4-16,-4 5-2 0,-1 4 0 16,-2 7-1-16,-3 3-1 0,1 5-2 0,1 5 1 15,-1 5-1-15,3 2 1 0,0 6-3 0,3 1 2 16,2 5-1-16,1 3 1 0,2 4-2 15,2 2 1-15,2 2-1 0,5 3 0 0,2 0-10 16,2 1-31-16,4 1-70 0,2-3-68 16,4 0-124-16,3-2-184 0,2-2-313 0,4-5-309 15,2-2-215-15,6-1-108 0,3-5 367 0,5-5 561 16</inkml:trace>
  <inkml:trace contextRef="#ctx0" brushRef="#br2" timeOffset="85769.78">18445 8213 37 0,'3'9'621'15,"-5"4"521"-15,-3 3 217 0,-5 8-55 0,0 5-324 16,-1 4-387-16,-2 2-207 0,4 6-108 16,-1 0-76-16,4 1-75 0,1 1-55 0,2-2-35 15,6-1-16-15,5-4-10 0,2-5-4 0,4-6-5 16,6-6-11-16,2-6-5 0,5-6-1 0,2-9-4 15,-2-5 0-15,1-7 0 0,2-6 11 16,-3-5 3-16,-2-5 2 0,-1-1 12 0,-5-4 13 16,-2-2 13-16,-7 0 17 0,-1 2 8 15,-6-2 4-15,-3-1-6 0,-4-2-9 0,-9 2-12 16,-1 0-15-16,-5 0-8 0,-5 2-6 16,-4 4-5-16,1 6-3 0,-3 5-4 0,-5 8-3 15,1 7-19-15,-1 7-49 0,-2 8-73 0,2 7-122 16,2 4-191-16,3 4-305 0,2 7-339 15,2 3-291-15,4 3-129 0,3 2 382 0,2 4 626 16</inkml:trace>
  <inkml:trace contextRef="#ctx0" brushRef="#br2" timeOffset="87287.64">19868 7682 331 0,'-4'11'722'0,"1"-3"282"0,3-1 84 0,-1-2-248 15,2-2-220-15,4-5-83 0,5-2-85 0,4-3-52 16,3-10-58-16,9-1-57 0,5-11-59 0,6-7-77 16,8-6-39-16,9-6-29 0,4-8-20 15,6-4-21-15,-1-7-12 0,3 0-11 0,-2-4-11 16,-3 1-6-16,-4 1-1 0,-6 2 1 0,-4 4 3 16,-5 7 3-16,-8 3-3 15,-7 6-1-15,-5 6-1 0,-9 5-5 0,-4 3-14 16,-4 4-33-16,-7 7-57 0,-2 1-55 0,-7 4-81 15,-4 1-144-15,-2 2-185 0,-2 4-281 0,-5-1-233 16,-3 3-215-16,-1 2 8 0,0-3 431 16,-1 4 467-16</inkml:trace>
  <inkml:trace contextRef="#ctx0" brushRef="#br2" timeOffset="87492.49">20438 6426 90 0,'-1'-8'371'0,"1"-1"228"16,4-2 255-16,4 1 71 0,4-3-178 15,7-2-145-15,4-3-97 0,5-2-84 0,7-2-98 16,3 0-92-16,4-3-42 0,3 3-19 0,3-2 1 15,-1 1-2-15,2 0-1 0,-3 4-21 0,-1 1-31 16,-5 3-23-16,-2 0-28 0,-6 6-17 16,-3 2-22-16,-8 5-10 0,-4 4-7 0,-4 4-5 15,-4 6 0-15,-8 6 0 0,-4 4 2 16,-5 7 0-16,-6 5-1 0,-2 7-1 0,-6 4-46 16,-3 4-67-16,-4 5-155 0,-2 3-279 0,-3 2-295 15,0 1-358-15,-1-1-301 0,0 3-22 16,0-2 649-16</inkml:trace>
  <inkml:trace contextRef="#ctx0" brushRef="#br2" timeOffset="89812.59">15644 10105 141 0,'0'4'370'16,"-1"-1"176"-16,1 1 136 0,0-2-156 0,0 0-97 15,0 0-29-15,0 0-15 0,0-2 1 16,0 1-1-16,0 0-30 0,1-1-50 0,-1 0-60 16,0-1-45-16,2 1-39 0,-2-1-16 15,3 1 20-15,1-4 28 0,-3 2 11 0,4-2-1 16,2-2-9-16,2-3-20 0,-1 0-43 0,1-1-36 16,0-4-26-16,3-1-18 15,0-2-13-15,-1-2-3 0,2 0-4 0,3-2-4 0,-2-3-4 16,3 3-1-16,-2-2 0 0,2 0-6 15,-3 1-2-15,2 0 2 0,-2 0 3 0,0 3 0 16,-1-2 1-16,0 5 0 0,-2 1-2 0,-3 0-5 16,1 4-3-16,-3 2-2 0,-1 2-3 15,-2 1-1-15,1 1 0 0,-1 1-2 0,-2 1 1 16,1 1-2-16,-2 0-1 0,2 2-1 16,-1 0 0-16,2 2 1 0,-1 3-1 0,-1 2 1 0,2 2 1 15,-1 3 2-15,1 3-1 16,0 3-1-16,-1 2 0 0,1 2-1 0,-3 3 3 15,4 1 2-15,-4 1 3 0,0 1 2 0,0-1 1 16,0 4 1-16,-2-3-1 0,0 0-1 0,1 0-3 16,-1-1-1-16,0-2-2 0,-1 0 0 0,2-3-1 15,-1-1-1-15,2-3-2 0,-2 0 1 0,1-5-1 16,-1 1-1-16,2-4 0 0,-1-1 1 16,-1-1-1-16,-1-4 1 0,3 0 0 15,-3-1 0-15,3 1 0 0,-2-2 0 0,2-1 1 16,-3 0-2-16,3-1 1 0,-1-1-2 0,-1 0-7 15,2-3-10-15,0-1-23 0,0 1-53 0,0 0-68 16,0-3-82-16,0 1-142 0,2 0-193 16,-1-1-306-16,2 0-264 0,2-1-201 0,0 2-9 15,-1-1 448-15,1-1 500 0</inkml:trace>
  <inkml:trace contextRef="#ctx0" brushRef="#br2" timeOffset="90295.36">16424 9812 11 0,'8'0'452'0,"-4"4"382"15,-2-1 239-15,0 4 41 0,-1 0-300 0,3 6-273 16,-3 3-129-16,1 2-46 0,1 5-36 0,0 2-48 15,0 5-43-15,-1 2-43 0,4-1-57 16,-3 2-50-16,4-1-32 0,1-2-25 0,2-5-16 16,2-1-7-16,0-5-4 0,2-3 1 0,3-6 6 15,0-2 4-15,-1-5 6 0,2-6 5 16,1-3 5-16,-1-5 4 0,1-6-4 0,-2 0-5 16,1-3 2-16,-2-2 1 0,-1-2 1 15,-4-1 4-15,0 0 3 0,-4 0 6 0,-3 0-6 16,-2 0-2-16,-4 0-10 0,-1 0-6 15,-2 2-6-15,-4 0-6 0,-2 0-2 0,0 4-2 16,-3 3 0-16,-1 1-1 0,-2 2-1 16,3 5-2-16,-2 0 0 0,0 5-2 0,1 2-1 15,-2 2 1-15,2 4 0 0,0 2-1 0,2 2 1 16,0 3-1-16,-3 2 2 0,5 1-1 0,1 1 0 16,-1 2-1-16,3 0 1 0,0 0 1 15,3 0-2-15,1 1-1 0,1-1-10 0,3 2-23 16,0-1-49-16,4-1-67 0,-1 0-64 0,2 1-100 15,2-3-145-15,-1 0-175 0,3 0-251 0,-1-1-209 16,2 0-179-16,1-2 73 0,2-1 411 16</inkml:trace>
  <inkml:trace contextRef="#ctx0" brushRef="#br2" timeOffset="90613.94">16948 10163 205 0,'4'-6'695'0,"2"2"391"16,-1 1 115-16,-3 0-215 0,-1 2-319 0,2-1-211 15,-1 4-115-15,-2 2-51 0,3 2-34 16,-3 3-26-16,0 2-21 0,-1 2-37 0,-1 2-46 16,-1 3-42-16,0 2-32 0,-1 0-18 0,0 0-15 15,-2 1-8-15,1 2-4 0,0-2-4 0,2 1-3 16,0-1-12-16,-1 1-63 0,3-3-65 16,-1-1-145-16,1-2-242 0,-4 0-303 0,5-2-343 15,0-2-242-15,0 0-43 0,5-3 550 16</inkml:trace>
  <inkml:trace contextRef="#ctx0" brushRef="#br2" timeOffset="91895.33">17243 10174 105 0,'3'0'358'0,"0"0"202"0,1 2 176 15,-3-2-88-15,1 0-101 0,-1 0-68 16,1 0-36-16,2 0-28 0,0-2-37 0,-3-1-52 16,2-1-60-16,2-4-38 0,0-1-11 15,3-3 6-15,3-1-2 0,-2-3-10 0,4-3-9 16,1-2-25-16,-1-3-31 0,4-2-38 0,-1-2-29 16,3-1-13-16,0-2-14 0,-1-1-9 15,0-2-8-15,0 1-2 0,-1 0 0 0,2 3-5 16,-5 2-3-16,-1 0 2 0,1 6 1 0,-6 5-5 15,0 0-4-15,1 4-1 0,-4 5-2 16,-1 0-6-16,-1 2-4 0,-2 2-1 0,1 1-2 16,0 1-2-16,-1 4 0 0,-1 2-1 15,2 2 2-15,-1 3-1 0,-1 1 0 0,0 4 0 16,0 2-1-16,2-2 0 0,-2 3-1 0,0 2-1 16,3-2 1-16,-2 2 1 0,-1 2 0 15,2-1 2-15,-2 5 1 0,1-2 3 0,-1 2 2 16,0-4 1-16,0 5 0 0,0-3-1 0,0 3-2 15,0-2-1-15,-1 0-2 0,1 1-2 0,-2-3 1 16,2 0-1-16,0 0 0 0,-4 0 0 16,4-2-1-16,-2 3 0 0,-1-4-1 0,2-2 0 15,-3-1 1-15,3 0-2 0,-1-4 0 16,1-2 1-16,-1 0-2 0,0-5 0 0,1 0 0 16,-1-2-1-16,2 0-7 0,0-2-14 15,0-2-32-15,0-2-65 0,3-3-68 0,1-1-108 16,-3-5-161-16,2 1-241 0,2-2-299 15,0 1-226-15,2 2-166 0,-2 0 185 0,2-1 514 16</inkml:trace>
  <inkml:trace contextRef="#ctx0" brushRef="#br2" timeOffset="92586.17">18318 9760 87 0,'3'-6'408'15,"-3"1"269"-15,0-1 238 0,0 0 5 0,0-1-198 16,0 1-159-16,0 1-112 0,0-1-77 0,-1 2-48 16,-1 1-30-16,2 0-16 0,0 0-23 0,-2 0-14 15,2 2-22-15,-1-1-40 0,-1-1-52 16,2 3-49-16,-1 0-27 0,-4 0-23 0,2 2-14 15,0 1-10-15,-2 2-3 0,0 1 0 16,0 2-3-16,1 3 2 0,-4 0 1 16,0 5 2-16,2 2 2 0,-2 1 0 0,-3 3 0 0,3 1 2 15,-2 4-1-15,1 2 1 0,3-1-3 16,-2 4-1-16,1-2 0 0,4 1-3 16,0 0-1-16,3-2 0 0,1 0 0 0,2-2 2 15,6-2-1-15,-1-2 1 0,2 0-3 16,2-4 0-16,2-3 1 0,2-1-1 0,1-5-1 15,0-1 1-15,4-3 2 0,0-5 1 0,1-2 0 16,0-3 2-16,0-4-1 0,0-3 1 16,0 0 0-16,-1-4-1 0,0-1-2 0,-3-2-1 15,0-4 1-15,-1 2-2 0,-1-1 6 16,-3-2 7-16,-4-1 3 0,0 0 4 0,-1-1 2 16,-4-1 3-16,-1-2-5 0,-3-1-5 0,-2-1-3 15,-1 0 3-15,-4 0 0 0,-2 3 1 0,0 2 0 16,-3 2-1-16,-5 2-1 0,1 3-7 15,-3 5-4-15,-1 2-3 0,2 3-4 0,-4 7-1 16,0 2-3-16,1 5-9 0,0 1-27 16,-1 8-72-16,1 0-76 0,-3 0-141 0,4 2-223 15,-2 5-316-15,2-1-341 0,-2 3-220 0,0 3-32 16,1 1 503-16,0 0 575 0</inkml:trace>
  <inkml:trace contextRef="#ctx0" brushRef="#br2" timeOffset="93654.67">17044 10429 277 0,'3'-9'539'0,"-2"-2"279"0,-2 3 193 0,-2-1-180 15,1 1-171-15,-1 2-119 0,0 2-98 16,0-1-82-16,0 4-80 0,-1-1-55 0,-1 2-32 16,1 0-24-16,-1 3-17 0,1 0-22 15,0 1-26-15,0 2-29 0,0 0-24 0,1 5-13 16,1-1-8-16,-1 3-7 0,3 0-3 0,0 1-4 15,2 0 0-15,-1 2-5 16,4-2-7-16,0-1-3 0,2-1-4 0,-1-2 0 0,3-2 0 16,1-4 3-16,-1-2 10 0,5-4 10 0,-1-2 4 15,1-6 4-15,1 0 6 0,-1-5 2 16,-2-2 1-16,0 0-3 0,0-1 5 0,-4 0 2 16,-1 1 1-16,-3 2 1 0,-1-3-5 15,-6 3-3-15,0 0-5 0,-2 1-6 0,-1 1-7 16,-4-2-5-16,0 2-4 0,-3 1-3 0,-1 3-1 15,1 0-3-15,-2 2-1 0,0 5-1 16,0 2-1-16,0 2 1 0,0 5-2 0,1 3 2 16,1 2-1-16,1 1 1 0,2 3 0 15,1 0-1-15,0 4-1 0,2-2-1 0,2 1 0 16,4 0 0-16,1 0-1 0,1-3 0 0,3-1 1 16,1-3-1-16,4-1 2 0,0-4 1 15,3-3 1-15,1-4 1 0,4-6 1 0,-2 0 0 16,1-7 1-16,0-2 1 0,-2-1-1 15,2-2 1-15,-3-2 0 0,-1 2 5 0,-2 0 7 16,-4 2 8-16,-3 1 7 0,1 1 2 0,-6 1 0 16,-1-1-3-16,-2 4-8 0,-2-1-7 15,-2 3-6-15,-2 1-4 0,1 1-2 0,0 3-3 16,0 3-1-16,-1 3-1 0,0 5-1 0,1 1-1 16,2 4-1-16,0 4 0 0,2-1-2 0,3 3-7 15,3-1-15-15,5-1-28 0,2 1-72 16,5-1-74-16,-1-2-139 0,6 0-211 0,4-2-311 15,-2 0-345-15,4 1-221 0,1-2-68 16,4 0 472-16,4 2 594 0</inkml:trace>
  <inkml:trace contextRef="#ctx0" brushRef="#br2" timeOffset="94766.73">19761 9893 260 0,'-12'2'533'15,"3"-2"277"-15,-3 0 161 0,3 0-244 0,4 0-215 16,2 0-108-16,3 2-52 0,3 1-65 0,5 1-56 15,5 2-22-15,4 3-17 0,9 3 37 0,4 3-18 16,3 1-24-16,3 1-16 0,7 3-25 16,0-2 10-16,2 2-42 0,3-1-27 0,1-1-13 15,-2-2-11-15,1 1-8 0,-4-2-27 16,0-2-14-16,-3 1-8 0,-1-2-3 16,-4-2-3-16,-4-1 0 0,-7-2-24 0,1 1-52 15,-9-3-55-15,-6-2-112 0,-5 0-176 0,-6-3-307 16,-3 0-296-16,-5-3-246 0,-2 0-153 15,-7-3 314-15,1-1 577 0</inkml:trace>
  <inkml:trace contextRef="#ctx0" brushRef="#br2" timeOffset="95008.83">20381 9991 159 0,'13'0'381'0,"3"0"195"0,-2 3 204 0,2 0-67 15,2 1-63-15,-1 2-46 0,0 0-66 16,4 0-56-16,-1 1-76 0,1 4-89 0,3-3-56 15,-2 1-36-15,-2 0-14 0,-4 3-23 0,1 0-19 16,-6 2-28-16,-1 3-34 0,-2-1-25 16,-7 3-23-16,-5 4-16 0,-2 1-16 0,-6 1-10 15,-3 4-7-15,-5-1-3 0,-2 2-4 16,-4 1-1-16,-3 0 0 0,-2 1-1 0,1-4-3 16,0-1-8-16,0-4-45 0,4-1-63 15,4-4-97-15,5-8-174 0,5-2-295 0,8-7-320 16,4-4-289-16,4-5-175 0,6-3 240 15,6-6 626-15</inkml:trace>
  <inkml:trace contextRef="#ctx0" brushRef="#br2" timeOffset="95443.93">22028 9893 271 0,'-29'17'659'0,"-2"3"311"0,-4 1 146 0,-3 4-199 15,-1 2-271-15,2 3-117 0,2 2-73 16,3 2-67-16,2 2-70 0,2 0-61 0,5 2-56 16,3-4-71-16,6-1-53 0,5-4-31 0,7-2-22 15,7-6-10-15,5-5-4 0,7-4-1 16,6-6 1-16,6-5-3 0,5-7 2 0,5-5-2 15,4-7-1-15,4-4-4 0,-2-8-1 0,0 1 0 16,-4-3 8-16,-4-1 13 0,-3 0 12 16,-6 3 9-16,-7 0 10 0,-4 2 3 0,-7-1-3 15,-4 4-11-15,-6-1-8 0,-3 1-9 0,-3 2-8 16,-4 2-5-16,-4 3-4 0,0 0-3 16,-5 4-3-16,1 6 0 0,-2 3-1 0,-1 0-2 15,0 5 0-15,-1 5 0 0,2 3-1 16,1 3 1-16,0 0 0 0,3 4 0 0,-1 0-2 15,4 2 2-15,1 1-2 0,4 1-2 0,-1 2 0 16,5 0-7-16,1 2-26 0,3 2-70 16,0-2-73-16,3 4-149 0,1 0-253 0,0 0-319 15,1 1-344-15,-1 2-233 0,1-2-3 0,3 0 590 16</inkml:trace>
  <inkml:trace contextRef="#ctx0" brushRef="#br2" timeOffset="95643.22">22206 10459 300 0,'5'3'1171'0,"-3"2"457"0,-4 2-145 0,-3 0-323 16,-1-1-472-16,-1 1-286 0,0 0-185 15,2 1-90-15,0-2-51 0,0 0-26 0,2-1-22 16,1 1-13-16,2 0-11 0,4-1-9 16,0 1-48-16,3-4-73 0,-1-2-118 0,7 0-187 15,-4-2-300-15,5-1-345 0,1-1-313 16,0-4-135-16,1 0 355 0,2-2 634 15</inkml:trace>
  <inkml:trace contextRef="#ctx0" brushRef="#br2" timeOffset="95895.35">22699 10000 315 0,'0'-13'885'0,"-4"2"357"0,-6 5 93 0,-1 4-179 15,0 3-396-15,0 4-269 0,-2 0-141 16,4 4-84-16,-2 2-90 0,3 2-74 0,3 1-43 15,0 4-27-15,4 0-13 0,1 2-7 0,1 2-6 16,4 2-4-16,0 1-4 0,1 2 4 0,2 0-1 16,0 0 0-16,-2 1 2 0,2 0 1 15,1-1 0-15,-4-1-2 0,0-3 0 16,0 1-1-16,-3-2 2 0,-1 0-3 0,-2-5-4 16,-1 0-16-16,-3-1-48 0,0-3-61 15,-3-3-62-15,-2-1-102 0,2-4-152 0,-4-4-191 16,3-2-260-16,0-2-211 0,-1-5-170 0,-1-1 126 15,1-5 437-15</inkml:trace>
  <inkml:trace contextRef="#ctx0" brushRef="#br2" timeOffset="96063.09">22566 10051 411 0,'7'-27'886'0,"-1"-3"315"0,2 5 51 16,5-1-239-16,1 2-275 0,3 0-207 0,4 3-145 15,0-3-91-15,5 3-77 0,1 2-88 16,2 1-54-16,1 2-31 0,0 3-21 0,0 3-10 15,-2 2-7-15,1 0-8 0,-1 6-42 0,-4 2-76 16,1 2-128-16,-1 4-215 0,-2 0-296 0,-3 1-347 16,3 3-326-16,0 2-101 0,-1 2 455 15,3 1 648-15</inkml:trace>
  <inkml:trace contextRef="#ctx0" brushRef="#br2" timeOffset="96327.33">23680 10056 153 0,'-16'-9'972'0,"0"-1"641"15,-1 2-37-15,1-2-304 0,-1 3-446 0,4-2-331 16,-1 3-214-16,4 0-112 0,2 2-64 16,3-1-40-16,-1 2-27 0,5 2-17 0,2 1-12 15,4 0-6-15,1 1-1 0,4 2 0 16,-1 0-1-16,5 2-1 0,1-1 1 0,0 1 0 15,1-1-1-15,2 0-1 0,-4 1-3 16,0 0-8-16,-1-1-13 0,-2 1-26 0,-2-2-53 0,-2 0-66 16,-4-1-83-16,-1 1-142 0,-2 3-190 15,-2 0-303-15,-1 1-255 0,-2 5-199 16,-2 0 3-16,1 2 454 0,-3 4 487 0</inkml:trace>
  <inkml:trace contextRef="#ctx0" brushRef="#br2" timeOffset="96518.77">23744 10526 60 0,'7'5'651'0,"-1"1"520"0,0-1 156 0,-3-1-152 0,-1 1-334 16,-2 1-376-16,-2-1-189 0,1 3-106 16,-2-2-59-16,-2 0-57 0,2 2-84 15,-3-2-153-15,1-1-211 0,-2 1-295 0,-2 0-299 16,3 0-271-16,-2 1-112 0,0-2 412 0,-1-3 547 15</inkml:trace>
  <inkml:trace contextRef="#ctx0" brushRef="#br2" timeOffset="96743.01">23332 10728 73 0,'-21'3'647'0,"6"-2"503"0,0-2 240 0,6-4-61 15,3-5-388-15,8-5-349 0,5-5-190 0,6-5-107 0,9-7-89 16,4-7-78-16,9-4-47 0,8-8-30 16,11-6-16-16,6-6-11 0,10-3-12 15,5-3-3-15,9-4 0 0,5 3-1 0,4 1 1 16,0 0-3-16,-1 7-3 16,-7 4-66-16,-7 5-113 0,-14 8-267 0,-13 7-275 15,-7 7-342-15,-10 3-447 0,-8 6-230 0,-8 1 456 16,-6 4 878-16</inkml:trace>
  <inkml:trace contextRef="#ctx0" brushRef="#br2" timeOffset="98044.86">15529 11676 278 0,'-3'13'549'0,"-2"1"250"0,2-1 180 16,0-1-201-16,-1 0-145 0,3-1-122 0,-1 0-84 15,2-1-66-15,0-1-44 0,3-1-46 0,-1-3-25 16,3-1-16-16,0-1-12 0,1-3-17 0,3-3-38 16,-1-1-34-16,5-5-30 0,1-4-23 15,1-3-15-15,2-6-12 0,1-3-6 0,3-6-4 16,1-1-4-16,1-5-3 0,1-1-3 16,1-1-1-16,0-2-2 0,-1 1 1 0,-3 3 2 15,0 1 1-15,-2 4 1 0,-4 5 1 0,-4 5 0 16,1 3-4-16,-4 5-4 0,-3 3-5 15,0 2-4-15,-1 4-5 0,-2 3-3 0,-2 8-4 16,-2 2-2-16,-2 5-1 0,1 3-1 16,-2 5-1-16,2 4 1 0,0 2-1 0,-2 3 1 15,1 2 2-15,0-1-1 0,-1 4 3 16,1 1-2-16,-3 3 1 0,2 0-1 0,0 0-1 0,-2-1-1 16,1 0 0-16,1-1-1 0,-2-1-1 15,2-5-1-15,1-1 0 0,-1-3-2 0,2-3-7 16,2-3-11-16,-3-3-19 0,4-4-41 15,-1-1-74-15,1-4-77 0,0-5-135 0,1-4-192 16,3-2-311-16,-1-5-302 0,4-3-204 0,1-4-68 16,0-5 428-16,5-4 560 0</inkml:trace>
  <inkml:trace contextRef="#ctx0" brushRef="#br2" timeOffset="98404.06">16173 11531 110 0,'9'6'465'0,"-1"5"315"0,-2 5 250 0,1 0-30 16,-1 3-271-16,3 5-194 0,1 0-116 0,0 3-81 16,0 2-61-16,3 1-62 0,-2-1-48 15,3 0-29-15,-1-2-31 0,4-4-23 0,-1-5-34 16,3-5-25-16,2-4-9 0,0-4-7 16,-1-5 23-16,3-6 14 0,-2-3 28 0,1-6 15 15,0-4 10-15,-4-3 6 0,1-2-14 16,-5-1-8-16,0-2-12 0,-2 0-5 0,-5-2-9 15,-4 2-7-15,-3 0-6 0,-6-1-9 0,0 0-10 16,-5 2-8-16,-3 0-3 0,-2 3-3 16,-2 3-4-16,-1 1-1 0,-3 5-3 0,2 3 0 15,-1 3-3-15,0 4 0 0,0 3-1 16,3 3-2-16,-1 3 0 0,3 3 0 0,0 1-1 16,4 3 1-16,-1 1 1 0,4 2 1 0,0 5-2 15,2-1-3-15,4 4-16 0,0-1-55 0,3 4-74 16,0-2-135-16,1 1-241 0,4 2-308 15,2 0-356-15,2-2-291 0,2 1-64 16,3-2 533-16</inkml:trace>
  <inkml:trace contextRef="#ctx0" brushRef="#br2" timeOffset="98595.8">16919 12025 266 0,'12'1'1100'0,"-7"1"517"16,-2-2-109-16,-3 0-307 0,0-2-485 15,-1-1-287-15,-2 1-195 0,1-3-99 0,-1 1-57 16,1-2-36-16,1 1-20 0,1-1-12 0,0 0-10 16,1-1-24-16,1-1-75 0,1 2-81 15,-1-1-165-15,1 1-286 0,0-1-323 0,2 3-364 16,0-1-207-16,2 0 122 0,1 2 672 16</inkml:trace>
  <inkml:trace contextRef="#ctx0" brushRef="#br2" timeOffset="99308.04">17395 11556 34 0,'-2'3'285'0,"0"2"169"0,-1-1 179 0,-3 1 26 15,3 5-102-15,2 2-18 0,-3 1-19 0,1 5-14 16,1 2-54-16,2 4-65 0,0 4-76 16,2 4-61-16,1 0-40 0,2 3-35 0,3 0-29 15,-2-1-18-15,4-3-28 0,1 1-31 16,5-5-25-16,-2-1-18 0,5-5-5 0,1-5 13 16,1-2 14-16,4-6 9 0,2-4 1 15,2-6 4-15,-1-4 0 0,4-5-21 0,-2-3-11 16,0-4 5-16,-2-5 1 0,0-1 3 0,-2-3 6 15,-7 0 4-15,1-1 4 0,-5-3-8 16,-3 2-3-16,-4 0-4 0,-5-1-6 16,-3 2-6-16,-4-3-5 0,-6 5-6 0,-6-1-6 15,0 1-3-15,-4 2-5 0,-4 5-1 0,-2 2 0 16,-3 3-1-16,1 6-1 0,0 4 1 16,-2 6 1-16,0 5-1 0,0 3 0 0,2 3-1 15,3 4-1-15,1 1 1 0,4 2-1 0,4 4 0 16,2-1 0-16,4 4-1 0,4 0 1 0,2 0-8 15,3 0-33-15,2 0-68 0,4-2-74 16,3 0-142-16,3-1-216 0,2-3-314 0,2 0-310 16,5-3-216-16,3-2-30 0,2-2 491 0,2-4 538 15</inkml:trace>
  <inkml:trace contextRef="#ctx0" brushRef="#br2" timeOffset="99695.84">18195 12000 272 0,'5'1'735'16,"-4"-2"345"-16,2-2 88 0,1-3-245 0,0-2-248 0,6-3-159 15,-2-3-99-15,3-3-63 0,3-4-53 16,0-3-43-16,5-3-52 0,0-5-62 0,3-2-45 15,2-2-30-15,1-3-14 0,3-2-11 16,1 0-7-16,1 1-5 0,-3 0-1 0,2 5 0 16,-4 1-4-16,-5 6 1 0,-2 4 1 0,-2 5-2 15,-7 3-4-15,2 4-4 0,-5 5-1 16,-1 3-5-16,-2 1-6 0,-1 8-2 0,-4 4-2 16,1 5 0-16,-2 2-1 0,-2 3 0 0,0 4 0 15,-3 4 1-15,2 2-1 0,-2 5 0 16,-2 2-1-16,0 3 0 0,0 4-2 15,-1 2-2-15,-5 4 0 0,3 0-2 0,1-1-11 16,1-1-26-16,-2 1-75 0,2-4-77 0,3-6-154 16,0 0-276-16,0-7-324 0,5-1-364 15,3-4-209-15,3-2 42 0,7-5 644 0</inkml:trace>
  <inkml:trace contextRef="#ctx0" brushRef="#br2" timeOffset="100164.97">19331 12059 183 0,'-3'3'490'0,"2"-3"228"0,1 0 115 0,0 2-113 15,4 0-120-15,3-2-93 0,4 0-80 0,3 3-38 16,5-3-26-16,3 1-72 0,4-1-66 16,2-1-56-16,2-2-35 0,2 3-24 0,-1-4-22 15,3 1-21-15,-3 1-31 0,-1-2-19 0,0 2-10 16,-3-2-11-16,-3 3-35 0,-3 0-45 15,-4-1-117-15,-4 0-177 0,-3 2-292 16,-3 2-292-16,-4 0-252 0,-5-1-121 0,-1 0 347 16,-6-1 525-16</inkml:trace>
  <inkml:trace contextRef="#ctx0" brushRef="#br2" timeOffset="100419.97">19752 11991 6 0,'14'-4'280'0,"-2"-2"192"0,2-1 211 0,0 3 143 16,3-2-180-16,3 0-92 0,1-1-49 15,3 2-44-15,1-1-64 0,4 1-80 0,-4 1-80 16,5 1-71-16,-3 1-41 0,2 2-25 16,-3 2-1-16,-4 3 15 0,-1-1 29 0,-3 3 20 15,-6 2 7-15,-1 2-5 0,-4 1-23 16,-7 3-27-16,-4 3-36 0,-2 1-27 16,-5 2-23-16,-5 0-9 0,-1 2-11 0,-1 0-4 15,-4 0-2-15,4 0-2 0,-2-2 2 0,1-1-3 16,2 0-1-16,4-3-20 0,2-2-58 0,2-4-59 15,4 0-104-15,2-4-166 0,5 0-281 0,1-7-308 16,6 4-241-16,4-2-154 0,4-1 236 16,2-1 552-16</inkml:trace>
  <inkml:trace contextRef="#ctx0" brushRef="#br2" timeOffset="100856.85">20968 12097 320 0,'10'-19'783'0,"-4"0"353"0,-3 6 54 15,2 1-286-15,-5 4-295 0,0 5-184 16,-5 5-94-16,2 4-54 0,-2 6-29 0,0 7-29 15,1 3-27-15,-3 6-35 0,4 1-46 16,-1 3-36-16,2 1-28 0,4-2-15 0,2 0-11 16,2-4-8-16,6-1-8 0,3-4-3 15,1-6-1-15,6-2-1 0,3-6 1 0,1-6 2 16,1-6 1-16,1-5 2 0,1-5-2 0,-2-6 0 16,-1-4-2-16,0-5 3 0,-4-1 7 0,-5-3 10 15,0 0 8-15,-7-1 6 0,-5 1 2 16,-5 0 1-16,-5 2-7 0,-3 1-9 15,-6 2-7-15,0 4-5 0,-7 3-5 0,-1 5-4 16,-2 5-1-16,1 5-3 0,-3 6-1 0,0 8-3 16,0 3-1-16,5 6-2 0,3 3-2 15,3 5-5-15,1 2-23 0,6 3-62 0,3 2-61 16,2 2-93-16,3 1-163 0,3 1-287 16,1 2-303-16,4-1-233 0,3-3-165 0,5 1 186 15,1-4 570-15</inkml:trace>
  <inkml:trace contextRef="#ctx0" brushRef="#br2" timeOffset="101018.36">21439 12473 149 0,'19'-5'893'16,"-8"1"632"-16,-1-1 25 0,-4-1-275 0,-3 1-456 15,0 2-336-15,-1-1-199 0,0 2-125 16,-2-3-70-16,0 4-43 0,1 1-25 0,2-1-16 16,-1 1-38-16,1 0-81 0,2 1-113 0,1 0-193 15,0 4-293-15,-1-5-342 0,2 2-350 16,-1 2-140-16,3-1 351 0,2-1 665 0</inkml:trace>
  <inkml:trace contextRef="#ctx0" brushRef="#br2" timeOffset="101631.08">21958 12111 140 0,'-3'-5'552'0,"-4"-1"388"0,0 2 224 0,2-1-128 0,-2 4-334 16,3 2-209-16,0 2-136 0,0 5-71 16,2 5-46-16,0 5-27 0,0 7-20 0,4 1-19 15,0 6-24-15,3 0-44 0,1 4-39 16,4-1-26-16,4-1-17 0,0 0-9 0,7-6-5 16,1-2-4-16,0-5-1 0,7-5-1 15,-1-7 0-15,4-5 0 0,-2-8 1 0,1-5-1 16,1-5 14-16,-4-9 9 0,-1 2 10 0,-2-5 10 15,-7-2 10-15,-2 1 7 0,-7 0-4 16,-4-2-6-16,-5 2-11 0,-3 4-8 0,-5-2-11 16,-3 3-9-16,-7 1-8 0,0 4-5 15,-2 3-2-15,-2 6-3 0,0 3-2 0,-2 5 0 16,2 5-1-16,2 3-6 0,1 5-14 0,1 2-33 16,6 0-63-16,-2 3-57 0,6-1-91 0,1-1-143 15,5 0-175-15,2-1-283 0,2-2-221 16,6 2-198-16,2-7 41 0,5 0 416 0,1-7 439 15</inkml:trace>
  <inkml:trace contextRef="#ctx0" brushRef="#br2" timeOffset="101861.08">22502 12066 229 0,'17'-17'610'0,"-1"2"298"0,-3 4 137 0,-4 2-208 16,0 1-237-16,-2 3-179 0,-1 4-108 0,2 2-59 15,1 4-47-15,0 3-29 0,-1 3-11 16,1 3-15-16,0 0-20 0,1 6-15 0,2 1-18 15,-2 0-16-15,0 1-25 0,0 5-25 0,2-4-6 16,-3 4-10-16,-1-1 3 0,1 0-4 0,-2-1-10 16,-2 3 3-1,-2-4-4-15,-1-1 0 0,-6 1-2 0,-1-3-4 0,-1-1-30 16,-5-3-42-16,0-1-36 0,-2-3-79 0,-2-3-148 16,-2-1-201-16,0-3-265 0,1-2-237 15,1-4-205-15,0-3 74 0,0-3 441 0</inkml:trace>
  <inkml:trace contextRef="#ctx0" brushRef="#br2" timeOffset="102044.65">22566 12091 29 0,'13'-21'485'0,"1"4"386"0,-1 1 232 0,3 1 17 16,0-1-329-16,4 1-297 0,-1 2-175 16,7 0-92-16,-1 3-61 0,5-2-59 0,1 2-45 15,1 0-28-15,5 3-19 0,-3 0-8 16,4 5-24-16,-5 1-74 0,0 1-156 0,-3 2-251 15,-3 2-274-15,1 4-272 0,-5 1-207 0,2 2 124 16,-3 0 498-16</inkml:trace>
  <inkml:trace contextRef="#ctx0" brushRef="#br2" timeOffset="102311.13">23461 12077 27 0,'-3'-2'554'0,"2"0"479"16,-3 2 209-16,2 0-85 0,-2 2-321 0,1 0-263 15,3 2-170-15,-1 4-88 0,1 0-52 16,0 3-42-16,0 1-50 0,0 0-62 0,1 1-50 16,2 0-28-16,3-2-15 0,-1 0-5 15,2-1-3-15,-1-1-3 0,2-2-2 0,1-1 2 16,2-4-3-16,-1 0-4 0,-1-4-3 0,2 0-11 15,-2-3-38-15,0-1-58 0,-5 0-50 0,1 0-74 16,-2 0-135-16,-1 0-169 0,-2 2-241 16,0 4-223-16,-2 2-206 0,2 3-14 15,-1 2 367-15,-1 3 431 0</inkml:trace>
  <inkml:trace contextRef="#ctx0" brushRef="#br2" timeOffset="102489.88">23694 12643 145 0,'-2'9'636'0,"-1"-3"377"0,-2 0 113 15,1 0-143-15,-1 1-371 0,0-1-284 0,-1 1-160 16,0 0-114-16,-2 1-148 0,0-1-178 0,-2 2-305 16,2 1-253-16,0-2-211 0,2 0-50 15,-2-1 313-15</inkml:trace>
  <inkml:trace contextRef="#ctx0" brushRef="#br2" timeOffset="102682.87">23366 12705 21 0,'0'-18'815'0,"4"-5"750"0,-1-7 61 0,5-1-306 15,4-6-377-15,6-2-416 0,6-7-254 0,2-1-116 16,9 0-60-16,3-1-36 0,6-2-24 0,2 2-16 15,3 0-11-15,2 3-7 0,0 3-28 16,-3 2-88-16,0 4-138 0,-4 3-265 16,-3 1-296-16,-4 4-379 0,-4 3-414 0,-3 0-52 15,-5 3 632-15</inkml:trace>
  <inkml:trace contextRef="#ctx0" brushRef="#br2" timeOffset="108518">16324 7968 75 0,'5'0'225'0,"-2"-2"90"16,-1 1 18-16,1-1-98 0,2 2-72 0,-4-3-42 0,2 3-15 15,-1-2-3-15,1 0 3 0,-1 2 8 16,-1-2 10-16,1 1 23 0,0-1 19 0,-2 1 20 15,1 1 18-15,-1-1 8 0,0-1 3 16,2 0-5-16,-2 2-1 0,0-1 6 0,0 1 11 16,0-1 12-16,0-1 8 0,2 0-4 15,-2 1-11-15,0-2-26 0,0 0-30 0,1 0-34 16,-1-2-34-16,0 0-21 0,2 2-20 0,-1-4-12 16,2 1-2-16,-1-1 4 0,-1-1 9 15,2-2 19-15,-1 0 11 0,1-3 5 0,2 0-3 16,-2-2 5-16,4-4-3 0,0 0-10 15,0-3-15-15,-1-2-9 0,2-1-5 0,1-5-15 16,-1 2-7-16,-1-2-10 0,-1-1-2 16,2-1-3-16,-2 1-1 0,1-1-3 0,-3 2-5 15,3 0-3-15,-2 2-3 0,1 0-2 0,-2 3-1 16,1 0-1-16,0 0 0 0,1 3-1 16,-2 3-1-16,2 0-1 0,-2 2 0 0,0 3 1 15,-1 1 0-15,-2 3 2 0,3-1-2 0,-3 3-1 16,3 2-1-16,-3-1-3 0,1 1 1 0,-1 4 0 15,-1-3-1-15,5 3 4 0,-4-1-1 16,2 1 3-16,2-1-3 0,-2 1 1 0,4 1 2 16,-1-2-2-16,3 1 1 0,-1 1-1 15,2 1 1-15,4-1-1 0,-3 1 0 0,5 0 3 16,0 0 0-16,1 1-1 0,1 0 3 0,2 1 1 16,2 1 1-16,1-2 0 0,2 3 3 15,3-3 0-15,1 2-5 0,-1-1-2 0,4-1-2 16,-1 2 8-16,-1-3 0 0,4 3 2 15,-1-3 2-15,0 0 2 0,2 2 1 0,-2-2-9 16,3 0-4-16,-1 0-2 0,0 0 3 16,0 0 0-16,-2 0 0 0,2 2 2 0,-2-2 4 0,0 3 0 15,1-2-1-15,-2 1-1 0,0 1-1 16,0-1-2-16,-2 2-1 0,0-2-2 16,0 2 0-16,1-2 0 0,-2 0 1 0,4-1-2 15,-1 2 0-15,-2-3-2 0,1 2 1 0,3-1-2 16,-3-1 0-16,2 0-1 0,-3 0 0 15,2 0-1-15,-2 0-1 0,-1 0 0 0,-1 2-1 16,-4 0 0-16,1-1 2 0,0 0 2 0,-3 2 1 16,-1-1 1-16,1 1 1 0,-3-2 1 15,-3 2-1-15,3 0-2 0,-3-2 2 0,0 3-2 16,-2-1 1-16,3-2-1 0,-2 1 1 0,2-2 0 16,-3 0 1-16,4 0 0 0,-4 0 0 0,2 0 0 15,-4-2 0-15,2 1 0 0,-2-1 0 16,2 1-1-16,-5 1 0 0,3-2 0 15,-3 0 0-15,0 2-1 0,-1-1 0 0,2 1 0 16,-1-1 0-16,1 1 1 0,-1-2 1 0,2 2-2 16,0-2 2-16,3 1-1 0,-2 1 0 0,0 0 0 15,4-1-2-15,-2 1 2 0,5-2-1 16,0 1 0-16,0-2-1 0,3 0-1 0,0 0 1 16,-1 0-2-16,1 0 0 0,-1 0 1 15,-4 0 0-15,2 0 0 0,-3 1 2 0,0 0 0 16,-5 0-2-16,1 0 2 0,-2 0 0 0,0 2 0 15,-1-3-1-15,-3 2 0 0,1 1 1 16,-3-1-2-16,1 1 2 0,-2 0 0 0,2 0 2 16,-4 0-1-16,1 0 1 0,-1 0-1 15,-1 0-2-15,2 0 1 0,-2 0-1 0,2 0-1 16,-2 0 1-16,1 0 1 0,-1 0 1 0,0 1-1 16,2-1 1-16,0 1 0 0,-2 2 1 15,1-3-2-15,1 4 1 0,-1-1 0 0,3 0-1 16,-3 3 0-16,1-2-1 0,1 3 1 15,1-2-1-15,-1 2 1 0,1 1 0 0,1 0 0 0,-2-1 0 16,0 1 1-16,0 1 5 0,2 0 5 16,-1 1 0-16,0 1 2 0,-1 0 2 0,0 1-1 15,0 2-4-15,-1 0-2 0,-1 1 0 16,-1 1-2-16,0 0-1 0,-3 2-1 0,2 2-2 16,-3 1-2-16,0 0 0 0,0-1-3 15,-3 1-7-15,2-2-35 0,-1 3-84 0,-3-5-162 16,0 1-268-16,1 0-304 0,-3-1-387 0,0 2-378 15,0 0 15-15,-2-2 731 0</inkml:trace>
  <inkml:trace contextRef="#ctx0" brushRef="#br2" timeOffset="115715.88">8286 13608 268 0,'0'7'500'16,"-2"-1"205"-16,1 0 159 0,-2 1-203 16,-1 3-119-16,1 0-57 0,-3 1-52 0,0-1-51 15,1 2-63-15,-1 0-67 0,-1 3-62 0,0-2-35 16,0 4-8-16,2 1 2 0,-3 3 4 0,2 0 1 15,-2 3-8-15,2 0-15 0,-2 3-24 16,2 0-17-16,-2 1-21 0,0 4-18 0,2-1-10 16,-1 3-8-16,-2 1-5 15,3 1-5-15,-1 2-2 0,-1-1-1 0,2 4 0 16,-3 0-4-16,0 1-1 0,1-3 0 0,-1 1-1 16,1 1 0-16,0-3-4 0,0 3 0 0,-2 0 0 15,3-1-3-15,-1 0-1 0,2-3-2 0,-2-2-1 16,3 2 1-16,0-3 0 0,2-4 0 15,0-2-1-15,1 2 0 0,-1-2-2 0,2-1 0 16,1-1 0-16,1-3-2 0,-1 0 1 16,3 0-2-16,2-4-2 0,0-2 1 0,0 0 1 15,4-1 4-15,1-3 1 0,1-1 7 0,3-3 4 16,0-1 4-16,2 0 2 0,0-2 0 16,1-1-1-16,2-3-2 0,0 3-2 0,2-3-2 15,-2 0-1-15,1 2-4 0,-1-3 1 0,0 0-1 16,2 2 0-16,-2-1 2 0,1 0-1 0,2 0 3 15,0-1 1-15,-1 0 0 0,1 1 0 16,2-1 1-16,-2-1 0 0,2 0-2 0,1 0-1 16,0 0-2-16,0-1-1 0,2-1-1 0,-4 1-2 15,4-2-2-15,-2 1 0 0,0 2-1 16,2-2-1-16,-5 2 0 0,2 0 0 0,-2 0 0 16,0 0-1-16,-3 0 1 0,0 0-1 0,0 2 0 15,-3-2 1-15,0 2 0 0,1 0 1 16,-1-1 0-16,-2 0 1 0,-1 1 0 0,3-2-1 15,-2 1-1-15,0-1 1 0,-1 2-1 0,2-1 0 16,-2-1 0-16,1 2-1 0,-1-1 1 16,0-1-1-16,-1 2 2 0,1-1-1 0,-1 1 0 15,1 1 0-15,1-1 1 0,-2-1-1 16,-1 0 0-16,1-1 0 0,-1 2 0 0,2-1 0 16,1 1 0-16,-2-1-1 0,1-1 2 0,0 1-1 15,1 1-1-15,-3-1 1 0,1-1 0 16,0 0 1-16,-1 2-2 0,2-2 1 0,-2 2-1 15,0-2 0-15,0 0 0 0,0 1 0 0,-1 1 1 16,2-2 0-16,-1 3-1 0,-1-2 1 16,1 2-1-16,-2 0 0 0,1-2 1 0,1 2-1 15,-2 1 0-15,0-2 1 0,1 2-1 0,-3-2 0 16,-1 1 0-16,2 1 0 0,-3-2-1 0,1 0 0 16,-3 0 2-16,2-1-1 0,-2 2-1 15,0-3 1-15,-1 2 0 0,1-1 0 0,-1 1 0 16,-1 0 0-16,1-2 0 0,0 1 0 15,0-1 0-15,0 0 0 0,0 1-1 0,-1-1 1 16,-1 0 0-16,3-1-1 0,-3 1 0 0,2-1 0 16,1-1 1-16,0 0 0 0,2-2 0 15,-2-1 2-15,2 1 0 0,1 0-1 0,-1-2 1 16,0-3-1-16,0 4-1 0,-1-3 1 16,4-1-1-16,-2 0 1 0,-1 0 0 0,2-3 0 15,-1-1-1-15,2-1 0 0,-2-3 2 0,-1 3-1 16,3-4 1-16,-2-4-1 0,3 1 0 0,-2-1-1 15,-1-4 0-15,1 1 0 0,0-2 0 16,0 0-1-16,-1 0 0 0,-1-1 1 16,3-1 0-16,-2 1-1 0,0-1-1 0,1-1 1 15,-1 1-1-15,1-5 1 0,0 1 0 0,0 0 1 16,-1-1 1-16,2 0 0 0,0 0 1 16,-2-1-1-16,0 3 1 0,1 1-1 0,-1 0 0 15,0 3 1-15,-3 0-2 0,2 3 1 0,0 1-2 16,-2 2 0-16,2 2 1 0,-2 0-1 15,2 4 0-15,-2 1 1 0,0-1 0 0,0 2 0 16,1 0 1-16,0 0-1 0,0 1 1 0,0 1-2 16,1-4 0-16,-1 2 0 0,1-2 1 15,0 1 0-15,0-2-2 0,1 1 1 0,0-1 0 16,-1 0 1-16,0 1-1 0,0-1 1 0,-2-2 0 16,0 3 0-16,0 1 1 0,-1 1 0 15,2-4 1-15,-4 4-1 0,2-1 0 0,-2 1-1 16,-2 0 0-16,2-2 0 0,-4 2-1 15,4 0 1-15,-2 0 0 0,-1-1 0 0,2 2 1 16,-3-2 0-16,1 0 0 0,-2 1 0 0,-1 0 0 16,0-3 1-16,-2 3 0 0,0 1-1 15,-3-1 1-15,-2 1-2 0,0-1 2 0,-2 0-2 16,-1 2 1-16,-3 1 1 0,-1-2 1 0,-3 2 0 16,0 1 1-16,-4-1-1 0,-2-2 0 15,1 5 1-15,-4-3-1 0,-1 4-5 0,0-2-4 16,-4 3 0-16,1-2-3 0,-3 4 0 15,-1-1-2-15,-1 1 12 0,-2-1 5 0,0 2 2 16,2-2 2-16,-4 3 0 0,2-2 0 0,-3 2-5 16,3-2-1-16,-1 3-1 0,3-2 1 15,0 2-6-15,0-1-2 0,1 1-2 0,5-1-2 16,-1 2-1-16,4 0 0 0,1 0 4 0,2 0 2 16,4 2 2-16,3-2 0 0,3 1 1 15,2-1-1-15,5 0 1 0,0 2-3 0,4-2 0 16,2 0-3-16,2 0 1 0,-1 0-1 15,4 0 0-15,2 0 1 0,1-2 1 0,3 2 0 16,1 0 0-16,1 0 0 0,2 2 0 0,-1-1-2 16,2 1-6-16,2-1-10 0,-2 2-36 0,1 1-72 15,0 1-87-15,0 1-156 0,0 0-285 16,1 0-331-16,-2 1-337 0,3 3-197 0,1-3 116 16,0 1 646-16</inkml:trace>
  <inkml:trace contextRef="#ctx0" brushRef="#br2" timeOffset="117454.92">10357 13547 132 0,'-3'5'336'16,"0"0"151"-16,0 2 126 0,0-1-163 0,-1 1-121 0,0 3-58 15,0 0-17-15,-2 1 2 0,2 2 13 16,-1 2 15-16,0 1 17 0,0 1 9 0,0 4 2 16,-1 0-13-16,-2 3-32 0,0 2-47 15,0-1-40-15,-1 3-38 0,0-1-18 0,0 4-6 16,-3-1 4-16,2 1 10 0,-2 2-3 0,-2 2-3 16,-1 1-18-16,-2-1-16 15,3 3-17-15,-4-1-20 0,2 3-16 0,-2 0-11 0,0 1-9 16,2-1-5-16,-1 2-7 0,4-1-1 15,-2 2 1-15,2 0 2 0,0-4 1 0,1 4-5 16,0-1 0-16,3-2 2 0,0 1-2 16,1-2-3-16,1-2-1 0,2 1 2 0,-1-4-2 15,3-1-4-15,0-1 3 0,3-4-2 0,0-2 1 16,3-1-2-16,0-3 3 0,1-3-1 16,2-1-3-16,0 0 1 0,2-3-2 15,0-2 1-15,4 1 3 0,0-2 0 0,0-2 3 16,2-1-1-16,1 0 0 0,5-3-1 0,-1 1 0 15,0-1 0-15,3-2 0 0,2 0 4 0,0-1 4 16,0 0 3-16,1 0 2 0,2-1 2 0,1-1 0 16,-1-1 0-16,3 0-4 0,0 0-3 15,2 0-1-15,-1 0-2 0,1 0-3 0,1 0-1 16,0 0 2-16,1 2 2 0,-1-1-3 0,3 1 1 16,0 0 2-16,-1-1 0 0,0 3 0 15,1-1-2-15,-2 1-1 0,2 3-1 0,-3-1 0 16,3-1 1-16,1 2-3 0,-4 0-1 0,3 1 2 15,-1-2 3-15,3 1-1 0,0-1 7 16,0 0 4-16,0 0 2 0,3-2 3 0,0 3-1 16,-1-3 0-16,0 4-6 0,2-2-2 0,-1-1 1 15,0 1-2-15,3 1 1 0,-1-1-2 16,1 2 1-16,1-2 2 0,-1-1-3 0,2 2 0 16,-2 0-1-16,2 0-1 0,-2 0-1 15,2 2 0-15,0-1-2 0,0 0 0 0,-2 1 0 16,0 1-1-16,-1-1 1 0,0 2 1 0,1 0 1 15,-3 1 0-15,3 2 2 0,-1 0 2 16,0-1-1-16,3 2-2 0,-2-2 2 0,3 3-2 16,-1-1-2-16,2-2-2 0,-1 1 0 0,0-3-1 15,-2 0-1-15,2 0 0 0,-1-1 1 16,-2-2-3-16,-1-1 1 0,-1-1 1 0,-2 0 0 16,-2 0 0-16,-3-2 0 0,-2 1 2 0,-1-2 1 15,-4-1 0-15,-1 0 1 0,-5 1 0 16,0-3-1-16,-6-3-1 0,0 3 3 0,-5-2-1 15,-1 2 5-15,-1-4 6 0,-4 2 3 0,0-2 4 16,-1 0 1-16,-2-2-1 0,0 0-4 16,-1 0-5-16,-1 2-4 0,0-3-2 0,2 0-4 15,-2 0 1-15,1-3 0 0,-1 2 0 0,0 0-2 16,2-2-1-16,-2-2 0 0,3 0 0 16,-2-2-2-16,2-3 0 0,1 0-1 0,1-3 2 15,1-2-2-15,2-7 2 0,6-2-1 16,0-6 2-16,2-1 1 0,0-6 1 0,4-2 1 15,-2-4 1-15,1-2 1 0,1-7-3 0,-2-1 0 16,1-3-2-16,-1-1-1 0,-1-1 0 0,-2 3 1 16,-2 1 6-16,-5 4 3 0,1 2 3 15,-4 3 3-15,-3 3 4 0,-4 4 1 16,-3 1-2-16,-1 3 0 0,-3 0-2 0,-3 2-2 16,-3 3-3-16,-3-3-2 0,-1 3-5 0,-3-1-1 15,0 1-2-15,-2 3-1 0,-3-1 0 16,2 3-1-16,0 2 0 0,-1-2 1 0,1 4 0 15,-3 4-1-15,-1-1 2 0,-1 2 1 0,0 4 1 16,-3 1 3-16,0 1 1 0,-4 4 1 0,-2 0 1 16,1 2-1-16,-5 2 1 0,-2 1 0 0,-3 1 0 15,-3-1-1-15,-2 3-1 0,-4 0-2 16,0 2 0-16,-2-4-4 0,-3 1 0 0,-1 1 0 16,-2-2 1-16,-1-3 0 0,-3 0 2 0,-3-2 1 15,-5-3-1-15,-4-3-1 0,-2-1-2 16,-4-4-2-16,-2-2-2 0,-1 0-4 0,2 0-2 15,0 1-2-15,0 2-1 0,-1 5-1 16,1 1-1-16,1 6 2 0,2 3 3 0,2 6-5 16,4 3-17-16,5 3-35 0,3 4-76 0,5 2-128 15,2 3-264-15,7 2-301 0,5-2-359 0,1-2-379 16,7-1-82-16,3-1 579 0</inkml:trace>
  <inkml:trace contextRef="#ctx0" brushRef="#br2" timeOffset="119896.81">19577 15162 79 0,'-14'-10'633'0,"6"1"443"0,-1 0 139 15,5 2-102-15,4 0-368 0,6-1-317 0,5 1-137 16,8 1-48-16,2-2-31 0,9 2-22 0,3 0-30 16,5 0-14-16,2 1-38 0,2 3-29 15,2 0-16-15,-1 2-14 0,0 2-4 16,-7 0-17-16,1 4-7 0,-7 4-6 0,-7 2-2 16,-3 3 4-16,-7 3 3 0,-8 1 1 0,-5 5 5 15,-6 2 3-15,-6 0 1 0,-6 4-5 0,-6-1 2 16,-3 1-1-16,-3 0-4 0,-3 1-1 15,-2 0-3-15,0-3-7 0,2-1-9 0,3-1-5 16,3-5-4-16,2-1-5 0,8-4-3 16,4-1 3-16,5 0 3 0,8-1 9 0,7 3 5 15,5-2 2-15,7 0 1 0,11 2 1 16,5-4 2-16,6 0-5 0,6 0 0 0,5-1 0 16,3-2 0-16,0 1 0 0,-1 1 0 0,-2-1-3 15,-6-1-2-15,-2 3-3 0,-10 1 2 16,-4 1 1-16,-5 1 1 0,-8 1-1 0,-8 2 8 15,-7 1 7-15,-7 1 2 0,-4 1 4 0,-12 2 3 16,-1 0 2-16,-11 2-7 0,-2-2-5 0,-5 0-5 16,-1 0-3-16,-4-2-4 0,-2-1 0 15,-1-2 0-15,0-2 0 0,-1-3 0 0,5-3 2 16,-2-1-2-16,6-4-2 0,5-4 1 0,4 0-2 16,4-5-1-16,7-1-4 0,5-4-7 0,6-1-19 15,8-1-47-15,2-2-64 0,10-2-59 0,2-1-110 16,5-1-161-16,5 1-254 0,2-2-260 15,5 0-216-15,3 1-160 0,1-2 224 0,2 1 501 16</inkml:trace>
  <inkml:trace contextRef="#ctx0" brushRef="#br2" timeOffset="120330.42">20843 15304 144 0,'10'-8'698'0,"-2"3"409"0,2-3 94 0,-1 1-109 16,2 1-409-16,4-2-231 0,5 1-106 0,2 1-60 16,3-2-25-16,3 2-34 0,2 2-29 15,4 0-52-15,-3 1-47 0,2 3-28 0,1 3-24 16,-4-1-13-16,-2 4-12 0,1 3-3 0,-4 2-1 15,-3 0 1-15,-5 6 3 0,-3-1 0 16,-2 4 4-16,-4 2 0 0,-7 3-1 16,-2 3 2-16,-6 2 1 0,-4 2 1 0,-6 2 1 15,-7 3-3-15,-3 1-1 0,-4 3 0 0,-4 2 0 16,-2-1 1-16,-1 2-3 0,3 0-1 16,2-2-4-16,2-4-3 0,4 1-4 0,3-3-3 15,4-2-3-15,5 0 0 0,3-3-2 0,2-1-1 16,7-3 0-16,3-1-1 0,5-2-2 0,5-2 0 15,4-3 0-15,4-2-1 0,3-2 0 16,8-1-1-16,2-4 1 0,6-2 0 0,3-2-2 16,2-2-3-16,1-1-18 0,1-1-48 0,-1-2-77 15,-3-2-131-15,2-1-247 0,-4 0-309 0,-2 0-363 16,2 0-332-16,-5-1-75 0,-3 0 544 0</inkml:trace>
  <inkml:trace contextRef="#ctx0" brushRef="#br2" timeOffset="120857.03">22113 16255 199 0,'6'-4'628'16,"2"-2"339"-16,0-3 165 0,0-2-143 0,2-4-314 15,3-2-140-15,4-3-73 0,1-3-63 0,4-4-69 16,4-6-55-16,2-3-42 0,4-6-63 0,4-3-55 15,0-3-29-15,6-6-15 0,3-3-15 16,3-5-11-16,4-5-8 0,2-3-8 0,0-2-4 16,1-2-4-16,0 2 2 0,-3 2-1 15,-2 4 0-15,-5 4 0 0,-4 8-3 0,-6 8 2 16,-5 7-4-16,-6 7-2 0,-5 8-2 16,-5 5-1-16,-1 8-3 0,-5 8 2 0,-4 8 3 15,-2 8 2-15,-4 10 2 0,-1 5 5 0,-3 6 4 16,0 7 3-16,-2 6 0 0,0 2 1 0,-1 5 0 15,-1 5-4-15,0 4-4 0,-4 2-7 16,2 0-6-16,-1 3-4 0,-3-2-5 0,3 0-5 16,-1-3 0-16,5-3 1 0,1-5-2 15,0-2 1-15,3-5-3 0,2-3-13 0,1-5-21 16,2-4-43-16,-1-1-78 0,-1-5-114 0,1-2-193 16,-1-3-293-16,-3-3-348 0,2-2-344 0,-4-3-160 15,-2 0 326-15,0-2 696 0</inkml:trace>
  <inkml:trace contextRef="#ctx0" brushRef="#br2" timeOffset="121903.22">23831 16405 58 0,'5'-3'888'16,"-5"2"717"-16,0-2-1 0,-1 1-324 0,-3 1-369 0,0-1-448 16,0 2-209-16,2-1-107 0,-2 1-53 15,3 0-29-15,-1 0-17 0,1 0-15 0,1 0-12 16,0-2-8-16,-2 2-8 0,2 0-3 0,-2 0-2 16,2-2-2-16,0 2-2 0,0-1-2 15,0 1 0-15,0 0-8 0,0-1-33 0,0-1-61 16,0 2-65-16,0-1-104 0,0-1-173 15,0 1-247-15,0-2-299 0,2 1-234 0,-2 2-166 0,-2-1 183 16,2-2 544-16</inkml:trace>
  <inkml:trace contextRef="#ctx0" brushRef="#br2" timeOffset="122367.05">24791 15623 489 0,'8'-17'1000'0,"-5"2"249"0,-3 6-75 0,-1 1-290 16,-2 4-398-16,-1 7-166 0,0 4-57 0,-1 6-24 16,0 9-15-16,-1 4-10 0,1 10-25 15,0 2-42-15,2 7-49 0,0 3-29 0,1 6-15 16,1 2-15-16,1 0-5 0,1 1-6 0,4 0-3 15,2-2-10-15,3-5-5 0,3-3-6 0,6-6-5 16,0-7-1-16,3-7 1 0,5-6-2 16,0-7 3-16,3-8 1 0,1-8 2 0,1-6 1 15,1-9 2-15,1-3-1 0,-1-7-2 0,2-3-2 16,-4-6 0-16,3-3-2 0,-4-2 1 0,-2 0 1 16,-3-4 3-16,-4-1 3 0,-4 2 3 15,-4-3-2-15,-4-2 0 0,-4 2-1 0,-3-1-3 16,-5 4-1-16,-2 1-4 0,-8 6 1 0,1 5-1 15,-6 7-1-15,-1 6 0 0,-3 5 0 16,-2 8-2-16,-1 6 0 0,1 6 0 0,-1 3-2 16,1 9 0-16,2 3-1 0,1 3 2 15,4 3-1-15,1 4 0 0,2 3 4 0,5 0-1 16,2 2-4-16,1-2-26 0,6 1-64 0,6-1-62 16,2-4-122-16,5-2-186 0,4-5-311 0,5-2-306 15,4-3-230-15,4-3-113 0,4-1 357 0,4-5 575 16</inkml:trace>
  <inkml:trace contextRef="#ctx0" brushRef="#br2" timeOffset="122696.86">26175 15852 204 0,'8'18'879'0,"-8"5"482"15,-7 7-2-15,1 2-146 0,-7 6-425 0,2 0-296 16,-2 5-158-16,-2 0-96 0,2 2-50 15,2-1-62-15,2-1-48 0,5-4-32 0,3-3-19 16,6-6-13-16,3-4-3 0,4-7-5 16,6-7-1-16,0-5-1 0,8-7-1 0,-2-4 1 15,3-8-3-15,-1-3-1 0,3-7-1 0,-2-4-2 16,-1-2 1-16,0-4-2 0,-2-4 3 16,-2-1 1-16,-2-1 1 0,-4-1 3 0,0-4 0 15,-7-1-1-15,-1 0 1 0,-3-3 0 0,-8 0-1 16,-3 1 0-16,-6 0-1 0,-5 3 0 0,-5 5-2 15,-7 5-2-15,-6 6-2 0,-5 7-6 16,-5 5-16-16,-4 8-41 0,-2 5-66 0,-1 5-66 16,-3 4-128-16,1 5-179 0,0 0-306 0,1 1-276 15,1 4-208-15,0-2-93 0,1-1 375 16,0-1 531-16</inkml:trace>
  <inkml:trace contextRef="#ctx0" brushRef="#br2" timeOffset="124694.66">18944 14402 13 0,'17'-19'308'0,"0"4"232"0,-7 2 194 0,0 2 82 16,-4 4-198-16,1-1-115 0,-4 6-83 0,1-2-63 16,0 5-42-16,-4 4-48 0,0 5-57 15,-2 1-45-15,0 5-30 0,-2 7-25 0,-1-2-5 16,2 5-1-16,-2 2 16 0,0 5 14 16,0 3 17-16,-2 5 18 0,1 1 2 0,-2 6-17 15,-4 3-25-15,2 2-30 0,-2 3-26 16,-2 4-26-16,1 2-13 0,1 2-4 0,-4 3-3 15,3-1 1-15,-4 3 1 0,4 2-1 0,-2-2-6 16,0 0-7-16,3-2-5 0,1 0-7 0,2-3-3 16,0-2-6-16,3-2 0 0,1-2 2 15,0-2 3-15,0-5 3 0,2 1 1 0,2-4 5 16,-4-2 2-16,4-2-3 0,-1-2 1 0,1 0 0 16,-3-4-2-16,4-1-4 0,0 0 0 15,0-5-2-15,4 0-2 0,-3-1 1 0,4-1-2 0,2-3-1 16,2 0 2-16,0-1-1 0,3-2-1 15,1-3-1-15,3-1 1 0,0-1 1 0,3 0 0 16,0-2 0-16,3-3 1 0,2 1-1 16,-1-5 2-16,1 2-2 0,3-3 4 0,0-2 3 15,0 1 1-15,1-1 0 0,1 0 0 0,-1-1 2 16,0 3-3-16,-1-1 0 0,1-2 0 16,0 3 0-16,2 1 0 0,0-2 1 0,-1 3-1 15,1-1 1-15,1 3-1 0,-1-3 0 0,0 2 0 16,0 0 1-16,4 0-2 0,-3-2 0 0,1 0-1 15,1 1 1-15,3-3-3 0,0 1-1 0,1-1-2 16,1-2 3-16,-2-1 0 0,5 1 0 0,-3-1 3 16,2-1 0-16,2 1 1 0,0 1 2 0,-3 0 0 15,5-2 1-15,-1 5 0 0,2-4-2 0,0 3 6 16,1-1 0-16,2 0 1 0,-2 0 0 16,2 1-1-16,1 0-1 0,1-1-6 0,0 0-1 0,-1-1 1 15,2 1-1-15,-1 2 1 16,3-3 2-16,-1 0 0 0,1 0 0 0,-1 1 0 0,2-2-2 15,0 2 0-15,0-1-1 0,-1 0-2 16,-2 0 0-16,1 3-3 0,-1-3 0 0,-5 2-1 16,1-2-1-16,-4 3 1 0,-2-2 1 0,-2 1 1 15,-4-1 1-15,0 0 1 0,-5 1 1 0,-2-2 0 16,-2-1 1-16,-5 1 1 0,-1-1-2 16,-4-3-1-16,-2 2 1 0,-3-2-1 0,-2 0 0 0,-4 0-1 15,2-1 3-15,-4-1 5 0,0 0 6 16,0 0 1-16,-1-1 0 0,-1-4 2 0,1 0-1 15,1-2-5-15,2-4-4 0,-4 1-4 16,4-4-1-16,-2 2-1 0,2-1 1 0,-2-2-2 0,2 1 0 16,1 1 0-16,-1-2 1 0,0 3-1 0,-2-2-1 15,2 1 1-15,0 0 0 0,-1 3 0 16,4-2 1-16,-2-1 1 0,-1 1-1 0,3 0-2 16,0-4 0-16,0 2 0 0,-2-3-1 0,2-2 1 15,1-2-1-15,1-3 4 0,0 0 0 0,0-4-1 16,-2-3 2-16,4-3-1 0,-3-2 0 0,4-5-1 15,-4-2 1-15,4-2 0 0,-5 0-1 16,0-2-1-16,-2-1-1 0,2 2 0 0,-4-1-2 16,1 1-1-16,0 1 1 0,-2-1 1 0,2 0 2 15,-2 1 0-15,3-4 1 0,-3 2 0 16,2-2 2-16,0-1-2 0,0 1 1 0,-2-2 0 16,2 0-1-16,2 0-1 0,-2-2-2 0,2 2-1 15,-1 2-1-15,3-1 0 0,-1 1 0 16,4 1 2-16,2 0 1 0,-2 0 1 15,6 2 1-15,-1 1 0 0,4 1-1 0,1 0 0 16,-1 2 1-16,1 2-2 0,0 1-1 0,-2-1 0 16,2 5 1-16,-3 0 1 0,-3 2 0 0,0 3 1 15,-3 2 2-15,-4 1 0 0,0 1 1 0,-2 2 4 16,-4 4 2-16,-1-3 1 0,-4 6 1 16,1-1 0-16,-4 3 1 0,-3 1-3 0,-3 1-3 15,0 3 0-15,-3 1-2 0,-1 1-2 16,-2 1 0-16,1 2-1 0,-3 2 1 0,2 0-1 15,-5 2-1-15,1-1 1 0,-1 2-1 0,0 0 0 16,-4-1 0-16,1 1-1 0,-3-1 1 16,-2 1 0-16,-2-2-1 0,-3-1 0 0,0 0 0 15,-3-1 0-15,0-5 0 0,-2 5-2 0,-3-7 0 16,-1 3 3-16,-1-1 0 0,-4-3 2 16,0 0-1-16,-5-2 1 0,1-1 1 0,-4 2-1 15,0-2-1-15,-8-1-1 0,5 0 0 0,-6 1-1 16,2 0-2-16,0 2-2 0,0-1 1 15,3 0 2-15,-3 3 0 0,3-2-4 0,-3 1-1 16,1 2-1-16,0 1-2 0,-4-1-1 0,2 0-2 16,-4 4 5-16,0-4 7 0,1 2 6 15,-2 1-2-15,-1 0 5 0,1 1-4 0,1 0-3 16,-1 0-6-16,-1 1-4 0,3 1 0 16,2-2-1-16,-3 2 3 0,0 0 1 0,4 2 2 15,4 0 0-15,-1 2 5 0,4 0 3 16,3 0 2-16,3 2 2 0,2 0-6 0,7 2-3 0,3-2-7 15,3 3-4-15,8 0-5 0,5 0-11 16,6 0-11-16,10 2-62 0,4 1-65 0,11 0-120 16,7 2-177-16,8-1-301 0,10 2-341 15,9 2-251-15,3 0-139 0,11 2 338 0,7 3 594 16</inkml:trace>
  <inkml:trace contextRef="#ctx0" brushRef="#br2" timeOffset="126458.43">22269 16540 280 0,'0'6'474'16,"-1"0"159"-16,-2 0 124 0,-1 0-260 0,3 1-160 16,-4-2-58-16,-1 3 18 0,1 0 20 0,0 2-12 15,2 0-7-15,-2 1-26 0,2 2-32 0,-2 2-41 16,1 1-40-16,-1 0-38 0,2 0-26 15,1 2-22-15,-1 0-16 0,3 2-13 0,0-2-8 16,0 1-9-16,3-1-12 0,2 1-7 0,3-3-3 16,0 0-1-16,1 2 5 0,5-4 1 15,1-1 5-15,4 1 16 0,0-4 6 0,4 1 0 16,3-1-1-16,0 1 2 0,1-4-4 0,3 1 9 16,0-1 28-16,2 1 16 0,1-1 6 15,4-1-1-15,-1 0 1 0,1 0-16 0,3 0-32 16,2 0-14-16,-3-4-11 0,4 5-3 0,-2-3-3 15,-1 0-1-15,2 0 14 0,-1 1 3 0,1-2 4 16,-2 1 0-16,-2 1 0 0,0 1-5 0,1 0-9 16,0 0-7-16,-3 0-3 0,1 0-4 15,-1 1 2-15,1-1 5 0,2 2 4 0,-1-2 1 16,1 1 3-16,1 0-1 0,2 0-1 0,1 0-2 16,1 1-7-16,-1-1-4 0,3-1-3 0,0 2-1 15,0-1-2-15,1 1-3 0,2 1 0 16,-1-2 4-16,2 2 4 0,-1 0 2 0,2 0 5 15,1 0 4-15,0-1 3 0,4 3-4 0,-1-3-1 16,2 1-3-16,1 2-2 0,1-1-4 0,-2 1 1 16,1-1-3-16,3 2-2 0,-5 0 0 0,3 0-1 15,-2 0 1-15,-1-1 0 0,1-1 3 0,-1 1 2 16,3 0-1-16,-3-1 0 0,0-3 0 0,0 2-2 16,0-1-3-16,-2-1 0 0,-1-1-3 15,-1 0 0-15,-1 0 0 0,0-1 0 0,-1 1 0 16,-4-4 3-16,3 3 0 0,-4-1 3 0,-1-2 1 15,-2 2-2-15,0-2 1 0,-2 1-1 0,-1 0 1 16,-1 0-1-16,-3 0-1 0,-1-1 3 0,-2-1-1 16,-4 1 0-16,-1-1 0 0,-2-1-1 15,-4 0 0-15,-5 0-2 0,-1 0 3 0,-3-1-2 16,-3 1 2-16,0-2 5 0,-2 1 3 16,-1 1 4-16,-2 0 0 0,0-2 3 0,1 1 0 0,-2-1-4 15,0 2-4-15,0-2-1 0,2 1-4 16,-2 0-2-16,2-1 0 0,3 2-1 0,-2-1 0 15,1-2-2-15,1 2 1 0,0-1-1 0,2-1 0 16,0-2 0-16,0 3-1 0,0-5 1 0,2 1 1 16,0-3 2-16,-1-1-2 0,4-4 2 15,0-2-1-15,0-2 0 0,4-5 0 0,-1-1-1 16,2-1-1-16,-3-4 0 0,0 1-1 0,1-4 1 16,-2-2-3-16,-1 1 2 0,0-3 0 0,-1 1 0 15,-3-1 0-15,1 1 1 0,-4-2 1 0,2 3 0 16,-2-1-1-16,-1 4 2 0,-2 2-1 0,0 2 1 15,-2 2-1-15,1 5 1 0,-1 1-1 0,-2 1-1 16,-1 5-1-16,2-1-1 0,-2 5 0 16,0 0-8-16,0 3-17 0,-2 1-45 0,2-1-72 15,-3 3-92-15,2 0-167 0,-3 2-282 0,0 1-318 16,-1 0-298-16,-3 0-173 0,-1-2 176 0,-4 1 611 16</inkml:trace>
  <inkml:trace contextRef="#ctx0" brushRef="#br2" timeOffset="130420.32">26440 6197 11 0,'-3'4'288'16,"2"-2"204"-16,-2-1 217 0,-1-1 134 0,3 1-174 16,-1-1-82-16,0 2-60 0,2-2-59 0,-1 0-75 15,-1 0-87-15,2 0-81 0,0 0-61 16,0 0-35-16,2 0-15 0,-1 0 2 0,-1 0 13 16,0 0 17-16,4 0 9 0,-3 0 4 15,3-2-9-15,0 0-17 0,4-4-21 0,1-5-24 16,3 2-23-16,3-5-20 0,3-4-11 15,4-5-8-15,3-2-5 0,5-6-5 0,3-4-2 16,2-3 1-16,3-3 0 0,5-4 1 0,-2-1 1 16,0-1 2-16,3 0 0 0,-2 2 0 15,-2 3 0-15,-5 2 0 0,-2 4 2 0,-4 3-2 16,-7 7 2-16,0 3 0 0,-5 4-1 0,-4 2-2 16,-3 6-3-16,-1 2-2 0,-2 2-5 15,-3 2-2-15,0 4-2 0,-3 1-1 0,1 4-1 16,-4 6 2-16,2 4-1 0,-3 3 1 15,1 8-1-15,-1 2 1 0,-2 2-1 0,4 6 0 16,-6 3-1-16,1-1 0 0,2 3-1 0,-4 3-1 16,-1-1 0-16,0 1-1 0,0 1 1 15,-3-4-1-15,0 1 1 0,2-4 1 0,-1-1 1 16,1-1-1-16,0-3 1 0,0-4-1 0,1 0-1 16,-1-3 0-16,2-3 0 0,-1-1 0 15,0-3 0-15,1 0-2 0,0-3 1 0,-2-2-3 16,2-1-1-16,4-3-9 0,-1-1-19 0,-2-3-47 15,1-2-76-15,2-3-111 0,-1 0-180 16,2-5-296-16,3-3-340 0,0-3-308 0,3-2-147 16,2-2 300-16,-1-4 636 0</inkml:trace>
  <inkml:trace contextRef="#ctx0" brushRef="#br2" timeOffset="130806.21">27444 5625 9 0,'4'-9'373'15,"-4"3"346"-15,-2 1 343 0,0 1 106 0,1 0-342 16,-2 2-240-16,3-1-152 0,-2 3-95 16,0 1-81-16,2 3-43 0,4 2-19 0,-3 2-7 15,2 4-7-15,4 1-25 0,2 4-27 16,1 4-30-16,2 2-17 0,6 1-19 0,-2 2-14 15,2 3-11-15,3 1-3 0,0 0 0 16,-1 0-9-16,2 1-3 0,-3 0 0 0,3 0-1 16,-1-2-4-16,-5-1-5 0,3 0-3 0,-7 1 0 15,2-4-2-15,-4 3-3 0,-2-1-1 16,-2-2-1-16,-4 1-1 0,-2-2 0 16,-2 0-2-16,-5-2 0 0,-2 1 1 0,0-3 0 15,-7 3-1-15,2-2 1 0,-7-1-2 0,4-3 0 16,-5 0 0-16,0-2 0 0,-3-1-3 0,4-4-12 15,-5-3-34-15,4-2-66 0,-1-5-61 16,3-5-104-16,0-3-163 0,3-6-225 0,3-3-291 16,2-5-217-16,2-3-187 0,0-6 144 0,3-3 499 15</inkml:trace>
  <inkml:trace contextRef="#ctx0" brushRef="#br2" timeOffset="131033.73">27528 5698 338 0,'10'-3'630'0,"-2"-1"327"16,2 1 179-16,0 0-283 0,1-2-208 16,5 3-90-16,0-3-60 0,4 0-92 0,1-2-90 15,2 2-63-15,1-3-55 0,3 1-54 0,5 0-51 16,0-2-35-16,2 0-23 0,1 0-13 16,1 1-7-16,1-1-7 0,1-2-3 0,-2 3-2 15,2 0 1-15,-3 1-2 0,-2 1-7 0,-5-1-45 16,-1 3-62-16,-4 1-77 0,-5 2-144 15,0 0-201-15,-2-1-317 0,-4 2-271 0,2 2-207 16,-2-1 2-16,-4 2 467 0</inkml:trace>
  <inkml:trace contextRef="#ctx0" brushRef="#br2" timeOffset="131374.24">28399 5809 194 0,'-8'42'597'0,"-6"2"398"0,1 2 191 0,1 1-180 16,-2-1-232-16,6-2-180 0,1-3-154 16,6-3-122-16,2-5-85 0,6-3-66 0,1-6-71 15,7-4-42-15,1-5-25 0,6-6-12 0,2-3-8 16,3-6 0-16,2-5-3 0,2-4 0 0,4-4 0 16,-2-4 17-16,-2-4 25 0,-1-1 17 15,-3-1 17-15,-3-4 15 0,-3 0 11 16,-4-1-10-16,-6-4-16 0,-3 1-13 0,-3-2-13 0,-3-3-14 15,-5-2-10-15,-6 1-9 0,1 1-6 16,-6 1-4-16,0 3-4 0,-5 4-3 16,2 7-3-16,-2 6-1 0,-3 4-2 0,1 9-2 15,-1 3 1-15,0 6-2 0,1 6 0 0,1 5 0 16,2 3 0-16,4 2-2 0,4 3-2 0,1 1-19 16,4 1-69-16,2 2-84 0,2-3-176 15,2 2-280-15,1-1-334 0,3 0-392 0,-1-2-237 16,6 2 116-16,1-3 747 0</inkml:trace>
  <inkml:trace contextRef="#ctx0" brushRef="#br2" timeOffset="131542.51">28988 6247 252 0,'-4'3'895'0,"-2"3"421"0,-4-1 65 15,0 3-177-15,-2-1-482 0,1-1-299 0,0-2-145 16,2 1-92-16,2-2-125 0,0-2-119 15,2 1-186-15,2-2-299 0,3 0-298 0,3-2-346 16,2-1-263-16,4-1 18 0,0-4 643 0</inkml:trace>
  <inkml:trace contextRef="#ctx0" brushRef="#br2" timeOffset="132382.64">29666 5848 305 0,'-3'-12'674'16,"-2"0"396"-16,-2 2 132 0,1-1-295 0,-2 2-159 16,0 1-132-16,2 4-157 0,-2 1-133 0,-1 5-71 15,-2 3-55-15,-2 7-60 0,-1 7-45 0,1 5-21 16,-4 7-12-16,1 7-16 0,0 2-11 15,2 5-9-15,0 0-4 0,4 1-4 0,4 3-1 16,1-5-2-16,5 0-3 0,8-3-1 16,3-5-4-16,8-5 0 0,3-7-2 0,7-3 1 15,2-7-2-15,5-6-2 0,2-4-1 16,0-6-2-16,1-6-1 0,0-3-2 0,-1-4 2 16,-3-4 0-16,-1-3 0 0,0 0 2 15,-4-3 2-15,-3-1-1 0,-6-1 2 0,0-1 1 0,-2-3 0 16,-4 0-2-16,-5-4 0 0,-2-1 0 15,-3-1-2-15,-3 1 1 0,-4-1 3 0,-4 5-1 16,-5 2 1-16,-3 3 0 0,-2 4 1 0,-3 5-2 16,-2 5-1-16,0 5 2 0,-1 7-2 0,-3 2-1 15,2 7-1-15,-1 5 0 0,0 5-3 16,0 5-3-16,2 4 1 0,1 4-3 0,4 0-2 16,3 3-3-16,2 0-32 0,3-1-71 0,6 0-98 15,5-3-166-15,3-3-291 0,4-1-335 16,5-3-338-16,2-4-179 0,5-3 223 0,2-3 651 15</inkml:trace>
  <inkml:trace contextRef="#ctx0" brushRef="#br2" timeOffset="132755.17">30752 6049 8 0,'-6'11'506'15,"-2"4"497"-15,-7 1 283 0,-4 4 54 0,-2 4-311 16,0 4-346-16,-5 2-207 0,1 3-123 0,-2 2-83 16,1 2-94-16,-1-1-64 0,6 0-39 0,0-2-27 15,10-3-17-15,5-5-12 0,6-1-7 16,9-6-3-16,4-4-2 0,8-4-3 0,5-4-1 16,6-4 0-16,3-6-1 0,3-1-3 0,2-7-1 15,-1-2 1-15,1-4 1 16,-2-3 0-16,-4 0 0 0,0-3 0 0,-3-1 3 0,-2 2-1 15,-4-2-1-15,-1-2 2 0,-4 1 1 0,-2-2 1 16,-3-2 0-16,-2-1 6 0,-3 0 4 0,-1-2 0 16,-8 1 1-16,-1 1 0 0,-4 0-1 15,-9 4-7-15,-3 3-3 0,-6 5-3 0,-6 3-1 16,-4 6-1-16,-3 6 0 0,-1 5 0 0,-3 2-1 16,1 6-2-16,1 4-15 0,1 2-66 0,1 2-84 15,2 2-174-15,1 1-279 0,2 1-326 0,1 4-392 16,-1 1-254-16,-1 1 122 0,-2 2 732 15</inkml:trace>
  <inkml:trace contextRef="#ctx0" brushRef="#br2" timeOffset="148244.01">26317 4935 205 0,'0'-9'370'0,"-5"1"138"15,2 1 70-15,0 2-190 0,0 2-79 16,-2 1-28-16,2-2-25 0,-2 3-28 0,-1 1-31 16,1 0-43-16,0 2-42 0,1 3 1 15,-1 1 11-15,-2 2 31 0,1 3 33 0,2 2 14 16,-1 3 17-16,-2 4-19 0,2 1-16 16,1 3-24-16,-2 2-28 0,3 4-16 0,-2 1-23 15,1 2-24-15,0 1-16 0,0 1-10 16,3 1-10-16,-2 1 1 0,-2-1 2 0,4 3-1 15,-3 0-3-15,0 2 7 0,-1 1 4 0,0 0-2 16,0 2-3-16,-2 2-2 0,-3-3-4 16,0 2-10-16,1 1-9 0,-4-2-8 0,0 0-5 15,0-1-4-15,0-1 0 0,0-1 3 16,0-2-1-16,2-3 4 0,-1 1 39 0,2-1 21 16,-1-3 11-16,0 2 5 0,3-3 6 0,-1 0-5 15,-1-1-29-15,4-3-17 0,0 1-12 16,1-1-7-16,-2-1-9 0,5-2-3 0,-2-2-1 15,1-2-5-15,3-1-1 0,0-1 0 16,2-2 0-16,-1-3 5 0,5-1-4 0,-2-1 5 16,0-1 6-16,3-1-1 0,-1 1-1 0,1-3-3 15,0 1 1-15,0 0-1 0,-1-2-6 0,0 1 2 16,2-1 2-16,-2 1 0 0,-1 0-2 16,2 2 2-16,-1-1 4 0,2 0-2 0,-4 0-1 15,1 1 3-15,2-3-3 0,-2 4-3 16,1-3-3-16,1-1 2 0,0 3 0 0,-1-3 2 15,2 0-1-15,1-1 4 0,1 0 1 0,-2 0-3 16,1 0 0-16,-1-1-3 0,0 2 2 16,0-5-3-16,2 5 0 0,-2-3 4 0,0 3 0 15,1-1 0-15,0-2-2 0,-1 2 4 0,1-1-2 16,1 1 4-16,-2-2-4 0,4 1 1 16,-2-1 3-16,3 0-3 0,-2 1-1 0,3-2-2 15,-1 0 2-15,3-1 2 0,-2 3-5 0,3-3 2 16,-2 2 3-16,2-4-2 0,-2 4 1 15,3-2-1-15,-2 0 4 0,1 0 2 0,1 1-3 16,-2 0-2-16,1-2 2 0,-1 2-2 0,1-1-1 16,-1-1 0-16,1 1 1 0,-1-1-1 15,2 1 3-15,-1-2 1 0,0 1-2 0,1-1 3 16,-2 2-2-16,2-2-1 0,-3 0-3 0,2 0-2 16,-1 0 2-16,1 0-2 0,-2 0-1 15,0 0 6-15,2 0-1 0,0 0 4 0,-4 0-2 16,4 0 3-16,-3 0-3 0,2 0 1 0,0 0 2 15,-1 0-4-15,1 0 0 0,2 0-1 16,-2 0 2-16,-1 1-3 0,4-1 0 0,-3 0 4 16,1 0-3-16,-1 0 3 0,1 0 1 15,0 0 2-15,0 2-4 0,-3-2 0 0,2 0 1 16,-2 1-3-16,3-1-1 0,-2 2 0 0,0-2 4 16,2 0-1-16,-2 0-1 0,0 0 3 15,-2 0-1-15,0 0-3 0,1 0 4 0,-2 0-1 16,0 0 2-16,1-2-1 0,-2 2-2 15,0-1 3-15,2 1-4 0,-1 0 24 0,2 0 9 16,-1-2 11-16,0 2 2 0,-1-1 0 0,0 1 2 16,0 0-20-16,-1-2-13 0,-1 2-6 0,2-1-3 15,-2 1-3-15,2-2-2 0,-2 2-2 0,0 0 0 16,2 0 0-16,-2 2-2 0,1-2 1 16,0 1 0-16,-2 1 1 0,1 1 2 15,1-2-3-15,-2 2 4 0,1 0-1 0,1 0 1 16,-2 2 0-16,3-3-2 0,-3 2 2 0,0-2-4 15,1 3-1-15,-2-3 0 0,1-2 1 0,-1 2 1 16,-1 1 0-16,-1-3 3 0,2 1-2 16,-4-1 1-16,1 0-3 0,-2-1 0 0,2 1 0 15,-2-3-1-15,1 3 1 0,0 0-1 16,-2 0 3-16,-1 0-2 0,1-2 1 0,-1 2 1 16,1 0 1-16,0 0 0 0,-1 0-3 0,2-2 1 15,-1 2-2-15,1 0-1 0,-1 0 0 16,1 0 0-16,-1 0 2 0,2-3 0 0,-2 3-1 15,1 0 0-15,0 0 2 0,0 0 0 16,-1 0-1-16,1-2 0 0,-1 2 3 0,-1-1 0 16,3 1-1-16,-4 0-3 0,1-1 3 0,1 1-2 15,-1 0 0-15,1-2 0 0,1 2 0 0,-2-2 1 16,2 2-1-16,-1 0 0 0,0-1 0 16,1 1 0-16,-2-1-1 0,3 1-1 0,-1-2 1 15,0 0 0-15,0 2-1 0,2-1 0 16,-2 0 3-16,0-1 0 0,0 0 0 0,1 1 1 15,-1 0 1-15,0-2-2 0,0 1 1 0,0 1-1 16,3-2-1-16,-3 1-1 0,1-1-2 16,1 0 3-16,-2 2-2 0,-2-2 1 0,3 0 1 15,-1 2 0-15,0-3 1 0,1 2-1 0,0-2 2 16,-1 2-2-16,2-2 0 0,-2 2 2 16,0-3 0-16,0 3-2 0,0-3 0 0,1 3 3 15,-3-2-3-15,4 0 1 0,-2 1 0 0,-2-2-1 16,1 3 0-16,0-1-1 0,-1-2 1 15,1 1 1-15,-1-1-2 0,3 1 2 0,-3 0-1 16,3-2 0-16,-1 0 0 0,-2 0 0 16,5-1 0-16,-3 0-2 0,2 1 2 0,2-4-2 15,-2 3 1-15,-1 0 0 0,2-2 2 0,1 1 0 16,-3 0 0-16,3-1 0 0,-2 0 1 16,2 1-2-16,0 0-2 0,-2-2 2 0,-1 2-1 15,3-1 2-15,-1 1-1 0,-2-2 0 16,1 1 1-16,0 0-2 0,-2 0 0 0,2 2-2 15,0-4 1-15,1 2 2 0,-1-1-3 0,-2 0 1 16,2 0 1-16,-2-1 1 0,0 1 2 0,2 0-1 16,1-1 0-16,-1 1 0 0,0 0 2 15,-1-1-3-15,1-2-3 0,2 3 3 0,-1-2 0 16,0 0 0-16,0 1-2 0,3-2 1 16,-2 1 1-16,1-1-1 0,-2 1 1 15,3-2 0-15,-3 1 0 0,1 1 2 0,2-2-1 0,-5 0-1 16,3 3-1-16,-1-3-1 0,-2 0 0 15,1 3 0-15,-1-2 3 0,0 3 0 0,0-2-1 16,-3 2 1-16,2-1 1 0,2 0-2 16,-4 1-3-16,2-1 1 0,1-1 2 0,-3-1 0 15,3 1 0-15,-1-2 2 0,-2 1 1 0,3 0 0 16,-3-1-3-16,2 2-4 0,-3 1 1 16,2-1-1-16,0 1 1 0,0 2 0 0,-2-2 3 15,2 1 2-15,0 1-1 0,-1 0 0 16,1-1-2-16,1 0 3 0,0-2-4 0,0 0 1 15,2 0-1-15,0 0 1 0,3-1 1 0,-4-1-1 16,3-1 2-16,-1 0 0 0,1 2-2 16,2-2 1-16,-3 0-1 0,1 1 0 0,-2-1 0 15,4 2-2-15,-5-2 3 0,3 1-2 0,-1-1 0 16,1 2 1-16,0-2 1 0,0 0 0 16,-1 2-2-16,1-4 2 0,-3 2-1 0,5 0 2 15,-4-2-2-15,2 1 2 0,-2-1 1 16,-2 1-2-16,2-1-2 0,-3-1 0 0,2 2 1 15,-1-2-1-15,-3 1 1 0,1 2 0 0,1-1 2 16,-2 2-1-16,2-3-1 0,-2 4-1 0,0 0-1 16,1-2 1-16,-1 0-1 0,2 2 3 15,-2 0 0-15,0 1 2 0,0 0-1 0,0 0 0 16,0-1 1-16,0 3-2 0,-2-3 0 16,1 3-1-16,-3-1 2 0,1 1 1 0,-2 0-2 15,-1-1 2-15,2 2 1 0,-1-1-2 0,-2 0-1 16,1 1 3-16,-2-1 1 0,2 1-1 15,0-2-1-15,1 2 0 0,-2-2 1 0,1 1-2 16,0 0 1-16,0-1 2 0,1 3 4 0,-2-2 3 16,1 1 2-16,0 0 1 0,-1 0 0 15,-1 2-2-15,-1-1-3 0,0 1-2 0,-1 0-3 16,-2 2 1-16,-1-1-1 0,-4 2 1 16,-1-2 0-16,-2 1 0 0,-1 2 0 0,-5-2-1 15,0 2-1-15,-3-1-1 0,-1-1-2 16,-1-1 1-16,-4 0-1 0,-2-1-1 0,-2-1 1 15,-2-2-2-15,0-3 1 0,-3 0-4 0,-1-4-1 16,0 3 1-16,-2-1-1 0,2 0 2 0,0 3 1 16,1-1 1-16,5 3 5 0,-3-2-1 15,0 3 1-15,2 1 0 0,4-2-2 0,-1 1-1 16,1 3-1-16,0-2-5 0,3-1-32 16,0 2-66-16,-2-3-106 0,3 1-210 0,0 0-290 0,1-1-331 15,-3-1-336-15,1 2-166 0,-2-2 334 16,-3 1 701-16</inkml:trace>
  <inkml:trace contextRef="#ctx0" brushRef="#br2" timeOffset="152941.69">28717 6959 241 0,'-14'0'403'0,"-2"0"157"0,2 1 75 0,-1 0-207 15,3 4-86-15,1 1 1 0,0 3 34 16,5 2 23-16,-2 6-1 0,3 4-25 0,1 5-33 16,1 2-63-16,-1 2-68 0,2 6-60 0,2 0-52 15,2 2-28-15,2-2-28 0,-1 1-18 0,2-2-11 16,2-1-5-16,1-3-2 0,1 0-3 15,1-6-8-15,-1 0 2 0,0-6-2 16,1-3-1-16,-2-2-3 0,-2-5-34 0,-1-3-90 16,0-4-133-16,-4-4-156 0,-1-6-295 0,-1-1-269 15,-4-5-172-15,-3-2 122 0,-1-1 371 16</inkml:trace>
  <inkml:trace contextRef="#ctx0" brushRef="#br2" timeOffset="153157.13">28475 6894 28 0,'13'-33'260'0,"6"4"156"0,0 2 171 0,6 0 40 16,3 5-134-16,4 1-24 0,1 3-6 0,2 4-14 15,-2 3-32-15,2 4-33 0,0 6-62 16,-4 1-70-16,1 6-59 0,-4 2-49 0,-2 5-41 16,-2 4-43-16,-2 0-32 0,-5 4-16 0,2 1-5 15,-3 4-4-15,-5 0-2 0,-1 1 0 16,0 1 1-16,-3-1-4 0,1 2-65 0,-3-2-128 15,-1-3-171-15,2 0-291 0,1-3-269 16,-2-1-247-16,1-3-2 0,0-2 380 0</inkml:trace>
  <inkml:trace contextRef="#ctx0" brushRef="#br2" timeOffset="153375.1">29451 7084 165 0,'-7'23'376'16,"-1"2"197"-16,0 2 191 0,-1 3-121 0,3 2-101 16,-1 0-53-16,1-2-53 0,3 4-70 0,-2-2-84 15,4-3-97-15,1 0-66 0,3-1-47 16,1-2-34-16,3-1-20 0,-1-1-13 0,1-5-57 16,1-1-96-16,-2-5-114 0,2-4-182 0,-4-3-276 15,0-3-229-15,-1-5-57 0,-2-4 182 16,1-1 317-16</inkml:trace>
  <inkml:trace contextRef="#ctx0" brushRef="#br2" timeOffset="153576.13">29383 7152 114 0,'1'-30'352'0,"3"2"177"0,0 1 149 0,4 2-125 16,2 5-163-16,1-2-80 0,3 3-32 0,0 2-11 15,7 2-6-15,-1 2-19 0,3 5-23 16,-2-1-21-16,5 3-39 0,-4 3-41 0,0 2-35 15,-1 1-24-15,1 4-17 0,-5 2-16 16,0 3-7-16,0 1-2 0,-4 5-3 0,0 1-2 16,-3 1-10-16,1 3-87 0,-3 0-118 15,0 1-154-15,2-1-287 0,-1 4-239 0,-1-2-156 16,2 1 130-16,2 0 326 0</inkml:trace>
  <inkml:trace contextRef="#ctx0" brushRef="#br2" timeOffset="153789.62">30451 7299 53 0,'-3'9'404'15,"-4"2"356"-15,-1 3 292 0,-4 3 34 0,-2 2-331 16,0 4-207-16,-2 2-137 0,2 0-130 0,-2 2-102 16,4 3-71-16,-1-4-49 0,2 2-26 0,4-3-17 15,1 0-6-15,3 0-3 0,3-3 2 16,0 2-10-16,3-5-40 0,0 1-66 0,0-5-100 15,2-3-117-15,-1-3-166 0,-1-3-280 0,3-2-220 16,-3-4-81-16,-2-2 157 0,1-2 319 16</inkml:trace>
  <inkml:trace contextRef="#ctx0" brushRef="#br2" timeOffset="153984.6">30292 7375 118 0,'0'-36'311'0,"0"0"154"16,3-3 145-16,0 2-151 0,3 1-75 0,3 4-37 15,3 1-36-15,1 4-42 0,2 3-48 0,1 3-52 16,6 4-65-16,2 6-43 0,2 1-24 0,1 5-37 16,-2 5-16-16,2 5-11 0,-4 5-2 15,1 3-4-15,-7 6 1 0,4 2 43 0,-7 5 18 16,2 2-66-16,-7 0-72 0,0 4-161 0,-5 0-261 16,-4 1-202-16,-1-1-87 0,-7 4 139 15,-5-3 232-15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1-08T13:04:39.56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5725 1719 6 0,'1'-8'361'15,"-1"4"325"-15,0 0 281 0,0 4 149 0,0 0-281 16,0 5-202-16,2 4-69 0,1 1-78 0,2 7-70 16,1 6-87-16,0 1-56 0,1 6-47 0,-1 6-54 15,-1 3-32-15,1 9-17 0,-1 3-4 16,-2 4-9-16,0 3-15 0,-1 5-15 0,-1 1-16 15,-2 2-13-15,-1 0-16 0,0-1-14 0,1-1-6 16,-1-3-2-16,-1-4 0 0,3-2-3 0,-3-5-1 16,3-8-2-16,0-4-1 0,0-5-7 15,0-5-4-15,3-6-7 0,-3-5-15 0,2-3-14 16,-1-7-20-16,1-7-36 0,1-6-73 0,0-6-87 16,-1-8-161-16,-2-6-281 0,0-7-322 0,0-5-344 15,-2-5-189-15,1-4 152 0,-4-4 690 16</inkml:trace>
  <inkml:trace contextRef="#ctx0" brushRef="#br0" timeOffset="517.32">5677 1812 334 0,'-4'-10'617'0,"0"3"259"16,1 0 130-16,2 1-255 0,1 0-162 0,1-1-108 15,-1-1-86-15,5 0-65 0,0-1-27 0,4 2-38 16,4-1-41-16,1 0-29 0,3 1-28 0,2 0-23 15,-1-1-39-15,2 3-37 0,2 0-24 16,1 2-13-16,2 1-6 0,0 1-3 0,2 1-5 16,1 3-1-16,1 3-2 0,-1 1 0 0,1 4-2 15,-4 2-3-15,2 3 2 0,-3 6 2 16,-1 0 2-16,-5 5 4 0,-1 2 2 0,-5 2 4 16,-6 4 3-16,0 2 1 0,-6 3-2 0,-6 1 5 15,0 1-2-15,-6 1 2 0,-2 2-10 0,-2 1-5 16,-1-1-4-16,-1-1-9 0,-2-3-5 0,4-3-4 15,0-4 1-15,2-3 2 0,3-5 1 16,3-3-2-16,3-4-2 0,2-4 0 0,3-1-2 16,3-2 0-16,4-3 1 0,1-3 1 0,6-5 2 15,0-1 2-15,5-1 1 0,3-5 5 0,-1-2 6 16,6 1-1-16,-2-4 0 0,3 2 0 16,-1 1 0-16,-2 0-8 0,1 0-2 0,-2 4-2 15,-1 0 1-15,-2 4 2 0,-4 4 3 0,-1 0 2 16,-5 4 0-16,-3 2 1 0,-3 4 1 0,-5 2-1 15,-2 3-2-15,-4 5 2 0,-4-1 0 0,-4 4-2 16,-2 2 1-16,-4 1-1 0,-1 0 0 16,-3 4-2-16,-1-1 0 0,-2 2-2 0,-1-1-2 15,1-1-2-15,3-2 0 0,-1-1-1 0,3-5 1 16,3-5-3-16,3 0-2 0,-1-4-18 0,4-6-50 16,2-4-66-16,-2-2-84 0,4-4-141 15,2-3-208-15,1-1-313 0,5-2-266 0,2-1-205 16,4-2 15-16,1-1 447 0,2 1 508 0</inkml:trace>
  <inkml:trace contextRef="#ctx0" brushRef="#br0" timeOffset="783.34">6773 2483 77 0,'3'4'646'0,"0"3"466"0,-3-1 152 0,-1 7-81 0,-1 3-275 15,2 5-332-15,0 4-177 0,-1 4-96 16,-1 2-53-16,-1 5-54 0,1 1-86 0,-1 1-42 16,1-1-29-16,2 1-12 0,0-3-16 0,2-3-10 15,1-3-7-15,0-2-43 0,2-2-62 0,-3-6-87 16,1-1-168-16,-3-3-292 0,0-4-324 15,0-1-296-15,-2-6-189 0,-2-2 179 0,-3-5 635 16</inkml:trace>
  <inkml:trace contextRef="#ctx0" brushRef="#br0" timeOffset="962.05">6716 2410 154 0,'-10'-21'792'0,"-2"3"449"0,1 4 48 16,0 3-141-16,0 0-374 0,6 3-336 0,-1 2-163 15,1 2-79-15,2 0-44 0,1 1-48 0,4 1-47 16,1 1-37-16,2 1-59 0,3 0-56 0,1 1-116 16,2 2-180-16,2 0-299 0,2 2-304 15,3 1-247-15,1 0-143 0,3 0 332 0,2 1 558 16</inkml:trace>
  <inkml:trace contextRef="#ctx0" brushRef="#br0" timeOffset="1487.72">7274 2402 39 0,'-5'-2'313'0,"-1"0"248"0,-2 0 283 0,-3 1 78 0,2 0-134 16,-3-1-124-16,0 1-61 0,1-1-30 16,-3 2-86-16,1 2-100 0,-1-1-81 0,-1 2-59 15,3 2-58-15,-2-1-68 0,1 2-40 0,1 3-23 16,2-3-16-16,3 3-9 0,1 1-10 15,0 0-15-15,6 0-7 0,0 2 2 0,6 0 0 0,0 2-2 16,2-2 1-16,2 3 6 16,4-2 1-16,-1 1-6 0,4 1-2 0,1-2 0 0,1 2 1 15,1 0-1-15,-1-2 4 0,0 4 0 0,0-4 3 16,0 3-2-16,-2-1 1 0,-4-1-2 16,1 3 0-16,-6-2 0 0,0 0-2 0,-5 2 0 15,-3-1-1-15,-3 3 1 0,-2-1-3 0,-3-1 0 16,-4 3 1-16,-1-3 2 0,-4 2 1 15,2 0 1-15,-5-1 1 0,2-1 1 0,-2-2-1 16,0-2-2-16,2-1-2 0,-1-3-1 0,2-2 0 16,4-2 0-16,0-4-3 0,3-1-2 0,3-2-12 15,2-4-38-15,4-3-71 0,2-3-67 0,1-2-121 16,4-3-170-16,2 0-267 0,5-3-289 0,0-1-212 16,4 0-123-16,0-3 281 0,5 2 507 15</inkml:trace>
  <inkml:trace contextRef="#ctx0" brushRef="#br0" timeOffset="1774.99">7532 2571 161 0,'16'3'542'16,"-2"2"422"-16,-5 5 236 0,1 2-158 0,-2 6-162 15,1 2-185-15,-1 5-152 0,-1 3-145 0,-1 1-96 16,3 2-73-16,-1 2-87 0,2-1-53 0,1-3-34 16,1 1-20-16,4-7-13 0,2-2-9 0,2-3-6 15,1-4-6-15,1-5 1 0,0-3-2 0,0-4 0 16,-3-7 1-16,2-2-1 0,-4-4 1 15,-1-6 1-15,-3-1 2 0,-1-4 0 16,-6-1 7-16,-2-1 5 0,-4 1 6 0,-5-2 6 0,-3-2-5 16,-6 4-2-16,-2-2-6 0,-5-2-5 15,-4 4-7-15,0 0-6 0,-2 6 2 0,-2 2 1 16,-1 3 0-16,-1 6-1 0,-1 4 0 0,4 6-1 16,-1 5 1-16,4 4-4 0,1 4-4 0,7 3-24 15,1 5-71-15,3 0-74 0,4 2-155 16,4 2-274-16,5 2-320 0,4-2-359 0,5 0-214 15,2 1 36-15,3 2 640 0</inkml:trace>
  <inkml:trace contextRef="#ctx0" brushRef="#br0" timeOffset="2815.16">8058 8475 185 0,'0'3'439'0,"0"0"224"0,0-1 211 0,0 5-100 16,0 0-93-16,2 3-76 0,1 2-12 0,0 4-34 15,0 0-79-15,2 2-108 0,2 0-86 0,-1 0-61 16,0-1-77-16,-1-2-53 0,1-2-34 16,1-1-16-16,0-5-8 0,-2 0-1 0,3-4 1 15,-1-3-1-15,-1-5 0 0,3-2-4 16,-4-5-4-16,1-3-6 0,-1-5-4 15,0-1-3-15,-5-3-1 0,0 0 0 0,-2 3 3 0,-2-2 0 16,-3 6 3-16,-3 1 3 0,-2 0-1 16,1 7 0-16,-3 1-2 0,1 4 1 15,-1 3-3-15,-2 3-3 0,5 4-4 0,-3 5-2 16,4 2-2-16,2 2-3 0,-1 3-2 0,3 0 0 16,2 2-2-16,3-1 0 0,1-1 0 0,1-1-1 15,1 0-1-15,3-2-1 0,1-3 0 16,2-2 1-16,1-2-1 0,0-4 0 0,3-2-1 15,-1-4-8-15,5-1-22 0,-2-2-73 0,-1 0-80 16,3-3-159-16,-2 1-286 0,3 1-322 16,0 1-376-16,3 3-228 0,3 2 76 0,4 1 683 15</inkml:trace>
  <inkml:trace contextRef="#ctx0" brushRef="#br0" timeOffset="3450.19">11238 8470 75 0,'5'2'544'0,"-2"0"432"0,-1 0 223 0,-1 1-66 15,-1 3-280-15,3 2-202 0,-1 2-168 16,1 0-114-16,0 3-79 0,0 0-58 0,0-1-78 16,1 0-66-16,0-1-35 0,1-3-18 15,2 1-8-15,0-4-6 0,1 0-1 0,0-5-1 16,0-2 3-16,3-5-1 0,0-4-1 0,0-1-1 16,-1-4-1-16,-1 0-2 0,-1-3-1 15,0 2 0-15,-3 1 3 0,-1 3 0 0,-4 3 1 16,0-1-1-16,-3 7-1 0,-2-1-4 0,-2 6-3 15,-3 5-4-15,-3 2-6 0,-2 9-14 16,-3 2-51-16,-4 5-76 0,-3 3-167 0,-2 4-273 16,-1 4-311-16,-4-1-383 0,-1 4-318 15,-4-4 16-15,-1 1 733 0</inkml:trace>
  <inkml:trace contextRef="#ctx0" brushRef="#br0" timeOffset="4235.66">8283 11056 247 0,'5'8'695'0,"-2"-3"338"15,0 0 102-15,0-1-217 0,-1-1-288 0,1-2-223 16,-2 0-124-16,2-2-24 0,1 0 12 0,1-4-4 16,-1 0-20-16,1-2-17 0,0-2-24 0,1-2-44 15,-3-4-52-15,0-2-36 0,-1-1-20 16,-2-2-10-16,0-1-4 0,-2 0-2 16,-1 0 0-16,-3 1 1 0,-2 3 1 0,-3 1-2 15,1 4-6-15,-4 2-4 0,0 4-6 0,-3 2-7 16,1 6-5-16,-2 4-4 0,2 3-2 0,-1 5-1 15,0 3-3-15,6 2 1 0,1 2 0 16,1 2-1-16,4 0-2 0,2 1 0 0,5-1 0 16,2-2-2-16,2-1-2 0,4-1-5 15,3-4-20-15,2-2-65 0,1-2-68 0,5-3-134 16,-1-3-230-16,4-1-314 0,3-1-353 16,3-3-257-16,2-1-98 0,3-2 508 0,2 2 648 15</inkml:trace>
  <inkml:trace contextRef="#ctx0" brushRef="#br0" timeOffset="4943.14">11433 10944 145 0,'-7'10'471'0,"-1"1"268"16,-1 0 212-16,1 2-46 0,1-1-213 0,1-1-162 0,1 2-111 15,1-3-85-15,2 1-83 0,2-4-91 16,0-1-67-16,2 0-34 0,2-2-5 16,-1 0 15-16,1-3 37 0,0 1 42 0,1-4 29 15,0 1 10-15,0-5-4 0,2 0-20 16,-5-4-32-16,3-1-35 0,-2-1-23 0,-1 0-15 16,-1-3-10-16,-1 3-2 0,-1-1-4 15,-1 3-2-15,-1 0-5 0,0 3-4 0,-1 1-6 0,1 0-9 16,-1 6-5-16,-1 2-6 0,2 4-4 15,1 3-5-15,1 5-4 0,2 0-18 0,1 3-66 16,1 2-78-16,2-3-159 0,6-2-273 0,2 0-321 16,4-5-372-16,2-4-247 0,8-7 51 0,3-4 678 15</inkml:trace>
  <inkml:trace contextRef="#ctx0" brushRef="#br0" timeOffset="5661.5">14561 8395 249 0,'-3'-8'697'0,"-2"0"395"0,-4 1 120 0,3 3-167 0,-1 2-207 16,1-2-207-16,-2 4-159 0,4 0-114 15,-3 0-73-15,1 1-82 0,-1 3-79 0,1 1-41 16,0 3-21-16,1 0-11 0,0 4-9 16,0 0-9-16,4 0-5 0,-1 1-5 0,2 1-6 15,3-2-5-15,2-1-6 0,0-2-2 16,5 1-2-16,0-4-2 0,3-4-1 16,1-2-2-16,2-2 1 0,3-3 0 0,0-2-1 0,2-2-11 15,-1 0-32-15,0 2-80 0,-3-1-91 16,-1 3-168-16,-2 0-293 0,-1 4-335 0,-3 2-352 15,0 6-168-15,-2 4 179 0,0 2 660 16</inkml:trace>
  <inkml:trace contextRef="#ctx0" brushRef="#br0" timeOffset="6211.93">15074 10957 49 0,'4'3'584'0,"-4"2"481"0,2-4 183 0,-1 2-104 16,1-3-372-16,1 0-247 0,1 0-146 0,0-3-73 15,3 1-41-15,2-3-29 0,-1-1-25 0,0-3-56 16,4-1-51-16,0 0-38 0,-3-5-20 16,4 2-11-16,-4-1-13 0,2 1-6 0,-1 1-6 15,-4-1 0-15,0 3-1 0,-4 0-2 16,1 2 1-16,-3 2 1 0,-3 2 2 15,1 1-3-15,-4 3-2 0,0 1-2 0,-5 4-5 0,0 2-27 16,-2 3-69-16,0 1-62 0,-3 3-128 16,1-3-200-16,-1 3-312 0,-3-3-320 0,0-2-227 15,1-2-110-15,-4-4 415 0,-3-2 584 16</inkml:trace>
  <inkml:trace contextRef="#ctx0" brushRef="#br0" timeOffset="7321.28">7625 8169 288 0,'3'-1'598'0,"-1"1"241"0,-1 1 170 0,1 0-184 15,1 4-185-15,2 1-152 0,0 4-43 16,0 2-13-16,1 3-64 0,0 5-77 0,-1-1-55 16,1 5-41-16,-1 0-51 0,1 4-47 15,0 2-34-15,-4 1-23 0,3 0-14 0,-2 1-7 16,0-2-8-16,-1-1-5 0,0-2-3 0,-1-5-3 15,-1-3-30-15,2-2-54 16,-2-2-53-16,-2-6-104 0,-1-3-162 0,-2-4-247 0,-3-2-289 16,2-4-242-16,-2-3-183 0,-3-2 189 0,1-5 511 15</inkml:trace>
  <inkml:trace contextRef="#ctx0" brushRef="#br0" timeOffset="7646.31">7488 8041 292 0,'3'-12'570'0,"0"1"258"0,0 0 218 0,2-2-201 16,-1 1-206-16,0 1-154 0,-1-2-75 0,2 2-72 16,-2-1-89-16,3-1-57 0,0 2-25 15,-1 2 1-15,0 0-4 0,1-1-9 0,-1 3-19 16,0-1-23-16,-1 0-25 0,1 2-28 15,-2 1-21-15,-1 0-17 0,1 3-11 0,0-2-6 16,1 2-2-16,-1 2 1 0,0 2 4 16,3 3 0-16,-1 1 3 0,0 5 2 0,-2 1-3 15,0 2-2-15,0 5-2 0,-1 0-1 0,-2 6-4 16,1-3-1-16,1 4-2 0,-2-3-33 16,0 3-62-16,-2-3-60 0,1 2-134 0,-1-3-203 15,1-2-315-15,-1 2-291 0,0-2-224 16,-1 1-73-16,0-2 436 0,0 2 546 0</inkml:trace>
  <inkml:trace contextRef="#ctx0" brushRef="#br0" timeOffset="8086.19">7446 8685 187 0,'0'-11'429'0,"0"4"235"0,0-1 186 16,0 0-175-16,0 4-132 0,2 1-112 0,-2 0-80 16,3 2-87-16,0 1-31 0,-1 0-30 15,3 3-20-15,0 0-6 0,2 2-3 0,1 5 6 16,0 0-30-16,3 6-26 0,0-2-28 16,2 4-20-16,-1 0-18 0,1-1-14 0,0-1-14 15,-2-3-17-15,0 1-10 0,1-2-3 16,0-3 0-16,-4-1-3 0,3-4 3 0,-2-1 6 15,-1-1 5-15,0-5 3 0,1-3-3 0,-1-3 2 16,1-5-4-16,1-2-4 0,-2-2-14 16,2-2-31-16,-4-1-73 0,3-1-164 0,-2 1-296 15,-2 2-280-15,0-1-274 0,-1 3-209 16,1 1 163-16,-2 2 566 0</inkml:trace>
  <inkml:trace contextRef="#ctx0" brushRef="#br0" timeOffset="9485.45">5914 8565 37 0,'0'1'575'0,"-1"-1"480"0,-1-1 187 0,-1-2-92 16,1-3-329-16,-2 0-251 0,2-3-154 15,-1-2-82-15,2-6-51 0,-1 0-35 0,2-7-36 16,-2-4-67-16,1-3-46 0,1-3-32 16,0-4-14-16,0-2-10 0,1-1-9 0,1 0-6 15,-2 1-4-15,3 3 2 0,0 1 1 16,0 2-1-16,0 5-3 0,-1 5-3 0,1 2-4 15,-1 6-4-15,-1 3-3 0,3 2-4 0,-1 4-1 16,0 1-2-16,6 3 1 0,-1 5 1 0,0 0 0 16,5 6 0-16,-2 2 0 0,2 3 0 15,1 3-1-15,0 3 0 0,0 2 0 0,2 2 0 16,0 2 4-16,-3 2 3 0,2 2 1 16,-2 3 0-16,3-1-1 0,-5 0 1 15,0 2-5-15,1 1-2 0,-2-3-1 0,1 0-1 16,-3-1 0-16,0-1-1 0,-2-3-1 0,2-2-1 15,-2-1-1-15,-1-3 0 0,-2-2 0 0,1-3-1 16,-3-3 1-16,2 0 0 0,-1-4 0 16,-2 0-5-16,0-4-16 0,-2 1-37 0,-2-2-72 15,-3-3-80-15,-2-2-155 0,1 0-255 16,-3-4-319-16,-2-2-327 0,2 1-210 0,-2-2 28 16,-2-3 581-16</inkml:trace>
  <inkml:trace contextRef="#ctx0" brushRef="#br0" timeOffset="9724.45">5818 8385 380 0,'2'0'919'0,"-1"0"293"0,1 0-39 16,1 0-256-16,0-2-340 0,6-1-201 15,1-1-76-15,1 2-25 0,5-3-16 0,0 2-24 16,1-4-37-16,2 1-48 0,2 0-44 0,-1 0-36 15,1 0-24-15,1-1-16 0,0 1-11 16,2-2-8-16,-2 1-6 0,2-1-4 0,-1 2-2 16,-1 1-1-16,2 1-17 0,-2 2-73 15,0 2-86-15,-1 2-181 0,-2 2-282 0,1 2-323 16,-2 1-371-16,-1 4-201 0,-4 1 175 0,1 1 705 16</inkml:trace>
  <inkml:trace contextRef="#ctx0" brushRef="#br0" timeOffset="11519.1">7276 8351 228 0,'6'6'468'0,"0"-1"180"0,-3-1 93 0,2-3-250 16,2 0-189-16,-1 0-115 0,3-2-52 0,-1 0-24 15,2 0-12-15,2-3-6 0,-2 1-27 16,1 0-22-16,3-2-11 0,-3 0-11 0,3 0-6 16,-1 2-1-16,2-2-3 0,0 3-16 0,-2-1-50 15,3 0-82-15,-3 2-122 0,2 1-273 16,-4 1-175-16,5 0-60 0,-5 1 107 15,5 1 222-15</inkml:trace>
  <inkml:trace contextRef="#ctx0" brushRef="#br0" timeOffset="11699.47">7771 8367 41 0,'10'0'240'0,"0"0"124"16,-2 0 114-16,1 0-91 0,-1-1-129 0,0-3-77 15,0 1-53-15,2 0-34 0,-1-2-26 16,1 0-29-16,-1 0-19 0,2-3-6 0,1 3-7 15,1-1-5-15,-1 0 0 0,2-2-4 0,-1 4-19 16,1-1-26-16,2 0-37 0,-2 3-53 16,3-3-80-16,-1 4-121 0,1-1-95 15,-1 0 13-15,0 1 77 0,3 1 112 0</inkml:trace>
  <inkml:trace contextRef="#ctx0" brushRef="#br0" timeOffset="11843.73">8243 8308 114 0,'15'6'216'0,"0"-1"54"0,0 0-31 16,0-1-39-16,-2 0-32 0,0-1-35 0,1 0-25 15,0-1-14-15,2-1-28 0,-3-1-25 16,2-1-15-16,0-1-7 0,0-1 3 0,0 1-17 16,0-2-83-16,-2 1-202 0,1 1-94 0,-2-3-11 15,-1 0 49-15,-1-1 95 0</inkml:trace>
  <inkml:trace contextRef="#ctx0" brushRef="#br0" timeOffset="15138.98">6921 8005 11 0,'0'0'215'0,"2"0"118"0,-2 2 110 15,3-2-71-15,-3 0-99 0,2 0-77 0,-1 0-43 16,1 0-23-16,-2 0-15 0,0 0-2 16,2 0-8-16,-2 0-3 0,0 0 10 0,0 0 9 15,0 0 13-15,0 0 10 0,0 0 5 16,0 0-5-16,0 1-18 0,0-1-19 0,0 2-21 16,0-1-7-16,1 2-11 0,-1 1-6 15,2 0-3-15,1 2 14 0,0 1 22 0,-1 2 9 16,4 0 24-16,-3 4 8 0,2-3 14 0,-2 5 4 15,2 0 1-15,0 0-13 0,1 0-25 16,-3 0-16-16,2 2-19 0,-2-4-25 0,2 0-26 16,-2-1-12-16,0-1-7 0,0-2-4 0,-1-2-3 15,-2-1 1-15,3-1-5 0,-2 0 0 16,-1-4-1-16,0 0-2 0,0-1-20 0,0-1-43 16,-1-4-74-16,-2-1-93 0,0-1-113 15,0-3-138-15,-1 1-248 0,1-1-191 0,-2 0-44 16,0 0 150-16,1 1 273 0</inkml:trace>
  <inkml:trace contextRef="#ctx0" brushRef="#br0" timeOffset="15547.42">6891 8016 227 0,'-1'-8'358'0,"1"1"133"16,-2 3-13-16,2-2-101 0,-1-1-67 0,-1 3-21 16,2-2-3-16,-3 1 3 0,0-1-4 15,3 1-7-15,-3 0-5 0,3-1 9 0,0-2-1 16,-2 1-16-16,2-1-21 0,0 1-32 16,0-3-31-16,2 2-44 0,-2-3-41 0,0 4-27 15,1-2-22-15,1 0-13 0,0 1-12 0,-1 0-12 16,2 3-1-16,-3-1-2 0,2 1-2 15,-1 2 2-15,1 2-4 0,-1-2-2 0,1 1 3 16,1 1-4-16,-1 1 0 0,1 0 0 0,2 0-1 16,-2 1 3-16,3 1-1 0,-3-1-1 0,2 1 2 15,1 1 0-15,-1-2 0 0,0 2-2 16,0-1-2-16,1 0-1 0,-1 1 4 0,0-1-1 16,-1-1 1-16,0 2-2 0,-1-3-1 15,0 4 3-15,1-1 0 0,-2 0 0 0,-1 1-2 16,1 4-7-16,0-1-46 0,-2 2-132 0,-2 0-152 15,-1 3-258-15,1-1-278 0,-2 2-261 16,-1 1-92-16,2-1 325 0,1 1 433 0</inkml:trace>
  <inkml:trace contextRef="#ctx0" brushRef="#br0" timeOffset="16383.25">6923 8268 49 0,'0'0'297'0,"0"1"150"16,-2-1 138-16,2 0-49 0,0 0-158 0,0 0-119 15,0 0-72-15,0 0-30 0,2 0-38 16,-2 0-41-16,0 0-34 0,3 0-28 0,-1 0-11 15,1 0-5-15,2 2 0 0,-2-2 30 16,2 0 66-16,4 0 37 0,-2-2 18 0,-1 2 45 16,5-1 44-16,-3-1-10 0,1-1-49 0,1 2-23 15,2-3 10-15,0 3-28 16,-2-2-31-16,2 0-18 0,-1 2-10 0,0-2 6 16,-2 1-12-16,-1 0-6 0,-1 0-8 0,0 2 5 15,-2-2 3-15,-2 1-6 0,0 1-6 0,-1 0 18 16,0 0 59-16,-1 0 62 0,-1 0 23 0,-1 0 0 15,-1 0-14-15,-3 0-30 0,0 1-48 16,-1 1-55-16,-3 0-28 0,-1 0-17 0,-1 2-10 16,-1-2-2-16,0 1-1 0,-3 1-1 15,2 0 1-15,-1-1 1 0,1 1 3 0,0-2-2 16,-1 1 0-16,0-1-2 0,2 0-2 0,2 0-1 16,0-1-4-16,0 0 0 0,3 1-2 15,1-2 0-15,1 0-2 0,0 2-2 0,2-2-1 16,0 0-4-16,3 0-2 0,-2 0-4 15,2 0 1-15,2 0-2 0,1 0 1 0,3 0 2 16,2-2 2-16,0 2 3 0,3-2 0 0,2 1 3 16,1-2-1-16,0 1 0 0,2 0 0 0,0-3 0 15,3 2-2-15,-3-1 0 0,1 0 1 16,-1 0-9-16,1 1-46 0,-4 1-64 16,3 0-64-16,-5 0-125 0,0 2-180 0,-2 0-318 15,1 4-269-15,-4-3-214 0,2 3-100 0,-2-1 360 16,-4 2 532-16</inkml:trace>
  <inkml:trace contextRef="#ctx0" brushRef="#br0" timeOffset="16637.25">7244 8247 71 0,'14'-2'250'0,"-3"0"107"0,2 0 90 16,-2-1-160-16,0 2-124 0,-3-1-65 15,3 0-40-15,-1-1-19 0,-1 2-13 0,2-2-7 16,0 3 5-16,-1-4-4 0,2 4-7 0,1-4-26 16,0 2-82-16,-1-3-192 0,1 3-110 15,4-1-19-15,-1 0 57 0,2 1 103 0</inkml:trace>
  <inkml:trace contextRef="#ctx0" brushRef="#br0" timeOffset="17370.84">7089 8437 144 0,'-1'4'369'0,"-1"-2"162"0,0 2 133 15,1 0-160-15,1 2-147 0,-2 1-83 0,1 3-36 16,-1-1 1-16,2 2-10 0,0 2-9 0,0 4-14 15,0-2-12-15,0 2-14 0,2-1-23 16,-1 3-21-16,1-2-27 0,-2 0-26 0,1 1-21 16,1-2-19-16,-2-1-15 0,2 0-12 15,-1-1-7-15,-1-1-4 0,0-1-9 16,-1-3-47-16,-1 0-94 0,-1-4-119 0,1 2-176 16,-3-1-277-16,2-2-217 0,-3-3-64 0,-2-1 192 15,3-3 320-15</inkml:trace>
  <inkml:trace contextRef="#ctx0" brushRef="#br0" timeOffset="17599.98">6966 8650 124 0,'3'-1'316'16,"0"1"130"-16,3 0 109 0,-3 2-179 0,2 0-99 16,0 2-30-16,0 2 9 0,3 0 53 15,-1 1 20-15,0 4-3 0,1-3-34 16,0 1-52-16,1 2-49 0,1-1-65 0,-2-1-44 15,3 1-33-15,-2 0-21 0,-1-1-13 0,3-2-8 16,-1-1-4-16,-1-1-3 0,4-3 0 16,-2 0 0-16,0-4 3 0,3-3 4 0,-1-3-16 15,2-2-73-15,-2-4-124 0,1-1-227 0,1-3-257 16,-1 2-206-16,2-2-75 0,1 0 190 16,-3 0 331-16</inkml:trace>
  <inkml:trace contextRef="#ctx0" brushRef="#br0" timeOffset="22085.9">7880 10549 92 0,'1'7'306'0,"1"-4"142"16,1 4 131-16,-1-1-104 0,-1 1-100 15,1 2-32-15,1 3 20 0,-1 0 21 0,2 2 12 16,-2 3-5-16,2-1-32 0,-2 3-44 0,3 2-52 15,1 4-43-15,-1 0-34 0,4 2-30 16,-2 7 1-16,1 0-1 0,1 4 5 0,2 1 0 16,-1 2-11-16,-1 0-18 0,2 3-33 15,0 0-27-15,1-1-24 0,0 1-20 0,-1-1-9 16,0 1-5-16,0-1-6 0,-1 0 1 16,2 1-3-16,-4-3 0 0,0-2-3 0,0-3 2 15,1-4-3-15,-4-4-2 0,0-6-1 0,0-3-4 16,-2-3-3-16,-1-5-17 0,-1-4-24 0,-1-5-37 15,-3-3-39-15,2-5-40 0,-3-1-76 16,-2-7-112-16,-1-3-121 0,-2 0-157 16,1-4-248-16,0 0-227 0,-1-2-46 0,-2-1 255 15,0-1 374-15</inkml:trace>
  <inkml:trace contextRef="#ctx0" brushRef="#br0" timeOffset="22601.03">7769 10647 39 0,'-3'-4'290'0,"1"-2"174"0,-1-3 168 0,0 0 8 0,0-1-119 15,-1-5-58-15,0-1-11 0,-1-5-6 0,-1-2-19 16,4-4-45-16,-2-1-64 0,0-4-63 16,3 1-51-16,-1-3-25 0,2 3-9 0,2-1 11 15,-1 1 4-15,-1 2 2 0,2 2-13 16,1 4-26-16,0 1-30 0,-1 3-37 0,1 2-27 16,0 4-25-16,2 3-13 0,-2 2-6 15,0 2-8-15,2 1-2 0,1 5 0 0,2 0 3 16,0 5 2-16,3 1-1 0,-1 3 3 0,2 2 0 15,-1 2 1-15,1 2-6 0,0 0-4 16,1 3 1-16,-1 0-4 0,1 1 0 0,-2 0-4 16,2 2-18-16,-2 0-56 0,-3-1-60 15,1 2-119-15,-2 0-181 0,-3-1-305 0,0 3-308 16,-3-1-238-16,1 2-127 0,-1 0 363 0,-2 0 561 16</inkml:trace>
  <inkml:trace contextRef="#ctx0" brushRef="#br0" timeOffset="23014.94">7935 11544 109 0,'5'-7'481'0,"-2"3"276"0,2 2 147 0,-2-3-95 16,2 5-241-16,2 5-157 0,0-2-76 15,2 4-32-15,3 3-19 0,0 1-11 0,2 5-25 16,4 1-26-16,-2 4-22 0,1 2-13 0,3 2-13 15,-2-2-9-15,-1 4-27 0,2-2-34 0,-3-2-29 16,0-1-25-16,1-5-16 0,-2-2-17 16,0-3-9-16,-2-3-1 0,1-2 0 15,-1-4 5-15,-1-6 3 0,-1-4 2 0,1-6 0 16,-2-6-1-16,0-3-3 0,0-5-4 0,-1-4-7 16,-3-1-40-16,1 1-58 0,-2-2-76 15,-1 1-162-15,-2 4-293 0,2 0-308 0,-2-1-292 16,1 2-193-16,2 1 120 0,0 3 612 0</inkml:trace>
  <inkml:trace contextRef="#ctx0" brushRef="#br0" timeOffset="24030.14">11067 10337 223 0,'2'0'518'0,"2"0"218"16,0 2 108-16,-3 2-158 0,2-2-137 0,2 6-74 15,0 1-55-15,1 4-30 0,4 4-3 16,-2 5-14-16,1 5-45 0,2 3-53 0,0 6-32 15,-1 6-30-15,-1 0-35 0,1 6-49 16,-2 1-41-16,0 6-25 0,1 1-16 0,-1 1-14 16,-2 1-10-16,2 0-9 0,0 1-4 0,-2-3-6 15,-1 0-3-15,0-3 1 0,1-4 0 16,0-2 0-16,-3-5 1 0,2-4 1 0,-3-4-1 16,0-4-3-16,-1-4-1 0,-1-4-14 0,-1-5-42 15,-1-1-65-15,-3-7-55 0,-1 2-107 16,-3-7-164-16,-1-2-239 0,-1-2-269 0,-2-6-215 15,0 1-171-15,0-5 190 0,-2-1 497 0</inkml:trace>
  <inkml:trace contextRef="#ctx0" brushRef="#br0" timeOffset="24331.59">11138 11344 13 0,'5'15'428'0,"0"2"362"15,0 2 254-15,1 2 78 0,0 5-314 0,2 1-253 16,0 4-92-16,3 3-35 0,0 5-51 16,2 4-75-16,2 2-50 0,-2 3-38 0,3 1-71 15,0 1-57-15,0 1-32 0,1-3-14 16,0-2-16-16,1-4-9 0,1-3-8 0,1-7-3 16,-2-1-1-16,-1-6-2 0,2-6 0 15,-3-1 0-15,-2-8-1 0,0-2 1 0,-1-5-1 16,-5-5 1-16,1-5 0 0,-2-6-1 0,-2-8-2 15,-4-4-8-15,1-8-16 0,-4-6-42 16,-3-6-57-16,-1-6-52 0,-5-6-72 0,0-6-127 16,-2-5-160-16,-2-5-170 0,0-2-230 0,0 0-215 15,-2 0-64-15,0-1 281 0,0 0 418 0</inkml:trace>
  <inkml:trace contextRef="#ctx0" brushRef="#br0" timeOffset="24647.57">10806 10262 21 0,'-1'2'375'0,"-1"-4"261"0,2-1 177 0,0-5 57 16,2-5-279-16,-1-3-180 0,4-5-60 15,0-6-29-15,3-6-17 0,-1-3-31 0,3-3-51 16,-2-1-51-16,1-1-48 0,1 5-33 16,0-3-23-16,0 8-9 0,-2 2-13 0,-1 5-15 15,-1 5-13-15,-1 4-13 0,3 4-2 16,-2 4-7-16,0 4 2 0,2 7-3 0,0 5-3 16,0 6 1-16,2 5-6 0,-4 5-33 0,3 2-99 15,-4 3-135-15,1 1-211 0,1 3-283 16,-1-3-266-16,2 2-154 0,-2-4 178 0,2-4 417 15</inkml:trace>
  <inkml:trace contextRef="#ctx0" brushRef="#br0" timeOffset="25236.32">11033 7713 181 0,'4'22'384'15,"2"6"205"-15,1 9 236 0,1 6-65 0,1 7-63 16,2 7-69-16,0 4-51 0,3 8-48 0,-2 5-86 15,0 2-112-15,1 1-87 0,-2 1-48 0,0 0-44 16,2-3-54-16,-2-1-41 16,0-4-30-16,0-6-15 0,-1-4-11 0,2-6-6 15,-2-4-14-15,-1-7-59 0,2-5-59 0,-5-5-133 16,1-6-183-16,-4-3-302 0,-3-3-303 0,0-5-217 16,-5-2-57-16,-1-3 419 0,-2-5 495 0</inkml:trace>
  <inkml:trace contextRef="#ctx0" brushRef="#br0" timeOffset="25493.31">10861 8734 211 0,'10'20'418'0,"3"4"194"15,4 3 261-15,4 3-92 0,-1 4-112 16,2 2-73-16,2 3-63 0,-3 0-72 0,3 2-129 15,-1-1-114-15,-1-1-79 0,-1-1-49 0,1-4-28 16,-2-2-22-16,0-4-15 0,-2-2-13 16,1-5-5-16,-3-2-6 0,1-4-2 15,-2-3 1-15,0-2-1 0,-2-2-1 0,-1-3-21 16,-2-5-23-16,-2-2-79 0,-1-3-146 0,-2-5-180 16,-1-3-296-16,-2-2-257 0,-2-4-222 0,-2-5 73 15,-4-4 427-15</inkml:trace>
  <inkml:trace contextRef="#ctx0" brushRef="#br0" timeOffset="25873.52">10816 7650 152 0,'3'-9'350'0,"-1"0"148"16,-1 1 143-16,1 1-131 0,-2-1-68 0,3 2 3 16,-2 2 10-16,1-4 2 0,-2 2-26 0,0-3-53 15,0 2-68-15,-2-2-67 0,2 0-39 16,-1 0-33-16,-2-2-31 0,1 1-31 0,1-1-24 16,-2 0-13-16,1-3-23 0,0 1-20 15,2-3-17-15,0-2-4 0,5-1-5 0,0-7-3 16,4-2-4-16,2-7 4 0,6-3 3 0,1-1-5 15,6-3-2-15,-1 3-6 0,4 2 2 0,-3 7-2 16,2 3 0-16,0 9 5 0,0 5 1 16,-1 8 6-16,0 10-1 0,-1 7 0 15,-2 7 4-15,2 10-5 0,-5 5 1 0,0 9-1 16,-1 4 0-16,-3 7-29 0,-1 3-103 16,-3 4-204-16,-3-1-284 0,1 2-277 0,-4-2-298 15,0 0-169-15,0-2 296 0,-2-4 598 0</inkml:trace>
  <inkml:trace contextRef="#ctx0" brushRef="#br1" timeOffset="35486.82">18584 2700 29 0,'0'7'213'0,"3"-1"99"0,-2 0 97 15,-1 2-98-15,2-1-96 0,-1 3-55 0,1-2-19 16,1 1 8-16,-1 1 14 0,0 2 21 0,1 1 28 15,-2 4 46-15,4-1 47 0,-2 1 72 16,-1 6 29-16,4-2-6 0,-3 5-23 0,4 2-42 16,-4 2-55-16,2 3-70 0,-1 4-50 15,0 1-21-15,2 6 3 0,-2 3 5 0,1 6 7 16,-2 3 0-16,1 4 0 0,-3 1-13 0,1 7-28 16,-2-1-22-16,0 4-13 0,-2 2-14 15,-1 2-10-15,1 2-9 0,-2-1-7 0,0 4-10 16,-2-1-10-16,-2 4-9 0,2-1-2 0,-2 4-4 15,0-1 1-15,-3 3 1 0,0 4 3 16,0 2 4-16,-2 6-1 0,0 2 2 0,0 3 2 16,1 1-1-16,3 5 1 0,0 0-4 0,-1 2 0 15,3-1 1-15,3-1 2 0,-1-1 2 0,1-1-2 16,2-2 3-16,-1-1 0 0,1-2-4 16,-1 2-5-16,0-4-4 0,-1-2 1 0,0-3 0 15,-4-3-2-15,3-4 2 0,-1 1-1 0,-2-3 0 16,-3-1-3-16,1-2-1 0,-1-1 0 15,-3-3-1-15,3-5 1 0,-3-2 1 0,1-4 0 16,0-6 1-16,1-4 0 0,-1-9-1 16,2-5 0-16,3-9-5 0,0-7-13 0,0-10-34 15,-1-7-63-15,3-7-64 0,-2-8-88 0,0-7-135 16,-5-8-179-16,5-8-255 0,-1-7-223 0,-2-7-199 16,1-9-8-16,2-11 358 0,-1-7 452 15</inkml:trace>
  <inkml:trace contextRef="#ctx0" brushRef="#br1" timeOffset="36246.83">18329 2864 23 0,'4'-4'281'0,"-3"-4"173"16,2 0 206-16,3-3 95 0,2-2-48 0,-1-4-60 16,2-1-57-16,0-4-57 0,1-2-85 0,1-5-96 15,2-2-111-15,1-2-61 0,3-3-30 16,-1 0-16-16,2 0 7 0,2-2 3 0,-2 2-10 16,0 1-12-16,0 2-19 0,1 4-27 0,-5 1-29 15,2 6-20-15,-5 4-16 0,2 3-13 0,-5 5-6 16,1 5 15-16,2 0 4 0,-1 10 2 15,-2 1 5-15,0 7 4 0,1 3-7 0,-3 5-8 16,1 4-7-16,-1 4-4 0,2 2-6 0,-4 3-2 16,1-1 7-16,2 4 1 0,-1-1 4 0,2 0 0 15,-2-1 8-15,2 1 0 0,0 1-36 16,1-3-58-16,-1 1-60 0,-1-2-114 0,-2 0-180 16,-1-2-317-16,2-2-278 0,-2 1-230 0,-3-1-120 15,2-1 333-15,-1-2 539 0</inkml:trace>
  <inkml:trace contextRef="#ctx0" brushRef="#br1" timeOffset="37845.89">17910 6724 197 0,'6'0'406'16,"-1"-2"154"-16,2 2 92 0,-2 0-239 0,4 0-196 15,-1 0-101-15,1 0-13 0,1 0 18 0,2-3 13 16,3 3 1-16,2 0 52 0,-1-1 48 15,4 0-10-15,2 0 27 0,2-2 6 0,0 3 5 16,5-2-44-16,-3 2-37 0,6-2 8 16,0 2-44-16,-1-3-19 0,4 3-18 0,0 0-11 15,2-2-12-15,2 2-32 0,0-1-21 16,4 1-14-16,-2 0-7 0,0 0-5 0,3 0-3 16,-1 0-7-16,1 0-2 0,-1 1-3 0,0 1-3 15,2 1-3-15,0-1 5 0,2 4-1 16,-1-1 5-16,5 1 5 0,-1 1 2 15,1-1 7-15,3 1-4 0,2 1 0 0,3 1-4 16,1-1-4-16,2 3-1 0,-1-3-5 16,1 1-3-16,1 0-8 0,0 1 9 0,2-2 4 0,0 0 4 15,0 0 5-15,3 1 6 0,0-3 3 16,3 2-2-16,0-3 13 0,2 2 5 0,1-1 1 16,-1 0-2-16,3-2 2 0,-2 2 1 0,-1-1-11 15,4 0-8-15,0 0 1 0,1 0 2 16,4-1-6-16,-1 2-3 0,3-1-3 15,-2-3-3-15,1 3-2 0,-1-1 0 0,0 2 6 16,0-4-2-16,0 2 5 0,4 0 3 0,1-1 0 16,-3 1-1-16,3 1-5 0,-2-2-4 0,0 3-7 15,-1-2 2-15,2 0 2 0,-3 3 5 16,1-2 3-16,-2 2 5 0,4 1 5 0,-3 1-7 16,-2-2-5-16,1 0-5 0,0 1-4 15,-1 1 2-15,1-2-1 0,-1-1 7 0,1 0 7 16,0 0 3-16,4-2 1 0,-4 2-7 0,4-3-1 15,-1-1-4-15,0 2-8 0,0-3 2 16,0 0 3-16,-2-1 6 0,4 2 1 0,1 0 1 16,-2-1 6-16,1-1-5 0,0 3-7 0,-2-2-5 15,1 1-1-15,-4 1 2 0,2 0 1 16,-1 0 5-16,-2 0 7 0,3 1 2 0,0-1 0 16,-3 2-6-16,1-3 0 0,0 3-8 0,-3 0-4 15,2-3 0-15,-5 3 2 0,2-3 5 16,0 4 2-16,-2-4 6 0,3 3 4 0,-3-1 0 15,1-2-2-15,-1 3-5 0,-1-1-6 16,-1-1-6-16,-3 0-3 0,0 2 4 0,-2-2 3 0,0 0 5 16,-3 0 4-16,1-2 6 0,-1 0 3 15,2 1-2-15,-4 0-4 0,0-2-6 16,-3 0 1-16,1 0-5 0,-3 0-1 0,-4 0-2 16,1 1 1-16,-1-1-4 0,-5 1 1 0,0 1 2 15,-3 0 4-15,-3 1 2 0,2 0 3 16,-3-2 7-16,-4 2-2 0,4 0-1 0,-4-1-2 15,1 4-4-15,1-4 1 0,-6 1-2 0,0-1-3 16,-1 2-1-16,-2-2-1 0,0 0 5 16,-6-1-4-16,1 1 3 0,-2-1 3 0,-4-1 3 15,1 2-1-15,-3-2-2 0,-3 0 1 16,0 0-5-16,-5 0 2 0,-1 0 1 0,-1 0-1 16,-3 0 1-16,-1 0 0 0,-2 0 3 0,1 0-2 15,-1 0 1-15,-2 0 11 0,2 0 35 16,-1 0 38-16,-2-2 28 0,0 2 21 0,-2 0 10 15,2-1-10-15,-3-1-31 0,3-1-32 0,-1 1-24 16,-2-4-22-16,-1 3-24 0,1 0-46 16,-2-2-52-16,0 0-47 0,-4 1-84 0,1-4-142 15,0 0-176-15,-1 3-263 0,-1-2-230 16,1-1-212-16,1 2 43 0,-3-3 401 0,3 0 425 16</inkml:trace>
  <inkml:trace contextRef="#ctx0" brushRef="#br1" timeOffset="38183.37">28043 6996 278 0,'5'1'682'0,"-3"1"280"16,-1 1 59-16,3-2-255 0,-1 0-255 0,-2 4-195 16,4-3-105-16,2 4-41 0,2-1-17 0,-1-1-14 15,3 0-36-15,1 1-30 0,4-1-24 16,2 1-17-16,-1 0-16 0,2 0-9 0,1 1-2 15,0-1-5-15,0 1 0 0,-1-2-5 16,-1 2 3-16,-1-1-1 0,-1 2 1 0,-1-1 19 16,-3 0 12-16,0 0 5 0,-4 0 12 0,-2 1 17 15,-1-3 34-15,-1 3 25 0,-4 0 16 16,-4 1 8-16,1 1-4 0,-3 0-21 0,-2 3-28 16,-5-1-36-16,0 1-25 0,-1 1-17 15,2-1-6-15,-4 2-5 0,0-1-4 0,0 1-20 16,2-1-46-16,-2 1-38 0,4-1-75 15,-4 0-139-15,5-3-208 0,-1 0-284 0,3 1-238 16,1-1-216-16,2-2 39 0,1 2 449 0</inkml:trace>
  <inkml:trace contextRef="#ctx0" brushRef="#br1" timeOffset="40147.62">28330 7860 55 0,'1'-5'334'0,"-1"-1"201"16,3 1 165-16,1-1-36 0,-3 2-213 0,6-2-107 0,-1 0-23 15,2 0 13-15,3 0 21 0,3 0-4 16,0 1-15-16,7-3-45 0,-4 2-57 0,5-1-56 15,2-2-52-15,1 3-37 0,-2 2-25 16,2 1-18-16,-3 3-15 0,0 0-2 16,-4 1 21-16,-1 3 46 0,-1 2 55 0,-2 1 31 15,-5 4 18-15,-4-1-6 0,-2 2-19 0,-4 3-35 16,-4 1-38-16,-5 3-29 0,-4 2-18 0,-2 1-14 16,-2 2-9-16,-3 2-10 0,-3-1-7 15,-3 4-5-15,0 0-3 0,1 1-2 0,0 2-1 16,2-1-1-16,1 1 0 0,1-4 0 15,3 2-1-15,4-5-2 0,3-1 0 0,3-2-1 16,2-2 1-16,2-2-2 0,5-2 0 16,3-1 0-16,1-2 0 0,4-2 0 0,1-2 2 15,0 1 0-15,4-6 1 0,3 0 0 0,3-3 0 16,-2-1-2-16,4-2-3 0,2-4-14 0,-2 0-34 16,4-3-59-16,1 0-58 0,0-4-60 0,1-1-101 15,2-2-128-15,0-1-124 0,1-2-134 16,0-2-228-16,0 1-199 0,-2-1 2 0,1-3 268 15,-1 1 368-15</inkml:trace>
  <inkml:trace contextRef="#ctx0" brushRef="#br1" timeOffset="40517.26">29062 7936 24 0,'16'-18'314'0,"-2"2"253"0,-6 2 259 16,-2 5 52-16,-1 4-163 0,-3 0-128 0,1 4-99 16,-3 1-89-16,-3 4-84 0,1 2-70 0,-1 2-46 15,-1 6-30-15,0 3-2 0,-1 1 15 16,2 3 12-16,-3 3 0 0,2 1-17 0,1 2-18 15,0 2-33-15,1 1-36 0,2 0-27 16,4 0-20-16,0 1-11 0,4-2-16 16,2-2-3-16,1-5-8 0,4-2 1 0,2-6-3 15,1-3 2-15,3-6 0 0,0-3-1 0,1-7 2 16,0-3-1-16,0-4-1 0,2-4 0 0,-1-5-1 16,4-7 2-16,-2-1 0 0,-1-4-1 15,-2-1 0-15,-1-1-1 0,-7 0 2 0,0 1-2 16,-4-2 0-16,-5 4 0 0,-5 0 0 0,-2 0 1 15,-4 2 0-15,-4 2 2 0,-2 4 0 0,-4 5 1 16,-2 4 0-16,-4 4-3 0,1 5-1 16,-2 5-1-16,-2 6-1 0,0 3-1 0,-1 5 1 15,4 2-2-15,0 3-1 0,1 1 0 16,4 2 0-16,1 2-2 0,2-1-3 0,1 2-17 16,4-3-50-16,2 0-60 0,2-3-59 0,1-1-98 15,-1-2-157-15,5-3-213 0,0-4-252 16,0 0-217-16,5-3-175 0,-4-3 137 0,1-3 464 15</inkml:trace>
  <inkml:trace contextRef="#ctx0" brushRef="#br1" timeOffset="40739.5">29156 7853 53 0,'8'0'336'0,"1"0"200"16,0 0 247-16,-1 2 87 0,1 0-167 0,1 2-121 15,2 3-75-15,1-3-62 0,1 2-105 0,1-1-105 16,2 3-89-16,-1-2-58 0,3 0-38 16,-2 0-23-16,4 1-12 0,1-4-4 0,-3 0 0 15,1 1-6-15,2-2-16 0,-6 0-53 16,2-2-109-16,-4 0-143 0,-2-1-195 0,0 0-291 16,-3-3-248-16,-1 2-107 0,-3-2 216 15,-4-3 395-15</inkml:trace>
  <inkml:trace contextRef="#ctx0" brushRef="#br1" timeOffset="42048.63">18045 1671 187 0,'0'-2'367'15,"0"-1"161"-15,0 1 86 0,0 1-147 0,0 1-73 16,0-1 6-16,0 1 15 0,0 0 13 0,0 1-11 15,0-1-43-15,0 0-51 0,1 1-70 0,-1-1-52 16,2 5-44-16,-1-3-20 0,-1 2 0 0,2 3 5 16,0 0 11-16,-1 3-2 0,-1 2-10 15,3 2-18-15,-3 0-28 0,2 4-25 0,-2-2-26 16,3 3-17-16,-3 1-9 0,0 1-8 0,0 1-4 16,0 0-1-16,0 1-4 0,-3-2-1 15,3 0 1-15,-2 0 1 0,2-2-2 0,-1-2-6 16,-1-2-46-16,2-2-41 0,0-1-48 0,0-5-97 15,-1 0-155-15,-1-5-173 0,2-2-258 0,-2-3-237 16,1-3-190-16,-1-2 116 0,1-5 427 16</inkml:trace>
  <inkml:trace contextRef="#ctx0" brushRef="#br1" timeOffset="42332.65">17894 1502 33 0,'2'-2'301'0,"-2"-2"181"0,2 3 145 15,-1 0-50-15,3-1-167 0,-1 2-59 0,4 0 18 16,0 0 33-16,2 0 20 0,4 2 11 0,1-1-36 16,3 0-76-16,3 1-99 0,0 0-66 0,0 0-50 15,3 2-44-15,0-3-26 0,-1 3-21 16,-1-3-5-16,1 0-4 0,0 0-2 0,-1 1 3 0,-2 1-6 15,0-3 6-15,-3 0-1 0,-1 2-5 16,-2 1 0-16,1-2-1 0,-6 4-5 0,0-1-43 16,-4 4-105-16,-4-1-138 0,-4 2-206 0,-1 2-289 15,-3 1-262-15,-2 3-138 0,-2-2 193 0,-4 2 415 16</inkml:trace>
  <inkml:trace contextRef="#ctx0" brushRef="#br1" timeOffset="42541.07">17866 1978 224 0,'3'10'427'0,"0"-2"157"15,1-1 118-15,3 0-190 0,3-3-113 0,1 1-29 16,5-3-12-16,0 2 10 0,4-3-30 0,4 0-51 16,2-1-62-16,5-1-58 0,-1 0-43 0,1 1-41 15,2-2-19-15,2 0-26 0,2 2-15 0,-1 0-10 16,5 0-32-16,-3 0-109 0,2 2-140 15,1 1-240-15,1 0-271 0,5 0-239 0,-2 3-106 16,1 0 247-16,3-1 389 0</inkml:trace>
  <inkml:trace contextRef="#ctx0" brushRef="#br1" timeOffset="43682">26418 1974 57 0,'-6'-5'343'0,"-3"0"252"0,-1-1 255 16,0-1 61-16,-2 1-132 0,1 0-123 0,-1 0-91 15,0 0-59-15,-1 2-78 0,-2 0-82 16,0-1-83-16,-2 4-54 0,-1-1-43 0,-1 4-52 15,-1 2-35-15,-1 0-29 0,-1 5-17 16,-1 3-8-16,-1 3 2 0,1 3 3 0,2 6 1 16,-1 2-4-16,2 6-2 0,3 0-6 0,1 6-8 15,0 1-8-15,7 2-2 0,0 0 2 0,4 1 3 16,3 0 0-16,5-3 2 0,5-2-1 16,2-1 3-16,4-5-4 0,3-4 1 0,5-3-3 15,2-5-5-15,3-7-6 0,6 0 3 0,3-10 4 16,1-4 0-16,-1-7 3 0,2-5 2 0,0-3 3 15,2-5-7-15,-6-3-4 0,0 0-3 16,-3-5 2-16,-4-1 3 0,-3 2 2 0,-5-3 3 16,-3 2 3-16,-5 2 2 0,-5-1 6 0,-3 2 2 15,-4 0-3-15,-6 2-6 0,-4 0-2 0,-3 0-3 16,-4 1-7-16,-3 2-3 0,-3 2 3 16,-1 5 1-16,-4 2 1 0,4 2 1 0,-4 7-2 15,1 4-2-15,-1 3 1 0,1 4-2 0,3 2-1 16,1 6 7-16,3 0 3 0,2 2-8 0,3 2-39 15,4 0-61-15,2 3-61 0,5-5-129 0,2 5-177 16,3-3-307-16,3 0-276 0,4-2-226 0,3 1-112 16,2 0 337-16,2 0 534 0</inkml:trace>
  <inkml:trace contextRef="#ctx0" brushRef="#br1" timeOffset="44641.96">26753 1969 130 0,'3'-3'372'0,"1"3"183"16,-3-2 141-16,2 2-157 0,-1 0-173 0,1 0-23 15,0 0 60-15,2 5 40 0,0-5 7 0,-1 5-23 16,1-1-25-16,0 2-66 0,2 2-74 16,-3-1-38-16,5 4-21 0,-1-2-6 0,-1 3-12 15,-1 1-20-15,0 2-30 0,1 0-33 0,-4 3-26 16,2 0-22-16,-4 4-12 0,1-1-10 0,0 3-4 15,-2 2 0-15,0-1 1 0,0 3-3 16,0 0 0-16,-4 1-3 0,4 2-5 0,-1-4-3 16,1 2-5-16,-3-1-1 0,3-1-3 0,0-1-3 15,0 0 1-15,0-4-3 0,0-3 1 0,3-3-2 16,-2 2-1-16,3-6 2 0,-3-2 0 16,4-1 0-16,-1-5 2 0,3-2 1 0,2-4 0 15,1-4-5-15,2-4 2 0,1-3 2 0,3-6-1 16,-2 0-1-16,5-4-1 0,-3-2 5 15,1-1-4-15,4-1-2 0,-5-1 0 0,2-2 1 16,0 0-6-16,3 0-2 0,-5 1-2 0,2-2 1 16,0 5-2-16,-2-2-1 0,1 0 6 0,-3 3 4 15,0 3 7-15,-1-1 3 0,-3 2 2 0,0 1 0 16,-1 5 7-16,-1-2 3 0,-4 3-2 16,2 2 5-16,-3 2 2 0,1 1 3 0,-3 0-3 15,-1 3-1-15,0 2-4 0,0-1-5 0,-1 2-4 16,-3 0-5-16,1 1-2 0,-3 2-3 0,0 0 0 15,0 2 0-15,-1 1-3 0,-4 1 1 0,3 0-1 16,0 3 1-16,-1 2 0 0,-4 0 1 16,4 0 0-16,-4 2 0 0,0 3 0 0,2 2 0 15,-3 1-2-15,1 1 1 0,-2 2 0 0,4 0 6 16,-2 1 2-16,0 1 0 0,4-1 2 0,1 2 1 16,-1-4-1-16,2 1-3 0,2 0-2 0,0 0-1 15,4-1 1-15,-1-1-1 0,5 0 0 0,-1-1-7 16,3-2-3-16,0 0-2 0,3-1 0 15,1 0-2-15,1-3 0 0,1 1 5 0,3-2 4 16,0-1 1-16,3-3 7 0,-1 0 3 16,3 0 1-16,2-3 2 0,-4 0-1 0,4-1-1 0,-4-2-5 15,2 0-4-15,-2 0-1 0,-1 0-1 16,2 0-3-16,-4 0-2 0,-3 0-5 0,3 0-17 16,-4 0-37-16,1 0-73 0,-5 0-68 0,-1 0-126 15,-2-2-184-15,-1 2-308 0,-1-5-302 0,3 4-204 16,-4 0-112-16,0-3 375 0,-4 2 557 15</inkml:trace>
  <inkml:trace contextRef="#ctx0" brushRef="#br1" timeOffset="52251.91">18699 6411 143 0,'4'-2'350'0,"-4"2"136"16,0-3 108-16,0 1-185 0,1 1-124 0,-1 1-28 16,0 0 0-16,0 0 20 0,0 0 3 15,0 0-9-15,0 0-17 0,0 0-42 0,0 0-31 16,2 1-18-16,-1-1-13 0,-1 2-4 15,0-2-10-15,3 0-20 0,-3 3-23 0,2-3-21 16,-2 0-20-16,0 0-24 0,1 0-13 0,-1 0-8 16,2 2-3-16,-1-2 16 0,1 3 12 15,1-2 1-15,0 1 6 0,2 0 1 0,-1 1-2 16,0-1-14-16,4 2-10 0,-2-2 16 16,1 0 12-16,1 0 4 0,1-1 6 0,1 2 1 15,-2-2-1-15,2 1-17 0,0-1-16 0,0 2-8 16,-1-3 5-16,4 3 9 0,-2-1 3 15,1-1 0-15,-1 1 2 0,1 1 1 0,2 0-7 16,-1-2-10-16,-1 0-5 0,-1 1-5 16,2-2 0-16,-1 2-1 0,1-1-6 0,-1 0-2 15,0-1-1-15,-1 2 2 0,1 0 3 0,0-1 1 16,-3 0 0-16,4-1 0 0,-4 2 4 16,2 0 1-16,-1-1-4 0,-1 0 1 0,1 1 5 15,-1-2 1-15,1 3-3 0,-1-3-5 16,0 2 5-16,1-2-4 0,-2 0-3 0,1 0 3 15,1 3-2-15,-2-3 3 0,0 0-2 16,1 2 2-16,1-2 2 0,-2 0 65 0,3 0 42 16,-2 0 13-16,3 0 5 0,-3 0-1 0,0 0-5 15,1 0-54-15,1 0-33 0,-2 0-15 0,1 0-6 16,1-2-3-16,-5 2-5 0,4 0-1 16,-1 0 1-16,2 2-3 0,-1-2-4 15,-1 1 0-15,2-1 0 0,-3 1-1 0,3 0 0 16,0-1 1-16,-1 3 1 0,-1-3-4 0,4 2 3 15,-2 0 0-15,0 0-3 0,0 0 2 16,-1 0 1-16,-1-2 1 0,2 2-2 0,0-1 1 16,-1 0 0-16,2 1 2 0,-2-2 0 0,0 1 2 15,2 1 0-15,-2-2 1 0,4 1-1 16,-3-1-1-16,0 0-2 0,3 2-3 0,-1-1-2 16,1 1-2-16,-1-1 2 0,2 1-3 15,-2 1 5-15,0 0-2 0,3 0 2 0,-4-2 0 16,2 2-2-16,-1 0 2 0,1 0-4 0,1 0 2 15,-1 0 0-15,-2 0 4 0,4 0 0 0,-3 0 0 16,0-3 1-16,2 2 1 0,-2-2 1 16,1 0 1-16,1 0 0 0,-2 0 1 0,2 0-1 15,-1-2-1-15,0-1-1 0,-1 1-3 16,1 0 1-16,-1 0 3 0,3-1 1 0,-3 0 0 16,0 0-2-16,0 0 0 0,0 0 0 0,0 0-3 15,-2 0-2-15,1 0 5 0,-1 0 0 16,-1-1 1-16,1 1-1 0,-2 0 0 0,-1-1 2 15,2-1-2-15,-2-2 2 0,1 2 0 0,-1-3 2 16,5-3 2-16,-4 1 8 0,4-3 6 16,-2-1 2-16,0-3 3 0,1 1 0 0,1-3 0 15,0-1-10-15,-2-2-5 0,0-3-5 16,0 0-4-16,-1-2 0 0,-1-2-1 0,0 0-2 16,-1-1 2-16,0-2 2 0,-1-2 1 0,-2 2-1 15,2 0-2-15,-2-4 1 0,-2 3-1 16,2-3 0-16,-2 1 2 0,1-1 0 0,-3 0 0 15,2-3-1-15,0 0-2 0,-1-1-2 0,-1-1-5 16,2-1-1-16,-1-2 1 0,0 1-1 16,-1-2 3-16,1-2 3 0,-1-1 5 0,1 0 0 15,1-4 2-15,-1-1-1 0,0 0 0 0,-1-3-3 16,2 0-3-16,2 2-2 0,-4 0 0 0,-1 1 0 16,2 0-1-16,-1 0 1 0,-1 3 2 15,2-2 1-15,0 3 3 0,-1-2 1 0,3 1-9 16,-1 1-1-16,2 0-3 0,-1 0-2 15,2-3 2-15,1 2 4 0,-1-3 10 0,2 1-1 16,1-2 0-16,1-1 1 0,-2-1-3 0,0 1-2 16,3-3 0-16,-5 0-6 0,2-1 1 15,-3 2-4-15,3 0 0 0,-5 2-3 0,-2 1-5 16,3 2 8-16,-4 1 3 0,0 2 10 0,0 4 4 16,0-1 4-16,0 4-1 0,-2 3 0 15,2 3-2-15,0 2-7 0,0 3-3 0,0 3 1 16,2 0 2-16,-2 5 2 0,1-2-8 0,-1 2-4 15,3 3-1-15,-1-2-4 0,0 3-3 0,-1-1 0 16,1 1 8-16,0 0 3 0,-1 2 1 16,-1-1 3-16,2 2 0 0,-1 0 1 0,-1 1 2 15,0 3-1-15,3 2-1 0,-3 1-1 0,2-1 0 16,-2 5-1-16,0 0-2 0,0 2 1 16,0 0-1-16,0 2 2 0,0 1-2 0,0 1 0 0,-2 2 1 15,2 2 3-15,-3 2 0 0,2 4-3 16,-1 1 2-16,2 1 0 0,-1 4 1 0,-1 0-4 15,2 5 9-15,-2-1 4 0,2 2 2 0,0 3 1 16,0 1 1-16,0 2 2 0,0-1-3 16,0 4-11-16,0 1-5 0,2-1-1 0,-2 4-3 15,2-1 1-15,-2 0-5 0,0 1 9 0,1-1 1 16,-1 1 2-16,0-1 0 0,0 1-3 16,-1 0 11-16,-1 0 3 0,0 1 0 0,1 1 1 15,-3-1-1-15,3 1-1 0,-2 1-7 0,-1-1 0 16,1-1 0-16,0 1 2 0,-1-1 3 0,0 1 1 15,1-1-1-15,2-2-2 0,-3-1-1 16,1 1-1-16,2-2-3 0,-1 0-1 0,0-2 1 16,1 0 1-16,-1 1-1 0,-1-1 0 0,1 1 1 15,-2 0 0-15,1 0-5 0,1-1-3 16,-1 0 1-16,1-1-1 0,-1 2 0 0,2-2-2 16,1-2 4-16,-2-1 3 0,0 2 0 0,2-4 2 15,0 1-1-15,0 0 3 0,2-1 0 16,0-1 1-16,-2 0-1 0,1-1 2 0,1 0 0 15,-1-3-1-15,3 4 1 0,-3-3-3 16,-1-1 2-16,2 1-3 0,-1-1-2 0,1-1 2 16,-2 1-2-16,0 0 1 0,0-1-1 0,0 1 2 15,0-1 0-15,-2 0-2 0,1 0 1 16,-1-1 2-16,1 1-2 0,-1-2-2 0,0 0 1 16,-1 1-1-16,2-1-1 0,-3 2 0 0,1-2 0 15,1 3 0-15,-2-2 1 0,-1 2-1 16,2-3 2-16,2 3-1 0,-3-2 3 0,1 2 1 15,2-3 0-15,-3 3 0 0,1-2-2 16,1 0 0-16,1 0 0 0,-1 0-1 0,1-1 2 16,-2-1 0-16,1 0 2 0,2 1 1 15,-1-3-1-15,-1 3-1 0,2-3-1 0,0 1 1 16,0 1-1-16,0-3 0 0,0 3 1 16,0-3-1-16,0 1-1 0,2-2 0 0,-1 1 0 15,-1-1 0-15,5 0-1 0,-4 0 1 0,1-1-2 16,-1-1 4-16,1 1-2 0,-2-1 0 0,2-1-1 15,-1 0 1-15,-1 0 1 0,2 0-3 16,0 1 2-16,-2-2 1 0,-2 1-1 0,0 2 2 16,2-1-1-16,-1 1 1 0,-1 1-1 15,0 0-1-15,1 0 0 0,-1 0-1 0,1-1 0 16,1 3-2-16,-3-3 0 0,1 2 0 16,1-2 1-16,-1 1 2 0,2-2 0 0,-1 0 0 15,1 2 0-15,-2 1 0 0,0-2-1 0,2-1-1 16,0 0-1-16,0 1 1 0,-1-1 2 15,-1-1-1-15,2 2 2 0,0-1-2 0,0 0 2 0,0-2-1 16,0 3-1-16,0-4 1 0,0 0-3 16,2 3 3-16,-1-3 0 0,-1-1 0 0,4 1 0 15,-4 0-1-15,1-1 1 0,1 0 1 16,-1 0-2-16,4 1 1 0,-4-1 0 0,1 1 0 16,-1 1 0-16,1 1 0 0,1-1 2 0,1-1 0 15,-3 3-1-15,2-3 0 0,1 2 1 16,-3-2-3-16,2 2-1 0,-1-2 1 0,2 1-1 15,-1 0 2-15,-1-3 0 0,1 4 0 16,-1-3-1-16,0-2 2 0,-1 0-1 0,2 1 2 16,1-1-1-16,-3 1-1 0,2-2 0 0,-1 1-1 15,2 0 1-15,1 1-3 0,-2 0 2 16,1-3 1-16,-1 3 0 0,2-3 0 0,-2 1-2 16,0 0 3-16,0-2 0 0,2 0-1 0,-2-1-2 15,0 0 1-15,0 0 1 0,0 0-2 0,1 0-1 16,-1 0 2-16,0-1 1 0,0 0 3 15,3-1-1-15,-3 1-1 0,2-2-1 16,0 3 1-16,0-2 0 0,1 2-3 0,0-3 2 16,1 0 0-16,-1 2 1 0,1-1 1 0,2 0-2 15,-3 0 0-15,2 0 0 0,0 0 1 16,1 2-2-16,3-1-2 0,-3 1 3 0,4 0 0 16,-2 0 0-16,0 0 0 0,3 1 1 15,-1 1 1-15,1 0-1 0,-3-1 0 0,5 0-1 16,-4 3 0-16,1-3 1 0,1 0-1 0,-2 4-1 15,1-5 1-15,0 2 1 0,1 1 1 16,-1-2 0-16,0 1-1 0,1 0 0 0,-1 1-2 16,-1-3 2-16,3 0-1 0,-1 2-1 15,-3-2 0-15,0 0 1 0,3-2 1 0,-3 2-1 16,3 0-1-16,-2-3 3 0,-3 2-2 16,3 0 0-16,-2 1 1 0,0-2 0 0,1 1-1 15,-3 1-2-15,0 0 2 0,0 0 0 0,1 0 0 16,-3 0 0-16,4 0 0 0,-1 0 2 0,-1 0-3 15,0 0 1-15,-1 0 0 0,2 0-1 16,-1 0 0-16,-2 0 2 0,2-3-1 0,0 3 0 16,-4 0 0-16,1 0 0 0,0 0 0 0,-2 0-2 15,1 0 3-15,-3 0-1 0,2 0 1 0,-1 0-2 16,1 0 1-16,-3-2 1 0,1 2-2 16,-1 0 2-16,0 0-1 0,2 0 2 0,-1 0-2 15,-1 0-2-15,2 0 3 0,-2 0 0 16,3 0-1-16,-3 0 0 0,2 0 3 0,0 0 0 15,-1 0-1-15,-1 0-3 0,2 0 0 16,-1 0 0-16,3 0-1 0,-1 0-1 0,2 0 1 16,1 2 2-16,2-2 2 0,0 3-1 15,4-2 1-15,-1 1-3 0,2-1 0 0,4 0 0 0,-1 2-1 16,3-3 0-16,1 2 2 0,1 0 0 16,3-2 1-16,1 2-1 0,2-2 1 0,0 0-1 15,1 1 0-15,1-1 0 0,2 1-1 16,-1-1 1-16,2 0 0 0,0 2 0 15,1 0 1-15,0-1-1 0,0-1 0 0,1 1 0 16,0 1 0-16,0-1 0 0,-1 1 0 0,0-1-1 16,-1 2 1-16,-1 0 0 0,1-1-1 0,-2 1-1 15,0-2 2-15,0 1 0 0,0-1-1 16,-1 1-1-16,-3-2 1 0,3 0 1 0,-2 0-1 16,-2 0 2-16,-3 0-1 0,2 0 2 0,-2 0 1 15,-2-2 0-15,0 1 0 0,-5 1-2 16,1-2-1-16,-2 1-1 0,-3-1-1 0,-1 1 2 15,-1 1-1-15,-2-2 2 0,-3 1 3 16,1-2-1-16,-1 0 1 0,-3 0-2 0,2-1 1 16,-1-2-2-16,1 0 0 0,-3-1 0 0,1 1 1 15,1-5-1-15,-1 3 0 0,-1-4-1 16,4 1 0-16,-4-2-1 0,1-2-1 0,3 1 0 16,-3-2-3-16,2-2 3 0,1-1 1 15,0-1-1-15,1-3 0 0,-1-1 2 0,3-3 1 16,-1 0-1-16,1-2-1 0,0-3 0 0,1-1 1 15,-1 1 0-15,-1-1-2 0,1 2 1 16,-1-1 1-16,0 2 2 0,-1 2-1 0,0-1-2 16,-2 4 1-16,0-1 0 0,0 2-2 0,0 2 2 15,-1 0-2-15,-1 0 1 0,2 1-1 0,-3 0 0 16,4 0 2-16,-3 0-1 0,1 1 0 16,1 1 0-16,-1 0 0 0,-1 2 1 15,3 1 0-15,-4 1-1 0,1 4-1 0,-1-1 3 16,2 3 3-16,-2 2-1 0,0-1 1 0,0 3-1 15,0-1 1-15,0 2-3 0,0 0 0 0,-2 1-1 16,2 1 0-16,0 1 3 0,0-2-2 0,0 3 0 16,0 0-3-16,0 0 1 0,-1 3-1 0,-1 0-1 15,0 2 2-15,-1 2-1 0,0 2 1 16,0 1-2-16,-1 2 3 0,1 3-2 16,0 2 0-16,-1 0 1 0,2 2 1 0,-1 0 3 15,1 2 0-15,-1 0 1 0,1 3-2 0,-1-1 1 16,2 1-1-16,-1 1-1 0,0-1 1 0,1 2-3 15,1-2 1-15,-2 1-1 0,2 1 2 16,-1-2-2-16,-1 1-3 0,0 1 2 0,2-1-1 16,-2 1 0-16,2 1 1 0,-2-2 1 0,0-2-1 15,1 2 2-15,-1-1 0 0,2 0 0 16,0-4-1-16,0 1 2 0,3-2 1 0,1 1 0 16,-2 0 1-16,3-1-2 0,2-1-1 0,-3 0-1 15,3-2-2-15,-1 1 3 0,3-1 0 16,-1-1 0-16,1-1 0 0,1 1 0 0,1-3 0 15,-1-2 0-15,1 1 0 0,-2-3 0 16,3 3 2-16,-2-3 0 0,-1-1-1 0,-1 1 3 16,1-1-3-16,-1-1 1 0,-3 0-2 0,1 2 1 15,0-2 0-15,0 0-2 0,-2 0 1 16,0 1 0-16,0-2-1 0,-1 0 1 0,2 2 0 16,-4-1-2-16,4 0 2 0,-2-2 2 15,3 2-1-15,-1-1-1 0,0 1 0 0,0-2 1 16,0 0-2-16,2 1 0 0,-1 0-1 15,-1-1 0-15,3-1 2 0,-1 2-1 0,2-2 0 0,-1 2 1 16,0-1 1-16,0 0 1 16,1 0-1-16,-1 0 1 0,2 0-2 0,0 1 0 0,0-1-2 15,0 1 2-15,1-2-1 0,0 1-2 0,2-1 3 16,-1 2 0-16,-1-3 0 0,3 2-2 16,-3-3 1-16,2 2 1 0,1 0-2 0,-2-1 0 15,1 1-1-15,-1 0 2 0,2-2 1 16,-3 0-2-16,0 2 4 0,3-3-2 0,-1 2 0 15,-1 0 2-15,1 0 0 0,2-1-1 16,-3 0 0-16,3-1 0 0,-2 2-1 0,0-2 1 16,1 0-2-16,1 2 1 0,-1-2-1 0,-1 1 0 15,-1-1 3-15,2 1-2 0,-1 1 0 16,1-1 2-16,1 1-1 0,-1 1-1 0,-2-2-1 16,1 2 0-16,4-1-1 0,-2 1 0 15,2-2 1-15,0 1 1 0,-1 1-1 0,5-3 0 16,-4 1 2-16,2-1 2 0,2 1-2 15,-2-1 1-15,1 0-1 0,1 0 2 0,-4 0-2 16,4 2-2-16,-2-2-1 0,1 2 0 0,1-1 2 16,-4 0-1-16,4 1-1 0,-1 0 2 0,0 0 1 15,1 0-1-15,-2 0-2 0,2-1 1 16,0 0 1-16,-1 1-2 0,1 1 1 0,-1-3 1 16,2 2 1-16,-2-2-1 0,1 0 2 0,1 3-1 15,-1-3 1-15,3 0 0 0,-2 0 1 16,2 0-1-16,-4-3 0 0,2 3 0 0,0 0-2 15,-1 0 0-15,1 0 0 0,0 0 2 16,2 0-3-16,-3 0 1 0,2 0 0 0,-1 0 1 16,-1 0-2-16,3 0 0 0,-2 0 2 0,1 0 0 15,-2 0 2-15,1 0-3 0,-1 0 1 16,0 0-1-16,-1 0-2 0,0 3 0 0,0-3 1 16,2 0 0-16,-4 0-1 0,2 0 2 15,-1 0 0-15,1 2 0 0,-2-2-3 0,0 1 3 16,-2-1-1-16,2 0-1 0,-4 0 2 0,2 0 0 15,-3 0 2-15,-1 0 0 0,-3-1 1 16,1-1 1-16,-2-1-2 0,0 1 0 0,-3 2 0 16,-2-6 1-16,0 3-3 0,0-3 0 0,-1 0 0 15,-1-1 1-15,1-2-2 0,1-2-1 16,-3 1 0-16,0-2-1 0,0-2 1 0,0-1-1 16,0 0-1-16,0 0 2 0,0-4 0 0,0 2 2 15,0-1-1-15,-3-1 0 0,3 1-1 16,0-4 0-16,0 3 0 0,3-3-1 0,-3 0 1 15,0 2-1-15,1-1-1 0,-1 1 0 0,0 0 1 16,3 0 0-16,-3 2 0 0,2 0 0 16,0-1 3-16,-1 3 0 0,-1 0-1 15,2 1 0-15,0 0 1 0,-1 1 1 0,-1 1-1 16,2 1 4-16,-1 0-3 0,1 1 0 0,0 2 0 16,-1 0-2-16,2 1-3 0,-1 1-2 15,0 0 0-15,0 2-1 0,2 1 2 0,-4 1 0 16,1-1 1-16,1 3-1 0,-2 0 1 0,1-1 0 15,-1 1 1-15,0 1-1 0,2 0-1 0,0 0 2 16,-2 0 3-16,0 0 0 0,0 0-3 16,1 0 1-16,-1 0 2 0,2 0 0 0,-1 0-2 15,-1 0 0-15,0 0 3 0,2 0 0 16,-2 0 3-16,2-2-2 0,-2 2 0 0,0 0 1 16,1 0-1-16,-1-1 2 0,0 1-3 0,0 0 0 15,0 0 0-15,0 1 0 0,0-1-3 16,2 2-1-16,-2-1 3 0,1 2 0 0,-1 0 1 15,0 2 0-15,2 2 1 0,-2 1 1 0,0 2-2 16,0 1 1-16,0 2-1 0,-2-1 0 16,2 3 1-16,-1 0 0 0,-1 0-1 0,2 1 1 15,-1 0 0-15,-3 0 1 0,3 1-1 0,-1-2 0 16,1 4 0-16,-3-1 0 0,1 0 1 16,2 0 0-16,-3-1-1 0,2-1-1 0,0 2-2 15,0-1 2-15,2-1-1 0,-1 1 0 16,1-2 0-16,0 0 1 0,0-2 0 15,0 1-1-15,0-1 1 0,1-1-1 0,-1-1 0 16,0 1-1-16,0-2 0 0,0-1 0 0,2 0 1 16,-2 1-2-16,2-3 1 0,-2-1 0 0,2 0 1 15,-2 0 0-15,4-2-2 0,-3 0 1 0,1 1 1 16,-1-2 2-16,3 1-1 0,-4 0 0 16,1-2 2-16,2 3-1 0,1 0-1 0,-3-1-2 15,2 2 0-15,1-1 0 0,0 1 0 0,-1 0 1 16,2 1-1-16,-2-1 1 0,2 0 1 15,0 1-1-15,0-1-2 0,1 0 1 0,0 1 1 16,-1 0 0-16,1-3 0 0,1 3 1 16,0-2 1-16,1-1-1 0,0 0-1 0,0-1 2 15,1 2-1-15,1-2-1 0,-2 0-1 0,4 1 2 16,-3-1-1-16,0 0-3 0,4-2 3 16,-4 3 0-16,2-3 0 0,2 0 0 0,-4 1 2 15,4 0-1-15,0-2 1 0,0-2 0 16,0 2-1-16,-1-2-1 0,2 1 1 0,-1-2 1 15,-1 1-2-15,2 0 0 0,-1 0 0 16,1-1 0-16,-3 0-1 0,3 0 1 0,-2 2 2 0,-3-2-1 16,4 1-1-16,-2 1 0 0,0-1 0 15,1 1-1-15,0 1-2 0,-1-2 0 0,1 2 2 16,0 2 1-16,1-1 0 0,0-1 0 16,1 3 0-16,-1-1 0 0,2-1 0 0,0 1 0 15,0 1 0-15,2 0-2 0,0-2 1 0,1 2 0 16,0-3 0-16,0 2 1 0,3-1 0 15,-1-1 0-15,-1 0 2 0,3 0 1 0,0-1 0 16,1 1-2-16,-1-2 0 0,0 2 0 16,1-2 0-16,-2 1-1 0,4 1 0 0,-1 0 0 15,0-1 1-15,-2 1-1 0,2 0 1 16,-1 1 2-16,2-1-2 0,-2 1 1 0,1 1-1 16,-1-2-1-16,-1 2 0 0,1-1-3 0,-3-1 2 15,0 1 1-15,0-1-2 0,-1 0 2 16,-1 0 0-16,-2 0-1 0,1 0 3 0,-2 0-3 15,1-1 2-15,-5 1 0 0,0-1-1 0,0-1 0 16,-3 0-4-16,-2 1 3 0,1 1-2 16,-1-1 1-16,-3-1 3 0,-2 1 2 0,3 1 1 15,-4-2 1-15,1 1-1 0,-1-1-1 0,0 1-2 16,0-1-1-16,-1 1 0 0,1-2-3 16,0 1 2-16,-2-1 2 0,2-1-2 0,-2 1 2 15,2-1-4-15,0 0 2 0,0-1 2 0,0 0-2 16,0 0 0-16,0-2-1 0,2-1 2 15,-2-1-1-15,2-1-1 0,-2-1-2 0,1-2-2 16,-1-2-2-16,3-4-4 0,1 0-6 16,-3-3-12-16,3-2-11 0,-1-3-9 0,1 1-2 15,-1 0-1-15,0 3 7 0,1 1 11 16,-3 3 15-16,-1 1 10 0,3 3 7 0,-3 3 4 16,0 2 1-16,0 0 3 0,0 5 0 0,0 0 4 15,0 2 1-15,0 1-3 0,-1 4 0 16,-1 1-3-16,1-1-1 0,-1 5-1 15,-1 1-1-15,1 1-3 0,-1 0 1 0,0 1 1 0,2 2 1 16,-2 0-2-16,-1 2 0 0,3-1 4 16,-1 2-2-16,0 0-1 0,-1 0-2 0,2 2 1 15,-1-2 5-15,0 3-4 0,1-2 3 0,-1 2-1 16,2-5 0-16,-1 4 1 0,1-2-4 16,0 0 1-16,0 0 1 0,0-2 1 0,0 0 0 15,0 0-2-15,0-2 0 0,1-1 0 0,-1 0 0 16,0 0-2-16,2-2 4 0,-2-1-2 15,0-1 1-15,1 0-2 0,-1 0 1 0,0-2 0 16,2 1-2-16,-2-2 2 0,2 1-1 16,-1-1 3-16,-1 0-2 0,3 1-3 0,-3 0 4 15,4-2-2-15,-3 3-1 0,3-3-3 16,0 0 5-16,1 2 1 0,1-2-5 0,0 1 2 16,1-1 1-16,1 2 0 0,1-3 1 0,1 0-2 15,-1 1 1-15,4 0 1 0,0-2 0 16,-1 1 3-16,2-1-3 0,2 0-3 0,-2-1 2 15,4 1 2-15,-2 0 1 0,2 0-4 0,0 0 0 16,1-2 4-16,0 2 3 0,-2 0-4 16,2 0-2-16,-3 0 3 0,3 0 2 0,-1 2-3 15,-1-2-2-15,2 1 0 0,-3-1 1 0,2 0 0 16,0 1-2-16,-1 1 1 0,4-2 1 16,-4 0 1-16,2 1 0 0,0-1-1 0,0 0 3 15,2 2-1-15,-2-2 2 0,1 1-1 0,1-1-1 16,-4 0 0-16,4 2-4 0,-5-2 0 15,3 1-3-15,-3 1 2 0,1-1 0 0,0 1 0 16,-1 1 2-16,1-2 0 0,-2 2 1 16,0-1-2-16,1 0 2 0,1 0 1 0,0 1-1 15,-2-2-1-15,1 1 0 0,0 0 0 0,-2-1 1 16,3 0-3-16,0 3-1 0,-2-3 2 16,1-1 3-16,1 3-1 0,-1-3-1 0,2 3 2 15,-2-1 2-15,1-2-1 0,-2 2 0 0,1 1-2 16,3-2 0-16,-3 1 0 0,1 1 0 15,1-1 3-15,-1 0-1 0,4 0 0 0,-4-1 1 16,2 2 1-16,-1-1-4 0,2-1-2 0,1 2 2 16,-2-2 0-16,1 1-2 0,1-1 1 15,-2 2 3-15,1-1-1 0,1 1-3 0,-4-2-1 16,4 2 1-16,-4-1 1 0,2 1-3 16,2-2 2-16,-4 2 0 0,0 0 0 0,1-2 2 15,-1 3 1-15,-1-2 0 0,5 0-1 16,-6 0 0-16,3-1 0 0,-1 0 1 0,-1 1-4 15,1 1 0-15,0-3 3 0,1 2 2 0,-2-2-1 16,2 0 3-16,-4 2 1 0,3-2-1 0,-1 3-1 16,0-2 1-16,-3-1 1 0,4 1-6 15,-3 0 0-15,2-1 2 0,-2 0-2 0,3 3-1 16,1-3-1-16,-4 0 3 0,2 0-2 16,0 0-1-16,-1 0-1 0,1 2 1 0,2-2 2 15,-2 0 0-15,1 0 1 0,-1 0 1 0,3 0 0 16,-3 0 2-16,2-2-2 0,0 2 1 15,-1 0-1-15,2 0 2 0,-3 0-1 0,3 0-2 16,-1 0 0-16,-1 0-2 0,0 2 2 16,-3-2 1-16,2 0 0 0,-2 0 3 0,-2 0-4 15,-2 0-1-15,-1 0 2 0,-3-2-2 0,0 2 1 16,-1 0-6-16,-5 0-43 0,-3 0-50 0,0-3-61 16,-4 3-146-16,1 0-202 0,-4 0-309 15,0 0-255-15,-2 3-212 0,-3-1-26 0,-3 0 462 16</inkml:trace>
  <inkml:trace contextRef="#ctx0" brushRef="#br2" timeOffset="60472.06">25953 3306 184 0,'-5'3'486'15,"-1"-2"277"-15,3 1 162 0,0-1-178 0,1-1-246 16,2 1-127-16,2-1-75 0,1-1-45 0,6 0-16 16,-1-2-21-16,5-2-9 0,4 1-28 15,1-2-36-15,4 1-42 0,3 0-37 0,0-2-18 16,4 1-14-16,-1 2-6 0,-2 1-5 0,-1 0-4 16,-3 3-3-16,-1 0-9 0,-5 0 8 15,-2 3 12-15,-3 2 32 0,-3 0 27 0,-2 3 26 16,-1 1 23-16,-5 2-1 0,-5 0-9 15,1 3-24-15,-1-1-23 0,-3 2-25 0,-3 0-19 16,1 0-12-16,1-2-7 0,1 3-6 16,-1-3-3-16,2-2-3 0,2-1 0 0,2-1-2 15,1 2 1-15,2-3 0 0,0-2 0 16,4 1 0-16,-1 0-1 0,3-1 2 0,1 2-3 16,2-2 0-16,0-1-1 0,0 1 0 0,1 1 0 15,2 0-2-15,-3 0 3 0,3-1 0 16,0 3 1-16,-3-2-2 0,0 0 1 0,1 1 4 15,-2-1-4-15,-1-1 1 0,-1 2 0 0,-3-1 4 16,-2-1-1-16,1 1-1 0,-4 1 3 16,-2-2 0-16,-4 2 1 0,-2-2 2 15,-1 1 8-15,-4 2 10 0,-3-2 8 0,-2 0 1 0,-4 0 0 16,-1-2-3-16,1 2-7 0,-3-1-9 16,-2-1-10-16,3-2-2 0,-1 0 1 0,2-3-2 15,4 1-2-15,0-2-1 0,4 1 0 16,3-3 0-16,2 0-4 0,2 0 0 0,3-1-1 15,2-2-5-15,5 1-4 0,0-3-28 0,4 1-43 16,2-3-44-16,4 2-37 0,0-1-39 16,5-2-61-16,2 0-58 0,1 0-52 0,0 2-61 15,4-2-90-15,1 1-130 0,2-1-198 16,2 1-90-16,0 1 74 0,0 0 211 0,-1-1 256 16</inkml:trace>
  <inkml:trace contextRef="#ctx0" brushRef="#br2" timeOffset="60881.11">26535 3466 192 0,'11'5'338'0,"-1"2"151"0,1 3 17 0,-3 0-82 16,0 5-42-16,0-1-2 0,-1 1 21 0,1 4 10 15,-1 0-3-15,1 2-17 0,1-1-52 0,-1 1-66 16,2-2-63-16,0-1-62 0,2-3-50 0,0 0-39 16,2-4-28-16,-1-4-8 0,3-2-7 15,-2-3 8-15,3-4 2 0,-1-4 0 0,2-3 6 16,-2-5-1-16,1-1 7 15,-3-3-1-15,2-4 7 0,-2 0 17 0,-1-2 30 0,-4 1 42 16,-1-2 35-16,-2 2 12 0,-3 1-3 16,-3-3-17-16,-1 3-28 0,-2-1-31 0,-5 2-32 15,2 4-20-15,-2-2-13 0,-3 4-5 16,1 5-9-16,-3 1-7 0,0 3-7 0,-4 3-5 16,0 3-4-16,0 5-2 0,-2-1 0 15,0 3 1-15,1 2 0 0,1 3 2 0,-1 1 2 16,1 2-2-16,1 1 0 0,2 2 1 0,0-2-1 15,-2 3-2-15,5 1 0 0,-1 1-1 16,0 0-1-16,3 3 4 0,-2-1-2 0,3 1 0 16,2-1-2-16,2 0 2 0,3 0-1 0,1-2-5 15,1-3-4-15,4 0-21 0,3-4-43 0,0 2-54 16,6-5-46-16,1-2-57 0,2-1-85 16,3-3-109-16,1-5-101 0,4 0-179 0,2-5-235 15,2 1-178-15,1-4 2 0,1 1 293 16,1-2 379-16</inkml:trace>
  <inkml:trace contextRef="#ctx0" brushRef="#br2" timeOffset="61207.23">27221 3534 233 0,'7'-3'560'0,"-7"3"310"0,0 1 208 0,-4 4-181 16,0 2-229-16,-3 3-176 0,1 4-117 15,-2 2-99-15,3 0-93 0,1 3-68 0,-1 2-40 16,2 0-25-16,3 2-13 0,0 0-11 0,1 0-8 15,2-1-11-15,2-3-6 0,3 0 0 16,5-5-2-16,-1-2 1 0,3-5 0 0,4-4-1 16,3-3-2-16,-1-5 0 0,1-3 3 15,0-4 0-15,0-5 0 0,-3-1 7 0,0-3 1 16,-3 0-2-16,-2-2 0 0,-5 1 3 0,-1 0 2 16,-3-1-3-16,-5 2 19 0,-3 1 48 15,-3 0 37-15,-2 1 23 0,-4 2 13 0,-2 0 3 16,-3 6-19-16,-4 0-38 0,-1 5-33 0,-3 6-25 15,-1 3-20-15,-1 4-11 0,-1 5-4 16,1 3-9-16,5 2-12 0,0 1-52 0,6 2-52 16,1 0-78-16,5-1-149 0,4 3-217 15,2-4-305-15,4 1-242 0,4 0-209 0,0 0 55 16,4-3 486-16</inkml:trace>
  <inkml:trace contextRef="#ctx0" brushRef="#br2" timeOffset="61992.25">27724 3346 42 0,'7'-7'306'0,"-1"0"208"0,-3 2 196 16,0 1 26-16,0 2-172 0,0 2-100 0,1-2-71 16,-1 4-3-16,0-2-11 0,-1 5-46 15,2 1-41-15,-2 1-28 0,1 3-10 0,2 4-27 16,-2 2-12-16,2 3-15 0,-2 4-7 15,0 2-20-15,-1 5-22 0,-1 1-34 0,1 1-35 16,-2 5-21-16,-2 0-19 0,1 2-10 16,-2-2-8-16,1 3-6 0,-1-5-2 0,1 0-4 15,2-3-2-15,0-4-3 0,2-3-6 0,-1-5 2 16,3-3-3-16,0-6 3 0,2-1-1 16,4-7 2-16,0-5 3 0,3-3-3 15,0-7 0-15,4-4-3 0,1-5 0 0,-1-1 2 0,3-5-1 16,-2-2 4-16,3-3-2 0,-3 3 2 15,0-4-1-15,-2 1-1 0,2 2-2 0,-4 2-2 16,2 1 5-16,-5 1-2 0,1 4-1 16,-2 1 2-16,-4 4-1 0,1 1 5 0,-3 2 1 15,1 3 6-15,-4 2 3 0,-1 2 1 16,0 2 0-16,0 1-5 0,-1 1-2 0,-2 3-6 16,-3 1-4-16,1 4-1 0,0 1-1 0,-1 5-1 15,-1 3-1-15,2 0 1 0,-1 4 0 16,2 2-1-16,-1 3 1 0,2-1-1 0,1 1 1 15,0 3-3-15,2-3 2 0,2-1-1 0,3-1-1 16,0-2 1-16,3-3 1 0,2-3 2 0,2-1 0 16,0-3 0-16,2-3 0 0,2-2 0 15,-2-1-3-15,4-2-20 0,-6-2-64 16,1 1-67-16,0-3-115 0,-4 1-180 0,-1 2-312 0,1-2-326 16,-4 2-246-16,-1 2-136 0,-1-2 326 15,-3 5 597-15</inkml:trace>
  <inkml:trace contextRef="#ctx0" brushRef="#br2" timeOffset="66723.84">25074 4815 101 0,'-1'6'267'0,"-1"-1"114"0,0 0 42 16,1 3-108-16,-1 0-106 0,1-1-56 0,-1 3-61 16,0-1-33-16,-1 3-25 0,3-1-21 15,-1 2-15-15,-1-2-17 0,-1 1 13 0,3-1 6 16,-1 0 0-16,1 1 0 0,0-1 4 15,0-2 23-15,-2 2 16 0,1-3 7 0,1 1 0 16,0-3 3-16,0 0 2 0,0-1-24 16,-2-1-17-16,2-1-10 0,-2-1-1 0,2-1-10 15,0-1-32-15,-1-1-67 0,1-1-157 0,0-2-168 16,-2-1-68-16,0 1 33 0,2-3 110 16</inkml:trace>
  <inkml:trace contextRef="#ctx0" brushRef="#br2" timeOffset="66971.7">24949 4978 28 0,'4'3'238'0,"0"2"121"0,1-2 116 0,-2 3-67 0,2-2-153 15,1 4-93-15,1-1-38 0,-1 2-18 16,3-1-24-16,-1 1-15 0,2-1-36 0,1 3-33 15,-2 0-21-15,3-2-10 0,-2 0-12 16,1 1-2-16,1-2 21 0,-2 1 18 0,2-2 4 16,-1-1 4-16,1 2 6 0,1-4-2 15,3-1 6-15,-3 1-51 0,1-3-217 0,-2-1-158 16,4 0-57-16,-2-1 24 0,2-1 90 0</inkml:trace>
  <inkml:trace contextRef="#ctx0" brushRef="#br2" timeOffset="67623.42">26480 4866 10 0,'1'-3'216'0,"-1"1"120"15,0 1 121-15,2 1-56 0,-2 0-121 0,0 0-90 16,0 0-58-16,0 1-40 0,-2 2-35 0,1 0-30 15,-1 3-15-15,0 0-8 0,-1 1-4 16,2 3 0-16,1-3-2 0,-5 4 0 0,5-2 2 16,-1 2 2-16,1-2-2 0,0 1 0 15,1 0 0-15,-1 0 2 0,5 1 0 16,-5-3 4-16,1-1-4 0,-1 1-14 0,2-1-31 16,-2 1-83-16,-2-1-217 0,1-1-118 0,-4 0-16 15,1-1 68-15,-1 0 124 0</inkml:trace>
  <inkml:trace contextRef="#ctx0" brushRef="#br2" timeOffset="67855.74">26388 5046 58 0,'2'5'248'16,"-1"-3"108"-16,2 1 89 0,1 2-131 0,-3-1-140 15,3 3-91-15,-1-3-40 0,1 2-17 0,1 0-12 16,1-1-14-16,1 2 2 0,2-1 5 0,2-3-3 16,0 1 0-16,3-2 2 15,1-1-2-15,0-1 31 0,0-1 12 0,2-3-21 0,-3 2-95 16,2-1-219-16,-2 0-104 0,-2 0-41 16,-2 1 40-16,-2 1 119 0</inkml:trace>
  <inkml:trace contextRef="#ctx0" brushRef="#br2" timeOffset="77525.06">18686 6288 45 0,'0'1'227'0,"-1"-1"113"16,1 0 59-16,0 2-49 0,1-2-73 0,-1 1-50 15,0-1-33-15,2 0-14 0,-2 2-3 0,0-2 6 16,0 1 14-16,0-1 19 0,0 0 22 15,0 2 17-15,0-2 14 0,0 1 7 0,0-1 0 16,2 0-11-16,-2 2-15 0,0-2-26 16,0 0-31-16,0 0-35 0,0 0-34 0,0-2-33 15,0 2-25-15,0 0-21 0,0 0-13 16,0 0-11-16,0 0-7 0,1 0-6 0,-1 0-6 16,0 0 1-16,2 0 0 0,-2 0-2 0,1 0 1 15,-1 0 0-15,0 0 0 0,2 0-3 16,0 0-4-16,-1 0 4 0,3 0-2 0,-1 0 4 15,3 0-2-15,-3 0 2 0,2 2 0 0,-1-2-1 16,1 0 1-16,0 0-4 0,3 0 2 0,-4 0 0 16,1 0 3-16,0 0 1 0,0 0 0 15,0 0-1-15,1 0 0 0,-2 0-3 16,3 0-4-16,-2 0 4 0,0 0 3 0,-1 0 0 16,2 0 1-16,-1 0-2 0,2 0 11 0,-3 0-4 15,1 0 0-15,2 0 5 0,0 0 0 16,-2 0 1-16,1 0-8 0,-1 0 3 15,2 0-1-15,-1 0-7 0,0 0-1 0,0 0 0 16,-1 0-1-16,0 0-4 0,3 0 1 0,-2 0 2 16,-1 0 3-16,1 0-1 0,-1 0 2 15,3 0 1-15,-4 1-3 0,3-1 1 0,-1 2-2 16,-1-2-5-16,3 1 1 0,-2 1-2 0,1-1 2 16,-3 1 3-16,3-2-3 0,-2 1 5 0,2 0 0 15,0 1 3-15,-3 0-1 0,1-1-5 16,2 0 5-16,0-1-2 0,-2 2 0 0,0 0-1 15,1-1 3-15,-1 0-1 0,3-1-2 0,-4 2-2 16,1 0 1-16,0-2 0 0,0 1-1 16,0 0 0-16,1 1 2 0,-2-2 2 0,1 3 1 15,0-3-2-15,0 2 0 0,-2-2 1 16,5 0-1-16,-4 3-3 0,1-2 1 0,0 1 3 16,-2-2-1-16,2 1 2 0,3 0 3 15,-4 2 1-15,1-3-5 0,0 0 2 0,-2 2 1 16,2 0-2-16,0 0-3 0,1-2 2 0,-3 1 2 15,4 0-1-15,-4 1 0 0,2 1 0 16,-1-2 3-16,0 1-2 0,2-1 0 0,-2 1-2 16,1-1-2-16,-2 1 0 0,2-1-2 0,0-1 1 15,3 2-2-15,-4-1 4 0,0 1-1 0,0-2 1 16,1 0-2-16,-1 1 2 0,0-1 2 16,2 2-2-16,-1-2 3 0,-2 0 3 15,2 0 1-15,0 0-7 0,0 0 0 0,1 1 1 16,-2-1 1-16,1 2-4 0,0-2 0 0,2 0 3 15,-3 1 0-15,2-1 0 0,-1 2-2 0,0-2 4 16,0 0-1-16,0 1 0 0,-1-1-2 16,2 0 0-16,1 1 1 0,-1-1-4 15,1 2 2-15,-3-2-2 0,4 0 2 0,-2 2 0 16,-1-2 2-16,3 1 4 0,-3-1-1 0,3 0-3 16,0 1-4-16,-4-1 0 0,3 0-1 15,-1 2-2-15,2-2 2 0,-2 2 2 0,-1-2 5 16,2 0-1-16,-3 1 1 0,4 0 1 15,-3-1-1-15,1 0 1 0,1 0-2 0,-3 0 1 16,2-1-3-16,-1 0 0 0,2 1 0 0,-3 0 0 16,0-2-2-16,0 2 2 0,2-2 2 15,-3 2-2-15,2 0-1 0,0-1-3 0,0 1 5 16,-2-1-4-16,0 1 0 0,3-2 3 0,-1 2 1 16,-2 0 1-16,2-2-3 0,-2 2 0 15,2-1-2-15,0 0 2 0,1 1-1 0,-1-2 0 16,0 1 4-16,-1-1-1 0,3 1 0 15,-2-1 1-15,1 1-2 0,-2-1 0 0,1 1-1 16,2 1 1-16,-2-2-1 0,2 2 1 0,-1 0 2 16,-1-1-2-16,0 1-3 0,2-2 1 15,-3 2-2-15,2 0 1 0,-1 0-1 0,2 0 2 16,-3 0 2-16,1 0-3 0,0 0 4 0,1-1-1 16,-3 1 1-16,4 0-1 0,-6-2 0 15,4 2 2-15,-2 0-6 0,2 0 2 0,-1 0 1 16,-1-1 1-16,2 1 1 0,-1 0 1 15,-3 0-2-15,2 0-2 0,2 0 0 0,-2-2-1 16,3 2-1-16,-2-1-2 0,0 1 5 0,1 0 2 16,-2 0-6-16,2-1 3 0,0 1 4 15,1-2-2-15,-3 2-4 0,2-2 3 0,0 2 0 16,-2 0 1-16,4-1-1 0,-4 1 2 16,3 0-1-16,-3 0-5 0,2 0 4 0,-4 0-1 15,4-1 2-15,-2 1-1 0,1 0 3 16,-3 0 4-16,2 0-3 0,2 0-1 0,-4 0-3 15,2 0-2-15,1 0 1 0,-3 0 0 0,2 0 1 16,-1 0-1-16,0 0 1 0,-1 0 0 16,3 0-3-16,-3 0 4 0,1 0-2 0,-1 0 2 15,4 0 0-15,-2 0 2 0,0 0 2 0,0 0-6 16,1 0 5-16,0-2-2 0,1 2 4 16,0-2-2-16,1 2 0 0,-1 0 2 0,0-2-1 15,1 2-1-15,-1 0-3 0,0 0 3 16,1-3-3-16,-2 2-3 0,1 0 0 0,0-1-3 15,-2 1 5-15,2-2 0 0,3 3 2 0,-4-2 0 16,1-1 0-16,-2 1 2 0,2 1-2 16,-1 0 0-16,0 1 2 0,1-2 1 0,-4 0 0 15,2 2-2-15,1 0 0 0,-3-1-2 0,2 1-1 16,-3-1 0-16,2 1-3 0,1 0 5 16,-3 0-2-16,2 0 3 0,0 0 0 0,-1 0 4 15,-1 0-5-15,2 0-2 0,-1 0 2 16,4-2-1-16,-4 2-4 0,2-2-1 0,1 2 3 15,0-1 5-15,-2 1-1 0,3-1-1 16,-2-1 3-16,2 2 3 0,-1 0-1 0,1-2-5 16,0 2 0-16,0-1-2 0,0 1 0 0,-1 0-1 15,1 0 3-15,-1 0-3 0,0 0 1 16,-1 0 3-16,0 0 1 0,-1 0-3 0,1-1-3 16,0 1 3-16,-1 0-1 0,1 0 3 15,-1-2-4-15,2 1 2 0,-2 1 2 0,1-2-1 16,-2 1-1-16,3-2 2 0,-3 1-1 0,2 1-2 15,1-1-2-15,-3 1 6 0,1-2-3 0,-1 1-5 16,1-1 6-16,1 2 1 0,2-2 1 16,-4-1-3-16,2 0 5 0,2-1-5 0,-2 3 0 15,1-1 2-15,-1-2-3 0,0 2-2 0,3 0 1 16,-3-2 2-16,0 1 0 0,1 1-1 16,-1-2 1-16,0 1 5 0,0 0-3 0,1-1-2 15,-3-1 0-15,5 2 2 0,-3 0-3 16,0-2-2-16,1 0 0 0,-3 1 6 0,2-1-6 15,1 1 0-15,-1 1 0 0,0-2 2 16,0 0-1-16,2-2 1 0,-2 2 1 0,0-1-3 16,0-1 4-16,1 1-2 0,-1 0-3 0,0-4-1 15,0 2 2-15,0-1 6 0,2-1 0 16,-1-2-1-16,-2 2 5 0,1-3 1 0,1 0-3 16,-3 1-4-16,1-2-1 0,-1 0 6 0,-1 1-4 15,2-2-2-15,0 1 5 0,-1-1 1 16,-1 1-1-16,0 0-6 0,2-1 2 0,-2 2 2 15,0-1-3-15,0 0 0 0,0 0 4 16,0-1-2-16,0 0-2 0,0 1-2 0,0-1 4 16,0-2-2-16,0 1 0 0,-2 1 2 0,2-2 0 15,0 2 4-15,-1-3-7 0,1 0-3 16,0-1 0-16,-2 3 0 0,2-3-1 0,-2 0-3 16,1 1 4-16,-1 1 2 0,2 0 2 15,-1 0-5-15,1 0 0 0,0 0 2 0,0-1-2 16,0 3 3-16,0-2-1 0,0 2 8 0,0-2-1 15,1 3 1-15,-1-2 1 0,0 1 1 16,2-2 3-16,-1 0-3 0,1 0-5 0,0 0 3 16,-2 1-1-16,1-1-4 0,-1 2-2 15,0-1 3-15,2-1 0 0,-1 2-2 0,1-2 5 16,0 1-1-16,0-1-3 0,2 0-3 0,-3-2 2 16,2 3 2-16,1-3-5 0,-3 1 2 15,2-2 3-15,1 0 0 0,-3 0 0 0,2 1-4 16,-1-4 4-16,2 3-3 0,-2 2 2 0,0-3-2 15,-2 2-1-15,1 2 1 0,-1-2-4 16,0 2 6-16,2 2-5 0,-1-1 2 0,-1 2 0 16,0 2 0-16,2-2-3 0,0 0-2 0,-2 0 4 15,1 0 3-15,2 0 2 0,-1-2 3 16,1 1 1-16,-1-1 5 0,1 1-5 0,-1-2 1 16,-1 1-1-16,4 2-1 0,-5-1 0 0,1 1-4 15,-1-1 0-15,2 2 0 0,-2-2-2 0,1 3 0 16,-1 0 3-16,0 0 0 0,0 0 3 15,0 0-4-15,0-1 5 0,4-1-5 16,-4 0 1-16,1-2 0 0,2 1-3 0,-1 0 2 16,1-4-2-16,2 1 0 0,-2-2-1 15,3 0-1-15,1 1 0 0,-4-1 2 0,2 3-1 16,0-1 1-16,-4 0 3 0,2 3-1 0,2 0 0 16,-4 1-3-16,1 0 4 0,-1 2-1 15,-1-3-3-15,2 4 3 0,0 0 1 0,-1-1-1 16,-1 1-1-16,4-2 1 0,-3 2 0 15,1-3-1-15,-1 2 2 0,3-1-3 0,-3 1 4 16,-1-2-2-16,3 0 0 0,2-2 1 0,-4 2 2 16,-1 0 1-16,2 2-2 0,-1-1 2 15,-1 2 0-15,0 1 3 0,-1 0-4 0,1 1-2 16,-2 0 4-16,2 1-3 0,0 2-3 16,-1 1-2-16,1-2 2 0,0-1 3 0,-3 4-1 15,3-3 0-15,0 2 2 0,0-1-1 0,0-2 0 16,0 1 0-16,0-1-2 0,0-1 3 0,0 1-1 15,0 1 2-15,-2 0-3 0,2 1 1 16,0-2 2-16,-1 1-2 0,-1-1-2 0,2 0 0 16,0 1 4-16,-1 1-2 0,1-2-2 15,-2-1 0-15,2-1-1 0,0 0 0 0,2 0-2 16,-2-1-1-16,1 1 0 0,-1 0 3 0,3-3-1 16,2 1 2-16,-4 0 0 0,2 0 1 15,-1 1-1-15,1 0 0 0,1 1 0 0,-3-1 0 16,-1 4-2-16,3-2-2 0,-3 0-1 15,2 0 0-15,-2 2 1 0,2-1-1 0,-2 0 0 0,0 2 3 16,0-2 2-16,0 1-1 0,0 3 4 16,0-1-3-16,0 0 3 0,0 0-1 15,1-1-3-15,-1 1 3 0,0 0-3 0,2 0 3 16,-1 0-2-16,-1 0-3 0,5-1 1 16,-4 1 1-16,1-1 1 0,-1 1-2 0,1 2 1 15,1-2 3-15,-3 1-3 0,2 1 0 0,0-1 1 16,-1 1 0-16,1-1-2 0,-1-1-1 15,-1 4 2-15,2-3 1 0,-2 2-4 0,2 1 3 16,-2 0-1-16,0-2 1 0,1 2 0 16,-1-3-1-16,0 3 2 0,0-1 0 0,0-1 1 15,2 0 1-15,-2 2-2 0,0-2 1 0,1 2-2 16,-1-2 2-16,0 2-1 0,2-1 0 0,-2 0-2 16,0 0-4-16,2 0 6 0,0 0-6 0,-2 1 1 15,0-1 4-15,0 2 4 0,2-1 2 16,0 0-6-16,-2 0 1 0,0 0 0 0,1 1-4 0,1-2 1 15,-1 1-2-15,-1 0 4 0,2-1 4 16,0 2-4-16,-1-1 2 0,2-3 2 0,-1 5 0 16,0-2 2-16,-1-1-5 0,2-1 4 0,-1 0-5 15,-2 3-3-15,3-2 0 0,0 0-1 16,0 0 4-16,-1 0 0 0,-1 0 2 0,1 0-1 16,0 2 3-16,-1-2-3 0,2 0-1 0,-1 0-1 15,0 0 3-15,-1 0-1 0,1 1-1 0,0 1 4 16,-1 0-1-16,-1-1 0 0,0 2-4 15,2 0 3-15,-2-2 0 0,0 2-2 0,0 0 1 16,0 0-2-16,0 2 3 0,0-2-1 0,-2 0-2 16,2 2-1-16,0-1-1 0,-1 0 4 15,1 2-1-15,-2 0 2 0,0 0 2 0,1 0-3 16,1 2 2-16,-4-1-5 0,4 0-2 0,-1 2 3 16,-1 2 0-16,1 1 3 0,1-2-1 0,-2 1 1 15,0 2 1-15,-1-2 1 0,3 4-2 0,-1-1 0 16,-4 1 0-16,4 2 0 0,-1-1 2 15,0 2-1-15,-1 0 3 0,2 1-2 0,1 0 1 16,-4 2 2-16,3-2-3 0,-1 1 1 16,1 2-3-16,1-1 4 0,0 0-5 0,-2 0-1 15,2 1 1-15,0 1-2 0,0 0 1 0,0-2-4 16,0 3 7-16,0 1-1 0,0-1-3 16,0 0 0-16,0 1-3 0,0 1 5 0,2-3-4 15,-2 5 2-15,0-3 2 0,1 2 0 16,-1-1 1-16,2 4-2 0,-2-4-1 0,1 2-1 15,-1 0-3-15,0 0 2 0,0 0 0 16,0-1 3-16,2-2 1 0,0 2 1 0,-2-1 5 0,0-1-5 16,1-1-1-16,-1 0-2 0,0 0 1 15,2 0 2-15,-1-1-1 0,-1-1-1 0,0 0 2 16,0-2-1-16,0 1 0 0,0-2-3 16,0 1 1-16,-1 1 2 0,-1-1 0 0,2-2 5 15,-1 1-3-15,1 0 3 0,-4-2 0 16,3 1-4-16,-1-1 1 0,1 1-3 0,-3 2 1 15,1-4-2-15,2 2 2 0,-3 0 2 0,0 0-2 16,1 0 0-16,0 0-1 0,-1 0-2 16,1 2-1-16,0-1-2 0,0 2 1 0,-1-2 5 15,1-1 0-15,-1 1 1 0,1 2 1 0,1-4-2 16,1 1-3-16,-3-1 1 0,3-1-1 16,-1 1 2-16,1-2 1 0,1 0 1 0,-4-2 4 15,4 0-2-15,-1 0 0 0,-1 1-3 16,2-1-3-16,0-1 1 0,-2 0-1 0,2-2 5 15,-1 4-1-15,-1-3 4 0,2 2 2 16,0 1-1-16,-1-1 0 0,1 1-5 0,0-1 1 16,0 0-1-16,0-1 1 0,0 1-2 0,0 1-1 15,0-3 1-15,1 4-3 0,1-3-1 16,-1 0 0-16,1 0-2 0,0 0 5 0,-1 1 3 16,3-1 1-16,-3 2 2 0,-1-2 2 15,3 0 0-15,-1 1-4 0,0 1-4 0,-1-1 0 16,2 3-4-16,-1-3-1 0,1 1 0 0,-2 1 0 15,1-1 2-15,-1 1 4 0,-1-2 1 16,2 2 1-16,0-1 1 0,-1 0-1 0,1-1-1 16,0 2-1-16,-2-3-1 0,0 1 1 0,1 2 0 15,-1-1 1-15,0-2-1 0,0 2 0 16,0-1 2-16,0-1-3 0,0 0-4 0,0 0 0 16,0 0 2-16,0 0 1 0,2 0-3 15,-2 2 5-15,0-3 2 0,0 2 2 0,1 0-3 16,-1 0 3-16,0 1-2 0,0 0-5 15,-1 1 0-15,1-1 0 0,-2 3-4 0,1-2 2 16,1 3-4-16,-4-2 6 0,3 0-3 0,-1 0 5 16,0 0 4-16,1 3-2 0,-1-4 5 15,1 2-2-15,-2-3 3 0,1 3-6 0,1-2-2 16,-1 0 2-16,2 0 1 0,-1 0-2 0,-3 0 0 16,4-2 3-16,-3 1 4 0,2-1-6 0,-1 2-1 15,0-1 0-15,-1-2 0 0,1 1 0 16,1 1-1-16,-1-2 2 0,-2 1 1 0,2 1 4 15,-1 1-3-15,3-2-3 0,-1 2 1 16,-3-1-2-16,4-1 1 0,-1-1 0 0,-1 2 1 16,2-2-1-16,0 0 0 0,0 0 3 0,0-2-1 15,2 2-1-15,-1-1-3 0,-1-1 5 16,0 2-3-16,0-1 0 0,2 1 0 16,0 0-4-16,-2 1 5 0,0-2-1 0,0 1-2 15,0 0 0-15,1 0 3 0,-1-1 2 0,0 3-4 16,0-3 0-16,0-1-1 0,2 4 1 15,-1-4-2-15,-1 2 1 0,0 0 2 0,2-2-3 16,1 1-1-16,-2-2 3 0,-1-1-1 0,2 1-2 16,-1-1 1-16,-1-3 1 0,2 3 2 15,-2-2 0-15,2 0-1 0,-1 0 2 0,1 1-1 16,0-1 0-16,-1 2-1 0,1-2 1 0,1 1 0 16,-1 2 0-16,1-3-2 0,-2 2-1 15,4-1-1-15,-4-1 0 0,2 0-2 0,-1 0 2 16,0-1 4-16,-1 2-1 0,1-2 1 15,0 1-3-15,-1-1 6 0,-1-2-5 0,2 2 1 16,-1 0 2-16,1 0 2 0,0-2 1 0,-2 1-2 16,1-1 1-16,1 1-1 0,-1-1-4 15,-1 0 1-15,2-1-4 0,0 1 4 0,0-1 1 16,2-1-1-16,-3 0 2 0,1 0-1 0,-1 2 3 16,1 0-2-16,0-2-4 0,1 2-1 15,0-2 2-15,0 2 2 0,2 2-1 0,3-2 0 16,-2 2 0-16,0 0 0 0,3 2-2 15,0 0-3-15,-1 0 1 0,1 2-1 0,-1 0 1 16,3-1 2-16,-1 2 1 0,-1-1 0 0,2 0-3 16,-3 0 4-16,3 2-2 0,0-4-3 15,-3 3 1-15,3-3 2 0,-1 0-1 0,-1 0 0 16,-1 0 6-16,3-3 0 0,-1 2-1 0,-2 0 0 16,0 0 3-16,1-1-3 0,-1 1-1 15,-2-2 1-15,2 2 0 0,0-1-1 0,-2 0 0 16,-1 0 0-16,2 1-2 0,-3-2 3 15,2 3 3-15,-1-3 0 0,-2 0-1 0,2 3-2 16,0-4 0-16,0 1-3 0,1-1-3 0,-2-1 0 16,3 1 2-16,-2-2 1 0,1 0 5 15,-1 0 4-15,1 0-1 0,-1-1 2 16,0 2-2-16,-1-3 0 0,1 3-1 0,-2 0-2 16,3-1-3-16,-1 1 0 0,2-1 1 0,-3 2-1 15,3 0-1-15,-2 0 1 0,2 0 0 0,0 2-1 16,1-2 0-16,-2 1 2 0,2 1-4 15,0-1 0-15,-2-1 3 0,4 1 0 0,-1 1-1 16,1-2-3-16,-2 2 7 0,1-2-3 16,0 0-2-16,1 0 3 0,1 0-1 0,-2 0 0 15,1 0 0-15,0 1 3 0,-1-1-3 0,0 1 1 16,-1 1 0-16,2 0 4 0,-1-1-5 16,1 0 0-16,1 3 0 0,-3-3 0 0,0 0 1 15,1 4-2-15,0-5-2 0,1 2 2 0,-2 2-2 16,3-2 2-16,-1 0-2 0,-2 1 3 0,1-1 4 15,-1 0-4-15,0 0 5 0,-2 0-2 16,3 0-1-16,-2 1 0 0,-1-2-1 16,1 1-1-16,-3-1-1 0,1 2-1 0,1-1-1 15,-1-1 2-15,-2 1-1 0,4-1 3 16,-4 1 1-16,0-2-2 0,3 1-4 0,-3 1 1 16,0-2 3-16,2 1-1 0,-3-1 0 0,1 2 1 15,-1-2 2-15,-1 0-2 0,1 0-3 0,0 0-2 16,-2 0-1-16,0 1 0 0,1-1 4 15,-1 0-1-15,0 2 5 0,2-2 0 0,-1 1 1 16,-1-1 1-16,5 1 0 0,-4 1 0 0,4-2-2 16,-2 3-1-16,2-2-5 0,0-1 3 15,0 4 0-15,2-4 0 0,-2 1-3 0,2 0 1 16,1 3-1-16,-2-3-1 0,3 0-3 16,-1 4 2-16,2-3 3 0,1-2 3 0,-2 4 2 15,2-1-1-15,0 1 1 0,0-2-2 0,-1 0 2 16,2 1-2-16,0-2 2 0,0 3-1 15,-1-3 1-15,1 2 1 0,-2-2-5 0,2 1 3 16,-3 1 2-16,2-2 0 0,-1 2 1 16,-1-1 1-16,4 1 0 0,-5 0 1 0,1-2-6 15,0 3 4-15,-1 0 2 0,2-2-3 0,-2 2 2 16,1-2-1-16,-1 2-2 0,0-2-1 16,3 3-2-16,-1-5 0 0,-2 2 1 0,1 1-2 15,0 0 4-15,1-2-2 0,-2 0 2 16,4 2 0-16,-3-3-3 0,0 0 2 0,0 4-3 15,1-2 1-15,0-1 2 0,-2 0 1 0,-1 1 2 16,1-2-2-16,0 2-1 0,-1-1 2 16,0-1-3-16,1 1 2 0,-1-1-4 0,-2 2 2 15,-2-2 0-15,3 0-2 0,-2 0-2 16,0 0-2-16,-3-2 6 0,2 1-3 0,1 1 4 16,-3-1-1-16,3-1 0 0,-3 0 2 15,2 0-2-15,-1 0 4 0,1-2-5 0,-2 4-1 16,1-3 2-16,-1 3-2 0,1-1-3 0,0 0 2 15,-1-1 0-15,3 1 1 0,-3-2 1 0,2 1 1 16,1 2 2-16,-3-3-1 0,2 3 0 16,2-2 2-16,-4 1-3 0,2 1-2 15,1-1 0-15,1 1-3 0,-2 0 4 0,2-2 0 0,-2 2 1 16,0-2 4-16,1 2-4 0,1 0 0 16,0 0-1-16,0 0-4 0,0 2 1 0,-2 0-3 15,2-2 5-15,1 1 4 0,-2 0-1 16,0 1 1-16,0 1-1 0,0-1 0 0,0-2-1 15,1 4-4-15,1-2 1 0,-1 0 1 0,1 1 2 16,1-3 2-16,-1 0-2 0,0 2 3 16,2 0-1-16,0-2 3 0,-1 0-7 0,3 0-1 15,-2-2 3-15,1 0-5 0,1 2 3 16,-2-3 0-16,0 1 3 0,2 0 0 0,1 1-1 16,-5-2 2-16,1 1-3 0,1 2 0 0,-2-3-1 15,-2 3 1-15,3-2-1 0,-2 1 2 16,-2 0-1-16,0 1 0 0,0-2 1 0,2 0 0 15,-4 1 0-15,2 0-1 0,1 1 3 16,-1-2-2-16,0 0-3 0,0 1-2 0,0-2 2 16,2 0-1-16,1 0-1 0,-1 0-2 0,1-1 7 15,-1 1 4-15,0-2-3 0,-2 2 0 16,3-1 0-16,-3-1 3 0,2-1-5 0,-2 1-3 16,2-3 1-16,0 1 0 0,3-1 0 15,0-2-5-15,0 0-1 0,-2 0 7 0,3 1 0 16,-1-1-1-16,-3 2 3 0,2 0 4 0,-3 0 2 15,2 1-3-15,-2 1 0 0,-1-1 0 16,0 1-4-16,-1-2 1 0,-1 4 0 0,2-2 0 16,-1-1-1-16,0 2 1 0,-2-1 2 0,1-1-3 15,-1 1 1-15,0 0-2 0,0 2-5 16,0-2 0-16,0 0 0 0,0 0-3 0,0 0-2 16,0 1-1-16,0-1-1 0,0 0-2 0,2-2-1 15,-2 0 4-15,1 0 5 0,-1 1 0 16,2 0 1-16,0-1-1 0,0 0-3 0,-2 1-3 15,0-1-5-15,2 0 1 0,-2-1 4 0,2 2 3 16,-2 1 2-16,1-1 3 0,-1 1 5 16,2 0 1-16,-1 2 0 0,-1-1-2 0,0 2 4 15,0 0-1-15,2 2-2 0,0-2 1 16,-2 0 0-16,1 1 0 0,1 0-1 0,-1-2 0 16,1 2 1-16,0 0 0 0,-1 0 1 15,1-1-1-15,-1-1 3 0,1 2 0 0,1-1-1 16,2 0-2-16,-4 2 0 0,2-4 0 15,1 2-3-15,-3 0 3 0,2 0 0 0,1 0 0 16,-3 2 0-16,1-1 0 0,0 1 0 0,-1 1-1 16,1 0 1-16,-1 0 0 0,2 1 2 0,-1-1-2 15,-2 2 1-15,1 0 0 0,1 0 0 0,-1 0-1 16,-1-1-1-16,2 0 1 0,0 3 0 16,-1-3 1-16,-1 0-2 0,2 1 1 0,-2 1 5 15,1-2-5-15,-1 4-1 0,0-3 5 16,2 1 0-16,0 1-2 0,-2 0-1 15,0 2 6-15,-2 0 2 0,0-1-2 0,2 3 0 16,-1-1 2-16,-1 0 2 0,1 3-1 0,-3 0 4 16,3 1-5-16,-1 0 1 0,-1 0 0 0,0 0-3 15,0 0-3-15,3 1-5 0,-1 1 0 16,1-2-1-16,0 2-5 0,-2-3 4 16,2 1-2-16,0-1 1 0,2-1 1 0,-2 2 2 15,0-3 2-15,1 1-5 0,1-1 4 0,2 1 4 16,-1 0 0-16,0-2-4 0,1 1 1 0,-1 0 2 15,2-1-3-15,0-2 0 0,-2 0-2 16,3 2 3-16,-2-3 1 0,1 1 4 0,0-1 1 16,0 1-5-16,-2-1 3 0,2-1 1 15,-1 2-5-15,-1-4-2 0,2 2 1 0,-1 0 2 16,0 0 0-16,0 0-2 0,-3-1 0 0,2 0 3 16,3 2 1-16,-4 0 0 0,1-1-3 15,-1 2-1-15,1-2 2 0,-1 2 2 0,1 1-3 16,-2-4-2-16,3 3 4 0,-3-1 2 15,2-1-1-15,1 0-4 0,-2 2 1 0,2-2 0 16,-3 0 1-16,2-2-1 0,1 3-2 0,-3 0-1 16,2-2 2-16,1 2 2 0,-3-2-2 15,2 2 0-15,-1-3 4 0,1 2 1 0,0 0-3 16,0-1-2-16,0 1 2 0,1 0-1 16,-3-1-2-16,4 1 1 0,-2 1 0 0,2-1 3 15,-2 0 0-15,3 0-1 0,-3-2-1 0,1 2 0 16,0-1-2-16,0-1 0 0,1 1 1 0,-4-1-2 15,7-1 0-15,-4 2-1 0,1-2 3 16,0 1 0-16,2-1 0 0,-3 0 1 16,2 2 3-16,-1-2 1 0,-2 0-4 0,2 1-3 15,0 1 1-15,0-2 0 0,-2 1 0 0,1 1-2 16,1 1 3-16,-2-2 4 0,1 2-5 0,-1 1 1 16,0 0-3-16,0-2 0 0,0 2-11 15,-1 0-53-15,0-1-110 0,-2-1-138 0,2 2-208 16,-2-1-287-16,0 1-257 0,0 0-103 15,4-1 236-15,-1 2 395 0</inkml:trace>
  <inkml:trace contextRef="#ctx0" brushRef="#br2" timeOffset="82243.22">22935 6278 44 0,'1'0'265'15,"-1"0"144"-15,4 1 132 0,-4-1-90 0,1 1-169 16,-1 1-117-16,0 0-81 0,2-1-45 0,-1 2-39 15,-1 1-19-15,0-1 11 0,2 3 4 16,-2-1 0-16,2 0 2 0,-1 1 0 0,3 2 2 16,-3-2 26-16,5 2 42 0,-1-3 31 15,1 4 16-15,-1-1 9 0,2 0 57 0,2-1 77 16,-1 2 8-16,0-2-3 0,1 3 35 0,2-3 27 16,-1 2-36-16,-1-1-81 0,2 0-45 15,0 0-24-15,1-2-48 0,0 2-42 0,-2-3-20 16,2 1-11-16,-1 2-6 0,-1-2-4 0,1-1 0 15,-2 1-1-15,3-1-1 0,-2 1 0 16,2-2-1-16,-3 0 2 0,3 1-1 16,-2-2 0-16,1 1 0 0,0-2 3 0,-1 1 22 15,1-2 13-15,1 1 10 0,-2-1 4 0,0-1-1 16,2 2-4-16,-2-2-18 0,-1 0-15 16,4 1-8-16,-4-1-2 0,1 1-4 0,1 1 2 15,0-2-6-15,0 2 5 0,-2-1-2 0,3 0 2 16,-2 1 0-16,0 0-4 0,0-1 0 15,0 0-4-15,2 1 1 0,-3 0 1 0,2-1-2 16,0 0 2-16,-1 1 3 0,2-2 0 16,-1 3 0-16,-1-3-3 0,2 2 1 0,0-2 0 15,-3 3-1-15,4 0-1 0,-2-1 0 0,1 1-4 16,0 1 2-16,-1-1 1 0,3 0-3 16,-1 1-1-16,-1 1-2 0,-1-2 4 0,2 1 4 15,-1-1 1-15,0 0-2 0,0 0 4 16,-1 0 0-16,-1-2 1 0,2 1-3 0,0 1-2 15,-3-3 0-15,3 1 1 0,-2 1 2 0,1-2-3 16,2 2 0-16,-2-2 0 0,-1 1 3 16,0-1-5-16,2 1-2 0,-3-1 1 0,2 0-1 15,-1 2-2-15,-2-2 2 0,1 2 1 16,0-2 2-16,0 0 1 0,0 0 2 0,-3 0 1 16,1 0-5-16,1-2 0 0,-2 0-2 15,1 2-1-15,0-2 3 0,-1 0 1 0,-1 0-2 16,4 0 2-16,-2 0 1 0,-2-1 0 0,1 2 1 15,-1 1-2-15,0-2 2 0,-1 1-2 16,-1 1 1-16,4 0 0 0,-4 1-2 0,2 1 1 16,-1-2-2-16,0 1 3 0,2 2-2 0,-2-1-2 15,1-1 2-15,-2 0 1 0,2 1 2 16,0 0-1-16,1-1 0 0,-3 0 4 0,4-1-6 16,-4 2-4-16,2-2 1 0,0 2-1 15,-1-2-1-15,2 0 0 0,1 1 7 0,-2-1 0 0,-1 0 0 16,3 0 1-16,0 0 2 0,0 0 0 15,-1 1-2-15,1-1 5 0,2 0-3 0,-3 0 2 16,2 2-4-16,0-2-1 0,-1 0 0 16,2 0-1-16,0 0 3 0,-1-2 0 0,2 1 3 15,-1 1-2-15,-1-1 0 0,5-3 1 0,-5 2-2 16,0-2 0-16,1 3-2 0,0-4 3 16,1 3-4-16,-2-1 4 0,3 0 1 0,-3-2-3 15,0 2 2-15,-2 0 1 0,3 2 2 16,0-1-6-16,-3 1-2 0,0-1 2 0,0 1-1 15,2 1-1-15,-3 0 4 0,2 0 0 0,1-1 3 16,-2 1-4-16,0-2 3 0,0 2-4 16,2 0-4-16,0-2 1 0,-2 1 0 15,2 0 3-15,-1-1 0 0,-1 0 2 0,3 0 4 16,-1-1-2-16,1 1-4 0,0 1-2 0,-3-4 2 16,1 3-2-16,-1 2-1 0,0-3 3 15,0 1 2-15,-3 2 0 0,2 0-3 0,0 0 1 16,0 0-1-16,0 2-1 0,0-2 2 0,1 3 1 15,0-3 1-15,0 0-2 0,-1 2 0 0,2 1 2 16,-1-3-6-16,0 2 0 0,-1-1 2 16,1 0 3-16,1 0-1 0,-1-1-3 0,-2 3 3 15,1-3 2-15,2 0-4 0,-2 0-1 16,-1 0 1-16,1 2 0 0,-1-2 5 0,1 0-4 16,0 0 2-16,-2 0 0 0,2 2-1 0,3-2 0 15,-5 0-5-15,2 0 3 0,0 0 2 16,-2 0 1-16,2 0 0 0,-2 0 0 0,3-2-1 15,-5 2-2-15,2 0-2 0,1-2 0 0,-1 2-1 16,-1 0 3-16,1 0 2 0,-2 0-1 16,3-3 1-16,-3 3 1 0,-1-1 1 0,3 0 2 15,2 0-2-15,-4-1 5 0,2-1-4 16,-1 3-2-16,1-2-3 0,1-1 0 0,-1 0 1 16,2 2-4-16,-4-3 2 0,2 2 1 0,1-2 4 15,0 2-2-15,-1-3-2 0,0 2 0 16,-1-1 2-16,1-1 1 0,-1-1-1 15,1 0 0-15,-1 0 1 0,-1 0-1 0,1-1-1 16,-1-1 1-16,-1 1-2 0,2 1 2 0,0 0 1 16,-2 0 1-16,0 0-1 0,0 0-2 0,0 1 3 15,0-1 0-15,0 2 2 0,0 0-5 16,0-2 2-16,0 1 1 0,0-1-4 0,0 4 1 16,-2-3-1-16,0 1 2 0,2 0-3 0,0 0 3 15,-1 2 3-15,1-3-4 0,0 2 1 16,-2 0 0-16,2 0 0 0,0 0 0 15,0 0-4-15,0 0 3 0,0 0-2 0,0 2 3 0,0-2-1 16,2 2-3-16,-2-3 4 0,1 2-2 16,1-2 1-16,0-1-3 0,-1 3 4 0,4-1 0 15,-2-2-1-15,0 2 2 0,-1 0 0 16,1 0 0-16,-2 0-3 0,3 0 4 0,-3 1-2 16,1 0-1-16,0 0 1 0,-2 0 0 15,3 1 2-15,-2 0-2 0,2-1 0 0,-1 1 0 16,-1-1 0-16,-1 1 0 0,2 1 0 15,-1 0 0-15,-1 0 2 0,0 0-2 0,2 0-3 16,0 0 1-16,-2 0 2 0,1 1-1 0,1-1 1 16,-1 2-4-16,-1-1 5 0,4 1-2 15,-4-1-1-15,1 0 0 0,3 1 0 0,-3 0 4 16,-1 0-5-16,3 0 1 0,-1 0 1 0,1-1 1 16,-2 0-1-16,2 1 1 0,-1 0 1 15,0-2 1-15,-1 1 4 0,2 2-4 0,-1 0 1 16,0-3-3-16,-1 2-3 0,1-2 1 0,0 3-2 15,-2 0 1-15,1-2 0 0,1 0 4 0,-1 2-1 16,1-1 2-16,1 2 0 0,-3-2 3 16,1 3-5-16,1-2 0 0,-1 1 1 15,-1-1 0-15,2 2 0 0,0-1 1 0,-2 1 0 16,0-1-1-16,1 0 0 0,-1 2 4 16,0-1 5-16,0 1-3 0,0 0 5 0,0 1 6 15,0-1 4-15,0 0 1 0,0-1-2 0,0 3 4 16,0-2-1-16,0 0-5 0,0 1-5 15,0-2-4-15,0 1-3 0,0 1-4 0,0-2-2 16,2-1 0-16,0 0-2 0,-2 2 0 0,1-2 2 16,1 0-5-16,-1-1 0 0,3 2-1 15,-1-1-1-15,0 1 2 0,1-2-1 0,1 0 5 16,-2-1 0-16,1 2 4 0,-1-2-1 0,0 0-3 16,0 0 0-16,0-1 0 0,1 0 2 15,0-1-4-15,-1 2 5 0,0 0 1 0,1-2 1 16,0 0-1-16,0 0-1 0,-3 0 2 15,2 0-5-15,1 0-2 0,0 0 2 0,-1 0 1 16,0 0 1-16,2 0 0 0,-2 1-2 0,2-1 4 16,0 0-5-16,-2 1-2 0,3 1 0 15,-1 1 2-15,-2-3 4 0,2 2-1 0,-2 1 2 16,4-1-1-16,-3 0 3 0,1 2-6 16,0-4 1-16,-1 4 1 0,1-2 1 0,0 0-1 15,3 0-3-15,-4 1 1 0,3-2 1 0,-1 1 1 16,2-1 0-16,1-1-2 0,0 0 2 15,-1 2 0-15,0-2-4 0,1 0 2 0,-3 0 1 16,2 0-1-16,0 0 1 0,1 0-1 16,3-2 4-16,-3 2-5 0,4-1-4 0,-2-1 8 15,1 1-1-15,1 0 2 0,0-1-4 0,1 0 4 16,-3 1 2-16,5 0-4 0,-5-1 0 16,1 0 0-16,1 0 0 0,-2-1 0 0,3 2-3 15,-2 0-1-15,0 0-2 0,-1-1-1 16,1-1 3-16,1 1 1 0,0-1 4 0,1 0-2 0,-1 2 3 15,-2-1 0-15,3 0-1 0,-2 1-5 16,-2 1-3-16,2 0 5 0,-3 1-1 16,4-1-1-16,-4 4-3 0,-1-3 5 0,5 2 3 15,-5 0-5-15,1-1 2 0,-1 1 3 16,3 0-3-16,-3-2-2 0,0 3-2 0,1-4 1 16,-2 2 0-16,1 2 2 0,-3-3 0 0,-1 0 1 15,2-1 0-15,-3 2 0 0,2 0-2 16,-1-1 1-16,-3-1-1 0,2 1 1 0,-1 1 1 15,0-1 4-15,-1-1-1 0,1 2-3 16,-1-2 5-16,-1 1-4 0,5-1 24 0,-4 2 11 16,2-2 11-16,2 1 8 0,0-1 1 0,0 2 3 15,0-2-23-15,0 0-10 0,1 0-5 0,-3 0-14 16,2 1-3-16,1-1-2 0,0 2-1 16,2-2-2-16,-2 3 1 0,2-2 1 0,-1 1 1 15,-2-2 0-15,2 1-1 0,-2 1 4 0,-2-1-11 16,0-1 12-16,2 0 42 0,-1 1 31 15,0-1 20-15,1 0 13 0,-4 0 15 0,1 0 2 16,-1 0-30-16,-1 0-22 0,0 0-15 16,0 0-13-16,-3 2-10 0,2-2-9 0,-4 2-6 15,4-1-6-15,-4 0-1 0,0 3 0 0,0-2-2 16,2 0-2-16,-2 1-3 0,4-2-1 0,-1 4-2 16,-1-5-3-16,3 2-1 0,5 3-1 0,-4-3 0 15,2 2 0-15,2-2 1 0,2 2 1 16,1 0-1-16,-1-1 1 0,3 0 0 0,1 1 1 15,1 1-1-15,3-2 0 0,0 0 2 16,2 1-2-16,0-1 1 0,2 0-1 0,1 0-1 16,1-2 1-16,0-1-1 0,2 2 1 15,1-2 0-15,1-2 0 0,0 2-1 0,-1-1 0 16,2-2-2-16,-1 0-1 0,-2 0 1 0,-2 0-1 16,1 0 0-16,-5 0 0 0,0 2 0 15,-4-1 2-15,-1 1-1 0,-4-1 1 0,-1 1-1 16,0 1 1-16,-2-2 1 0,-2 2-1 15,-2 0 0-15,3-1 1 0,-4 1 1 0,1 0-2 16,-1-2 1-16,0 1-1 0,0-2-1 0,0 1 0 16,0 0 0-16,0 0-1 0,0-2 1 0,0 4 0 15,0-3 0-15,0 1-1 0,0 1 0 16,0-1-2-16,0 2 0 0,0-3 1 0,0 3-1 16,0 0 0-16,0 0-1 0,0 0 2 15,0 0-1-15,0 0-2 0,0 0 1 0,0 0 2 16,0 0 0-16,0 0 0 0,0 0 0 0,0 0 1 15,0 0 1-15,0 0-1 0,0 0 0 16,0 0 1-16,0 0 1 0,0 0 1 0,-1 0-2 16,1 0 1-16,0 0 1 0,0 0 0 15,0 0-1-15,-2 0 1 0,2 0 0 0,-2 0 0 16,2 0 0-16,-1 0-2 0,1 0 0 0,-2 0-1 16,2 0-1-16,-1-2 0 0,1 2 0 0,-4 0 1 15,4 0-1-15,-1 0 1 0,1 0 0 16,-3 0 0-16,3-3 1 0,-4 3 0 15,2-2 0-15,0 1 0 0,0 0 0 0,1-3-1 16,-1 3 0-16,1-2-1 0,-1 0-1 0,0-2-1 16,2 3 2-16,-1-4-1 0,1 1 1 0,-2-1 0 15,2 0 0-15,0 0 1 0,2-2 0 16,-2 3-1-16,1-3 1 0,-1-1 0 0,4 0 0 16,-3 2-1-16,1-2 0 0,-1 1 0 15,1 0 1-15,0 0 0 0,0 0 0 0,0 1 0 16,0 0 0-16,-1 1 0 0,1 0 1 15,-2 2-1-15,0 1 0 0,1 0 1 0,-1 0-2 16,0 2 1-16,0-1-1 0,0 1 0 0,2-1 0 16,0 2-1-16,-2-1 0 0,0-1 1 15,1 1-1-15,-1-1 0 0,0 2 0 0,2-1 1 16,-2 1 0-16,1-2-1 0,-1 2 0 0,0 0 1 16,2 0 0-16,0 0-1 0,-1 0 1 15,1 2 0-15,-1-2-1 0,3 1 2 0,-4 1-1 16,1 1 1-16,4 0 1 0,-2 0 0 0,-2 0 1 15,3 1-1-15,-3 1-1 0,2-1 0 16,1 2 1-16,-3 0-1 0,3-1 0 0,-3 2-1 16,2-1 1-16,0 0-1 0,-1-1 0 0,1 1 1 15,-2 1 0-15,3-2 1 0,-3 1 1 16,2 0-1-16,1 0 0 0,-3 0 0 0,3 1 0 16,-1 0 0-16,-2-1-1 0,4 0 1 0,-2 1-1 15,-2-1 0-15,3 0 0 0,-1 0 1 16,0 0-1-16,0-2 0 0,1-1 0 0,-1 2-1 15,0-4 1-15,1 0 0 0,-1 1-1 16,2 0 0-16,-1-1 1 0,-1-1 0 0,0 1 0 16,0-1 1-16,0 2 0 0,2-2-1 15,-2 3 1-15,0-3 0 0,0 0 0 0,1 0-1 0,-1-3 0 16,2 3 1-16,-2-3 0 0,2 2-1 16,1-1 0-16,-3-1 1 0,2 2-1 0,-1-3 1 15,0 3-1-15,0-2 0 0,0 1 1 16,0 1-1-16,1 0-1 0,0-1 0 0,-2 1 1 15,2-2 0-15,-1 1 0 0,0 1 0 0,2-1 0 16,-2 1-1-16,1-1 0 0,-2 2 1 16,2 0-1-16,-1-1 0 0,-1 1 0 0,1 0 0 15,-1 0 1-15,0 0-1 0,1-2 0 16,-1 2 1-16,2 0 0 0,-2 0 1 0,2 0-1 16,1-1 1-16,-2-1 1 0,5 2-2 15,-5-1 1-15,3-1 0 0,0 1 0 0,0 0 0 16,-2-1 0-16,-1 0 0 0,0 1 0 0,0 0 0 15,0-1 0-15,0 0-1 0,-1 2-1 16,0 0 0-16,1 0 0 0,-1 0 0 0,-2 0 0 16,3 0 1-16,-3 2 0 0,2-2 1 15,1 2 0-15,-2-2 0 0,2 1 1 0,-1 0 0 16,-2-1 0-16,3 0-1 0,-1-1 0 0,0 1-1 16,0-1 0-16,2 1-1 0,-2 0 1 0,5 0-1 15,-3 1 1-15,1 0 0 0,-1 1 0 16,1 1 1-16,0 0 1 0,-1 0 0 0,-2 0-2 15,2 1 0-15,-2-1 0 0,1 2-1 16,-1-2 0-16,-2 1-1 0,4 0 1 0,-4 0 1 16,2 0-1-16,-1-1 0 0,0 0 1 0,-1 0 0 15,1-1 0-15,-2 1 1 0,2-1 1 16,-2-1-1-16,0-1 1 0,1 1-2 0,-1-1 2 16,0 1-2-16,0-1 0 0,0 0-1 15,0 3 1-15,2-3-1 0,-2 0 0 0,0 0 0 16,1 0 0-16,-1 2-1 0,0-2 2 0,2 0 0 15,0 2-1-15,-2-2 1 0,0 2 0 0,1-2-3 16,-1 0 1-16,0 0-2 0,2 0-4 16,-1 0-4-16,-1 0-5 0,0 0-7 0,0 0-18 15,0 0-37-15,0 0-60 0,-3 0-59 0,2-2-77 16,-3 2-141-16,1 0-184 0,-2 0-274 16,0 2-215-16,2-1-198 0,-3 2 19 0,2-1 424 15,-1-1 461-15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1-08T13:07:15.7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2235 1521 272 0,'-11'-8'529'0,"2"2"243"0,-1 1 166 0,-1 3-178 0,0-2-168 16,1 3-93-16,-2 1-74 0,1 0-80 0,-3 1-74 15,3 3-87-15,-2 0-59 0,-1 4-36 0,1-1-27 16,1 6-6-16,0 0-23 0,-2 3-14 0,5 5-3 0,-1 5 4 15,4 2 5-15,-2 7-5 0,5 1 32 16,1 6 20-16,2 1 5 0,0 4-9 0,5 2-3 0,1 1 5 16,0 2-17-16,2-1-11 15,4-1-9-15,0-2-3 0,1-4-4 0,4-3-9 0,-2-2-5 16,3-6-3-16,0-4-1 0,4-5-1 16,0-4 0-16,3-6-4 0,-1-5-1 0,3-6 8 15,2-6 8-15,1-6 7 0,-2-5 2 0,2-6 3 0,0-8 5 16,-2-1-8-16,1-6-8 0,-4-3-2 0,-1-2 5 15,-3-1 1-15,-1-2 5 0,-4 3 6 0,-2-1 3 16,-3 2-1-16,-4 0-5 0,-3-1-4 0,-2 4-6 16,-6-3-5-16,-3 1-3 0,-3 1-4 0,-3-1-3 15,-4 5 2-15,-3 2 1 0,-1 2 2 16,-3 8-1-16,-1-2 0 0,-2 9 0 0,0 3-3 0,-1 5-6 16,1 5-2-16,-2 2-2 0,1 5 2 0,3 3-2 15,-1 3-1-15,3 2 1 0,4 1 0 0,0 4-1 16,3 1-1-16,2-1-1 0,2 2-1 0,2 0-3 15,5 3-9-15,0-3-28 0,2 3-49 0,3-1-49 16,2-1-68-16,1 0-118 0,2-2-151 0,4-1-163 16,0-1-255-16,3 0-234 0,3-2-127 0,1-4 200 15,3-2 419-15</inkml:trace>
  <inkml:trace contextRef="#ctx0" brushRef="#br0" timeOffset="318.17">3198 1508 140 0,'3'-16'501'0,"-3"1"339"0,-3 2 234 16,-2 2-77-16,-4 4-257 0,-1 0-185 0,-1 4-117 16,-3 0-79-16,1 6-64 0,-2 2-66 0,-1 3-38 15,-3 4-30-15,1 3-24 0,-2 3-29 0,-2 2-30 0,1 6-21 16,-3 4-12-16,1 3-7 0,1 6-10 15,1 2-7-15,0 2 0 0,3 4-3 0,0 1-5 16,4 0-6-16,3 2-3 0,3-3-4 0,0 1-3 16,7-3 8-16,1-3 0 0,4-1 5 0,2-4 2 0,4-2 0 15,1-5 1-15,5-5-9 0,0 0-4 16,4-8-16-16,-1-1-42 0,5-5-47 0,-2-3-44 16,3-5-57-16,1-3-99 0,0-5-125 0,1-4-114 15,-1-1-145-15,1-4-253 0,1-1-197 0,-1-2 19 16,1-2 286-16,-1-3 356 0</inkml:trace>
  <inkml:trace contextRef="#ctx0" brushRef="#br0" timeOffset="567.45">3568 1457 273 0,'-2'-26'610'16,"-1"6"334"-16,-2 5 155 0,-4 3-244 0,3 6-222 15,-4 3-160-15,-1 3-126 0,2 8-71 0,-4 3-44 16,-1 5-12-16,-1 6-11 0,0 5-11 0,0 5-10 15,0 5-31-15,0 5-32 0,1 5-33 0,2 2-20 16,0 4-13-16,0 1-14 0,4 1-10 0,1 0-10 16,3 0-7-16,1-3-6 0,3-4-8 0,6-3 4 15,0-4-4-15,2-4-3 0,4-4-1 0,0-6 0 16,4-3 8-16,1-3-4 0,2-3 0 0,0-4-17 16,3-4-48-16,-1-2-59 0,0-4-86 0,-1-4-149 15,2 0-219-15,-3-3-305 0,-2-1-264 0,1-4-212 16,-1-2 25-16,-4-1 478 0</inkml:trace>
  <inkml:trace contextRef="#ctx0" brushRef="#br0" timeOffset="1168.79">4074 2295 343 0,'11'3'944'0,"-5"-2"313"16,-2-1-45-16,-1 2-199 0,0-4-507 0,-3 1-261 16,2-1-119-16,-2-2-61 0,-2 1-36 0,2-2-14 15,0-1-25-15,-2 2-116 0,-1-4-165 16,2 2-294-16,-3 0-266 0,3 0-266 0,-1 2-158 16,-1-2 299-16,0 3 496 0</inkml:trace>
  <inkml:trace contextRef="#ctx0" brushRef="#br0" timeOffset="7773.92">4798 5729 181 0,'-6'-8'382'0,"-3"-2"191"0,-1 2 152 0,0-2-137 16,-4 2-43-16,1 1-14 0,-2 1-36 0,0-2-44 16,-2 3-65-16,-1-1-76 0,1 3-73 0,-3 1-57 15,4 2-44-15,-4 4-25 0,0 3-13 16,-2 4-11-16,0 3 3 0,1 3 4 0,-2 7-8 15,1 6-13-15,0 6 1 0,4 8-1 0,-1 7-7 16,5 5-9-16,0 9-3 0,1 6-1 16,5 2-12-16,-1 5-6 0,4 2-11 0,3 2-10 15,4-2-7-15,3-4-1 0,4-4-7 16,4-7-1-16,4-7 0 0,2-8 0 0,5-8 1 16,4-7-6-16,2-9 3 0,2-6 0 15,1-10 1-15,4-7 5 0,1-10 5 0,1-7 3 16,2-8 4-16,-1-7-1 0,4-7 2 0,-3-5-2 15,-1-2-1-15,-1-3 0 0,-1-3-3 16,-3 0-1-16,-5-1-3 0,0 2-2 0,-5 1-2 16,-6 0-2-16,-1 0 2 0,-6 0 1 0,-1 0 5 15,-8-2 1-15,-3-1 2 0,-3-1 4 16,-8 2 4-16,-1-1 3 0,-7 4 1 0,-4 2 3 16,-4 3 0-16,-1 5 1 0,-5 7-6 0,-2 5-5 15,-1 6-6-15,-2 6-2 0,0 7-7 16,-2 7 0-16,1 8-1 0,-1 7-1 0,2 8 1 15,2 5-3-15,-2 4 0 0,7 6-1 0,2-1-2 16,7 1 0-16,1-3-3 0,5 1-21 16,4-2-53-16,6 0-49 0,2-4-64 0,4 0-112 15,4-6-177-15,2 1-212 0,6-3-241 16,1-1-230-16,6-3-126 0,0-1 237 0,6-1 479 0</inkml:trace>
  <inkml:trace contextRef="#ctx0" brushRef="#br0" timeOffset="8214.39">5736 5869 485 0,'-8'-13'990'0,"-2"-1"259"0,-4 2-39 0,1-1-190 15,-1 2-336-15,2 2-209 0,-1 2-109 0,-3-1-70 16,-1 4-56-16,1 1-87 0,-3 3-55 0,0 3-35 16,-3 4-21-16,-2 4-11 0,-1 4-8 15,-1 6-7-15,-2 6-5 0,-2 6-1 0,0 4 0 16,1 6 3-16,1 4-5 0,1 7-1 15,2 2-1-15,3 4-1 0,4 4-3 16,4 0-3-16,1 3 8 0,7-1 5 0,1 0 0 16,5-3-3-16,3-3 2 0,4-3-2 0,4-6-4 0,3-4-3 15,4-5-2-15,2-4 0 0,5-6-2 16,4-4-1-16,2-8-2 0,1-4 2 16,3-4 0-16,3-6 0 0,-2-2-6 0,5-4-20 0,-1-2-53 15,1-3-73-15,0-1-110 0,2-1-187 16,1-2-299-16,2 0-334 0,0-1-282 15,0 0-143-15,-2-1 305 0,2-1 635 0</inkml:trace>
  <inkml:trace contextRef="#ctx0" brushRef="#br0" timeOffset="8616.57">6476 6007 357 0,'5'-7'712'0,"-1"0"266"0,1 2 100 15,-2 2-273-15,0 0-240 0,0 1-162 16,2 2-97-16,0 2-34 0,3 2-37 0,1 2-23 16,1 0 5-16,5 3-10 0,3 1-7 15,1 1-29-15,3 3-24 0,2-2-31 0,3 0-28 16,1 0-16-16,2-4-20 0,2 2-10 0,1-3-10 16,2-1-7-16,3-4-10 0,-2 1-5 15,2-3-3-15,-3-3-1 0,1-2-2 0,0-1-1 16,-2-2 0-16,-3 1 0 0,-1 0-1 0,-4-1-7 15,-1 1-41-15,-6 1-73 0,-3 0-91 16,-4 2-166-16,-4 4-282 0,-4 0-330 0,-4 2-316 16,-4 4-174-16,-4 0 161 0,-4 1 625 0</inkml:trace>
  <inkml:trace contextRef="#ctx0" brushRef="#br0" timeOffset="8884.25">6430 6532 314 0,'1'21'940'15,"-2"-2"330"-15,2 0-47 0,3-4-189 0,2-2-468 16,2-1-224-16,4-1-86 0,3-2-21 16,2-1-14-16,2-4-7 0,5 0-28 0,1-2-41 15,2-2-36-15,5-2-33 0,-1-2-20 16,4 0-18-16,-2-1-12 0,4-2-11 0,0 1-6 15,0-1-6-15,-1 0-3 0,1 1-1 16,-1 1-4-16,-1 2-9 0,1 0-65 0,-3 3-68 16,-1 0-144-16,-2 3-253 0,-2 1-308 15,-2 4-359-15,-1 1-248 0,-3-2-31 0,-3 1 584 16</inkml:trace>
  <inkml:trace contextRef="#ctx0" brushRef="#br0" timeOffset="11079.63">8738 5428 429 0,'-3'-5'843'0,"-3"3"272"0,-4-2 27 0,-1 4-304 15,-3 5-307-15,-2 1-173 0,-1 5-92 0,-2 5-30 16,-2 8-28-16,-1 8-13 0,3 5-2 15,-3 10-9-15,5 8-28 0,-1 8-27 0,4 9-18 16,1 6-16-16,-1 9-26 0,6 5-18 0,0 5-2 16,5 5-10-16,3-1-13 15,3-2-11-15,5-5 0 0,6-4 0 0,2-9-8 0,8-6-3 16,1-8 0-16,7-8-4 0,1-7-7 16,2-9-24-16,3-4-69 0,3-6-63 0,-2-4-115 15,1-7-184-15,1-1-309 0,0-6-317 0,-1 2-221 16,-1-6-127-16,2 1 336 0,-1-3 581 15</inkml:trace>
  <inkml:trace contextRef="#ctx0" brushRef="#br0" timeOffset="11808.71">12440 5534 40 0,'9'-20'305'0,"-2"3"166"0,0 4 136 15,1 4 37-15,3 2-85 0,3 5-1 16,1 2-2-16,4 2-9 0,4 5 13 0,1 4-10 16,5 6-89-16,1 4-99 0,-2 6-66 15,2 6-47-15,-1 1-54 0,-2 7-64 0,-2 6-41 16,0 2-26-16,-4 5-18 0,1 0-12 0,-2 6-9 15,-4 2-6-15,1 0-6 0,-2 5-4 16,-1 3-4-16,-3-2-2 0,-3 1 0 0,1 0-1 16,-4-3-1-16,0-3-1 0,-3-2-3 15,-4-2-4-15,-1-2-14 0,-4-5-40 0,-5-1-68 16,-3-2-65-16,-7-2-126 0,-1-1-190 16,-7-3-308-16,-7-3-285 0,-4-1-210 0,-6-5-96 15,-4-3 398-15,-8-6 544 0</inkml:trace>
  <inkml:trace contextRef="#ctx0" brushRef="#br0" timeOffset="12782.02">9358 5923 288 0,'-2'-5'634'0,"1"1"328"0,-1 0 175 0,-3 1-268 15,1 1-232-15,1 1-148 0,-2 2-125 16,0 1-94-16,0 1-72 0,-1 3-37 0,0 3-20 15,-2 4-14-15,3 8-8 0,0 2-1 0,2 10-7 16,1 5-11-16,2 6-6 0,2 7-7 16,1 6-11-16,2 2-11 0,0 5-16 0,3-1-11 15,1 0-16-15,2-4-10 0,3-3-7 16,1-6-7-16,2-5-2 0,2-6-1 0,0-7 1 16,5-8 2-16,-2-6 2 0,3-9 4 0,1-3 2 15,0-10 3-15,-2-6-1 0,2-8 2 16,-1-6-2-16,-2-6-2 0,1-3 0 0,-5-4-2 15,2-4 1-15,-4-1-2 0,-1-1 1 16,-4-1-1-16,-2 0-2 0,-4-2-1 0,-1-1 1 16,-3 0 2-16,-4-3 0 0,-1 2 2 0,-2 0 2 15,-4 3 1-15,-4 1 4 0,0 6 4 16,-4 1 4-16,-2 6 3 0,-3 3-1 0,-2 5 1 16,-1 6-11-16,-2 4-8 0,-3 6-7 0,1 4-5 15,1 6-3-15,-2 4-4 0,1 5 11 16,3 2 6-16,0 7 2 0,1 1 0 0,6 3 1 15,0 3 0-15,5 1-6 0,3 3-2 0,3 0 0 16,5-3 0-16,4 3 2 0,4-1-6 16,3 1-26-16,4-3-56 0,3-1-58 0,4 1-56 15,0-4-94-15,3 1-138 0,3-2-150 16,0-2-204-16,2-1-225 0,2 0-200 0,-2-3 16 16,3-1 344-16,0-4 414 0</inkml:trace>
  <inkml:trace contextRef="#ctx0" brushRef="#br0" timeOffset="13181.37">10291 6334 296 0,'0'0'631'0,"0"0"228"0,0 0 59 16,2 0-237-16,1 0-179 0,2 2-116 0,2-2-54 15,3 3-25-15,-1-3-8 0,5 3-5 16,-1-2-37-16,4 3-42 0,0-4-10 0,1 2-7 15,4 0-16-15,-1 0-34 0,1-4-34 16,3 0-26-16,-1 0-29 0,0-1-22 0,1 1-13 16,0-1-6-16,-1-2-8 0,1 0-3 15,-2 1-3-15,-1 0-2 0,0-1-2 0,-5-1-19 0,2 3-64 16,-4-1-61-16,-3 1-132 0,-1-2-190 16,-3 1-307-16,-2-1-319 0,-1 1-230 0,-3 0-91 15,-4-2 411-15,0-2 551 0</inkml:trace>
  <inkml:trace contextRef="#ctx0" brushRef="#br0" timeOffset="13472.11">10643 6141 18 0,'0'-3'449'16,"3"3"362"-16,-3 0 209 0,5-2 30 0,-1 2-302 15,2-1-253-15,2 0-174 0,4-1-84 16,-2 0-43-16,6 1-41 0,-2 1-44 0,3 1-36 15,1 1-17-15,2 2-2 0,2 2-1 16,-2 0-3-16,0 3-12 0,0 1-1 0,1 2 18 16,0 1 11-16,-1 0 4 0,-1 1-2 0,0-1 0 15,-3 3-1-15,-2 0-23 16,-1 0-13-16,-5-1-11 0,-2 3-4 0,-5 0-2 0,-2 0 0 16,-7 0-4-16,0 0-6 0,-3 1-4 15,-4 1-17-15,-2-2-31 0,-1 1-34 0,0-1-30 16,-1 0-73-16,0-4-139 0,5 0-177 15,-2-4-262-15,5-1-247 0,3-1-216 0,-1-4 52 16,4-1 418-16</inkml:trace>
  <inkml:trace contextRef="#ctx0" brushRef="#br0" timeOffset="14004.06">11654 6585 312 0,'4'0'613'0,"1"-3"248"0,0-3 169 0,3-6-193 16,2-5-220-16,2-4-149 0,4-8-68 16,1-2-27-16,5-6-49 0,1-6-52 0,2-1-34 15,0-3-20-15,5-4-28 0,-1-4-39 0,2 0-37 16,-1-4-28-16,4 0-14 0,-6 2-15 15,0 3-4-15,-2 5-1 0,-6 4-4 0,-1 7-2 16,-3 7-4-16,-5 5-7 0,0 3-6 0,-4 8-5 16,0 1-7-16,-2 3-5 0,-2 5-5 15,0 3-2-15,-1 5 1 0,-2 5 3 0,0 5 4 16,-2 7 1-16,-1 4 1 0,0 6 0 16,-2 8 1-16,-2 5-5 0,-1 4-3 0,-2 7 1 15,-1 5 0-15,0 4-1 0,-2 4 0 0,1 6-2 16,-3 4-1-16,1 4-4 0,2-2-3 0,0 0-2 15,2-3-2-15,0-3-10 0,3-5-20 16,-2-2-47-16,3-5-72 0,0-5-108 0,-3-4-179 16,0-2-297-16,1-3-333 0,0 1-312 15,-1-4-160-15,0-3 267 0,-3 0 649 0</inkml:trace>
  <inkml:trace contextRef="#ctx0" brushRef="#br0" timeOffset="20489.16">13788 6186 82 0,'3'-2'317'0,"-1"2"180"0,0 0 161 0,-1-3-61 15,-1 3-116-15,0 3-62 0,2-3-37 16,-1 2-23-16,-1-2-17 0,0 6-36 16,2-1-37-16,-2 1-34 0,3 0-35 0,-1 1-36 15,1 0-37-15,0-1-32 0,2 0-31 0,-2 0-26 16,0-1-9-16,2-3-5 0,0 0 5 0,-1-2 12 15,4-2 21-15,-2 1 33 16,-1-4 40-16,2 1 31 0,-2-2 10 0,-1 0-2 0,-1-1-14 16,0-1-19-16,-3 1-30 0,0 0-24 15,-3-1-18-15,0 3-14 0,-1-2-11 0,-1 2-9 16,0 2-13-16,0 0-9 0,-1 3-5 0,-2 0-3 16,3 0-2-16,0 1-4 0,2 1 0 15,-2 1-1-15,2 2 0 0,2-1-3 0,1 1 0 16,1 3 0-16,2-1-1 0,1 1-17 15,2-3-67-15,2 3-66 0,1-4-132 0,2 1-212 16,1-2-311-16,2-2-338 0,2 0-232 0,1-1-81 16,2 0 463-16,0-1 586 0</inkml:trace>
  <inkml:trace contextRef="#ctx0" brushRef="#br0" timeOffset="21954.15">14974 6186 82 0,'0'-5'288'0,"0"2"135"0,-1 0 126 0,1 1-105 16,0 0-118-16,-2 0-37 0,2 0 6 0,0 1 7 15,0 1-13-15,2 0-36 0,-2-1-46 16,1 1-58-16,-1-2-56 0,2 2-40 0,-1 0-27 16,1-2-7-16,1 2 61 0,3-1 34 0,1 0 19 15,1-1 15-15,1 1 12 0,2-4 30 16,2 2-32-16,2 0-23 0,-2 0-18 16,4 0-13-16,0-1-8 0,1 1-25 0,0 0-18 15,2 0-8-15,2-1-3 0,-1 4-5 0,1-3-4 16,0 1-14-16,0 2-11 0,-1-2-6 0,1 1-1 15,2 1-2-15,-3 0 0 0,2 0 0 16,-1 0 0-16,2 0 0 0,-2 1-3 0,4-1 2 16,-3 2-1-16,2-2-4 0,1 1 4 0,-1 0-2 15,1 2 0-15,-1-1 2 0,0 2 2 0,0-2 5 16,0 2 1-16,-1-2 2 0,0 3 3 16,0-1 0-16,-1 1-2 0,0 1-1 0,-1-2-3 15,1 2-3-15,-1 0-1 0,-2 0 1 16,2 0-2-16,-2 0 2 0,-1 1 3 0,0-1 1 15,0-2 0-15,0 2-2 0,-2-2 1 0,1 2-4 16,1-1-4-16,-3-1 2 0,3 0-1 16,-5 1-2-16,3 0 3 0,-2-3 2 0,0 3 3 15,1 1-1-15,0-4-2 0,0 2 3 16,1 0-4-16,-1 1-1 0,1 0-2 0,2-2 3 16,-1 0 1-16,2 1 0 0,2-1-1 0,-1-1-5 15,3-1 2-15,1 1-2 0,0-1 5 16,3-1 1-16,-1-1 1 0,-1-1 5 0,3 2 30 15,-3-1 17-15,4-1 3 0,-1 2 6 0,-1-1 0 16,2 1 0-16,0 1-29 0,-1-1-16 16,2 2-2-16,-1-1-9 0,0 2-3 0,0-1 0 15,0 1 3-15,0 1 0 0,-1-1-4 0,1 2-1 16,-2-1 1-16,2 0-2 0,0 0-6 16,-1 0 6-16,0-1-5 0,1-1 2 0,0 1-2 15,-2 0-4-15,2-1 4 0,-1 1-3 0,-1-1 6 16,2 0 2-16,-2 1 1 0,3-2 5 15,-1 3 0-15,-2-2 3 0,2 1 0 0,0 0-3 16,0-1-1-16,0 1 6 0,3-2-5 16,1 2 0-16,-3-1-4 0,2 1 1 0,2-2 1 15,-1 1-6-15,0-1 1 0,0 0-5 0,2 1 1 16,-2 0 4-16,1-1-3 0,0-1 2 16,2 0-2-16,-1 1-1 0,3-1 7 0,-1 0 0 15,0 0 59-15,2 2 32 0,2 0 16 16,-2-2 6-16,1 0-5 0,3 1-3 0,-1 0-45 15,3-1-24-15,-2 0-17 0,3 0-10 16,-4 0-4-16,5-1-6 0,-4 0-3 0,3-3-4 16,-1 3-3-16,2-2 4 0,-1 0 1 0,0 0 2 15,1 0 2-15,1 2 5 0,-3-2 1 0,3 1 1 16,0-1-1-16,-2 0 2 0,2 2-3 16,1-1-1-16,-2 1-3 0,0-2 3 0,-1 0-2 15,-1 1-5-15,2 0 0 0,-4 0-3 0,0 0 0 16,-1 0 1-16,-1-1-1 0,-2 1 3 15,-4 0 2-15,1 1 2 0,-4-2 1 0,0 3 0 16,-6 0-2-16,0-2 0 0,-5 2 2 0,-4 0-2 16,-3 0 2-16,-3 0 3 0,-3 0 18 15,-3 0 12-15,0 0 11 0,-4 0 4 0,0 0-2 16,-4 0-2-16,0 0-17 0,-1 0-11 16,-2 0-12-16,-1 2-6 0,-3 1-10 0,-1-2-41 15,2 1-67-15,-6 0-90 0,3 1-167 0,-3-1-293 16,1 2-322-16,0-2-312 0,-1 0-183 15,0-2 173-15,-2-2 644 0</inkml:trace>
  <inkml:trace contextRef="#ctx0" brushRef="#br0" timeOffset="24967.76">15399 4432 149 0,'0'-6'355'16,"2"0"167"-16,-2 0 170 0,0-1-135 16,0-1-81-16,0 1 7 0,0-1 10 0,0 1-9 15,0-1-52-15,0 2-66 0,0 0-67 0,0 2-71 16,2 1-51-16,-2 1-31 0,0-1-8 15,0 1 2-15,0 1 5 0,0 0-4 0,0-1-18 16,0 2-18-16,0 0-28 0,0 3-25 16,-2 0-25-16,2 5-17 0,0 2-5 15,0 5-5-15,0 2 12 0,0 5 7 0,0 3 5 0,2 5 7 16,-2 1 3-16,1 5 5 0,-1 4-1 16,0 3-1-16,-1 1-11 0,-1 3-7 0,0-1-5 15,1 2 2-15,-1-1-6 0,1-3-5 16,-1-1 7-16,2-5 1 0,0-3 2 0,2-7-8 15,-1-2-5-15,2-6-3 0,1-2-1 16,1-5 0-16,2-4 2 0,1-3 4 0,0-9 4 16,5-2 2-16,3-8 3 0,1-3-2 0,0-8-3 15,5-3-3-15,-2-5-4 0,3-3-5 0,-1-1-3 16,0-1 3-16,-1 1 2 0,-1 0-1 16,-1 0 2-16,-3 2 4 0,-2 2-1 0,-1 4 2 15,-5 0-1-15,1 3 0 0,-4 3 4 16,-3 2 6-16,-1 3 3 0,-2 4 2 0,-2 2 0 15,-5 4-2-15,2 5-3 0,-4 3-8 0,-1 5-2 16,-2 4-1-16,2 5 0 0,-3 5 0 0,3 3 1 16,0 3 2-16,0 4-1 0,1 2 1 15,4 5-2-15,-2-1 0 0,4 3-2 0,0-1-1 16,3-1-2-16,1-1-2 0,1-2-2 16,3-3 0-16,5-5-1 0,-3-1-2 0,4-6-11 15,1-2-47-15,1-5-57 0,1-4-59 0,1-4-95 16,1-6-153-16,0-4-201 0,-2-3-230 15,4-4-224-15,-4-2-191 0,3-2 71 0,-4-7 414 16,1 2 422-16</inkml:trace>
  <inkml:trace contextRef="#ctx0" brushRef="#br0" timeOffset="25320.03">15885 4611 90 0,'5'0'344'16,"-4"3"178"-16,4 0 200 0,-2 4 16 0,2 1-116 15,3 3-72-15,-4 3-37 0,4 1-35 16,-3 3-80-16,2 1-92 0,0 3-84 0,-2 0-57 16,1 3-31-16,-1 0-17 0,0 0-7 15,1 1-14-15,-1 1-6 0,0-2-14 0,-1-2-15 16,1 1-23-16,0-5-13 0,-2-1-9 0,2-3-13 16,-2-3-4-16,0-1-3 0,0-4 25 15,-1-1 24-15,1-3 32 0,-3-3 16 0,3-3 9 16,1-4-5-16,0-5-17 0,1-5-21 15,-1-2-27-15,1-4-14 0,0-2-8 0,-2-4-2 16,1-2-7-16,0-2-4 0,-2-2 0 16,4 3-2-16,-3-2-2 0,0 4 2 0,1 2 3 0,-3 7-1 15,2 3 0-15,-1 1-5 0,-2 7-1 16,3 1-18-16,-3 1-41 0,3 3-47 0,-1 4-39 16,2 2-50-16,-2 2-99 0,0-1-125 15,-1 2-112-15,2 0-193 0,-1 2-250 0,0 1-182 16,2-1 70-16,-2 2 336 0,3-1 359 15</inkml:trace>
  <inkml:trace contextRef="#ctx0" brushRef="#br0" timeOffset="25591.97">16230 4854 143 0,'9'25'290'16,"5"-1"104"-16,-1 1 14 0,1-5-129 0,0-2-95 16,2 0-27-16,-2-7 8 0,4-3 51 15,-2-7 67-15,-1-2 48 0,3-7 72 0,-1-3 58 16,-1-8 13-16,1-3-35 0,-1-1-50 0,0-5 6 15,-3 3-10-15,-2-2-50 0,-3 0-48 16,-5 2-37-16,-3-2-39 0,-3 1-62 0,-4 2-56 16,-4 2-32-16,0 0-22 0,-2 5-12 15,-1 2-7-15,-2 3-5 0,-1 4-5 0,-2 4-6 0,3 4-4 16,-2 3 0-16,1 5-3 0,0 2 0 16,4 3 2-16,-1 2 0 0,5 2-4 0,1 1-25 15,1 0-59-15,3 0-55 0,2-2-78 16,1-2-130-16,2-1-175 0,4-2-276 0,1-4-233 15,1-1-219-15,2-4-52 0,4-2 345 16,-1-5 473-16</inkml:trace>
  <inkml:trace contextRef="#ctx0" brushRef="#br0" timeOffset="25858.14">16704 4171 11 0,'9'-23'404'0,"-4"7"341"15,-2 4 233-15,2 2 54 0,-2 5-272 0,0 4-215 16,-1 4-159-16,1 4-87 0,2 7-36 16,-4 2-12-16,2 7-29 0,2 1-15 0,-2 2-4 15,1 5-7-15,-3 2-15 0,3 3-40 0,-4 1-32 16,0 4-30-16,-2 2-25 0,0 3-19 16,-3-1-15-16,2 4-7 0,0 1-4 0,-2-1-3 15,4-1-5-15,-4 0 1 0,2-4-9 16,1-1-43-16,1-5-60 0,-1-1-52 0,-1-9-89 15,1-2-147-15,-1-6-193 0,-2-4-258 16,2-7-217-16,-2-3-203 0,-1-6 57 0,2-6 407 16,-3-3 431-16</inkml:trace>
  <inkml:trace contextRef="#ctx0" brushRef="#br0" timeOffset="26060.04">16445 4542 23 0,'3'0'349'0,"2"0"225"0,-1 1 211 0,5 1 182 16,1 1-267-16,3 0-176 0,3-1-92 16,0-1-56-16,4-1-67 0,2 0-106 0,2-1-77 15,1-1-54-15,2-1-31 0,2 0-16 16,1-2-11-16,0 1-42 0,1 0-134 0,-1 0-218 16,-1 2-279-16,-1-2-260 0,-3 3-235 0,1-1-16 15,-6 0 406-15</inkml:trace>
  <inkml:trace contextRef="#ctx0" brushRef="#br0" timeOffset="26833.92">16966 4956 219 0,'2'4'512'0,"-1"1"213"16,3-4 129-16,-1 0-130 0,0-2-155 0,5-4-114 16,-2 0-57-16,2-6-29 0,2-4-44 0,0-4-80 15,3 0-68-15,1-5-51 0,-1 1-22 16,0-1 7-16,3-2 18 0,-4 3 26 16,2 2 18-16,-4 1 2 0,-2 2-7 0,0 3-25 15,-4 1-27-15,1 6-30 0,-2-1-24 16,-1 3-17-16,0 2-13 0,-1 1-12 0,-1 3-7 15,0 2-5-15,-1 2-3 0,-3 3 0 0,3 5-1 16,-2 4-1-16,1 0-1 0,0 4 0 0,-1 1-1 16,3 1 0-16,0 1-1 0,2-1 1 15,-1-2-2-15,1 0 1 0,3-4-3 0,-2 0 1 16,4-4-2-16,-3-4 1 0,4-1 0 16,0-3 1-16,3-6 2 0,1-4 1 0,1-6 0 15,4-5 0-15,-2-1-1 0,2-4-1 0,-1-2-2 16,1 0 1-16,-1 1 1 0,-2 1 0 15,-2 4 2-15,-3 1 0 0,0 4 0 0,-2 4-1 16,-1 0-1-16,-2 1-2 0,0 3 0 16,-2 4 1-16,2 1 2 0,-2 4 0 0,-1 2 0 15,-1 5 1-15,0 3 0 0,0 2-1 0,0 5-1 16,0 2 0-16,2 1 0 0,-2 1 0 0,2 1 0 16,1-1-2-16,0 0-4 0,0-2-37 15,2-2-63-15,3-3-57 0,-2-5-88 16,4-2-143-16,-1-3-202 0,5-5-281 0,-1-6-218 15,4 1-190-15,-1-5 54 0,2-4 423 0</inkml:trace>
  <inkml:trace contextRef="#ctx0" brushRef="#br0" timeOffset="27147.24">17675 4813 37 0,'3'0'315'0,"0"3"195"0,-3 4 198 16,2 4 32-16,-2 0-161 0,0 3-130 15,0 0-83-15,1 1-57 0,-1 0-66 0,3 2-72 16,-1-3-65-16,4-1-48 0,-3-3-28 15,4-1-12-15,-1-2-8 0,2-2 7 0,3-2 32 16,-2-5 29-16,3-1 27 0,-2-7 19 16,2 0 12-16,-3-4 6 0,2 0-17 0,-3-5-16 15,-1 1-4-15,-3 0 15 0,-2 0 25 0,-2-1 14 16,-2 4 6-16,-2-2-12 0,-3 2-19 16,-3 0-27-16,-2 0-38 0,-1 0-29 0,-2 3-18 15,-1 2-10-15,0 2-4 0,0 4-9 16,-1 3-3-16,2 3 1 0,-2 4-4 0,3 3-1 15,-2 3-1-15,3 3 4 0,-1 4-1 16,3 0-1-16,1 1-22 0,1 3-38 16,3 0-33-16,1 1-38 0,2-2-73 0,1-1-128 0,2-2-138 15,2-2-224-15,3 0-248 0,3-5-225 16,2-3-13-16,3-3 331 0,4-1 415 0</inkml:trace>
  <inkml:trace contextRef="#ctx0" brushRef="#br0" timeOffset="27392.63">17988 4689 182 0,'1'-5'431'0,"-2"-1"191"0,-1 5 122 16,1 1-191-16,-3 2-189 0,1 5-108 16,1 0-46-16,2 4-8 0,-1 1 5 0,2 3-4 15,-1 0 2-15,2 0-19 0,1 4-18 16,1 1-10-16,-1-1-22 0,0 2-19 0,0 2-22 15,0-2-16-15,-1 1-14 0,-2 1-23 16,3-1-16-16,-6 0-11 0,1 0-8 0,-1-3-7 16,0 1-25-16,-3-3-82 0,-1-4-127 0,-2-3-169 15,-1-2-286-15,2-4-244 0,0-4-149 16,-1-4 121-16,1-2 355 0</inkml:trace>
  <inkml:trace contextRef="#ctx0" brushRef="#br0" timeOffset="27583.66">17920 4511 194 0,'6'-5'774'0,"-1"2"384"0,-2 3 57 0,-1 4-132 15,-1 2-430-15,4 3-287 0,-4 3-131 16,1 2-65-16,1 1-38 0,0 3-34 0,0-2-30 16,2 4-27-16,2 1-17 0,0 0-8 0,0-1-39 15,-1 4-54-15,2-4-169 0,1 1-292 16,-1-1-276-16,2 0-299 0,2-4-226 0,0 0 68 15,0-1 591-15</inkml:trace>
  <inkml:trace contextRef="#ctx0" brushRef="#br0" timeOffset="27764.58">18476 4836 304 0,'-5'13'937'0,"-4"2"346"16,1 3-51-16,0 3-170 0,0 4-485 0,-1-2-277 15,3 3-136-15,-2-2-62 0,1 0-29 16,4-3-36-16,1 0-38 0,1-4-39 0,-2-3-108 16,3-3-168-16,3-4-272 0,-2-2-282 15,4-5-266-15,0-5-173 0,1-4 262 0,1-3 516 16</inkml:trace>
  <inkml:trace contextRef="#ctx0" brushRef="#br0" timeOffset="27930.55">18533 4488 463 0,'-9'-27'934'0,"-2"7"255"0,-2 4-46 0,-1 5-329 16,1 6-334-16,-3 1-218 0,5 6-129 15,-2 2-62-15,3 2-38 0,2 3-40 0,-1 1-107 16,2 2-163-16,2-1-297 0,0 2-261 0,4 0-245 16,-1-1-122-16,2 0 272 0,0 0 465 15</inkml:trace>
  <inkml:trace contextRef="#ctx0" brushRef="#br0" timeOffset="28932.33">19145 4879 252 0,'-2'-4'427'0,"1"-1"151"0,-4 2 33 15,5 0-240-15,0 3-153 0,5 0-17 16,-4 3 4-16,4 2 50 0,2 4 58 0,2 2 50 16,3 6 28-16,0 2-35 0,1 3-41 0,2 5-52 15,-2 3-55-15,3 4-47 0,-3 3-40 16,0 0-33-16,0 2-16 0,0 1-14 0,-4 0-4 15,1-1-5-15,-4 1-2 0,-1-2-3 16,-2-1-5-16,-2-2 29 0,-2-3 16 0,-1-2 21 16,1-1 13-16,-5-7 5 0,3-1 12 15,-1-6-23-15,-1-1-18 0,1-5-21 0,0-6-19 16,0-3-11-16,-2-6-19 0,1-8-14 0,2-7-10 16,-1-4-3-16,4-10 1 0,0-5 2 15,4-7 2-15,1-4 1 0,-1-7 1 0,5-4 1 16,1 1-2-16,1-1-2 0,3 5-4 15,2 1 0-15,2 6-3 0,-4 6 0 0,3 7 0 16,-2 5 1-16,-1 8 1 0,-2 3-1 0,2 6 2 16,-2 7 1-16,2 0 0 0,-3 8 0 0,0 3 1 15,1 6 1-15,-2 3-1 0,0 3 3 16,-1 3 0-16,-1 3 0 0,0 3 3 16,-2 1-2-16,0 2 1 0,-1 0-3 0,0 1 0 15,-2 2-1-15,0-2-3 0,1 0 1 16,0-2-4-16,-2-1 0 0,6-1 1 0,-4-3 0 15,4-3 3-15,2-3-1 0,2-1 0 0,5-7 3 16,0-2-2-16,0-5-2 0,5-5-3 0,4-2-2 16,-5-5-6-16,2-3-6 0,1-3 2 15,-2 0-2-15,-2-4 4 0,-2 2 5 0,-3-3 7 16,-2 1 8-16,-2-1 1 0,-5 1 6 0,-4 1 1 16,-4 1 4-16,-5 1 2 0,-5 0 1 0,-3 2 2 15,-4 3 1-15,-5 1-4 0,-3 4 0 16,-1 4 0-16,-2 5-5 0,-2 5 0 0,2 2-5 15,0 8-1-15,0 2 0 0,4 4-5 16,1 0-1-16,3 4-4 0,5-1 1 0,4 3 1 16,5 0-3-16,5-2-1 0,4 0-1 15,4-3 1-15,3 0-3 0,6-5-1 0,4-2-15 16,2-4-51-16,6-4-54 0,-1-4-72 0,4-5-132 16,-1-4-181-16,2-1-306 0,0-5-239 15,0-1-214-15,0 0-20 0,0-4 392 0,-3-2 475 16</inkml:trace>
  <inkml:trace contextRef="#ctx0" brushRef="#br0" timeOffset="29207.49">20023 4839 91 0,'3'-3'298'16,"0"1"132"-16,0-1 140 0,3 1-106 0,1 1-121 15,-1 0-55-15,2 0 5 0,3-2 42 0,0 3 34 16,2-1 24-16,1 1 5 0,-3 0-16 15,3 0-40-15,-3 1-58 0,1-1-63 0,-2 3-47 16,0-1-14-16,-2 4 5 0,1-1 12 0,-2 1 7 16,-4 3-4-16,-2 1-17 0,-1 2-31 15,-3 3-37-15,-3 3-32 0,-3 2-25 0,-1 2-18 16,-3 4-7-16,-1 0-8 0,1-1-4 16,-1 1-1-16,5-1-3 0,2-3-2 0,2-2-23 15,2-5-57-15,6 0-53 0,-1-6-92 0,6-3-150 16,0-5-221-16,6-4-303 0,2-4-229 15,5-3-195-15,1-6 108 0,2-2 478 0</inkml:trace>
  <inkml:trace contextRef="#ctx0" brushRef="#br0" timeOffset="29650.54">20437 4868 400 0,'4'-8'796'0,"-4"3"329"0,-1 3 50 0,-2 3-333 16,-5 2-265-16,2 4-188 0,-2 4-117 15,-2 2-95-15,-1 5-59 0,2 0-41 0,-1 5-28 16,-1-1-18-16,2 2-12 0,1 1-6 0,0 1-11 15,2 0-3-15,1-4 0 0,3 1-1 16,2-4-3-16,3-4-1 0,4-1 5 0,4-7 2 16,-2-1 3-16,4-6 2 15,4-3-2-15,2-6 0 0,0-1-1 0,2-4-2 0,-4-3-4 16,5 0-1-16,-3-4 2 0,0 0 2 16,-1-1-2-16,-4 3-1 0,3-1 4 0,-4 1 3 15,-1 0-3-15,0 2 4 0,-6 4 1 16,3 0 4-16,-4 2-5 0,-2 3 0 0,2 3-5 15,-3 1 1-15,-2 2-3 0,0 6-4 0,-2 1 6 16,0 3-3-16,-1 3 1 0,-2 3-3 16,2 0 2-16,-3 4 1 0,3 2-3 0,2 1 4 15,-3 3 1-15,-1 1 2 0,2 3 1 16,-2 1-1-16,1 3-1 0,-4 1-1 0,3 0 2 16,-3-1-2-16,0 3 1 0,-3-2 2 0,0-2 3 15,1 1 5-15,-3-3-2 0,-2-4 1 0,0 0-1 16,-2-5 4-16,0-2-4 0,0-3 0 15,-4-1-3-15,2-5-4 0,0-2 2 0,-3-2-6 16,3-3-5-16,0-2-16 0,4-2-18 0,0-3-17 16,3-2-37-16,2-4-83 0,4-3-109 15,2-2-119-15,4 0-150 0,5-3-273 0,5-3-214 16,4 0-28-16,4-1 218 0,2-2 332 16</inkml:trace>
  <inkml:trace contextRef="#ctx0" brushRef="#br0" timeOffset="29844.97">20906 4888 77 0,'24'-20'643'16,"-8"6"490"-16,-6 2 230 0,-1 4-47 0,-4 2-388 0,-4 1-339 15,-2 5-198-15,-3 3-106 0,-2 5-88 16,-3 0-82-16,-1 5-49 0,-1 4-28 16,-1 2-14-16,0 4-8 0,0 2-9 0,1 1-3 15,1 2-4-15,-1 1-1 0,5 0-6 0,1-2-45 16,2-2-66-16,1-5-106 0,5-1-175 0,-1-2-295 15,5-6-334-15,2 0-293 0,0-6-161 16,1-3 283-16,2-2 617 0</inkml:trace>
  <inkml:trace contextRef="#ctx0" brushRef="#br0" timeOffset="30056.95">21194 4878 80 0,'0'3'590'0,"-1"1"440"0,-3 5 200 15,0 3-89-15,-1 2-385 0,0 4-269 0,1 3-148 16,0 1-66-16,0 6-50 0,-3-1-31 0,2 7-35 16,-3 3-36-16,-2 4-33 0,0 3-32 15,-4 5-21-15,0 2-14 0,-2 1-37 0,2 2-68 16,-4-3-86-16,4-4-169 0,3-4-276 16,0-5-312-16,4-6-296 0,3-9-183 15,2-7 168-15,2-5 582 0</inkml:trace>
  <inkml:trace contextRef="#ctx0" brushRef="#br0" timeOffset="30254.11">21292 4816 114 0,'0'-31'932'0,"-3"5"654"0,-2 3-15 16,-3 5-293-16,2 4-425 0,-2 2-366 0,0 2-222 15,4 1-109-15,0 3-63 0,1 2-39 16,1 2-25-16,1 2-14 0,1 5-8 0,1 1-3 15,4 4-3-15,0 5-2 0,2 1-11 0,-1 2-48 16,1 3-73-16,2 1-96 0,-1 1-170 16,1 2-298-16,-3 1-334 0,4 1-307 0,-1 0-166 15,2-3 221-15,0 0 638 0</inkml:trace>
  <inkml:trace contextRef="#ctx0" brushRef="#br0" timeOffset="30402.22">21541 5173 265 0,'-4'21'574'0,"0"0"265"0,-1 2 128 0,-2-1-281 16,-1 2-218-16,1-3-165 0,0-1-191 0,3-4-218 15,-3-3-329-15,5-3-262 0,-1-4-194 16,3-6-60-16,2-5 219 0,1-6 349 0</inkml:trace>
  <inkml:trace contextRef="#ctx0" brushRef="#br0" timeOffset="30565.59">21768 4714 244 0,'3'-24'865'0,"-3"5"396"16,-1 5 68-16,-3 5-148 0,0 3-468 0,-4 3-292 15,2 3-143-15,1 2-77 0,-2 0-76 16,3 3-66-16,0-2-85 0,0 2-74 0,1-2-142 16,1-1-217-16,-1 2-296 0,1-3-316 15,-1 2-242-15,2-1-75 0,-3-1 452 0,1-1 553 16</inkml:trace>
  <inkml:trace contextRef="#ctx0" brushRef="#br0" timeOffset="31367.35">18952 1407 263 0,'-4'1'518'16,"-6"5"263"-16,-4 1 233 0,-2 8-200 0,-4 2-163 15,-1 4-103-15,-3 3-73 0,-1 8-46 0,0 4-83 16,-4 7-65-16,2 8-40 0,0 5-32 0,-1 5-34 16,-2 7-40-16,-2 6-30 0,0 1-20 0,2 5-17 15,2 1-12-15,1 0-12 16,3 0-14-16,2-3-9 0,6-3-12 0,2-6-7 0,8-3-5 15,4-6-2-15,6-4-14 0,2-7-68 0,5-5-74 16,2-6-144-16,4-4-266 0,1-6-314 16,0-3-362-16,4-1-232 0,-2-5 23 0,-2-5 603 15</inkml:trace>
  <inkml:trace contextRef="#ctx0" brushRef="#br0" timeOffset="32397.51">19251 1875 86 0,'-2'-4'286'0,"-1"0"144"0,2 1 155 15,-3 0-94-15,3-1-42 0,-1 0 3 16,2 2 31-16,0-1 16 0,-1 0-9 0,1 0-53 16,-2 0-66-16,-1 0-65 0,2 0-61 0,1 2-42 15,-2-1-48-15,2 2-30 0,0 2-25 0,0 4-13 16,0 2-9-16,-2 7-6 0,-1 7-3 15,0 8-7-15,-2 3-3 0,0 10 1 0,1 0-7 16,-4 7-14-16,3-2-4 0,0 1-3 16,1-1-1-16,4-4-12 0,0-1-6 0,4-7 1 15,4-3-7-15,5-6-1 0,1-5-2 0,7-6 1 16,2-7 0-16,4-8-1 0,2-4-1 0,5-6-2 16,0-3 2-16,0-1-3 0,3-2-3 0,-1 0-3 15,-2 1-1-15,-3 1 0 0,-1 2-1 16,0 4 2-16,-5 0 1 0,1 3 5 0,-4 2 1 15,-5 1 0-15,0 1-3 0,-2 1 2 0,-3 1 0 16,0 0 0-16,-4-1 0 0,-2-1 4 0,2 0 9 16,-5 0 7-16,2-1 8 0,-4-3 2 15,2-2-2-15,1-4 4 0,-3-3-1 0,-1-3-4 16,3-3 1-16,-3-5 2 0,0 0-4 0,0-3-7 16,-1-4-7-16,-1 0-6 0,-1-5-6 0,-2 3-5 15,0-4 2-15,-3 1 3 0,1 3 0 16,0 2 0-16,-1 1-1 0,2 5-1 0,-2 6-1 15,4 3-1-15,-3 4-1 0,2 2 2 0,2 8-1 16,-2 2-2-16,1 7-7 0,1-1-21 0,1 8-56 16,2 2-54-16,0 0-97 0,2 4-154 15,1 0-228-15,3 1-301 0,-1 1-239 0,1 2-204 16,2-1 133-16,1-1 504 0</inkml:trace>
  <inkml:trace contextRef="#ctx0" brushRef="#br0" timeOffset="32803.76">19977 2185 6 0,'3'-3'390'0,"-2"0"379"16,-1 0 329-16,0 0 79 0,0 1-338 0,-1 1-262 15,-2 2-169-15,-1 4-100 0,0 2-57 0,-2 6-39 16,-1 2-28-16,-1 2-13 0,-3 5-16 16,3-1-28-16,0 4-39 0,0-1-31 0,2 0-19 15,2-4-18-15,0-1-8 0,4-4-6 0,2 0-7 16,3-4-1-16,2-3 0 0,1-2 2 0,4-5 1 15,0-2 6-15,2-5 0 0,4-5 0 16,-1-3 0-16,4-2-4 0,-1-4 0 0,1-2-2 16,2-1 2-16,-1-1 1 0,-2 0 0 0,0 3 5 15,-3-1-1-15,-1 2 0 0,-3 1-1 0,0 4-2 16,-5 1 3-16,0 0-1 0,-1 6-3 16,-2 2 2-16,-2-1-4 0,0 3 2 0,-1 1-6 15,0 3-2-15,-1 3 1 0,-2 3-4 0,-1 2 0 16,0 3-1-16,-1 5-1 0,0 0 2 0,-2 4-1 15,-1 2 5-15,1 2 3 0,1 3 5 16,-3 2 6-16,-1 2 4 0,-1 2 1 0,1 0 0 16,-2 2-3-16,0-3-5 0,2 1-3 0,-2-1-5 15,3-5-2-15,3-1-3 0,-2-2-4 0,3-6-33 16,1-3-55-16,0-2-51 0,2-5-90 0,2-6-152 16,1-4-220-16,0-4-278 0,5-5-229 0,0-4-192 15,0-1 118-15,2-7 468 0</inkml:trace>
  <inkml:trace contextRef="#ctx0" brushRef="#br0" timeOffset="33069.03">20595 2086 246 0,'8'-4'664'15,"-2"-1"405"-15,-2 1 141 0,-3 1-269 0,-1 2-233 16,-1-1-177-16,-4 4-120 0,-2 2-97 0,-1 1-59 0,-3 6-41 15,-3 2-39-15,-2 4-39 0,0 4-38 16,-2 3-28-16,-2 3-19 0,0 5-11 0,1 1-11 16,1 0-5-16,1-1-5 0,4 0-4 15,3-2-6-15,3-3-5 0,6-5-2 0,1 0-1 0,3-6-2 16,3-1-4-16,7-4-3 0,-2-3-39 16,4-3-63-16,2-3-61 0,-2-4-113 0,1-3-168 15,1-3-281-15,-1 0-276 0,2-3-221 0,-2 0-143 16,-1-3 269-16,1 0 521 0</inkml:trace>
  <inkml:trace contextRef="#ctx0" brushRef="#br0" timeOffset="33493.76">20815 1735 182 0,'1'-8'549'0,"2"2"305"0,-3 2 177 0,2 1-146 15,0 2-223-15,-1 1-171 0,-1 1-116 16,0 4-56-16,0 2-29 0,0 4-26 0,0 2-34 16,-3 7-25-16,0 1-19 0,-4 4-35 0,-2 5-30 15,-4 1-35-15,1 6-21 0,-4 0-19 0,2 2-15 16,-4 2-5-16,5-3-11 0,1-1-8 16,3-4-4-16,4-3-2 0,3-5-3 0,2-2-1 15,3-5 2-15,5-2 1 0,2-4 0 0,2-4 1 16,3-2 4-16,0-5-1 0,3-1-1 0,1-3 2 15,0-1-1-15,-2-3 0 0,0 0-1 0,1-2-1 16,-1 0 0-16,-4 0 2 0,1 0-1 16,-3 1 0-16,1 0 0 0,-3-1 1 0,-3 2 2 15,1 3-2-15,-4 0 1 0,0-1 0 0,-1 4-1 16,0 1-2-16,-2 1-4 0,-4 4 0 0,2 1-2 16,-1 3 0-16,-2 2-1 0,-1 2 1 15,0 2 4-15,0 2 1 0,-1 2-1 0,-1 2 4 0,2 1 0 16,-1 2-4-16,1-1 0 0,0 1-3 15,1-2-3-15,2-1-26 0,0 0-63 0,3-4-59 16,0-2-116-16,1-2-178 0,3-7-309 0,2 1-300 16,2-3-227-16,3-4-119 0,-2-4 341 0,5-1 555 15</inkml:trace>
  <inkml:trace contextRef="#ctx0" brushRef="#br0" timeOffset="34147.69">21189 1677 155 0,'0'-8'337'0,"-1"2"162"16,-1 1 116-16,2 1-76 0,-1 1-14 0,-1 0-6 15,0 1-6-15,2 1-37 0,0 1-67 0,-1 0-70 16,-1 0-82-16,2 1-62 0,0 3-49 0,-1 0-27 15,1 0-14-15,0 4 7 0,1 1 21 16,-1 2 17-16,3 2 12 0,-3 2-4 0,4 2-11 16,-3-2-19-16,1 8-32 0,1-3-26 0,0 4-16 15,1 2-8-15,-3 1-8 0,2 1-5 0,2 4 2 16,-4-1 0-16,1 2-8 0,-1 2-4 16,-1-1-1-16,0-1-7 0,0 0-9 15,0-5-5-15,2 1-2 0,1-4-2 0,0-4-1 16,1-3 1-16,1-1 3 0,-1-5 2 0,2-1 1 15,2-5 0-15,0-3 0 0,0-4 1 0,5-4-1 16,-4-2-2-16,4-4 2 0,-2-3-1 0,0 1 0 16,2-4 0-16,-2 1 0 0,0-1 1 0,0-4-1 15,-2 0 0-15,1 1 0 0,-1 0 1 0,1 0-1 16,-2-1-1-16,1 5-1 0,-3 0 1 0,-1 3-1 16,0 4-1-16,-2 2-1 0,-1 2 1 15,-2 5 1-15,-2 3-1 0,-1 3 0 0,-2 5 0 16,0 2 2-16,-1 2-1 0,-1 2-1 0,0 2 0 15,1 2-1-15,-1 1 0 0,1-2 0 16,2 1-2-16,-1 0-2 0,0-1 2 0,2-4-13 16,-1 0-50-16,4-2-67 0,-1 0-69 0,2-6-137 15,1 0-192-15,1-3-314 0,5-4-261 0,0-1-195 16,1-2-39-16,4-4 427 0,0-3 491 0</inkml:trace>
  <inkml:trace contextRef="#ctx0" brushRef="#br0" timeOffset="34423.8">21681 2224 395 0,'-3'20'776'0,"-2"-1"318"0,0 2 62 0,-1-1-332 15,2 1-269-15,0-2-182 0,1 0-126 0,2-3-96 16,1-1-65-16,1-3-41 0,4-2-20 0,1-2-12 16,2-5-6-16,2-3-2 0,2-3-2 0,2-5-1 15,2-1 0-15,2-4-2 0,-2-2 3 0,2-3 4 16,-2 1 18-16,-2-2 54 0,-2-1 59 15,-2 3 44-15,-1-2 22 0,-5 1-4 0,-2 2-17 16,-2 0-45-16,-3-1-47 0,0 2-35 0,-6 3-26 16,0 1-13-16,0 2-11 0,-3 5-6 0,-3 2-2 15,-1 4-7-15,-1 4-1 0,-1 3-24 16,-1 2-60-16,2 3-60 0,1 2-124 0,2-2-185 16,1 1-306-16,3 0-307 0,1 0-231 15,1 1-96-15,3-2 387 0,1 0 551 0</inkml:trace>
  <inkml:trace contextRef="#ctx0" brushRef="#br0" timeOffset="34995.74">22186 2209 178 0,'-2'-13'382'0,"1"-4"178"0,-1-2 151 16,0-5-151-16,2-5-131 0,0-1-24 16,4-6 21-16,-1-3-1 0,3-3-31 0,2-1-50 15,-2-4-52-15,2 2-51 0,3 2-58 0,-1 2-38 16,-2 3-20-16,1 6 1 0,-3 6-1 0,1 4 4 15,-4 6-8-15,2 5 7 0,-4 3-2 0,2 7-12 16,1 8-9-16,-2 6-8 0,2 7-3 16,-3 7-16-16,-1 7-12 0,3 3-14 0,1 3-12 15,-3 3-9-15,2 2-5 0,1 4-8 0,-1 0-5 16,-2 2-4-16,-1 4-2 0,0-2 1 0,-3 3 1 16,-2-1 1-16,1 2-1 0,-3-2 0 15,0 0 0-15,0-3-3 0,-1-3-3 0,3-3-4 16,2-4-1-16,0-5 0 0,1-5-4 0,1-4-13 15,1-4-35-15,0-3-58 0,0-6-57 0,-3-3-70 16,1-3-134-16,1-4-165 0,-1-2-208 16,1-5-231-16,-4-1-220 0,2-1-85 0,-2-4 299 15,-3-2 451-15</inkml:trace>
  <inkml:trace contextRef="#ctx0" brushRef="#br0" timeOffset="35217.03">21977 2353 122 0,'0'-1'581'16,"-2"-1"344"-16,2 1 132 0,2 1-45 0,2-3-342 16,3 3-232-16,4-2-135 0,5 2-52 15,1-6-22-15,7 3-44 0,3-1-51 0,1-2-31 16,4-2-22-16,1 1-27 0,0-2-16 0,2 2-16 16,-2-3-8-16,1 3-5 0,-3-1-3 0,-1 2 0 15,-1 0-3-15,-2 1-18 0,-1 3-31 0,0-2-35 16,-3 3-89-16,-4 0-134 0,2-1-179 15,-2 2-281-15,-2 2-247 0,0-1-199 0,0 2 92 16,-2 0 394-16</inkml:trace>
  <inkml:trace contextRef="#ctx0" brushRef="#br0" timeOffset="36327.71">23138 1092 6 0,'10'-3'209'0,"0"-2"103"0,-2 3 97 0,-2 0-58 16,3 0-130-16,0 2-76 0,-1 0-12 0,2 5 24 16,2 1 45-16,0 7 93 0,6 2 51 0,0 7 68 15,3 8 60-15,1 3 15 0,2 7-37 0,-2 5-65 16,2 4-24-16,0 5-31 0,1 2-52 0,-4 5-39 15,1 2-24-15,-4 2-31 0,-3-1-40 16,-1 4-44-16,-5-1-36 0,0 1-25 16,-5 1-19-16,-2-2-9 0,-2 1-6 0,-2-1-2 15,-2-1 2-15,-1-1 0 0,-2 1 0 0,-1-4-1 0,-4 2-2 16,1-4-1-16,-3-2-3 0,-1-3-6 16,0-3-21-16,-1-4-56 0,-2-3-51 0,1-5-62 15,-4-4-120-15,-1-3-167 0,3-4-210 0,-3-4-238 16,2-4-221-16,-3 0-123 0,1-8 253 15,2-1 455-15</inkml:trace>
  <inkml:trace contextRef="#ctx0" brushRef="#br0" timeOffset="37883.44">19993 6276 146 0,'-2'2'321'0,"0"-1"141"0,1 0 57 16,-1-1-106-16,1 0-103 0,-1 0-45 16,0 0-14-16,2 0-10 0,0 0-7 0,0 0-13 15,0 0-6-15,2 0-5 0,0 0-13 16,-1 0-18-16,1 0-22 0,-1 0-24 0,1 0-31 0,0 0-29 16,-1 0 21-16,2 0 16 0,2 2 11 15,1-2 7-15,1 2 0 0,-3-1 10 16,5-1-34-16,0 1-22 0,-3 1-15 0,2-1-10 15,2 2 0-15,0-1-4 0,3-1-8 0,0 2 8 16,0-1 2-16,4 1 26 0,-3 0 27 16,7-2 8-16,-1 1 30 0,6-1 2 15,0 0-7-15,3 1-24 0,3-4-20 0,1 1-11 16,2 0-27-16,1-1-16 0,3 1-8 16,3-2 3-16,-1 0-8 0,3-2-4 0,-1 2-3 0,1 0-1 15,-1-1 8-15,-1 1-4 0,4 0-1 16,-1-2 0-16,2 0-2 0,-3 3 0 0,0-1-8 15,1 0-5-15,-1 1-1 0,-5 2-4 16,-2-3-1-16,-2 3 0 0,-4 3-2 0,-1-3 1 16,-4 2 0-16,-1 2-2 0,-3-1 1 0,-3 1-2 15,-2 2 1-15,-1-4-1 0,0 3-1 16,-3-1 2-16,-4-1 0 0,0 2-1 0,-1-2-1 16,-1 0 1-16,-2 0-1 0,1-2-1 0,-5 1 1 15,2-1 1-15,-1-1 2 0,-2 0 1 16,0 0 1-16,0 0 1 0,-2 0 0 0,-1-1-2 15,0 1-4-15,-3-2-5 0,1 1-16 0,0 1-35 16,-3 0-62-16,-1 1-58 0,1 1-84 16,-1-1-150-16,1 2-216 0,-5 1-281 0,5 1-228 15,0 1-205-15,-3 0 50 0,3 0 479 0</inkml:trace>
  <inkml:trace contextRef="#ctx0" brushRef="#br0" timeOffset="41573.22">15627 7122 19 0,'2'-13'245'0,"2"-2"150"0,-4 5 161 16,0-3 11-16,0 3-61 0,0 2 22 0,0 0 41 15,-1 2-7-15,-2 2-42 0,3 1-66 16,0 0-75-16,0 2-77 0,0-1-69 0,0 2-52 15,0 2-35-15,0 0-20 0,0 4-5 0,0 5-20 16,3 3-7-16,-2 6-4 0,-1 3-4 0,2 4-8 16,-1 3-16-16,1 3-7 0,1 2-13 15,-3 3-11-15,2 1-5 0,-1 2-2 16,-1-2-9-16,0 1-6 0,0 1-3 0,0-4 1 16,0 0 0-16,0-3 0 0,0-2 0 0,-1 0 0 15,-1-3-1-15,2-3-3 0,-1-2 0 0,1-4-2 16,1-2-3-16,-1-2-1 0,3-3-1 15,-1-3 0-15,5-2 0 0,-3-1 3 0,5-2 1 16,1-4 4-16,1-4-3 0,5-3 3 16,0-4 2-16,1-7-2 0,4-4-2 0,0-5 1 15,0-2 2-15,3-5 1 0,0-1-2 0,-2-2 0 16,0 0 2-16,0-2 1 0,-4 5 1 16,-3-1-1-16,-2 6 0 0,0 2 2 0,-7 3-1 15,-3 5 1-15,0 2 2 0,-3 4 1 0,-1 2-3 16,-4 4 0-16,0 2-2 0,-4 4-4 15,1 4-3-15,-2 3-1 0,0 3 0 0,-2 4-4 16,1 4 0-16,0 2 1 0,0 3 0 16,1 4-2-16,-2 1 1 0,3 4 3 0,0 1 3 15,0 0-1-15,5 2 0 0,-3-2 0 0,2-2-2 16,4 0 0-16,1-4-5 0,3-5-16 0,0-5-47 16,4-2-58-16,2-5-56 0,0-7-101 15,3-5-146-15,1-5-173 0,0-6-236 0,5-1-221 16,-4-6-192-16,3-2 71 0,-1-5 390 15,0 2 401-15</inkml:trace>
  <inkml:trace contextRef="#ctx0" brushRef="#br0" timeOffset="42229.93">16125 7350 147 0,'3'3'380'0,"2"0"187"0,-2 2 158 0,0 3-122 15,2 1-92-15,-2 1-23 0,2 3-3 0,3 0-27 16,-2 4-50-16,-1-1-62 0,2 4-57 15,0 1-38-15,-1-1-28 0,-1 3-14 0,0 3-11 16,2-2-14-16,-3 1-28 0,2 1-41 0,-3-2-35 16,1-2-28-16,1-1-24 0,-4-2-15 0,2-6-9 15,1-1-1-15,-1-3 6 16,-2-2 10-16,4-5 9 0,-4-2 5 0,2-6 5 0,1-3-2 16,-1-6-6-16,0-3-8 0,2-4-2 15,0-3-1-15,-2 0 0 0,1-5 1 16,-1 2 0-16,-1 0-2 0,0-3-5 0,-2 1-2 15,1 2-3-15,-1 0-2 0,0 3-1 0,0 4-2 16,0 1 1-16,0 4-2 0,0 4-1 16,0 0-1-16,0 4-3 0,0 2-2 0,0 1-2 15,0 1 0-15,2 3 0 0,0-1-1 0,1 2 1 16,-2 2 2-16,3-1-2 0,0 1-14 16,2 0-43-16,-1 2-51 0,2-2-50 0,-3 1-51 15,3-3-76-15,-2 2-96 0,2-2-75 16,-2 2-66-16,1-2-78 0,1 2-98 0,-1-1-18 15,3 2 62-15,-1 0 120 0,1 1 141 0,-3 2 157 16,3 2 148-16,-3 0 84 0,3 3 77 16,0 3 60-16,-1 1 46 0,1 1 18 0,-1 3-7 15,1 4 3-15,-2-2 5 0,1 3-9 0,-2 0-8 16,4 1-24-16,-4-3-22 0,0-1-31 16,2-1-30-16,0-4-19 0,-2-3-4 0,2-2 61 15,1-4 94-15,0-2 94 0,-1-5 68 0,0-3 29 16,-2-5-4-16,3-2-54 0,-4-4-54 15,1-2-26-15,-1-4 3 0,0 1 6 0,-2-2-9 16,-1-2-17-16,-4 0-33 0,2 1-48 0,-4 0-49 16,-3-3-40-16,1 2-24 0,-2 1-17 15,-1-1-5-15,0 3-6 0,1 2-4 0,-1 4-3 16,1 3-2-16,0 2-3 0,0 4-3 0,-1 5-3 16,1 3 0-16,0 5-3 0,2 1 2 15,-2 4-1-15,5 2 0 0,0 1-9 0,1 2-40 16,0 0-60-16,2 2-53 0,0-4-72 15,2 1-130-15,1-4-165 0,2-2-221 0,3-2-221 16,-2-3-210-16,4-1-65 0,2-5 311 16,-1-5 445-16</inkml:trace>
  <inkml:trace contextRef="#ctx0" brushRef="#br0" timeOffset="42503.17">16838 6985 52 0,'5'-28'457'0,"-2"0"421"0,-1 6 300 0,-1 3-51 15,-1 3-292-15,0 5-201 0,0 3-164 16,2 2-129-16,0 3-75 0,-2 3-44 16,0 4-48-16,1 7-42 0,-1-1-24 0,3 6-15 15,-1 3-21-15,1 5-14 0,0 2-8 0,-2 4-7 16,1 3-4-16,0 3-6 0,-1 4-4 0,1 3-5 16,-2 5-7-16,-2 1-7 0,1 1-4 15,-1 5-4-15,0-1 1 0,1 0-2 0,-1 0 0 16,2-3 2-16,2-3-2 0,-1-2-5 15,3-5-23-15,-1-7-51 0,0-4-63 0,0-6-60 16,-1-5-103-16,1-8-151 0,-1-4-172 16,-1-5-212-16,1-5-220 0,0-4-183 0,0-5 73 15,-4-5 384-15,0-1 395 0</inkml:trace>
  <inkml:trace contextRef="#ctx0" brushRef="#br0" timeOffset="42720.26">16708 7210 73 0,'-7'-9'606'0,"0"5"464"16,-1 1 166-16,4 1-111 0,0 1-405 16,0-1-298-16,4 2-186 0,2 2-86 0,4-1-31 15,2 1 16-15,1-1 14 0,5 1 7 0,1 0-3 16,3-2-15-16,3 0-24 0,1-4-36 16,5 3-30-16,0-2-18 0,1 0-15 0,2-1-9 15,4-1-2-15,-3 0-7 0,-1 3-43 16,2-2-53-16,-2 3-106 0,-2 1-176 0,-1 1-296 15,2 3-314-15,-5 2-265 0,3 0-153 16,-1 1 293-16,1 2 581 0</inkml:trace>
  <inkml:trace contextRef="#ctx0" brushRef="#br0" timeOffset="43734.67">18696 7414 271 0,'-13'-11'580'0,"-1"1"300"0,1 1 185 16,-4 3-215-16,1 2-230 0,2 4-142 0,-2 1-114 15,1 5-94-15,0 1-89 0,1 8-57 16,3 2-30-16,0 7 9 0,-2 4 18 0,5 7 21 16,0 5 8-16,2 1-8 0,0 6-15 0,1-1-29 15,3 1-28-15,1-1-27 0,2-4-20 16,4-3-11-16,3-6-8 0,5-5-2 15,0-8-3-15,4-3 0 0,0-9 1 0,2-4 3 0,1-9 4 16,1-5 3-16,0-10-3 0,1-4 0 16,-3-7-2-16,3-3-4 0,-2-6-1 0,-3 0 1 15,-2-1 2-15,-4 2 3 0,-1-1 2 16,-3 2 1-16,-5 2 2 0,-2 3-2 0,-2 5 4 16,-1 1 0-16,2 5 4 0,-5 5 2 15,3 2 2-15,-4 4-4 0,1 7-6 0,-1 4-5 16,0 4-7-16,0 10-5 0,-1 4-2 0,0 8-1 15,2 3 3-15,-2 4 1 0,3 7 4 0,1-1 1 16,-3 6 0-16,0 2 1 0,0 3 3 16,-1 2 1-16,0 1-2 0,-3 0-1 0,0 2 2 15,0-1-2-15,-5 0-2 0,3-4 1 0,-4-2 0 16,1-4 4-16,-1-5-3 0,3-4 5 16,-2-5 1-16,3-6 6 0,-1-4 2 0,5-6-2 15,-4-5-1-15,5-4-2 0,0-6-3 0,3-5-6 16,1-7-1-16,4-2-2 0,1-4 1 15,6-2-2-15,-1-4 3 0,5 0-2 0,6 1-2 16,2-3 0-16,2 2 2 0,6 0 0 16,1-2-3-16,4-1 3 0,1 0 0 0,4-1 1 15,3-1-3-15,0 1 1 0,1-3 0 16,3-1 0-16,-1 0 2 0,0 0 1 0,-4-2 2 16,-1 1-1-16,-1-2 3 0,-4 4 1 0,-4 0-2 15,-3 0-1-15,-4 0 1 0,-4 2 0 0,-2 1 3 16,-7-1 0-16,-2 3 2 0,-5 1 3 15,-2 1 1-15,-6 0 2 0,0 4-2 0,-4 0 2 16,-2 6-3-16,-2 2 0 0,-4 5-3 0,-1 3-4 16,-1 7-1-16,-1 5-1 0,2 5-2 15,-1 6-1-15,2 2 0 0,1 4 0 0,2 4 0 16,1 6 2-16,1-1-1 0,1 7 2 16,3 1-1-16,0 2 1 0,5 2 0 0,-4-3 0 15,7 0-1-15,2-3-2 0,2-4-1 16,3-2-3-16,2-3-5 0,4-6-31 0,1-3-68 15,4-4-63-15,-2-4-127 0,1-4-188 0,3-5-317 16,-3-2-304-16,4-4-215 0,-2-1-87 16,-2-1 398-16,-1-4 549 0</inkml:trace>
  <inkml:trace contextRef="#ctx0" brushRef="#br0" timeOffset="44993.37">19270 7997 272 0,'1'2'570'0,"-1"-2"218"0,2-2 122 16,1-4-183-16,2-5-197 0,3-3-118 0,3-2-56 15,0-6-34-15,2-4-48 0,3-2-60 0,-2-4-56 16,3-3-29-16,0 0 4 0,1-2 31 0,-1 1 38 16,-1 3 15-16,0-1 2 0,-2 1-18 15,0 4-32-15,-4 6-38 0,0 0-41 0,-1 6-25 16,-3 2-15-16,-1 5-14 0,-2 2-7 15,0 3-9-15,-1 4-4 0,-2 5-5 0,0 4-5 16,-2 4-1-16,-1 6-2 0,0 1-2 0,0 5 2 16,-1 1-3-16,1 1 1 0,2 5 0 15,-2 0 0-15,1 0 3 0,2 1-3 0,0-2 1 16,2-1-1-16,2-4-2 0,3-2 1 16,-1-6-1-16,5-4-1 0,0-7 0 0,4-4 0 15,-1-6 2-15,2-5 0 0,-1-5 0 0,0-2 0 16,0-5 1-16,1-1 0 0,0-3 1 15,-3 2-2-15,1 1 0 0,-3 1-1 0,0 2 1 16,-2 2 0-16,-1 5-1 0,0 1 1 0,-1 2-2 16,-1 2 0-16,-2 4 1 0,1 3 0 15,0 3 2-15,-2 4-1 0,2 3 1 0,0 2 1 16,-1 5 0-16,1 1 0 0,0 4-2 16,0 1 1-16,1 2 0 0,-1 2 1 0,4 0-2 0,-1-1 1 15,0 1-2-15,3-5-3 0,0 0 0 16,1-3-7-16,1-6-8 0,2-2-7 0,0-5 0 15,2-6-2-15,1-5 2 0,0-5 4 16,2-3 10-16,-1-6 4 0,1-2 6 0,0-1 0 16,-1-6-1-16,-5 1 0 0,3 1 1 15,-4-4 3-15,-2-1 0 0,2 0 3 0,-4-1 0 16,-1 3 2-16,-2-1 2 0,-1 4 0 0,-5 4 5 16,0 4 1-16,-5 3 1 0,-1 5 2 0,-2 6-4 15,-1 5-2-15,-4 4-4 0,2 6-4 16,1 1-2-16,-2 6 0 0,2 2 0 0,2 2 0 15,-1 1 0-15,1 3 2 0,3 3-1 0,1-2 0 16,-1 1-1-16,2-1-1 0,3-1 0 16,0-4 0-16,1-2-2 0,2-6 0 0,4-1 1 15,-1-6-1-15,5-5 0 0,-1-4-2 0,1-5-3 16,1-3-6-16,3-6-4 0,-1-2-4 16,-1-1 0-16,1-2 0 0,0 0 3 0,-1-1 7 15,-1-1 7-15,1 2 1 0,-2-1 3 0,2 3 1 16,-4-1 1-16,4 3-2 0,-4 0 0 15,1 4 0-15,-2 1 0 0,1 1-1 0,-2 3-1 16,1 1 2-16,-4 2 0 0,2 4 0 16,-1 2 3-16,-2 4-1 0,1 4 0 0,-3 1-1 15,-1 3 2-15,2 0-1 0,-1 2-1 0,3 2 0 16,-1 0 0-16,2-2 1 0,1-1-1 16,-2 0-3-16,4-4 1 0,2-3-26 0,-1-1-49 15,2-3-60-15,2-6-48 0,1-3-50 0,-1-4-67 16,4-2-31-16,-1-3 20 0,2-3 50 0,0-2 39 15,2-1 32-15,-3 3 50 0,-1-3 39 16,1-1 29-16,-3 1 17 0,-1 2 12 0,-2 0 20 16,-1 3 34-16,-3 1 56 0,1 2 56 15,-3 2 39-15,-2 1 21 0,1 2 1 0,-3 2-8 16,1 4-3-16,-1-1 23 0,-1 3 23 16,0 5 10-16,0 1-6 0,-1 2-20 0,-1 2-33 15,1 2-53-15,-3 1-47 0,1 2-30 0,1 0-16 16,-1 2-11-16,2 2-9 0,-3 0 1 0,1 1-3 15,3-1-1-15,-1 0-2 0,1-1 2 16,1-2-1-16,-1 0-5 0,3-2-8 0,2-5-5 16,-2-1-10-16,4-3-11 0,-1-5-14 15,2-5-4-15,-2-3 7 0,2-1 2 0,0-7 10 16,1 0 13-16,1-4 16 0,-2-2 5 0,1-2-1 16,1-2 4-16,0-4-2 0,0-2 1 15,3-3-1-15,-2-7 4 0,7-5-2 0,-4-4-2 16,6-8 4-16,2-3 13 0,4-8 8 0,4-3 4 15,-1-4 17-15,3 2 26 0,-3 0 17 0,-2 8 4 16,-2 7 10-16,-8 11 7 0,-4 10-9 16,-5 7-22-16,-2 11-16 0,-4 8-16 0,-4 8-17 15,-4 10-10-15,0 8-4 0,-4 6-1 0,1 7 0 16,-7 9-2-16,3 5 0 0,-4 5 3 16,-2 6 0-16,0 8 2 0,-3 6 1 0,0 8 3 15,1 3 2-15,-1 5-6 0,3-1-4 0,6-2-3 16,2-5-5-16,5-6-10 0,6-7-13 15,5-7-25-15,1-8-62 0,2-6-78 0,3-5-156 16,0-9-277-16,0-1-314 0,2-8-366 16,-4-2-263-16,4-7 31 0,-2-2 676 0</inkml:trace>
  <inkml:trace contextRef="#ctx0" brushRef="#br0" timeOffset="45200.65">21268 7794 408 0,'18'9'1333'0,"-3"1"368"0,0-1-246 0,-5 0-317 16,-1-2-453-16,-4-1-312 0,-2-1-156 15,-2 0-80-15,-2-1-42 0,-1 1-33 0,-3-2-29 16,1 0-17-16,-6-2-20 0,4-1-32 16,0-1-83-16,-3-2-110 0,0-2-210 0,5 1-296 15,-3-4-350-15,6 2-403 0,-3-1-150 16,4-2 353-16,5 0 754 0</inkml:trace>
  <inkml:trace contextRef="#ctx0" brushRef="#br0" timeOffset="46695.94">23185 5974 4 0,'6'12'373'0,"4"0"312"16,0-3 346-16,0 1 124 0,3 1-237 0,4 1-220 15,2-1-112-15,2-1-97 0,4-1-115 0,2 0-84 16,5-3-82-16,1-3-71 0,3 0-49 16,7-3-29-16,-2-3-22 0,2 0-14 0,1-3-8 15,-1 0-4-15,-4 0-3 0,0-1-3 0,-4 1-4 16,-3-1-1-16,-4 3-16 0,-6 0-66 16,-2 1-63-16,-5 1-122 0,-5 2-185 15,-5-3-306-15,-5 3-327 0,-5 3-233 0,-5 2-130 16,-4 0 373-16,-5 4 576 0</inkml:trace>
  <inkml:trace contextRef="#ctx0" brushRef="#br0" timeOffset="46885.32">23344 6370 279 0,'-11'21'562'0,"2"-3"238"0,4-1 170 16,5-1-176-16,4-2-216 0,5-3-127 0,3 0-66 15,7-3-63-15,2 0-84 0,8-3-69 0,2-1-60 16,7-3-39-16,5-1-21 0,0-1-19 15,0 1-12-15,0-2-11 0,-1 0-6 0,-2 2-2 16,-5 2-8-16,-1 0-26 0,-6-1-109 16,-3 0-160-16,-4 4-296 0,-4-2-270 0,-4 1-263 15,-2 4-134-15,-5-2 308 0,-6 1 488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1-08T13:11:07.7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24661 6315 96 0,'0'10'513'0,"0"-1"334"0,0-4 168 0,2-1-17 0,0 0-300 16,1-4-205-16,2-4-91 0,1-3-11 15,3-1 0-15,2-3-49 0,4-3-55 0,2-5-42 16,3-6-51-16,6-5-52 0,-1-2-44 15,4-8-21-15,3 0-15 0,1-5-11 0,3-4-4 16,-5 0-6-16,6-3-4 0,-4-3-2 0,0 2-4 16,-1-1-3-16,-2 1-2 0,-2 5-1 15,-2 2-1-15,-6 2 2 0,-1 5-1 0,-3 5 1 16,-2 5 2-16,-2 4 1 0,-3 4-1 0,-1 3 0 16,-4 4-2-16,1 3-4 0,-1 3-5 0,-1 2-5 15,-2 3-4-15,4 6 1 0,-4 3 4 16,1 4 8-16,-1 7 9 0,-1 3 9 0,2 10 9 15,-2 4 3-15,0 5 2 0,-2 7-37 16,1 6-16-16,-1 8 0 0,-4 1 0 0,2 4 0 16,-1 4 0-16,-2 2 0 0,2 1 0 0,1-2 0 15,-2 3 0-15,1-4 0 0,2-2 0 16,1-1 0-16,0-5 0 0,4-2 0 0,0-6 0 16,-1-3 0-16,1-6 0 0,0-2 0 15,1-3 0-15,-3-6 0 0,0-2 0 0,0-3 0 16,0-3 0-16,-3-3 0 0,-2-3 0 0,-3-4-189 15,-5-3-148-15,2-3-262 0,-2-3-331 0,-1-2-406 16,3-4-428-16,1-3-2 0,-2-1 767 16</inkml:trace>
  <inkml:trace contextRef="#ctx0" brushRef="#br0" timeOffset="1682.86">26708 6010 305 0,'-12'-1'608'15,"-2"-1"253"-15,5 1 120 0,-1-1-233 0,4 2-187 16,-2 0-112-16,3 0-89 0,2 0-60 0,0 2-55 16,1-2-62-16,2 0-2 0,0 1 24 0,2 1 13 15,3-1-1-15,0 2-7 0,1 0-7 16,5-2-44-16,-2 1-46 0,5 0-27 0,2-1-15 16,3 0-13-16,0 1-5 0,7 0-7 15,0-2-3-15,4 1-4 0,4 2-4 16,2 0-4-16,7-1-1 0,-1 2-4 0,7 0-4 15,1 1-2-15,0 3-1 0,4-2-2 16,0 1-3-16,3 2 4 0,-1 0 8 0,3-1 6 16,3-1 3-16,2 1 5 0,1-1 3 0,5-1-4 15,2-1-6-15,1-2-5 0,1 0-5 16,-1-3-4-16,2 0-3 0,0-3-1 0,-2-1 2 0,1-2-1 16,-2-1 0-16,-3-2 0 0,-1 0 0 15,0 0-3-15,-5 2-4 0,-7-1-5 0,-2 1-4 16,-7 2 0-16,-7 3 0 0,-7 0 0 15,-6 4 0-15,-5 0 0 0,-6 3 0 0,-7 2 0 16,0 1-1-16,-5-1 0 0,-4 2-1 0,-4 0-2 16,1-1-6-16,-4 0-13 0,-3-1-20 15,-1-2-30-15,-3-1-73 0,-4-1-97 0,-2-2-178 16,-4-2-285-16,-3-2-338 0,-3 0-402 16,-1-4-220-16,-4-2 180 0,-2-4 757 0</inkml:trace>
  <inkml:trace contextRef="#ctx0" brushRef="#br0" timeOffset="2844.94">27421 4332 89 0,'1'-4'335'0,"-2"0"194"0,1 1 169 16,0 0-55-16,-2 2-78 0,2-1-7 0,-1 1-28 16,1 1-50-16,0 0-59 0,-2 0-70 0,2 3-83 15,2 0-45-15,-2 1-9 0,1 1 16 16,1 2 2-16,-1 2-5 0,1 2-21 0,1 0-36 15,-2 4-40-15,1 4-39 0,-1 1-19 0,3 5-12 16,-3 1-7-16,1 3-6 0,0 2-1 16,-1 3-2-16,1 1-5 0,-1 2 0 0,-1 1-6 15,2-1-2-15,0 1-8 0,1-3-5 16,3 0-4-16,-2-3-6 0,3-4-3 0,-1-3-3 16,2-2 0-16,5-2 1 0,-4-6-1 0,5-2 2 15,-1-5 1-15,2-2 0 0,2-5 1 16,2-5 0-16,0-4 0 0,3-2-1 0,1-5-2 15,0-3 1-15,1-2-2 0,1 0 0 16,-2 0 0-16,1-1-1 0,-3 0-1 0,-1 4 0 16,1-1 0-16,-5 3-1 0,-1 3 1 15,0-1-1-15,-4 5 1 0,0-1-1 0,-2 3 0 16,-2 0 1-16,-1 3 0 0,2 2 0 0,-3-1 0 16,-1 4 1-16,1-1 1 0,2 4 4 0,-3 2 3 15,-1 4 4-15,0 1 7 0,-1 4 7 16,0 4 5-16,-2 3 4 0,-2 3 2 0,0 3 0 15,-2 4-2-15,-4 1-5 0,2 2-5 0,-4 3-6 16,-2 0-4-16,2 0-5 0,-1-1-4 16,-2 2-3-16,4-5-1 0,1 1-2 0,0-5 1 15,0-2-1-15,2-4-1 0,1-1 1 0,2-2-1 16,-1-5-2-16,3-3-2 0,-1-1-6 16,2-4-10-16,-1-1-19 0,-2-2-30 0,1-2-81 15,-2-2-135-15,-3 0-256 0,-1-4-312 0,-4 2-391 16,0 0-455-16,-2 2-86 0,-3 0 659 15</inkml:trace>
  <inkml:trace contextRef="#ctx0" brushRef="#br0" timeOffset="32106.37">26782 7142 103 0,'-5'8'330'0,"0"-4"169"0,2 1 150 15,-2-3-77-15,4 3-116 0,-1-4-42 16,2 0-18-16,0 0-12 0,0-1-9 0,2 0-40 16,-1-2-47-16,3-2-48 0,0 0-45 0,0-3-36 15,3-3-37-15,0 0-30 0,1-2-12 16,1 1-2-16,4-4 18 0,0 0 29 0,0-1 29 16,4 0 17-16,0-2-5 0,-1-2-9 15,3-1-23-15,-1-3-25 0,2 2-33 0,0-3-21 16,-1 2-13-16,2-3-12 0,-3 2-7 15,-1 2-6-15,0 1-2 0,-4 1 1 0,-3 5 2 16,0 0 3-16,-4 5 2 0,1 3 0 16,-2 1-1-16,-3 0-4 0,2 1-6 0,-1 4-5 15,-3 1-4-15,1 2-4 0,-1 4-1 0,-1 2-1 16,1 1 1-16,-3 3 0 0,1 1 0 0,0 2 0 16,-2 1 1-16,1 4 1 0,0-1 0 15,-1 4 4-15,3 0 1 0,-4 2 3 0,2 2 1 16,-4-1-1-16,0-1 3 0,0 1-2 15,-1 2 1-15,0-1-1 0,-2-1-2 0,0 1-1 16,0 0-2-16,0-1-2 0,0-1-1 0,0-1-1 16,1-1-1-16,-1 2 1 0,2-3-2 15,-1-2-1-15,1 1 1 0,0-3-1 16,2-2 1-16,-3-1-2 0,2-2 1 0,2-2-2 0,1-3-12 16,0-1-25-16,1-2-50 0,1-4-58 15,1-1-50-15,1-1-67 0,1-5-104 0,1-3-126 16,1 0-129-16,1-4-229 0,0 0-226 15,3-2-127-15,0 0 166 0,1 0 393 0</inkml:trace>
  <inkml:trace contextRef="#ctx0" brushRef="#br0" timeOffset="32745.3">27531 6991 16 0,'19'-15'267'16,"-5"-1"168"-16,-1-1 181 0,1-1 56 0,-2 0-136 16,-2-1-78-16,0-2-37 0,-4-2-22 15,2 2-29-15,-3-3-47 0,-2 0-48 0,-2 0-55 16,-2 2-38-16,-1-1-29 0,-2 3-34 0,-2 4-30 16,-1 1-21-16,-1 4-18 0,-3 3-15 15,-2 3-11-15,2 5-1 0,-4 5 2 0,2 3 2 16,-3 3 5-16,3 4 8 0,3 3 4 15,-2 3-9-15,3 5-1 0,0-1-2 0,1 1-4 16,3 5 5-16,-2-2-3 0,2-1-5 16,1 1-5-16,1-4-3 0,1 0-4 0,2-3-7 15,5-5-3-15,-1 0 0 0,1-7 3 16,2 1-4-16,1-5-4 0,2-3-6 0,-1-3 3 16,0-1 4-16,2-5 3 0,-1-2-5 0,-2 0 7 15,0-5 1-15,1 0-5 0,-3-2-6 16,1-3 2-16,-4 2-1 0,2-4 1 0,-4 2 0 15,2-1 2-15,-1 2 2 0,-2 0-1 0,0 2 1 16,0 5 0-16,0-1 5 0,-2 4 4 0,2 1-4 16,-3 2-5-16,3 1-1 0,0 2-3 15,0 2-6-15,0 4-1 0,0 1 4 0,3 2 4 16,-1 1 0-16,-1 0 3 0,2 1 3 0,1 2 3 16,0 1 0-16,1-1 2 0,2 2 2 15,2 0 2-15,-1 1 14 0,2 0 15 0,-1 2 15 16,-1 0 19-16,1 3 20 0,-2-1 9 0,-1 1-2 15,-2 1-12-15,0 0-7 0,-4 1-13 16,-2-1-13-16,-3 3-11 0,-1-1-9 0,-3 2-2 16,-3-1-4-16,-1 0-7 0,-2-1-3 15,-4-1-2-15,2 1-4 0,-5-3-4 0,0 0-4 16,0-2 1-16,1-1-4 0,-1-2 0 16,0 0-2-16,1-3-1 0,2-2 0 0,0-1-3 15,5-1 1-15,-2-4-5 0,7-1-27 0,1-2-64 16,3-1-59-16,2-2-90 0,3-4-157 15,4-2-247-15,3-2-292 0,2-1-225 0,4-2-188 16,0-3 121-16,2 3 504 0</inkml:trace>
  <inkml:trace contextRef="#ctx0" brushRef="#br0" timeOffset="33429.66">28056 6801 17 0,'0'-2'307'0,"-1"2"235"0,1-2 249 16,-2-1 109-16,2 2-177 0,-2 0-148 15,2 0-97-15,0-2-79 0,2 1-82 0,0 0-86 16,1-1-71-16,0 0-45 0,0 0-32 15,4 0-23-15,0-2-20 0,1 3-10 0,0-3-8 16,0 2-1-16,5 0 0 0,-4 0-5 0,4 0 2 16,-2 0-2-16,3 2 7 0,0-2 3 15,1 1 6-15,-1 2-2 0,0 0 3 0,2 2 3 16,-3 1-3-16,-3 1 13 0,2 4 6 16,-4-1 15-16,0 3 19 0,-2 1 19 0,-5 2 9 15,-2 3-7-15,-3-1-7 0,-2 3-13 0,-2-1-20 16,-1 4-19-16,-5-2-12 0,1 1-7 15,-3 4-8-15,0-2 1 0,1 0 0 16,-3 0 2-16,1 3 4 0,1-2 0 0,-3 2 4 16,3-1-2-16,-1-2 1 0,2-1 1 0,0 0-4 15,3-1-6-15,0-3-3 0,3 1-4 16,2 0-5-16,2-2-5 0,4-1-2 0,-2-2 1 16,6 2-3-16,-2-2 1 0,6 0-2 0,1-1 1 15,1-2 1-15,5-1-3 0,-1-1 1 16,4-1-1-16,3-1 1 0,2-4-1 0,0 3-1 15,1-4 0-15,1-1 1 0,0 0-1 0,0 0-1 16,-3-1 1-16,-1-2 0 0,-1 1 1 16,-3 2-6-16,-1 0-17 0,-2 0-41 0,-1-2-67 15,-4 2-60-15,-1 0-103 0,-2 0-168 0,-2 2-273 16,0-2-269-16,-2 0-208 0,-1 5-158 16,-1-4 218-16,-4 0 540 0</inkml:trace>
  <inkml:trace contextRef="#ctx0" brushRef="#br0" timeOffset="34813.85">29626 5985 161 0,'11'3'348'0,"3"-3"182"15,-1 0 162-15,4-3-129 0,0 0-61 0,3 0-18 16,2-4-35-16,0 2-55 0,4-1-46 15,0-2-64-15,3 1-61 0,-2-1-53 0,-2 2-35 16,0-1-31-16,-2 0-30 0,-3 2-34 16,-1-1-19-16,-5 2-9 0,-3 0-6 0,-1 2-4 15,-4 0-4-15,-3 0-20 0,-4 4-93 16,-4 0-135-16,-4 0-168 0,-4 4-289 0,-3 0-260 16,-5 1-184-16,-1 3 134 0,-4 0 379 0</inkml:trace>
  <inkml:trace contextRef="#ctx0" brushRef="#br0" timeOffset="35028.35">29547 6256 80 0,'-1'5'477'0,"-1"1"304"0,1-4 216 16,2 1 78-16,2 1-363 0,5-2-191 0,-2-1-125 15,7-1-68-15,3 0-74 0,3 0-80 16,1-1-71-16,4-1-42 0,0 0-30 0,0 0-15 15,3-1-14-15,-2 1-3 0,0 0 1 16,2 1-3-16,-4 1-22 0,-2 1-125 0,1 1-199 16,-6 0-286-16,-2 1-272 0,-2 3-290 15,-9 0-145-15,-2-1 379 0,-5 4 545 0</inkml:trace>
  <inkml:trace contextRef="#ctx0" brushRef="#br0" timeOffset="59020.61">30613 5798 211 0,'-5'0'522'0,"-1"2"274"0,-2 1 178 15,2 3-141-15,-1 2-192 0,1 4-127 16,-1 2-98-16,1 6-43 0,5 3-5 0,-2 2-34 16,3 4-50-16,0 3-37 0,3 2-30 0,-2 0-41 15,5 2-57-15,-1 2-44 0,2-4-22 0,2 2-15 16,2-3-11-16,2-4-8 0,-2-3-7 16,5-3-4-16,0-5-3 0,-1-4-1 0,1-5 0 15,3-6 1-15,0-6 3 0,-1-4 3 16,0-5 0-16,-2-5 0 0,2-4 1 0,-4-5-2 0,-2-2 0 15,0-3-3-15,-4-2 1 0,-2 0-2 16,-3-3-1-16,-3 4-1 0,-3-3-1 0,-3 1 0 16,-2-1-1-16,-4 2 2 0,-2-1 0 0,2 2-1 15,-6 1 0-15,2 2 1 0,-1 2 0 16,-1 6 0-16,1 3-1 0,1 4 2 0,-3 7 1 16,2 3 1-16,3 5-1 0,-3 3-3 0,2 6 0 15,2 3-1-15,-1 2-2 0,3 4-3 0,-1 4 2 16,2 1-2-16,2 3 0 0,2 0 0 15,0 1-1-15,3 0-7 0,3-3-24 0,1-1-74 0,2 0-70 16,2-5-142-16,3 0-233 0,-2-2-317 16,4-3-339-16,2-2-207 0,-1-1-34 0,5-3 524 15</inkml:trace>
  <inkml:trace contextRef="#ctx0" brushRef="#br0" timeOffset="59192.11">31005 6130 106 0,'5'-1'713'16,"-5"1"470"-16,0 1 89 0,-4 3-159 0,0 0-376 16,-2 3-361-16,1 1-175 0,-2 0-87 15,3 2-43-15,-1 0-31 0,2-2-39 0,3 0-66 16,0-4-152-16,0 0-285 0,3-2-273 0,2 0-269 16,3-2-221-16,2-2 55 0,3-2 519 0</inkml:trace>
  <inkml:trace contextRef="#ctx0" brushRef="#br0" timeOffset="59871.28">31033 5757 21 0,'-1'2'341'0,"-4"2"243"15,2 0 223-15,0 2 125 0,1 2-208 0,2 3-137 16,0 3-100-16,0 4-59 0,3 3-34 0,1 3-48 16,0 4-44-16,2 0-42 0,2 1-34 0,1 3-31 15,0-1-39-15,2-1-43 0,-1-1-40 16,3-2-28-16,2-1-16 0,0-5-11 0,2-2-6 16,0-4-2-16,0-2-3 0,1-3-3 0,-1-4 2 15,0-3 3-15,2-5 0 0,-3-2 2 16,1-3-2-16,0-6-1 0,-4 0 0 0,0-5-3 15,0-2 4-15,-5-1-2 0,-3-1 2 0,-1-1 1 16,-4-3 2-16,0 2-3 0,-1-1-2 0,-7-1-3 16,0 1 1-16,-5 3-2 0,0 0-3 15,0 0 1-15,0 4-2 0,-4 2-2 0,0 4-1 16,0 1 1-16,3 5 0 0,-3 3-1 0,2 5-1 16,0 1 0-16,3 3 1 0,0 3-4 0,2 1 0 15,4 2-7-15,-1 3-29 0,3-1-52 16,-1 4-52-16,5-2-55 0,0 0-111 0,2 1-153 0,2-3-193 15,1-1-242-15,2-1-220 0,2-3-154 16,2 0 188-16,0-3 444 0</inkml:trace>
  <inkml:trace contextRef="#ctx0" brushRef="#br0" timeOffset="60286.36">31400 5711 125 0,'10'-5'357'0,"-2"-3"205"0,1 2 235 16,2 0-54-16,-1 0-58 0,2 0-69 0,-1 2-72 15,1-2-84-15,1 1-99 0,-1 2-86 0,-1 1-61 16,1 1-18-16,-2 2 7 0,-2 4 11 16,0-3-7-16,-2 4-25 0,-1 0-33 0,-2 3-36 15,-1 0-35-15,-2 3-28 0,-4 1-15 0,1 2-5 16,-2 3-3-16,1 0 0 0,-4 3-2 16,2 0 4-16,-1 2 3 0,1 1-2 0,-1 1-1 0,0-1-4 15,2-1-2-15,2-3-10 0,0 0-8 16,1-3-4-16,4-2-2 0,-1-4-2 15,2-1 0-15,4-3-2 0,2-4-2 0,-3 0-13 0,4-8-33 16,0 1-60-16,2-2-61 0,-2-2-78 16,2-2-137-16,-2-2-180 0,1 1-283 0,0-3-225 15,0 0-207-15,2-1-15 0,-3 2 391 0,3-2 478 16</inkml:trace>
  <inkml:trace contextRef="#ctx0" brushRef="#br0" timeOffset="60606.23">31805 5811 255 0,'1'17'549'0,"3"0"265"16,-1 3 179-16,-2 1-181 0,4 0-184 0,0 1-146 16,1 1-98-16,-1-3-84 0,3-4-85 15,0 0-86-15,3-4-51 0,-2-5-36 0,4-2-16 16,1-4-4-16,1-3-4 0,0-4 3 16,0-5-5-16,-1-1 5 0,0-4 6 0,2-2 12 0,-5-4 18 15,0 2 29-15,0-5 22 0,-3 1 19 16,-3 1 7-16,-4-3-1 0,-1 4-18 0,-1-2-30 15,-4 1-20-15,-2 2-14 0,-3-2-14 16,0 5-7-16,-1 4 6 0,-2 2 7 0,1 1 5 16,-2 5-6-16,2 3-4 0,-1 4-3 0,1 3-11 15,-1 3-7-15,4 6-8 0,-4 0-3 16,5 2-5-16,-1 4-4 0,0 1-1 0,2 4 0 0,1-1-3 16,1 2-1-16,2 0-1 0,1-2-26 15,2 2-56-15,2-5-54 0,1-1-66 0,-2-2-123 0,6-3-172 16,-2 0-261-16,0-3-226 0,4-1-221 15,2-2-80-15,0-2 316 0,3-3 467 0</inkml:trace>
  <inkml:trace contextRef="#ctx0" brushRef="#br0" timeOffset="61141.37">32301 5584 372 0,'-3'-13'821'0,"-3"1"296"15,-3 3 37-15,1 0-269 0,-2 2-287 16,-2 2-200-16,-1 4-102 0,-1 1-46 0,-2 2-29 16,2 4-29-16,1 3-29 0,-3 2-26 0,7-1-24 15,1 3-29-15,0 1-26 0,2 2-19 0,2-2-15 16,4 1-11-16,2 1-4 0,2 2-3 16,1-4-1-16,2 3-4 0,1-3 0 0,1 3-1 15,4-2-1-15,-2-1 0 0,1 1-2 16,1-2 3-16,1-1 0 0,-1 2-2 0,1-2 2 0,2-2 3 15,-2 2-1-15,4-2 1 0,-6 1-3 16,4 1 2-16,-3-4 1 0,-2 1-1 0,-3 0 0 16,-2-2 7-16,-1 2 6 0,-4 0 4 15,-1 0 1-15,-3 1 1 0,-3 0 1 0,-2 0-8 16,-5 1 0-16,1-1 4 0,-4 1-1 0,0-2-1 16,-4-1-2-16,2 3 1 0,-4-3-6 15,2-3-6-15,0 2-3 0,0-2-2 0,1-3 2 0,1 0 0 16,4-2-1-16,2-2 0 0,3 1 0 15,0-4-1-15,5-1-1 0,2-1 0 0,4-1-1 16,1-5-1-16,4-1-5 0,1-1-9 0,5-3-5 16,1-2-4-16,2-2-1 0,1 0 2 15,1-4 3-15,1 1 8 0,0 0 10 0,-2 0 5 0,4-3-1 16,-4 4 2-16,1-2 0 0,-6 2 4 16,2 2 3-16,-2 1 5 0,-6-1 5 0,0 5 5 15,-4-1 2-15,-4 3 0 0,-4 0-3 0,0 3-9 16,-4 1-1-16,-2 2-5 0,-1 3-5 15,-3 5-2-15,-1 1-16 0,-5 3-48 0,1 4-58 16,-3 2-110-16,-1 1-179 0,3 4-297 0,-1 2-318 16,5-2-270-16,0 3-175 0,4-1 309 0,3 1 609 15</inkml:trace>
  <inkml:trace contextRef="#ctx0" brushRef="#br0" timeOffset="70869.42">25068 7260 289 0,'-2'-3'568'0,"1"1"205"0,2 0 75 16,2-2-257-16,6 2-220 0,1-3-79 0,5-1-14 15,2 1 13-15,2-4 6 0,3-2-8 16,2 1-43-16,1-2-56 0,1-1-56 0,1-2-49 16,1 3-35-16,-1-2-21 0,0 1-11 15,-6 2-13-15,0 1-5 0,0 2-5 0,-4 1-3 16,-3 7-37-16,-4 0-96 0,-1 6-133 15,-2 1-232-15,-6 5-277 0,-1 3-256 0,-1 3-133 16,-7-1 197-16,-5 6 418 0</inkml:trace>
  <inkml:trace contextRef="#ctx0" brushRef="#br0" timeOffset="71080.89">25237 7446 16 0,'0'1'332'0,"0"1"218"0,0-2 160 16,3 0 66-16,-1-2-347 0,2-1-173 0,3 0-97 16,1-2-44-16,3 0-25 0,0-1-17 15,3 0-7-15,0-2-25 0,4 1-20 0,1-3-7 16,-1 2-6-16,2-4-6 0,0-1-9 0,2 1-53 16,-2-1-84-16,-2 3-162 0,-2 1-249 15,0 3-157-15,-6 1-44 0,-1 2 133 16,-6 4 226-16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1-08T13:14:58.83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2626 2392 15 0,'1'-1'224'0,"-1"1"122"0,0-2 126 0,0 2-52 15,0 0-105-15,-1 2-69 0,1-2-37 0,-2 1-7 16,1 1 3-16,-1-1 10 0,-1-1 15 0,3 1 17 16,-2 1 20-16,2 0 20 0,-1-1 27 0,1 0 2 15,0-1-19-15,0 0-31 0,1 0-37 0,-1-1-40 16,2 1-49-16,-1-1-15 0,3 1 46 0,-1-4 24 15,3 3 13-15,2-5 0 0,0 0-6 16,3-3-14-16,1-4-49 0,1-2-23 0,3 0-17 0,2-6-9 16,2-1-4-16,0-6-5 0,3 0-6 0,4-5-9 15,1-5-9-15,0-2-8 0,4-5-11 0,0-2-10 16,1-2-8-16,0-3-3 0,2 0 1 16,1 0 0-16,-3 1-2 0,0 3 0 0,-2 1-2 15,-3 4-2-15,-1 4-4 0,-3 3-3 0,-2 3-2 16,-2 4-1-16,-4 5-2 0,-2 3 1 0,-2 4 0 15,-3 0-1-15,0 3 0 0,-1 4 1 0,-3-1 0 0,0 4-1 16,0 1 0-16,-2-1 0 0,-1 5 0 0,0-3 0 16,0 4 0-16,0-3 0 0,-2 3 0 0,1 0-1 15,-1 1 0-15,0-2-1 0,0 2 0 0,-1 0-2 16,1 0-1-16,0 0-6 0,-2-2-9 0,2 2-16 16,0 0-18-16,0 0-28 0,-2 2-51 0,0 0-75 15,0-1-112-15,-1 2-172 0,-2 0-289 0,-1 3-321 16,-1 0-298-16,-2 0-130 0,-1 1 337 0,1-1 625 15</inkml:trace>
  <inkml:trace contextRef="#ctx0" brushRef="#br0" timeOffset="746.72">2659 1436 44 0,'0'2'258'0,"0"-1"135"0,0 4 129 16,-1-5-72-16,1 2-113 0,-2-2-47 0,2 0-6 15,0 0 12-15,-2 3 10 0,2-3 2 0,0 1-14 16,0-1-23-16,0 2-29 0,0-2-22 0,0 1-23 16,0-1-29-16,2 0-25 0,-2 2-7 0,3-2-5 15,0 2 4-15,2-1 17 0,-1 2 16 0,1 0 8 16,0 2-16-16,3 0 8 0,0 1-11 0,1 3-27 15,1 0-20-15,4 4-8 0,-1 0 0 0,2 2-25 16,3 4-9-16,1 2-3 0,2 3 2 0,2 5-5 16,1 2 1-16,4 2 3 0,-1 4-4 0,1 1-3 15,4 3-12-15,-2 0-7 0,3 2-11 16,1 2-9-16,1 0-5 0,-2-2-5 0,3-1 17 0,1 0 3 16,0-3 1-16,-2-2 2 0,0 0-1 0,-2-3-1 15,-1-2-15-15,-1-4-5 0,-1 1-2 0,-1-4-3 16,-1-3 0-16,-3 1-1 0,-2-4-1 0,1-2 1 15,-4-2-2-15,-2-2 0 0,-3 0-1 0,-2-2 1 16,-2-4 4-16,-2-1 1 0,-2-2 3 0,-2 1 1 16,1-2 1-16,-5-2 6 0,1 1 0 0,-2-2-1 15,-2 0-1-15,-2-3-1 0,-1 0-1 16,0-2-8-16,-1 1-4 0,-2-1-3 0,0 1-3 16,2 0-10-16,-1-3-16 0,1 3-29 0,0 2-56 15,-2-4-76-15,3 0-159 0,-1 0-271 0,4 1-322 16,2 0-363-16,2-1-308 0,1 0-15 0,2 0 708 15</inkml:trace>
  <inkml:trace contextRef="#ctx0" brushRef="#br0" timeOffset="1260.67">4411 1935 300 0,'-3'6'674'0,"-2"-2"275"0,2-1 87 15,1-1-237-15,0-1-275 0,2 0-142 0,2-1-103 16,1-1-44-16,2 0-8 0,3-1 6 0,4 0-11 16,1 0-16-16,4-3-18 0,1 1-17 15,4 1-20-15,2-2-28 0,1 1-21 0,2 1-19 16,2 0-11-16,-1-1-20 0,2 0-24 0,-1 2-17 16,-1 0-11-16,0 0-7 0,-1 1-4 0,0-1 5 15,-3 1 2-15,-5-2-30 0,0 3-57 0,-5-2-88 16,-3 2-146-16,-3 0-207 0,-2 0-317 15,-4 0-299-15,-2 0-223 0,-5 0 53 0,-1 0 484 16</inkml:trace>
  <inkml:trace contextRef="#ctx0" brushRef="#br0" timeOffset="1531.64">4719 1707 65 0,'13'0'255'0,"-2"1"159"0,3 1 201 15,3-1-19-15,4 2-34 0,1-1 9 16,2 1 24-16,1-2-29 0,2 0-81 0,1 1-89 16,-1 0-86-16,2 0-42 0,-2 2-43 0,-2 0-34 15,-1 0-18-15,-2 3-23 0,-3 0-12 0,-2 1-35 16,-4 0-22-16,1 0-22 0,-4 1-18 0,-4 1-6 16,0 2-9-16,-3 1-5 0,-1 2-6 15,-4 1-7-15,-4 1-3 0,0 1-4 0,-2 0-1 16,0 3-3-16,-6-2-15 0,1 5-54 0,-3-4-57 15,0-1-132-15,-1 0-183 0,1-2-302 16,-1-2-312-16,4-3-248 0,-1 0-112 0,6-3 406 16,2-1 547-16</inkml:trace>
  <inkml:trace contextRef="#ctx0" brushRef="#br0" timeOffset="2211.86">5872 1964 102 0,'-4'7'402'0,"0"-3"246"15,1-1 159-15,1-1-85 0,-1-4-194 0,5-2-79 16,-1-1-62-16,1-7-36 0,1-3-23 0,3-1-15 15,0-5-50-15,2-3-59 0,-1-4-42 16,5-4-31-16,1 0-27 0,-2-2 9 0,5-2 9 16,-2 1 12-16,0 1 8 0,-1 3-3 0,-2 3-3 15,0 4-31-15,-4 6-24 0,-1 2-21 0,0 4-21 16,-3 3-9-16,2 1-3 0,-3 4-4 0,-1 2-4 16,2 4 5-16,-3 2 2 0,2 6-8 0,0 4-7 15,-1 3-3-15,1 4 0 0,-1 2-11 0,1 3-4 16,2 1 4-16,1 2 2 0,0-1 2 0,1-1-1 15,1-3 2-15,2 0-1 0,-1-3-3 16,0-4 3-16,2-4-3 0,0 0 1 0,0-5 1 16,1-3 1-16,3-5 1 0,-1-5 2 0,1-3 7 15,2-9 1-15,0-2 3 0,0-5-1 0,-1-1-1 16,0-2-3-16,0 0-8 0,-2 2-3 16,0-1 1-16,-4 5-1 0,-1 3 2 0,-1 5 2 15,-1 0 1-15,-3 5 0 0,0 2 0 0,0 1 0 16,-1 2 0-16,-2 3 0 0,0 5 1 0,0 2 3 15,0 6-1-15,-2 1 0 0,2 5 0 16,-1 3 0-16,-1 0-3 0,2 4-2 0,0 1 0 16,0 1-1-16,3-2-3 0,-1 0-3 0,1-1-12 15,2-2-49-15,1-4-64 0,0-3-73 0,2-1-139 16,0-7-186-16,2-3-318 0,2-5-265 0,1-4-206 16,4-5-39-16,-2-4 424 0,2-5 499 0</inkml:trace>
  <inkml:trace contextRef="#ctx0" brushRef="#br0" timeOffset="2533.98">6667 1587 347 0,'3'-4'701'16,"-3"4"326"-16,-3 4 123 0,2 0-293 0,-4 4-242 0,0 1-162 15,0 4-71-15,0 2-60 0,1 5-54 16,-4 2-38-16,3 1-36 0,0 1-34 0,-1-3-46 16,3 2-40-16,1-6-33 0,-1 1-22 0,4-3-10 15,3-6-7-15,-1 1-2 0,3-6-2 16,4-2 0-16,2-6 0 0,0-3-2 0,3-5-6 15,0-3-15-15,0-6-22 0,1-1-23 0,1-4-20 16,-2 0-16-16,0 1-3 0,0-3 12 0,-3 5 18 16,-2 1 28-16,0 0 17 0,-4 4 22 15,0 3 9-15,-1 3 10 0,-4 2 22 0,1 4 11 16,-2 3 24-16,-2 1 10 0,1 5 14 0,-2 3 3 16,-1 4-5-16,-3 4-9 0,2 3-14 0,0 2-11 15,0 2-14-15,0 2-14 0,2-1-7 0,2 2-8 16,-2-3-7-16,6 0-5 0,-2-3-21 0,2-1-57 15,4-2-48-15,-1-3-111 0,1-4-150 16,5-2-219-16,-2-4-300 0,1-2-239 0,3-3-194 16,-1-3 176-16,2-4 473 0</inkml:trace>
  <inkml:trace contextRef="#ctx0" brushRef="#br0" timeOffset="2957.52">7119 1602 196 0,'5'12'584'0,"-2"4"318"0,-1 2 193 0,2 3-132 15,1 0-283-15,-2 2-202 0,2 1-118 0,0 3-80 16,1 0-83-16,0 3-73 0,1 1-42 0,-1 2-27 16,2 1-24-16,0-1-18 0,-2 1-11 15,1 0-2-15,-1-4-2 0,0 0-3 0,0-4 3 16,-1 0 3-16,0-6-1 0,0-2 3 0,-2-3-3 16,-1-4 3-16,-1 0 10 0,-1-7 0 15,0-2 6-15,-1-4 5 0,-1-4 2 0,0-5-3 16,-1-6-13-16,-2-2 1 0,2-5-3 0,-2-4-5 15,-2-8-3-15,2-5-2 0,-1-6 0 0,-1-2 2 16,4-3-7-16,0-2-2 0,0 1 1 16,3 2 3-16,0 3 5 0,4 0-1 0,-1 4 4 15,2 5 2-15,2 2 2 0,-1 6-1 16,1 1-1-16,0 7 1 0,1 3-3 0,-3 6 4 16,0 2-1-16,1 4 1 0,3 2 4 15,-4 6 6-15,2 1 9 0,-1 6 2 0,0 4 1 16,-1 3-3-16,-2 4-6 0,0 4-6 0,-1 1-3 15,-2 6 0-15,1 4-3 0,-2 1-1 0,1 5 1 16,-2-1 0-16,1-1-8 0,-1 1-5 0,0-4-14 0,1-2-35 16,1-5-33-16,-2-3-85 0,2-6-122 0,0-5-163 15,2-4-263-15,-1-6-251 0,3-6-226 16,-1-4 22-16,3-8 344 0,-1-3 415 0</inkml:trace>
  <inkml:trace contextRef="#ctx0" brushRef="#br0" timeOffset="3270.46">7440 1444 211 0,'5'-7'527'0,"-2"3"310"16,0 4 220-16,0 5-183 0,1 1-190 0,-3 2-156 16,2 3-120-16,-1 0-79 0,1 4-67 0,3 2-47 15,-3 1-30-15,2 2 0 0,-2 2-8 0,2-1-24 16,-1 1-31-16,0-1-28 0,2-1-22 0,-3-1-27 16,2-2-20-16,2-2-9 0,-1-2-7 0,-1-4-1 15,1-1 4-15,0-4 3 0,-1-2 3 16,2-4 4-16,-1-2 3 0,1-4-1 0,0-2 0 15,-1-4-4-15,1-1-1 0,0-3-1 0,0-2-1 16,-2-2 2-16,-1-2 0 0,1-3 2 0,0 0 1 16,1-3-8-16,-3-1-4 0,2-1-5 15,0 0-2-15,-2 6 1 0,0 2 2 0,0 4 9 16,1 4 3-16,-3 4 1 0,2 3-3 0,-3 2-6 16,2 0-5-16,-1 6-5 0,1 1-2 0,-1 4 2 15,1 6-5-15,0 0-21 0,-1 3-67 0,1 5-67 16,-1-1-130-16,1 2-200 0,0 1-309 0,1 1-336 15,0 0-237-15,0 1-112 0,3-1 418 0,1 3 588 16</inkml:trace>
  <inkml:trace contextRef="#ctx0" brushRef="#br0" timeOffset="3456.26">7965 1861 295 0,'-6'16'1132'0,"1"-2"462"0,-1 0-135 0,1-2-299 15,0-3-481-15,2-2-290 0,0-1-186 16,0-1-92-16,1-4-52 0,2 0-60 0,2-2-87 16,2-2-113-16,1-3-190 0,2 2-293 0,-1-4-329 15,6 1-335-15,-2-3-162 0,4 3 300 0,0 1 650 16</inkml:trace>
  <inkml:trace contextRef="#ctx0" brushRef="#br0" timeOffset="8038.75">4219 6561 72 0,'-3'-2'235'16,"-2"2"122"-16,2-3 48 0,0 1-43 0,-3 1-25 16,1 0 9-16,0-3 55 0,2 3 94 15,-2 0 54-15,2-1-6 0,-3 2-44 0,3 0-69 16,0 0-76-16,0 0-89 0,1 2-53 15,-1-1-34-15,1 0-24 0,2 3-16 0,-3-3-19 16,3 5-29-16,0-1-26 0,2 3-19 16,-1 0-12-16,2 3-1 0,2 1-8 0,0 0 0 15,1-2-1-15,2 1-1 0,-2 0-7 0,3-3-8 0,1 0 0 16,0-4-1-16,0-1-1 16,0 0-2-16,0-3 4 0,1-3 5 0,0-3-3 15,-1-1 4-15,-1-3 3 0,0-1 5 0,-2-2 2 16,-1 0 2-16,-3 1 8 0,-1 0 9 15,0 2 1-15,-4 0 3 0,-1 0 2 0,0 1-3 16,-2 2-2-16,-2 1-7 0,0 0-6 0,-1 3-7 16,-2 0-7-16,1 1-5 0,-1 2-4 15,1 2-1-15,-2-1-3 0,1 2-2 0,4 2-1 16,-2-1 0-16,3 3 0 0,-2 3 0 16,2-1 0-16,1 2 0 0,3-1 0 0,-1 2-1 15,2-2 0-15,2 1-2 0,1-3-1 0,0 3 0 16,2-4 5-16,4-1 3 0,-1 0-8 15,2-2-32-15,4-1-74 0,-1-3-92 0,2 0-175 16,1-1-295-16,1-1-334 0,3-2-343 16,2-2-181-16,1 1 205 0,4-3 655 0</inkml:trace>
  <inkml:trace contextRef="#ctx0" brushRef="#br0" timeOffset="8883.25">6487 6576 223 0,'1'-2'523'16,"2"2"256"-16,-1-2 190 0,0 2-146 0,-1 0-184 16,1 0-139-16,-1 0-90 0,-1 0-71 0,2 0-79 15,-2 0-73-15,2 2-45 0,-1 0-8 16,1 0-9-16,0-1-11 0,-1 0-11 0,2 1-14 16,0 0-17-16,0-1-33 0,0 0-12 15,1-1-6-15,0 0 29 0,3-1 20 0,-1 0 6 16,2-3 9-16,-2-2 4 0,-1 0 3 0,2-3-25 15,-3 2-13-15,2-3-3 0,-3 2 2 16,-1-1 0-16,-2 1 5 0,0 1-1 0,-3 2-3 16,1-1-5-16,-4 4-10 0,3-1-11 0,-2 2-10 15,-1 1-8-15,-1 1-7 0,1 2-2 16,-3 3-2-16,1 1-2 0,1-1-3 0,1 3 0 16,-1 0-1-16,2-1-8 0,0 2-18 15,0-1-50-15,2 2-68 0,-2-3-111 0,-1 1-176 16,3 2-297-16,-2-1-328 0,2 1-292 15,-4 2-160-15,1-3 295 0,-2 5 628 0</inkml:trace>
  <inkml:trace contextRef="#ctx0" brushRef="#br0" timeOffset="10064.77">4237 8700 124 0,'0'1'324'0,"0"2"153"0,-3 1 137 0,1 0-141 16,2 0-117-16,-1 4-70 0,1-2-7 0,0 1 0 15,1 0-25-15,1 3-9 0,1-1-17 16,0 0-16-16,0-2-46 0,0 1-39 0,2-1-28 16,-2-1-41-16,2 0-27 0,-2-1-13 15,2-3-4-15,-2 2-3 0,-2-3 33 0,1 0 63 16,1-1 44-16,-1 0 27 0,-2-2 22 16,0-2 17-16,0 0 3 0,0-4-10 0,0 1-1 15,-3-2-16-15,-2 0-23 0,2 2-20 0,-3-2-36 16,-1 0-38-16,3 4-33 0,-1 1-19 15,1-1-8-15,1 2-5 0,-1 0 2 0,2 2-2 16,2-1-4-16,2 4-4 0,1-1-55 0,0 2-65 16,3 1-112-16,1 1-167 0,1 1-299 0,4 0-326 15,3-1-263-15,3-1-160 0,4-2 291 16,1-2 582-16</inkml:trace>
  <inkml:trace contextRef="#ctx0" brushRef="#br0" timeOffset="11666.44">4161 10741 117 0,'-3'6'362'0,"1"2"189"15,-1-1 164-15,3 2-92 0,0-2-130 16,2 2-78-16,1-1-13 0,0 1-18 0,2-1-37 16,1-1-56-16,2-2-33 0,-2-1-37 0,1-2-42 15,-1-1-33-15,3-1-3 0,-2-1 49 16,1-3 12-16,0 0 2 0,-1-2-11 0,0-1-12 16,-1-2-25-16,-1 0-55 0,-2-1-39 15,2 0-25-15,-2 1-15 0,-2 0-9 0,1 3-8 16,-1 0-2-16,-1 3-5 0,2 0-6 0,-2 0-25 15,2 3-66-15,-1 2-97 0,1-1-178 16,3 5-283-16,-2 2-318 0,3 2-327 0,3 0-179 16,1 3 237-16,3-1 642 0</inkml:trace>
  <inkml:trace contextRef="#ctx0" brushRef="#br0" timeOffset="12389.97">6749 10912 75 0,'-1'-6'589'0,"-1"3"451"15,0 0 197-15,1 2-94 0,1-2-409 0,-2 1-293 16,4 2-178-16,-1 0-90 0,3 2-40 0,-1 1-19 16,3-1-9-16,2 2 30 0,-2 0 4 15,2-1-9-15,-1-1-21 0,0-1-17 16,1 1-8-16,-1-2-32 0,-1 0-19 0,-1-2-12 16,3-1-7-16,-2 0-5 0,-1 0-5 0,0-2-8 15,-1 1-3-15,2 0-54 0,-2 0-63 16,-1-1-154-16,-2-1-272 0,-1 0-294 0,0 0-341 15,2-2-236-15,0-1 19 0,-1-4 605 0</inkml:trace>
  <inkml:trace contextRef="#ctx0" brushRef="#br0" timeOffset="13629.94">9105 6477 194 0,'-2'1'431'0,"1"0"222"0,1-1 201 0,0 2-117 16,0-2-118-16,0 0-88 0,1 3-69 0,-1-3-74 16,0 0-101-16,2 0-84 0,-1 0-70 15,-1 0-50-15,0-3-23 0,0 3-11 0,2-3 1 16,-2 2 16-16,3-3 29 0,-1 0 34 0,1 1 28 16,0-2 15-16,-1 1 6 0,0 1-10 0,-1-1-24 15,-1 2-27-15,2-1-27 16,-2 2-24-16,0-1-16 0,0 2-12 0,-2 0-8 15,2 0-6-15,-1 0-6 0,-1 3-5 0,0-1-5 16,1 1-4-16,-1 1-4 0,-1 1 0 0,3-1 1 16,-2 2-2-16,2-2 1 0,-1 2 0 0,-1-1 0 15,2-3-1-15,0 3 0 0,-2-4 0 16,2 1-1-16,0-2-5 0,0 3 1 0,0-3-1 16,2 0 1-16,-2-3-19 0,2 2-54 15,-1 0-58-15,1 0-91 0,-2-4-161 0,3 5-236 16,-1 0-314-16,-1 0-250 0,3 3-197 0,-3 0 113 15,2-1 532-15</inkml:trace>
  <inkml:trace contextRef="#ctx0" brushRef="#br0" timeOffset="14538.19">9159 8667 96 0,'-5'7'523'0,"0"2"383"0,1 1 231 0,-1-2-74 15,0 1-324-15,-1 2-253 0,3-1-154 0,0 1-107 16,1 1-79-16,0 0-59 0,2-2-37 0,0-1-18 15,2 0-15-15,0-2-8 0,-1-1-2 16,2-1-3-16,2 0-1 0,-2-4 0 0,2 0-1 16,0-1 10-16,1-2 13 0,0-2 30 15,0-3 32-15,-1 0 35 0,0-4 33 0,1 1 14 16,-4 0 0-16,3-1-13 0,-5 0-21 0,1 2-25 16,-1 2-22-16,-1-1-19 0,1 1-16 0,-2 2-16 15,1 1-8-15,-1-1-11 0,0 3-8 16,2 0-6-16,-1 0-6 0,-1 2-9 15,1 4-39-15,-1 0-71 0,-1 1-102 0,1 5-173 16,-1 0-295-16,-1 0-328 0,2 3-330 0,0 2-167 16,1 0 246-16,-1 3 649 0</inkml:trace>
  <inkml:trace contextRef="#ctx0" brushRef="#br0" timeOffset="15521.41">9061 10868 49 0,'2'4'388'0,"-4"0"257"0,2 1 169 16,2 1 39-16,-1-2-211 0,1 2-153 0,1-2-87 16,1 1-54-16,-1-2-35 0,2 0-67 15,-1-1-63-15,0-1-57 0,0-1-38 0,0-1-18 16,2-1 12-16,-1-3 32 0,0 1 35 15,1-2 30-15,-1-1 10 0,0-4-3 0,-1 2-16 16,-1-2-25-16,-1 1-31 0,0-2-25 16,-2 1-14-16,0 1-9 0,-2 3-4 0,-1-1-3 15,0 1-6-15,-2 0-5 0,2 4-6 0,-2 1-7 16,2 1-9-16,0 1-8 0,-2 1-9 16,2 4-5-16,0 1-3 0,0 1-4 0,1 2-1 15,2-2-3-15,2 2-13 0,1 0-34 0,0-1-72 16,0-1-69-16,2-5-121 0,1-2-183 15,1 0-307-15,0-5-305 0,5-4-209 0,-1-4-114 16,4-4 349-16,0-3 557 0</inkml:trace>
  <inkml:trace contextRef="#ctx0" brushRef="#br0" timeOffset="16636.38">11704 6259 288 0,'-3'6'564'0,"-2"3"260"16,2 2 181-16,2-1-197 0,-1 2-183 15,-1 0-128-15,0 0-94 0,3 0-81 0,0-1-94 16,0-1-87-16,0 1-58 0,3-4-36 0,0-1-20 16,0-2-7-16,0 1 30 0,2-2 44 15,0-3 32-15,1-2 11 0,2-4 4 0,0-1-4 16,0-3-30-16,0-2-24 0,1-2-16 15,1 1-5-15,-4-2 4 0,1 1 6 16,-4 2 3-16,1 2-6 0,-2-1-4 0,-2 4-6 0,0-1-9 16,-2 3-8-16,-2 3-9 0,-1-2-9 15,2 3-8-15,-2 2-7 0,-1 3-5 0,-1 0-1 16,1 1-2-16,0 3-1 0,-1 3-1 16,3 1-2-16,-1 0-1 0,2 1-4 0,-2-1-24 15,4 2-67-15,-1 2-71 0,-1-3-139 16,1 3-231-16,-1 2-318 0,1 0-341 0,-1 3-234 15,0 0-55-15,0 4 523 0</inkml:trace>
  <inkml:trace contextRef="#ctx0" brushRef="#br0" timeOffset="17327.71">11747 8581 215 0,'8'0'555'0,"-5"1"245"0,2-1 101 0,-2-1-163 0,2 1-186 16,1-1-138-16,0-3-66 0,-1 0-36 16,2-2-22-16,-1-3-52 0,0-1-63 0,3 0-49 15,-2-3-28-15,-1 0 7 0,2-1 25 16,-2 0 37-16,1 1 21 0,-4 1 10 0,2 1-3 16,-4 0-17-16,-1 1-26 0,0 2-29 0,-3 2-24 15,-2 1-20-15,0 2-17 16,-2 2-15-16,-1 4-15 0,0-1-10 0,0 6-8 0,-3 1-6 15,3 3-4-15,0 0-2 0,-1 2-2 0,3-1-1 16,1 2-3-16,3 0-1 0,0 3-1 16,4-4-18-16,0 1-59 0,1 0-72 15,3-3-135-15,3 1-229 0,0 1-315 0,3-2-356 16,1 1-281-16,1 1-83 0,2 1 519 0,0 0 646 16</inkml:trace>
  <inkml:trace contextRef="#ctx0" brushRef="#br0" timeOffset="18090.78">11793 10709 271 0,'0'3'610'0,"0"4"321"0,0-1 187 0,0 0-225 16,2 1-236-16,-1 2-146 0,2 1-82 0,-1 1-78 16,4 2-85-16,0-3-58 0,-1 0-44 15,0-1-43-15,1 0-44 0,-1-2-33 0,2-2-19 16,0-2-12-16,-2 0 16 0,3-3 11 15,-3-3 7-15,2 0 2 0,-2-3 0 0,0-1 1 16,-2-2-20-16,0 0-12 0,-1-4-8 16,0 4-4-16,-2-1-2 0,-2 1-4 0,0 1-6 15,-2 1-44-15,-1 3-61 0,-2 1-102 0,-3 1-172 16,0 5-297-16,-4 2-324 0,0 3-281 0,-4 5-161 16,-1 1 273-16,-3 5 599 0</inkml:trace>
  <inkml:trace contextRef="#ctx0" brushRef="#br0" timeOffset="19314.28">4291 13164 8 0,'0'-2'255'15,"0"2"175"-15,0 0 183 0,0 0 10 0,-2-1-108 16,2 1-85-16,0-2-19 0,0 2-15 0,2-3-12 15,-2 2-15-15,1-2-30 0,1-3-44 0,2 0-65 16,-2-3-48-16,-1 0-38 0,1-2-22 16,0 1 11-16,-1-1 29 0,-1 1 22 0,2-1 11 15,-4 4-1-15,2-2-16 0,-1 3-33 16,-3 0-36-16,1 4-31 0,-1-1-23 0,1 1-18 16,-2 4-12-16,2 1-9 0,-2 2-5 15,-2-1-3-15,3 4-2 0,-2 0 0 0,1-1-2 16,2 2-9-16,0 1-2 0,-1-1-5 0,3 0-3 15,1-1 6-15,0 1 3 0,1-1 7 16,1-1 5-16,1 0-10 0,2-1-64 0,0-1-71 16,1-1-132-16,0-1-189 0,2-2-309 15,0 1-342-15,3 0-247 0,2-1-112 0,2-1 406 16,0-1 578-16</inkml:trace>
  <inkml:trace contextRef="#ctx0" brushRef="#br0" timeOffset="20077.91">6879 12921 129 0,'-8'4'446'0,"2"2"279"0,-2 0 228 0,0 2-88 16,2-2-214-16,1 1-164 0,2 1-113 0,-1-2-87 15,3 0-84-15,-1 0-68 0,2 0-51 0,0 0-33 16,2-2-19-16,-1-1-17 0,1 0-3 16,0-1 4-16,-1-1 17 0,2-2 12 0,-1-2 14 15,1 0 17-15,-1-3 20 0,1 1 12 16,1-1 15-16,-2-1 9 0,0-1 7 0,-1-1-3 15,1 0-9-15,-1 2-17 0,-1-1-23 0,0 2-20 16,0 0-18-16,0 2-15 0,0 2-13 0,0-1-11 16,-1 2-10-16,1 0-32 0,0 3-63 15,0 1-96-15,1 3-174 0,-1 2-291 0,2 0-311 16,1 3-306-16,2 1-173 0,3 1 235 16,1 0 620-16</inkml:trace>
  <inkml:trace contextRef="#ctx0" brushRef="#br0" timeOffset="20882.37">9073 12994 245 0,'-6'9'554'0,"3"0"257"16,-2 1 148-16,4 0-206 0,-1-1-244 0,2-2-161 15,0 1-93-15,0-2-76 0,2-2-62 16,-1-1-21-16,4-1 13 0,-2-2 20 0,3-2 8 15,-1-2 9-15,0-2 18 0,1-1 3 0,-1-1 9 16,0-3 17-16,2 2 13 0,-2-1 4 16,0-1-11-16,-2 2-29 0,1 0-33 0,-3 2-33 15,1 2-27-15,-1 1-17 0,-1-1-15 16,2 5-8-16,-2-5-10 0,0 5-9 0,0 0-9 0,0 2-8 16,0 3-5-16,3-1-15 0,-2 5-52 15,-1 1-69-15,2 1-117 0,3 1-182 0,-2 2-303 16,3-1-333-16,2 1-284 0,3-2-141 0,2 0 354 15,4 1 616-15</inkml:trace>
  <inkml:trace contextRef="#ctx0" brushRef="#br0" timeOffset="22063.79">11812 13015 167 0,'1'7'398'0,"1"-2"211"16,-1 1 154-16,-1 0-143 0,0-4-123 15,2 1-82-15,-2-2-42 0,2 1-33 0,-1-1-37 16,1-1-41-16,1-1-36 0,2-1-31 0,0-2-35 15,0 2-44-15,0-5-35 0,0 1-17 16,2 0-15-16,-1-2-19 0,-1 2-5 0,1-2 1 16,0 3 7-16,-1-1 10 0,0 2 20 15,-2-1 33-15,0 2 36 0,1 1 30 0,0-1 16 16,-4 2 2-16,3 1-16 0,-3-3-29 0,0 3-32 16,0 0-29-16,-3 0-22 0,3 0-20 15,-3 3-12-15,0-2-4 0,1 6-5 0,-1-1-2 16,0 2-4-16,1 3-2 0,-1 2-2 15,3 0-1-15,-1 3-3 0,2-1 0 0,-1-1-1 16,3 2-1-16,-1-4 1 0,3 1-3 0,-2-4 1 16,3-1-2-16,0-2 0 0,-1-3-3 15,0-2-5-15,2-2-4 0,-3-4-3 0,2-2-4 16,-1-2-3-16,0-2 3 0,-2-1 4 0,0 0 6 16,-1 0 7-16,0 2 9 0,-1 1 3 15,-1 0 3-15,-1-1 6 0,-1 4 1 0,0 0-3 16,1 2-1-16,-3 1-1 0,1 0 0 15,0 2-3-15,0-1-4 0,0 2-2 0,-2 2 2 16,4 1-2-16,-2 1-5 0,1 0-40 0,0 4-59 16,-1-2-82-16,1 2-164 0,1 0-295 15,-1-1-315-15,4-1-291 0,-1 0-181 0,3-2 164 16,1-2 613-16</inkml:trace>
  <inkml:trace contextRef="#ctx0" brushRef="#br0" timeOffset="23911.31">9742 6259 36 0,'6'2'226'16,"-2"1"100"-16,0-2 88 0,-2 1-123 0,4 0-122 15,-1 1-79-15,0-1-39 0,4 3-16 16,1-2-4-16,3 1-2 0,2 1 10 0,6-1 0 15,1 1 0-15,7 1-3 0,5-3-5 0,4 1-3 16,6 0-15-16,5 0 1 0,2 0-6 16,6-1 2-16,3 0 21 0,5 2 5 0,3-2 17 15,4 0-20-15,3-1-9 0,4 1-7 16,3-3-26-16,4 0-5 0,1-4 6 0,1-3 22 16,0 2 7-16,-1-4 13 0,-1 0 13 15,-1-1 3-15,-1 2-18 0,-3 1-5 0,1 1 2 16,-5 2-10-16,-5 0-5 0,-6 6-8 0,-3 1-6 15,-6 3-16-15,-5 4-38 0,-4 1-85 16,-6 4-236-16,-5 0-114 0,-6 0-23 0,-4 0 70 16,-6 0 136-16</inkml:trace>
  <inkml:trace contextRef="#ctx0" brushRef="#br0" timeOffset="24866.03">9331 8563 96 0,'17'3'274'0,"1"0"108"16,4-1 90-16,3 1-192 0,5-1-131 15,3 2-75-15,2-2-44 0,7 0-15 0,3 1 19 16,3-3 15-16,4 1 12 0,6-1 9 0,6-1 9 15,5 1 0-15,4-3-36 0,3 1-20 16,4 0-21-16,1-2-18 0,1 0 1 16,2 0 5-16,0-1 6 0,3-2 8 0,2 1 6 15,2 1 7-15,2-1-11 0,2 0-14 0,0-1-17 16,-1 0 3-16,-1 1 7 0,0 0 7 0,-1 2 6 16,0 0 10-16,-4 1 13 0,-1 3-25 15,-5 1-58-15,-3 2-186 0,-5 3-162 0,-4 0-61 16,-3 4 27-16,-7-2 101 0</inkml:trace>
  <inkml:trace contextRef="#ctx0" brushRef="#br0" timeOffset="25504.65">10188 10479 207 0,'11'8'394'0,"2"0"139"0,3 3 82 16,4-1-268-16,5-1-172 0,7 2-92 16,6-3-24-16,5 4-9 0,6-6 8 0,6 1 3 15,5-2 8-15,6-3 8 0,9-2-17 16,5-2-13-16,3-4-15 0,5-3-21 0,3-1-22 16,0-2 3-16,3-1 8 0,0-4 0 15,3 1 8-15,5-1 7 0,-3-2-12 0,-1 1-100 16,-2 1-275-16,-6 1-174 0,-3-1-76 0,-5 1 27 15,-9-2 145-15</inkml:trace>
  <inkml:trace contextRef="#ctx0" brushRef="#br0" timeOffset="26339.19">12846 6717 194 0,'2'-4'379'0,"-1"2"155"0,-1 2 63 16,0-2-154-16,2 2-119 0,-2-3-56 0,0 3-2 15,0-2 12-15,0 1 11 0,0 1 5 0,0 0-9 16,0 0-20-16,1 0-13 0,-1 1-18 16,0 4-27-16,2-1-32 0,-2 5-25 0,2 4-20 15,-1 2-23-15,2 4-16 0,-1 4-7 0,-1 2-3 16,2 5 30-16,-1 3 15 0,0 3-1 16,-1 5-14-16,-1 4-13 0,2 2-9 15,-2 1-35-15,-2 2-21 0,2 3-14 0,-1-2-9 16,-1 1-4-16,0-2-3 0,2-2-3 0,-1-2 0 15,-1-1 6-15,2-5 0 0,0-2 3 16,0-5-2-16,0-4-5 0,0-5-1 0,0-5-9 16,0-3-25-16,-1-4-41 0,-1-4-36 0,2-1-36 15,-3-6-71-15,0-1-101 0,-2-3-104 16,2-3-104-16,-2-3-197 0,0 0-248 0,-1-1-122 16,-2 0 103-16,2-2 298 0,-2 1 318 0</inkml:trace>
  <inkml:trace contextRef="#ctx0" brushRef="#br0" timeOffset="26631.03">12667 7479 106 0,'2'10'326'0,"1"2"148"0,0 3 145 0,2 0-93 15,1 7-70-15,2-1 9 0,0 4 40 16,3 4 17-16,0-1-36 0,-1 4-64 0,4 4-91 15,-3-1-96-15,3 1-82 0,-3 1-46 16,3 1-36-16,-2-2-21 0,0-3-17 0,2-1-10 16,-1-6-4-16,1-1-12 0,-1-6-2 15,3-4-5-15,-2-2 1 0,0-6-1 16,0-1 3-16,-2-6-1 0,2-6-2 0,-3-2 1 0,1-5-5 16,0-2 0-16,-3-5-4 0,0-1-7 0,-1-2-12 15,-3 0-26-15,-2-4-79 0,-3 0-123 16,-3-2-164-16,-2 1-289 0,-1-3-262 15,-3 0-206-15,-2-3 66 0,-1-5 375 0</inkml:trace>
  <inkml:trace contextRef="#ctx0" brushRef="#br0" timeOffset="26966.56">12745 6784 91 0,'0'0'360'0,"0"0"187"0,0 0 137 15,0 0-70-15,1 0-174 0,-1-3-82 0,4-1-21 16,-3-1 11-16,4-1 16 0,1-3-12 0,2-1-30 16,-2-2-54-16,2-4-54 0,2 1-44 15,1-3-45-15,0-1-36 0,1 1-31 0,1-3-14 16,-2 0-13-16,3 2-12 0,-1-1-1 15,1 0-3-15,-3 6-2 0,1-1-6 16,-2 3 0-16,0 4-1 0,-2 2-3 0,1 4-2 0,-1 2-1 16,-1 2-1-16,-1 6-1 0,-1 2 1 15,2 4-2-15,-2 2-6 0,-1 4-12 0,-1 4-59 16,-2 1-134-16,3 1-168 0,-3 5-290 0,2-1-270 16,-1 3-247-16,4 2-9 0,-1 1 387 15</inkml:trace>
  <inkml:trace contextRef="#ctx0" brushRef="#br0" timeOffset="27522.15">13608 7374 43 0,'3'-9'461'0,"-4"0"401"0,-3 2 289 0,1-3 5 15,-2 3-352-15,-2 1-192 0,0-1-129 0,-1 5-102 16,0-2-87-16,-1 2-58 0,0 2-47 0,-3 5-58 16,-2 1-53-16,1 2-28 0,0 4-16 15,-2 4-11-15,3 3-8 0,0 1-3 16,1 0-2-16,0 3-4 0,5-2-3 0,1 0 0 15,2-2-1-15,3-4-4 0,3-2 2 16,0-1 2-16,5-6 2 0,2-4 0 0,2-4 1 16,1-7-1-16,3-4 1 0,0-6 2 0,3-5-1 15,1-6-2-15,-1-5 0 0,0-4-1 16,2-4-2-16,-4-2-1 0,2-1-4 0,-3-1 1 16,1-1 1-16,-4 2 2 0,-1-3 0 0,-2 1-1 15,-3 2 3-15,-3 1 4 0,-2 2 0 16,1 3-1-16,-3 5 12 0,-3 4 6 0,1 4 7 15,1 7 0-15,-1 4 3 0,-1 3 0 0,1 4-11 16,-1 4-5-16,-2 4-10 0,2 7-3 16,1 3-4-16,-1 4-5 0,0 6 1 0,-1 6-1 15,1 1 1-15,-1 8 3 0,3 1 3 16,-3 8 3-16,4 0 2 0,-3 4 0 0,3 0 0 0,0 2-2 16,3-3-1-16,1-2-2 0,2-2-2 15,3-3-2-15,1-3-4 0,1-3-15 0,3-2-62 16,1-4-67-16,-2-2-135 0,2 0-214 15,1-3-305-15,-2 0-344 0,0 0-257 0,-1-1-82 16,-2-2 471-16,3 0 606 0</inkml:trace>
  <inkml:trace contextRef="#ctx0" brushRef="#br0" timeOffset="28759.61">19912 2938 120 0,'1'-7'325'0,"-1"1"152"0,2 0 132 0,-2 1-152 0,1 2-114 16,-1 2-62-16,0-1-39 0,0 2-6 15,0 5 26-15,-1 2 17 0,1 5 2 0,-2 7-5 16,2 3 28-16,0 6-17 0,2 7-32 16,-1 5-40-16,-1 5-32 0,2 10-15 0,-2 4-32 15,0 10 19-15,0 4-8 0,-3 6 15 0,0 6 9 16,-2 3-9-16,-1 7-15 0,-1 6-37 15,-1 6-20-15,-2 3-27 0,-2 7-14 0,0 0-7 16,-4 3-5-16,2 1-4 0,-5 1-4 0,0-2-2 16,5-4-11-16,-4-5-5 0,2-4-5 15,2-4-1-15,3-7-1 0,1-6 0 0,1-6-3 16,5-8 0-16,-1-5-1 0,1-6-1 16,3-7-1-16,-1-3-2 0,2-7-16 0,-1-3-52 15,1-6-59-15,0-6-54 0,0-4-99 0,0-7-146 16,0-4-173-16,-2-3-243 0,2-6-217 0,-2-3-190 15,2-6 86-15,-1-6 395 0,-1-4 403 0</inkml:trace>
  <inkml:trace contextRef="#ctx0" brushRef="#br0" timeOffset="29350.59">19741 2863 102 0,'-6'3'326'0,"1"0"171"0,-3-3 150 16,4 0-91-16,0-3-148 0,0 0-74 0,0-2-11 15,4-1-10-15,0-1 7 0,2-3-4 0,1-1-1 16,4-2-9-16,2-2-30 0,2-2-35 16,2-2-45-16,4-2-33 0,3-5-38 0,0 1-29 15,3-2 6-15,1-2 5 0,0 2 2 0,1 0-9 16,2 0 5-16,-2 2 16 0,2-1-15 16,-2 3-17-16,-4 3-10 0,-1 1-9 0,-1 2-15 15,-6 3-25-15,3 2-12 0,-7 5-9 0,1-1-4 16,1 5 0-16,-5 3-3 0,1 3 2 15,1 6 1-15,-4 4-5 0,0 6 0 0,-2 6 0 16,-2 5-5-16,-2 3-3 0,-2 4 7 0,0 6 10 16,-3 3 0-16,1 1 0 0,-1 3-1 0,1 0-2 15,2 0-11-15,-1 0-39 0,3-5-59 0,1 1-93 16,1-3-160-16,1-1-291 0,1-2-314 16,1 0-302-16,-1-1-190 0,2 0 215 0,1-1 603 15</inkml:trace>
  <inkml:trace contextRef="#ctx0" brushRef="#br0" timeOffset="30500.75">19074 5550 90 0,'0'3'326'0,"2"-3"158"0,-2 1 120 15,1-1-129-15,-1 0-191 0,5 0-129 16,-4 0-35-16,2-1-6 0,2 1 0 0,0 0 70 16,3 0 43-16,1 0 65 0,3 0 16 15,0 0-6-15,6 1-16 0,-1-1-43 0,2 0-7 16,1 0-43-16,6 0-41 0,-2 0-25 0,4-1-16 15,2 1-14-15,3-2-28 0,5 1-16 16,-2-1-9-16,4 1-5 0,1 1-2 0,0-2-18 16,4 2-12-16,-1 2-7 0,0-1-5 15,3 1 1-15,-2 2 1 0,2-1 6 0,-1 3 2 16,4 0 3-16,-2 2 4 0,4-1-2 16,2 2-3-16,3 1 0 0,-2 0-4 0,6 2-3 15,-1-2-3-15,1 2-3 0,4 0-1 0,0 1-1 16,4 0 4-16,-1-1 5 0,7 0 19 15,4 0 34-15,3-2 20 0,2 2 10 0,3 0 1 16,1 0-6-16,2 0-8 0,2 1-20 0,1 1 17 16,2 0 4-16,5 1 3 0,4 0 4 15,0 1-8-15,3 2-14 0,2 1-22 0,1-2 7 16,-1 1 1-16,5 3 1 0,3-2-2 0,0-2 3 16,3 3-9-16,1-1-14 0,-1 0-9 0,0-2-5 15,2 1-1-15,-1 0 0 0,3-2-2 16,0 0-3-16,-2-3 2 0,0 2-1 0,0-3 4 15,-4 2-2-15,1-1 0 0,0-2-2 0,-2 1-2 16,-4-2-1-16,-1 2-2 0,-5-1 3 16,-5 0 3-16,2 2 1 0,-7-3 1 0,-4 2-2 15,-3-2 0-15,-4 1-2 0,-7-3-2 16,-2 0-1-16,-5-1-2 0,-6-1 0 0,-4 0 2 16,-4-3 1-16,-6-2 0 0,-6 2 3 0,-2-3 0 15,-7 0 0-15,-6 0-3 0,-5-1 1 16,-6-1 9-16,-4 2 10 0,-5-1 7 0,-3-1 6 15,-2 1 0-15,-3-2 0 0,-3 2-6 0,0-3-12 16,-1 2-6-16,-2 0-5 0,-2-2-1 0,2 1-3 16,-2 1 0-16,2-1-2 0,-2 0 1 15,4 1 0-15,-4 2 0 0,2-5 0 0,-3 3-1 16,2-2 0-16,0 2-2 0,0-2-3 16,1 0-19-16,-2 0-48 0,2-1-64 0,-2-1-66 15,-1-1-117-15,2-2-167 0,-1-1-220 16,-2 2-258-16,2-3-211 0,1 2-138 0,-4-1 227 15,5-1 458-15</inkml:trace>
  <inkml:trace contextRef="#ctx0" brushRef="#br0" timeOffset="30763.34">25860 6098 167 0,'-2'-6'428'0,"1"2"249"16,-1 1 185-16,-1-1-187 0,3 2-187 0,3 1-139 16,-1-1-46-16,2 2-11 0,4 0-27 15,2 2-6-15,2 1-7 0,5-2-4 0,1 3-18 16,4 2-26-16,1 0-21 0,4 0-25 0,1 1 16 15,2 4 1-15,2-3-23 0,-2 1-35 16,0 0-22-16,-3 2-11 0,-4-1-34 0,-2 0-6 16,-4 3-4-16,-2 0-4 0,-3-1-1 15,-5 2-2-15,-3-1-1 0,-2 2-11 0,-4-2-9 16,-2 1-4-16,-5 0-2 0,-1 1-1 0,-3-2 1 16,0-1-6-16,-3-1 0 0,-1-1-3 15,1-1-25-15,-3-1-62 0,2-2-60 16,-5-2-110-16,1 0-163 0,2 1-277 0,-1 0-306 15,4-3-232-15,-2 3-159 0,4-3 261 0,2 1 531 16</inkml:trace>
  <inkml:trace contextRef="#ctx0" brushRef="#br0" timeOffset="31355.45">26291 6897 161 0,'4'-5'383'0,"1"1"182"0,3-2 143 16,1 2-128-16,4-2-140 0,-1 0-34 16,7-1 2-16,2 1-6 0,0 1-18 0,4-1-53 15,-2 4-62-15,1 0-62 0,-2 0-54 0,-1 2-42 16,-2 4-28-16,-3 0 2 0,-1 4 4 16,-4 1 24-16,-1 2 19 0,-2 6 10 0,-5 1-4 15,-5 3 2-15,-4 5-10 0,-2 1-27 16,-3 3-18-16,-5 1-18 0,0 2-10 0,-1 2-22 15,-1 1-11-15,0 0-10 0,2-2-7 16,-2 1-5-16,4-1-2 0,2-2-1 0,0 0-2 16,8-6 3-16,-1 0 0 0,5-3-1 15,6-6-1-15,4-1 0 0,3-4-3 0,4-2-43 16,3-6-55-16,4-4-50 0,3-4-97 0,2-6-146 16,2-3-169-16,3-3-179 0,-1-4-235 15,3-3-202-15,0-2 38 0,1 0 328 0,1-3 363 16</inkml:trace>
  <inkml:trace contextRef="#ctx0" brushRef="#br0" timeOffset="31649.57">27001 7167 33 0,'27'-15'255'16,"-4"4"182"-16,-8 2 204 0,-2 5 62 0,-1 4-48 16,-5 4-22-16,-2 5-38 0,-4 3-73 0,-1 4-86 15,0 6-95-15,-1 2-96 0,-2 2-80 0,-1 0-56 16,4 3-38-16,0-3-18 0,2 1-18 16,3-5-12-16,1 0-14 0,3-4-3 0,4-1-3 15,3-7 6-15,5-2 20 0,1-5 9 16,3-5 41-16,5-5 41 0,1-5 17 0,4-6-4 15,0-6-16-15,-2-1-11 0,2-3-36 16,-5-2-31-16,0 1-17 0,-4-3-9 16,-6 0-5-16,-2 1 0 0,-6 1-3 0,-2-2-4 0,-7 1-2 15,-3 1-1-15,-3 0-1 0,-7 1-2 16,-4 2 0-16,-2 0 1 0,-4 5-2 0,-6 2-2 16,0 7-16-16,-4 3-41 0,-5 6-37 0,0 4-30 15,-3 5-24-15,1 4-22 0,-2 3-10 16,3 1-4-16,1 3-47 0,2 2-86 0,3-1-113 15,3 3-196-15,2-1-264 0,5 0-162 16,3 0 54-16,4-1 273 0,4-3 320 0</inkml:trace>
  <inkml:trace contextRef="#ctx0" brushRef="#br0" timeOffset="31830.74">27267 7024 139 0,'34'-13'470'15,"-4"4"367"-15,0-2 276 0,1 1-137 0,1 1-272 16,1 0-151-16,-2 1-139 0,1 2-132 0,1 1-105 15,0 3-57-15,-1 1-39 0,1 1-28 0,-1 0-20 16,0 0-15-16,-1 1-7 0,2-1-4 16,-3 0-5-16,4 0-5 0,-4 0-22 0,0-4-78 15,-2 2-169-15,-3-3-286 0,-1 1-272 16,-5-2-279-16,2 1-197 0,-5-2 184 0,-2-2 550 16</inkml:trace>
  <inkml:trace contextRef="#ctx0" brushRef="#br0" timeOffset="33042.19">19515 1326 121 0,'1'-5'351'0,"-2"1"175"0,-1 1 123 0,2 0-152 0,0 0-209 16,0 3-50-16,0 0 14 0,3 5 33 0,-1 1 13 15,1 2 10-15,2 4 36 0,0 5-24 0,0-2-57 16,2 6-51-16,-2 1-18 0,2 2-17 0,-3 1-43 16,1 1-34-16,0 1-22 0,-1 1-19 15,0-2-24-15,-1 0-15 0,-2-1-9 0,3-1-9 16,-3-5 1-16,2 1-2 15,1-5-4-15,0-1-4 0,-2-2-23 0,0-5-76 0,0-4-124 16,-2-1-144-16,0-6-215 0,0-2-286 0,-4-2-226 16,-1-4 1-16,0-1 287 0,-1-3 370 0</inkml:trace>
  <inkml:trace contextRef="#ctx0" brushRef="#br0" timeOffset="33267.74">19331 1146 167 0,'5'-2'380'0,"0"-1"155"0,2 1 102 0,2 4-162 15,0 1-137-15,4-1-82 0,4 4 14 0,1-1 17 16,4 1 2-16,0 0-44 0,2 1-49 0,0-1-29 16,3 1-60-16,-1-1-42 0,1 0-25 0,0 0-13 15,0 1-9-15,-2 0-4 0,-2 0-4 0,-1 1 0 16,-2 0 14-16,-2-1-79 0,-5 2-122 0,-1 0-192 15,-4 1-265-15,-5 0-212 0,-1 1-143 16,-6 2 155-16,-2-3 328 0</inkml:trace>
  <inkml:trace contextRef="#ctx0" brushRef="#br0" timeOffset="33484.6">19308 1764 120 0,'8'13'297'0,"3"1"137"16,0-3 110-16,3-1-171 0,5-3-117 0,3-2-66 0,1-2-30 16,0-2-42-16,4 1-22 0,-2-4-39 15,0 2-23-15,1-3-15 0,-2 2-6 16,-2-2-5-16,-2 3-10 0,-4 0-47 0,0 0-79 16,-5 4-231-16,-4 1-161 0,-3 3-59 0,-4 0 47 15,-4 3 148-15</inkml:trace>
  <inkml:trace contextRef="#ctx0" brushRef="#br0" timeOffset="35272.75">25120 798 152 0,'-2'0'371'0,"1"-2"163"0,-2 0 117 0,3 0-153 16,3-2-134-16,1 0 14 0,5 0 41 16,2-1 11-16,3 1-1 0,0 0-14 15,7-1-54-15,-1 0-91 0,2 2-75 0,5-1-44 16,2 0-25-16,2 2-33 0,1 0-23 16,0 1-13-16,-1 1-10 0,-2 1-8 0,-4 3-19 15,-2 2-10-15,-6 3 14 0,-2 1 24 16,-5 5 17-16,-5 1 11 0,-5 3-3 0,-5 4-4 0,-7 0-17 15,-3 2-22-15,-4 2-16 0,-5 3-11 0,-4 0 2 16,-4 0 5-16,-5 3-1 0,0 2 7 16,-3 1 2-16,2 1 0 0,0 1-3 0,1-1-2 15,2-1-2-15,5-1-12 0,4-3-5 0,2-2 1 16,6-2 5-16,5-4-1 0,4-5 1 0,4-2 4 16,3 0-1-16,7-6-4 0,3 0 1 0,4-5-1 15,6-3 1-15,3-3-4 0,5-3-13 0,4-3-40 16,4-5-39-16,4 0-70 0,2-3-114 0,3-3-140 15,1-1-159-15,2-1-237 0,0-1-247 0,-2 1-111 16,1-1 167-16,1-1 360 0</inkml:trace>
  <inkml:trace contextRef="#ctx0" brushRef="#br0" timeOffset="35649.86">25976 1032 131 0,'6'-11'396'0,"-6"3"231"0,-4 2 190 0,-2 1-103 15,-2 3-118-15,-1 5-90 0,-5 1-64 0,-1 3-56 16,-2 2-51-16,-1 3-61 0,-4 1-65 0,1 5-45 15,0 4-28-15,-1 1-19 0,0 3-21 0,2 2-15 16,2-1-13-16,2 0-20 0,5-2-15 0,4-5-15 16,6-2-13-16,2-4-5 0,6-3-1 0,2-5-1 15,9-6 2-15,0-5-5 0,3-4 6 0,3-4-2 16,3-6-4-16,3-3 8 0,0-4-3 0,3-2 4 16,-1-4-3-16,-1-1 2 0,2-1 1 15,-1 0-7-15,-2 2 2 0,-1 0-2 0,-3-4-3 16,-4 3 3-16,-1 2 0 0,-2 0 6 0,-4 0 1 15,-5 2 3-15,-2 4 0 0,-1 3 1 16,-6 4 3-16,-2 1-3 0,-3 7 0 0,0 2-4 16,-4 5-2-16,-3 5-7 0,0 3-6 15,-5 7 0-15,2 4 3 0,-4 5 3 0,2 6 4 16,-1 1 3-16,3 5 6 0,-2 1 0 0,2 5-2 16,0-1-3-16,1 3 2 0,2-2 1 0,2 0-1 15,4-3 0-15,1-2-6 0,6-2 0 0,1-2-7 16,4-3-16-16,5-5-25 0,-1-1-41 0,6-3-108 15,0-5-150-15,0-5-206 0,2-2-281 0,3-3-257 16,2-1-153-16,-2-5 215 0,0-1 441 0</inkml:trace>
  <inkml:trace contextRef="#ctx0" brushRef="#br0" timeOffset="41519.64">26869 1052 139 0,'4'-6'382'0,"-2"2"242"16,-1 1 245-16,-1 0-54 0,0 0-102 0,-1 0-97 15,-1-3-87-15,-2 1-86 0,-1-3-79 16,0 4-73-16,2-1-44 0,-2 2-28 0,-1 0-26 16,-3 1-21-16,1-3-33 0,-2 4-38 0,-2-1-31 15,-3-2-22-15,1 1-12 0,0 1-14 0,-3 1-3 0,-1 1-1 16,-1 1-2-16,1 1-1 0,0 0-6 16,-3-1-4-16,4 3 0 0,0-2-4 0,0 4-2 0,2-4-2 15,2 1 5-15,1 0 2 0,2 0-3 0,2 0-2 16,2 0 3-16,0-1-2 0,-1 0 0 15,6 0-2-15,-3 1 0 0,4 0 2 0,2 0-3 16,1-1 2-16,0 3-2 0,7-2 3 0,-2 2 2 16,3-1 5-16,3 2 4 0,-1 0 2 0,4 0 2 15,1 0-3-15,0 2 2 0,3-1-6 0,-2 1-1 0,1 1-10 16,0 0-5-16,2-2 0 0,-4 2-3 16,2 1-1-16,-3-2-3 0,0 1 7 0,-3 1 4 15,-1-2 2-15,-2 1 2 0,-1 0-2 0,-4 0 1 16,2 0 2-16,-5-2 0 0,-2 3-1 0,-1-2 7 15,0-1 7-15,-3 0 4 0,-3-1-1 0,-2 0 0 16,0 2-1-16,-1-3-6 0,-4 1-6 0,0 0-5 16,0-1-2-16,0 1 0 0,-3-1 2 0,2-1 0 15,0 1 0-15,1 0 0 0,2-3 3 16,-2 2-1-16,4-2-3 0,0 1 1 0,5-3 0 16,-2 2 0-16,3-1-2 0,-1-1-3 0,4 0 1 15,0-1-1-15,2-1-7 0,1-1-32 0,2-1-57 16,2-2-49-16,2 2-70 0,-3-4-118 0,2-2-173 15,1 3-190-15,-1 0-232 0,0-1-226 0,5 1-102 16,-4-2 244-16,2 2 452 0</inkml:trace>
  <inkml:trace contextRef="#ctx0" brushRef="#br0" timeOffset="41750.54">27118 1011 182 0,'7'3'410'0,"-6"4"244"0,3 0 206 16,-3 3-97-16,2 2-95 0,1-1-68 0,-3-1-71 16,2 5-86-16,1 0-83 0,-4 1-82 0,1 0-51 15,-1 4-43-15,0-2-32 0,0 2-31 0,0 0-29 0,0-3-25 16,0 0-25-16,3-1-22 0,-1-1-13 0,-2-2-8 16,1 0-2-16,1-2-6 0,-1-3-43 0,3-1-40 15,-4 0-73-15,1-4-150 0,-1-2-177 16,0-1-308-16,2-1-251 0,-1-4-221 0,1-1 23 15,0-2 452-15</inkml:trace>
  <inkml:trace contextRef="#ctx0" brushRef="#br0" timeOffset="41974.86">27206 775 381 0,'-3'-4'828'0,"-1"2"314"16,4 2 24-16,-1 0-329 0,-1-2-286 15,2 2-216-15,0 0-130 0,2 2-72 16,-1-2-50-16,3 2-24 0,-1 4-17 0,3-1-7 16,-2 2-14-16,1-1-10 0,2 0-2 0,-2 1-5 15,1 1-4-15,1 1-3 0,2 2-11 0,-5-3-66 16,3 3-135-16,-1-2-165 0,-2 1-287 0,1 1-277 16,-1 0-241-16,-1 4 3 0,-2-2 387 15</inkml:trace>
  <inkml:trace contextRef="#ctx0" brushRef="#br0" timeOffset="42479.12">27332 1374 144 0,'8'-5'451'16,"-3"-3"328"-16,1-2 269 0,0 0-110 0,4-3-199 15,-2-1-157-15,1-1-115 0,4-2-87 0,-2-1-75 16,2 2-55-16,1 0-37 0,-1-3-24 0,0 1-24 16,-1 1-39-16,1 2-35 0,-1-2-27 0,-1 3-14 15,2 1-14-15,-4 1-10 0,-1 1-6 16,-1 4-2-16,-1 1-4 0,-2 1-6 0,0 1 0 0,-3 1-4 16,1 3-3-16,-1 0 3 15,-1 3-2-15,0 0 0 0,0 3-2 0,-3 1 1 0,3 4 1 16,-3-1 0-16,1 2 1 0,-2 2-2 0,-1-1 2 15,2 1-2-15,0-1 2 0,1 1-2 0,1-3 1 16,-1 0 0-16,4 0-2 0,-1-2 3 16,2-3-1-16,1 0-2 0,2-2 0 0,-2-1 5 0,4-3 1 15,1-1-2-15,0-2 0 0,0-1 1 16,3-4 0-16,3-1-2 0,0-2-1 0,-2-1 0 0,4 0 1 16,0-3-3-16,-3 1-7 0,3-3-3 0,-2 3-4 15,-1-1 1-15,-1 1-2 0,-4 3 0 0,0 1 10 16,-1-1 3-16,-3 4 4 0,-1 1-2 15,-1 2 0-15,-3 2 1 0,0 1-2 0,0 2 1 0,-3 4 0 16,-2 2 1-16,-2 0 0 0,1 5-1 16,-2 0 9-16,0 1 2 0,0 0 3 0,0 4 2 15,-1 0-1-15,3-1-3 0,-2 4-8 0,1 0-7 16,2-3-8-16,-1 0-52 0,3-1-60 0,2-2-92 16,-1-2-159-16,5-3-291 0,0 2-323 0,5-7-275 15,0 0-184-15,3 0 190 0,3-4 599 0</inkml:trace>
  <inkml:trace contextRef="#ctx0" brushRef="#br0" timeOffset="43269.04">28211 715 21 0,'7'-6'274'0,"-1"2"201"15,-2 1 224-15,-1 1 56 0,1 1-81 16,-3 1-81-16,1 0-68 0,-2 0-66 0,0 3-72 16,0 0-81-16,0 3-76 0,-2 2-34 0,2 3-21 15,-1 4-3-15,1 4-2 0,-4 3-13 16,3 2 9-16,-1 2-22 0,-2 2-24 0,2 0-24 16,-1 4-17-16,0-1-9 0,0 2-24 0,0 2-10 15,-1-2-3-15,3 0-10 0,1 1-9 0,-2 0-4 16,4-2 5-16,-2 0 1 0,3-2 1 0,2-2-4 15,0-2 1-15,1-3-1 0,3-1-8 16,1-6-3-16,-1 0-4 0,5-3 4 0,-1-5-1 16,3-1-1-16,0-6 0 0,1-1 3 0,1-4 1 15,0-2 0-15,3-3-1 0,-2-5 3 0,0 0 0 16,0 0-1-16,-2-4-7 0,1 0-4 0,-2-2-2 16,-1 1-3-16,0-4 0 0,-1 1-1 15,-2-2 4-15,1-2 5 0,0-1 0 0,-4-1 2 0,-1-2 0 16,0-1 5-16,-3 0 5 0,-4-2-1 0,-1 2 2 15,-1-2-2-15,-3-1 1 0,-3 3-7 0,-3 2-2 16,1 3 1-16,-5 4-1 0,-1 2-1 16,-2 4-2-16,1 6 0 0,-3 4-2 0,3 2 0 15,-3 4-2-15,3 3 0 0,-1 2 3 16,0 5-1-16,3 3 4 0,-4 1 2 0,5 2 3 16,2 2 2-16,-3 1 1 0,5-2 1 0,1 1-4 15,-2 0-3-15,6 0 1 0,0 0-21 0,3 1-54 16,-2-3-59-16,3-1-68 0,1-2-146 0,1 1-195 15,-1-2-303-15,4-2-250 0,-2 1-214 0,1-1-30 16,2-3 445-16,-3 3 485 0</inkml:trace>
  <inkml:trace contextRef="#ctx0" brushRef="#br0" timeOffset="43533.09">28268 973 426 0,'-2'6'863'0,"2"1"264"0,0-5-8 0,2 1-302 16,1 0-284-16,4-3-193 0,1-5-116 0,2 4-56 16,3-1-35-16,3-2-38 0,-2-1-28 0,3 1-27 15,3 1-15-15,0-1-8 0,0-1-10 0,1 1-2 16,3-1-6-16,0 1 2 0,-2 1-7 0,0 2-20 15,-2-1-59-15,1 2-140 0,-3 0-157 0,-1-2-299 16,-1 2-274-16,1 2-247 0,-3 0-20 16,2-1 400-16,-3 0 430 0</inkml:trace>
  <inkml:trace contextRef="#ctx0" brushRef="#br0" timeOffset="43990.24">28908 1023 247 0,'-1'5'539'0,"-4"0"225"0,4 0 197 0,1-1-166 15,4 0-149-15,1-2-125 0,1 0-69 0,4-2-12 16,4 0-63-16,0 0-77 0,3 0-53 0,3-2-35 16,2 0-43-16,1 0-50 0,3-3-41 0,-2 1-22 15,1-3-25-15,-2 3-18 0,1 0-8 0,-3-2-1 16,-1 3-1-16,-3 0 0 0,-4 0-6 0,-1 0-25 16,-5 1-56-16,-2 1-65 0,-3-2-141 15,-2 3-176-15,-4 0-306 0,0 0-298 0,-6 4-232 0,-1-1-79 16,-2 2 429-16,-4 0 499 0</inkml:trace>
  <inkml:trace contextRef="#ctx0" brushRef="#br0" timeOffset="44200.16">28921 1188 93 0,'0'4'386'0,"0"0"236"15,2 1 256-15,-1-2-3 0,6 0-180 0,2 1-130 16,0-3-97-16,4 0-78 0,5-2-108 0,-1 0-95 15,0-2-67-15,5 1-58 0,0-2-32 0,-1 2-16 16,1-2-11-16,3 2-1 0,-4-1-1 0,3 0-24 16,-2 0-106-16,-2-4-157 0,-2 5-244 0,1-3-277 15,-5 3-262-15,2 0-154 0,-3-1 244 16,1 2 458-16</inkml:trace>
  <inkml:trace contextRef="#ctx0" brushRef="#br0" timeOffset="45139.6">29926 719 131 0,'0'-2'337'0,"0"0"177"0,0 1 145 0,0 1-129 16,0 0-96-16,0 0-58 0,0 0-58 16,0 1-6-16,0 1 33 0,0 1 0 15,2 3-16-15,0 3-30 0,-1 1-16 0,2 2-33 16,1 5-71-16,1 1-22 0,-1 3 7 0,2 4 4 16,-1 4-14-16,0-1-8 0,1 2-4 0,-1 2-24 15,3-1-39-15,0 2-21 0,-2 0 3 16,2 1-14-16,1-2-8 0,-1 3-7 0,0-2-4 15,2 0 0-15,1-1-13 0,-3 1-5 0,-2-4-4 16,2 0-1-16,0-2 0 0,-2-2-2 0,-1-1 0 16,0-3 1-16,0-1 1 0,1-3-1 0,-3-1-1 15,0-3-1-15,0-1-1 0,-1-1-1 0,-1-3 0 16,1-2 0-16,-2-1 3 0,2-1 3 0,-2-2 2 16,0 0-2-16,0-2 1 0,0-2 1 0,-2-1 0 0,2-3-5 15,-2 0 1-15,2-1 0 0,0-2-2 0,-1-2 0 16,1-2-1-16,-2 1 2 0,2-2-2 0,0-1-1 15,-1 0 2-15,1-2 2 0,-2 1-2 0,0 0 0 16,2-2 0-16,-1 2 2 0,-2-3-2 0,3 3-1 16,-5 1 0-16,4-2-3 0,-1 4 4 0,1-1-4 15,-3 4 0-15,3-1 1 0,-3 3 1 0,1-2 0 0,-2 3-1 16,2 0 3-16,-3 4-7 0,3-2-3 0,-2 1-4 16,0 2-1-16,1 0-1 0,-1 2-3 15,-3 0 9-15,2 2 3 0,-1-1 2 0,-1 4 3 16,-2 0 2-16,0-2-1 0,0 7-1 0,-2-2 0 15,1 2 0-15,-2 0-2 0,-3 4 3 0,3-1 2 16,-2 2 5-16,0 0 6 0,0 2 2 0,0-1 2 16,1 0-2-16,2 0-2 0,0 0-4 0,2-3-4 15,2-2-2-15,-1 0-2 0,5-3 1 0,-1-2 0 16,4 1-1-16,-2-3-1 0,3 1 0 0,3-3 7 16,-2-1 3-16,4-2 0 0,-1-1 2 0,1 0-3 15,2-1-22-15,-2-1-77 0,1 2-68 16,-2-4-148-16,0 4-215 0,-1-2-317 0,-3 3-335 15,0 1-226-15,-3 0-67 0,-3 0 510 0,-2 0 570 16</inkml:trace>
  <inkml:trace contextRef="#ctx0" brushRef="#br0" timeOffset="51069.41">22661 5920 48 0,'2'0'315'0,"-2"0"198"0,0 0 188 0,-2-2 2 16,2 2-139-16,0 0-77 0,0 0-50 0,0 0-41 16,0 0-44-16,0 2-50 0,0-2-62 15,0 3-61-15,-1-1-43 0,-1 2-28 16,0 1-25-16,1-1-17 0,-1 4-11 0,1-1-13 16,1-1-7-16,-5 2-10 0,5-1-7 0,-1-1-4 15,1 0-8-15,-2 0-2 0,2-3-2 0,0 0 0 16,0 0 7-16,0-1 8 0,2-2 40 15,-1-2 35-15,-1-1 21 0,5-3 5 0,-2-4-5 16,0-2-9-16,4-4-31 0,-3-2-28 0,1 0-19 16,2-1-11-16,0 1 22 0,-2-2 18 15,-2 4 12-15,0 3 7 0,1 1 5 16,-3 3 5-16,1 1-24 0,-2 2-18 16,0 3-14-16,-2 1-11 0,1 4-11 0,-3 2-4 0,0 4 0 15,-1 3-3-15,0 2 0 0,-1 0-1 0,1 3 3 16,0 0-2-16,1 1-1 0,-1 0-2 15,1-1 2-15,0 0 0 0,-1-1-2 16,2-1-1-16,2-2 1 0,-1-1-3 0,0-1-39 16,1-3-61-16,1-1-55 0,-2-1-85 0,2-4-143 15,2-2-198-15,-2-3-272 0,0 0-218 16,1-3-191-16,-1-4 53 0,0-2 415 0</inkml:trace>
  <inkml:trace contextRef="#ctx0" brushRef="#br0" timeOffset="53507.97">22971 3277 110 0,'2'0'247'0,"-1"-1"105"0,-1-1-1 0,2 2-77 15,0-1-60-15,-2 1-31 0,1-2-16 16,-1 2-4-16,0 0-2 0,0 0-7 0,0 2-4 15,0-2-10-15,0 1-3 0,-1 1 8 0,1 1 8 16,-2 0 8-16,0 0-4 0,1 1-2 16,-1 1-14-16,2 1 4 0,-1 0 1 0,1 0-13 15,0 1-6-15,-2 0-12 0,2-1-4 16,0 2 25-16,0 3 16 0,0-2 6 0,0 2-4 16,-2 2 2-16,2-1-9 0,0 1-53 0,-1-1-42 15,-1 3-15-15,2 0 1 0,0 0-1 16,-1 1 3-16,1 0 0 0,0 0 1 15,0 1-11-15,-2-2-11 0,-1 0-10 0,3 0 0 16,-1 1-7-16,-1-2-2 0,1 1 0 0,-1 0 16 16,0-2 16-16,1 1 11 0,-1-1 4 0,0 0 9 15,1 1-7-15,-1 0-15 0,1-2-11 16,-3 1-12-16,1 1-5 0,0-3-4 0,-1 4 4 16,1-2 0-16,-2-1-3 0,1-2 3 0,1 2-2 15,0 0 1-15,0-2 0 0,0 0-1 16,-2 0-5-16,4-1 3 0,-1 0 2 0,0 0-5 15,-1 0 0-15,3 1 5 0,-1 0 2 16,-1 1-8-16,0-1 2 0,1 1 3 0,-1 0-4 16,1 0-2-16,-1-1-4 0,0 2 10 0,1-1 1 15,-1 1 2-15,1 0 0 0,1-2-4 0,-4 1 4 16,4-1-6-16,-2 0-2 0,2 1 2 16,-4-2 3-16,4 2 0 0,-1-3 0 0,-1 2-3 15,1-1 1-15,1 0 1 0,-2 2-5 0,0-3 0 16,1 1 0-16,-1 1 6 0,2-2-6 15,-1 3 1-15,-1-3 6 0,0 2-2 16,2-3-1-16,-1 4-3 0,1-2 1 0,0 0-4 16,-2-2 1-16,0 2 2 0,2 0 3 0,0-1-1 15,0 0 5-15,-1 1-3 0,1-2-5 16,0 2-1-16,0 0 2 0,0-2 2 0,0 0-4 0,0 3 3 16,0-3 3-16,0 1 4 0,0-1-7 15,0 1 4-15,0-2-5 0,0 1 2 0,0 1-4 16,0-2-1-16,1-1 7 0,-1 2-6 15,0-1 2-15,0-1 6 0,0 1-3 0,0 0 0 16,2-1-4-16,-2 1 0 0,0-1 6 16,0 1-7-16,0 0 2 0,0 0 4 0,0 1 5 15,-2-1-2-15,2 0-5 0,0 0 6 0,0 0-3 16,-1 0-6-16,-1 1 0 0,2-1 4 16,0 1-1-16,-1 1-2 0,1-1 5 0,-3 0 1 15,1-1-4-15,2 0-2 0,0 0 7 16,-1 0-5-16,1 0-3 0,-2 0 2 0,2 0 1 0,0 2 1 15,-1-2-4-15,1 0 3 0,0-1 6 16,-2-1-2-16,2 0 2 0,0 1 1 0,0-3-1 16,-2 3-1-16,2-2-6 0,0 2 4 15,0-2-4-15,-1 3-2 0,-1 0 60 0,2 0 30 16,0 1 18-16,-1-1 4 0,1 1 0 16,0-1-2-16,-2-2-48 0,0 0-26 0,1 2-15 15,1 0-9-15,-4 2-3 0,3-1-1 0,-1-1 0 16,1 1-3-16,-2-1 4 0,1-2-3 15,2 2 3-15,-3 0-1 0,2 0-1 0,-1 0-1 16,0 1-3-16,-1 1 4 0,0 1-1 16,0-2-1-16,-1 0-2 0,1 4 2 0,2-3-2 15,-4 3 0-15,1-3 0 0,0 1 1 0,3 2 1 16,-3-4-2-16,3 3 1 0,-1-2-1 16,1 1-1-16,-3 0 1 0,3 2 0 0,-1-4 0 15,1 1 1-15,-1-2 0 0,-1-1-1 0,2 1-1 16,-1 0 3-16,2-1 1 0,-1 1 0 15,-1-1-2-15,0 3 3 0,-1-1 0 0,0 0 0 16,0 2-2-16,-1 0 0 0,1 0 1 0,-3 0-1 16,3 3-1-16,0-4-2 0,0 3-1 15,-1-4 2-15,1 1-2 0,2 0 2 0,-3-2-2 16,3 0 3-16,-1 2-1 0,1-2 0 16,-3 3 0-16,2-2 0 0,-2 3 3 0,1-4-2 15,2-1 3-15,1 1-2 0,-4-1 0 0,4-1 1 16,-1-1-4-16,1 1-1 0,-2 1-2 15,2-2 4-15,0 0 0 0,0 1-3 0,-1-3 2 16,1 1 0-16,0 3 1 0,0-5 1 16,0 2-1-16,0 1 1 0,0 0 0 0,0 0 1 15,0-1-1-15,0-1-2 0,0 0 0 0,0 3 2 16,0-3 1-16,0 2-1 0,0 1-2 0,0 2 1 16,0 0 1-16,0 2-2 0,-2-3-1 15,2 1 2-15,-2 0-2 0,2-1 2 16,0 1 2-16,0-4-1 0,0 4-1 0,0-3 0 15,0 1 1-15,0 0-3 0,0 0-1 0,0-1 2 16,2 1 0-16,-2 2 2 0,0 0 0 0,0 0 1 16,0 0 1-16,0-2-3 0,0 1 3 15,0 0-3-15,0-1-1 0,0-1 2 0,0-1-1 16,0 4 0-16,2-3 0 0,-2 0 0 0,0 2 2 16,1-1-4-16,-1 0 5 0,0 2-3 15,0 0 2-15,0 0-3 0,0 0 2 0,2-1 0 16,-2 1-1-16,1 0 0 0,-1 1 0 15,0-1 3-15,0 2-2 0,0-1-1 0,0 1-2 16,0-1 2-16,0-1 0 0,2 0-3 0,0 0 3 16,-2-2 2-16,0 4-1 0,0 1-1 15,1-3 1-15,-1 2 2 0,0-1-4 0,0 1 1 16,0-3 2-16,0 2-2 0,0-1 0 0,2-2 1 16,-2 2-1-16,0-1-1 0,0 1 0 15,-2 1 0-15,2 2 1 0,-1-1 0 0,1 1 3 16,-2-2-1-16,0 1-1 0,2-2 2 15,0-2-2-15,0 1-4 0,0-3 1 0,0 2 1 16,0-2 2-16,0 0 0 0,0 0-2 0,0-1 3 16,0 0-3-16,0-1 2 0,0 0-3 0,0 0 0 15,-1 0 4-15,1 0-2 0,0 0 1 16,0 0 0-16,0-1 0 0,0 1-1 0,0-1-2 16,0-3-1-16,0 0-1 0,-2 0-33 15,2-1-57-15,0-1-51 0,-1-1-79 0,-1-2-142 16,2-1-207-16,-2-1-282 0,1-3-224 0,1 2-205 15,-2-3 37-15,2-1 439 0</inkml:trace>
  <inkml:trace contextRef="#ctx0" brushRef="#br1" timeOffset="68700.45">6860 8455 132 0,'0'-1'356'0,"-2"-2"182"16,1 1 167-16,-3 0-117 0,0-2-111 0,-1 3-38 16,0-3-16-16,1 2-20 0,-1-3-34 0,-2 2-43 15,0 1-60-15,2 0-61 0,-3-1-53 16,0-2-37-16,0 2-35 0,0 0-30 0,0 1-13 15,0 0-13-15,-1-1-6 0,1 1-9 16,2 1-5-16,-2 0-1 0,-1-1-6 0,2 0 0 16,-1 2-8-16,0 0-38 0,-3 0-82 0,3 0-113 15,-1 0-129-15,-2 0-207 0,3 0-283 0,-2 2-196 16,1 0 15-16,-1-1 252 0,2 0 339 16</inkml:trace>
  <inkml:trace contextRef="#ctx0" brushRef="#br1" timeOffset="68911.38">6476 8493 140 0,'-10'10'348'0,"1"-1"171"0,-2 1 147 0,1-2-154 15,0 0-121-15,1-1-54 0,1-1-38 0,2 0-40 16,-1 0-48-16,0-1-49 0,2-2-48 16,0 1-44-16,2-1-28 0,0 0-19 15,-2-2-12-15,3 1-10 0,1 1-5 0,-1-2-4 16,1 2-6-16,-2-1-23 0,1 1-50 0,2 0-63 15,-1 2-67-15,-1-1-68 0,1 2-75 16,-1-1-99-16,0 1-109 0,1 0-48 0,-1-2 65 16,-3 4 132-16,2-1 147 0</inkml:trace>
  <inkml:trace contextRef="#ctx0" brushRef="#br1" timeOffset="69084.07">6318 8742 12 0,'-2'12'202'0,"2"0"102"0,-2-3 90 0,2 1-54 15,-1-1-98-15,1 0-71 0,0 0-36 0,0-2-25 16,0 0-14-16,0 2-11 0,0-3-5 15,0 2 2-15,0-1-8 0,0 0-4 0,1-1-12 16,-1 0-15-16,2 0-17 0,-2 0-12 16,3-1-10-16,-1-1-4 0,1 1-4 0,-1-1 2 15,2-1-4-15,-1 1-25 0,-1-3-52 16,1 2-121-16,0-3-214 0,0 2-102 0,1-2-7 16,-1 0 97-16,0 0 150 0</inkml:trace>
  <inkml:trace contextRef="#ctx0" brushRef="#br1" timeOffset="69270.33">6441 9055 55 0,'3'8'241'0,"0"-2"110"16,1 0 91-16,0-2-138 0,1 0-129 0,-2 1-76 16,3-2-33-16,-1-1-11 0,2-1-8 0,2-1-4 15,-1-3-1-15,0 0-1 0,4-2-10 0,-2 1-17 16,0-1-34-16,2-1-56 0,-1-2-130 15,0-1-171-15,0 1-61 0,2 1 31 16,-1-1 94-16</inkml:trace>
  <inkml:trace contextRef="#ctx0" brushRef="#br1" timeOffset="69488.94">6803 9003 31 0,'8'-4'219'0,"2"-1"116"0,0-1 92 15,-2-2-69-15,2-1-114 0,-1-3-88 16,1 0-58-16,-2-2-39 0,3 0-27 0,-2-1-24 16,-1-1 7-16,0 0 9 0,1 0-2 0,-2 1-7 15,-2 0-5-15,0 0 0 0,-1-2-2 16,-2 4-4-16,1-2 4 0,-2 0-2 0,-2 1 1 16,-2 2 7-16,1-1-26 0,-2 1-70 15,0 1-216-15,1 1-129 0,0-1-33 16,1 0 37-16,-1 0 115 0</inkml:trace>
  <inkml:trace contextRef="#ctx0" brushRef="#br1" timeOffset="70735.38">10308 4165 205 0,'-7'-1'349'0,"-3"1"139"16,0-2 26-16,-2 2-117 0,-4 0-54 0,0 2-9 15,-3-2 8-15,-1 3 10 0,-2 0-15 16,-2 1-6-16,-2 1-20 0,-2 1-34 0,-4 1-34 0,-1 4-33 16,-2-1-31-16,-4 4-44 0,-1 1-35 15,-3 3-24-15,-4 3-25 0,0 1-22 16,-4 4-10-16,-2 1-10 0,0 3 1 0,-4 5-3 16,-1 1 5-16,-4 5 1 0,0 3 4 15,-1 0 1-15,-2 8-5 0,-4 2 2 0,1 2-3 16,-2 7-1-16,-1 2-7 0,-1 4-2 0,0 2-3 15,-1 2 0-15,3 2-1 0,1 0-2 16,3 2 4-16,3-1-1 0,4 2 6 0,2-1-7 16,5-2-5-16,5 0-4 0,-1-2-2 0,7-2 7 15,0-2 4-15,3-3 7 0,5 0 2 16,-2-2 6-16,4 1 3 0,-1-2-6 0,0 1-4 16,2-1-6-16,-1-2 1 0,-1 3-3 15,2-4-2-15,0 0-6 0,0-3 3 0,3-3 5 16,-3-2 1-16,3-4 0 0,2-2 5 0,-1-3 5 15,1-2-4-15,2-3-4 0,-1-1 0 0,3 0-1 16,-3-3 1-16,3-2-1 0,0 2-1 16,-3-4-3-16,2 2-3 0,0-2 3 0,-1-2-2 15,3-3 0-15,1-1-2 0,3-7 4 0,2-1 1 16,3-3-13-16,3-5-27 0,0-4-63 16,2-4-98-16,3-5-134 0,1-5-214 0,4-5-277 15,4-3-219-15,2-7-47 0,-2 0 227 16,2-3 366-16</inkml:trace>
  <inkml:trace contextRef="#ctx0" brushRef="#br1" timeOffset="71094.53">7380 6936 228 0,'1'5'573'0,"-2"-2"238"15,1 0 92-15,-2 1-147 0,-2 0-346 0,2 0-169 16,-1 1-88-16,-2 3-44 0,-1 2-21 16,-1 2-31-16,-2 5-22 0,1 2 1 0,-1 4 11 15,-1 2 8-15,-1 6 1 0,2 1 1 16,2 3-2-16,1 0-11 0,2 1-20 0,4 0-10 15,1-2-5-15,5-1-6 0,2-2 2 0,3-4-3 16,3-3 0-16,2-3 1 0,3-5 0 16,5-3 1-16,1-7-2 0,5-5 2 0,5-5-14 15,3-7-69-15,0-4-119 16,2-6-125-16,2-3-289 0,-1-4-231 0,2-5-140 16,1-4 89-16,1-4 312 0</inkml:trace>
  <inkml:trace contextRef="#ctx0" brushRef="#br1" timeOffset="72333.89">10504 3202 20 0,'0'-7'253'0,"0"1"155"0,0-1 155 16,0 2 6-16,-1 1-129 0,-1 0-50 0,2 4-13 16,-1-3-12-16,-1 3-25 0,0 0-48 15,1 5-33-15,-1 0-41 0,-1 5-43 0,1 0-22 16,-2 5-14-16,-1 3-8 0,2-1-24 15,0 6-22-15,-2-3-17 0,2 3-24 0,-1-3-14 16,3 0-13-16,-1-1-7 0,2-2-6 16,0-2-1-16,0 0-1 0,3-3-2 0,-1-1 1 15,3-2 0-15,0-2 0 0,1 0 0 0,2-2 0 16,0-1-1-16,1-1 0 0,1-2 0 16,2-1 2-16,1 0-2 0,1 0 2 0,1 0 2 15,0 1-2-15,1 3 1 0,1 0-1 0,0 2 1 16,1 3-2-16,-2 3 0 0,0-2 1 15,-2 4 2-15,0 1-4 0,-2 0 2 0,0-2-1 16,-1 2-1-16,-3-3-1 0,3-2-1 16,-3-1 2-16,0-3 1 0,0-2 0 0,1-4 1 15,-1-4 2-15,-1-5 1 0,-1-2 0 0,2-5 1 16,-4-1 7-16,0-5 15 0,-3 0 15 16,1-2 10-16,-4-1 14 0,-1-1 3 0,-2 1-4 15,-2-1-14-15,-3-1-10 0,2 2-17 16,-3 0-11-16,2 2-7 0,-1 2-6 0,2 3-5 15,-1 2 3-15,2 6 1 0,3-2-1 16,0 5 1-16,0 1 0 0,2 1 0 0,-1 2-4 16,3 2-3-16,3 1 1 0,-1 3-1 15,1-2-10-15,0 5-19 0,3-1-71 0,-1 1-138 16,0-2-159-16,1 0-291 0,2 1-266 0,-2 2-234 16,3-1 28-16,-2 1 398 0</inkml:trace>
  <inkml:trace contextRef="#ctx0" brushRef="#br1" timeOffset="72681.73">11004 3511 114 0,'9'-4'326'0,"-4"-5"175"16,0-1 188-16,1-5-82 0,-1-1-69 0,4-2-33 15,-4-3-1-15,3-3-27 0,-1-3-61 16,1-4-76-16,-1-1-71 0,1-1-58 0,-1-1-59 15,-1 1-42-15,0 2-19 0,0 3-6 0,-2 3-3 16,0 3-7-16,-2 5-6 0,1 2-5 0,-1 3-14 16,-1 3-20-16,1 3-14 0,-2 1-5 15,0 5-3-15,0 4-9 0,0 2 1 0,2 4-2 16,-1 3 2-16,2 2 5 0,-1 4 1 0,1 1 5 16,0 3-1-16,0 2 1 0,2 2 2 15,0 2-4-15,-2-1-5 0,0 3-1 0,3-2-3 16,-3 0 2-16,2-2-1 0,-2 0-3 15,1-3 1-15,-1-1 1 0,2-2-7 0,-2-3-33 16,1-1-31-16,-1-2-45 0,-3-4-106 0,0-2-155 16,0-4-171-16,-1 2-266 0,-2-5-252 15,0-2-157-15,-2-2 177 0,2-2 418 0</inkml:trace>
  <inkml:trace contextRef="#ctx0" brushRef="#br1" timeOffset="72894.67">11042 3328 147 0,'1'4'359'16,"1"-4"147"-16,-1 4 143 0,4-1-153 0,0 2-104 15,3-1-41-15,1 0 0 0,3-1 2 0,0 1-38 16,2-3-52-16,2 0-67 0,2-1-37 16,-1 0-43-16,2-1-31 0,1-2-21 0,0 0-9 15,0 0-10-15,-1-2-22 0,-3 1-19 0,1 0-54 16,-2-2-105-16,-3 1-135 0,-1-1-252 15,-3 4-252-15,-1-4-194 0,-1 3 3 0,-2-1 269 16,0-2 336-16</inkml:trace>
  <inkml:trace contextRef="#ctx0" brushRef="#br1" timeOffset="73410.77">11396 3133 178 0,'2'-1'394'0,"-1"-2"168"0,1 1 123 0,-2 1-185 16,2 1-89-16,-1 0-23 0,1 3 11 16,1 0 3-16,1 3-10 0,-1 1-24 0,2 2-61 15,-1 3-70-15,0 1-65 0,-2 3-44 0,1 2-34 16,0 1-21-16,-1 2-20 0,-2 3-10 16,0 0-5-16,0 1-5 0,0-2-10 0,0-1-9 15,0 3-4-15,0-4-5 0,0-2-2 16,0-3-4-16,3 1 1 0,-2-4-4 0,-1-2-1 0,3-2 4 15,-1-2 1-15,1-5 1 0,2-2 3 16,0-2 4-16,3-5-1 0,1-3 1 0,-1-3-3 16,3 0-1-16,0-5-2 0,0-1-2 0,1-1 0 15,0-2-3-15,1-1 3 0,-1 1 1 16,1-1 2-16,0-1-3 0,-1 2 1 0,1 0-2 16,-1 2-3-16,-2 0 3 0,0 4-5 15,-3 0 5-15,0 3-2 0,-2 1 3 0,-4 3 0 16,1 2-4-16,-4 1 5 0,-1 1-1 0,-2 2 3 15,0 2-3-15,-4 2 0 0,1 2 0 16,-2 3-2-16,-2 2 2 0,-1 1 1 0,1 3 2 16,2 2-1-16,-3 0 2 0,1 3-3 15,2 2 2-15,-1 1-3 0,2 3-2 0,1-3 3 16,3 1 0-16,0 1 0 0,4-5-1 16,1 1-1-16,1-3 4 0,4-1-1 0,2-3 1 15,1-4 0-15,4-1 0 0,-1-2-1 0,5-1-1 16,0-4-1-16,1-1-6 0,2-1-14 15,0-1-37-15,-2 0-96 0,-1-2-143 0,2 0-158 16,-4 1-291-16,2 0-267 0,-4 3-178 0,1 1 128 16,-2 2 397-16</inkml:trace>
  <inkml:trace contextRef="#ctx0" brushRef="#br1" timeOffset="73719.27">11861 3551 82 0,'5'0'291'15,"-2"-3"162"-15,3-3 160 0,-3-1-87 0,4-5-51 16,-3-1 5-16,1-4 5 0,3 0-5 0,0-7-32 16,-2 1-59-16,2-5-68 0,0-2-78 0,1-1-64 15,-2-2-53-15,-1 0-34 0,2 3-19 16,-2-1-11-16,2 4 9 0,-3 3 9 0,0 4 4 16,-2 4-1-16,0 4-10 0,3 1-11 15,-4 4-18-15,1 5-17 0,-1 2-9 0,-1 2-6 16,-1 6-1-16,2 3 0 0,-2 3-1 0,2 3 0 15,-1 3-2-15,1 3 4 0,-1-1 1 0,-1 4-3 16,2 1 1-16,0 1-3 0,-1 1-3 16,1 1-5-16,1-4-6 0,1 4-1 15,-1-5-4-15,2 0-23 0,0-3-33 0,0-2-44 16,-2-2-112-16,0-4-140 0,-1-3-197 0,0-1-279 16,0-5-246-16,-2-1-167 0,0-2 196 15,-2-4 423-15</inkml:trace>
  <inkml:trace contextRef="#ctx0" brushRef="#br1" timeOffset="73922.25">11915 3381 183 0,'-4'1'439'0,"3"1"185"0,-1 1 109 0,2 1-145 16,2-1-172-16,1 1-116 0,0 0-11 15,5 1 2-15,0-3-8 0,3 0-59 0,0 1-51 16,3-3-29-16,1 0-58 0,3-3-41 0,-1 1-23 15,1-3-9-15,0 2-10 0,1-2-36 16,-2 3-89-16,-1-4-118 0,1 3-208 0,-4 0-266 16,1 2-209-16,-4-1-73 0,-1 0 195 15,-2 1 333-15</inkml:trace>
  <inkml:trace contextRef="#ctx0" brushRef="#br1" timeOffset="74489.35">12225 3186 53 0,'1'-9'298'16,"-1"1"190"-16,2 2 204 0,-2 0-9 0,0 1-103 15,0 4-68-15,0 1-41 0,-2 3-39 0,1 3-48 16,-1 3-61-16,0 4-56 0,-1 1-57 16,-2 4-39-16,1 5-24 0,-1 4-16 0,0 1-6 15,1 3 1-15,-5 5-4 0,2-1-14 16,2-2-19-16,0-1-23 0,2-1-20 0,3-3-21 15,0-4-10-15,3-1-7 0,-1-4-1 0,3-5-3 16,1-3-3-16,0-4-2 0,1-6 1 16,-3-2-1-16,4-5-3 0,1-3 8 0,-2-3-3 15,1-6 4-15,0 0-5 0,1-4-2 16,-1 0 4-16,-3-5-5 0,1 1 0 0,-1-1 1 16,0 0 2-16,-2 0 3 0,-2 3-4 0,1 0 1 15,0 4 0-15,-1 2-1 0,-1 5-1 0,2 2-2 16,-2 3 2-16,0 4 1 0,0 4 0 0,-2 4-2 15,2 2 5-15,0 4 1 0,-1 2 0 0,-1 4 2 16,2 2-3-16,0 3 2 0,0 2-2 16,0-1 1-16,0 2 0 0,3-1 1 0,-1-3-1 15,1 1-1-15,2-4 3 0,0-3 0 16,2-4 1-16,1-3 0 0,0-2 5 0,3-4 4 16,0-3-7-16,-1-5 0 0,2-1-2 15,0-4-3-15,-3-2 0 0,3-1-5 0,-2-3 1 16,-2 2 1-16,1-4 2 0,-2 1 1 0,-2 0-1 15,-1 1 3-15,-2-1 1 0,-2 0-2 16,-2 2 0-16,1 1-3 0,-1-1-3 0,-1 3 0 16,-2 1-2-16,2 3-2 0,-3 1 0 15,4 1-1-15,-1 4-3 0,0 1-1 0,1 2-11 16,-1 2-32-16,0 2-40 0,3-2-29 0,0 4-61 16,-2-3-108-16,4 2-118 0,-2-3-95 15,3 0-151-15,2 3-265 0,1-3-153 0,2 2 67 16,0-1 258-16,3 0 305 0</inkml:trace>
  <inkml:trace contextRef="#ctx0" brushRef="#br1" timeOffset="74740.61">12800 3251 347 0,'-2'-3'785'15,"-2"1"352"-15,-1 2 63 0,-3-2-314 0,0 2-254 16,-3 0-162-16,2 2-103 0,-3 3-70 0,-1 1-46 15,-2 4-37-15,0 2-35 0,0 1-44 16,-1 5-37-16,0 0-33 0,1 3-21 0,0 1-12 16,1 3-11-16,3 0-8 0,3 0-7 0,2 0-1 15,1-4-3-15,5-2 0 0,5-3-4 16,-1-1-2-16,6-3-1 0,0-2-37 0,2-3-63 16,3-2-64-16,0-4-123 0,1 1-168 15,1-4-311-15,0-1-288 0,1 0-222 0,-2-3-103 16,3 0 346-16,-2-1 524 0</inkml:trace>
  <inkml:trace contextRef="#ctx0" brushRef="#br1" timeOffset="75605.48">12868 3162 295 0,'-5'-2'579'0,"2"-1"268"0,-3 3 170 0,4 0-235 16,-1 3-177-16,2 0-121 0,-1 0-105 0,2 2-76 15,0 2-84-15,3 1-61 0,0 0-43 0,2 0-26 16,3 0-11-16,0 1 9 0,2-2 4 16,2 1-7-16,-1-3 3 0,5 2 23 0,0-5 5 15,2 2-15-15,-1-3-13 0,3 0-10 16,-2-1-13-16,2-1-31 0,-3 1-14 0,1-1-11 15,-1 0-3-15,-2 1-1 0,-3 0-4 16,-1 0 3-16,-3 1-1 0,1 0 3 0,-4 3-2 16,0 0 0-16,-2 2 0 0,0 3-2 0,-1 3 3 15,-2 1-2-15,0 5 0 0,-2 2 0 0,-1 5 2 16,2 2-1-16,-4 2 0 0,0 3-2 16,-1 4 2-16,1 1-3 0,0 3 0 0,-3 2-1 15,3 2 0-15,-4 1 3 0,3 1 0 16,-2 1 2-16,0-1 1 0,-3 1 1 0,3-3 1 15,-2-3-4-15,-2-1 2 0,4-2-3 0,-2-5 2 16,0-2-2-16,2-6 3 0,1-5 0 0,1-3 0 16,-1-6 2-16,3-7-4 0,1-5 2 15,1-6-4-15,1-9 0 0,2-5 0 0,1-6-4 16,1-5 2-16,1-7-3 0,1-2 1 0,0-4 0 16,0-5 0-16,1 0 3 0,-1-4 1 15,3 1-1-15,-2 4 5 0,2 2 1 0,0 5 3 16,1 4 1-16,-2 5-1 0,-1 5 1 0,2 3-2 15,1 5-4-15,-2 2-3 0,1 3 1 16,-2 3-2-16,3 3-1 0,-1 2 0 0,0 1 1 16,-1 3-1-16,2 1 0 0,1 2-2 15,-4 0 3-15,2 5 1 0,1-3-2 0,-1 4-1 16,0 0-6-16,-1 2-37 0,0 1-60 16,-2-2-79-16,0 2-153 0,0 2-271 0,-1 1-315 15,2-1-288-15,-1 0-204 0,2 1 96 0,-1 0 581 16</inkml:trace>
  <inkml:trace contextRef="#ctx0" brushRef="#br1" timeOffset="75956.45">13493 3648 24 0,'-4'-12'530'0,"1"-3"484"0,-3 0 238 0,1-3-62 16,1-2-313-16,2 0-270 0,2-1-169 15,2-1-106-15,2-1-66 0,-1 0-45 0,5-1-50 16,2-4-59-16,2 2-41 0,3-3-24 0,0 3-15 16,-2 1-8-16,3 1-10 0,-3 1-2 0,1 3-4 15,0-1 1-15,0 3-2 0,2 0-1 16,-1 1-2-16,-2 3-1 16,0 0-3-16,0 3-1 0,-4 3 1 0,1 2 0 0,-2 2 0 15,1 4 2-15,-2 4 1 0,-3 3 2 0,1 5 0 16,-2 4-1-16,-3 4 1 0,0 2-2 15,0 5 0-15,-3 1-2 0,0 4 1 0,1 3-1 16,-1-1-1-16,0 1-1 0,-2 1-2 0,3-4-9 16,-1 2-34-16,-1-4-63 0,1-2-57 15,-2-2-103-15,0-2-146 0,0-3-184 0,0-6-285 16,2 0-222-16,-3-5-199 0,3-2 99 16,-2-3 409-16,2-4 418 0</inkml:trace>
  <inkml:trace contextRef="#ctx0" brushRef="#br1" timeOffset="76178.34">13608 3373 21 0,'-5'-13'482'0,"0"2"431"0,-2 4 255 0,2 1-17 16,0 2-346-16,4 4-292 0,-1 0-172 16,4 0-86-16,2 4-54 0,3 0-38 0,4 1-13 15,1-1-16-15,1 2-19 0,6-1-33 0,1-1-18 16,1 1-12-16,3-3-24 0,3 2-9 15,0 0-15-15,-1 1-6 0,0-1-39 0,-2 2-51 16,-4 1-110-16,0 1-178 0,-3 1-292 16,-4 5-302-16,0 0-266 0,-5 3-155 0,1 2 308 15,-4 1 570-15</inkml:trace>
  <inkml:trace contextRef="#ctx0" brushRef="#br1" timeOffset="79674.14">6548 6713 70 0,'0'0'226'0,"0"3"94"16,2-3 43-16,-2 1-109 0,0-1-104 0,1 0-43 15,-1 1-29-15,2-1-18 0,-2 1-15 16,0-1-8-16,0 3 2 0,0-3 12 0,0 2 6 16,0 2 9-16,0-2 7 0,-2 2 6 0,2-2-5 15,0 1 3-15,0 0-1 0,0 0 6 16,-1 2 5-16,1-2 11 0,0 1 6 0,-2 0-2 16,2 2 29-16,0 0 12 0,-1 0 4 15,1 1-7-15,-2 1-10 0,-1 2-7 0,3 0-34 16,-1 1-25-16,-1 0-11 0,2 1-3 0,-1 1-2 15,-1 2 6-15,2 0 16 0,0 0 12 16,-2 0 1-16,2 0-1 0,0 2-2 0,-3-1-11 16,3 0-21-16,-2-1-14 0,1 1-7 15,-1-2-6-15,1 0-7 0,-1-1-3 0,2-1-2 16,-2 0-4-16,1-1-3 0,-1-4 3 0,2 1-4 16,0-2-1-16,-1-2 0 0,-1 1 1 15,2-2-1-15,0 0-4 0,0-2 0 0,0 1 3 16,0-1-2-16,0-1 0 0,0-1-1 0,2-1-3 15,-2 1-26-15,0-3-59 0,-2 0-78 16,2-2-92-16,0 2-102 0,0-1-175 0,-3-1-206 16,3 1-63-16,-3 2 95 0,3-2 201 15,-1 0 214-15</inkml:trace>
  <inkml:trace contextRef="#ctx0" brushRef="#br1" timeOffset="79997.77">6461 7054 140 0,'0'5'292'0,"0"-1"113"0,0 0 25 0,0 3-127 15,0-2-124-15,0 2-56 0,2 4-28 0,-2-1-3 16,3 0-2-16,0 2-9 0,-1 1 16 0,3-2 12 15,0 2 10-15,2-1-4 0,0-4-12 16,-1 1 24-16,2-1 20 0,1-2-5 0,1 0-9 16,-2-4 14-16,4 0 30 0,-2-2-10 15,3-2-19-15,-1-4-15 0,-1 1-7 16,3-4-30-16,-2 0-38 0,-1-3-26 0,3-3-14 0,-3 4-5 16,0-3 14-16,0 2 3 0,0-1-54 0,-3 1-111 15,0 1-139-15,-2 2-286 0,-1 1-241 16,0 0-160-16,0 2 71 0,1-1 297 15</inkml:trace>
  <inkml:trace contextRef="#ctx0" brushRef="#br1" timeOffset="81027.89">8976 6569 165 0,'2'3'320'0,"0"-3"134"0,-2 0 38 0,0 0-110 15,2 2-73-15,-2-2-22 0,0 0 2 16,0 0 18-16,0 0 12 0,0 0 5 0,1 0 3 16,-1 0-15-16,0 0-26 0,-1 0-33 15,-1 0-40-15,0 0-37 0,0 2-44 0,-2 0-29 16,0 0-24-16,-1 2-20 0,-2 0-16 15,1 0-11-15,-2 4-9 0,0-1-11 16,-1 2-6-16,-4 2-2 0,4 1 3 0,-3 3-5 0,-3 0 0 16,2 1 0-16,-2 2-1 0,0 1 0 15,-2 0-5-15,2 0 3 0,-2 2-3 0,0-1 4 16,-1 1 4-16,2-2-2 0,-1 1 2 16,4-2 1-16,-1-2-1 0,3-1-2 0,0-2-4 15,3-2 1-15,2-3-1 0,4-1-8 16,-1-2-26-16,1-2-70 0,2-3-102 0,0-2-123 15,2 0-136-15,1-4-231 0,-1 1-246 0,1-3-96 16,0-1 132-16,1 0 291 0,0-1 281 16</inkml:trace>
  <inkml:trace contextRef="#ctx0" brushRef="#br1" timeOffset="81290.35">8697 6792 167 0,'0'5'360'0,"-3"-3"164"16,2 4 125-16,-3-1-156 0,1-1-98 16,-2 2-50-16,0 2-19 0,-1-1-19 0,0 0-21 15,0 4-36-15,-1-1-46 0,1 3-40 0,-2 0-39 16,2-1-32-16,-1 2-33 0,3-2-28 0,0-1-14 16,1 0-8-16,3 0-5 0,0-4-4 15,3 1-1-15,2-2 3 0,3-2-3 0,0-3-2 16,6 1 0-16,-1-4-3 15,4 0-3-15,-1-3-5 0,3 0-67 0,1-5-109 0,1 1-132 16,0-2-265-16,-1 1-233 0,1-1-161 16,-1-2 76-16,1 1 295 0</inkml:trace>
  <inkml:trace contextRef="#ctx0" brushRef="#br1" timeOffset="82218.22">4452 6841 226 0,'-3'1'352'0,"3"3"130"0,-2-2-13 16,1 0-133-16,1 0-85 0,0-1-42 0,0 0-27 15,0 1-21-15,0-2-26 0,0 3-21 16,0-3-24-16,0 2-17 0,0 3-16 0,0-2-10 16,3 2 17-16,1 3-15 0,1-1-5 0,0 2-2 15,1 2-4-15,1-1-4 0,2 2-27 16,-1 0 8-16,2 0 3 0,0 0 22 15,0 0 13-15,1 0 5 0,0 0 2 0,0-2-5 16,-1 1-1-16,2 0-25 0,-4-2-13 0,2 0-10 16,1-1-4-16,-3 2-1 0,0-3 3 0,-2-1-4 15,2 2-2-15,-4-3 2 0,1 2-13 16,-1-1-56-16,-3-2-89 0,-1-1-113 0,0 2-254 16,0-2-192-16,-3 0-74 0,1 0 109 15,-3-3 226-15</inkml:trace>
  <inkml:trace contextRef="#ctx0" brushRef="#br1" timeOffset="82513.59">4476 7063 39 0,'3'6'223'0,"0"0"106"0,-2 0 108 15,2 4-112-15,2-2-95 0,0 3-43 16,2 1-16-16,-1 1-2 0,3 1-10 0,1 0-6 16,-2 3-16-16,4-2-21 0,-2 0-23 15,3-1 0-15,-1-2-8 0,3-1-10 0,0 0-9 16,-2-3-5-16,1-4-2 0,0 0-23 0,2-3-12 16,-2-2-29-16,0-3-16 0,-1-2-11 15,-2 0-7-15,3-3-6 0,-4 1-8 16,0-2-27-16,-1 0-43 0,-1 0-151 0,-2 2-221 0,-1 0-118 15,1 2-12-15,-3 1 131 0,-1-1 175 16</inkml:trace>
  <inkml:trace contextRef="#ctx0" brushRef="#br1" timeOffset="83529.75">4441 10499 15 0,'3'2'257'0,"-1"1"158"16,-2-1 144-16,3-1-19 0,-3-1-163 0,3 0-108 16,-2-1-54-16,1-2-25 0,1 0-4 15,0-3 9-15,2-1 3 0,0-1-3 0,0-2-4 16,2-2-18-16,1 1-23 0,0-3-31 16,2 0-28-16,1-3-27 0,0 3-27 0,0-2-15 15,2-1-10-15,-2 0-8 0,3 1-8 0,-3 1-2 16,0 0-7-16,0 2-54 0,-3 1-93 15,-1 1-117-15,-1 5-237 0,0-3-231 0,-3 3-151 16,-3 2 50-16,0-1 241 0,0 1 276 0</inkml:trace>
  <inkml:trace contextRef="#ctx0" brushRef="#br1" timeOffset="83757.78">4646 10176 12 0,'5'-2'228'15,"0"-1"124"-15,0 1 120 0,2 0-40 0,-4-2-130 16,2 3-96-16,-1-2-41 0,0 1-13 0,0 2 19 16,-1 0 44-16,0 2 48 0,-1 2 43 15,0 2 17-15,-2 1-10 0,-4 6-38 0,1-1-59 16,-2 3-62-16,-1 1-53 0,-1 1-39 0,-2 0-23 16,1-1-14-16,2-1-9 0,-1-1-8 0,1-1-8 15,0-6-35-15,1-1-84 0,2-2-111 16,-1-4-129-16,1-4-280 0,3-2-222 0,0-6-101 15,0-4 134-15,3-3 287 0</inkml:trace>
  <inkml:trace contextRef="#ctx0" brushRef="#br1" timeOffset="84163.78">4784 9055 28 0,'-1'0'257'0,"-1"2"151"0,0-2 153 16,-1 1-27-16,1 1-126 0,1-2-70 0,-1 2-18 16,1-1-6-16,-1 0-6 0,0 1-26 15,2-2-41-15,0 2-43 0,0-1-51 0,0 0-48 16,0-1-38-16,2 2-26 0,0 0-13 16,1-1-10-16,0-1-2 0,2 1 0 0,0-1-2 15,2-1-1-15,1 1-3 0,0-1 3 16,0-1-2-16,3-1-2 0,-1 0 0 0,1 0-3 0,0 0 0 15,-2 0-55-15,1 1-109 0,-1-2-154 16,-4 4-282-16,0-2-220 0,-2 2-147 16,-3 0 78-16,0 0 307 0</inkml:trace>
  <inkml:trace contextRef="#ctx0" brushRef="#br1" timeOffset="84419.7">4885 8916 149 0,'3'0'346'0,"0"0"141"0,1 0 97 16,2 0-213-16,-1 0-141 0,4 0-81 15,2 0-8-15,-1 2 18 0,2-2 8 0,1 1 4 16,1 0-9-16,0 1 25 0,1 0-18 16,2-1-23-16,-4 2-14 0,1-2-9 0,-3 2-19 15,0 0-34-15,-3 0-24 0,-2 0 9 16,-1 2 2-16,-3 0-3 0,1 1-2 0,-5 4-2 15,-1-3-7-15,0 4-38 0,-3-2-84 0,-4 1-121 16,1 2-228-16,-1-2-253 0,0 2-183 16,0-1-58-16,3-2 186 0,1 1 311 0</inkml:trace>
  <inkml:trace contextRef="#ctx0" brushRef="#br1" timeOffset="85219.56">6601 10215 70 0,'1'3'330'0,"-2"0"176"0,-1 0 138 0,2 3-49 16,0-2-194-16,0 2-121 0,0 3-59 0,0-3-33 15,0 5-19-15,0-1-36 0,2 1-37 16,-1 1-35-16,-1 0-20 0,0 1-15 0,0 0-10 16,0 1-6-16,0 1-7 0,0 0-1 15,-3 0-5-15,3-2-12 0,-3 2-55 0,1-2-94 16,1-3-149-16,-1 0-256 16,-1-2-162-16,1-4-47 0,-3 1 139 0,4-5 237 0</inkml:trace>
  <inkml:trace contextRef="#ctx0" brushRef="#br1" timeOffset="85446.01">6547 10116 270 0,'1'-11'461'0,"2"2"161"0,-1 0 80 0,1 2-217 15,0 1-153-15,1 0-86 0,-1 1-44 0,2 1-22 16,1 1-36-16,0 1-38 0,-1 2-28 15,3 0-19-15,-2 3-10 0,2 0-10 0,0 5-6 16,-2 0-7-16,1 2-7 0,0 0-8 16,0 3-4-16,-1 0-48 0,-1 0-93 0,3 1-139 15,0-2-278-15,-2 1-196 16,4-3-105-16,-2 3 85 0,2-4 257 0</inkml:trace>
  <inkml:trace contextRef="#ctx0" brushRef="#br1" timeOffset="86218.91">8626 10344 246 0,'2'0'488'0,"-2"0"180"0,0 1 89 15,1 3-214-15,1 1-189 0,0 1-79 0,1 2-18 16,3 0-5-16,-2 3-10 0,3 1-32 0,1 1-52 15,1-1-44-15,-1 1-46 0,2-1-31 16,-1-2-18-16,2 0-11 0,-1 2-8 0,-1-4-3 16,2 0-3-16,-1-2-4 0,-1 0-2 15,-1 0-18-15,-2-2-52 0,1-1-70 16,-4 0-82-16,-1-2-93 0,-1 1-144 0,-1-2-228 16,-1 2-112-16,-3-2 39 0,1 1 173 0,-2-1 221 15</inkml:trace>
  <inkml:trace contextRef="#ctx0" brushRef="#br1" timeOffset="86493.11">8551 10366 11 0,'0'-9'282'0,"-1"1"188"0,1-2 166 0,0 2 24 0,0-2-189 15,0 1-119-15,0 0-52 0,1 0-22 0,1-1-8 16,1 2-3-16,1-2-11 0,-1 2-24 15,0 1-38-15,0 0-37 0,2 1-30 0,-1 4-32 16,1-2-16-16,-2 3-15 0,2 1-7 16,2 3 5-16,-1 1-1 0,0 7 0 0,0-3-16 15,2 5-12-15,-3 1-9 0,2 1-11 16,-1 1-6-16,0 0-7 0,0-2-13 0,1 0-63 16,-1-2-116-16,0-2-146 0,-1-3-287 0,1-1-264 15,1-1-228-15,-1-5 3 0,0-7 326 16,-1-3 392-16</inkml:trace>
  <inkml:trace contextRef="#ctx0" brushRef="#br1" timeOffset="87151.15">8533 8713 142 0,'-5'2'351'0,"2"-1"167"0,-2-1 136 15,2 0-172-15,0 2-108 0,0-2-45 16,1 1-40-16,1-1-38 0,-1 0-42 0,2 0-47 16,2 2-52-16,-1-2-47 0,2 0-31 0,2 1-15 15,-1-1-8-15,3 2-4 0,1-2 0 16,0 0-2-16,4 1 2 0,-2 0-2 0,2-1 1 16,0 2-2-16,-1 0 21 0,3-1 13 15,-3-1 3-15,3 1 4 0,-3 1-3 0,2-2-8 16,-1 0-76-16,-2 0-88 0,0-3-96 15,0 2-141-15,-3-1-266 0,-1-1-175 0,-1-1-4 16,0-1 161-16,-1-1 238 0</inkml:trace>
  <inkml:trace contextRef="#ctx0" brushRef="#br1" timeOffset="87498.92">8672 8607 55 0,'4'-2'269'0,"1"1"132"15,0-2 131-15,-2 3-93 0,2 0-131 0,-2 0-80 16,3-2-36-16,-3 2 2 0,1 0 8 16,-3 0 30-16,1 0 38 0,0 0 42 0,-1 0 54 15,-1 2 20-15,0-2-16 0,-1 0-30 0,-1 0-47 16,0 0-40-16,-3 3-46 0,-2 0-34 15,-1 2-20-15,0-1-15 0,-3 2-19 0,-3 0-24 16,1 1-19-16,-3 1-24 0,2-1-16 0,-2 0-14 16,3-1-9-16,-2 2-6 0,2-3-7 15,3 2 2-15,-2-1-4 0,4 0-4 0,1 0-2 16,3 0-2-16,-1 0 2 0,4 0-7 16,2 3-34-16,1-1-39 0,4-1-42 0,-1 1-92 15,1-2-158-15,2 1-215 0,1-1-260 16,1-1-238-16,-2 1-181 0,4-2 155 0,-2-1 465 15</inkml:trace>
  <inkml:trace contextRef="#ctx0" brushRef="#br1" timeOffset="89480.23">4768 7266 39 0,'-5'-2'319'0,"-1"1"226"16,0-1 225-16,1 1 87 0,-1-2-162 15,-1 1-112-15,2 0-65 0,-2-2-76 0,-1 2-80 16,1-1-80-16,1 1-71 0,0 1-39 0,1-2-27 15,2 3-25-15,-2 0-17 0,2 0-21 16,1 0-21-16,1 4-30 0,-1-2-19 0,0 3-3 16,2 3-7-16,2 1-1 0,0 1-1 15,1 4 0-15,0-1-1 0,2 2 1 0,3 0-1 16,1 1-1-16,1-4 5 0,-1 1 0 0,2-3 1 16,2-1-2-16,-2-3 2 0,3-1 7 0,-1-4 0 15,1-1 1-15,-1-2 1 0,1-7-1 16,0 1 6-16,0-4-5 0,-2-2-2 0,-3-2 0 15,2 0 0-15,-3-3 16 0,0 1 17 16,-3 1 20-16,-2 0 12 0,-1 1 1 0,-4 0 2 16,-1 1-11-16,-2 4-21 0,-1-3-16 0,-4 3-15 15,-2 3-6-15,-1 1-4 0,-3 0-4 16,0 2-3-16,-1 4-4 0,1 1 1 0,0 3-4 16,2 1 0-16,0 4 0 0,1 3 3 15,3 2 2-15,1 2 1 0,1 2 2 0,3 2-2 16,2 2 2-16,2 0-3 0,1 3 1 0,1-2 0 15,2 1-2-15,2-3 3 0,2-1-4 16,-1 0 3-16,5-4 0 0,-2-4 1 0,1-2 1 16,4-3 2-16,-1-5 2 0,-1-4 2 0,1-3 1 15,-2-3 2-15,3-3-1 0,-4-4 2 16,1-1 1-16,-3-2-3 0,-2-1 1 0,-1 1-2 16,0 1 6-16,-4 0 3 0,-1 2 2 0,-3-1 3 15,0 2 0-15,-5 1 0 0,0 2-4 16,-4 2-8-16,-1 1-4 0,-3 1-6 0,3 4-1 15,-4 1-2-15,4 3 0 0,-1 2 0 16,1 2-1-16,2 3 1 0,2 2 0 0,1 3 1 16,3 1-2-16,0 2 0 0,4 2 2 0,2 1 0 15,1 2 1-15,3-2-3 0,4 3 1 0,4-3-24 16,0 0-61-16,4 0-56 0,1-2-109 16,2 0-153-16,5-2-286 0,2 1-297 15,3 0-232-15,5-1-167 0,1-1 234 0,2-1 525 16</inkml:trace>
  <inkml:trace contextRef="#ctx0" brushRef="#br1" timeOffset="90385.22">6572 7141 231 0,'-4'-3'529'0,"-3"3"288"0,2 0 186 0,-1 0-174 16,1 3-208-16,-2 2-122 0,0 1-105 0,-1 1-92 16,2 3-75-16,-2 5-65 0,2 0-52 15,1 1-35-15,2 2-17 0,-1-2-14 0,4 1-14 16,-1-2-13-16,2 0-7 0,-1-5-5 16,4 1-4-16,-1-4-2 0,0-1 10 0,2-1 13 15,1-2 34-15,3-5 22 16,-2-2 12-16,1-2 7 0,3-3-8 0,-3-4-14 0,1 0-23 15,-1-2-21-15,1-1-11 0,0 0 5 0,-3 0 25 16,0 1 17-16,0 1 5 0,-4 0 7 16,1 1 2-16,-3 2-4 0,0 0-23 0,-3 2-11 15,1 2-7-15,-2-2-9 0,-1 3-6 16,-1 1-7-16,-1 1-5 0,-1 1-5 0,1 1-1 16,-3 4-2-16,2 1-1 0,2 1-3 15,-3 2 3-15,0 5 0 0,3 0-3 0,1 3 5 16,-1 2-1-16,2 4-1 0,2-2-1 0,0 3-2 15,1-1 2-15,2-2-2 0,1-2-1 16,1-1 2-16,3-2 0 0,2-2 2 0,-2-3 0 16,3-2-1-16,1-3 2 0,0-2 0 0,1-2 1 15,0-2-2-15,0-3 3 0,-1-2-1 16,-1 1 0-16,1-1 0 0,-2-1-5 0,-2 1 1 16,0 1-13-16,-3 3-33 0,0-1-62 0,-3 4-53 15,0 0-96-15,-1 1-151 0,-1 1-202 16,1 2-282-16,1 2-225 0,0 3-198 0,3 3 106 15,0-2 447-15</inkml:trace>
  <inkml:trace contextRef="#ctx0" brushRef="#br1" timeOffset="91253.29">8618 7136 154 0,'-8'-2'471'0,"-1"-1"308"0,-1 1 251 0,2 1-85 15,-3 1-236-15,2 3-169 0,-1 0-123 16,-1 1-101-16,0 5-96 0,1 3-63 0,0 1-27 15,0 6-13-15,2 1 0 0,-1 5 4 16,1 2-1-16,1 1-15 0,4 0-29 0,0 0-18 16,3-3-15-16,0 0-18 0,5-5-18 15,0-4-6-15,3 0 0 0,2-6 0 16,2-2 0-16,2-6 4 0,0-3 1 0,3-6 3 0,-1-2 3 16,3-7-1-16,-3 0-1 0,1-5-4 0,-2 0 3 15,0-3 0-15,-2 2 21 0,-2-1 19 16,-3 2 18-16,-3 2 7 0,-2 1 3 0,-3 3 4 15,-3 0-19-15,-2 3-16 0,-3 2-13 16,-3 0-10-16,0 5-5 0,-3 0-7 0,0 4-3 16,-2 3-4-16,0 3 0 0,-1 2-1 0,2 4-4 15,-2 2 1-15,3 2-2 0,-2 3-1 16,3 0 0-16,1 3-4 0,2 2 1 0,2-2-2 16,2 3-5-16,1-1-29 0,1 2-62 0,2-1-58 15,-1 1-116-15,3 1-181 0,-2 1-307 0,1-1-301 16,-1 5-231-16,0-2-136 0,-1 3 338 15,0 2 577-15</inkml:trace>
  <inkml:trace contextRef="#ctx0" brushRef="#br1" timeOffset="92330.58">4706 10069 276 0,'-3'-3'510'0,"0"0"245"0,-1 3 148 0,2-1-172 15,0 1-156-15,2 1-108 0,-1 2-83 16,1 0-78-16,0 0-80 0,0 3-68 0,0 0-41 16,1 3-21-16,1-1-15 0,2 5-17 15,-2-2-16-15,1-1-12 0,0-1-14 0,2 2-8 16,0-4-7-16,-2 0-3 0,2-2 2 0,1 0-1 15,-3-2 4-15,2-3 8 16,0 0 22-16,0-3 31 0,1-2 11 0,0-4 15 0,-1 0 12 16,0-3 11-16,-2-1 10 0,2 1-6 0,-2 0-11 15,-3-1-6-15,0 0-10 0,0 3-16 16,-3-2-23-16,-2 3-15 0,0 0-7 0,0 1-5 16,-4 1-8-16,3 5-7 0,-2-3-2 15,-2 3-6-15,1 2-2 0,1 2-2 16,0 3-3-16,-1 1 0 0,2 1-3 0,2 5 0 15,1-1-1-15,2 3-1 0,2-1 1 0,2 1 0 16,2 4 0-16,1-2 0 0,4 2-7 0,-1-2-32 16,4-1-59-16,3 2-51 0,-2-5-79 0,6 0-136 15,0 0-189-15,0-5-278 0,6 0-223 16,0 0-217-16,5-3 11 0,2 2 400 0,1-4 463 16</inkml:trace>
  <inkml:trace contextRef="#ctx0" brushRef="#br1" timeOffset="93118.51">6656 10124 336 0,'-11'8'603'0,"-3"0"250"0,4 1 158 0,2-1-242 15,-1 2-201-15,3-3-124 0,1 1-86 16,0 1-82-16,3-5-87 0,-1 2-74 16,3-1-50-16,-2-2-28 0,2-2-9 0,2-1 0 15,-2-1 3-15,3-1 8 0,2-2 15 0,2-2 11 16,-1-4 1-16,5-3-1 0,-2 0-7 0,1-4-14 16,1-1-14-16,0 0-11 15,-1-2-8-15,0 3 35 0,0 0 41 0,-4 4 43 0,2-2 24 16,-3 6 11-16,-2 1 3 0,-3 0-33 15,0 4-36-15,-2 1-34 0,-1 3-24 0,-3 0-16 16,0 5-13-16,-2 2-4 0,1 4-3 0,-2 2-3 16,1 4-2-16,2-1-1 0,-1 3-2 15,4 0 2-15,0 4-2 0,1-3 0 0,2 3-1 16,4-1 0-16,0-1-8 0,1 1-39 16,3-3-64-16,3 2-56 0,2-5-110 0,1 1-158 15,3-4-252-15,4 0-280 0,0-3-221 16,2 0-170-16,1-2 213 0,3-4 490 0</inkml:trace>
  <inkml:trace contextRef="#ctx0" brushRef="#br1" timeOffset="94020.64">8349 10182 43 0,'-6'2'460'0,"-2"3"366"0,0 0 234 0,2 1 32 15,1 0-358-15,0 1-238 0,4 1-153 16,-1 1-103-16,4-1-61 0,-1 3-62 0,4-1-43 16,2 1-28-16,2 0-20 0,2-4-6 15,0-1-6-15,3-4 2 0,1-2 3 0,2-2 3 16,-1-5 4-16,4-2 3 0,-4-5 1 15,1-1 1-15,-2 0 27 0,-1-3 43 0,-3 3 48 16,0-2 28-16,-5 4 15 0,-1 1 3 16,-2 0-21-16,-3 2-38 0,-3 2-39 0,-2 3-27 0,-3-1-21 15,-2 4-15-15,-2 2-14 0,-2 2-8 16,0 0-5-16,-2 6-5 0,0-1-1 0,2 5-2 16,1 0 1-16,2 3-3 0,-1-2-1 0,5 1-1 15,3-2-11-15,0 1-31 0,4-1-68 16,2-1-58-16,3-5-102 0,0-3-154 15,5-3-213-15,0-4-294 0,1-6-217 0,5-2-188 16,-2-5 122-16,2-4 465 0</inkml:trace>
  <inkml:trace contextRef="#ctx0" brushRef="#br1" timeOffset="94710.08">8664 8689 149 0,'-5'11'417'0,"-3"1"232"16,2 0 213-16,-3 1-57 0,2 1-136 15,-1 1-104-15,2 1-84 0,1 1-81 0,-1 1-90 16,1 0-98-16,2 0-88 0,3-3-49 0,0-2-31 16,2-1-20-16,1-4-11 0,2-2 4 15,2-3 15-15,3-6 12 0,1-3 5 0,1-4 12 16,1-7-3-16,1-4-7 0,1-3-2 16,-4-2 34-16,3-1 45 0,-6 2 18 15,0 2 17-15,-2 3 4 0,-5 3-11 0,-1 0-40 16,-3 4-40-16,-3 1-25 0,-3 4-20 0,-1 2-12 15,-4 4-9-15,0 4-4 0,-3 4-3 16,0 3-2-16,0 3-1 0,-2 2 0 0,3 3-3 16,0-2 1-16,-1 3-3 0,3 0-10 0,-2 0-37 15,3-2-66-15,-4-1-76 0,0-2-161 16,1 0-263-16,-3-2-312 0,0-3-308 0,-3-1-205 16,-3-3 74-16,-2-4 602 0</inkml:trace>
  <inkml:trace contextRef="#ctx0" brushRef="#br1" timeOffset="96130.3">4883 8950 76 0,'-1'3'390'0,"-2"0"219"15,3 2 143-15,0 2 16 0,6 1-256 0,-1 5-126 16,3 1-43-16,0 1-30 0,4-1-19 0,-1 3-28 15,2 0-32-15,1-2-50 0,1-2-45 0,0-1-25 16,0-1-12-16,0-4-22 0,-2-1-18 16,3-4 7-16,-2-4 21 0,0-2 29 0,-1-5 32 15,1-2 15-15,-3-4 11 0,-1-1-8 16,-4-4-16-16,2 1-22 0,-5-2-24 0,0 1-21 16,-4 1-18-16,-3 0-13 0,-2 3-13 15,-3 1-10-15,-1 2-7 0,-3-1-8 0,-4 3-5 16,0 3-5-16,1 2-3 0,-3 1-1 15,3 2-3-15,-1 3-2 0,2 3-1 16,2 2 0-16,1 2-2 0,1 4 2 0,0 1-1 0,5 2 2 16,1 0-1-16,0 3-1 0,4 0 1 15,1 0-2-15,1 0 0 0,4 1-2 0,0-2 2 16,3-1-2-16,4-1 3 0,1-2-3 16,4-4-10-16,1 0-56 0,4-5-63 0,1-1-108 15,4-2-169-15,-1-2-303 0,4-1-329 16,2 0-258-16,2-2-154 0,4 0 290 0,3-1 587 15</inkml:trace>
  <inkml:trace contextRef="#ctx0" brushRef="#br1" timeOffset="98818.36">5053 7288 74 0,'6'3'269'0,"-1"-2"118"16,1 3 92-16,-1-3-147 0,0 1-142 15,-1 1-94-15,1-3-45 0,0 1-23 0,3 0-11 16,-2 1-3-16,0 0-6 0,2-1-2 16,2-1 6-16,-1 2 23 0,-1-2 16 0,3 0 8 15,-3 0 6-15,3 0 1 0,0-2 51 0,0 2 30 16,-1 0 16-16,4-1 2 0,-3 1 2 16,2-2-3-16,1 2-45 0,0 0-52 0,2 0-29 15,0 2-12-15,1-2 31 0,2 1 97 16,0-1 43-16,0 2 21 0,2-2 1 0,-1 2-6 15,2-2-36-15,0 3-80 0,-1-2-40 16,1 0-23-16,2 0-12 0,-2-1-3 0,0 3-4 16,2-3-3-16,1 2-4 0,-1-2 1 0,-2 2 0 15,2 0-4-15,-1-2 1 0,1 1-3 16,-3-1 1-16,4 0-3 0,-3-1-1 0,-1 1 1 16,1-2 2-16,-2 0 2 0,0 0-3 15,0-1 0-15,-3 2 0 0,-1 0-1 0,1 0 1 16,-2-2-2-16,2 3 1 0,-2-2-1 0,0 2 0 15,-2 2 1-15,3-2 0 0,-2 3-1 16,0-2 0-16,0 1 3 0,2 1-3 0,-3-1 0 16,1 2 0-16,2 0 0 0,-2-1 0 0,2 0 0 15,-2 0 0-15,2 0-3 0,-2 0 0 16,2 0-2-16,-2-2 1 0,4 1-1 0,-4-2-2 16,3 1 5-16,2-1 2 0,-3 0 0 15,1 0 0-15,-1 0 5 0,3 0 1 0,-3 2 1 16,0-2-4-16,0 0 5 0,1 1-2 0,-1-1-2 15,1 1 1-15,-1-1-4 0,1 2 2 16,1-2-3-16,-1 0 1 0,-1 1-1 0,0-1-1 16,1 2 1-16,-1-2 1 0,1 0 3 15,-2 0-3-15,0 0 3 0,1 0-4 0,0 0 0 16,0 0 0-16,0 0 0 0,-2 0 1 16,2 0 0-16,0 0 3 0,-1 0-3 0,1 0-1 15,2 0-1-15,-2 0-1 0,2 0 0 0,0 2 0 16,-1-1 2-16,2-1-1 0,-3 1-1 15,5 1 1-15,-1 0 0 0,-1-1-2 0,3 1-1 16,0-2-1-16,-1 3-2 0,1-3-2 0,3 1 0 16,-3 0 4-16,2 1 3 0,2-2 6 0,0 3 2 15,0-1 5-15,0-2 2 0,3 2-3 16,1-2-1-16,0 3-3 0,1-2 0 0,3-1-1 16,1 0-4-16,1 0 3 0,-1 0-2 15,3-1 0-15,3-4-2 0,-2 5-2 0,0-4 1 16,1 1-3-16,0 1-1 0,1-1-1 0,0 0-4 15,0 1-1-15,-3 0-2 0,2 4 3 16,-1 0 3-16,-1 4 1 0,0-1 6 0,-3 4-2 16,-2 1-38-16,-1 0-94 0,-2 3-121 15,-3-1-205-15,0 1-269 0,-2-1-216 0,-3-1-59 16,-4-3 204-16,-3 0 329 0</inkml:trace>
  <inkml:trace contextRef="#ctx0" brushRef="#br1" timeOffset="100389.86">5179 8704 149 0,'5'2'333'0,"-2"-1"129"0,0-1 94 16,0 1-235-16,-1-1-144 0,1 0-82 0,-1 0-46 16,-1 0-24-16,2 0-11 0,2-1-4 15,0 1-1-15,3-1 3 0,-2-1 10 0,5 1 24 16,-1-2 21-16,4 0 28 0,0-1 14 16,4 0 6-16,-1 0-6 0,5-2-27 0,0 1 29 15,2-1-14-15,3 0 0 0,0 0 0 16,0-1-1-16,3 2 4 0,0-2-40 0,2 1-18 15,1 1-11-15,0 1-10 0,1 0-6 16,1-1-1-16,2 0-3 0,-1 2 1 0,2-1-4 16,1 2-1-16,-1-3-2 0,-3 2-5 0,2-1 0 15,-1 1 0-15,-3 1-3 0,3 0-1 16,-2 0-1-16,-3 0 2 0,1 1-2 0,-2 0-2 16,0-1-1-16,-2 1-5 0,-2 1 4 15,1-2 8-15,-2 2 1 0,0-1 6 0,-3 1 6 16,-1 0 8-16,1 0-3 0,-2 0-3 15,0 0 0-15,-1 0-1 0,-2 0-2 0,2 0-3 16,0 1 4-16,-3-1-4 0,3 0-2 0,-2 0 3 16,2 0-3-16,0 0-1 0,0 0 3 15,3 0-3-15,-1 0 3 0,-1 0 87 0,1 0 46 16,1 0 20-16,-1 0 7 0,-1 0 2 0,-1-1-5 16,0-1-77-16,0 2-40 0,-3 0-20 15,3-1-12-15,-2 1-8 0,-1 1-3 0,0-1 0 16,-2 2-5-16,-1-1-1 0,3-1-1 15,-4 2-1-15,1-1 0 0,-2 1 0 0,3 0 3 16,-3 0 0-16,-1 0 1 0,2-1-1 0,-1 0 0 16,-1 3-1-16,2-3-1 0,-4 3-2 15,2-3-1-15,1 1 0 0,-2 3 1 0,1-3 2 16,-1 1-3-16,1-2 3 0,-2 2 1 16,0-1 0-16,1 1-3 0,-1 0 4 0,0-1 1 15,1 0 3-15,-2 0-1 0,1 1 2 0,0-2 0 16,-1 1 1-16,1 1 1 0,0-1-2 15,-1 0 1-15,2 1 3 0,-1 0-2 0,0 0 0 16,-1-1 1-16,0 1 1 0,1-1 0 0,-2 2 0 16,3-2-1-16,0 2 0 0,-3-2-1 0,2 2 1 15,0-2 1-15,1 3 2 0,-1-3 4 16,0 2 28-16,2 1 13 0,-1-2 7 0,1 0 0 16,-1 1-1-16,2 0-3 0,-1 0-26 0,-2 0-14 15,4 1-7-15,-2-1-3 0,-2 1-4 16,4-1-1-16,-2 1 0 0,0-1-2 0,2 0 1 15,-3 0-3-15,3 0 1 0,0-1 3 16,-1-1-1-16,2 2 3 0,-2-2 8 0,2-1 12 16,-1 1 6-16,-1 0-1 0,3-1 3 0,-4-1 2 15,3 0-13-15,-1 0-9 0,-2 0-5 16,3 0-4-16,-1 0-3 0,-2 0-2 0,1 0 1 16,1 1-3-16,-2-1 2 0,2 2-2 15,1 0 1-15,-2-2 0 0,3 1-2 0,-2-1 2 16,2 1-1-16,-2-1-1 0,1 2 0 0,1 0 1 15,-1-2-1-15,-1 0 2 0,1 1 0 16,1-1 0-16,-1 0-1 0,0 1 0 0,-1-1 0 16,1 2-3-16,-1-2 1 0,0 0-2 15,-1 1 3-15,1-1-2 0,0 0 4 0,-3 0 1 16,4 0 3-16,-4 0 0 0,2 0 1 0,-1 0 2 16,-1 0-4-16,-1-1-2 0,1 1-3 0,-2 0-2 15,-1-2 3-15,1 2-14 0,-1-1-58 16,-2 1-108-16,1-1-135 0,-3-1-213 0,4 0-286 15,-1 0-243-15,0 0-72 0,2-1 242 0,2-2 383 16</inkml:trace>
  <inkml:trace contextRef="#ctx0" brushRef="#br1" timeOffset="102451">8925 7586 216 0,'1'0'349'0,"-1"0"132"0,-1 0-27 0,1 0-93 15,-2 0-78-15,2 0-40 0,0 0-16 0,-2 0-4 16,1 0-2-16,1 0-5 0,0 0 3 15,1 0-6-15,1 0 0 0,-2 0-2 0,0 0-6 16,2 2-7-16,-1-2-8 0,-1 0-13 16,0 2-19-16,2-2-18 0,-2 1-26 0,0 0-24 15,-2 3-22-15,2 0-18 0,-1 0-13 16,-1 3-10-16,-1 1-3 0,3 2-3 0,-2 0 1 16,-2 1-1-16,2 2 6 0,2 2-4 0,-1-1 2 15,-1 2 5-15,1 1-3 0,-1 1 4 16,0 0-8-16,1 3 16 0,-1-2 5 15,-1 2 1-15,1 0 3 0,1 2-1 0,-1-1-4 16,0 1-15-16,-1 1-11 0,-1-2-8 0,2 1-6 16,-1-2-3-16,2 2 6 0,-1-4-1 15,0-1-2-15,1 1-1 0,-1 0-1 0,2-5-1 16,-3 1-3-16,3 0-2 0,-2-1 4 0,2-2 1 16,-3 0 5-16,3-3-2 0,-2 1-3 15,1-3 2-15,1 2 0 0,-2-3-4 0,2-2-5 0,0 3 4 16,-1-2-3-16,1 0 5 0,-2-3 2 15,2 2-2-15,0-3-2 0,0 2-3 0,0-2-9 16,0 1-22-16,0-2-22 0,0 0-22 16,0 0-52-16,0-3-77 0,0 0-93 0,0-2-93 15,0-1-113-15,0 0-186 0,0-1-209 0,0-1-64 16,0 1 112-16,-3-1 245 0,3 1 263 16</inkml:trace>
  <inkml:trace contextRef="#ctx0" brushRef="#br1" timeOffset="102821.69">8776 8122 87 0,'2'3'321'0,"-1"0"157"0,-1 0 123 0,0 0-133 16,2 1-156-16,-2 1-91 0,2 1-30 16,-1 0 6-16,1 3 32 0,-1 1 33 0,1-2 0 15,1 4-6-15,3 0-28 0,-1 0-40 16,0 2-25-16,1 1-15 0,1-2-16 0,0 1-22 16,1-1-15-16,-1-3-10 0,-1 0-22 0,3-3-30 15,-2-1-16-15,-1-1-10 0,1-4-2 16,-1 1 2-16,1-2-1 0,0-3 1 0,-1 0 3 15,-1-1 0-15,0-4 0 0,1-1-1 16,0 2-2-16,-2-3-4 0,0 1-3 0,0-3-11 16,-3 2-56-16,2 0-97 0,-1-3-118 15,-2 0-159-15,0-1-287 0,0-1-229 0,0 1-67 16,-2-3 184-16,2-2 315 0</inkml:trace>
  <inkml:trace contextRef="#ctx0" brushRef="#br1" timeOffset="103257.75">8918 7449 153 0,'0'-2'391'0,"0"1"172"0,0-1 116 0,0-1-171 16,0 2-165-16,2-4-78 0,-2 2-17 0,5-3 19 15,-2 0 27-15,3 0 20 0,1-1 0 0,0-1-19 16,1 0-33-16,2-2-34 0,-2 0-43 0,3 0-44 15,-2 2-38-15,1-1-31 0,1 0-23 16,-2 0-23-16,0 2-11 0,1 1-5 0,-3 2-9 16,-1-1-1-16,-1 4 0 0,1 1 2 15,0 1 0-15,-1 4-2 0,-2-1 0 0,2 5 3 16,-3 1-3-16,-1 3 0 0,1 0 0 0,-2 3-1 16,0 2 0-16,-2 0-5 0,2 0-37 15,-3 0-105-15,0-1-144 0,0 0-226 16,-1-2-281-16,1 0-263 0,2 0-138 0,-4-4 222 15,2 2 431-15</inkml:trace>
  <inkml:trace contextRef="#ctx0" brushRef="#br1" timeOffset="103953.52">9352 7803 14 0,'3'-6'341'0,"0"2"269"0,-3-1 258 16,2 2 114-16,-2-2-201 0,-2-1-177 16,2 1-124-16,-2 2-85 0,1-2-60 0,-1 0-44 15,-1 2-33-15,-1 0-24 0,0 2-24 0,0-2-25 16,-3 3-32-16,2-2-44 0,-3 4-41 16,-1-1-28-16,0 2-16 0,-1 2-9 0,-1 1-6 15,0 5-1-15,1-1-3 0,-2 3-4 16,2 3 2-16,-1 3-1 0,2 0-1 0,1 1-2 15,1 1 2-15,1-2 0 0,2 1-3 0,2-2 1 16,0-4 0-16,4 0 0 0,0-3 0 16,2-3 2-16,2-1 1 0,-1-1 0 0,3-3 3 15,3-5 2-15,-1-1-1 0,1-3 0 16,3-2-2-16,-1-5-1 0,1-2-2 0,0-3-1 16,-1-1 2-16,3-4-4 0,-2-1 2 0,0-2 0 15,0 0 0-15,0-2-1 0,-1-3-2 16,1 1 3-16,-3 2 0 0,1-2 1 0,-2 0 0 15,0 2 5-15,-3-2 8 0,-1 4 6 0,1-2 4 16,-2 6 5-16,-3 0 5 0,1 2 1 16,-3 3-6-16,0 2 0 0,-1 4-3 0,-1 0-4 15,2 2-4-15,-2 3-2 0,-1 2-1 16,1 0-6-16,-1 4-3 0,-1 0-2 0,1 6-4 16,-2-1-2-16,2 6-1 0,-1 1 0 0,1 4-2 15,0 5 0-15,-2 2-1 0,4 3 2 16,-4 4 0-16,4-1 1 0,-1 2 3 0,2 3 0 15,0-1 4-15,2 0 0 0,-1-2-1 0,2 3 0 16,2-5-1-16,0 1-2 0,1-3-2 16,1 0-1-16,2-1-12 0,0-4-47 0,-1 1-68 15,2-5-109-15,2 1-176 0,-2-2-298 16,-2-1-337-16,3 1-296 0,-3-3-160 0,0 1 290 16,-2-1 628-16</inkml:trace>
  <inkml:trace contextRef="#ctx0" brushRef="#br1" timeOffset="120560.6">25746 1746 193 0,'-1'-7'334'0,"1"1"134"15,-2 0 31-15,0 2-107 0,1 0-39 0,1 1 5 16,-2 0 23-16,2 1 1 0,-2 1-15 0,2-1-27 16,0 2-45-16,0 0-56 0,0 0-56 0,0 0-43 15,0 0-40-15,0 0-34 0,0 2-24 16,2 1-15-16,0 1-10 0,-1 0 41 0,1 6 29 15,1 0 14-15,4 6 0 0,-3-2 11 0,4 4 2 16,2 3-38-16,-2 1-27 0,1-1-14 16,4 2-6-16,-2 0-14 0,1 1-4 0,-1-2-7 15,1 2-2-15,0-3-1 0,-1 0 2 0,3 0-3 16,-2-1 0-16,0-2 3 0,1-2 1 0,-2 0-3 16,1-2-1-16,0 0 5 0,-3-2-4 15,0-2-1-15,-1-1-3 0,-1-1 0 0,-1-2 2 16,-3 0 0-16,1-4 0 0,0 2 3 0,-2-2 0 15,-2 0 3-15,0 1-3 0,0-3-5 0,0 0-10 16,-2 0-12-16,-1-5-29 0,-2 4-63 0,1-4-104 16,-4 1-133-16,1-2-135 0,0 0-284 0,-1 0-240 15,1-2-98-15,1 1 168 0,-1-1 346 16</inkml:trace>
  <inkml:trace contextRef="#ctx0" brushRef="#br1" timeOffset="121005.09">25963 1939 41 0,'5'2'247'0,"-1"-1"126"0,0-1 124 0,0 0-74 16,1 0-108-16,-2 0-62 0,0 0-18 15,0-1 7-15,2 1-5 0,0 1 30 0,-2-1 8 16,3 3 12-16,1 2 27 0,-1-1 9 0,1 5 16 16,-3-1-38-16,2 5-29 0,1 2-47 0,-1 3-42 15,1 0-37-15,-1 2-41 0,3-1-29 16,-2 2-14-16,2-2-9 0,0 1-13 16,-1-1 11-16,0 3 4 0,0-3 7 0,1-2-3 0,0-1 0 15,-5 1-2-15,1-3-17 0,0 2 1 16,-1-1 12-16,-4-3 11 0,0 0 5 0,-2 0 5 15,-5 0 1-15,2-3-7 0,-3 2-15 0,-1-4-10 16,-4 0-7-16,0 1-7 0,0-4-5 16,-2 1-8-16,0-2-5 0,2-2-3 0,-3-1-4 15,2 0-3-15,0-3-4 0,1 0 1 0,0-1-1 16,1-2 0-16,0-1-1 0,2-1-2 0,2 1 2 16,1-1-4-16,1 3-24 0,2-1-63 0,1 2-55 15,2 0-79-15,1 0-138 0,1 1-193 0,2 0-299 16,4 3-220-16,-1 0-201 0,2 0 27 15,5 0 406-15,0 2 456 0</inkml:trace>
  <inkml:trace contextRef="#ctx0" brushRef="#br1" timeOffset="121714.51">27177 2376 23 0,'-1'3'226'0,"-1"0"126"0,1 0 130 0,1 0-53 16,-4-2-82-16,4 1-27 0,-1-1 16 0,1-1 36 15,0 2 56-15,-2-2 28 0,2 1-6 16,0-1-32-16,2-1-61 0,-2-1-66 0,1-1-69 16,3-1-53-16,0-2-18 0,2 0-3 0,-1-3 6 15,1-1-1-15,1 0-6 0,-1-2-3 16,3-3-20-16,-1 0-27 0,1-1-32 0,0-1-23 16,-3-2-13-16,2-3-15 0,-1 3-15 0,2-2-7 15,-1-1 4-15,0 0 1 0,-2-1 1 0,3 2 0 16,-2 1-1-16,1 1 2 0,-2 2 0 0,1-1-1 15,-1 3 0-15,0 2-3 0,0-1 1 16,-1 1 0-16,0 4 1 0,-2-1-1 0,5 2 1 16,-5 2-1-16,-1 0-2 0,-1 1-3 0,1 2-16 15,-1 0-42-15,-2 2-54 0,-1 0-76 0,-3 1-127 16,1 0-149-16,-2 1-177 0,-2 0-264 16,-2 1-222-16,-1-1-71 0,0 2 248 0,0-3 381 15</inkml:trace>
  <inkml:trace contextRef="#ctx0" brushRef="#br1" timeOffset="121977.3">27229 1928 96 0,'0'0'282'0,"4"0"133"0,-1-1 92 15,3-3-103-15,-2 0-98 0,5-2-36 0,0 0 17 16,3-2 35-16,1-2 26 0,3 2 19 0,2-2 4 16,0 0-13-16,2 0-16 0,2-2-44 15,1 0-44-15,-1-1-48 0,-2 3-50 0,0 1-38 16,-2-1-40-16,-1 2-24 0,-4 2-20 0,-3 2-13 15,-2 1-1-15,0 0-5 0,-3 3-3 16,3 3-6-16,-7 2-2 0,-1 2-1 0,0 3 1 16,-1 4 1-16,-4 0-3 0,-1 4 2 0,1-1 0 15,0 3 0-15,1-1-4 0,-1 0-2 0,2 1 1 16,3-2-2-16,0 1-22 0,3-1-67 0,0-1-138 16,3-2-164-16,1-3-293 0,4 1-280 15,-2-2-243-15,6-2 13 0,0-1 403 0</inkml:trace>
  <inkml:trace contextRef="#ctx0" brushRef="#br2" timeOffset="145664.07">4439 10024 77 0,'5'0'284'15,"-3"0"133"-15,4 0 105 0,-3 0-140 0,-2 0-152 16,1 0-103-16,1 0-54 0,-1 0-28 0,0 0 14 16,-1 0 7-16,4 0 28 0,-2 0 20 15,0 2 12-15,3-2 3 0,-3 0 9 16,2 0 19-16,0 3-10 0,0-2-9 0,0 1-6 15,2-1 35-15,0 0-9 0,-1 2-23 0,1-3-16 16,-1 2-9-16,3 0-5 0,-2-2-43 16,2 2 16-16,-1-2 11 0,3 1 2 0,-1-1-1 15,-1 1 0-15,4-1-3 0,-2 0-36 0,3-1-24 16,-3 1-6-16,2-1-6 0,1 1-1 16,-1 0-1-16,2-2 35 0,-2 2 16 0,3-2 9 15,-2 2 1-15,0-2 0 0,1 2-2 16,0 0-29-16,-2 0-17 0,0 0-12 0,1-3-4 15,0 3-1-15,0 0-4 0,-1 0-3 0,-1 0 0 16,1 0 3-16,-1 0-1 0,0 3-4 16,-1-3 2-16,3 0 0 0,-4 0 0 0,1 0-1 15,3 2-1-15,-3-2 0 0,2 2 1 16,-2-2-1-16,0 0 0 0,1 0 1 0,0-2-1 16,-1 2 0-16,1-2-1 0,1 2 4 15,-2 0-2-15,0 0 1 0,-1 0 0 0,2-3 1 16,-2 3-2-16,1 0-3 0,0-1 0 0,-2 1 2 15,1 1 0-15,1-1 1 0,0 3 1 16,2-3 0-16,-1 0-3 0,0 2-1 0,0 0-1 16,2 0-4-16,0-2 4 0,-1 1 2 0,3-1 0 15,0 0-1-15,1 0-2 0,-1-1 0 16,1-1-2-16,-1-2-3 0,3 4 2 0,-3-4-2 16,3 3 7-16,-1-2 2 0,0 0 1 15,-2 1 5-15,2 2-2 0,-1-3 5 0,-1 1-2 0,1 2-2 16,-2 0 3-16,0-1-5 0,1 1 3 15,0-1 0-15,-2 1 0 0,0 0 1 16,-1 0-4-16,1 0-2 0,-1 0-1 0,0 0 1 16,1 0-1-16,-1 0 0 0,0 0 4 0,-1 0-3 15,0 0 1-15,1 1-1 0,-2 0-1 0,3 1 1 16,-3 1-1-16,3-1 2 0,-1 1-1 16,-2 0 4-16,3-1 0 0,-2 1 0 15,0 3 1-15,1-4-3 0,-2 3 0 0,1-1-1 16,0-1-1-16,0 2-2 0,-1-1 1 15,1 1-2-15,0-2 4 0,-1 1-2 0,0-1 0 16,3 0 1-16,-2 1 0 0,2 0 0 0,-2-2-1 16,2 3-1-16,-1-3-2 0,2 2 0 0,0-1-1 15,0 1-1-15,0-4-2 0,1 4 3 16,0-4-1-16,0 2-1 0,1-2 1 0,2 0 0 16,-3 0 1-16,1 0-2 0,1 0 4 0,-1 0 2 15,1 0 1-15,-1 0 6 0,2 1-2 16,-3-1 3-16,1 1-2 0,-1-1 0 0,1 0-2 15,-1 2-3-15,1 0 4 0,-2-2 1 16,0 1-3-16,0 0 3 0,0 1 0 0,0 1 1 16,0-2-3-16,0 2 2 0,-1 0 0 0,0 0-3 15,0 0-2-15,1 2-1 0,0-3-1 16,-2 3 1-16,2-2-1 0,0 1 1 0,1 1 1 16,0 1 0-16,1-4 4 0,-1 2 13 15,1 0 8-15,1-1 4 0,-1 1 3 0,1-2-1 16,2 0 2-16,-1 0-15 0,0 0-11 0,2-1-7 15,-1 0-3-15,-1 1-2 0,3-2-4 16,-1 1-1-16,-2 1 2 0,1-1 6 0,-2 1-2 16,2-1 0-16,1 1 0 0,-3-1 2 15,0 1 1-15,0-1-3 0,1-1 1 0,-1 2 3 16,0-1 0-16,-1-1 1 0,1 0 0 0,1 2 2 16,-2-2-2-16,1 0 0 0,0 0 1 15,0-2-2-15,-1 2-3 0,1 0 3 0,1-1 2 16,-1 1-2-16,0-2 0 0,1 2 2 15,-1 0 1-15,0 0-3 0,1 0 1 0,-3 0 1 16,3 0 1-16,0 0-1 0,0-1 1 0,-2 1-1 16,1-2-2-16,1 2 1 0,-3 0-1 15,3-1-1-15,-2-1 1 0,0 1-2 0,1-1 2 16,-1 1-1-16,2-1 0 0,-3 1-3 16,3 1-1-16,0-2 2 0,0 1-5 0,1 0 1 0,-2 1 1 15,2 0 3-15,2 0 0 0,-2 0-1 16,2 0 1-16,0 0-3 0,0 1-2 15,-3-1 4-15,3 1 2 0,0-1 3 0,1 0 2 16,-2 2 1-16,3-2 3 0,0 0-2 16,-2 0-1-16,3-2 1 0,-1 2-1 0,1 0 1 15,-1 0 0-15,2 0-2 0,0 0-3 0,-2 0-1 16,1 0 0-16,-1 0 0 0,-2 2-1 16,0-2-1-16,-1 0 1 0,-4 1 2 0,0 1-4 15,-4-1 2-15,1 1-2 0,-6-2 1 16,0 1-1-16,-3 1-3 0,0-1 4 0,-1 2-5 15,-4 0-5-15,-4 2-49 0,-1-1-117 0,-3 0-149 16,-2 2-277-16,-3-1-273 0,-2 1-255 0,0 0-78 16,-3 1 315-16,-3-1 438 0</inkml:trace>
  <inkml:trace contextRef="#ctx0" brushRef="#br2" timeOffset="147791.85">4210 13127 66 0,'9'-5'242'0,"1"2"100"16,-1 0 88-16,-1 1-164 0,0-1-102 0,0 1-64 15,0 1-12-15,0 1-8 0,-2-1-3 16,1-1 13-16,2 2 3 0,-1 0-1 0,0 0 17 16,0 0 43-16,1 2 22 0,1-1-5 15,1-1 58-15,1 1 40 0,-2 1-11 0,1 1-38 16,3-3-17-16,-1 0 13 0,3 0-49 15,-2 2-41-15,2-2-22 0,0 0-10 0,1 0-17 0,-3 0-34 16,5-2-17-16,-3 2-12 0,1 0-5 16,2-3-7-16,-1 1 0 0,2 2 0 15,-2-1 1-15,1 0 0 0,1-1 6 0,-2 0 2 16,2 1-1-16,-1 1 0 0,-1-1 0 0,0-1-1 16,0 0-2-16,1 2-1 0,0 0 1 15,0-1-2-15,0 1-1 0,0 0 2 0,0 0-1 16,0 0 1-16,0 1-2 0,0-1 2 15,1 2-1-15,-2 0-2 0,0-1 3 0,2-1-3 16,-1 1-1-16,-1 1 0 0,0 0 0 16,-1-1 1-16,1-1-1 0,-1 1-1 0,1-1 1 15,-1 2 0-15,2-2 0 0,-2 3 0 0,0-3 0 16,1 0 1-16,1 2-1 0,-3-2 0 16,3 3 2-16,0-2-2 0,-2 1-2 0,2-1 1 15,-1 3-1-15,0-3-4 0,3 0-1 0,-3 1-3 16,0 1 5-16,2-2 3 0,0 3 3 15,0-3 4-15,-2 2 3 0,2 0 1 0,-1-2 0 16,1 2 0-16,-2-1-2 0,0 1-3 0,2-2 1 16,-1 1-1-16,0-1 1 0,0 2-3 15,0-1 2-15,0-1 0 0,0-1-4 0,0 1 3 16,0 1 0-16,0 0 0 0,0-1-1 16,0 0 4-16,1 1 0 0,-2 1 33 0,2-2 19 15,-2 3 10-15,1-3 6 0,-2 2-1 0,2 0 0 16,-2-3-33-16,1 2-17 0,-1 1-12 15,1-3-8-15,-1 1-1 0,0-1-2 0,-1 2 0 16,3-2-3-16,-1 0 2 0,-1 0 1 16,-1 0 0-16,3 0-1 0,-3 0-1 0,3 0 0 15,-2 0-1-15,1 0 0 0,0 0-3 0,0 1 3 16,1-1 2-16,1 0-2 0,-2 0 3 16,2 2 4-16,-2-2 1 0,2 0 2 0,1 0 1 15,-2 2 0-15,1-2 0 0,-1 0 1 0,1 0-2 16,0 0-1-16,2-2-1 0,-1 2 2 15,1-2 13-15,0 1 16 0,-1-1 10 0,2-2 3 16,1 4 3-16,-1-2-2 0,1-3-15 16,-3 3-22-16,4-2-6 0,-3 2-5 0,1-2-1 15,0 0-1-15,-1 1 3 0,2-1 1 0,-2-1-3 16,2 1-3-16,-2 0-3 0,1 0-1 16,0 0 0-16,1 1-3 0,-1 0 0 0,-1-2 1 15,-1 3 2-15,3-2-1 0,-4 1 0 16,1-1 6-16,1 4 1 0,0-2 2 0,0-1 0 15,-1 1 2-15,-1 1 1 0,2 0-3 0,-1-1 0 16,-2 2 1-16,3-2-1 0,-3 1-1 16,2 1-1-16,-1 0 5 0,1 0 0 0,-1 0-1 15,1 0 2-15,-2 1 0 0,3-1-1 16,-2 2-2-16,1-2-3 0,-2 0 7 0,3 0 4 16,-3 0 1-16,2 0 1 0,-1 2-1 0,-2-1-3 15,0 0-7-15,0-1-3 0,-1 2 0 0,1 1-1 16,-1-3 2-16,0 2 0 0,-1-2 2 15,0 3-2-15,0-2 0 0,1 2-1 16,-2-1-2-16,0 0-1 0,1-1 0 0,0 0 2 16,-2 1-3-16,2 1-1 0,0-2 3 0,1 1-1 15,-1 0 1-15,1-1 3 0,-2 0 0 0,2 1 2 16,-1-1 14-16,3 1 10 0,-2-1 3 16,2 0 5-16,0 3 4 0,0-3 1 0,0 1-17 15,2-2-3-15,-2 1-7 0,1 1-7 16,2-1-2-16,-1 2 1 0,1-1 2 0,0-1-2 15,2 0 3-15,-2 1 1 0,2 0-4 0,-1-1-3 16,-2 0 2-16,3 1-3 0,-1 0 1 16,1-1-3-16,-3 0 1 0,1 1 3 0,0-2-5 15,0 2 4-15,-1-1-3 0,1 0 2 16,-2-1 2-16,1 2-4 0,-1 1 2 0,2-3-4 16,-4 2 1-16,3-2-2 0,-1 0 3 0,-1 3-4 15,0-2 2-15,0-1 3 0,-2 2 0 16,1-1 1-16,-2 1-4 0,-1 0 7 0,1-2-1 15,0 1 3-15,-3 0-1 0,0 1-1 16,1-2 6-16,-2 2 0 0,1-2 37 0,-2 1 20 16,0-1 8-16,0 0 5 0,-1 1 0 0,-2-1-2 15,1 2-32-15,-3-2-20 0,-1 0-10 16,0 2-3-16,0-2-3 0,-2 0-2 0,1 1-1 16,-1-1-1-16,-1 0-1 0,0 0 0 15,-1 0 1-15,1 0-3 0,-2 0-4 0,0 0 5 0,0 0-2 16,0 1-4-16,0-1-4 0,0 0 0 15,-2 0-42-15,1 0-50 0,-3 0-127 16,0 0-195-16,-4-2-290 0,-2-3-310 0,1-2-248 16,-7-4-112-16,2-4 408 0,-5-5 547 15</inkml:trace>
  <inkml:trace contextRef="#ctx0" brushRef="#br2" timeOffset="148750.32">8121 10556 88 0,'2'0'329'0,"1"0"171"0,-1 0 137 16,-2 0-95-16,-2 1-169 0,2 1-91 0,-1 3-39 15,-1 1-12-15,0 0-4 0,-1 2-8 0,2 1-10 16,-2 3-16-16,3 0-10 0,-2 2-5 15,2 0-1-15,-1 4-1 0,1 0-5 0,-2 2-5 16,1 5-15-16,-1-1-18 0,0 2-20 0,1 5-21 16,-1 2-15-16,-1 2-15 15,1 2-3-15,-3 4-7 0,2 2-7 0,-3 5-4 16,2 2 18-16,-3 2 12 0,-1 5 8 0,0 4-2 16,-3 1 6-16,0 6-1 0,-3 2-27 0,1 3-15 15,-4 2-21-15,1 0-5 0,0 2-12 16,-1 0-5-16,0-2 7 0,0-2-2 0,0-3 5 15,1 2 0-15,-1-8 1 0,1-1 1 16,2-5-8-16,3-4-4 0,-2-4 3 0,5-4-6 16,0-3 4-16,0-5-4 0,1-2 3 0,2-5-2 15,0-5-1-15,4-2-3 0,-1-5 4 16,2-5-3-16,0 0-2 0,0-4-13 0,0-3-30 16,3-2-24-16,-3-4-26 0,2-2-39 0,-1-5-85 15,-1-3-108-15,0-4-108 0,0-1-202 16,0-2-269-16,0-3-198 0,-1 0 24 0,-1 0 284 15,1-1 356-15</inkml:trace>
  <inkml:trace contextRef="#ctx0" brushRef="#br2" timeOffset="149116.95">7676 12412 80 0,'0'2'307'0,"0"0"152"0,0 2 115 0,0 0-124 16,0 3-151-16,0 1-88 0,0 0-22 16,3 3 17-16,-1 2 68 0,2 2 51 0,2 2 28 15,-1 3 2-15,2 1-16 0,1 1-41 0,2 3-70 16,-1-1-58-16,2 1-53 0,1-1-39 15,1-1-29-15,1-2-20 0,0-2-11 0,0-1-8 16,1-3-3-16,-1-4-5 16,2-2-3-16,-2-3 1 0,2-5 10 0,1-4 17 0,-1-3 10 15,1-6 4-15,-1-4 2 0,0-6 0 0,0-4-10 16,0-3-18-16,0-4-12 0,-1-1-1 16,0-2-10-16,-3-3-41 0,-1-1-119 15,-3 2-157-15,-3-1-292 0,-2-2-267 0,0 1-247 16,-7-2-67-16,-3-1 335 0,-1 2 444 0</inkml:trace>
  <inkml:trace contextRef="#ctx0" brushRef="#br2" timeOffset="149983.89">7993 10680 119 0,'2'-2'349'16,"0"-1"165"-16,-1 2 114 0,2-2-132 0,-1-2-137 15,1 1-66-15,2-2-11 0,0-1 12 0,1-3 38 16,3-3 8-16,1 2-11 0,1-3-25 16,3 0-42-16,-1-3-31 0,3-2-47 0,-2-1-38 15,3 1-37-15,-2-2-33 0,0 1-17 0,1 0-18 16,0 0-10-16,0 1-10 0,-2 3-2 16,-1 1-3-16,1 2-4 15,-3 1 1-15,-3 3-5 0,1 1-1 0,-1 3-1 0,-3 3-1 16,0 1 0-16,1 2 2 0,-1 4 0 0,-1 1 3 15,0 2 1-15,-1 1 2 0,0 2 2 16,0 0-4-16,1 3-4 0,-1-1-2 0,0 2-2 16,1-2-4-16,1 0 1 0,0 0-4 0,-2 0 2 15,2 2 1-15,0-3 0 0,-2 0 0 16,3-1-2-16,0 1-7 0,-2 1-13 0,0 0-64 16,-2-1-148-16,1 2-209 0,-3-1-283 0,2 1-268 15,-2 1-238-15,0 2 35 0,0 0 455 16</inkml:trace>
  <inkml:trace contextRef="#ctx0" brushRef="#br2" timeOffset="150644.07">8624 11745 242 0,'2'-9'687'0,"-2"-1"351"0,0 3 120 15,-2-2-201-15,-2 0-312 0,0 1-167 16,1-1-80-16,0 3-51 0,-3 0-49 0,1 1-43 16,-1-1-34-16,-1 0-47 0,1 1-55 0,-2 2-41 15,0 0-25-15,0 3-17 0,0 0-11 0,-2 2-12 16,0 0-2-16,2 5-4 0,-3 0-3 16,3 2 0-16,2 3-2 0,-2 0-1 15,0 3-1-15,2 1-1 0,1 1 1 0,3-1 0 16,-1 3-2-16,3-3 3 0,0 1-3 0,2-2 0 15,1 0-1-15,2-3 1 0,0-1 0 16,1-4-2-16,3-2 2 0,-1 0-1 0,0-5 1 16,3-3-1-16,0-3 1 0,0-4 2 15,3-7 1-15,-1-2 1 0,1-6-1 0,-1-1-1 16,1-4-2-16,0-3-4 0,-1-5 2 16,1 1-2-16,-1-3 2 0,1 2 2 0,-4-3 0 15,-1 1 4-15,0 1 0 0,-2 0 2 0,-2 1 0 16,-4 1 1-16,1 2-1 0,-4 2 1 0,1 2 1 15,-1 3-1-15,-1 5 1 0,0 1 1 16,-1 6 4-16,1 1 2 0,-1 5-1 0,2 2-1 16,-1 4-1-16,2 2-2 0,-3 5-5 0,3 6-3 15,-1 3-1-15,-1 5-1 0,3 3-1 16,-2 5-1-16,2 2 0 0,0 3 0 0,2 2 0 16,-2 4 1-16,0 2 3 0,1 2 1 0,-1 3 1 15,0 0-5-15,2-1-21 0,-2 1-68 16,2-2-65-16,-1-1-127 0,3-3-193 0,-3-1-309 15,2-3-323-15,-1-2-234 0,2-2-110 16,-1-3 401-16,1-4 577 0</inkml:trace>
  <inkml:trace contextRef="#ctx0" brushRef="#br1" timeOffset="170462.27">23111 4489 32 0,'1'-1'234'0,"-1"1"127"0,3 0 95 16,-1 0-49-16,-1 0-95 0,-1 0-78 16,0 0-36-16,2 0-16 0,-2 0-5 0,1 0 3 15,-1 0 6-15,0 0 5 0,0 0 7 16,0 0-4-16,0 0-11 0,0 0-23 0,0 0-23 15,0 0-25-15,0 0-28 0,0 0-24 0,0 0-15 16,0 0-10-16,0 1 16 0,0-1 17 16,0 3 27-16,-1 0 14 0,1 0 7 0,-2 2-2 15,2-1-14-15,-1 0-12 0,1 2-20 16,-2 3-10-16,-1-3-10 0,2 2-4 0,-3 1-13 16,3 1-8-16,-1-1-7 0,1 2-4 0,-3 0 0 15,1 0 2-15,2-1 1 0,-3 3 10 16,1-1 9-16,3 0 2 0,-1 0 1 0,-4 0-2 15,4 0 2-15,-1 1-13 0,0 0-6 16,-1-3-7-16,2 2-2 0,-1 0 5 0,0 1 1 16,1-2-2-16,-1 1 1 0,1 0 4 15,-1-1-3-15,0 2-6 0,1-2-1 0,-1-2-1 16,1 3-1-16,1 0-2 0,-2-2-2 0,0 1-1 16,0-1-1-16,2 1 0 0,-2-2-1 15,0 3-1-15,2-1 3 0,-1-2 1 0,1 1-2 16,-2 0-2-16,2-1 5 0,0 0-1 0,-1 2-1 15,1-2-3-15,0 0 2 0,-2-1 1 16,2 2-3-16,-2-3 1 0,2 2 0 0,-1-1 1 16,-1 1-1-16,2 0 0 0,-1-1-3 15,1 0 0-15,-2 1-1 0,0 0 0 0,1 0 2 16,1 0-1-16,-2 0 2 0,0 2-1 0,-1 0 3 16,2-1-2-16,-2-1 0 0,1 1 3 15,-1 0 3-15,2 1 9 0,-3-3 4 0,3 4 2 16,-1-3-2-16,1 1-1 0,-3-2-3 15,3 2-7-15,-1-3-3 0,0 2-3 0,-1-1 2 16,2-2-1-16,-4 3-3 0,2-1 0 16,2-1 0-16,-3 1 2 0,3-1 0 0,-3-1-2 15,3 1 2-15,-1 2 1 0,-1-1-1 0,1-3 1 16,-1 3-1-16,2-1 1 0,-4 0 4 16,4 0-3-16,-1 0 3 0,1 0-3 0,-1-1 1 15,0 2-3-15,1-2 1 0,-3 1 0 0,4-2 0 16,-3 1-2-16,3 0 1 0,-1 0 1 15,1 0-1-15,-4 1 0 0,4-1-1 0,-1 0 2 16,-1 0-1-16,1 2 1 0,1-2 1 16,-2 1-1-16,-1-1 2 0,2 1-2 0,-1-1 0 15,2 0 2-15,-1-1-3 0,-1 1 2 0,0 0-1 16,1-1 0-16,1 0 2 0,-4 1-2 0,4-1-2 16,-1 1-1-16,-1 0 1 0,1-4 1 15,1 4 2-15,-2-1-1 0,0 1 4 0,1-4 1 16,-1 3-3-16,2-1 10 0,-1 0 9 0,-1 3 18 15,-1-3 5-15,3 1 10 0,-1-1-2 16,-1 0-7-16,2 2-12 0,-2-1-12 0,2 1-8 16,-3 0-10-16,3 1-2 0,0-1 3 15,-1 0 0-15,1-1-6 0,-4 1 3 0,4 2 0 16,-1-1 4-16,-1 0-4 0,1 1 2 0,1 1 2 16,-4-1 21-16,3 1 17 0,-1 0 8 15,1-1 6-15,-3 2 0 0,2 0 1 0,0 0-19 16,-1 1-15-16,1-2-12 0,-1 2-5 15,0-2-2-15,0 1-3 0,-1-1-3 0,1 1 0 16,0 0 0-16,0-1 0 0,-2-2-1 0,4 1 2 16,-1-2 0-16,1 0-4 0,-1-2-1 0,0-1-7 15,2-1-43-15,2-1-49 0,-2-2-86 16,2-4-150-16,-1-1-256 0,2-2-307 0,3-5-247 16,2 0-193-16,2-7 149 0,2-2 522 0</inkml:trace>
  <inkml:trace contextRef="#ctx0" brushRef="#br2" timeOffset="178016.27">22540 4342 21 0,'1'0'222'0,"-1"-3"120"0,2 2 105 0,-1-1-59 15,-1 0-112-15,0-2-86 0,0 2-44 16,0-2-27-16,0 1-11 0,0-1-7 16,0 1-2-16,0 0 5 0,0 1 3 0,0 0-4 15,0 2-4-15,0-3-1 0,0 2-8 16,2 1-9-16,-2-1-10 0,0 1-7 0,0 0 1 16,2 0 3-16,-2 0 23 0,0 1 23 15,0 0 27-15,0 2 23 0,0 1 10 0,0-1-3 16,0 0-11-16,0 1-12 0,0 3-20 0,0-3-20 15,0 2-11-15,0-1 0 0,0 2-3 16,0 0-6-16,0 1-8 0,-2 0-5 0,2 1-11 16,-2-1-10-16,2 1-6 0,-1 1-8 0,-1-2-6 15,2 3-5-15,-1-3-5 0,1 3-9 16,-2-1-8-16,0 0-4 0,2 1-1 0,-3-1 5 16,2 0 0-16,-1 1 7 0,-1-1-1 15,0 3 1-15,1-3-2 0,-1 1-7 0,2-1 2 16,-3 0-3-16,3 1 0 0,-2-1 2 0,-1 0-1 15,4 1 2-15,-3 0-5 0,2-1-2 0,-1 1 0 16,0-1 2-16,0 0-1 0,0 1-1 16,0 0 6-16,1-2 3 0,-1 2 12 0,1-2 6 15,1 4 5-15,-2-4 4 0,0 2-7 0,2-3-1 16,-1 3-11-16,-1-3-9 0,2 0-1 16,-1 1-2-16,1-1 1 0,0 0-5 0,-4 0 2 15,4-1 2-15,-1 1-4 0,-1-2 7 16,2 1 34-16,0 0 21 0,-1 0 7 0,1-1 2 15,0 0 4-15,-2 2-7 0,0-3-32 16,2 3-18-16,-2-1-9 0,0 1-7 0,0-3-7 16,2 3-2-16,-3-1 3 0,3 2 0 0,-1 0 3 15,-3 0 5-15,3-2 2 0,-1 2 3 16,1 0-4-16,-1-1 1 0,0 0-3 0,1-1-3 16,1 0 3-16,-2 0-3 0,0 0 1 0,1 0 1 15,-1-1 2-15,1 0 0 0,-4 2 0 16,5-1 0-16,-3 1 0 0,0-2 1 0,1 1-4 15,-1 1 2-15,2-1-4 0,-3-1 1 0,3 0-1 16,-1 0 0-16,0 0 1 0,2 1-1 0,-3-2 0 16,3 3 0-16,-1-2 0 0,1 0 0 15,0 0 0-15,-3 0 3 0,1-2-1 0,2 2-2 16,0 0-1-16,-1 0 1 0,1-1 1 16,-2 1-2-16,2-1 0 0,0-2 1 0,-1 2 0 15,1 0 3-15,0 1-5 0,-2-2 1 16,2 1 1-16,-2 0 0 0,2-1 1 0,0 0-1 15,-1 1-1-15,1-1-2 0,0 2 1 0,-2-2 0 16,2 2-1-16,0 0 3 0,-2-1 1 16,2 1 1-16,0 0 5 0,-1 1-3 0,-1-1 0 15,2 1-2-15,0-1 3 0,0 1 2 16,-1-1-7-16,1 0 1 0,0 0-1 0,-2 0-1 16,0-1-4-16,2-1 2 0,-1 1 2 0,1 1 4 15,-2-1-2-15,2 1 0 0,-1 1 2 16,-1-3 4-16,-1 2 1 0,3 0-2 0,-1 0 0 15,-1 0-3-15,1 0 3 0,1 2-4 0,-4-1-2 16,4-1-4-16,-1 2 4 0,1-1 3 0,-4 1-1 16,4-1-2-16,-1 1-2 0,-1-1 4 15,1 2 1-15,-1 1-1 0,0 1 6 0,-1 0 29 16,2-1 17-16,-4 1 5 0,2-2 4 16,1 1-3-16,1-3-3 0,-1 1-25 0,1 0-12 15,-1-2-9-15,0-2-5 0,1 1 1 0,1-2-6 16,-2 0 0-16,2 0-3 0,0-2 2 15,-1 1 0-15,1-1-4 0,0 0 4 0,-2 1-1 16,2 1 1-16,-2 0 0 0,2 0 1 16,-3 0-1-16,3 1 1 0,-1 1-1 0,-4 0 0 15,5 1 3-15,-1-2-1 0,-3 1 1 16,1 4-1-16,2-3 1 0,-1 0-1 0,0-2-4 16,1-1-2-16,-1 0-1 0,2 0 2 0,0-1-4 15,0-1-11-15,0-2-49 0,0-1-52 16,2-2-97-16,-1-2-166 0,3-1-298 0,-3-4-310 15,1 0-257-15,1-1-177 0,0 0 235 0,-3-3 589 16</inkml:trace>
  <inkml:trace contextRef="#ctx0" brushRef="#br2" timeOffset="193996.28">20805 5325 270 0,'2'6'492'16,"-2"-2"169"-16,0-1 83 0,0 0-287 0,0 0-212 15,1-1-65-15,2 0 31 0,1 2 17 16,0-3 57-16,1 2 36 0,2 0 24 0,2-1-27 15,-1 1-63-15,2 0-30 0,0 0-54 0,2-1-28 16,0 0-13-16,1 2-24 0,1 0 17 16,0 0 19-16,1 1 7 0,0-1-10 0,1 2 6 15,1-1 1-15,0 0-26 0,0 1-29 16,0 2-16-16,2 1-9 0,1-3-26 0,0 2-7 16,0-1-3-16,2 1-4 0,-3 1-4 15,3-2 0-15,0 2 1 0,-1 0-8 0,1 0-3 16,0 0-3-16,0 0-1 0,1-1-1 0,0-1-3 15,-1 2 3-15,2-1 8 0,-1-1 3 0,0-1 4 16,2 0 2-16,-1 0 2 0,0-1 0 16,1 1-6-16,0-3-4 0,1 1-4 0,-3-2 0 15,3 0-4-15,-1-1 0 0,0 0-2 16,1-1 2-16,-1-1-1 0,2 0 0 0,-5-3 0 16,7 0-1-16,-3-2-1 0,1-4-1 0,2 2 0 15,1-3-1-15,-4-1 1 0,1-2 0 16,-3 0-1-16,2-3 7 0,-4 0 2 0,-1 1 4 15,-3-1 1-15,1 0 1 0,-3-2-1 0,0 2-4 16,-2-1-3-16,2-3-2 0,-5 1-1 16,1-3-2-16,1 2 1 0,-2-3-2 0,0 1 0 15,-1-1-1-15,-1 0 0 0,4-2-1 0,-2-1-1 16,1 0-1-16,1-2 0 0,2 0-2 16,-1-3 0-16,0-1 0 0,3-1-1 0,2-1 0 15,-3 1 1-15,1-2 1 0,-1-1 1 16,3 0 0-16,-3 2 0 0,0-3 3 0,0 1-1 15,-1-1-1-15,1 2 2 0,0 0-1 0,-1-2 1 16,-2 2-1-16,0 1 0 0,3-1 0 0,-3 1-1 16,1-1 0-16,-1 0-1 0,-1-2 0 15,2 1-1-15,-1-1-1 0,0-1 0 0,-1 2 0 16,0-2-2-16,-2-1 0 0,2 1 2 16,-4 2 1-16,2-1 2 0,0-1 0 0,-2 0 2 15,3 2-6-15,-3-2-2 0,2 0-3 0,-1 2-2 16,0-1-1-16,1 2-1 0,1 0 4 15,-2 1 4-15,3 3-1 0,0 0 3 0,-1 3 0 16,4 1 0-16,-1 1 1 0,2 0 0 0,1 4 0 16,2-2 5-16,-2 4 3 0,4 0 2 0,-2 2 0 15,1 0-1-15,2 2 0 0,-1 0-4 16,1 1-4-16,0 1-3 0,2 2 2 0,-2-1-2 16,2 2 0-16,0 1 1 0,-1 2 1 15,0 0 1-15,0 3-1 0,2 0 1 0,-1 4 0 16,1-2 0-16,-2 3-1 0,0 2 2 15,-1 0 1-15,0 4 0 0,-2 0 1 0,-2 2 0 16,2 1 1-16,-2 1-1 0,3-1 0 0,-2 3 0 16,2 1-1-16,-3-3-6 0,3 2-3 0,0-1-2 15,-1 1 0-15,-1-1-1 0,2 1-2 16,-4-3 6-16,2 1 4 0,-2 0 1 0,-2 1 1 16,-1-1 0-16,-1 0 0 0,-4 1 0 15,0 1 0-15,-2 2 0 0,-1 0 1 0,-3 1 0 16,1 1 1-16,-4 3 0 0,0-1 1 0,0 4-3 15,-2 0 7-15,0-2 3 0,-1 2 2 16,2 2 1-16,-3 1-1 0,0-1 1 0,0 2-6 16,-2 0-2-16,0 0-1 0,0 3 3 15,-3 0 1-15,-1 0 2 0,0 0 2 0,2-1 1 16,-3 1 0-16,2-1-2 0,-3 0-2 16,2 0 1-16,-2 2-2 0,3-2 0 0,-2 1-1 0,1 1 0 15,-1 1-1-15,-1-1 0 0,1 4-2 16,-1-2 1-16,0 2-1 0,1 1-1 0,-2-1-2 15,2 3-1-15,0-1-1 0,-1 1 0 16,-1-2-1-16,0 0 1 0,2 0 0 0,0-3 1 16,-1 1 0-16,2-2 1 0,0 0 1 0,-1-1 1 15,0 1 0-15,3 0 0 0,-3-1-1 16,3 3 2-16,-1-3-3 0,1 1 0 0,-1 2 1 16,2-2 0-16,1 2 0 0,-2-2-1 15,2-1 2-15,3 0 4 0,-1 0 8 0,3-2 2 16,-1 1 1-16,4-1 2 0,-1-1 0 0,3 2-6 15,-1-2-6-15,4 2-4 0,0-1-1 0,1 0-3 16,0 2 1-16,2-1-1 0,-1-2 2 16,0 1-1-16,4 0 1 0,-1 0 1 0,0-2 0 15,2 0 0-15,0 0-1 0,2-1 1 16,1-2 0-16,2-1 0 0,3 0 0 0,2-1 0 16,-2-3 0-16,3 2-2 0,2-2 1 15,2-2-1-15,-3 2 0 0,1-2-1 0,2 2 0 16,-2-2 1-16,1 0-2 0,-1-2 1 0,3 2 0 15,-1-1 0-15,1 0-1 0,1-3 0 0,1 0 0 16,0-1 1-16,3-1-1 0,-2-1 1 16,3-1 2-16,-2-5 0 0,3 4-2 0,-1-5 1 15,3 1 0-15,-3-2-1 0,1-2 0 0,2 1-2 16,-5-2-1-16,0 0-3 0,-6 1-10 16,-3-3-14-16,-3 1-24 0,-6 0-44 0,-4-2-80 15,-2-2-141-15,-5-1-251 0,-2 0-307 16,1-2-367-16,-4-6-363 0,0 0-53 0,-2-4 618 15</inkml:trace>
  <inkml:trace contextRef="#ctx0" brushRef="#br3" timeOffset="206489.53">12078 12781 161 0,'1'-4'393'0,"1"0"194"0,-2 0 154 0,1-1-145 16,-1 0-109-16,0-1-40 0,0 0-9 0,0 0-16 15,0 1-32-15,0 1-55 0,0-1-63 0,-1 0-45 16,1 3-12-16,-2-2 2 0,2 0 4 16,0 3-8-16,-1-2-9 0,-1 0-26 0,0 1-34 15,-1-1-42-15,0 1-27 0,1 0-15 16,-1-1-12-16,0 0-3 0,-1 0-7 16,0 0-3-16,1 0-2 0,-2 0-2 0,1 2 2 15,0-4-3-15,-1 2 2 0,1 0 0 0,-1 1-3 16,-1-3 1-16,1 4-3 0,0-1-1 0,0-2-3 15,1 1-4-15,-2 0-2 0,-1 0 0 16,3 0-1-16,-3 0-2 0,1 2 2 0,-2-4 0 16,0 4-2-16,0-2-1 0,2-1 1 15,-3 2 0-15,0-1 0 0,0 0-1 0,-2 0 1 16,1 0-1-16,1 2-2 0,-4-3-2 0,2 3 0 16,1 0-2-16,-5-3 0 0,4 4-2 0,-2-1-1 15,1-1 0-15,0 2-2 0,-2 0 0 0,3 0-1 16,-3 0 0-16,1 0-1 0,2 2 1 15,-3-1 1-15,3 1-2 0,-2 0 0 16,2-1 1-16,0 0 0 0,-1 1 0 0,2 1-1 16,0 0 0-16,0-1 0 0,0 0 0 0,0 3 0 15,0-3-2-15,0 3 1 0,0 1 1 16,0-1-1-16,1 1 0 0,-2-2 1 0,2 4 0 16,-1-1 0-16,-1-1-2 0,0 3 1 15,0 1 0-15,3-3 0 0,-3 3 0 0,2-1 1 16,-1 2 0-16,1-3 0 0,-1 3 1 0,2 0-1 15,0-1 0-15,-1 1 0 0,1-1 0 0,2 2 0 16,-1-2-1-16,0 1 1 0,0 0 0 16,1-1-1-16,1 1 0 0,0-1 0 0,-1 0 0 15,2 1 0-15,-1 0 0 0,1-1 1 0,0 2-1 16,0-1 0-16,1 1 0 0,0-2 1 16,0 2 1-16,0-1 0 0,1 1 0 0,1-2 0 15,-1 2 0-15,1-2 0 0,-1 2 0 0,2 1 0 16,0 0 0-16,-2-1 0 0,2 2 1 15,0-3-2-15,0 3 1 0,0 0-1 0,2 0 0 16,-2-1 0-16,3 0-1 0,-1 2 1 16,-1 0 0-16,1-1 0 0,1 2 0 0,3-1 0 15,-3 0 0-15,1 2 0 0,0-2 0 0,1 1-1 16,0-1 1-16,1 0 0 0,0-1 0 16,1-1-1-16,-1 1 1 0,2-2-1 0,1-2 0 15,-1 1-2-15,-1-1 2 0,1-1 0 16,3 0 0-16,-2 1 1 0,-1-3 0 0,3 2 1 15,-1-2 0-15,-1-1 0 0,2 2 0 16,0-2 0-16,-1 1 0 0,2-1-1 0,-2 1 0 16,0 0 0-16,0-1 0 0,0 1 0 0,1-1 1 15,0 0-1-15,0 1 0 0,-1-1 0 0,2 0 0 16,0 0 0-16,-2 1 1 0,2-1-1 16,-1-1 0-16,1 2 0 0,-1-1 0 0,1 0 0 15,0 0-1-15,1-2 0 0,-1 4 1 0,1-2 0 16,-2-2 0-16,3 2 0 0,-1-2 0 15,3 1 1-15,-3 0-1 0,0-1 1 0,2 0-1 16,-1 0-1-16,-1 0 1 0,-2 0-1 16,3-3 1-16,0 2 0 0,-1-2-1 0,-2 1 1 15,3-1 0-15,-3-1 0 0,2 0 0 0,-1 0-1 16,0 0 1-16,-3 0 0 0,4-1-1 16,-2-1 1-16,0-1 0 0,-2 2 0 0,1-2 0 15,-2 0 0-15,3 0 1 0,-3-1-1 0,0 0 0 16,1 1 1-16,-1-1 0 0,-2 2-1 15,3-4-1-15,-5 3 0 0,4-3 1 0,-3 2 0 16,1-1 0-16,-1-1 0 0,1 2 0 0,0-3 1 16,-1 3-1-16,1-1 0 0,-1-3 0 15,0 2-1-15,0 0 1 0,1-2 0 0,-1 2 0 16,0-2 0-16,-1 2 0 0,1 1 0 16,0-3 1-16,2 2-1 0,-3 0 0 0,1 0 0 15,-1 0-1-15,1 0 1 0,-2-1 0 0,3 0 0 16,-1 1 0-16,-2 0 0 0,2 0 0 15,0-1-1-15,0 1 1 0,0-1 0 0,1 1 0 16,-2-1-1-16,1 1 1 0,0-2-1 0,-2 0 1 16,2-1 0-16,1 2 0 0,-3 1 0 15,2-2 1-15,0 0-1 0,-2 3 0 16,2-3 0-16,-2 0 1 0,3 1-1 0,-3 1 1 16,0-3 0-16,2 1 0 0,-2 1-1 0,2-2 0 15,-3 1 0-15,3 0 0 0,-2-1-1 0,1 1 1 16,-1 1 0-16,-1-2-1 0,1 1 1 15,1-1 0-15,-3 0 0 0,2 0 0 0,-1 1-1 16,1 0 1-16,-1-3 0 0,-1 2 0 0,1 0 0 16,2 0-1-16,-4-1 1 0,3 0 0 15,-3 3 0-15,0-1 0 0,0-2 0 0,0 3 0 16,0-2 0-16,0 1 0 0,-1-1-1 0,-1 2 1 16,2-3 0-16,-1 3-1 0,-2 0 1 15,3-2 0-15,-2 0-1 0,1 1 1 0,-1 1 0 16,2-1 0-16,-1 1 0 0,-1-1 1 0,0-1-2 15,2 2 1-15,-3-1 1 0,3 2-1 16,-1-1 1-16,1-1-1 0,-4 2 2 0,4-1-1 16,-1 1 0-16,-1 0 0 0,0 0-1 0,2 1 1 15,-1-1-1-15,-1 2 1 0,1-2 1 16,-2 2-1-16,3-1 0 0,-2-1 0 0,1 4-1 16,-1-4 1-16,2 0 0 0,-3 1 0 0,1-1 0 15,1 2 0-15,-3-2 1 0,3 0-2 16,-2 0 1-16,1 1 0 0,-1-1 0 15,1 0 1-15,-1-2 3 0,-3 3 1 0,5-3 1 16,-3-1 1-16,1 2 1 0,-2 0 0 0,2-1 1 16,-2 2 1-16,-1-1 1 0,3 1 0 15,-2-2 1-15,0 1 1 0,-1 2-3 0,0 0-1 16,-2 0 1-16,3-1-1 0,-3 1 0 0,2-2-1 16,-1 1 0-16,-2 0-2 0,1 1-1 15,0-1-2-15,-3-1 1 0,3 1-1 0,-1-2 0 16,-2 2 1-16,1-1 1 0,-1-1 1 15,0 1 0-15,0-1 0 0,1 1 1 0,1 1 1 16,-2 0-1-16,3 0-6 0,-3 0-2 0,3 0 0 16,0-1 0-16,0 4 0 0,1-1 0 15,0-1 0-15,2 3 0 0,1 0 0 0,0 0 0 16,1 1 0-16,0 0 0 0,0-1 0 0,0 2 0 16,1-1 0-16,2 1 0 0,-3 0 0 15,3 0 0-15,0 0 0 0,0 0 0 0,0 1 0 16,0-1 0-16,0 0 0 0,0 2 0 15,0-2 0-15,0 1 0 0,0 0 0 0,0-1 0 16,-1 2 0-16,1 0 0 0,0 0 0 0,0 0 0 16,0 0 0-16,0-1 0 0,0 0 0 15,0 2 0-15,0-2 0 0,0 0 0 0,0-1 0 16,0 1 0-16,0-1 0 0,0 0 0 0,0 2 0 16,0-2 0-16,0 0 0 0,0 0 0 15,0 0 0-15,0 0 0 0,0 0 0 0,0 0 0 16,0 0 0-16,0 0 0 0,0 0 0 0,0 3 0 15,-2-3 0-15,2 0 0 0,0 0 0 16,0 0 0-16,0 0 0 0,-2 0 0 0,2 2 0 16,-1-2 0-16,-1 0 0 0,1 0 0 0,-1 0 0 15,2 3 0-15,-2-3 0 0,1 1 0 16,-1-1 0-16,0 0 0 0,2 2 0 0,-1-2 0 16,-1 0 0-16,1 0 0 0,-2 0 0 15,1 1 0-15,2-1 0 0,0 0 0 0,-1 0 0 16,-1 0 0-16,2 0 0 0,-1 2 0 0,1-2 0 15,-2 0 0-15,2 2 0 0,-2-2 0 16,2 0 0-16,0 0 0 0,-1 0 0 0,1 0 0 16,-2 0 0-16,2 0 0 0,0 0 0 0,-1 0 0 15,1 0 0-15,0 0 0 0,-2 0 0 16,0 0 0-16,1 1 0 0,-1 0-12 0,2 1-72 16,-3 1-81-16,0 2-155 0,-2-3-265 0,1 4-329 15,-1 2-400-15,-2-1-427 0,-1 2-31 16,-1-2 762-16</inkml:trace>
  <inkml:trace contextRef="#ctx0" brushRef="#br3" timeOffset="209554.33">11644 12808 198 0,'-1'3'420'0,"-2"0"201"0,1-1 138 0,0-2-139 16,-1 0-88-16,3 0-38 0,0 0-37 15,-2 0-45-15,2-2-58 0,0-1-69 16,-1 1-74-16,-1 0-59 0,2-2-41 0,-1 2-15 15,1-2 15-15,0 2 23 0,0-2 25 0,0 2 19 16,0-1-3-16,0-2-13 0,1 2-30 16,-1 0-30-16,0-1-29 0,0 1-22 15,0 0-16-15,0 0-7 0,0-1-6 0,0-1-5 0,0 2-3 16,0-2-4-16,0 1-2 0,0 2-4 16,0-4 2-16,0 0-2 0,0 0 0 0,2 0-2 15,-1 0 3-15,-1-1-2 0,0-1-3 0,0 1 3 16,2-2-1-16,-2 0 1 0,0-1 0 15,2 0 6-15,-2 0 4 0,0-2 0 0,-2-1 2 16,2 1 4-16,0-1-2 0,-2-2-1 16,2 3-1-16,-3-3 2 0,2 2 0 0,-4-1-1 15,2 2 5-15,0-1-1 0,0-1 0 0,-2 2 0 16,0 1-3-16,0-2-1 0,-1 1-4 16,0-1-2-16,-1 1-1 0,1-2-1 0,-2 1 1 15,1 1-2-15,-2-1 1 0,1-2 1 16,-1 4 2-16,1-1 1 0,0-2 0 0,0 1 0 15,-1 4-1-15,-1-2-3 0,4-1-3 0,-2 3-2 16,0-1 0-16,0 1 1 0,0-2 1 0,0 5 1 16,-1-5 0-16,1 3 5 0,0 0 0 15,-1 1 2-15,-1-1 1 0,2 1-2 0,-1 1 1 16,-4-1-5-16,4-1-1 0,-4 1-4 16,0-2 0-16,2 2-1 0,-3-2 0 0,3 2-2 15,-1-2 0-15,0 2 1 0,1-3 0 16,-3 3 0-16,5-3 0 0,-3 0 1 0,0 1 0 15,-1-1 0-15,2-1 0 0,0 1-1 0,0-2 0 16,0 1 0-16,1-2-1 0,-1 3 2 16,2 2-6-16,-1-2-3 0,1 1 4 0,-2 1-3 15,1-1-2-15,-1 1-1 0,0 2 4 0,0-1 3 16,1 1-5-16,-2 0 3 0,1 0 2 16,0 1 1-16,-2-1 1 0,2 0 0 0,-1 2 0 15,0-2 0-15,1 1 0 0,-1-1 1 0,1 2-1 16,-2 0 0-16,4-1 0 0,-1-1 4 15,0 2-1-15,-2 2 2 0,4-3 4 0,-2 2 0 16,-2-1 2-16,4 1-6 0,-2-1 3 0,0 1-5 16,1 2-2-16,0-2-1 0,0 2 0 15,1-1-1-15,1 1 0 0,-1 0 0 0,2 1 1 16,0 0 0-16,1-2 0 0,0 2 0 16,2 0 0-16,1 0 0 0,-1 0-1 0,0 0 1 15,0 0-1-15,2 0 1 0,-1 0 0 0,2 0 0 16,-2 0 0-16,2 0 0 0,0 0 1 15,-1 0-1-15,1 0-1 0,-2 0 1 0,2 0 0 16,0 0 0-16,-1 0 0 0,1 0 0 16,0 0 0-16,0 0 0 0,0 0-1 0,0 0 1 15,0 0 0-15,0 0 0 0,0 0 0 16,0 0-1-16,0 0 1 0,0 0-1 0,0 0 1 16,0 0 0-16,0 0-1 0,0 0 1 0,0 0-1 15,0 0 0-15,0 0 1 0,0 0 0 0,0 0 1 16,0 0-1-16,0 0 1 0,0 2 0 15,0-2-1-15,0 0 1 0,0 0-1 0,0 0 1 16,0 0-1-16,0 0 0 0,0 0 0 0,0 0 0 16,0 0 0-16,0 0 0 0,1 0 0 15,-1 0 0-15,0 0 0 0,0 0-1 0,0 0 1 16,0 0-1-16,0 0 0 0,0 0 1 16,0 0-1-16,0 0 0 0,0 0 0 0,0 0 1 15,0 0 0-15,0 1-2 0,0-1 1 0,0 1-1 16,2 1 1-16,-1 1 0 0,3 2 1 15,0 3 1-15,2 1-1 0,-1-1-4 0,0 5-2 16,0 1 2-16,1-1 2 0,3 2 2 16,-2 1 0-16,-1 1 6 0,2 0 1 0,-2 0-3 15,1 1-3-15,-1 0-1 0,-1-1-1 0,0 0 0 16,1-2 1-16,-2-1 0 0,0-2 0 16,-1 1 0-16,0-4 1 0,0 0-1 0,-1-3-1 15,-2 1 1-15,2-4 0 0,-1 2 0 0,-1-4 1 16,2 1 2-16,-2-1-1 0,0 0 2 15,0-1 0-15,-2 0-1 0,2-1 1 0,-3 0-1 16,1-1-1-16,-1-2 0 0,2 1 0 16,-3-4 0-16,1 2-2 0,-2-3 2 0,1 1-2 15,-1-2 0-15,0-1 1 0,2 0-1 0,0 0 0 16,0-3 0-16,-1 1 1 0,1-1-1 16,0 1 1-16,3-3 0 0,-3 2-1 0,0-2 1 15,3 0 0-15,-1 0-1 0,1-2 1 16,-2-1-1-16,2 1 0 0,0-2 0 0,-2 0-1 15,2-1 0-15,-1 3 0 0,-1-3 0 0,2 0 0 16,-2 2 0-16,1 3 0 0,-1 0-1 16,-1 1 2-16,3 1 0 0,-2 1 0 0,2 3 0 15,-3 2 0-15,3 0 0 0,0 2 0 0,-1 0-2 16,-1 2 1-16,2 0-1 0,0 2-1 16,0-1 0-16,0 2-1 0,2 0 0 0,-1 0 1 15,1 2 0-15,1-1 1 0,0 2 1 0,2 0 1 16,0 2 2-16,1 1 0 0,0 0-6 15,2-1-2-15,0 3-2 0,0 0-1 0,3-1-1 16,-3 1-1-16,3-3 6 0,3 3 2 16,-1 0 2-16,1-2 0 0,2-1 1 0,1-1 0 15,-1 0 0-15,2-1 1 0,-2 0-1 16,1 0 1-16,-1-1-1 0,0-1 0 0,-4-1 0 16,2 3 0-16,-4-3 0 0,-2 2 0 0,1-2 0 15,-4 0 0-15,0 1 1 0,-2-1-1 0,0 2 2 16,-1-2 0-16,-1 1 0 0,-1 1 0 15,-1 2 0-15,-2 0 1 0,-1 5-1 0,-2-1-1 16,0 3 0-16,-2 2-1 0,-2 2 0 0,1 2 0 16,-4-2 0-16,2 6 0 0,-2-2 5 15,-1 1 3-15,3 1 1 0,-4 1 0 0,3-2 0 16,-2 0 0-16,1 0-4 0,2-1-4 0,0-3-1 16,0-2 0-16,3-1 0 0,-1-2-1 15,4-3 2-15,-1-2 0 0,1-1 0 0,-2-3 0 16,3-2-1-16,-2 0 1 0,1-2-2 15,3-3 0-15,-1-2-2 0,2-2 1 0,1-4 1 16,1 0 1-16,2-2 1 0,2-3 0 0,0 2-5 16,2-1-3-16,0-2-1 0,1 2-3 15,-2 1 1-15,2 1-2 0,0-2 6 16,-2 2 4-16,-1 2 1 0,0 1 1 0,1 0 0 0,-3 2 2 16,-1-1 0-16,-2 3-1 0,0 1 1 15,-2-1 0-15,-1 2 0 0,0 2-1 0,-2 0 0 16,-1 0-1-16,1 2 6 0,-1 0 2 15,-1 2 1-15,-2 2 1 0,1 0 0 0,0 2 0 16,-1-2-6-16,1 1-1 0,3-1-1 0,-1 0-1 16,1 1-1-16,2-1 1 0,-2 0-1 15,2-2 0-15,0 0-1 0,1-2 1 0,2-1 0 16,-3 0-1-16,1-1 0 0,-1-2 1 0,2 0-1 16,-1-2 0-16,0 2 1 0,-1 1-1 15,2 0 0-15,-1 1 0 0,2 2 0 0,-3 0-2 16,2 0 0-16,-1 2-1 0,1 0-1 15,1 4-1-15,-2 2-8 0,2 1-14 0,0 2-29 16,0 3-72-16,0 1-83 0,0 1-165 0,0 0-282 16,0 1-324-16,0 0-356 0,2 2-210 15,-1 1 101-15,-1 3 678 0</inkml:trace>
  <inkml:trace contextRef="#ctx0" brushRef="#br3" timeOffset="211360.53">12100 14587 320 0,'-2'4'605'0,"0"1"285"0,-1 1 164 0,0 3-249 16,0 1-195-16,2 3-118 0,-1 2-92 0,2 2-65 15,2 6-75-15,-2 0-47 0,1 2-43 0,2 4-29 16,-1-1-24-16,-1 0-35 0,2 2-20 15,-1-2-28-15,0-1-13 0,1 0-8 16,-2-2-6-16,1-1 0 0,-2 1-4 0,2-3 0 16,-2-1-1-16,-2-1-2 0,0-1 4 15,-1-3-1-15,0 2 3 0,-2-5-2 0,-1 2-4 0,1-4-8 16,1-2-48-16,-3-1-46 0,2-5-81 16,-1-3-127-16,0-3-163 0,0-5-294 0,2-4-242 15,0-5-222-15,0-2 9 0,1-6 371 16,1-3 429-16</inkml:trace>
  <inkml:trace contextRef="#ctx0" brushRef="#br3" timeOffset="211688.15">12087 14586 211 0,'9'-5'448'0,"-2"3"175"0,-1 0 166 0,1 2-137 16,0 3-124-16,1 1-44 0,0 2-20 0,3 0-20 15,0 2-64-15,2 2-68 0,1 0-59 16,1 5-55-16,2 0-19 0,0 2-14 0,1 3-20 15,-1 1-21-15,4 1-27 0,-3 1-15 16,0 1-8-16,2 0-8 0,-1 0 1 0,-1-1-1 16,-1 2-4-16,-2-1-1 0,0-1-21 15,-4 2-14-15,-1-2-8 0,-2 3-7 0,-5-2-2 16,-2 1 5-16,-4 1 4 0,-2-2 0 16,-4 0 0-16,-2-2 4 0,-3 0-3 0,-2-3-6 15,-1 1-5-15,-1-3-2 0,-4-4-2 0,0 1-3 16,0-4-2-16,-2-2 1 0,2-1-2 0,0-1 0 15,1-2 1-15,2-2-4 0,5-1-13 16,0-2-44-16,3 1-58 0,4-3-52 0,0 0-87 16,4-2-130-16,1 1-155 0,4-1-202 0,1-1-222 15,3 2-217-15,0-2-25 0,0 1 294 0,3 1 411 16</inkml:trace>
  <inkml:trace contextRef="#ctx0" brushRef="#br3" timeOffset="211927.36">12465 15283 148 0,'9'2'555'16,"-1"-2"374"-16,2-2 225 0,-2-5-122 0,1-3-317 15,2-1-167-15,3-6-95 0,1-3-73 0,5-3-71 16,2-3-53-16,0-6-37 0,2 0-54 0,3-5-52 16,-2 0-42-16,2-3-26 0,2-1-14 15,-1 0-15-15,-1 0-11 0,-3 0-1 0,0 3-4 16,-2 1 1-16,-5 4-5 0,-3 3 2 15,-2 0 1-15,-5 5-14 0,-4 2-51 0,-4 3-60 16,-4 4-61-16,-3 3-121 0,-5 3-172 16,0 1-284-16,-7 5-247 0,0 4-215 0,-5 2-101 15,-2 3 308-15,-2 1 492 0</inkml:trace>
  <inkml:trace contextRef="#ctx0" brushRef="#br3" timeOffset="212162.23">12503 14624 343 0,'0'3'714'0,"0"1"302"0,1-1 75 16,-1-2-273-16,0 3-232 0,2-2-146 0,1 3-96 15,2 1-53-15,4 3-43 0,-1 1-42 0,0 2-11 16,2 1-28-16,4 3-31 0,-3 1-33 0,5 0-17 16,-2 3-21-16,0 1-28 15,2 0-13-15,-2 1-11 0,2 0-4 0,0 1-8 16,-2-1 1-16,0 2-4 0,-1-1-8 15,0 1-52-15,1-1-60 0,-3-1-121 0,1 1-185 16,-3-4-298-16,0-2-328 0,2-2-245 0,-3-5-124 16,3-3 380-16,0-5 563 0</inkml:trace>
  <inkml:trace contextRef="#ctx0" brushRef="#br3" timeOffset="212559.47">13355 14633 72 0,'-2'-6'612'16,"-7"3"467"-16,1 2 181 0,-5 2-62 0,-1 2-337 15,-2 4-295-15,1-2-173 0,-1 2-93 0,-2 1-59 16,2-1-60-16,-1 2-58 0,0 0-44 16,3 1-28-16,-2-1-20 0,3 1-13 0,3 0-8 15,1 1-6-15,3-3-2 0,1 2-2 16,5 1 0-16,0 2 1 0,5-3-2 0,1 2 1 15,5-1 0-15,0 0 2 0,3 0 0 16,1-1-2-16,2 1 1 0,-1 0 0 0,4-3 0 16,0 3 0-16,0-1-2 0,-1 0 1 0,-1 1 2 15,-3 2 0-15,0 0-1 0,-2 0-1 16,-4 2 0-16,-3 2 0 0,-3 0 2 0,-1 0-2 16,-4 1 2-16,-3 3 0 0,-3-2 0 0,-4 1 0 15,-1 1-2-15,-1 0 3 0,-4-2-1 16,0 3 0-16,0-5 0 0,1 1 0 0,1 0 0 15,-1-7-4-15,4 3 0 0,0-5-4 0,4-4-20 16,1 0-51-16,1-3-61 0,1-4-61 16,5-3-114-16,-1 1-163 0,4-3-254 0,1-4-247 15,4 0-208-15,2-4-102 0,0-1 259 0,2-2 473 16</inkml:trace>
  <inkml:trace contextRef="#ctx0" brushRef="#br3" timeOffset="212876.58">13627 14583 18 0,'9'-9'523'0,"-4"3"484"0,-3 2 237 15,-2 2-51-15,0 4-289 0,-2 0-282 0,1 6-186 16,-1 2-110-16,0 2-62 0,2 1-48 0,-1 5-61 16,1 1-51-16,1 0-31 0,1 5-21 0,0-1-13 15,1 1-9-15,0 4-4 0,0 1-10 16,1 0-4-16,-3 3-5 0,2 0-3 15,0 0-1-15,-3-1-1 0,0 0-2 0,-3 1 9 16,2-3 8-16,-2 1 3 0,1-4 3 0,-1 1 0 16,1-3 2-16,2-3-9 0,0 0-4 0,2-3-4 15,3-3-3-15,-1-3-1 0,2 1-2 16,2-6-1-16,4-1-2 0,-2-2 0 0,3-4-3 16,4-2-2-16,-1-2-15 0,3-1-53 15,0-5-72-15,0-1-107 0,2-1-169 0,-4-1-306 16,4-2-333-16,-4 2-284 0,2-2-138 15,1-2 276-15,-2 2 609 0</inkml:trace>
  <inkml:trace contextRef="#ctx0" brushRef="#br3" timeOffset="213219.37">14126 14804 125 0,'-4'2'621'0,"-5"3"429"0,1 4 164 16,-1 1-149-16,0 3-369 0,0 4-275 15,1 3-162-15,1 2-106 0,0 3-54 0,0 3-27 16,4 1-18-16,-2 5-8 0,2 0-9 0,3 1-3 0,0-2-12 16,3-5-11-16,4-1-9 15,2-6-22-15,2-3-20 0,4-5-26 0,2-7-18 16,0-5-4-16,4-4 1 0,-1-5 19 16,-1-3 17-16,3-2 25 0,-3-5 21 0,-1 0 21 15,-3-4 17-15,-2-3 23 0,-3 2 70 0,-1-4 86 16,-1 2 40-16,-5-1 2 0,-1-2-9 15,-4 2-20-15,-1-1-49 0,-2 1-60 0,-1 4-37 16,-5 1-24-16,1 4-15 0,-1 3-15 16,-3 4-13-16,1 6-7 0,-4 4-8 0,1 6-18 15,-4 4-56-15,1 6-64 0,1 1-78 0,1 5-167 16,3 3-300-16,1-1-314 0,5 2-264 0,3 1-186 16,5 2 140-16,9 0 622 0</inkml:trace>
  <inkml:trace contextRef="#ctx0" brushRef="#br3" timeOffset="214177.35">14620 14489 112 0,'3'2'442'16,"-3"1"282"-16,2 2 249 0,-2 2-3 0,1 2-263 15,1 2-164-15,-1 2-109 0,1 4-74 0,0 1-80 16,-1 5-58-16,-1 3-47 0,0 5-28 0,-1 1 12 15,-3 4-4-15,0 0-13 0,-3 3-26 0,-2 0-16 16,1 2-10-16,-2 0-39 0,-2 0-20 16,2-1-12-16,-1-1-8 0,2-3-5 0,1-4-6 15,3-4 2-15,0-2-4 0,5-6 1 16,0-4 0-16,5-4 3 0,3-8 1 0,5-4 1 16,4-5 4-16,5-11-1 0,5-3-2 0,3-10-2 15,7-2 0-15,-1-8 1 0,4-1-2 16,2-6 0-16,-1 0 0 0,3-4 2 0,-1 0 0 15,-2 3-2-15,-1-1 1 0,-6 4-2 0,-5 6 2 16,-5 1 2-16,-5 9-1 0,-6 1 8 16,-6 7 5-16,-4 1 1 0,-3 6 2 0,-4 2-4 15,-9 5 0-15,0 5-8 0,-4 5-6 0,1 5-1 16,-6 3-1-16,0 4 1 0,1 5 0 16,-1 2 1-16,-1 4 1 0,3 3-1 0,-2 3-3 15,2 4 1-15,4 1-1 0,0 4 1 16,2-2-2-16,3 0 2 0,5-5 0 0,4 2-1 15,4-6-1-15,4-2 2 0,6-5-2 0,1-3-9 16,6-1-64-16,-1-6-73 0,2-2-151 16,1-1-282-16,-1-4-304 0,4-2-364 0,1-1-235 15,0-1 52-15,-2 0 631 0</inkml:trace>
  <inkml:trace contextRef="#ctx0" brushRef="#br3" timeOffset="214457.48">15246 15250 29 0,'-2'5'499'0,"1"-1"442"0,-2-5 254 0,-1-2-30 0,3-6-338 16,1-4-252-16,1-6-136 0,4-4-88 16,0-5-68-16,3-3-39 0,4-7-39 0,1-1-52 15,4-1-50-15,1-3-31 0,4 4-17 16,0-3-21-16,1 5-11 0,0 1-11 16,-1 3-7-16,2 5-3 0,-5 2-2 0,2 7-1 15,-3 3 0-15,-2 3 1 0,0 6 1 16,-3 3 1-16,-2 6 1 0,1 6 1 0,-2 3 1 15,-2 8-2-15,1 2-1 0,-4 4-1 0,1 6 0 16,-2 2 1-16,-1 4-2 0,-1 5-1 0,-2 1 0 16,0 2-1-16,-4 2-10 0,3 0-66 15,-3-3-65-15,1-2-143 0,0-3-214 0,1-1-307 16,-1-7-350-16,0 0-247 0,-3-6-75 16,0-6 511-16,-4-3 579 0</inkml:trace>
  <inkml:trace contextRef="#ctx0" brushRef="#br3" timeOffset="214668.91">15305 15100 251 0,'1'-9'874'0,"-1"5"377"0,2 0-13 16,1 0-169-16,3-2-447 0,4 1-286 0,-1-1-131 16,8-1-70-16,1 1-27 0,6-2-23 15,1 0-35-15,3-1-18 0,5 1-15 0,-1 0-7 16,3-1-10-16,0 3-7 0,1 0-35 0,-1 3-57 15,0 2-146-15,-1 1-242 0,1 3-280 16,-2 2-297-16,-1 3-230 0,1 2 19 16,-1-1 508-16</inkml:trace>
  <inkml:trace contextRef="#ctx0" brushRef="#br3" timeOffset="-214616.74">16241 14890 149 0,'-11'-11'771'0,"-5"0"500"0,-2 5 181 0,0 0-158 16,-3 4-440-16,-5 4-339 0,3 1-166 0,-1 3-104 16,-1 4-93-16,2 3-64 0,3 4-34 15,0 1-23-15,4 5-12 0,3 1-7 0,2 3-6 16,6 0-3-16,2 3-3 0,3 1 0 0,3-1 0 16,4-2-1-16,5 0-2 0,2-4-13 15,4-3-78-15,3-3-89 0,1-4-170 16,1-6-287-16,2-1-323 0,-1-2-376 0,3-5-187 0,0-2 180 15,1-3 670-15</inkml:trace>
  <inkml:trace contextRef="#ctx0" brushRef="#br3" timeOffset="-214219.5">16519 14757 400 0,'-11'-5'955'0,"-2"4"312"16,-1 1 1-16,1 4-232 0,1 0-433 15,2 5-238-15,2 0-119 0,3 1-75 0,4 2-62 16,2 1-48-16,2 1-29 0,6-1-20 0,-1 2-5 16,4 0-5-16,2 2-1 0,4-2-2 0,-2-3-2 15,2 2 3-15,3-4-4 0,1-1 1 16,0-1-3-16,0-1 1 0,-2-2 1 0,0 3-3 16,-4 0 3-16,1 1 2 0,-4 2 0 15,-1-1 2-15,-2 3 4 0,-2 2 4 0,0 0-1 16,-5 3-2-16,-2 3 4 0,1 1-3 15,-4 3-2-15,-1 3 16 0,-3 1 30 0,-2 2 23 16,0 5 10-16,-1 1 10 0,-7 4 7 0,2 3-9 16,-7 4-18-16,2 3-11 0,-2 1-3 0,-2 1-3 15,-1-1-4-15,1-4-6 0,3-4-6 16,0-6-9-16,6-9-7 0,0-4-9 0,4-8-6 16,0-6-6-16,4-8-3 0,3-9-6 15,3-8-16-15,2-6-27 0,1-8-53 0,4-8-65 16,3-5-59-16,-2-4-88 0,5-4-124 0,-1-2-138 15,1-1-110-15,4-1-143 0,-1 3-226 0,0 3-80 16,1 2 181-16,-1 3 339 0,1 3 299 16</inkml:trace>
  <inkml:trace contextRef="#ctx0" brushRef="#br3" timeOffset="-213896.39">16789 15507 80 0,'5'26'281'16,"3"-9"159"-16,0-6 139 0,1-7-6 16,1-10 33-16,4-5 49 0,0-8-1 0,4-8 79 15,-2-4-35-15,2-5-103 0,1-5-128 0,-1-4-104 16,1-2-61-16,0-6-95 0,1-1-54 16,-1 0-28-16,0 0-19 0,0 3-18 0,0 2-20 15,-5 9-16-15,-2 2-13 0,-2 9-11 0,-2 5-8 16,-1 4-7-16,-2 4-4 0,1 5-2 15,-5 7-2-15,1 4-2 0,-2 6 0 0,-2 4-1 16,2 7-1-16,-3 4-1 0,-1 6 0 0,-1 3-1 16,0 4-1-16,-1 5-1 0,-1 2-1 15,-2 2-1-15,4-1-8 0,0-1-17 16,1-2-31-16,0-5-77 0,1-1-86 0,0-6-160 16,-1-4-228-16,0-4-324 0,1-2-362 0,2-5-201 15,-1-6 24-15,0 0 561 0</inkml:trace>
  <inkml:trace contextRef="#ctx0" brushRef="#br3" timeOffset="-213735.65">17072 15222 84 0,'2'-6'437'0,"-2"2"344"15,2 3 242-15,0 2-98 0,-2 3-261 0,4 2-211 16,-3 1-154-16,2 2-121 0,2 1-79 0,2 0-50 16,2 0-28-16,4-1-33 0,1 1-114 15,5 0-138-15,1-1-265 0,0-2-254 0,3-1-208 16,-1-1-65-16,1-2 268 0,0-1 368 0</inkml:trace>
  <inkml:trace contextRef="#ctx0" brushRef="#br3" timeOffset="-209827.95">10667 11601 215 0,'-6'-5'526'15,"1"1"336"-15,0-1 239 0,-1 1-189 0,-2 1-247 0,4-1-137 16,-1 1-109-16,0 2-115 0,0 2-103 16,2-1-61-16,0 3-31 0,-2 1-31 0,1 2-14 15,0 0-8-15,1 3-7 0,1 2-6 16,2 0-7-16,0 3-2 0,2 0-16 0,1 2-5 15,2 0 2-15,0-1-5 0,2 1 4 0,3-4 27 16,0 1 15-16,2-3 10 0,-1-2 17 16,3-3 15-16,2-5 2 0,0 0-21 0,0-4-12 15,1-5-9-15,-2-1-12 0,0-3-8 0,-2-1-5 16,-2-4-4-16,0 0 1 0,-5-2 4 16,-1 3-6-16,-1-3 1 0,-3 2 2 15,-4 1 1-15,-2 1-4 0,-1 1-3 0,-4 3-3 16,-2-3-7-16,-3 6-5 0,0-2-5 0,-3 3-2 15,-2 1-2-15,-1 1 0 0,3 5 0 0,0 0-1 16,-1 2 0-16,5 2 0 0,-2 3-1 0,5 2-1 16,1 3-1-16,2 3-1 0,1 4 2 15,3 2 1-15,1 0 1 0,3 4 1 0,3 2 1 16,2-1-2-16,1-1 2 0,4 1 0 16,-1-5 0-16,5-1-1 0,-1-2 2 0,4-3 0 15,1-3-1-15,2-6 1 0,-2-2 0 16,4-4 1-16,2-4-1 0,-1-2 2 0,-2-7 0 15,1 1 1-15,-2-4-2 0,0-2 0 16,-3-1-1-16,-3 0 0 0,-1-2 0 0,-5 2 9 16,-3-1 8-16,-4-1 6 0,-2 2 4 0,-4 0-1 15,-5 1 1-15,-4 0-9 0,-4 2-8 0,-2 1-5 16,-5 1-3-16,1 3-3 0,-1 1-1 16,-1 4-1-16,-2 4-1 0,3 3-1 0,0 5 1 15,1 4 1-15,3 6 1 0,-1 2 0 0,3 3 1 16,3 5 1-16,2 5-1 0,3 2 0 15,1 4 0-15,4 2 0 0,2 1 0 0,4 0-1 16,2 0-2-16,3-4 0 0,3 0 0 0,2-5-1 16,2-4 1-16,4-5 1 0,1-3 3 15,3-5 1-15,0-6 2 0,5-3 3 16,2-8 0-16,0-3 1 0,0-6 1 0,2-7-1 16,-1-5-1-16,1-5-1 0,-3-2 6 15,-2-1 4-15,-4-1 7 0,-4 1 7 0,-6 2 3 0,-1-1 2 16,-7 3-5-16,-5 2-7 0,-5-1-7 15,-5 2-5-15,-4 3-6 0,-1 0-2 0,-4 1-3 16,-1 7-2-16,0 1 1 0,-2 4-2 0,0 8-2 16,0 3 1-16,-1 5 1 0,2 6 1 15,-1 3 1-15,2 5 1 0,2 2 1 16,3 3-1-16,3 1 1 0,5 4-1 0,2 0-1 0,2 2-1 16,3 2 0-16,5-2 0 0,2-1-1 15,4-3-1-15,0-3 0 0,3-3 0 0,3-1 1 16,1-6 0-16,0-2 2 0,3-2 0 15,1-7 0-15,1 0 1 0,-1-6 0 0,0-4 0 16,2-3-1-16,-4-4 1 0,2-4 0 0,-3-4 0 16,0-1-1-16,-5-3 0 0,1 0 1 0,-5 0-1 15,-4 0-1-15,0 0 0 0,-6 0 0 16,-4 4-1-16,-2-1-1 0,-4-2 1 0,-1 7-1 16,-2-2 0-16,-2 5 0 0,0 2 0 0,1 4 0 15,-1 3 1-15,-2 5 0 0,1 7 1 16,1 2 0-16,0 5 1 0,1 2 0 0,2 3 0 15,4 5 0-15,1 1 0 0,3 5-1 16,2 2 1-16,1 1-2 0,4 0 1 0,2-1-1 16,3-3-2-16,1 0 1 0,3-5 1 0,1-2-1 15,3-5 0-15,1-2 2 0,0-4 1 16,2-5 1-16,3-5 0 0,-2-4 0 0,2-3 1 16,-1-6-1-16,-1-4 0 0,1-6 0 0,-3-1 0 15,-2-4-1-15,1-2 1 0,-6 1-1 16,-1-2 0-16,-4 1 0 0,-5 1-1 0,-3 0-1 15,-1-2-1-15,-4 2 1 0,-4 2-1 16,0 2 0-16,-2 2-1 0,0 5 2 0,-1 3-1 16,1 5 0-16,-3 3 1 0,0 6 0 0,2 1 2 15,-2 7 0-15,1 2 0 0,-1 3 2 16,2 4-1-16,1 2 0 0,1 4-1 0,0 3 1 16,2 2-2-16,1 4 1 0,1 1-1 0,3 1 0 15,-1 2-1-15,4-3 0 0,2-1-2 16,3-2 0-16,4-3-1 0,3-5-8 0,5-1-14 15,1-5-24-15,7 0-33 0,0-7-81 0,2 0-118 16,4-5-210-16,1-2-293 0,5-4-344 16,0-1-399-16,-1-4-142 0,2 0 384 0,1-4 753 15</inkml:trace>
  <inkml:trace contextRef="#ctx0" brushRef="#br3" timeOffset="-208684.72">11866 10631 137 0,'-7'6'348'0,"-1"2"167"15,0 0 144-15,-1-2-139 0,1 1-96 0,0-1-33 16,3 2-13-16,-1-4-13 0,3 0-40 15,-2 0-58-15,5-2-49 0,-1 3-31 0,1-5-7 16,1 0-4-16,-1 0 0 0,5 0 15 16,0 0 24-16,2-5 5 0,2 1-11 0,0-2-15 15,3-2-8-15,0 0-14 0,3-4-36 16,-2 0-28-16,6-6-29 16,-3 3-18-16,6-5-20 0,-1-1-14 0,3-3-8 0,2 0-6 0,1-3-5 15,0 1-4-15,1 0-2 0,-1-1-4 0,-3 1-1 16,0 4 1-16,-4-1-2 0,-4 4-1 15,0 2 4-15,-5 2 1 0,-2 3-2 16,-4 4-1-16,-3 2-2 0,-4 0-30 0,-3 6-67 16,-4 0-93-16,-2 4-170 0,-5 0-290 0,0 2-321 15,-1-1-322-15,-1-1-186 0,1 1 216 16,1-4 630-16</inkml:trace>
  <inkml:trace contextRef="#ctx0" brushRef="#br3" timeOffset="-208396.85">12123 10131 317 0,'8'-5'610'0,"0"-1"290"0,3 0 160 15,0-1-268-15,1-1-204 0,3-1-127 0,0 0-110 16,2-1-90-16,-1-1-74 0,1 2-54 0,2-1-31 16,0 1 4-16,0 1 3 0,0-3-4 15,0 3-6-15,1 0-15 0,-2 1-7 0,1-1-28 16,-2 2-17-16,1 2-12 0,-4 1-5 15,2 2 1-15,-4 1-2 0,-1 1-1 0,-1 4 17 16,-4 0 18-16,-1 4 6 0,-5 3 1 0,0 1 0 16,-5 6 1-16,0-1-20 0,-3 3-14 15,-2 0-7-15,-2 3-8 0,1-2-3 0,-1 1-10 16,-3-1-48-16,0 1-58 0,0-4-159 16,-3 0-263-16,1-1-291 0,0 1-337 0,-2-4-259 15,-3-2-19-15,0 2 608 0</inkml:trace>
  <inkml:trace contextRef="#ctx0" brushRef="#br3" timeOffset="-207285.17">8765 10603 84 0,'3'3'401'0,"-1"0"285"0,-1-3 249 0,-1 0 11 0,0 0-204 16,0-3-152-16,0 0-89 0,-1-1-28 0,-1-1-42 16,2-2-71-16,-1-1-63 0,-1-1-45 15,0-2-42-15,-2 1-61 0,-1-5-42 0,0 2-27 16,-1-2-17-16,-1-2-13 0,-2-1-12 0,0-2-15 16,-1 0-12-16,-4-2-10 0,1 0-4 15,-1-2-4-15,-2 0-2 0,2 0 5 0,-2 0 1 16,-1-1 1-16,3 2-1 0,-2 1 1 0,2 2 9 15,-2-1 0-15,3 4 2 0,2 1 2 16,-3 1 1-16,4 3-4 0,2 1-8 0,-2 3-11 16,3 0-20-16,-1 3-48 0,0 1-65 15,1 2-81-15,-2 1-150 0,3 1-208 0,0 0-307 16,0 0-274-16,1 0-211 0,-2 0 23 16,3-1 491-16</inkml:trace>
  <inkml:trace contextRef="#ctx0" brushRef="#br3" timeOffset="-207030.93">8370 10024 128 0,'-7'-7'396'0,"-3"-4"245"0,0 1 206 0,0 1-67 16,-2-2-156-16,1 1-69 0,-2-2-73 0,2 0-84 15,1 0-79-15,0 1-71 0,2 1-62 16,1 1-37-16,1 0-8 0,1 1-1 0,1 1-5 16,0 0-9-16,3 1-19 0,-1 2-25 15,2-2-31-15,2 2-24 0,1-1-10 0,0 2-6 16,6-1-4-16,1 2-3 15,4 0-1-15,2 2 0 0,6 2-2 0,3 1 2 0,1 2 2 0,4 1-4 16,3 0 2-16,0 2-3 0,2 3-3 16,-2-3-1-16,0 4 0 0,-1 1 6 15,-2 2-3-15,-3 1-10 0,-2 5-49 0,-4 1-113 16,-4 3-185-16,-2 1-290 0,-5 2-301 0,-2 4-314 16,-3 2-171-16,0 1 305 0,-5 1 605 15</inkml:trace>
  <inkml:trace contextRef="#ctx0" brushRef="#br3" timeOffset="-205705.48">8439 13514 58 0,'4'-5'476'0,"-3"-2"394"0,-1 3 235 0,0 0-15 0,-1 1-364 16,-1-4-230-16,0 5-161 0,1-3-104 16,-1 0-61-16,2 3-37 0,-1-3-16 0,-1 1 18 15,2-1 36-15,0 2 21 0,0-2 0 16,0 1-7-16,0 0-20 0,0 1-32 0,0 0-39 15,0 0-30-15,0-1-16 0,0 4-12 0,0-2-9 16,0 0-8-16,0 2-5 16,0-1-4-16,2 1-6 0,-1-2-3 0,-1 2-1 0,2 0-1 15,1-1-1-15,2-2 2 0,1 1 2 16,3-1-1-16,-1-3 1 0,4 0 1 0,0-2-2 16,1-2-1-16,2 0 0 0,0-3 1 0,-1-1-1 15,2 0 0-15,-2 0 0 0,-1 3 0 0,-2-3 1 16,1 2-1-16,-4 2-1 0,2 0 4 15,-2 2-1-15,-2 0-1 0,-1 1-1 16,1 1 0-16,-2-1 2 0,0 3-2 0,-1 1 3 16,0 1 0-16,0-2 1 0,-3 3 5 0,2 0 4 15,-2-1 4-15,0 2 4 0,0 2 3 0,-3-1 0 16,-2 4-4-16,-1 2-3 0,-2 3-3 16,-3 4-5-16,-3 0-1 0,-1 6-1 15,-3 3-2-15,-4 2-1 0,-3 6-3 0,-3 1-1 16,-2 5-1-16,-2 1-1 0,-2 3-1 0,-2 2 2 15,1 1 1-15,0 2 0 0,0-4 0 16,2 4 0-16,1-5 1 0,4 0-2 0,1-5-2 16,5-4 1-16,4-3-1 0,3-8-2 0,5-3-1 15,2-5 0-15,6-6-2 0,4-6-5 16,3-5-13-16,5-6-30 0,3-9-63 0,0-2-61 16,3-4-77-16,0-4-111 0,3-4-134 0,-3-1-121 15,1-2-54-15,1-3-66 0,-1 3-22 0,0 0 82 16,-4 0 171-16,-2 1 177 0,0 3 167 15,-6 5 151-15,-2 2 138 0,-3 2 125 0,-3 5 98 16,-2 4 92-16,-3 5 78 0,0 3 28 0,-1 3-21 16,-4 6-60-16,2 5-72 0,-2 0-82 15,1 5-72-15,2 4-52 0,1 0-27 0,1 3-12 16,3 0-7-16,2 3-14 0,3-2-18 16,3 3-20-16,2 0-20 0,3-4-22 0,1 4-18 15,1-4-7-15,5-1-6 0,0 0-6 0,5-4-3 16,2-2 2-16,2-1-5 0,5-4-1 0,1-2-3 15,5-6-14-15,1-2-53 0,0-4-62 16,2-4-139-16,2-2-204 0,-1-5-300 0,-1-4-299 16,0-1-218-16,-3-2-36 0,-2-5 468 15</inkml:trace>
  <inkml:trace contextRef="#ctx0" brushRef="#br3" timeOffset="-188465.3">2289 2932 147 0,'-6'5'343'0,"-4"-3"141"0,2 3 98 0,-1-1-205 16,2 0-145-16,1-2-52 0,1 3-2 0,-1-3 6 15,3 1 2-15,0 0-8 0,1-1-28 0,1-1-37 16,1 0-47-16,0 1-33 0,1-1-19 0,1 2-6 15,1 0-4-15,5 0-1 0,-2 2 1 0,4-2 1 16,2 1 1-16,-1 1-2 0,4-1 21 0,3 0 135 16,3 1 67-16,-2 1 25 0,5-4 6 15,1 3-3-15,0-2-22 0,2 0-111 0,3 1-56 0,-3-1-31 16,3-2-12-16,2 3-7 0,0-3 8 0,2 2 8 16,-1-2 6-16,2 2 34 0,0-1 16 0,1 1 8 15,1 0-16-15,-1 1-3 0,0 1-1 16,1-1-31-16,-2 0-19 0,-1 1-10 0,3 0-3 15,-2-1-3-15,1 1-5 0,0 1-1 0,2-1 0 16,-1-1 3-16,2-1 0 0,-1 2-1 16,0-3-2-16,0 3-2 0,0-2-3 0,0 0 1 15,-2-2-3-15,-1 2-1 0,0-1 0 0,0-1-1 16,-2 2 3-16,0-1-3 0,-1-1 2 0,-1 0 2 16,1 1 0-16,-2 1 2 0,3-2 2 0,0 3-2 15,-1-3 1-15,1 2-3 0,0 0-1 16,0 0 3-16,2 0 0 0,0-1 4 0,2 0 1 15,2 1-1-15,-1-1 7 0,0 2 64 16,2-4 27-16,0 4 10 0,0-1 7 0,1 0-1 16,0-1-9-16,0 0-56 0,2 0-29 0,-2 1-11 15,2-2-10-15,0 2 1 0,1 1-1 16,-1-2 2-16,2 1 3 0,0-1 2 0,0 1 0 16,1-1-2-16,2 0-1 0,-2 1-3 15,1 0-2-15,-1 0-4 0,3 2-2 0,-3-3 2 16,1 3-5-16,1-3-2 0,-1 3-2 0,-1-3 3 15,3 2 2-15,-3 2 4 0,1-2 4 16,2 0 9-16,-3 2 1 0,3-3 1 0,-1 2-2 16,0-2-5-16,0 0 0 0,1 0-4 0,-1-2 1 15,-1 0-3-15,3-1-2 0,-2 0-1 16,2 0-4-16,-2-1-1 0,2 0-2 0,1-1 39 16,-2 1 21-16,3-1 10 0,0 1 10 0,-1 1-5 15,3 0-6-15,-1 0-34 0,0 0-15 16,1 1-11-16,-1 1 0 0,-1-1 8 0,1 1 3 15,-1-1 1-15,0 0-2 0,-3-1 1 0,3 0-8 16,-3 0-1-16,0 0 1 0,0 0 1 16,-3 0 1-16,1-1 2 0,-2 1 1 0,-1-1-2 15,-1-1 0-15,-2-1-7 0,1 2 2 0,-4-2 2 16,-3 0 1-16,0 0-2 0,-5 0 0 0,-3 0 6 16,-2 1-5-16,-4 0-3 0,-4 0-4 15,-4 0 4-15,-2 1-1 0,-5 1 1 16,-1-1-2-16,-2-1-1 0,-3 0-28 0,-3 2-73 15,-5 0-118-15,-2 2-231 0,-5 1-288 0,-3-2-341 16,-5 4-350-16,-4-1-131 0,-3 1 440 16,-3 1 701-16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1-08T13:19:11.848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2338 1867 170 0,'3'-4'412'0,"0"-1"204"0,-1 2 210 0,1 0-47 0,-3 0-125 16,0 0-83-16,0 2-73 0,0-2-66 15,0 1-60-15,0 1-84 0,0 1-48 0,2 0-21 16,1 1-17-16,0 1-22 0,-2 0-37 0,1 0-34 16,1 3-31-16,0 2-26 0,1 2-14 0,-1 5 1 15,2 1 1-15,-2 6 0 0,2 1-3 0,-1 8 6 16,-2-1 1-16,-1 4 0 0,2 5-4 16,-3-1 1-16,-1 3 1 0,-1 1-2 0,2-1-3 0,-3 2-3 15,1-1-3-15,-2-2-3 0,1 0-5 16,0-3-4-16,-1-2-4 0,1-3-3 0,0-1-2 0,0-4 3 15,-1 0 3-15,1-5 1 0,-1-3 1 16,-1-2 0-16,4-3-1 0,-3 1-4 0,3-3-4 16,-1-4-4-16,-1 1-2 0,1-2-1 0,2-3-1 15,-1 1-1-15,-1-1 1 0,0-3-1 0,1 0-1 16,1-1-1-16,-2-2-1 0,-2-3-2 16,4-2-9-16,-2-2-14 0,2-4-19 0,-1-2-37 0,1-2-69 15,0-3-75-15,-2-2-142 0,1 0-186 0,-1 0-301 16,0-3-302-16,1 0-209 0,-1 1-45 0,-1-3 471 15,1-1 520-15</inkml:trace>
  <inkml:trace contextRef="#ctx0" brushRef="#br0" timeOffset="602.91">2120 1352 173 0,'0'-4'386'0,"-2"1"175"16,2-1 174-16,0 2-110 0,0-1-93 0,0 3-24 15,0-1-20-15,0-1-33 0,-3 1-49 0,3-1-69 0,-2 0-50 16,-2 2-18-16,4-1-15 0,0 1-21 0,0 0-34 16,0 0-27-16,-2 0-35 0,2 0-44 0,-1 0-30 15,1 0-17-15,0 1-13 0,0-1-10 0,1 0-9 0,-1 2-5 16,2 0-7-16,-2-1-3 0,4 2-3 0,-2 3 3 16,1 2-1-16,0 0 2 0,2 3 0 0,3 3 2 15,0 1 0-15,0 1-1 0,1 2 3 0,4 2 2 16,-2 1 1-16,2 1 2 0,1 2 9 15,0-1 8-15,3 1 2 0,-2 1 0 0,4 1 2 0,-3-2 0 16,1-1-6-16,-3 2-7 0,2-4-2 0,-3-2-2 16,1-2 2-16,-3 0 1 0,3-3 2 0,-3-2 1 15,-3-1 2-15,0-4 5 0,1-1 5 0,-1-5 7 16,-1-1 7-16,2-2 5 0,2-8 0 0,-1-3-2 16,2-5-8-16,1-7-8 0,0-1-7 15,1-5-7-15,-1-6-1 0,1 2-1 0,-3-6 0 0,3-1-1 16,-3-1-2-16,-1-2 0 0,2 1-2 0,-2-1-3 15,1 3-3-15,-2 2-2 0,1 4-1 16,-2 3-1-16,1 4 0 0,-3 4-1 0,1 4 0 0,-2 3-1 16,-2 3 1-16,0 3 0 0,-1 1-1 0,1 5-1 15,0 0 1-15,-3 0-1 0,1 3-2 0,-1 0-1 16,0 0 0-16,2 1 0 0,-1 1-1 0,3 1-3 16,-1 0-13-16,3 1-18 0,-1 3-31 0,4 0-80 0,-1 3-102 15,0-4-178-15,2 4-286 0,1 4-329 0,0-3-372 16,1 4-167-16,1 0 236 0,0 1 687 0</inkml:trace>
  <inkml:trace contextRef="#ctx0" brushRef="#br0" timeOffset="1112.46">3620 1755 81 0,'2'2'677'0,"-1"-1"475"0,-1 0 86 0,0 1-145 0,2 0-348 16,1-1-325-16,2-1-153 0,1 1-72 0,5 1-16 16,-1 0 14-16,1-2-6 0,6 0-27 0,-1-2-31 15,3-1-21-15,1 0-12 0,1-1-32 16,3-3-23-16,1 3-16 0,0-1-10 0,-2 1-5 16,4-1-4-16,-2 2-3 0,0 1-3 0,0 1-59 15,-2 1-72-15,-1 1-171 16,-4 3-281-16,0-2-301 0,-1 3-372 0,-2 1-253 0,2 3 59 0,-1-1 698 15</inkml:trace>
  <inkml:trace contextRef="#ctx0" brushRef="#br0" timeOffset="1789.11">5285 1830 395 0,'6'-3'763'16,"-1"0"223"-16,-2 0 13 0,2 3-244 0,0 0-242 0,3 0-156 16,0 0-72-16,1 3-15 0,4 1 6 15,-2 6-22-15,3-2-54 0,2 6-1 0,-2-1-6 16,2 3-23-16,0 4-30 0,-2 3-27 0,0-1-16 15,0 2-33-15,-1 1-19 0,-2-1-12 0,-1 2-6 16,-4-1-6-16,2-1-6 0,-2-1-2 0,-3-3 2 16,0-1 5-16,1-4 1 0,-3-3 4 15,-1 0 8-15,2-4 4 0,-2-2 9 0,-2-2 6 16,2-1 4-16,-1-3-1 0,-1-1-7 0,0-5-7 16,1-4-11-16,-1-3-13 0,-1-4-8 0,0 0-3 15,2-5-2-15,-1-3-1 0,-1-2-1 0,1-2 0 16,2-3-1-16,-1-3-1 0,2 2-1 15,1-1 1-15,1 0-1 0,0 5 0 0,3-1 0 16,-1 2 1-16,1 3 0 0,1 3 0 0,2 0 0 16,-3 5 0-16,4-1-1 0,-2 3 0 0,1 1 1 15,1 3 0-15,1 3 1 0,0-1-5 0,0 3-5 16,-1 1-1-16,4 1-2 0,-1 2-1 16,1 1 2-16,0 1 5 0,0 1 3 0,0 1 1 15,2-1 2-15,-2 4 0 0,4-2-2 0,-4 1 0 16,2 1-1-16,-2-1-1 0,3 0-7 15,-4 2-16-15,0-1-29 0,1 1-66 0,-4 0-66 16,-2 1-110-16,-1-3-157 0,-2 2-183 0,-2 0-266 16,-1-1-222-16,1 3-195 0,-3 1 95 0,0-2 422 15,2 1 405-15</inkml:trace>
  <inkml:trace contextRef="#ctx0" brushRef="#br0" timeOffset="2244.52">5926 1795 36 0,'7'18'244'0,"-2"2"147"0,3 2 160 0,0 4-7 15,1 0-37-15,1 0 21 0,3 3 24 0,2 1-25 16,0-2-62-16,4 1-56 0,-1-2-88 0,3-3-102 15,0-3-77-15,1-3-43 0,0-5-20 0,0-2-30 16,2-7-19-16,-1-4-8 0,-2-3 10 16,-2-6 18-16,1-2 30 0,-2-3 49 0,-1-4 49 15,-4-2 26-15,1-2-1 0,-3-2-11 16,-3 1-21-16,-1-1-29 0,-6 0-35 0,-1 1-22 0,-3 1-17 16,-2 1-16-16,-3 0-14 0,-6 0-15 15,0 0-8-15,-2 0-7 0,-1 2-3 0,-2 1-1 16,1 1-8-16,-1 5-4 0,3 2-4 0,-1 2-1 15,4 4-4-15,-1 2 0 0,3 4 5 16,0 0 3-16,3 3 3 0,3 1-1 0,2 2 1 16,3-2 1-16,3 1-1 0,2-1 6 0,3-1 3 15,6-2 3-15,2-3-1 0,2-2 0 0,3-3 0 16,5 1-7-16,-2-3-4 0,4-1 1 0,2-1 2 16,-1 3 0-16,1-3 5 0,0 1-1 15,1 1 3-15,-2 1 1 0,-1 0-1 0,1 1 0 16,-3 1-1-16,0 3 1 0,-4-1-1 0,-3 4-6 0,-3 2-4 15,1 1-1-15,-4 2-1 0,-2 2 1 16,-3 3-1-16,-3 3 5 0,-4 2 6 0,-1 2 1 16,-3 3 1-16,-2 3-2 0,-3 0 7 0,-4 2 2 15,2 2 2-15,-1-1-1 0,-3 1 0 0,3 2 0 16,-2-2-6-16,4-1-5 0,1 1-1 16,1-4-3-16,3-2-2 0,2-2-2 0,4-3-4 15,4-5-29-15,0-1-73 0,2-5-98 0,0-1-171 16,6-6-289-16,-1-4-337 0,3 0-355 0,0-5-185 15,4 1 222-15,2-1 675 0</inkml:trace>
  <inkml:trace contextRef="#ctx0" brushRef="#br0" timeOffset="3113.65">6787 2163 4 0,'5'6'432'0,"-2"-2"362"0,0-2 221 15,2-2 28-15,1-2-253 0,1-4-256 0,5-4-174 16,-1-5-82-16,5-3-45 0,2-5-31 16,2-5-43-16,2-4-39 0,2-6-24 0,3-1-20 15,0-1-8-15,1-2-19 0,-1 2-21 0,-2 2-16 16,-2 4 21-16,-1 2 22 0,-5 7 12 0,-1 4 5 16,-4 4 2-16,-4 2 6 0,0 6-25 15,-3 3-18-15,0 6-15 0,-2 3-2 0,-2 6-4 0,-1 5-5 16,0 7 3-16,-1 1-2 0,1 5 0 15,0 3-3-15,0 3-3 0,1 1 2 0,2-2-4 16,2 0 0-16,0-1 1 0,3-1 0 16,1-4 0-16,-1-4 0 0,2-2 0 0,1-5 2 15,3-2 9-15,-2-3 12 0,3-8 2 0,0-2 2 16,0-4 3-16,1-6 0 0,3-3-15 0,-3-5-15 16,3-1-6-16,-2-6-5 0,1 0-3 0,0 0-1 15,-2 0 3-15,2-1 6 0,-4 2-2 16,0 3 2-16,-3 4-1 0,-1 0 0 0,-1 6 0 15,-1 2-1-15,-3 4 2 0,0 2 2 0,1 5 1 16,-3 2 0-16,2 5 2 0,-2 3 1 0,0 6 3 16,-1-1-1-16,-1 4-1 0,3-1 1 15,-1 3-1-15,0 0-3 0,3-2 0 0,-1-1-2 16,1 2 0-16,-1-5 7 0,3 0 4 0,1-2 1 16,-1-1 2-16,2-6-2 0,1-1 3 0,-2-4-8 15,4-3-4-15,1-4 0 0,-1-6-4 0,2 1 2 16,0-8-2-16,0 3 0 0,0-4-1 15,0 1 1-15,-2-1-1 0,1 2 2 0,-2 0 1 16,-3 2-2-16,2 2 1 0,-3 1-2 0,-2 2 1 16,-1 3-3-16,0 0-1 0,-2 3 2 15,2 2-1-15,-4 1 1 0,2 3 1 0,-1 3 3 16,1 1 0-16,-3 5 0 0,2-1-2 0,-2 3-3 16,3 2-1-16,0-1-3 0,-1 4-29 0,3-2-60 15,-1 0-57-15,2 1-100 0,-2 0-164 0,0 0-293 16,1-2-295-16,3-1-232 0,1-1-164 0,3-2 229 15,2-1 556-15</inkml:trace>
  <inkml:trace contextRef="#ctx0" brushRef="#br0" timeOffset="3308.5">8321 1960 238 0,'5'-15'1130'0,"-4"3"525"0,1 3-135 0,-4 2-319 15,1 3-465-15,-2 2-302 0,-2 2-209 0,-2 3-93 16,1 3-51-16,-3 2-31 0,-1 5-21 0,0 2-13 15,-2 3-8-15,2 0-5 0,2 3-3 16,-2-1-4-16,2 4-3 0,3-3-13 0,0-1-71 16,2-4-77-16,1-2-173 0,2-3-279 0,3-4-321 15,2-2-391-15,2-5-230 0,2-6 88 16,4-3 730-16</inkml:trace>
  <inkml:trace contextRef="#ctx0" brushRef="#br0" timeOffset="3493.35">8428 1496 51 0,'-12'-32'687'0,"-1"1"548"0,-1 6 131 0,1 6-132 16,0 1-303-16,3 8-401 0,0 0-198 0,3 1-104 15,0 5-57-15,4 1-50 0,0 1-57 16,1 4-34-16,2 1-21 0,0 4-9 0,3 4-15 16,2 2-53-16,1 2-52 0,2 3-79 0,0 1-152 15,3 4-224-15,0 0-309 0,2 2-249 0,2 2-205 16,0-1 71-16,4 2 500 0</inkml:trace>
  <inkml:trace contextRef="#ctx0" brushRef="#br0" timeOffset="3814.11">8741 1774 103 0,'-1'0'954'0,"-1"2"668"0,-1-1-44 0,-3 2-307 0,1 2-402 15,-3-1-358-15,2 3-230 0,-5 1-102 0,1 2-48 16,1 3-34-16,-4 2-28 0,2 1-19 0,0 2-15 15,-1 2-9-15,2 1-8 0,0-2-8 0,1 2-4 16,4-3-5-16,0 1-2 0,5-3-2 16,0-3-2-16,5-3-1 0,0 1-9 0,7-9-14 15,0-2-20-15,3-2-38 0,1-10-65 0,1 0-64 16,1-5-57-16,1-4-65 0,1-3-50 16,-2-1-5-16,2-1 67 0,-4-4 66 0,3 5 56 15,-3-2 86-15,-2 4 81 0,-1 4 66 0,-2 3 47 16,-3-1 28-16,0 6 17 0,-3 1 1 0,-2 2-19 15,1 4-24-15,-4 1-23 0,2 3-19 0,-4 3-11 16,2 5-7-16,-4 0-7 0,2 5-5 16,-1 4 1-16,0 2-16 0,0 0-61 0,-1 1-114 15,3 3-172-15,-1-6-293 0,2 1-270 0,2-1-237 16,1-4-12-16,2-2 347 0,3-4 437 0</inkml:trace>
  <inkml:trace contextRef="#ctx0" brushRef="#br0" timeOffset="4080.3">9126 1757 289 0,'7'-8'944'0,"-5"3"475"0,1 0 46 0,0 5-276 16,-3 5-415-16,0 0-291 0,-1 3-154 15,-1 2-108-15,-1 3-77 0,0 2-47 0,-2 2-31 0,2 1-20 16,0 1-14-16,1-1-8 0,2 2-9 16,-1-2-8-16,2-2-4 0,1 1-4 15,1-4-1-15,2 0-2 0,1-3-1 0,2-2-1 0,0-6 1 16,2-4-1-16,0-2 1 15,-2-3 1-15,2-2 1 0,-1-3 1 0,-2-2 0 0,-1-1 2 16,-3-3-1-16,1 0 0 0,-1-1 1 16,-2-2-1-16,4-3-2 0,-4 1-10 0,2-1-16 15,-1-1-40-15,1 1-65 0,0-2-62 0,2 2-108 16,0 0-165-16,0 0-277 0,4 5-277 0,-1 0-219 16,3 5-157-16,3 2 249 0,1 2 550 0</inkml:trace>
  <inkml:trace contextRef="#ctx0" brushRef="#br0" timeOffset="4892.88">11078 1230 198 0,'5'-11'463'0,"-2"-1"229"16,0 1 191-16,-1 4-116 0,1 0-142 0,-1-1-96 15,-1 3-66-15,1-1-28 0,0 1-30 0,0 2-54 16,-2 1-60-16,0 2-47 0,0 2-36 0,0 0-49 16,0-1-51-16,-2 0-41 0,0 4-29 0,0 2-13 15,-1 4-10-15,2 3-5 0,-3 6 7 0,1 6 3 16,0 5 7-16,0 7 4 0,0 2 10 0,1 5 5 15,-2 3-3-15,0 3-5 0,3 2-1 16,-1-1-6-16,1 0-9 0,2-2-6 0,1-3-5 16,1-4-4-16,3-5-2 0,0-5-2 0,1-5 0 15,1-5-2-15,1-5 2 0,2-5 0 0,0-6 0 16,3-2 0-16,1-10 0 0,2-2 0 0,1-8-2 16,2-6 5-16,2-3 3 0,-1-4 0 0,1-4-1 15,0 1-1-15,0-2 1 0,-3-1-8 16,0 2-2-16,-3 0-2 0,-2 4 2 0,-1 1 2 15,-1 5 0-15,-4 0 2 0,0 6 0 0,-3 1 1 16,0 3-3-16,-1 4 1 0,-1 1-1 0,-1 2-1 16,-2 4 0-16,0 1-1 0,-2 4 1 0,-1 4 0 15,-1 1 1-15,-1 6 3 0,2 2 0 0,-2 3 0 16,0 3 3-16,0 2-2 0,1 4 1 0,-2 3-2 16,1-3 1-16,0 4-1 0,0-3-2 0,2 0 0 15,1-2-2-15,2-3-2 0,2-5-2 0,3-1-3 16,0-2-7-16,1-4-38 0,2-4-75 15,-2-2-76-15,2-5-145 0,2-2-201 0,0-3-325 16,-1-3-306-16,0-3-201 0,4-2-8 0,-4-1 474 16,2-2 516-16</inkml:trace>
  <inkml:trace contextRef="#ctx0" brushRef="#br0" timeOffset="5461.45">11624 1571 300 0,'4'-11'646'0,"1"3"255"16,-2 1 160-16,1 4-211 0,-1 3-222 0,0 3-149 15,2 4-61-15,0 1-28 0,1 3-64 16,-2 5-50-16,1 0-44 0,-2 4-38 0,2 1-51 16,-2-1-38-16,-1 2-29 0,1-1-28 0,2-1-16 15,-2-1-13-15,0 0-6 0,2-4-5 0,1-1-2 16,1-2-2-16,2-5-1 0,2-1 1 16,3-4-1-16,0-4-1 0,4-4 0 0,-1-1-2 15,2-3-1-15,0-1-2 0,0-3 0 0,-2 1-1 16,1-1 1-16,-1-1 1 0,-4 0-1 0,3 3 2 15,-5-1 0-15,-1 2 0 0,-1 2-1 0,-3 0 2 16,-1 1 2-16,-2 4 1 0,-1 2 1 0,-4 2 0 16,1 4 1-16,-4 2-2 0,-2 2 0 15,1 8 0-15,-2 0 1 0,2 4 0 0,-1 2-4 16,1 3 2-16,-1 1 0 0,0 4 0 16,4-3-2-16,0 3 0 0,1-3 1 0,2 2 0 15,2-5-3-15,2-3-1 0,5-3 0 0,3-3-1 16,1-6 0-16,2-3-2 0,3-6 0 0,2-4-4 15,-2-1-10-15,4-4-11 0,-2-6-6 16,-2 0-3-16,2-4 0 0,-1-1 3 0,-3-3 12 0,1 2 11 16,0-4 6-16,-2 2 8 0,0 2 1 15,-2 0 3-15,-1 2-2 0,-1 3 5 0,-2 0-1 16,1 4 0-16,-2 3 11 0,-2 4 7 0,0 3 5 16,-3 2 2-16,-1 4 3 0,1 4 2 0,-3 1-7 15,-3 8-4-15,1 0-5 0,-2 5-3 0,-2 4 2 16,1 3-4-16,-2 2-4 0,-1 2-1 15,-2 3-3-15,-2 3-2 0,1 2-2 0,-6 2-1 0,2 2 1 16,-5 1 1-16,-2 2 0 0,0-3-1 16,-2 2 1-16,-1-4 0 0,-2-2-3 0,0-4-1 15,2-3-3-15,-1-6 0 0,1-5-17 0,1-5-37 16,1-5-59-16,2-5-50 0,4-7-90 0,2-4-152 16,3-5-237-16,2-5-271 0,4-5-228 0,0-3-199 15,4-6 109-15,4-4 497 0</inkml:trace>
  <inkml:trace contextRef="#ctx0" brushRef="#br0" timeOffset="5862.1">12495 1555 238 0,'-3'-25'699'0,"-3"-3"386"0,-1 4 118 0,-1-1-228 16,0 4-277-16,-1 3-154 0,3 3-127 0,-1 5-92 0,1 3-69 16,-1 0-47-16,-2 6-52 0,3 1-63 15,-1 1-38-15,-1 2-19 0,2 1-12 0,2 2-5 16,0 0-7-16,1 1-6 0,0 0-1 0,1 2-3 16,1-1-2-16,1 3-2 0,0-1 1 0,1 1 1 15,3 1-2-15,-3-1 1 0,2 4 2 16,1 2 0-16,0-1 0 0,1 2 1 0,-1 3 2 15,1 1 0-15,0 2 0 0,0-1 1 0,1 1-1 16,0 0 0-16,-1 2 0 0,0-1-2 0,1-1-1 16,-1 2 1-16,0-3-1 0,1 1 1 0,-3-1 0 15,0-1-2-15,1 0 3 0,-4 0-3 16,-2-1-1-16,0-1-1 0,-2 0-1 0,-6-3 1 16,2 1-2-16,-1-3 0 0,-4-1-9 0,1-3-53 15,-1-4-60-15,-3 0-94 0,2-4-161 0,-2 0-298 16,0-3-321-16,0-1-257 0,2-2-173 0,0-1 207 15,0-4 591-15</inkml:trace>
  <inkml:trace contextRef="#ctx0" brushRef="#br0" timeOffset="6295.93">13053 939 289 0,'6'3'592'0,"1"4"317"0,-1 1 216 15,0 4-227-15,2 1-207 0,0 5-85 0,0 2-70 16,1 5-104-16,-1 1-101 0,1 6-66 0,-3 3-61 16,0 4-58-16,-3 3-46 0,0 3-20 0,-3 2-19 15,0 0-8-15,-1 3-12 0,-3 0-8 0,1-1-7 16,-1 1-6-16,-1 0-7 0,0-5-6 15,0 2-3-15,2-2-3 0,0-4-1 0,1-2-3 16,-1-3-7-16,0-2-24 0,0-7-63 0,0-3-64 16,2-3-116-16,-4-5-171 0,0 0-291 0,0-7-323 15,0-3-238-15,-4-3-160 0,3-5 294 16,-4-4 569-16</inkml:trace>
  <inkml:trace contextRef="#ctx0" brushRef="#br0" timeOffset="6509.27">12854 1459 295 0,'2'-1'888'0,"-1"1"332"0,2 0-22 0,2 1-160 15,1 3-468-15,1 0-230 0,2 0-100 0,4 1-54 16,1-1 5-16,0 1-9 0,4-1-25 0,1-1-39 0,-1-1-23 16,3 0-15-16,0 0-34 0,2 0-22 0,-2-1-11 15,3 0-4-15,-1 3-5 0,-1-2-4 0,-1 2-17 16,0 0-57-16,-3 1-58 0,-2-1-129 15,3 3-188-15,-6-1-303 0,3 0-305 0,-4 2-230 16,1 1-101-16,1 1 396 0,-2 0 539 0</inkml:trace>
  <inkml:trace contextRef="#ctx0" brushRef="#br0" timeOffset="6835.35">13450 1587 89 0,'-5'-1'633'0,"-3"1"455"16,0 0 158-16,0 0-90 0,0 2-311 0,-1 1-256 15,1 2-170-15,2 6-94 0,-2-1-53 0,-3 3-46 16,1 3-74-16,1 2-47 0,-4 7-32 0,2 0-15 16,0 2-15-16,0 2-12 0,3-1-9 15,0-1-8-15,2 0-6 0,6-6-3 0,2 0-2 16,5-8-1-16,3 0-2 0,4-7 0 0,5-5-3 16,3-4 2-16,3-2-1 0,1-7-1 0,4-1-2 15,0-5 1-15,-1-1-2 0,-3 1 0 16,0-2 1-16,-5 2 1 0,0 2 3 0,-2 1 1 15,-6 3 0-15,1 0 3 0,-4 5 0 0,-4 1 1 16,0 4 0-16,-3 2-1 0,-3 1 1 0,-1 4-2 16,-4 4 1-16,-1 2-1 0,-2 3 1 15,-2 1-1-15,-1 5-2 0,3-1 0 0,-3 4-13 16,2-4-47-16,1 2-73 0,0-2-117 0,1-2-197 16,4 0-303-16,-1-4-343 0,4-1-305 0,0-3-136 15,4-2 375-15,1-1 653 0</inkml:trace>
  <inkml:trace contextRef="#ctx0" brushRef="#br0" timeOffset="7579.85">13956 849 191 0,'6'-5'453'16,"2"0"192"-16,-3 4 141 0,0 1-123 0,-1 4-97 15,1-2-55-15,0 3-41 0,-1-4-27 0,0 4-18 0,-1-1-58 16,2 4-55-16,-1 1-38 0,1 1-31 16,0 4-24-16,-2 3-31 0,2 2-28 0,-4 3-36 15,1 6-30-15,-2 3-15 0,-2 6-10 0,1 4-9 16,-5 5-5-16,1 2-5 0,-2 5-6 0,1 1-2 15,1 2-1-15,-4 2-5 0,4 1-3 0,0-1-7 16,1-2-2-16,2-1-6 0,2-4-7 0,2-5-5 16,1-4-1-16,3-6-2 0,3-4-2 0,3-6 2 15,2-3 0-15,3-8-2 0,2-4 1 16,4-7-1-16,-1-4 0 0,1-5 0 0,4-7-2 16,-3-4 1-16,4-2-1 0,-2-3 0 0,0-3 0 15,-2 2-1-15,1-2 0 0,-4-1 0 0,0 0 0 16,-3 1 1-16,0 2 0 0,-2-1-1 15,-4 5 2-15,1 0-1 0,-4 5 0 0,-1 4 0 16,-3 0 0-16,0 7 1 0,-3 2 0 0,-2 6 0 16,-2 5 1-16,-3 4 1 0,-3 5-2 15,0 5-1-15,-2 6-4 0,-3 2-13 0,-1 2-24 16,2 1-72-16,0-3-78 0,1-3-160 0,1-3-284 16,5-4-321-16,2-7-376 0,3-3-234 0,7-5 57 15,-1-7 692-15</inkml:trace>
  <inkml:trace contextRef="#ctx0" brushRef="#br0" timeOffset="7756.04">14553 1464 127 0,'-4'-31'776'15,"-4"6"531"-15,2 5 121 0,-3 3-178 0,-1 3-399 0,0 5-356 16,2 3-180-16,-1 3-106 0,3 2-73 16,-1 2-54-16,2 2-41 0,0 1-22 0,2 2-11 15,2 0-8-15,1 0-7 0,1 1-38 0,2 2-58 16,1-1-83-16,0-2-159 0,3 1-280 0,1 0-312 15,1-1-295-15,2 1-194 0,2 3 132 0,0-3 599 16</inkml:trace>
  <inkml:trace contextRef="#ctx0" brushRef="#br0" timeOffset="8290.91">14884 796 61 0,'11'-6'344'0,"-5"4"204"0,1 3 267 0,-1 4 126 16,-1 3-179-16,2 1-134 0,-3 1-61 0,1 2-16 16,-4 5-83-16,4 4-98 0,-2 3-73 0,-1 5-58 15,-1 4-45-15,1 4-53 0,-2 1-37 0,0 5-29 16,0 2-8-16,0 4-2 0,-2 1-8 0,1 2-9 16,-1 0-6-16,1 0-5 0,-1-1-15 15,2 0-7-15,0-3-3 0,0-2-1 0,0-2-4 16,2-2-1-16,-1-4-3 0,2-2 0 0,-1-4-2 15,2-4-3-15,1-3 0 0,-2-2-3 16,2-4-12-16,-2-4-33 0,-1-1-69 0,0-5-72 16,-2-3-146-16,0-5-219 0,-2-2-314 0,0-5-319 15,-1-2-216-15,0-3-38 0,0-5 510 0</inkml:trace>
  <inkml:trace contextRef="#ctx0" brushRef="#br0" timeOffset="8508.32">14732 1453 133 0,'-3'0'676'0,"0"4"401"0,1-2 100 0,1 2-92 0,2 0-410 16,4 2-240-16,3-1-108 0,1 3-42 15,3 0-15-15,2 0-33 0,0 1-21 0,6-1-50 0,-2 0-44 16,4-1-37-16,2 1-28 0,2-2-13 16,1-1-16-16,1-1-11 0,0 0-4 0,4-2-3 15,-1-1-4-15,1 1-2 0,2-1-6 0,0-1-18 16,-4 0-65-16,-2 0-64 0,-2 0-114 0,-1 0-161 15,-1 0-267-15,-4 0-314 0,-1 2-230 16,2-2-152-16,-3 0 261 0,0-2 519 0</inkml:trace>
  <inkml:trace contextRef="#ctx0" brushRef="#br0" timeOffset="8814.51">15464 1532 175 0,'-3'4'662'0,"-2"2"428"16,-3 1 147-16,-2 4-177 0,0 2-236 0,0 3-204 15,0 3-166-15,-2 0-109 0,3 4-65 16,-4 1-53-16,4-2-73 0,1 3-47 0,-2 0-28 15,2 0-18-15,4-1-17 0,0-5-11 0,4 1-13 16,4-5-7-16,2-3-3 0,2-4-3 0,6-6-3 16,2-3 0-16,4-5-2 0,2-6-1 15,4-4-1-15,-1-6-4 0,2 0 1 0,0-3-1 16,1-4 1-16,-2 4-1 0,-3-2 2 0,-2 3 2 16,-1 3 2-16,-2 1 8 0,-5 4 4 0,-4 2 4 15,0 4 1-15,-4 4 0 0,0 2 2 0,-3 4-4 16,-4 5-1-16,0 5 1 0,-3 3-1 15,-2 5 0-15,-1 3-1 0,-2 4-3 0,2 4-3 16,-2 4-3-16,0 1-1 0,2 2-2 0,-1 1-3 16,2 0-2-16,4-3-3 0,1 1-13 0,4-2-41 15,0-3-80-15,3-4-120 0,-1 2-194 16,2-3-304-16,1-1-360 0,2 0-357 0,-1 0-138 0,3 1 386 16,2 1 687-16</inkml:trace>
  <inkml:trace contextRef="#ctx0" brushRef="#br0" timeOffset="16269.49">6972 6863 99 0,'-1'-9'539'0,"-4"1"354"0,-3-3 194 0,-6 2 24 0,1-1-400 15,-3-1-250-15,-4 0-105 0,-4 1-43 16,-3-2-22-16,-3 0-36 0,-3 2-35 0,-5 1-33 15,-2 0-29-15,-5 1-36 0,-3 2-43 16,-6 1-30-16,-3 3-17 0,-4 2-6 0,-4 2-7 16,-5 4-6-16,-4 4-5 0,-2 0-7 0,-3 2-5 15,-2 4-3-15,-4 3-4 16,1 4 6-16,-1 2 3 0,1 2 4 0,-5 7 8 16,1 2 3-16,-2 7 0 0,0 0-7 0,-2 6-4 15,-1 5-6-15,3 4 0 0,0 0-1 0,1 8-4 16,5-2 5-16,0 5 8 0,4 2-2 0,2 1-8 15,4 3-5-15,3 1 11 0,4 2-1 0,6 1-7 16,2 3 3-16,7 0 7 0,3 0 6 16,5-1-9-16,4 3 0 0,5-5 2 0,2 3 2 15,5-2-3-15,3 0-5 0,3-4 1 0,2 0-1 16,5 1 1-16,2-4 5 0,2 2 0 0,3-1 2 16,0 0 3-16,3-1 1 0,2-1-4 15,-3 2-3-15,6-1 0 0,-3 2-2 0,3 0 0 16,0 0 0-16,1 0 3 0,1 2 0 0,-2-2 0 15,0 6 2-15,0 0 0 0,-2 1-2 0,1 5-4 16,-2 1 1-16,-2 5 3 0,0-1 1 0,-1 4 2 16,-4 4 2-16,1 4 0 0,-3 2-5 15,0 4 2-15,-1 1 1 0,-4 3 0 0,4-2 0 16,-4 2 3-16,1-1-1 0,2 0-10 0,0-1 2 16,0-5-2-16,1-1 3 0,2-3 1 0,-2-1 5 15,5-4 3-15,2-2-7 0,-1-2-5 0,3-1 0 16,4-5 1-16,4-5 2 0,-1-1 2 0,6-3 3 15,0-4 2-15,7-4-1 0,0 0-7 16,6-3-3-16,3-3-3 0,3-3 0 0,4-2 0 16,1-1 1-16,4-2 3 0,2 0 4 0,7-2 4 15,0 1 3-15,8-2 1 0,3 0-1 16,1-4 0-16,5 2 0 0,4-4-3 0,1-3-8 16,4-2-4-16,3-2 1 0,1-2-1 0,3-7 2 15,3 0 3-15,2-5 4 0,1-1 1 16,2-4-2-16,0-1 0 0,0-1-2 0,-3-1 0 15,-2 0 1-15,0-3 1 0,-4 3 2 0,-1-1 1 16,-2 4-2-16,-4-2 0 0,-2 4 2 16,-4 2-1-16,-5 2 2 0,-3 5 1 0,-6 3 0 15,-4 3 0-15,-6 3-2 0,-4 4 1 0,-4 3-4 16,-5 5 0-16,-2 1 1 0,-6 2 1 0,-1 3-2 16,-5-1 2-16,-1-1 0 0,-1 0 2 15,-2 0-4-15,0-3 1 0,0-1-1 0,0-1 0 16,1-6 0-16,5 0-1 0,0-5-1 15,4-3 0-15,4-3 1 0,6-7 3 0,3-4 1 16,7-5 1-16,6-7 4 0,6-4-1 0,7-5-2 16,4-8-3-16,9-7-1 0,4-3-3 15,5-7-1-15,3-7 2 0,6-6 1 0,5-4 1 16,7-8-3-16,1-3 4 0,6-6 0 0,-3-4 1 16,0-3 1-16,2-1 1 0,-1-3 1 15,2-3-2-15,3-2 0 0,-2 0-4 0,0-2-1 16,-2-2 4-16,-1-2 4 0,-2 0 1 0,1-3 0 15,-2-2 2-15,3-4 2 0,-2-2-8 0,-2-1-1 16,-1-5 0-16,-4 0 0 0,-1-2 3 16,-1-5-2-16,-4 0 1 0,0 0 0 0,-4-3-2 15,-4 1-1-15,-5 2-3 0,-5 1 1 0,-6 1-1 16,-3 0 0-16,-8 1 1 0,-2 2-1 16,-9 0-2-16,-4 4 4 0,-5 1 0 0,-5 4 1 15,-8 2 0-15,-2 0 0 0,-5 3 2 0,-6 1-1 16,-6 1-2-16,-3 3-1 0,-5 2 0 15,-4 0 0-15,-4 2 0 0,-5 1 2 0,-2 2 2 16,-3 0-2-16,-6 1 0 0,-1 1 0 0,-4 3 0 16,-5 1 5-16,-1 4 0 0,-6 1 3 15,0 4 0-15,-7 2 0 0,1 3 0 0,-1 0-6 16,-1 4-1-16,-1 0 0 0,3 2 1 0,-2 0 2 16,3 0-2-16,3 1 0 0,3-3 0 0,3-1-3 15,5-1-1-15,3-3-1 0,7-1-2 16,4-4 0-16,7-1-1 0,6-3 1 0,6 0-1 15,7-2 2-15,5-1 1 0,7-1 0 16,5 0 2-16,5-2 0 0,5-1-1 16,7 0-1-16,2-3-2 0,5 4 1 0,5-3-2 15,4 2 3-15,2-3 1 0,3 1 0 0,0 0 1 16,3-1 0-16,-1-1 1 0,3-1-4 0,0 0 2 16,-2 2-1-16,2 0-1 0,-2 0 0 0,-1 0 2 15,0 2 4-15,-2 1-1 0,-2 1 1 16,-3 1 0-16,-3 4 0 0,-6 3-1 0,-3 2-1 15,-4 0 0-15,-5 5 0 0,-4 3 0 16,-5 1-2-16,-6 5 0 0,-2 0 0 0,-4 4-1 16,-5 1-1-16,-2 1 0 0,-4 4 1 0,-2 0 2 15,-3 1 1-15,-3 2 1 0,-1-1 1 16,-4 2 1-16,-1 1 1 0,-3 0-1 0,-2 0 1 16,-1 1-3-16,-4-1 0 0,0 2 1 15,-2 0-1-15,-1-1-3 0,-2 2 1 0,0-1 0 16,-3 3-1-16,2 0-2 0,-2-1 1 0,3 2 0 15,-3 0-1-15,2 2-2 0,2-3 0 16,-1 3 2-16,0 0 0 0,2-1-1 0,0 0 2 16,0 3 0-16,2-4 1 0,-2 1 0 0,1 1-1 15,2-2 1-15,-2 0 1 0,1 0-1 16,-1-2 0-16,1 2 0 0,0 0 0 0,-2 4-1 16,0-3 1-16,-1 2 1 0,-2 1 0 0,0 1 0 15,-4 1 0-15,0 1-1 0,-1 1 1 0,0-1 0 16,-2 3-1-16,2-1-1 0,-1-1 0 15,-2 0 0-15,2 1-1 0,-1 0-2 0,0 0 2 16,-1-1 2-16,-1 0 0 0,-1 2 3 16,0-1 1-16,0 1 3 0,0 0-3 0,0 2 0 15,-3-2 0-15,3 1-1 0,-1 3-2 0,-2-1 1 16,3 0-1-16,-2 1-1 0,4 0-1 16,-1-1-1-16,3 3 1 0,2-3 0 0,2 0 0 15,3-1 0-15,3 2-1 0,2-3 2 16,2 3-2-16,4-3 2 0,0-1-2 0,5 2 2 15,0-2-1-15,2 3-1 0,1-1 2 0,1-1-2 16,1 3 2-16,1 1 0 0,-1 0 1 16,1 0 1-16,0 2-2 0,1 0 0 0,-3 0-1 15,0 2 2-15,-1-2-1 0,-2 2 1 0,-2-2-1 16,0 3 1-16,-2-2 1 0,-3 0-1 16,-2 3-1-16,1 0 1 0,-4 0 3 0,-3 0 0 15,1 0 0-15,-3 0-1 0,-3 0 1 0,-2 3 0 16,-1 0-2-16,0-1 0 0,-3 1 0 15,-2 3 1-15,0-2-4 0,0 0 1 0,-3 1-2 16,3-1 0-16,-2 1-1 0,2-1 0 0,-1-1 1 16,1 0-1-16,0 0 0 0,0 0 0 15,0 0 2-15,2 0 1 0,-2 0 2 0,1 0 2 16,1 0 1-16,-2 0-1 0,2-1-1 16,1 3 1-16,2-3 0 0,0 2-2 0,1 0 0 15,0-1 0-15,2 0 0 0,2 0 1 0,-1-2-2 16,1 1 0-16,3-1 0 0,-2-1 0 15,4 0-1-15,0 0 0 0,1 0 0 0,0-1-1 16,1 1 1-16,1-2-1 0,-1 1 0 16,2 1-1-16,-1-1-1 0,0 1 1 0,2-2 1 15,-3 2-1-15,3 0 0 0,1 0 2 0,0 0 4 16,-2 0 4-16,2 0 3 0,1 0 3 0,-3-2 2 16,4 2 1-16,-3-1-3 0,1 0 0 15,0-3-5-15,1 2-1 0,-1-1 2 0,0 1 2 16,1-1 0-16,0 0 2 0,2 1-1 0,-3 2 2 15,2-5-3-15,-2 4-2 0,3 0-3 16,-2-1-1-16,3 0-1 0,-1 2-5 0,-2 2-1 16,3-2-5-16,1 2-3 0,-1-1-1 15,2 0-1-15,0 1 4 0,3 1-2 0,0-1 4 16,0-2 2-16,2 3 0 0,3-1 0 16,0-1-1-16,-1-1-1 0,3 0-2 0,-1 0 0 0,2 0 6 15,0 0 3-15,3 1 0 0,-1-1-10 16,4 0-17-16,-1-1-61 0,2 1-71 0,2-3-116 15,0 0-182-15,4 1-298 0,1-1-333 16,2-1-260-16,-2 0-158 0,2 0 317 16,0 1 614-16</inkml:trace>
  <inkml:trace contextRef="#ctx0" brushRef="#br0" timeOffset="17354.4">9273 6334 230 0,'-2'5'443'0,"2"-1"158"15,-2 0 90-15,2-2-265 0,2-2-205 0,1 2-109 16,2-2-57-16,4-2-25 0,-1 2-11 16,2-2-8-16,5 2-6 0,0-3 1 0,4 3 0 15,0 0-6-15,6 0 1 0,2 3 3 0,3-3 24 16,3 4 9-16,5 0 0 0,3 1 0 16,0-1 12-16,4 1 1 0,4 1-15 0,1 0-35 15,7-2-9-15,0 3-9 0,5 1-15 16,6-2-5-16,0 2 14 0,3 0 33 0,3 2 11 15,1-1 19-15,2 1 11 0,4 0 7 0,2 1-44 16,0 1-20-16,5-2 16 0,1 3-2 16,-1-1-7-16,2 0-13 0,-3 1 10 0,2 2 19 15,-5-2-7-15,4 4-4 0,1 1-1 0,1 0 6 16,3 4 4-16,-1 0-17 0,1 1-24 16,-1 3-19-16,0 1-10 0,-1 3-38 0,-2 2-61 15,1 1-150-15,-2 5-209 0,2 0-94 0,-5 3-6 16,-2 1 127-16,-1 3 181 0</inkml:trace>
  <inkml:trace contextRef="#ctx0" brushRef="#br0" timeOffset="18946.45">7786 15377 18 0,'5'0'208'0,"0"0"99"0,0 0 87 0,2 0-93 15,1 0-127-15,0-3-78 0,2 2-42 0,2 1-21 16,1-2-8-16,1-1-1 0,-1 1 1 0,1 2 4 15,2-2 1-15,0 0 7 0,0 1 14 16,1 0 4-16,-1 1-4 0,3 0 2 0,-2 1 35 16,4 0 14-16,1 1-4 0,0 0 1 15,2 0 4-15,4 1 22 0,1-1-15 16,4 2-34-16,0-2-20 0,5 2-9 0,5-2 52 16,0 1 4-16,4 0-6 0,1 0 22 0,2-1 4 15,3 0 1-15,2-1-62 0,0 2-25 0,3-1-12 16,2-1-4-16,0 0 45 0,5 1 57 15,3-1 31-15,3-1 6 0,2 2 2 0,2-2-11 16,0 1-41-16,1-1-58 0,3 0-25 16,2 1-10-16,-2 1 36 0,5-1 49 0,1 1 28 15,2 0 10-15,2 1 0 0,-1 1-8 0,2 1-38 16,-3 0-52-16,2 4-20 0,-1-1-8 16,-4 1 0-16,3 3-4 0,0 0 1 0,-2 2 7 15,-1-3-8-15,-1 1 6 0,-3 2-4 0,1 0 2 16,-4 0 6-16,-1 2 0 0,-2-1 1 15,-1 0-7-15,-3 0 0 0,1-2 0 0,-3-1-2 16,-2 2-5-16,-2-3-6 0,-3 2-2 16,-4-3 2-16,-2-1-5 0,-1 0-5 0,-5-1-4 15,-3-4-16-15,-5-1-71 0,-3-1-127 0,-4-4-151 16,-6-1-293-16,-3-1-267 0,-3-2-224 16,-6-3 36-16,-2-3 358 0</inkml:trace>
  <inkml:trace contextRef="#ctx0" brushRef="#br0" timeOffset="20178.25">13845 7813 56 0,'-6'5'230'0,"0"1"96"0,-1 1 83 0,-1 3-154 0,1 2-106 15,-1 3-51-15,0 3-30 0,1 7-8 0,-2 2 5 16,1 6 3-16,0 1 16 0,0 5 5 0,0 5 17 15,0 2 45-15,0 3 26 0,2 7 14 16,-3 4 12-16,2 4 8 0,-1 5-11 16,-1 5-39-16,-2 6 27 0,1 3 7 15,-1 5-21-15,-1 2 38 0,0 3 26 0,0 3-1 0,-1 3-15 16,-4 4-16-16,3 5-17 0,-7 2-42 16,3 1-29-16,-2 1-17 0,-2 3-32 15,0 4-17-15,-4 2-5 0,3 1-10 0,-2 1 6 16,1-1 7-16,1-1 1 0,2 2-3 0,-1-1 3 15,1 0 1-15,2-5-16 0,0-2-11 0,3-2-8 16,0 0 3-16,2-1 0 0,0-2-14 0,1-1 3 16,0 0 3-16,-1-5-3 0,1 5-4 15,1-1-1-15,-1 0 2 0,-1 3-4 0,0 1-8 16,1 1 8-16,-1-1 0 0,1-1-2 0,-1 3 6 16,1-1 0-16,-1-1 0 0,0-4-6 0,0 0 2 15,1-4 1-15,-1-4 1 0,0-4-1 16,1 1 1-16,-3-5 0 0,3 0-7 0,-2-6-3 15,0 0-10-15,0-5 7 0,0-6-3 16,0-5-13-16,0-2-10 0,1-5-16 0,0-4-9 16,0-9-24-16,1-4-46 0,0-10-94 0,1-8-122 15,-1-8-165-15,-1-10-282 0,1-8-250 0,-2-10-124 16,-1-11 193-16,-2-11 384 0</inkml:trace>
  <inkml:trace contextRef="#ctx0" brushRef="#br0" timeOffset="20946.83">13632 7930 140 0,'1'-1'339'0,"2"-4"154"0,2-1 147 0,0-3-132 15,2-1-54-15,0-4 1 0,3 1 21 0,-1-4 2 16,5 0-27-16,2-3-57 0,1-1-89 0,1-2-75 16,3 2-71-16,-1 0-43 0,1 3-38 15,-1 1-24-15,-1 1-16 0,0 6-10 0,0-1-5 16,-3 5-7-16,0 2-11 0,-2 4-5 15,-2 1 1-15,1 4 0 0,-3 2 9 16,-1 5 0-16,-4 1 3 0,0 4 0 0,-4 2 0 16,-1 3 0-16,-3 1-6 0,-2 5-5 0,-3 3 2 15,-2 4-17-15,-2 2-69 0,-5 4-148 16,-2-1-266-16,-2 4-275 0,-2 3-279 0,-2 0-232 16,-1 2 88-16,-2 2 510 0</inkml:trace>
  <inkml:trace contextRef="#ctx0" brushRef="#br0" timeOffset="21830.45">12398 14269 121 0,'-1'-13'405'0,"-4"1"234"0,4 1 176 16,-2 0-88-16,1 3-170 0,2 0-84 16,0 1-68-16,0 2-57 0,0 2-29 0,2 1-41 15,1 3-49-15,0 3-35 0,4 4 7 0,3 2 18 16,-2 6 1-16,5 4-11 0,-2 4-18 16,2 3-29-16,1 1-42 0,0 4-41 0,2 0-32 15,-2-1-13-15,3 2-13 0,-1 1-3 16,3-3-5-16,0-2-3 0,-3 1-4 0,3-5-4 15,-2-2-2-15,1-3-1 0,-2-5-2 0,1-1 2 16,0-8-1-16,-1-6-1 0,0-6 2 16,0-6-3-16,1-8 0 0,-1-6-9 0,1-8-48 15,1-4-56-15,2-6-83 0,-1-7-147 16,0-4-236-16,3-7-314 0,2-4-259 16,-2-5-199-16,2-4 73 0,0-3 512 0</inkml:trace>
  <inkml:trace contextRef="#ctx0" brushRef="#br0" timeOffset="23475.56">13738 11433 21 0,'3'6'326'0,"-1"-3"216"0,-1-3 170 16,-1 0 76-16,3-3-198 0,-1-5-93 0,5-1-54 15,0-5-24-15,1-5-23 0,4-3-57 16,1-4-82-16,2-3-71 0,2-3-46 0,2-4-15 15,0-2 6-15,1 0 14 0,2 0 9 16,-2 1 16-16,-2 0-7 0,-2 7-24 0,0 3-24 16,-5 3-23-16,2 5-13 0,-7 4-23 15,0 2-8-15,-1 3-9 0,-2 4-6 0,-3 3-12 16,2 1-8-16,-4 6-6 0,1 3-4 0,-1 3-2 16,-1 6-1-16,1 2 2 0,-1 2 0 15,0 6-1-15,3 0-1 0,-2 2 0 0,2 3 0 16,0 1 0-16,0 2 1 0,0 3 1 15,0 0-2-15,-1 1 0 0,-1 0 0 0,2 0 2 16,0-2 0-16,-1-1-2 0,1-4 3 0,1-1 0 16,-1-3-2-16,3-2-1 0,-1-3-3 15,1-4 0-15,0-2-1 0,2-4-15 0,-2-2-39 16,2-1-56-16,1-7-53 0,-1 0-70 16,3-5-122-16,-1-4-143 0,2-4-152 0,0 0-235 15,1-4-221-15,1-1-108 0,-2-2 203 0,3-5 396 16</inkml:trace>
  <inkml:trace contextRef="#ctx0" brushRef="#br0" timeOffset="23826.65">14298 11176 115 0,'4'9'342'0,"1"6"171"0,-1 2 162 16,0 3-81-16,-1 3-107 0,2 3-34 15,0 0-3-15,1 2-9 0,1 0-47 0,-2 1-69 0,3-3-83 16,0-2-70-16,2-2-55 0,1-4-50 15,-2-4-15-15,5-3-4 0,-1-6 2 0,3-5 0 16,-2-5-4-16,2-2-4 0,0-7-11 16,-1-2-9-16,0-3-11 0,2-6-3 0,-4 0 7 15,3-5 17-15,-7 2 14 0,1-1 31 16,-4 0 21-16,-1-1 5 0,-5 2-5 0,-6-1-15 16,-2 2-15-16,-4 0-27 0,-2 3-20 15,0 2-4-15,-5 3-4 0,1 4-2 0,-2 7-2 16,-2 2-2-16,0 6 1 0,-2 4-3 0,-1 5-2 15,1 5 0-15,3 4-3 0,-1 3 1 16,4 4-1-16,1 2-7 0,4 5-1 0,1 0-4 16,4 4 5-16,2 0-3 0,2 3-4 0,4 0 5 15,0-3-35-15,4 0-28 0,5-1-47 16,1-7-98-16,3 0-131 0,6-7-171 0,1-3-252 16,4-6-247-16,-2-1-179 0,5-5 114 0,-2-5 370 15</inkml:trace>
  <inkml:trace contextRef="#ctx0" brushRef="#br0" timeOffset="24234.91">14868 11222 17 0,'0'-10'430'0,"-3"7"388"0,-5 3 268 0,0 5 35 16,0 3-334-16,-3 4-267 0,-1 7-172 15,0 1-110-15,0 4-69 0,1 2-55 0,1 1-38 16,1 1-24-16,4 0-16 0,0-3-9 15,5 2-10-15,0-4-7 0,4-3-5 0,2-3-4 16,3-2-2-16,2-4 0 0,1-4-3 0,3-4 0 16,1-4 3-16,3-4 1 0,1-2 2 15,-2-8-4-15,3 3 7 0,-3-6 0 0,0-2 6 16,1 0-1-16,-3-5-2 0,-1 0 6 0,-2 0-1 16,0-3 0-16,-5 0-5 0,-2 0 12 15,-4-1 11-15,-4 0 1 0,-3-1 3 16,-4 2 22-16,-4-2 20 0,0 5 14 0,-4 0 8 15,0 5 2-15,-4 1 0 0,-1 7-20 0,1 3-15 16,-2 8-22-16,-1 5-19 0,1 7-6 16,0 3-7-16,-1 8-5 0,2 3-5 0,2 3-4 15,6 6-1-15,-2 0-6 0,6 5 0 0,2 0 0 16,3 2 5-16,4 0 2 0,-1 1-1 16,5-3-36-16,1 2-53 0,2-4-60 0,5-4-127 15,3-5-169-15,2-2-316 0,5-5-263 16,1-5-215-16,3-4-72 0,-1-5 361 0,5-5 491 15</inkml:trace>
  <inkml:trace contextRef="#ctx0" brushRef="#br0" timeOffset="24597.39">15339 11172 108 0,'-8'6'530'0,"0"3"363"0,-4 2 208 16,2 6-52-16,2 1-352 0,-1 3-231 0,3 1-145 16,1 3-96-16,0 2-67 0,3 0-54 15,2 0-38-15,0-1-23 0,4-3-15 0,2-1-8 16,2-3-11-16,4-4-4 0,1-5-4 0,5-4-3 16,-2-4-5-16,2-6-2 0,2-3 0 15,0-6 2-15,0-2 0 0,0-5 3 0,0-3 8 16,0-2 6-16,-2-4-2 0,-1 0 1 15,-2-3 11-15,-3 0 6 0,-4 3-2 0,-5-1 3 16,-3 2 5-16,-3 1 0 0,-6 1-13 16,-4 0-6-16,-3 7-1 0,-4 1-3 0,-2 4-3 15,-5 6-5-15,1 5 0 0,-5 8-4 0,-3 6-5 16,-2 3-10-16,2 8-14 0,-1 1-22 16,1 5-69-16,4 0-127 0,5 2-163 0,6-2-288 15,3 3-260-15,5-2-224 0,5 0 33 0,1 1 378 16</inkml:trace>
  <inkml:trace contextRef="#ctx0" brushRef="#br0" timeOffset="25456.91">15812 11526 97 0,'5'0'354'0,"-5"2"214"0,0-2 203 0,0 0-50 15,1 0-91-15,-1 0-67 0,0 0-67 0,2-2-66 16,-1 0-77-16,-1-2-67 0,2-2-51 16,1 0-19-16,0-4 18 0,2 1 2 0,0-4-3 15,0-1-15-15,2-2-38 0,2-2-40 16,-1-1-45-16,-2-1-29 0,3-1-19 0,-1 0-8 15,2 0-4-15,1 1-4 16,-3 0-4-16,0 3-4 0,-2 1-1 0,2 4-5 0,-4 2 0 16,0 0 0-16,-1 4-3 0,-2 3 0 0,1 3-1 15,-2 5-3-15,0 2-3 0,0 6-4 16,-2 4 0-16,-1 2-2 0,0 5 1 0,1 2 0 16,-1 1 1-16,-3-1 1 0,5 2 0 0,-1-1-1 15,0-2-1-15,2-3 1 0,0-2-1 16,2-1-1-16,1-3 0 0,3-5-1 15,1-2 2-15,1-6-1 0,1-3 1 0,5-6 1 16,1-7-2-16,3-4 3 0,1-5-2 0,2-3 2 16,1-5-3-16,-1 1 2 0,-2-2 0 15,0 1-2-15,-3 2 1 0,-2 2 0 0,-3 3 2 16,0 4 4-16,-5 3 7 0,-1 1 6 0,-2 6 2 16,0 1 1-16,-3 4-1 0,0 0-4 0,0 4-7 15,-3 4-5-15,0 2-4 0,-2 2-1 16,0 5-1-16,-1 0-1 0,2 4 1 15,-3 1-2-15,4 1 0 0,-2 2-1 0,3 3 2 0,-1-1-1 16,0 3 1-16,0-1 0 0,2 2 0 16,-1-2 0-16,4 1-3 0,-1-2 0 0,4-1-2 15,-1-6-8-15,3-1-16 0,3-2-36 16,-1-5-73-16,0-2-88 0,3-5-160 0,0-2-271 16,-1-5-319-16,0-1-333 0,0-4-191 0,0-1 106 15,-3-3 619-15</inkml:trace>
  <inkml:trace contextRef="#ctx0" brushRef="#br0" timeOffset="26198.76">16429 11564 123 0,'6'4'637'0,"-3"-1"426"15,0-3 143-15,1-2-127 0,-3-1-308 16,1-3-200-16,1-1-136 0,2-2-80 0,1-2-58 16,-2-4-42-16,5-2-62 0,-1-1-61 0,2-3-40 15,0-2-23-15,0-1-6 0,4-2-7 0,-2-1-3 16,0 0-7-16,2 0-4 0,-1 1-3 15,-3 3-5-15,1-2-3 0,-1 5-5 0,-1 2-2 16,-1 4-3-16,-3 2-4 0,0 1-3 16,-2 3-4-16,0 4-4 0,-1 3-2 0,1 1-1 15,-2 3 0-15,-1 5-2 0,-1 3 1 0,-2 2-1 16,3 3 0-16,-2 4 0 0,-1 0-1 16,2 3 0-16,-1 1 0 0,0 4 0 0,-1-3 0 15,2 0 0-15,1 0 1 0,-2 0 0 0,2-3 0 16,2-3 1-16,1-2 0 0,2-3-1 15,1-4 0-15,1-3 0 0,3-3-1 0,1-4 1 16,3-7 0-16,-1 0-1 0,4-5 2 0,-1-3-1 16,2-2 1-16,-1 0 1 0,2-3 0 15,0 1-1-15,-1-3 1 0,2 3-1 0,0 1-1 16,-4 2-1-16,2 1 0 0,-6 6 0 0,-2 1-1 16,-1 4 1-16,-1 4 0 0,-3 4 0 15,2 5 0-15,-6 5 0 0,-1 2 0 16,0 4 0-16,0 1 1 0,-1 2 0 0,1-1 0 15,0 0 0-15,-2 0 1 0,2 1 0 0,2-1 0 16,-2 0 0-16,1-3-2 0,5-2 1 16,-1-4-2-16,1-2 1 0,4-7-1 0,1-2 0 15,2-5 0-15,-1-7 0 0,4-1-1 0,-2-6 0 16,4-4 0-16,0 0 0 0,-2-4 2 0,2 0 0 16,-2 0 1-16,-1 0 1 0,-2 3 0 15,1 0 0-15,-4 4-1 0,-2 2 2 0,-2 3-2 16,-1 7-1-16,-1-1 1 0,-1 5-1 15,-1 4 0-15,-2 5-1 0,-2 3 1 0,-1 5 1 16,-1 2-1-16,1 4 0 0,0 3-1 0,-4-1 1 16,4 1-1-16,-2 2-2 0,3-1-1 0,-1 1-13 15,2-2-22-15,-1-3-65 0,-1-2-78 16,0-3-153-16,2-1-268 0,1-5-321 0,0-4-378 16,1-3-270-16,1-6 0 0,-1-3 666 15</inkml:trace>
  <inkml:trace contextRef="#ctx0" brushRef="#br0" timeOffset="27549.78">15490 9337 160 0,'-9'-3'479'0,"-3"1"305"0,3 1 209 0,0 1-99 16,2-1-276-16,2 1-149 0,4 0-98 16,1-2-79-16,1 2-65 0,4 0-42 0,6 0-11 15,3 0-10-15,3 3 16 0,4 0-9 0,1 0 12 16,5 0-6-16,1 1-26 0,2 1-11 16,-1 1-40-16,1 2-20 0,-2-1-30 0,-1 2-21 15,-4 2-11-15,-3 0-8 0,-1 1 10 16,-5 4 6-16,-1-1 2 0,-9 3 1 0,-2 1 1 15,-2 1 0-15,-5 1-11 0,-5 0-7 16,-2 1-5-16,-5 0 0 0,-1 3-2 0,-4-1-1 16,-1 2 0-16,-1-3 0 0,-2 3-1 15,1-2 2-15,2-1-1 0,1 0 0 0,2-3 0 16,2-1-1-16,3-2 0 0,4-3-2 0,2 2-1 16,2-7 0-16,4 2-1 0,3 1-1 0,2-5 1 15,3 0 2-15,3-1 0 0,2-1-2 16,3-4 2-16,3 0-1 0,3-2-1 0,1-2-1 15,3-1 1-15,2-2 1 0,4-3-1 16,-1 0-1-16,0-2-6 0,2-1-38 0,2-2-70 16,-4 1-66-16,1 0-126 0,-1-4-180 15,-2 2-317-15,-2-3-292 0,-1 0-206 0,2-1-103 16,-3-1 374-16,-2-4 532 0</inkml:trace>
  <inkml:trace contextRef="#ctx0" brushRef="#br0" timeOffset="27741.48">16225 9381 30 0,'3'-3'510'0,"-1"6"454"0,-2 3 249 16,-4 4-45-16,3 4-339 0,-3 1-249 0,3 8-170 16,-2 0-84-16,0 4-63 0,0 0-32 15,0 2-38-15,-1 3-61 0,1-1-35 0,-2 0-33 16,2 1-19-16,0-1-21 0,1 1-13 16,1-2-4-16,-1 0-5 0,-1-2 0 0,3-1-25 15,3-2-68-15,-1 0-66 0,1-4-143 16,0 0-226-16,0 0-317 0,0-2-322 0,2 1-211 15,0-1-24-15,0-2 511 0</inkml:trace>
  <inkml:trace contextRef="#ctx0" brushRef="#br0" timeOffset="28017.07">16445 9949 19 0,'8'-28'527'15,"1"-2"477"-15,-3-6 231 0,1-3-71 0,-1-2-282 0,2-4-277 16,1 0-163-16,2-2-97 0,-1 2-55 15,1 1-36-15,-2 2-60 0,1 6-58 0,-2 4-43 16,-2 5-24-16,0 6-19 0,-2 5-15 16,1 4-8-16,-2 6-10 0,3 3-6 0,-2 6-5 15,1 4-2-15,0 5 0 0,2 6-1 0,-1 3-1 16,3 5 0-16,-1 4 0 0,0 3 0 16,1 1 0-16,-1 2-1 0,0 3 1 0,0-1-2 15,2 2 0-15,-4-1-4 0,2 0-5 16,-2-3-33-16,4-3-81 0,-2-3-89 0,-4-3-160 15,1-3-261-15,0-5-336 0,-2-2-335 16,-3-4-169-16,0-5 129 0,0-2 601 0</inkml:trace>
  <inkml:trace contextRef="#ctx0" brushRef="#br0" timeOffset="28204.75">16503 9669 357 0,'-10'-7'801'0,"1"2"310"0,1-1 22 15,0 6-302-15,3-2-321 0,1 2-189 0,2 0-124 16,4 2-72-16,5-2-38 0,0 0-25 16,3 3-7-16,4-2-16 0,2-1-15 0,2 0-7 15,3 0-6-15,5-1-2 0,-1-2-2 0,3 3-9 16,1-2-58-16,1-1-133 0,-2 1-163 0,0 0-290 16,1 0-271-16,-1 0-248 0,-2 2-13 15,2-1 375-15</inkml:trace>
  <inkml:trace contextRef="#ctx0" brushRef="#br0" timeOffset="28685.18">17126 9443 443 0,'0'-8'937'0,"-5"3"284"0,2 4-25 0,-2 2-288 16,-1 6-275-16,1 1-194 0,-1 5-108 0,1 3-68 16,0 4-46-16,1 4-43 0,-4 4-53 15,3 0-40-15,-1 6-28 0,-1 1-14 0,1 1-13 16,-2 2-11-16,4-1-5 0,0-1-2 15,1-1-2-15,0-5-2 0,1-2-1 0,2-4-1 16,0-5-4-16,2-3-1 16,0-4-2-16,-2-4 3 0,1-1 1 0,1-6 0 0,1-1 3 15,0-4-1-15,2-5 0 0,1-2 0 0,0-4-2 16,1-3 0-16,-1-1-2 0,3-6 1 16,-1 0 0-16,0-5-3 0,4-3 4 0,-2-1 1 15,3-4-2-15,1-3 1 0,-1-3 1 16,4 0-2-16,-1-1 1 0,1 2-1 0,0 4 0 15,-4 3 1-15,2 2-2 0,-1 5 1 0,-3 3 1 16,0 6 0-16,-1 5-1 0,-1 1 2 16,-1 3 1-16,0 5 1 0,-2 3-1 0,1 3 4 15,-3 3-2-15,1 2 0 0,-1 4-2 16,-3 3 3-16,-1 3-3 0,0 1-1 0,0 2 1 16,-1 3 1-16,-3 4 1 0,1 1-2 0,-2 3 1 15,-1 1 3-15,-2 1-1 0,2-2 0 16,-1 0-1-16,-1 1-1 0,2-1 0 0,-2-2-2 15,4-2 0-15,-1-3-3 0,3-3 3 0,1-2-1 16,1-2-2-16,1-3-2 0,2-3-1 16,2-3-34-16,3-2-63 0,1-2-62 0,-1-2-135 15,4-3-209-15,-2-2-316 0,3-1-292 0,1-1-216 16,-3-1-63-16,2-2 462 0,3 1 545 16</inkml:trace>
  <inkml:trace contextRef="#ctx0" brushRef="#br0" timeOffset="29422.48">17611 9674 216 0,'5'-23'474'0,"-3"-2"256"15,-1 2 222-15,3 0-135 0,-3 0-159 16,-1 4-108-16,0 0-85 0,2 1-61 0,-1 4-45 16,-1 1-32-16,0 4-44 0,0 0-31 0,-1 3-33 15,-1 1-40-15,1 3-54 0,-3 0-56 16,1 5-27-16,0 3-15 0,-4 4-9 0,0 4-2 16,1 2 0-16,-2 6 0 0,1 3 2 0,-2 1-3 15,1 6 1-15,1 1-2 0,-1 1-4 16,-1 1-3-16,5 0-3 0,-1-4 0 0,1 0-2 15,4-3-1-15,0-4 1 0,4-3-1 16,1-6 0-16,4-2 1 0,0-5-2 0,3-5 0 16,3-8 0-16,1-5 1 0,6-5 1 0,0-8-3 15,-1-2 3-15,4-4-1 0,-3-5-1 16,0-1 0-16,-2-2 0 0,-5-1 1 0,0 1-3 16,-5-1 1-16,0 4 1 0,-4 2-1 0,1 4 0 15,-4 5 1-15,3 4 0 0,-3 4 0 16,-1 5 0-16,-1 4 0 0,-1 8 0 0,0 4-1 15,2 6 1-15,0 5 0 0,-1 5-1 0,2 5 2 16,2-2-2-16,2 4 1 0,0 3 1 16,1 1-1-16,0 0 1 0,0-1-1 0,1 0 0 15,1-2 0-15,0-4 1 0,4-4-2 16,-1-3 1-16,0-5 0 0,2-7 1 0,0-2 0 16,2-6 1-16,0-5 1 0,-1-5-2 15,-1-4 2-15,1-2-1 0,-2-5 1 0,-2 0-2 16,0-4 1-16,-2-1 0 0,-4 0-1 0,1-3-1 15,-3 0-2-15,2 0 1 0,1-3-3 16,-3 2-3-16,1 1-28 0,0 1-66 0,3 2-64 16,-5 2-101-16,2 1-156 0,0 3-211 0,1 1-286 15,2 4-222-15,3 2-176 0,0 4 108 0,1 1 447 16</inkml:trace>
  <inkml:trace contextRef="#ctx0" brushRef="#br0" timeOffset="29710.59">18506 9766 247 0,'0'46'590'0,"-1"-7"242"0,2-3 85 15,4-5-222-15,3-7-292 0,3-4-192 0,3-7-100 16,3-7-6-16,1-6 35 0,1-5 55 16,1-5 39-16,0-7 21 0,-2-2 54 0,0-4 46 15,-1-2 8-15,-2-2-29 0,-3-2-33 0,-2-3-33 16,-4 1-49-16,-3-3-66 0,-1-1-53 15,-2-2-33-15,-3 1-20 0,0 0-16 0,-6 2-11 16,1 3-7-16,-2 5-4 0,-3 6-5 16,-4 4-3-16,-3 5 0 0,-2 7-3 0,-3 6-2 0,-2 7-2 15,2 6-4-15,-5 6-22 16,0 5-70-16,0 4-70 0,-2 0-137 0,3 7-218 16,-1 4-316-16,2 1-347 0,-2 5-232 0,0 2-75 15,-5 2 500-15,0 1 593 0</inkml:trace>
  <inkml:trace contextRef="#ctx0" brushRef="#br1" timeOffset="41136.68">9167 6582 122 0,'0'0'325'0,"-2"0"146"15,2 0 132-15,-2-2-128 0,2 2-82 0,0-1 14 16,-2 0 41-16,0-1 35 0,2 0-4 16,0 0-39-16,-2 2-73 0,-1-3-73 0,0 3-64 15,1-2-38-15,1 1-15 0,-1-1 9 16,-1-1 4-16,1 1-8 0,-1-1-12 0,0 0-24 16,1 0-31-16,-2 0-32 0,1 0-25 15,-2 0-13-15,2 0-10 0,-2 0-2 0,2 0-2 16,-1 0-6-16,-3 0-3 0,2 0-3 0,0 0-4 15,-1 0-3-15,-2 0-3 0,-1 0 0 16,-1 1-3-16,2-2 0 0,-4 3 0 0,0-2-3 16,1 1-2-16,-3 0 2 0,1-1-1 0,-2 1-1 15,0 1-1-15,0-1 4 0,0-1-1 16,0 3 1-16,0-2 2 0,0-1 1 16,0 1 0-16,1 1 0 0,0 0 0 0,-2-3-7 15,2 3-7-15,-2 0-2 0,3-3-2 0,-1 3 0 16,0 0-2-16,1-1 8 0,-1-1 4 15,1 2 1-15,-1-1 1 0,1-1 0 0,1 2 2 16,-1-1 0-16,0 1-1 0,1-1 1 0,-1-1 0 16,2 2 1-16,-3-1-2 0,3 1-1 15,-2-1 0-15,1-1-1 0,-1 2 0 0,0 0 0 16,0-1 0-16,-2 0 1 0,2 1 0 0,-1 0 0 16,0-1-1-16,-2 0 0 0,3 0 0 15,-2 2 2-15,0-3-1 0,2 1 1 0,-4-1 0 16,4 0 0-16,-4 1-1 0,3 2 1 15,-2-5 0-15,-1 4-1 0,2-2 0 0,1 1 0 16,-3 0 7-16,1-2 1 0,0 3 2 0,1-2 0 16,0 0-1-16,0 2 0 0,0-2-6 0,-2 0-3 15,3 1-1-15,-4-1 1 0,2 2 1 16,-1-1-1-16,1 1-5 0,-3 1-3 0,3 0-4 16,-3 1 0-16,-1 1-2 0,2-1 0 15,0 2 7-15,0 2 2 0,-3-2 3 0,3 1 1 16,0 0 1-16,1 0 0 0,1 2 1 15,-3-4-2-15,3 3-1 0,0-3-1 0,0 2 2 16,1-1-1-16,-1 1 1 0,-1-4 0 0,-1 2 2 16,1 0 0-16,-2 0-2 0,0-2 1 0,-2 1-1 15,-1-1-1-15,1 1-1 0,1 1 2 16,-2-2-2-16,-2 3 1 0,3-2-1 0,-2 2 0 16,-1 2 0-16,2-1-1 0,1 1 1 15,-1-1 0-15,0 2 2 0,3-2-1 0,-1 2 0 16,2-1 7-16,-2 1-3 0,1-1-3 0,1 0-1 15,1 2 1-15,-1-1 0 0,1 0-7 0,-2 1 4 16,3 1 2-16,-4-1 1 0,2 4 0 0,-2-1 1 16,-2 2-1-16,1 2 0 0,-1 2 1 15,0 2 0-15,-2 0-3 0,2 2 0 0,-2-1-1 16,2 4 0-16,-1-1-1 0,0 2 2 16,0 1 7-16,-3 1-2 0,3 0 1 0,-1 1-2 15,0-1 1-15,0 0-3 0,1 1-4 0,-1 1 1 16,3-2 1-16,1-1 1 0,0 1-2 15,2-2 1-15,-1 0 2 0,3 1 0 0,-1-2 0 16,1 3 1-16,0-4 1 0,0 3-1 0,1-2-1 16,0 2-3-16,0 0 7 0,0 2 4 15,1-2 0-15,0 4 2 0,0-1 0 0,1 1 1 16,-1 2-7-16,4 0-6 0,-1 0 0 0,0-2-1 16,2 2 3-16,1-2 1 0,0 3 2 15,0-2 2-15,0 2-7 0,3-2-4 0,-1 1 0 16,1 0-3-16,-1-1-1 0,1 3-1 15,0 0 7-15,2-1 2 0,0 1 1 0,-2 2 0 16,4-2-1-16,-1 3 8 0,2-3 2 0,0 2 3 16,0 1-1-16,2-2-1 0,-1 2 0 15,2-3-8-15,1 1-1 0,-1 0 0 0,2-1-1 16,1 1 2-16,0 0 3 0,0-2 2 0,-1 5-2 16,0-1-1-16,2-2 0 0,0 2-3 15,-1-1 0-15,-1 2-2 0,3-3 1 0,-1 0 0 16,2 0 1-16,-1-3 0 0,0 0 0 0,4-1 2 15,-2-2-3-15,1-2 0 0,3 0-1 16,-1 0 2-16,3-4 0 0,-2 2 0 0,3-4 0 16,-1 2 1-16,1-2 0 0,-2-1 2 0,4-1-1 15,-2 1 2-15,1-2 1 0,0-1 1 16,-2 2-2-16,3 0 0 0,-1-4-8 0,-1 1-4 16,2-2-3-16,0 2-2 0,0-3 1 15,0 0-2-15,0 1 8 0,1-3 3 0,1-1 2 16,1 0 1-16,0-2 1 0,2 2 8 0,0-3 3 15,1 0 1-15,0 0 0 0,2-1 1 0,-2 1 0 16,1-2-9-16,-1 1-4 0,0-2-1 16,-1 1-2-16,1 1 2 0,-1-1-2 0,-2 1 2 15,2-1 2-15,-2-1 0 0,0 1 2 16,0 1-1-16,2 0 0 0,-2-3 0 0,1 3 1 16,0-5 1-16,1 2-1 0,1-2-5 0,-1 0-5 15,3 0 0-15,1 0-2 0,-1 0-2 16,3-2 0-16,-1 2 11 0,1-5 7 0,-2 3 3 15,2 0 1-15,-2-1 1 0,2 0 1 16,-1 0-7-16,-1 2-4 0,0-3-2 0,0 3-2 16,-1 0 0-16,1-1-3 0,1 1 2 0,-2-2 0 15,-1 1 0-15,1 1 1 0,-3-1 1 16,3-1 0-16,-2 3 0 0,-1-2 2 0,1 1 0 16,-4 1 0-16,-1 0 0 0,2 0 0 0,-4 0 0 15,1 1 0-15,-5 1-1 0,2 0 0 16,-2 1 0-16,-1 0 0 0,-2 0 1 0,1 1-1 15,-4-1-1-15,2 3 2 0,-2-2-1 0,-1 2 0 16,0-1-1-16,1 3 1 0,-2-2 1 16,0 1-2-16,1 1 0 0,-2 1 0 0,-1 0 1 15,1-2 0-15,2 2-2 0,0 0 3 16,-2 0-1-16,1 0 0 0,-1 1-1 0,2-3 0 16,-1 2 1-16,0 0-1 0,0-2 0 0,1 0 0 15,2 4 0-15,-1-3 0 0,0-1-2 16,0 3 2-16,3-3 0 0,-3 0 0 0,3 2-1 15,0-1 1-15,0-1 0 0,-1 0-1 0,2 0 1 16,-1 2 1-16,-1-1-1 0,2-1-1 16,-2-1 0-16,1 0 1 0,0 0-1 0,0 0-1 15,-3 0 1-15,3-2 1 0,-1 2 0 0,-1-2 0 16,0 1 0-16,-1 0 0 0,1-1 0 16,0 0-1-16,-1 3-1 0,-2-2 2 0,2-3 0 15,1 3 0-15,-1-1 0 0,0-1 1 16,0 3 1-16,0-1-1 0,2-1 0 0,-1 0-1 15,2 2 0-15,0-1-1 0,0 1 0 16,3-4 0-16,-1 4 0 0,1-1 0 0,-1-1 2 16,0 0 1-16,1 1 0 0,0-2-1 0,0 1 1 15,-1 1 0-15,3-2 0 0,-2 1-2 0,0-2 0 16,1 1 1-16,-1-1 0 0,-2 2-1 16,1-3 2-16,0 0 0 0,-2 1 0 0,3-2-1 15,-3 0 1-15,-1 0 1 0,0-3-2 0,2 2 2 16,-3-3 0-16,5 0 0 0,-4 1 1 15,2-3-1-15,-2 1 1 0,0 1-2 0,-1 1 1 16,0-1-2-16,-1 0 1 0,-1 0-2 16,-1 2-1-16,3-2 0 0,-1 1-1 0,1 2 1 15,1-2 0-15,-2 3 0 0,0-2 2 0,2 2 0 16,-1 0 2-16,2 0-1 0,-1 0-2 0,2 2 1 16,-2-2-1-16,2 3 0 0,-2-2-1 15,0 1 1-15,-1 1 0 0,0-1 1 16,-1-2 0-16,-1 2 0 0,-1 0 0 0,2 1-1 15,-2 0 0-15,-1-1-1 0,0 0-1 16,0 1 1-16,1 0 1 0,-2 0 0 0,1 0 0 16,-2 2 0-16,2-2 1 0,-3 0 0 0,1-1-1 15,0 2 0-15,-1-2 1 0,2 0 0 0,-2 1-1 16,-1-3-1-16,-1 1 0 0,0-1-1 16,2 2 1-16,-2-4-1 0,2 2 0 0,-1-2 0 15,-1-2 0-15,2 0-4 0,1 0-10 0,-3-4-25 16,2 2-70-16,-1-3-70 0,-1-1-121 15,0-1-186-15,0-2-306 0,-1-3-328 0,1 2-222 16,-2-3-116-16,1-2 360 0,-1 0 583 16</inkml:trace>
  <inkml:trace contextRef="#ctx0" brushRef="#br1" timeOffset="42095.01">9524 9505 200 0,'0'0'501'16,"-3"0"296"-16,3 0 222 0,-2 0-151 0,2 0-197 15,-1 0-144-15,-1 0-105 0,2 0-96 0,0 2-86 16,0-2-67-16,0 3-26 0,0-1-11 16,0 0-6-16,2 2-16 0,-1-2-15 0,1 2-18 15,-2-2-23-15,3 0-19 0,0 1-18 0,-1-1-2 16,2 0 0-16,-2 1 0 0,1-1-4 15,0-1-6-15,-1 1 2 0,0-1-4 16,-1 1-1-16,2-2-1 0,-3 0 4 0,2 0 1 0,-2 0 22 16,0 0 19-16,0 0 9 0,0-2 3 15,-2 2 0-15,1-1-4 0,-2-1-22 0,-1-1-18 16,1 0-11-16,-2 0-31 0,-1 0-64 16,-2 0-69-16,0-1-143 0,0 1-228 0,-4 0-312 15,1-1-312-15,-2-1-225 0,-1-3-30 0,-3 1 515 16</inkml:trace>
  <inkml:trace contextRef="#ctx0" brushRef="#br1" timeOffset="42560.49">9058 9139 265 0,'-2'8'541'0,"-1"-2"199"0,1 1 90 15,1 1-206-15,-1 0-212 0,2 0-130 0,2 0-67 16,-2-1-34-16,1-1-26 0,1 1-53 0,-1-1-45 16,3-4-20-16,-3 3 27 0,3-2 47 15,-1-2 44-15,0 1 30 0,1-2 14 0,-2-2 14 16,1-1-18-16,0 1-3 0,1-2 8 16,-1 0 12-16,0 0-2 0,-1-3-9 0,-1 1-16 15,-1 1-36-15,-1-1-40 0,-1 0-32 16,0 0-23-16,-1 1-16 0,-2 0-13 0,2 1-7 15,-2 0-9-15,-2 2-6 0,0-1-4 0,1 3-4 16,-1 0-2-16,1 3-5 0,-3-2-22 0,2 2-60 16,1 2-60-16,-2-1-107 0,0 1-166 15,0-1-304-15,0-1-305 0,2 0-236 0,-2 1-143 16,0-1 278-16,-1-2 564 0</inkml:trace>
  <inkml:trace contextRef="#ctx0" brushRef="#br1" timeOffset="43108.75">8333 8833 207 0,'-4'2'472'0,"2"-2"272"0,-1 0 203 16,3 2-165-16,-1-2-171 0,1 1-120 16,0-1-99-16,1 0-104 0,-1 1-87 0,2-1-79 15,-1 2-57-15,1-2-32 0,1 3-13 0,0-2-15 16,0 3-1-16,2-3-2 0,-2 2-1 15,2 0 0-15,-2-2 4 0,0 0 4 0,3 1-3 16,-4 1 1-16,1-3 1 0,-1 2 0 16,-1-2 20-16,-1 0 16 0,0 0 9 0,0 0 8 15,0 0 6-15,0-2 4 0,-1-1-22 16,-1 0-13-16,2-1-10 0,-3 0-10 0,1-4-8 16,-2 2-11-16,-1-3-14 0,2 2-41 0,-3 0-108 15,-1-2-152-15,-2 2-210 0,1-1-284 16,0 1-263-16,0 2-134 0,-1-1 219 0,-1 2 436 15</inkml:trace>
  <inkml:trace contextRef="#ctx0" brushRef="#br1" timeOffset="43659.83">7889 8421 253 0,'0'7'518'0,"0"2"201"0,0-4 85 0,-1 0-246 15,1-1-253-15,0-1-144 0,1-2-75 0,-1 1-42 16,0 1-20-16,2-3-7 0,0 2-6 0,-1-1-3 15,-1-1 65-15,2 0 55 0,-1 1 50 16,-1-1 49-16,0 0 40 0,3 0 31 0,-3 0-32 16,0 0-33-16,0-1-33 0,-3 1-25 0,3-1-3 15,0 1 9-15,-1 0 7 16,1-2-6-16,-2 2-16 0,2-3-20 0,-1 1-35 0,-1-2-40 16,0 2-34-16,-1-3-20 0,0 3-5 15,1-3-8-15,-1 2 0 0,1-1-4 0,-1 0-1 16,2 2-1-16,-1 0-4 0,-1 1-3 0,0-1-6 15,2 1-36-15,-1 1-47 0,0-2-47 16,-1 2-109-16,-2 0-151 0,2 0-262 0,-2 0-261 16,-1 0-232-16,0 0-149 0,-1-1 240 15,1-1 479-15</inkml:trace>
  <inkml:trace contextRef="#ctx0" brushRef="#br1" timeOffset="44260.7">7247 8125 79 0,'-1'0'301'0,"-1"0"156"0,1 0 135 0,-3 1-125 0,3-1-155 16,-2 0-107-16,-1 2-67 0,3 0-44 15,-2 0-39-15,1 0-19 0,0 0-14 16,-2 3-7-16,4-3-5 0,-2 2-3 0,2-2-3 15,-1 0 0-15,1 2-4 0,0-2 0 0,0-1 0 16,0 1-4-16,0-1 0 0,1-1 2 16,-1 2 4-16,2-2 52 0,-2 0 67 15,0-2 94-15,2 1 89 0,-2 1 57 0,2-3 30 0,-2 1-36 16,2-2-45-16,-2 0-69 0,-2 0-68 16,2-1-54-16,-2 3-41 0,0-3-20 0,0 0-23 15,-1 3-14-15,0-3-11 0,1 2-7 0,-1-2-5 16,2 2-11-16,-3 1-54 0,3-1-126 15,-3 0-143-15,3 2-275 0,-1-3-266 0,-2 2-241 16,2-2-32-16,2 0 329 0,-3-5 402 0</inkml:trace>
  <inkml:trace contextRef="#ctx0" brushRef="#br1" timeOffset="44933.79">7691 7555 173 0,'-3'-2'415'0,"0"0"241"15,0 0 220-15,0 0-140 0,0 2-137 0,1-3-90 16,-1 3-77-16,1-1-85 0,1 1-85 0,1 0-82 16,-2 0-57-16,2 0-41 0,0 0-30 15,0 0-19-15,0 0-16 0,0 0-10 0,0 1-2 16,0-1-3-16,0 0 0 0,0 0-1 15,2 0 1-15,-2 0 0 0,0 0 1 16,3 0-1-16,-3 3 14 0,3-3 6 0,-1 2 2 16,0 0 3-16,1 2-9 0,1-1-81 15,-1 3-156-15,2 0-190 0,-2 2-289 0,0-1-269 0,2 4-227 16,0-1 86-16,3 2 415 0</inkml:trace>
  <inkml:trace contextRef="#ctx0" brushRef="#br1" timeOffset="45277.39">8128 7971 249 0,'3'-3'549'0,"-1"1"318"16,-1 2 213-16,-1-3-227 0,2 1-182 0,-2 1-131 0,-2-1-117 15,2 1-89-15,0 1-64 16,-1-1-56-16,1 1-37 0,-2-2-31 0,2 1-25 16,-3-1-31-16,3 1-34 0,-2 0-24 0,2-1-14 15,-3 0-10-15,3 1-5 0,0 0-6 0,-2 1-2 16,2 0-6-16,0 0-4 0,0 0-22 15,2 0-41-15,0 2-44 0,-1 2-105 16,3-2-154-16,0 1-182 0,1 1-283 0,3 3-250 16,0-1-176-16,1 1 164 0,1 1 444 0</inkml:trace>
  <inkml:trace contextRef="#ctx0" brushRef="#br1" timeOffset="45721.5">8604 8301 296 0,'0'3'629'0,"-2"-3"297"0,1 1 156 0,1-1-234 0,0 0-241 16,0 0-161-16,0 0-114 0,0 0-91 0,0 0-82 15,0 0-63-15,1 0-45 0,1 0-21 16,-2 0-11-16,0 0-10 0,0 0-4 0,0 0-1 16,0 0 1-16,0 0-4 0,0 0-1 15,2 0-1-15,-1 0-1 0,2 0-3 0,0 0 3 16,-1 2 0-16,1-2-15 0,0 3-65 16,0 0-115-16,1 0-148 0,-1 1-284 0,-1 1-279 15,1 2-237-15,-2 1-17 0,4-1 328 16,-4 3 410-16</inkml:trace>
  <inkml:trace contextRef="#ctx0" brushRef="#br1" timeOffset="46049.01">8928 8580 7 0,'-2'-2'366'0,"1"2"316"0,-1-2 269 16,0 2 115-16,1 0-302 0,1 0-242 16,0 0-146-16,0 0-102 0,0 0-81 0,0 0-75 15,0 0-52-15,1 0-33 0,1 0-16 0,-2 0-10 16,2 0-7-16,-1 0 0 0,3 0-2 15,0 2 1-15,1-2 1 0,0 0 3 16,1 2-2-16,0-1-26 0,1 0-76 0,-1 1-115 16,-1 1-139-16,1 1-261 0,0-1-271 0,1 4-187 15,-1 2 43-15,-1-1 302 0,4 2 349 16</inkml:trace>
  <inkml:trace contextRef="#ctx0" brushRef="#br1" timeOffset="46437.66">9543 8913 42 0,'6'1'428'0,"-1"3"313"15,-2-4 197-15,-1 1 25 0,1 0-298 0,0-1-234 16,0 0-145-16,-1 0-84 0,-1 0-41 0,1 0-51 15,-2 0-50-15,2 0-29 0,-1 0-13 16,2 0-8-16,-1-1-5 0,0 1-5 0,-1-1-1 16,2 1-2-16,-1 0-2 0,4 0-28 15,-4 0-82-15,1 0-122 0,-2 0-169 0,1 0-284 16,1 1-232-16,0 0-121 0,-3 1 153 0,2 0 338 16</inkml:trace>
  <inkml:trace contextRef="#ctx0" brushRef="#br1" timeOffset="46750.23">9983 8655 112 0,'-2'4'602'0,"-3"-1"368"0,4 1 161 0,-3-3-46 0,4 0-405 16,-3 0-286-16,3-1-145 0,-1 2-71 15,1-2-58-15,0 0-47 0,0 0-32 0,0-2-19 16,0 2-9-16,0-1-7 0,1-1-5 16,-1-2-2-16,0-1-2 0,0 1-2 0,0-2-2 15,0 0-8-15,0-2-29 0,-3 0-71 0,0-1-99 16,-2 0-114-16,2-2-146 0,-2 1-285 15,-1-1-221-15,0 1-60 0,-4-2 165 0,2 0 308 16</inkml:trace>
  <inkml:trace contextRef="#ctx0" brushRef="#br1" timeOffset="46980.36">9553 8211 80 0,'-13'0'561'0,"-3"2"370"0,2-4 151 0,-2 2-62 0,3-2-340 16,-1-1-307-16,3 0-146 0,0 0-73 15,-1-1-38-15,2-1-23 0,0-1-47 0,-2-1-45 16,1-1-92-16,-2 1-122 0,0-5-133 16,-1 3-216-16,0-5-277 0,-1 2-205 0,0-4 25 15,-3 1 272-15,1-2 328 0</inkml:trace>
  <inkml:trace contextRef="#ctx0" brushRef="#br1" timeOffset="47181.47">8925 7783 61 0,'-7'-4'376'0,"-2"-1"219"0,1 0 153 0,0 3 25 16,2-4-299-16,-2 4-179 0,0-1-97 15,3-1-52-15,0 1-28 0,1 0-47 0,-1-2-39 16,2 0-21-16,-2 1-13 0,4-2-20 16,-3 0-62-16,3-1-73 0,-2-2-93 0,-1-1-203 15,1 2-214-15,-3-1-102 0,0-2 74 0,1 1 192 16,-3-2 213-16</inkml:trace>
  <inkml:trace contextRef="#ctx0" brushRef="#br1" timeOffset="47362.73">8498 7531 157 0,'-10'-3'354'0,"-2"-1"140"0,2-3 96 16,-1 1-222-16,2 1-174 0,2-4-94 0,1 0-49 15,0 0-51-15,-2-3-53 0,2-2-92 16,-1 2-230-16,1-1-110 0,-3-1-13 0,-1-1 84 15,0 2 132-15</inkml:trace>
  <inkml:trace contextRef="#ctx0" brushRef="#br1" timeOffset="47542.33">8025 7131 170 0,'-11'-3'354'0,"0"1"136"0,3 0 93 16,-1-2-245-16,2 1-171 0,3 0-114 0,0-1-108 16,1-2-190-16,3-1-177 0,2 2-60 0,-1-3 34 15,4-1 111-15</inkml:trace>
  <inkml:trace contextRef="#ctx0" brushRef="#br1" timeOffset="47887.33">8629 6655 112 0,'4'5'395'0,"-3"-1"196"0,-1-1 126 0,-1 0-98 0,-1-1-285 16,2 1-167-16,0-2-84 0,0 2-45 0,0 2-22 16,2-3-12-16,1 3-4 0,1 1 0 15,1 0 0-15,1 0 0 0,2 1-11 0,3-1-40 16,0 2-61-16,2-2-84 0,1 2-191 0,1-2-179 15,0 3-58-15,1-2 77 0,0 0 158 16</inkml:trace>
  <inkml:trace contextRef="#ctx0" brushRef="#br1" timeOffset="48059.01">9091 7003 107 0,'15'16'236'0,"0"0"85"0,-1-2 10 0,-3 0-117 0,2 0-70 16,-2-3-39-16,-2 2-26 0,1-1-12 0,1-1-32 15,-2-1-13-15,1-2-12 0,-1 2-5 16,2-3-1-16,-2 1 0 0,3-1-2 0,-3-1 0 16,1-1 0-16,4 1 2 0,-3 0 2 15,3 0 2-15,-1 0-26 0,0 1-172 0,1-1-143 16,-1 1-50-16,1 2 23 0,-3 0 70 0</inkml:trace>
  <inkml:trace contextRef="#ctx0" brushRef="#br1" timeOffset="48257.7">9676 7607 261 0,'3'17'462'0,"0"-3"159"0,-1-2 82 16,2-1-293-16,-2-1-196 0,-1-1-102 0,4-3-52 16,-1 0-34-16,2-1-15 0,0-1-11 0,3-1 0 15,1-2-2-15,3 1 2 0,-1-1 2 16,3-1-25-16,2 0-53 0,-2 0-123 0,2 2-243 15,-1-1-134-15,-1 1-35 0,-2 3 92 16,3-3 173-16</inkml:trace>
  <inkml:trace contextRef="#ctx0" brushRef="#br1" timeOffset="48406.04">10093 7911 120 0,'8'17'308'15,"0"-2"126"-15,1-2 95 0,-4 0-199 0,2-1-153 16,-1-1-83-16,2-2-45 0,3 1-21 0,-2-1-14 15,1-1-8-15,1-3-1 0,-2 2-3 16,1-3-7-16,-1-1-21 0,1 1-145 0,-2-2-196 16,0 1-80-16,3 0-1 0,-3-1 76 15,1-2 118-15</inkml:trace>
  <inkml:trace contextRef="#ctx0" brushRef="#br1" timeOffset="50253.78">6831 6402 102 0,'-1'7'288'16,"-2"-2"133"-16,-1 3 136 0,-3-2-121 0,2 0-46 0,0-1 30 16,-1 1 40-16,1-1 55 0,-1-1 3 15,3-1-48-15,0-1-66 0,-1-1-72 0,3-1-18 16,-1 0-31-16,2-1-35 0,0-5-35 0,3-5-29 16,1-7-16-16,2-4-48 0,3-10-44 15,4-7-27-15,4-7-9 0,2-11-6 0,5-6-13 16,3-10-3-16,3-3-4 0,2-8 6 0,2-6-7 15,3-5 2-15,-1-6 0 0,3-2-5 16,-1-1-5-16,-1-3-8 0,1 4 2 0,-5 1 2 16,0 4-6-16,-3 8 1 0,-4 11 3 0,-4 7 1 15,-4 9 1-15,-3 10-8 0,-1 9 4 16,-6 4 2-16,0 7 0 0,-3 6 1 0,0 5 1 16,-1 2 2-16,-2 4 0 0,-1 3-1 0,2 0-2 15,-3 3-2-15,2 1-6 0,-2 2-22 16,3 3-63-16,-1 1-75 0,-1 2-145 0,4 4-237 15,0 1-303-15,1 2-332 0,0 3-225 16,-1 3 14-16,0 3 542 0</inkml:trace>
  <inkml:trace contextRef="#ctx0" brushRef="#br1" timeOffset="51117.14">11037 8061 304 0,'5'0'575'0,"-4"-2"213"0,2-4 163 15,1-1-172-15,1-4-171 0,1-4-114 0,4-4-48 16,2-2-7-16,1-5-44 0,4-6-73 16,1-4-54-16,4-6-40 0,4-5-37 0,3-7-48 15,3-7-43-15,4-3-24 0,2-7-17 0,6-4-14 16,-1-4-12-16,4-6-5 0,1-4-2 15,2-5-8-15,4-3-3 0,-2-8-5 16,4-1-3-16,-1-8-5 0,0-3-1 0,0-2-1 16,-5-1-2-16,0 2 0 0,-7 0 1 0,-1 7 1 15,-5 4-4-15,-7 10-1 0,-5 10 0 0,-9 10 2 16,-3 10 1-16,-4 8 1 0,-4 10 0 0,-5 5-1 16,-2 10-6-16,-3 6-13 0,-5 3-34 15,0 8-62-15,-4 1-60 0,-4 7-119 0,0 1-177 16,-2 1-301-16,-3 3-287 0,1-1-224 0,-1 2-126 15,-2-1 341-15,-2 1 553 0</inkml:trace>
  <inkml:trace contextRef="#ctx0" brushRef="#br1" timeOffset="51654.1">8822 4442 212 0,'11'-4'400'0,"-1"1"142"16,-1 2 86-16,2-1-265 0,-3 2-167 0,3 2-88 16,0 0-40-16,-1 2 35 0,-1 2 22 0,5-1 2 15,-1 1 2-15,4 2 4 0,1 3 147 16,2 1 20-16,6 0-3 0,2 1-7 0,5 3 48 15,7 0 18-15,4 2-111 0,2 0-59 0,8-1-31 16,2 3-21-16,8 0-20 0,4 1-15 16,5-1-3-16,6 4-3 0,4-2 0 15,3 1-2-15,7 2-32 0,2-1-21 0,4 1-23 16,0 1-6-16,2 1-4 0,0-1 3 0,0-1 4 16,-1-1-3-16,-2 2 8 0,-3-3-7 15,-5 1-5-15,-3-1-8 0,-7-2-7 0,-10 0 7 16,-4-2-6-16,-9-3 2 0,-6 1 2 15,-10-3-4-15,-5-1-37 0,-7-2-43 0,-6-3-79 16,-5 0-155-16,-6-4-259 0,-5 0-294 0,-4-3-245 16,-4-2-183-16,-8-3 154 0,-3-3 518 15</inkml:trace>
  <inkml:trace contextRef="#ctx0" brushRef="#br1" timeOffset="51947.37">11066 4759 182 0,'15'2'362'0,"-2"5"174"0,6-1 197 0,0 5-124 15,3-1-50-15,3 5-22 0,1 1-2 0,2 1-45 16,0 3-89-16,1-1-94 0,-2 2-74 0,3 0-43 16,-3 3-34-16,0-3-30 0,-2 2-24 15,0-4-24-15,1 2-11 0,-4-1-23 0,0 0-17 16,-2-3-12-16,-3 1 0 0,-2-2 0 15,-4 0-4-15,-3-1-2 0,-2-1-1 16,-6 3-2-16,-4-1-2 0,-2 0-4 0,-6-1 3 16,-5 1-4-16,-2 1 3 0,-5-1 0 0,-4 0-8 15,-4-2-15-15,-4 0-40 0,-7-3-94 0,-3-1-183 16,-6-3-294-16,-6-4-277 0,-4-3-283 16,-3-4-171-16,-3-6 262 0,-3-4 577 0</inkml:trace>
  <inkml:trace contextRef="#ctx0" brushRef="#br1" timeOffset="52623.36">9541 4239 137 0,'-3'0'338'16,"0"0"166"-16,-5 0 153 0,0 0-124 0,-1 0-86 15,-7 1-38-15,2 1-18 0,-7 1-39 0,-2 0-38 16,-6 3-48-16,-4 4-42 0,-5 1-42 16,-3 5-13-16,-5 0-16 0,-2 5-24 0,1-3-27 15,-1 3-7-15,3 1-10 0,4 0-21 16,3-1-13-16,0-1-5 0,8 0-6 0,3-3-17 15,3 0-13-15,2-1-6 0,3 1 0 16,5-2-1-16,-2 1-1 0,7-1 0 0,-1 1 3 16,2-2 1-16,2 1-4 0,3 2 0 0,1-3 2 15,4 2-1-15,3 0-3 0,2 0 0 16,4-2-1-16,5 1-1 0,3 0-4 0,6-3 5 16,2 1 0-16,5-5 1 0,6-1 1 0,6-2 1 15,2-3-2-15,8-4-3 0,1 1-22 16,-1-4-135-16,3-1-172 0,-2-1-287 0,0 0-265 15,-1-4-263-15,-5 3-116 0,2-3 379 0,-4 3 469 16</inkml:trace>
  <inkml:trace contextRef="#ctx0" brushRef="#br1" timeOffset="53652.23">10216 3721 124 0,'-12'-1'313'0,"2"-2"131"0,4 0 95 16,1 2-171-16,4-3-132 0,2-1-54 0,2 2-26 15,5-2-9-15,1 1-7 0,4-1-3 16,0 0-3-16,6-1-13 0,-1 1-10 0,2 0-4 0,5-1-6 16,-1 1 20-16,2 2 4 0,-1-1-1 15,0 2-4-15,0 1-6 0,-3 1 0 16,-4 3-43-16,1 3-21 0,-5 1-11 0,0 3 14 15,-4 4 33-15,-4 3 21 0,-3 2 9 0,-1 2 4 16,-2 1-1-16,-3 2-19 0,-2 1-34 16,0-1-24-16,0 0-34 0,-1 1-20 0,0-2-13 15,1-3-7-15,2 0-4 0,1-3-3 0,1-2 17 16,-1-4 12-16,4 0 4 0,-1-1 22 16,4-3 14-16,0-3 4 0,3 0 4 0,1-3 2 15,4-2 0-15,3-1-18 0,0-1-9 16,2-2-5-16,4 1 1 0,-1 1-5 0,3-1-1 15,-2 0-2-15,0 2-15 0,-3-1-11 16,0 3-5-16,-4 0-1 0,-3 3-3 0,-4-1 0 16,-5 4 18-16,-1 2 9 0,-4-1 6 0,-6 5 5 15,0-2 17-15,-6 4 11 0,-5 2 3 16,0 0 0-16,-5-1 5 0,-2 3-21 0,-3-2-25 16,1 2-15-16,-4-1-6 0,2-2-5 0,0 0 0 15,4-5 13-15,-1 0 9 0,4-4 10 16,3-2 0-16,3-1 0 0,0-6-5 0,6-4-5 15,3-3-27-15,2-5-81 0,4-5-119 0,2-5-143 16,2-2-281-16,4-1-224 0,2-3-121 16,3 3 140-16,2-2 316 0</inkml:trace>
  <inkml:trace contextRef="#ctx0" brushRef="#br1" timeOffset="53960.89">10931 3823 125 0,'19'23'305'0,"-1"5"151"0,-3 1 158 0,0 2-104 16,-1 2-53-16,-1 2-29 0,-1-1-27 0,1-3-46 16,1-2-65-16,0-4-92 0,4-4-33 15,1-2-2-15,1-7 28 0,4-6 15 0,-2-3 1 16,3-6-3-16,-1-5-44 0,-2-2-42 16,-1-5-47-16,-2-3-33 0,-2-3-13 0,-3 0-6 15,-3-3 1-15,-4 1-3 16,-4-1-1-16,-4 0 0 0,-6 3-4 0,-3-3-3 0,-7 4-2 15,-2-2 1-15,-3 4-1 0,-2 0 0 0,-1 4-2 16,-2 4-1-16,3 3-5 0,-3 4-3 16,2 3-1-16,2 3 1 0,-1 2 1 0,5 6-2 15,0 0 4-15,4 4 1 0,0 1-1 16,5 4-12-16,1-1-59 0,3 1-108 0,3-1-135 16,3-1-156-16,4 0-299 0,7 1-265 0,0-4-113 15,6 1 184-15,3-4 368 0</inkml:trace>
  <inkml:trace contextRef="#ctx0" brushRef="#br1" timeOffset="54361.76">11739 3979 74 0,'5'-4'281'0,"-5"0"131"15,0 3 118-15,-3 2-109 0,0 3-111 0,-4 3-54 16,1 2-19-16,-3 7 0 0,2 1 6 0,-1 4 18 15,3 1 9-15,-1 6-10 0,2 0-24 16,2 2-25-16,0 1-10 0,4-2-40 0,1 0-46 16,3-4-30-16,2-1-17 0,5-4-12 15,4-2-23-15,2-6-9 0,4-3 17 0,3-6 26 16,4-6 11-16,0-4 11 0,2-4 0 16,0-6-2-16,-1-2-23 0,-2-4-16 0,-2-1-3 15,-2-2-4-15,-6-1 2 0,-2 2 9 16,-4-2 10-16,-4 3-8 0,-6-1-8 0,-6 1-3 15,-4-1-6-15,-5 2-11 0,-6 1-14 16,-5-1-4-16,-2 0-7 0,-7 2-2 0,-1 3-3 16,-2 2 0-16,-4 5 4 0,3 7-1 0,-2 4 0 15,1 4 1-15,2 7 0 0,2 4 0 16,5 2-1-16,-1 6 0 0,7 1 0 0,2 4-1 16,5 1 1-16,4 2-2 0,4 1-11 0,5 0-17 15,4-2-80-15,5-2-151 0,1-1-178 16,5-1-293-16,4-2-267 0,4-2-233 0,3-1 78 15,2-1 438-15</inkml:trace>
  <inkml:trace contextRef="#ctx0" brushRef="#br1" timeOffset="55153.03">12308 4420 162 0,'2'5'381'0,"-2"-2"165"0,1-2 141 0,-1 1-155 16,2-4-106-16,1 1-50 0,2-4-14 0,2-4 8 15,0 0-13-15,4-4-29 0,1-2-44 16,1-3-41-16,2-2-41 0,0-1-40 0,-2-1-36 15,1 1-31-15,-1 0-23 0,-2 1-18 16,0 3-4-16,-3 3-4 0,-1 2 3 0,-3 3-3 16,0 3-4-16,-3 3-6 0,2 1-10 15,-6 5-7-15,0 3-12 0,0 3-7 0,-4 5 2 16,1 0-5-16,0 3 0 0,-2 3-1 0,0-1 0 16,3 0 3-16,0 0-1 0,2-1 2 15,2-2-4-15,-1 0 5 0,2-4-1 0,2 1 0 16,1-4 2-16,0-5 0 0,5 0 5 15,0-6-1-15,4-4 1 0,3-3-1 0,2-6 2 16,-1 0-1-16,4-3-3 0,-1-2-2 0,-3-2 3 16,1 4 0-16,-2-1-6 0,0 0 0 15,-3 5 4-15,-3-1 0 0,1 5-4 0,-6 2-1 16,0 3 4-16,-3 3-2 0,-1 2 1 0,-3 3-1 16,-2 4 0-16,0 3 0 0,-2 0-1 15,-1 3-1-15,1 3 0 0,-1-1-3 0,1 0 5 16,0 1-3-16,3 0-2 0,0 1-7 0,1-2-18 15,1 0-35-15,2-2-132 0,0-2-171 16,2-3-290-16,1 1-275 0,2-5-255 0,0 1-108 16,3-4 383-16,4-1 481 0</inkml:trace>
  <inkml:trace contextRef="#ctx0" brushRef="#br1" timeOffset="55720.64">12893 4345 158 0,'3'5'388'0,"-3"-4"186"0,2 1 161 0,0-1-123 16,-1 1-65-16,1-4-32 0,-1 1-25 0,4-2-26 16,0-2-60-16,4-1-82 0,-1-1-91 15,2-2-69-15,1-3-39 0,2-1-22 0,-2-1-2 16,1-2 1-16,-1 2 0 0,-1 2-2 15,1-2-12-15,-3 3-18 0,-2 4-19 0,-3 3-17 16,1-1-7-16,0 4-10 0,-2 4-6 16,-2 1 1-16,-2 5-2 0,-2 3 2 0,0 2-3 15,1 3-2-15,0 0 1 0,-2 3-4 0,2 1 0 16,0 0-5-16,1-2 0 0,2 1 3 16,2-4-3-16,-1 1 0 0,4-4-2 0,0-1 6 15,0-1-1-15,1-5-1 0,3-1 6 0,3-3-2 16,0-4 2-16,1-3 0 0,1-3 5 15,3-4-2-15,1-2-1 0,-1-1-2 0,2-4 1 16,-1 1-4-16,-1 0-2 0,-1 0 1 16,0 2-1-16,-4 0 3 0,-1 4-3 0,-3 2-1 15,-1 4 3-15,-2 0-1 0,-1 5-2 0,-1 2 0 16,-1 3 1-16,-4 3 0 0,2 3 0 0,-3 1-1 16,0 4 0-16,2 0-1 0,-3 0 0 15,3 0 2-15,-1 0-3 0,4-2 0 0,-1-1 2 16,3-1 5-16,0-2 1 0,5-2 0 15,1-4 2-15,1-1-1 0,3-2 0 0,2-5-2 16,3-1-1-16,0-1 1 0,0 0-5 0,0-3 2 16,-1 3-1-16,0 0 3 0,-2 4-3 15,-2-2-1-15,-2 5-1 0,-2 0-3 0,-2 5-1 16,-3 1-10-16,-1 4-26 0,-3 2-41 16,-2 2-41-16,-3 2-125 0,-1 1-182 0,1-1-292 15,0 2-266-15,0-2-236 0,1-1-105 0,3 1 382 16,4-1 513-16</inkml:trace>
  <inkml:trace contextRef="#ctx0" brushRef="#br1" timeOffset="57367.05">14005 3276 61 0,'5'-5'266'0,"-2"-1"138"16,-2 0 141-16,1 1-58 0,1 2-59 0,-3 0-5 15,2 1 21-15,-2 2-13 0,0 0-65 0,0 0-79 16,0 5-85-16,-2-2-78 0,-1 6-70 15,1 1-43-15,2 5-1 0,0 1 0 16,0 6 41-16,0 1 46 0,2 3 29 0,1 2 31 16,0 3 14-16,-1-1-3 0,-2 4-29 15,2-1-38-15,-2 0-24 0,-2-1-26 0,2-2-20 16,-2-2-7-16,1-1-10 0,1-5-8 0,-2-2-5 16,2-4-5-16,0-3 3 0,2-2 0 0,-1-3 2 15,1-3 3-15,1-4 2 0,3-5 1 16,2-3 2-16,0-3-2 0,3-7 0 15,3-1 0-15,-1-5-15 0,5 0-7 0,-1-3-7 16,0-2-2-16,0 2-3 0,3-1-3 0,0 0 14 16,1 0 7-16,-2 1 4 0,1-2 4 15,1 6 1-15,-4-2 1 0,2 4-3 0,-6 2 1 16,-1 3 5-16,-2 3 12 0,-4 2 11 16,-4 0 5-16,0 4 4 0,-4 4-3 0,-4 0-1 15,-3 2-13-15,-1 2-10 0,-3 5-5 0,-3 4-1 16,0 1 2-16,-1 4 12 0,-2 2 6 15,-2 4 2-15,1 5 0 0,2-1-4 0,0 6-3 16,1 1-14-16,0 1-8 0,3 2-1 0,0 1-1 16,6-5 3-16,1 0 2 0,6-4 0 15,1-2 2-15,5-7-1 0,1-2 1 0,5-2-2 16,3-6 3-16,2-5 0 0,5-1-2 0,-1-6 1 16,4-1-2-16,0-2-8 0,1-3-10 0,-1-4-25 15,-5 2-56-15,1-1-122 0,-4-1-130 16,-2 2-164-16,-4-3-290 0,2 2-247 0,-4-1-100 15,0 1 220-15,2-2 369 0</inkml:trace>
  <inkml:trace contextRef="#ctx0" brushRef="#br1" timeOffset="57915.58">14653 3294 29 0,'2'8'243'0,"-4"4"141"15,0 2 149-15,1 4 9 0,-1 3-92 16,-1 3-20-16,3 0 42 0,-3 4 28 0,0 2 13 16,2 4-58-16,-1 0-64 0,-1 2-75 0,1 0-82 15,-1 0-74-15,1 0-65 0,1-3-37 16,-1-3-24-16,2-2-15 0,2-5-11 0,1-2-1 16,0-3-4-16,0-5 1 0,1-3-2 15,-3-1 10-15,2-5 11 0,0-2 7 0,2-4 1 16,-2-2 0-16,0-2 3 0,0-5-11 15,2-1-7-15,0-3-5 0,-2-1-3 0,3-2-3 16,-1-3-1-16,2-5 2 0,-1 1-2 0,0-6-1 16,3-1-1-16,0-4 3 0,-1-1-4 15,2-3-2-15,2 1-6 0,-3 2 1 0,4 3-1 16,-2 3 0-16,-2 5-2 0,2 4 2 0,-3 5 2 16,2 0 4-16,-1 6 1 0,-1 1 0 15,2 2 0-15,-1 2 1 0,0 4 3 0,1 0 0 16,-2 2-5-16,1 2 3 0,-2-1-1 15,-1 3 0-15,-3 1 1 0,-1 2-1 0,-2 1 4 16,-2 2-2-16,-2-1 3 0,-5 7-5 0,0-1-3 16,-3 1 2-16,-1 5-4 0,-3 1 2 15,-3 2 1-15,3 2 4 0,-3 1 4 0,2 1-6 16,0 2 3-16,2-3-1 0,1 2-5 0,3-4-4 16,4 0 1-16,0-3 2 0,5-1 2 15,2-3-3-15,5-2 4 0,-1-2 3 0,6-4-3 16,0-1-2-16,4-2-5 0,0-5 6 15,5 2 0-15,0-7 0 0,2 2-2 0,1-4-2 16,1 3-17-16,-2-3-38 0,1-1-108 0,0 2-147 16,-3 0-230-16,0 0-287 0,2 2-256 15,-2 1-168-15,0 2 214 0,-2 1 449 0</inkml:trace>
  <inkml:trace contextRef="#ctx0" brushRef="#br1" timeOffset="58148.27">15151 3851 108 0,'-3'8'366'0,"0"0"183"0,0-2 161 0,-1 0-38 16,0-1-122-16,4-3-62 0,0 0-33 0,4-2-24 16,0-3-40-16,0-3-77 0,3-3-79 0,2-4-64 15,2-2-49-15,2-2-35 0,4-3-23 16,-1-3-16-16,1-2-15 0,1-3-11 0,3-5-6 16,-3 1-3-16,0 0-6 0,-1-4-5 15,-1 3-3-15,-2-3 1 0,-3 4 0 16,-3 0 1-16,-3 4-4 0,0 0-4 0,-4 3-18 0,-4 4-79 15,-3 2-126-15,0 0-137 0,-4 5-187 16,0 0-295-16,-2 5-248 0,-1 3-27 0,-4 2 269 16,2 1 363-16</inkml:trace>
  <inkml:trace contextRef="#ctx0" brushRef="#br1" timeOffset="58577">15150 3284 106 0,'0'-2'383'0,"-4"0"217"0,4 1 152 0,-3 2-69 15,3 1-146-15,0 2-69 0,0 2-53 0,0 4-48 16,0 4-37-16,0-1-45 0,3 4-61 15,-3 3-67-15,5-1-51 0,-2 3-30 0,2-2-16 16,2 1-29-16,0 0-16 0,3-2 10 16,-1-2-1-16,2-1 4 0,0-2 1 0,2-1-2 15,1 0 0-15,-2-3-27 0,0-2-92 16,-2-1-144-16,-1-2-169 0,0-1-289 0,-2-3-274 16,-1 1-235-16,1-4 80 0,-1 1 403 0</inkml:trace>
  <inkml:trace contextRef="#ctx0" brushRef="#br1" timeOffset="58961.47">15752 3394 49 0,'6'-7'391'0,"-6"-3"294"16,0 3 265-16,-3 1 65 0,-3-1-258 0,-2 2-183 15,-2 1-143-15,-5 1-96 0,0 2-86 16,-3 3-83-16,0 1-63 0,-3 3-30 0,3 2-19 16,0 0-13-16,1 3-7 0,2 1-9 0,1-4-7 15,6 1-6-15,0 1-2 0,4-1-8 16,2 0-4-16,4 2-4 0,-1-2 4 0,6 1-4 16,1 0-1-16,1 1 2 0,5 1 3 15,-1 2 2-15,1-1-4 0,1 4 2 0,0-2 3 16,0 1-1-16,-3 2-5 0,-1 0 0 0,0 1 1 15,-2 1-3-15,0-1 0 0,-6 1-2 16,-2 2 5-16,-1-3-4 0,-3 1 3 0,-2-1 4 16,0-4 1-16,-4 2 2 0,1-3 2 0,-1 0 7 15,-2-1-5-15,-2 0-3 0,3-5-9 16,-2 1-18-16,-1-1-62 0,2-4-122 0,-3-1-140 16,4-3-209-16,-2-3-284 0,6-1-248 15,1-2-85-15,2-3 262 0,3-1 391 0</inkml:trace>
  <inkml:trace contextRef="#ctx0" brushRef="#br1" timeOffset="59184.18">15928 3427 227 0,'14'-3'465'0,"-8"5"213"16,0 1 191-16,-1 6-103 0,-2 1-147 15,-1 4-86-15,-4 3-60 0,-1 5-69 0,-3 2-84 16,-1 2-110-16,-2 2-71 0,1 0-47 0,0 3-32 15,-1-2-20-15,1 0-21 0,0-1-5 0,3-2-8 16,0-3-6-16,4 0-2 0,-1-3-2 16,2-2-11-16,0-1-43 0,0-4-98 15,0-4-138-15,0-3-180 0,0-3-294 0,0-3-263 16,-2-2-164-16,-1-4 147 0,-1-1 408 0</inkml:trace>
  <inkml:trace contextRef="#ctx0" brushRef="#br1" timeOffset="59378.51">15766 3459 287 0,'3'-21'542'0,"-3"1"189"0,5 5 71 0,-1 0-282 0,3 3-213 15,1 2-160-15,3 3-64 0,3 0-36 16,-1 3-20-16,4 1-14 0,-2 3-4 0,2 3-7 16,-1 1-2-16,0 4 0 0,0 1-36 15,-1 3-64-15,-2 1-77 0,3 4-149 0,-4 1-236 16,0-1-136-16,-2 5 14 0,0-1 149 15,-2 3 200-15</inkml:trace>
  <inkml:trace contextRef="#ctx0" brushRef="#br1" timeOffset="59657.52">16084 3846 229 0,'0'11'460'0,"0"-1"195"0,0-3 117 0,0-3-226 16,3-3-157-16,-1-4-78 0,4-3-32 15,0-3-1-15,2-1 6 0,2-6 0 0,2-5-10 16,1-1-24-16,3-4-39 0,0-4-46 15,1-3-43-15,1 0-34 0,1-3-23 0,-2 2-17 16,0 1-7-16,0 3-1 0,-4 3 1 0,1 5-6 16,-6 5-1-16,0 2-7 0,-1 5-5 15,-2 5-5-15,-1 3-7 0,-1 5 1 0,-3 5 2 16,2 2 7-16,-2 6 8 0,-2 0 6 16,2 5-1-16,0 1 0 0,-1 2-3 0,-1 3-9 15,-1 1-11-15,3 3-3 0,-3 0-1 0,1 0-4 16,1 1 2-16,-1 0-1 0,2 0 2 0,0-3-7 15,0 0-8-15,2-2-29 0,-1-2-49 16,-1-2-103-16,-1-4-146 0,-1-4-205 0,-1-1-292 16,1-6-250-16,-1-2-156 0,-2-2 194 15,1-5 427-15</inkml:trace>
  <inkml:trace contextRef="#ctx0" brushRef="#br1" timeOffset="59834.01">16182 3782 270 0,'-3'-3'518'0,"2"1"186"0,1 1 82 16,0-2-266-16,0 3-242 0,3 0-131 0,3 0-71 16,0 0-32-16,5 3-22 0,-1-3-11 15,6 0-8-15,-4 1-4 0,6-1-5 0,-4 0-6 16,3 0-37-16,0-1-67 0,-1 1-101 16,0 0-267-16,-2-3-157 0,2 3-58 0,-2-2 98 15,1 0 193-15</inkml:trace>
  <inkml:trace contextRef="#ctx0" brushRef="#br1" timeOffset="60109.1">16638 3567 196 0,'0'-8'486'0,"0"2"271"0,0 1 197 16,0 1-158-16,1 1-186 0,-1 0-131 0,-1 3-80 16,-1 1-70-16,-1 2-76 0,-2 6-62 15,0-1-36-15,0 4-17 0,-4 5-10 0,3 1-11 16,-2 2 1-16,0 3 5 0,-5 1 2 15,2 1-5-15,0 4-16 0,0-2-11 0,3 1-16 16,0 0-16-16,0-1-19 0,2-1-14 0,3-3-13 16,3 0-5-16,1 0-6 0,4-4-2 15,2 0 0-15,3-4-2 0,0 1 0 0,4-3 2 16,-1-1 2-16,1-2-4 0,2-1 0 0,-2-3-5 16,0-1-50-16,-1-2-55 0,1-2-85 15,-3-1-146-15,-1-3-205 0,-1 0-319 0,1-1-249 16,-1-4-205-16,1 1 60 0,-2-4 469 0</inkml:trace>
  <inkml:trace contextRef="#ctx0" brushRef="#br1" timeOffset="60325.75">16949 3646 4 0,'3'-3'341'0,"-4"5"253"0,-1-1 255 0,1 4 161 0,-3 1-254 15,3 1-190-15,-1 4-113 0,0 1-67 16,-1-1-77-16,2 5-78 0,-3 0-56 0,3 0-36 15,-1 4-32-15,1 0-21 0,-4 1-13 16,4 0-16-16,-1 2-20 0,0 0-16 0,2-1-6 16,-1 3-4-16,-1 2-7 0,1-2-5 0,1 0-25 15,-2 1-35-15,0-4-103 16,-1-1-157-16,-2 0-273 0,2-6-285 0,-2-1-261 0,1-3-173 16,1-2 247-16,-2-4 505 0</inkml:trace>
  <inkml:trace contextRef="#ctx0" brushRef="#br1" timeOffset="61142.8">17336 3589 114 0,'7'2'399'0,"-2"0"277"16,-1 5 282-16,5 3-6 0,-1 3-220 0,1 4-147 15,0 3-91-15,-1 2-98 0,0 0-108 0,1 4-86 16,0 1-44-16,0 0-19 0,-3 2-31 0,0-2-22 16,0-2-19-16,-2 1-9 0,0-1-24 15,-2-2-12-15,0-2-3 0,-1-2-4 0,1 0-8 16,-1-3-5-16,-1-1-22 0,-1-2-49 15,-1-1-66-15,-3-3-141 0,2-1-184 0,-6-3-302 16,3-3-276-16,-2-2-223 0,-4-1-16 16,-2-5 436-16</inkml:trace>
  <inkml:trace contextRef="#ctx0" brushRef="#br1" timeOffset="61335.58">17210 3642 234 0,'13'-3'464'16,"0"2"168"-16,4-1 87 0,1 0-244 0,3 0-226 16,4 2-113-16,1-3-55 0,0 3-30 0,1 0-11 15,2 3-12-15,-2-3-12 0,-1 4-49 0,0-1-87 16,-1 3-287-16,-3-2-179 0,-1 2-78 16,-4 0 28-16,2 0 169 0</inkml:trace>
  <inkml:trace contextRef="#ctx0" brushRef="#br1" timeOffset="61898.34">18106 3810 109 0,'5'8'411'0,"2"0"258"0,-3 0 266 0,4-1 21 15,0 0-225-15,2 2-158 0,0-3-70 0,3-2-43 16,4-1-76-16,3 0-87 0,3-3-61 16,2-3-43-16,2-3-43 0,2-1-52 0,1-4-40 0,1 2-24 15,-1-5-14-15,0 1-9 0,-1-1-2 16,1 0-5-16,-3 1-8 0,-5 1-51 0,-2 0-50 15,-3 2-101-15,-5-1-167 0,-4 1-296 16,-3-1-311-16,-4 0-249 0,-4 1-178 0,-2-1 261 16,-4 1 564-16</inkml:trace>
  <inkml:trace contextRef="#ctx0" brushRef="#br1" timeOffset="62128.17">18389 3546 13 0,'10'2'285'0,"2"1"216"16,4-3 254-16,5 0 194 0,2 1-181 0,4 0-136 16,3 3-85-16,0 0-95 0,2 2-99 15,-2 0-120-15,0 3-90 0,-4 0-50 0,1 1-33 16,-6 2-19-16,1 1-15 0,-5 0-10 0,-4 2-7 16,-4 1-2-16,-6 1-5 0,-2 0-7 15,-4 3-2-15,-5-1-1 0,-3 2 2 0,0 1-6 16,-3-1-42-16,-5-3-146 0,0 1-244 15,-2-2-276-15,2-2-273 0,-1-3-245 0,6-4 5 16,-2 0 491-16</inkml:trace>
  <inkml:trace contextRef="#ctx0" brushRef="#br1" timeOffset="62663.66">19268 4146 9 0,'-1'0'447'0,"1"-2"382"0,1-1 242 0,6-1 47 15,1-4-298-15,6-4-293 0,5-1-163 16,8-5-69-16,4-3-41 0,7-2-36 16,3-2-34-16,2-2-25 0,4-2-32 0,-1 0-32 15,3-3-24-15,-3 0-27 0,1 2-16 0,-4-1-14 16,-3 2-5-16,-1 3-1 0,-9 1-5 0,-1 5-4 15,-8 0-4-15,-4 3-19 0,-4 1-41 16,-7 4-49-16,-2-1-103 0,-6 1-146 0,-2 4-219 16,-4-1-287-16,-5 0-244 0,0 2-189 15,-7-1 171-15,-2 0 456 0</inkml:trace>
  <inkml:trace contextRef="#ctx0" brushRef="#br1" timeOffset="62873.35">19542 3571 45 0,'-6'8'311'0,"1"-1"172"16,0-1 140-16,5 2 45 0,-1 1-132 0,2 1-13 16,2 3 5-16,2 1-10 0,3 3-29 0,1 2-82 15,3 2-103-15,2 3-104 0,-2 0-75 16,4 1-50-16,-2 2-29 0,4-1-19 0,-1 2-8 16,0 1-10-16,0 1-3 0,1-1-3 15,0-3-4-15,-1 1-5 0,3-1-17 0,-3-4-53 16,1-1-137-16,0-4-191 0,2-3-286 0,-1-3-278 15,1-6-240-15,-2-2-14 0,3-3 424 16</inkml:trace>
  <inkml:trace contextRef="#ctx0" brushRef="#br1" timeOffset="63407.65">20388 3696 26 0,'5'0'412'0,"-4"0"300"0,-2 5 213 0,-3 1 99 15,3 4-283-15,-2 5-229 0,-1 1-124 16,1 5-63-16,-2 3-43 0,1 3-51 0,-1 5-39 16,0 2-28-16,1 3-23 0,-3 1-15 15,2-1-14-15,-1 3-27 0,3-5-26 0,2-1-22 16,1-3-12-16,1-2-12 0,2-7-6 0,1-1 1 16,2-5-3-16,-2-3 5 0,1-6-3 15,2-2 1-15,-1-7-3 0,2-2 1 0,0-7-1 16,-4-2-5-16,4-5 1 0,0-3 3 0,-3-4-2 15,1-1-1-15,-1-2 1 0,0-4-1 16,0-3-2-16,2 0-7 0,1-3 3 0,0-2-3 16,5 3-1-16,0 2 2 0,1-2 0 15,2 5 4-15,1 2-1 0,-1 4 4 0,3 1 0 16,-2 3-1-16,2 3-2 0,-3 2 0 16,3 3 4-16,-3 2-5 0,-1 4 0 0,-3 1 0 15,-2 1 1-15,-1 5 0 0,-1 1-1 0,-7 1 4 16,1 4 0-16,-4 1 1 0,-3 3 5 15,-3 3 2-15,-6 0 0 0,1 3-3 0,-5 3 1 16,-2 1 11-16,-2 3 9 0,0 2 19 16,-2 2 9-16,2 2 10 0,-3 0 6 0,3 3-7 15,4 0-11-15,1-3-14 0,4 1-8 0,3-2-13 16,5-3-3-16,5-3-4 0,3-2-3 0,5-3-3 16,3-2-1-16,3-3 2 0,4-3-4 15,3-3-2-15,0-3 0 0,5-2 1 0,0-2-4 16,1 0 0-16,2-3 3 0,-4-1-4 15,-1 1-21-15,0 1-61 0,-2-1-58 0,-4 2-101 16,0-1-154-16,-2-1-221 0,-4 1-300 0,4-1-229 16,-3-1-176-16,1 0 151 0,0-1 471 15</inkml:trace>
  <inkml:trace contextRef="#ctx0" brushRef="#br1" timeOffset="63629.78">21189 3652 10 0,'0'2'401'0,"-3"4"357"16,0 1 320-16,-2 3 77 0,-1 4-331 0,1 2-269 16,2 0-132-16,-2 3-67 0,1 3-58 0,-3 4-46 15,0 1-30-15,-1 2-29 0,-2 3-34 16,0-1-44-16,0 2-44 0,-2 1-27 0,3 1-21 16,0 0-8-16,2-2-11 0,2-1-10 15,0-2-51-15,4-4-58 0,1-4-84 16,0-2-142-16,1-6-178 0,3-1-316 0,1-4-247 15,-1-6-209-15,1-3 30 0,3-3 420 0,-2-3 445 16</inkml:trace>
  <inkml:trace contextRef="#ctx0" brushRef="#br1" timeOffset="64271.59">21254 3649 194 0,'10'-4'502'0,"-1"-2"302"16,-1 1 232-16,5 0-118 0,1 2-258 0,-1 0-151 15,2 3-104-15,1 3-105 0,2 0-93 0,-4 4-61 16,3 0-44-16,-1 4-26 0,0 1-17 15,-2 3 11-15,0 0 15 0,-1 6 1 0,1 0-3 16,-1 0-2-16,-3 2 1 0,0-1-14 16,-5 3-23-16,0 0-16 0,-3 3-4 0,-2 0-6 15,-5 4-2-15,-2-3-6 0,-3 3-2 0,-2 1 17 16,-2-3 13-16,-3 2 2 0,1-2 6 0,-5-1 0 16,-1-1 0-16,0-3-16 0,0 1-15 15,-2-3-5-15,2-3-7 0,0-1-1 16,1-3-7-16,-1-1-11 0,5-3-50 0,-1-2-52 15,1-4-57-15,4 0-125 0,2-6-173 0,0-2-306 16,7-2-242-16,-1 0-218 0,3-3-79 0,2 0 365 16,3 0 496-16</inkml:trace>
  <inkml:trace contextRef="#ctx0" brushRef="#br1" timeOffset="64955.09">22132 3921 61 0,'4'0'402'16,"0"0"253"-16,-1 0 162 0,-2 0 18 0,3 2-257 16,-1 1-124-16,-1-1-62 0,-1 4-25 0,2-1-25 15,0-1-41-15,-1 1-63 0,-1 0-70 0,1-1-57 16,-1-1-29-16,1 0-5 0,0-2 16 16,-2 2 24-16,1-2 23 0,-1 1 24 0,0-1 4 15,0-1-17-15,0-1-29 0,0-1-30 16,0 0-29-16,0-3-27 0,0-1-19 15,0 0-9-15,0 2-4 0,0-2-2 0,-1 1-2 0,1 3-1 16,-4-2-1-16,4 2-3 0,-3-1 0 16,2 3-3-16,-4 0-1 0,2 3-7 0,-2-1-34 15,0 2-46-15,1 3-47 0,-3 0-64 16,0 1-112-16,-1 1-146 0,1 1-191 0,1-1-241 16,-1 3-230-16,1 1-112 0,2-3 215 0,0 2 423 15</inkml:trace>
  <inkml:trace contextRef="#ctx0" brushRef="#br1" timeOffset="65173.54">22304 4281 186 0,'7'11'536'0,"-6"1"339"15,4 4 237-15,-5 2-124 0,0 1-323 0,-2 2-192 16,-2 4-112-16,-1 0-113 0,-2 1-98 0,-2 4-64 15,-4-3-37-15,2 4-16 0,-2 0-16 16,-2-1-4-16,0 2-6 0,0 0-1 0,0 0-18 16,1 0-83-16,1-4-149 0,3-2-262 15,2-4-273-15,0-1-274 0,1-1-206 0,4-4 152 16,-1-1 495-16</inkml:trace>
  <inkml:trace contextRef="#ctx0" brushRef="#br1" timeOffset="68134.14">23006 3659 191 0,'5'0'406'0,"-3"1"157"0,-1 2 118 15,-1 4-144-15,-1 2-108 0,1 3-20 16,-2 4 24-16,0 1 23 0,1 4-14 0,-1 0-70 16,1 3-74-16,-1 2-66 0,-1 0-63 0,-1 3-42 15,1 0-30-15,-3 3-24 0,3-1-14 16,-2 0-11-16,0-1-12 0,2 0-14 0,-2 0-9 16,1-3-3-16,-1-1-7 0,2-2-5 15,2-3 1-15,-3-2-4 0,3-3-5 16,-1-1-18-16,0-1-24 0,-1-5-87 0,-2-3-147 15,2-1-220-15,-3-4-282 0,3-4-264 0,0-1-206 16,-2-3 141-16,0-6 462 0</inkml:trace>
  <inkml:trace contextRef="#ctx0" brushRef="#br1" timeOffset="68396.99">22891 3689 387 0,'3'2'707'0,"0"-2"211"16,2 1 59-16,1 1-208 0,4 0-255 0,2 3-136 16,2-3-61-16,4 4-34 0,-1-2-32 0,5 0-62 15,3 0-57-15,0-1-20 0,1 2-14 16,3 0-8-16,-1-1-15 0,2 0-19 0,-1 0-6 16,-1 2-22-16,-1-1-10 0,-2 0-10 15,-1-1-5-15,2 1 1 0,-5 0-2 0,1 1 1 16,-4-2-1-16,3 0-32 0,-4 1-37 15,-3-1-77-15,1 0-139 0,-1-3-185 0,-3 0-303 16,1 1-261-16,-1-2-217 0,1-2 45 0,0 1 423 16</inkml:trace>
  <inkml:trace contextRef="#ctx0" brushRef="#br1" timeOffset="68697.39">23624 3713 330 0,'-3'0'616'0,"0"0"273"15,0 0 137-15,-1 0-273 0,1 0-207 0,2 1-115 16,-4 2-83-16,2 3-77 0,2 1-64 0,-4 2-37 16,2 4 2-16,-2 4-10 0,0 2 10 0,-3 2 5 15,4 2 3-15,-5 4-15 0,1 2-35 16,-2 2-23-16,2 1-30 0,0-1-23 0,0 2-18 16,0 0-16-16,3-2-7 0,4 0-5 15,-1-1-3-15,4-2 0 0,1-1-2 0,2-1-1 16,2-1-1-16,1-3 0 0,0 0 0 15,5-3-2-15,-2 0 1 0,3-5 1 0,0 1-1 16,2-3 1-16,3-2-1 0,2-3 2 0,-4 0-2 16,5-2-2-16,0-4-2 0,-2-1-27 15,1-1-59-15,1-2-53 0,-2-3-92 0,0-1-148 16,1-2-237-16,-5-1-288 0,2 0-228 16,-2-2-197-16,0 0 118 0,-1-2 484 0</inkml:trace>
  <inkml:trace contextRef="#ctx0" brushRef="#br1" timeOffset="68977.03">23746 3696 362 0,'-2'5'693'0,"2"-2"215"0,2 4 62 0,1-1-191 15,5 0-273-15,5 0-137 0,0 1-65 16,2 0-39-16,1 2-42 0,5-1-73 0,1-1-66 16,-2-1-36-16,2 3-29 0,-1-3-12 15,0 1-7-15,1-3-4 0,0 1 2 0,-5 0-1 16,2-3-2-16,-2 1-2 0,-1 0 0 0,-4 0-4 16,0-2-38-16,-2 1-106 15,-5 0-137-15,-1 1-217 0,1-3-279 0,-5 0-258 0,-5 3-124 16,1-2 220-16,-3 2 408 0</inkml:trace>
  <inkml:trace contextRef="#ctx0" brushRef="#br1" timeOffset="69181.03">23580 3976 104 0,'-16'15'577'0,"5"-2"352"15,0-2 132-15,3-2-63 0,3-1-392 0,5 1-258 16,4-4-122-16,1 3-59 0,5-2-30 15,5-1-19-15,0-1-26 0,5 0-37 0,3-1-23 16,2-1-15-16,2-2-6 0,3 0-8 0,-1 0-6 16,1-1-33-16,-3-3-106 0,0 2-144 15,-2 2-278-15,-1-2-262 0,-2 0-235 0,-1 1-100 16,-1 1 273-16,-1-1 425 0</inkml:trace>
  <inkml:trace contextRef="#ctx0" brushRef="#br1" timeOffset="70538.06">24398 4001 42 0,'1'-16'428'0,"-1"6"350"0,-1-1 276 0,-1 4 61 15,0 1-362-15,1 1-243 0,-1 2-140 0,-1 3-105 16,0 3-76-16,-4 5-57 0,1 4-23 16,-2 6 14-16,0 5 10 0,-1 4 22 0,-2 2 6 15,0 6 5-15,-2 1-15 0,0 1-33 0,2 1-22 16,-3-1-28-16,5-2-20 0,-1-5-20 15,2 1-10-15,2-6-5 0,1-2-3 16,4-3-5-16,1-5-4 0,0-2 4 0,1-3 7 0,1-1 9 16,1-7 5-16,2-2 6 0,1-5 4 15,3-2-1-15,-1-6-8 0,4-3-8 0,0-3-5 16,-1-3-2-16,3-4-5 0,-3-1-2 16,1-1-1-16,0-4 0 0,-2 0-2 0,-2-5 0 15,2-1-2-15,-3-1 0 0,1 0-4 16,-2-1-1-16,2 2 0 0,-2 0 1 0,-1 2 1 15,0 5 8-15,-2 5 6 0,0 4 4 16,1 6-2-16,-3 4 1 0,-1 2-2 0,3 5-7 16,-6 7-4-16,3 4-1 0,-1 4 3 0,1 7 0 15,-2 2-1-15,0 6 3 0,-1 0 1 0,3 4-2 16,-1 0 0-16,1 0 1 0,0 3-2 16,0-4-1-16,3-2-1 0,2-1 1 0,1-4 1 15,3-3-1-15,2-3 2 0,5-5 0 0,2-3 1 16,4-7 1-16,1-4-2 0,2-5 1 15,2-4-3-15,1-4-1 0,-2-1-1 0,3-3-2 16,-4-2-1-16,0 1 1 0,-3 0 0 16,-6 2 6-16,1 1 5 0,-4 2 7 0,-3 4 2 15,1 1 0-15,-6 3 3 0,-1 2-5 0,0 4-7 16,-3 2-2-16,-1 5-5 0,0 4 2 16,-3 5-2-16,0 1 1 0,-2 6 1 0,0 2-1 15,0 3 0-15,-1 1-1 0,3 3 0 16,-2 0-1-16,1 1-2 0,0 4-1 0,-1-3-1 15,2 1-1-15,2-2-6 0,-2-2-17 0,3-2-55 16,3-4-71-16,-2-2-116 0,2-5-178 0,2-2-305 16,3-3-338-16,0-5-285 0,2-3-141 15,1-4 329-15,-2-2 617 0</inkml:trace>
  <inkml:trace contextRef="#ctx0" brushRef="#br1" timeOffset="70845.25">25284 3988 181 0,'-4'-3'748'0,"-4"2"402"0,-1 1 79 15,0 1-136-15,0 2-437 0,0 1-242 0,2 2-116 16,1 3-53-16,-1 1-35 0,3 1-20 16,-1 0-29-16,2 0-41 0,0-1-36 0,1-1-28 15,1 0-20-15,2-1-15 0,1-2 9 16,1-2 4-16,3-2 9 0,-1-1 3 0,1-4 4 15,2 0-2-15,0-1-16 0,1-3-9 16,-1-2-7-16,-1 2-6 0,-2-2-6 0,1 2 0 16,-5-1 0-16,2 1-2 0,-3 0-5 0,-3 0 1 15,2 4-2-15,-5 0-4 0,3 2-11 16,-4 1-28-16,1 3-61 0,-1 1-54 0,0 1-96 16,0 1-151-16,2 3-223 0,-1-2-288 0,3 2-224 15,0 1-189-15,1 1 130 0,-1 3 474 0</inkml:trace>
  <inkml:trace contextRef="#ctx0" brushRef="#br1" timeOffset="71050.44">25280 4581 113 0,'-5'16'615'0,"-3"2"429"0,4 1 173 0,-5 0-101 0,1 1-410 16,-1 5-283-16,1-1-161 0,-3 2-100 15,0 4-69-15,-2-2-38 0,2 0-29 0,-3 4-21 16,1-1-32-16,-2 0-107 0,0-3-152 16,0 0-246-16,0-2-276 0,6-2-268 0,-4-2-173 15,7-5 217-15,1-4 468 0</inkml:trace>
  <inkml:trace contextRef="#ctx0" brushRef="#br1" timeOffset="76333.98">26127 4048 18 0,'0'-5'233'0,"0"0"135"0,0-3 140 0,0 2-36 16,0-1-112-16,0-1-66 0,-1 1-13 15,-1-3 29-15,2 2 46 0,0-1 43 16,-1 1 36-16,1 1-6 0,0 0-36 0,-2 0-43 15,2 3-28-15,0 1-36 0,0 2-50 16,0-1-40-16,0 2-32 0,0 3-31 0,0 1-32 0,0 7-32 16,0 2-14-16,-2 7-8 15,-1 4 11-15,-2 3-2 0,0 2-8 0,1 3-5 0,-5 1-7 16,1-1-6-16,1-1-11 16,1-3-8-16,-3 0-3 0,4-6-7 0,1-1 2 15,1-4-2-15,2-4 1 0,-1-3 7 0,0-5 3 16,4-3 5-16,0-5 3 0,1-6 0 0,2-5-1 15,3-3-5-15,-2-5-1 0,0-1-1 16,-1-7 2-16,0 0-1 0,-4 1 1 0,3-4 0 16,-4 0-2-16,0-2-6 0,-4 1-3 0,4 1-2 15,-1 1 0-15,-1 4-2 0,1 1-1 16,1 6 3-16,-2 3-1 0,2 2 0 0,-2 4-1 16,2 5-1-16,0 0-1 0,2 5-3 0,0 4 2 15,-1 4 3-15,2 4 0 0,1 5 3 16,0 4 0-16,4 3 3 0,-2 1-1 0,1 3 0 15,-1 1 0-15,3 1-1 0,-1 2 2 16,0-4-1-16,0 2-1 0,5-5 0 0,-4-2 0 16,4-2 0-16,0-5 2 0,1-1 1 0,3-6 8 15,-1-6 3-15,2-2 0 0,2-6 3 0,-2-7-3 16,2-4 0-16,-2 0-3 0,0-6 1 16,-2-2 0-16,-5-1-1 0,1-3 0 0,-8 0 0 15,1 0-3-15,-4-3-3 0,-2 0-1 16,-5-3-1-16,-1 2-7 0,1 1-3 0,-1 1-2 15,-2 4-4-15,4 5-2 0,-1 3-1 0,1 6 4 16,0 2 1-16,1 6-1 0,-4 3 8 16,3 6 2-16,-1 6 1 0,1 2-5 0,2 4-14 15,-1 4-38-15,4 0-79 0,0 1-71 0,4-1-128 16,1 1-185-16,1 0-306 0,0-3-296 0,7 3-199 16,-4-3-97-16,3 0 373 0,0-1 548 15</inkml:trace>
  <inkml:trace contextRef="#ctx0" brushRef="#br1" timeOffset="76549.84">26790 3864 135 0,'1'-3'625'0,"1"3"374"0,-4 3 179 16,1 1-56-16,-3 6-417 0,3 1-219 0,-2 6-113 15,-3 3-52-15,2 3-61 0,0 3-41 16,-4 2-48-16,1 4-47 0,0-1-39 0,-1 2-32 15,3-1-22-15,-2-1-18 0,3-2-4 0,0-3-6 16,2-1-7-16,2-3-58 0,2-4-61 16,-2-2-113-16,4-5-164 0,-3-5-264 15,2-4-325-15,1-4-238 0,0-4-151 0,0-7 269 16,0-1 520-16</inkml:trace>
  <inkml:trace contextRef="#ctx0" brushRef="#br1" timeOffset="76807.33">26733 3854 98 0,'3'-20'387'0,"-1"0"213"0,2 5 195 16,2 4-32-16,1 1-186 0,2 3-103 0,3 3-63 16,3 4-26-16,1 2-53 0,5 5-58 15,1-1-63-15,3 4-51 0,2 2-35 0,-2 0-20 16,4 1 0-16,-1 4 7 0,1 1 4 0,-4 3 21 16,-2 0 6-16,-5 1-12 0,-1 1-9 0,-4 2-13 15,-4 2-10-15,-5 2-27 0,-4 1-17 16,-8 1-9-16,-2 2-16 0,-4 0-16 0,-5 0-8 15,-3 1-5-15,0 0-2 0,-7-3-3 16,1 1-5-16,-2-4-5 0,-4-1-52 0,3-2-55 16,-1-5-51-16,1-2-84 0,2-2-125 15,1-6-148-15,4-4-117 0,2-5-238 0,6-1-206 16,2-4-44-16,8-5 222 0,1-1 353 0</inkml:trace>
  <inkml:trace contextRef="#ctx0" brushRef="#br1" timeOffset="79495.62">19333 9628 4 0,'-11'-3'317'15,"0"0"272"-15,0-1 305 0,0-2 163 0,5 2-299 16,1 2-208-16,2-1-119 0,-1 1-112 15,4 1-80-15,0 1-72 0,5 0-40 0,0 1-23 16,5 2-10-16,2 0-11 0,4 0-19 16,3 2-2-16,1 1-2 0,4-2-6 0,2 1-4 15,0-1-1-15,3 0-9 0,-2 0-21 16,1-2-8-16,0 0-6 0,-1 1-6 16,-3-3 3-16,2 0-2 0,-4 0 1 0,-2 0-6 0,-2-3-26 15,-3 1-32-15,-3 0-118 0,-4-2-160 16,-4 0-287-16,1-2-281 0,-5-1-247 0,-6-1-138 15,-1-2 307-15,-1 0 491 0</inkml:trace>
  <inkml:trace contextRef="#ctx0" brushRef="#br1" timeOffset="79739.82">19637 9469 224 0,'8'3'435'0,"-2"1"199"15,4 1 177-15,4 0-194 0,0 1-101 16,3 1-29-16,4 1-42 0,-2 1-38 0,5-1-72 15,-2 0-78-15,0 3-62 0,0-1-41 0,2 0-47 16,-5 3-32-16,1-2-12 0,-1 3-5 0,-3 0-10 16,-2 1-8-16,-3-1-1 0,-3 4-10 15,-2-1-9-15,-2 1-9 0,-8 2-4 0,-2 0-1 16,-5 1-5-16,-2 2-1 0,-4 0 2 0,-2 1 1 16,-3-3-3-16,-2 1-2 0,-1 0-19 15,1-5-28-15,2-1-119 0,-2 0-168 16,2-7-293-16,5 2-278 0,1-7-251 0,5-2-136 15,2-2 334-15,6-6 495 0</inkml:trace>
  <inkml:trace contextRef="#ctx0" brushRef="#br1" timeOffset="80607.02">20876 9512 150 0,'-9'0'435'0,"-4"2"204"0,4 2 137 16,-4 2-65-16,5 3-206 0,0 8-68 0,3 4-11 15,2 7-21-15,2 3-36 0,-4 5-58 0,5 4-74 16,0 3-69-16,0-2-56 0,5 1-34 15,-1 0-19-15,3-7-16 0,3-2-12 0,3-5-11 16,5-4-7-16,3-6-3 0,4-6-2 0,2-4-4 16,3-7-2-16,1-5 2 0,4-8-2 15,-2-4 2-15,2-4 0 0,-3-4 2 16,-2-3 11-16,-3-2 34 0,-4 2 25 16,-3-6 23-16,-7 4 21 0,-4-2 8 0,-8 3-6 15,-2-1-30-15,-6-2-22 0,-7 2-23 0,-2-1-21 16,-4 2-11-16,-6-2-8 0,-2 5-9 15,1 3 0-15,-6 3-3 0,3 5-1 0,1 4-1 16,-1 5 2-16,0 6 3 0,0 7 2 0,3 6-2 16,0 2 2-16,5 8 0 0,3 1-3 15,2 5-3-15,6 1-1 0,2 1 2 0,4 0 0 16,6 0-2-16,3-1 3 0,5-1-6 0,3-1-45 16,1-2-52-16,4-3-74 0,2-4-128 0,2 0-167 15,1-3-266-15,3-5-251 0,2-2-211 16,2-5-38-16,-4-1 340 0,2-4 431 0</inkml:trace>
  <inkml:trace contextRef="#ctx0" brushRef="#br1" timeOffset="81108.94">21392 9541 271 0,'9'-16'556'0,"-1"3"258"15,-3 0 121-15,1 4-283 0,-3 3-204 0,0 3-97 16,1 3-45-16,-3 3-27 0,1 3-21 15,-2 5-14-15,0 2-11 0,-2 5-36 0,1 3-39 16,-3 5-32-16,0 3-2 0,-4 3 1 0,0 4 4 16,-2 0 2-16,0 3-5 0,-2 0-3 0,0 2-18 15,-1-3-20-15,2 2-18 0,1-5-13 16,0-1-16-16,5-5-16 0,2-2-10 0,3-4-6 16,1-5-1-16,6-5-3 0,1-2 0 15,1-9 2-15,4-4-2 0,2-5 0 0,1-7-1 16,1-4-3-16,1-1 1 0,1-7 1 15,-3-1 2-15,0-4 0 0,-4-1-2 0,-1-2 4 16,-1-4-1-16,-2 1-3 0,-1-5-2 16,-2-2 1-16,3-3-1 0,-1-2 0 0,1 2-2 15,4 0 1-15,1 3-3 0,1 5-1 0,0 6 4 16,-1 5-3-16,-1 7 1 0,-2 3 1 0,2 5 1 16,-2 6 3-16,1 2-1 0,2 4 1 15,-2 6 0-15,1 1 2 0,0 3 2 0,-3 4-4 16,4 2 3-16,-5 2-3 0,0 0 2 15,0 2-2-15,-1 0 8 0,-4 2 5 0,1 0 4 16,-6 2 5-16,-3-1 4 0,-4 2 0 0,-4 1-4 16,-4 0-7-16,-4 1-3 0,-2 4-3 15,-6-2-2-15,-1 0-2 0,-2-1-4 0,2-2-1 16,2-2-1-16,1-2-1 0,6-4-7 0,4-4-38 16,4-4-64-16,4-5-65 0,6-5-124 15,5-6-167-15,7-4-275 0,4-5-282 0,5-4-209 16,3-1-107-16,3-1 308 0,3-2 485 15</inkml:trace>
  <inkml:trace contextRef="#ctx0" brushRef="#br1" timeOffset="81355.86">22208 9424 299 0,'9'0'580'15,"-1"2"268"-15,-3 1 198 0,-4 3-201 0,-1 2-219 16,-1 2-128-16,-1 3-56 0,-1 5-51 15,0 3-65-15,-5 2-53 0,0 5-34 0,0 3-33 16,-3 3-37-16,0 0-36 0,-2 5-39 0,-1-1-33 16,0 1-19-16,1 0-12 0,1-2-8 15,0-2-7-15,3-1-3 0,1-1-5 0,3-6-3 16,2-2-3-16,1 0-4 0,2-4-17 16,0-5-65-16,0-1-60 0,0-5-96 0,2-4-152 15,-2-4-224-15,3-5-315 0,-1-3-232 0,1-5-186 16,-1-5 123-16,1 0 479 0</inkml:trace>
  <inkml:trace contextRef="#ctx0" brushRef="#br1" timeOffset="81571.61">21994 9316 210 0,'-5'-8'755'0,"1"4"355"15,0 3 50-15,4 1-97 0,5 1-461 0,3 3-261 16,6 3-117-16,2 2-35 0,6 1-4 15,3 0-29-15,6 3-19 0,0-1-20 0,2 0-20 16,4 1-27-16,-1-1-29 0,2 0-19 0,2 0-8 16,-6-1-6-16,1-1-2 0,-1 2-5 15,-4-1-20-15,-4-1-44 0,-2 0-68 0,-5 1-143 16,0 0-228-16,-6-1-293 0,-1 1-283 16,-4-1-217-16,0 2 15 0,-1 0 488 0</inkml:trace>
  <inkml:trace contextRef="#ctx0" brushRef="#br1" timeOffset="82246.11">22873 9772 98 0,'-3'-6'508'0,"-1"-2"388"0,-3 3 239 16,4-1-35-16,0 3-408 0,0 0-220 0,-1 3-139 16,1 3-105-16,0 2-66 0,0 3-38 0,0 4-6 15,0 1-10-15,1 4-5 0,1-4-13 16,-1 3-21-16,2-1-15 0,2-2-26 0,-1 0-11 15,4-2-6-15,1-4 9 0,0 1 37 16,2-4 26-16,0-3 17 0,3-2 7 0,-1-4-4 16,1-2-13-16,-2-4-30 0,1-2-23 15,-2 1-15-15,-3-1-9 0,1-1-4 0,-5 0-2 0,-1 3-6 16,-1-2-1-16,-4 1-1 0,1 4-5 16,-3 0-2-16,-3 6-9 0,0-1-47 0,-2 4-55 15,0 2-81-15,-2 2-141 16,1 2-206-16,-1-1-311 0,3 3-255 0,1 1-213 15,-1 0 36-15,1 0 463 0</inkml:trace>
  <inkml:trace contextRef="#ctx0" brushRef="#br1" timeOffset="82453.81">22896 10197 380 0,'0'24'798'0,"-4"4"306"0,-2-3 59 0,-2 1-260 15,-2 5-351-15,-2-2-198 0,-1 3-102 0,-4 1-83 16,-1 1-59-16,-1 2-45 0,-1 0-32 16,2 1-20-16,0-4-9 0,3 0-3 0,1-1-16 15,6-2-19-15,2-2-96 0,4-8-150 16,2 0-273-16,5-3-275 0,3-5-261 0,3-4-179 16,6-2 218-16,4-4 494 0</inkml:trace>
  <inkml:trace contextRef="#ctx0" brushRef="#br1" timeOffset="83072.11">24043 9484 168 0,'-3'-15'607'0,"-5"-3"400"0,-1 2 185 0,-1 0-113 0,-2 0-408 15,1 4-137-15,-2 0-106 0,-3 2-100 0,2 3-66 16,-7 0-46-16,-1 6-37 0,-1 2-61 16,-5 4-37-16,-2 3-22 0,-4 5-18 0,-1 2-10 15,-1 4-8-15,-1 3-5 0,4 1-6 16,3 3-5-16,3-2-2 0,4-1-3 0,6 1-1 15,4-1-1-15,4-2 2 0,5 0-2 0,4 0-1 16,4 2 1-16,3-4 1 0,5 3 0 16,3 0-3-16,2 0 0 0,4-1 2 15,4 1 0-15,2 2-3 0,1-4 3 0,2 1 1 16,2 2 3-16,0-4-2 0,-2 1 2 0,-4-3 1 16,1 2 0-16,-3-4-2 0,-3 1-3 0,-6-3 1 15,-2-1-1-15,-5 1 1 0,0-2 1 16,-7-3 2-16,-2 3 3 0,-7-2 0 0,0 0 0 15,-5-2-3-15,-2 0-2 0,-1 1 1 0,-5-3-4 16,-1 2 2-16,-1-3-4 0,0 2-2 16,0-5-1-16,-1 0-25 0,5-2-57 0,-2 0-54 15,7-3-65-15,3-2-119 0,3-3-159 16,6 2-207-16,2-4-236 0,7-1-221 0,2 0-106 16,5-2 231-16,3-3 428 0</inkml:trace>
  <inkml:trace contextRef="#ctx0" brushRef="#br1" timeOffset="83379.85">24325 9662 385 0,'19'-11'795'0,"-2"4"317"0,-6 0 51 0,-2 2-317 0,0 1-285 16,-5 1-181-16,0 2-119 0,-3 2-60 16,1 2-7-16,-2 1 0 0,-2 6 6 0,-1-1-6 15,-3 9-10-15,-3 0-28 0,-3 2-39 16,-1 5-31-16,-1 1-25 0,-2 4-12 0,-2 2-8 15,0-1-3-15,-3 5-3 0,1-1-1 0,1 1-3 16,-2 2-3-16,4-1-5 16,0 1-3-16,4-2-6 0,0-2-5 0,5-1-3 0,5-1-2 15,3-4-3-15,3-3 0 0,5 0 0 0,2-4 2 16,6-2-2-16,1-4 3 0,4 0-1 16,1-3-2-16,4-3-1 0,1 0-1 0,3-3 0 15,0 0-4-15,3-3-15 0,-2-1-51 0,-1-2-68 16,0 0-106-16,-5-2-171 0,1-4-302 15,-1 0-330-15,-3-1-283 0,-3-2-166 0,0-2 266 16,0 0 615-16</inkml:trace>
  <inkml:trace contextRef="#ctx0" brushRef="#br1" timeOffset="83648.82">24462 9628 125 0,'-11'3'737'0,"3"-3"444"0,-1 1 75 16,3-1-155-16,2 0-377 0,8 0-340 15,0 2-134-15,10 1-45 0,2 0-17 0,8 1-1 16,4 1-1-16,6 1-25 0,2-1-29 16,7-1-31-16,-4 2-25 0,4-1-23 0,-2 1-27 15,-5 1-12-15,-2 1-11 0,-4 1-3 0,-4-1-10 16,-5 0-47-16,0 0-64 0,-7 0-71 15,-3-2-137-15,-3 0-199 0,-3-2-318 0,-4 1-261 16,-2 2-198-16,-6-3-16 0,-1 2 445 0,-6-3 485 16</inkml:trace>
  <inkml:trace contextRef="#ctx0" brushRef="#br1" timeOffset="83832.62">24386 9862 133 0,'-9'12'658'15,"0"-6"378"-15,2-2 105 0,2 3-101 0,5-3-428 16,4 2-283-16,2-1-142 0,6 1-66 0,3-2-38 16,5 1-19-16,4-1-13 0,3 1-23 0,5-1-14 15,-1 2-30-15,1 0-98 0,-2-1-145 16,-2 1-192-16,2-1-284 0,-3 2-259 0,0 0-164 16,0-1 169-16,0 0 402 0</inkml:trace>
  <inkml:trace contextRef="#ctx0" brushRef="#br1" timeOffset="84464.64">25218 9900 286 0,'-6'1'823'0,"-4"2"356"0,2 0 39 15,-1 3-165-15,-2 2-346 0,1 2-218 16,1 3-123-16,-4 1-70 0,2 4-52 0,-2 2-59 15,-1 2-52-15,1 3-43 0,0 3-23 16,-2 2-16-16,-2 1-6 0,2 4-10 0,-2-1-5 16,3-1-5-16,1 1-5 0,2-3-6 0,5-4-6 15,-1 0-3-15,6-4-3 0,1-3 0 16,0-4-2-16,3 0 1 0,2-6 0 0,1-2-1 16,5-5 1-16,2-6 0 0,0-5 3 15,2-4-1-15,1-5-1 0,1-4 2 0,0-1 0 16,1-5 4-16,-2-3-1 0,0-3 3 0,-2-1 2 15,2-2-1-15,-3-3-1 0,1 0-5 16,-1-2-1-16,-4-1-1 0,2 3 0 0,-1 1 3 16,-2 1 3-16,-1 6 7 0,1 5 8 0,-3 1 5 15,-2 5 4-15,1 5-2 0,-1 2-2 16,-2 6-6-16,-1 3-8 0,0 4-7 0,0 4-4 16,-1 6-1-16,-2 2-1 0,-2 5-2 0,0 3 2 15,-2 3 0-15,1 2 0 0,-3 2 0 16,1 2 1-16,0 1 1 0,0-2-2 0,5 1 1 15,1-4-1-15,4-4-1 0,1-2 0 16,6-3 0-16,3-4 1 0,3-5-2 0,3-2 1 16,2-5-1-16,5-3 1 0,1-5-2 0,-1-2 0 15,2-2 0-15,2-3 0 0,-6 2-1 16,2-1 0-16,-4 0 1 0,0 3-1 0,-4-1 1 16,-4 1 0-16,1 4 1 0,-5 1 0 0,-1 4 1 15,-1 0-1-15,-2 4 0 0,-1 0 0 0,-2 4 1 16,-2 5-1-16,0 0 1 0,-4 4 1 15,-2 1 1-15,2 5-2 0,-4 4 1 0,-1 0-1 16,0 6-1-16,0-1 1 0,-3 4-1 16,3 3 0-16,0 1 0 0,1 3 1 0,1-1-1 15,1 0-2-15,3 0-2 0,0-4-2 0,1 3-9 16,1-7-26-16,-3-1-79 0,0 0-101 16,-3-5-177-16,-3-2-291 0,-2-1-346 0,1-4-397 15,-1-1-183-15,-1-2 242 0,-3-1 713 16</inkml:trace>
  <inkml:trace contextRef="#ctx0" brushRef="#br0" timeOffset="103149.35">20679 12923 56 0,'4'-4'257'0,"-1"1"133"15,-1 1 107-15,-2 0-91 0,2 0-116 16,-1 1-60-16,-1 1-25 0,2-1-2 0,-2 1 10 16,2-2 10-16,-2 2 14 0,0 0 8 0,0 0 2 15,0 0-8-15,0 0-13 0,1 0-12 16,-1 0-12-16,0 0-28 0,0 0-18 0,2 2-3 15,-2-1-12-15,0 4-14 0,0 0-14 16,0 1-4-16,1 3-14 0,-1 2-10 16,0 2 0-16,2 2 1 0,0 1 9 0,-2 3 4 15,0 1 5-15,0 5 8 0,0 0-9 0,0 4 11 16,-4 3-5-16,3 3-13 0,-2 5-5 16,-2 1-14-16,-2 4-9 0,0 3-17 0,-1 1-13 15,0 6 0-15,-5 2-5 0,2 0-6 0,-2 4-1 16,-2 1-4-16,-1 4 1 0,-2 1-7 0,2 1-1 15,-2 2-2-15,0 1 0 0,2 0-2 16,1 0-1-16,0 0 1 0,0 1-2 0,0-2 1 16,0 2-2-16,0 2 1 0,0 1 0 0,-1 0-4 15,0 0-1-15,-2 0-1 0,1 0 2 0,1 0-2 16,-1-2 2-16,1 1 2 0,-1-1 3 16,1 1 0-16,0-1-3 0,2 1 0 0,-2 1-2 15,3-2-1-15,-1 1-2 0,1-1 2 16,-1 0 1-16,2 1 0 0,-1-1 5 0,-1-2 2 15,1 1 0-15,-1-1 1 0,3-4-1 0,-3-1-3 16,2-2-3-16,1-2-3 0,-3-2-2 0,5-2-1 16,-4-2 0-16,2 0 2 0,-2-2-2 0,2 1 3 15,-1 1 0-15,0-1-1 0,-2-1-1 16,3 2-2-16,-3-3 1 0,3 0-1 0,0 0-1 16,-2-4-1-16,4-2 1 0,-1 0 0 15,-1-6-2-15,3 0 0 0,2-4 0 0,-2-2 0 0,3-6-6 16,1-1-12-16,0-7-23 0,1-6-46 15,2-5-63-15,-3-4-62 0,1-9-101 0,2-6-156 16,-3-7-235-16,4-8-260 0,-4-9-218 16,2-9-157-16,2-11 186 0,-1-8 510 0</inkml:trace>
  <inkml:trace contextRef="#ctx0" brushRef="#br0" timeOffset="104027.29">20435 12728 22 0,'2'-6'419'0,"-2"0"368"0,1-2 281 16,2-3 71-16,1-2-344 0,0-5-227 16,6 1-132-16,2-5-63 0,5-3-38 0,1-5-55 15,4-1-39-15,2-2-36 0,3-2-35 16,3-2-44-16,0-1-41 0,4 2-18 0,-1-3-14 15,0 5-6-15,0 0-9 0,0 2-4 0,-1 4-4 16,-2 2-5-16,-5 4-5 0,-1 3-6 16,-2 7-3-16,-2 4-4 0,-4 5-2 0,2 4 0 15,-6 8-2-15,0 7 5 0,-2 5 3 0,-2 5 4 16,1 5 4-16,-5 4 1 0,2 5 2 16,-3 3-2-16,1 3-3 0,-3 1-4 0,1 1-5 15,1 0-3-15,-1 0-2 0,1-3-3 16,0-1-1-16,2-1-2 0,2-5-2 0,0 0-7 15,-1-2-28-15,2-1-78 0,1-4-99 16,-4 1-178-16,0-2-290 0,-2 0-342 0,-3 0-373 16,-1 1-177-16,-2 4 243 0,-4 0 690 0</inkml:trace>
  <inkml:trace contextRef="#ctx0" brushRef="#br0" timeOffset="105396.62">18406 16416 179 0,'-1'5'416'0,"-1"0"174"0,4-2 115 0,1-1-148 16,4 1-156-16,2 0-38 0,5-2 20 0,2 1 36 15,8 0 2-15,3-2-38 0,1 0-74 0,7 1-66 16,1 0-69-16,4 3-54 0,4-3-34 0,1 2-24 15,3 0-2-15,2 1 23 0,2 2 16 0,1 2 6 16,4-2 38-16,2 2 15 0,1 1-4 0,4 1-16 16,3 1-16-16,1-1-15 0,5 0-40 15,1 2-22-15,2 0-11 0,3 0-7 0,0 0-4 16,7 1 1-16,0-2 0 0,5 1 5 16,3 0 3-16,1 1-5 0,4-3-5 0,1 2 1 15,3-1-3-15,2-2-3 0,4 1-4 0,3-2-5 16,4 2-1-16,4-2-4 0,-2 2 1 0,2 0-1 0,0 1 0 15,4-1 0-15,1 2 0 0,1 3 0 16,2-1-4-16,1 3 2 0,-1 0 1 16,1 3 0-16,1 1 1 0,-1 2-1 0,0 2 0 15,-3 0-1-15,2 4 1 0,0-1 1 0,-2 3 0 0,3 0-1 16,-3 0 2-16,1 2-5 0,-2-2 0 16,-4 1 3-16,4-1 6 0,-1 1 4 0,-1-2 3 15,2 1 2-15,0 0-4 0,-2-3-1 0,2 2-5 16,-3-1-2-16,1-1 0 0,-1 1 1 15,0-1 1-15,-1-1-4 0,-4 2 0 0,-2-4 0 16,0 2-5-16,-2-1-4 0,1-2-1 0,-1 0 2 16,0 0 2-16,-1-3 3 0,-1-1 8 0,-2 0-2 15,-1 1 0-15,-1-3 1 0,1-2-5 0,-1 2-5 16,-4-4 3-16,0 0 5 0,-5-1 6 0,-5 1-5 16,-3-2-2-16,-1 0 0 0,-5 0-6 15,-1-2-3-15,-2 2-2 0,-3-3 2 0,-4 1 1 0,-6 0 3 16,-2-2-1-16,-6 0 1 0,0 0 5 15,-6-2 3-15,-5 0 2 0,-2-2 0 0,-5-1 2 16,-6 0 0-16,-1 0-9 0,-3-3-6 0,-5 0-4 16,-5 0-2-16,-2-2 0 0,-6 1-1 15,0 0 5-15,-6-2 3 0,-1 0 10 0,-6 0 2 16,1-2 1-16,-4 2 1 0,-1-1 0 0,-2-2-1 16,-1 2-6-16,-3-2-3 0,1 0-3 0,-2-1-1 15,-1 1-1-15,2 1 0 0,-3-2-1 0,2 1-5 16,-2 0-14-16,3-1-22 0,-3-1-62 0,0 1-61 15,1-1-87-15,-1 0-146 0,2-2-198 16,-2 1-309-16,2 0-236 0,0 0-215 0,1 0 16 16,-2-1 469-16,1-3 490 0</inkml:trace>
  <inkml:trace contextRef="#ctx0" brushRef="#br0" timeOffset="105726.13">28198 17583 162 0,'0'1'787'0,"2"2"482"0,-1-1 53 15,1-1-189-15,0 2-365 0,1-1-295 0,2 1-139 16,1 0-84-16,3-2-45 0,3 5-26 0,0-2-57 16,6 2-45-16,0 0-30 0,3 4-16 15,1-2-10-15,5 4-6 0,-2-1 0 0,4 1-1 16,-4 2 3-16,2 1 0 0,-2 2-4 0,1 2-4 15,-1 0-4-15,-7 1-2 0,-1 1-2 16,-8 0-5-16,-2-1 4 0,-6 1 0 0,-5 1 1 16,-6 0 6-16,-6-1 0 0,-1 2 0 15,-9-2-2-15,-5-1 2 0,-2 1 0 0,-7 1-7 16,-2-3-13-16,-3 0-32 0,-1-1-58 0,0-1-59 16,-1-3-81-16,3-1-158 0,1-4-232 0,5 0-283 15,5-7-230-15,6 3-201 0,6-8 62 16,7-1 518-16</inkml:trace>
  <inkml:trace contextRef="#ctx0" brushRef="#br0" timeOffset="106836.37">29305 16699 6 0,'6'-4'372'0,"2"-1"308"16,-4-1 264-16,1 1 92 0,-2-1-267 0,3 0-246 16,-2 1-114-16,1 2-77 0,2 0-56 0,1 1-20 15,4 2-4-15,3-3-13 0,2 6-12 0,0-3-14 16,5 2-23-16,0 4-35 0,2 0-40 0,0 0-30 16,1 3-23-16,2-2-13 0,-2 4-9 15,0-1-4-15,-2 2-9 0,1-1-5 0,-4 1-5 16,-1 0-3-16,-3 0-2 0,-2-1 2 0,-3 4 1 15,-4-1 1-15,-4 3 2 0,-3-1-5 0,-7 3-6 16,-2 0-4-16,-5 5-4 0,-7-2-2 16,-3 5-3-16,-4 0 4 0,-7 3 2 0,-3 1 1 15,0 0-1-15,-1 2 7 0,-4 1 0 16,4-1 3-16,1-1-1 0,3-1 0 0,3-2 0 16,7-2-7-16,1-3-4 0,10-3-3 0,3-4-1 15,6-3 0-15,5-2-1 0,7-1 0 0,3-5-10 16,3-4-23-16,8-2-63 0,2-4-57 0,6-4-65 15,1-2-118-15,4-4-137 0,5-1-140 0,-1-2-81 16,6-3-113-16,-1 1-149 0,-1-2-26 0,2-1 134 16,-1 2 243-16,3-1 281 0,-3 0 227 15,-2 1 144-15,1 2 137 0,-4 3 164 0,-3 0 143 16,-5 2 31-16,-1 5-79 0,-7 3-18 0,-3 3 38 16,-3 4 40-16,-3 3 20 0,-4 6-13 0,-5 3-55 15,0 1-89-15,-4 5-70 0,0 3-32 0,-4 5-8 16,0 4-8-16,-4 0-15 0,0 3-22 15,-2 3-34-15,0-1-45 0,2 3-43 0,0-3-27 16,4-3-19-16,4-4-13 0,5-5-9 0,5-1-6 16,5-10-4-16,3-2-2 0,4-6-2 0,3-3 1 15,4-7-1-15,1-4 1 0,1-4 1 0,3-5 1 16,0-2 2-16,3-2 2 0,-2-4-6 0,1-3-3 16,-5 2-5-16,-2-5-2 0,-3-1-2 0,-1-1-2 15,-7-1 7-15,-1 0 2 0,-4-2 4 0,-4-1 6 16,-5-1 4-16,-4 1 2 0,-4 2-1 0,-5 1 0 15,-6 5 2-15,-3 3-9 0,-5 6-3 0,-6 3-3 16,-2 7-2-16,-6 1 1 0,1 7-5 0,-5 2 0 16,1 2 2-16,1 4-2 0,-2 1 5 0,3 4 0 15,0 1 0-15,3 2-18 0,5 0-42 0,1 3-54 16,7-2-52-16,6-2-82 0,6-1-141 16,3-2-156-16,7-2-233 0,5 1-227 0,6-4-223 15,2-1-26-15,5 0 357 0,2-2 442 0</inkml:trace>
  <inkml:trace contextRef="#ctx0" brushRef="#br0" timeOffset="107121.28">30033 16995 250 0,'-5'4'882'0,"0"3"393"0,2-1-6 0,3 0-113 16,5 0-418-16,3 1-272 0,1 2-125 0,8-3-75 15,4 0-42-15,0 0-64 0,6-2-58 0,3 1-35 16,3 1-25-16,4-2-22 0,1 2-12 0,0-3-10 16,4 2-6-16,-2 1-5 0,2 1 4 0,-2-2 9 15,2 3-29-15,-4 0-60 0,-2 1-60 0,1 0-132 16,-4 0-194-16,-4 1-319 0,-3 1-307 15,0 1-232-15,-8 2-113 0,0-2 419 0,-2 1 556 0</inkml:trace>
  <inkml:trace contextRef="#ctx0" brushRef="#br0" timeOffset="108957.1">19499 11376 220 0,'10'-2'641'0,"-3"0"317"0,-2 2 167 0,0-1-190 0,0 2-252 15,0 3-113-15,1 3-93 0,-3 3-65 16,0 1-73-16,-1 4-63 0,-1 2-49 0,-1 3-78 15,-3 2-54-15,1 1-30 0,-1 2-21 16,-3 5-13-16,2-2-11 0,-3 2-5 0,2 0-7 16,-1 0-3-16,0-1-3 0,0-1-1 15,2-2-3-15,-1-4-3 0,2-3-4 0,0-2-34 0,1-4-70 16,-1-4-74-16,-3-2-144 0,3-6-222 16,2-5-323-16,-4-3-307 0,1-5-206 0,1-2 0 15,-2-4 509-15</inkml:trace>
  <inkml:trace contextRef="#ctx0" brushRef="#br0" timeOffset="109207.04">19400 11083 264 0,'4'-5'881'0,"0"3"369"0,-1-1-17 16,0 1-157-16,3 0-411 0,0 2-224 0,4 2-118 15,1 0-61-15,5 1-36 0,-2 3-38 0,3-1-64 16,2 2-54-16,1 0-29 0,2-1-15 0,0 2-11 16,0-1-6-16,3 1-5 0,0-1-1 15,1-1-1-15,-3 2-5 0,-2-1-28 16,1 3-73-16,-2-2-96 0,-5 0-169 16,-3 2-287-16,-2 1-328 0,-4-1-327 0,-2 1-157 0,-8 0 224 15,0 3 618-15</inkml:trace>
  <inkml:trace contextRef="#ctx0" brushRef="#br0" timeOffset="109434.71">19077 11772 41 0,'-3'17'447'0,"0"-1"313"0,1-1 185 0,6-4 87 15,0-3-293-15,9-2-250 0,1-3-132 0,7-3-70 16,2-1-42-16,5-2-80 0,4-2-66 15,5-1-43-15,2 1-28 0,7 3-14 0,0 0-8 16,3 2-28-16,-1 2-110 0,4 4-170 16,-4-1-292-16,2 6-266 0,2 3-257 0,0 0-133 15,0 6 306-15,2 3 488 0</inkml:trace>
  <inkml:trace contextRef="#ctx0" brushRef="#br0" timeOffset="112605.76">28823 12227 280 0,'-8'-2'529'0,"0"0"259"0,0-1 193 0,2 3-214 0,-1-1-170 16,3-2-99-16,-1 3-82 0,4 0-89 15,-1-2-92-15,1 2-78 0,1 0-57 0,0 0-37 16,0 0-22-16,1 0 5 0,2 0 22 0,5 0 38 15,0 0 38-15,0 2 20 0,4-2 16 0,0 0-14 16,0 0-26-16,2 3-36 0,1-2-34 16,0 1-20-16,0 1-21 0,2 0-8 0,1 0-6 15,-1 0-3-15,2 2 0 0,-2-1 7 0,4 1 4 16,1 2 1-16,-3 0 1 0,3 1-1 16,0-1-1-16,1 3-9 0,0-2-1 0,2 0 2 15,-1 3 5-15,-2-3 3 0,4 1 1 16,-4 0 1-16,1 0-3 0,0-2-3 0,-1 1-5 15,-2-6-3-15,-2 5-2 0,-3-2-1 16,0 0-1-16,-1-3-2 0,-5 2-1 0,-2-2-3 16,0 0-1-16,-3-1-1 0,0 1 1 0,-4-1-1 15,4-1 1-15,-4 1 1 0,0-1 0 16,0 0-1-16,-4 0-2 0,4 0-1 0,-3 2-5 16,2 0-17-16,-5-2-56 0,2 1-70 0,0 1-137 15,-1-1-243-15,-2 4-309 0,4-1-351 16,0 1-285-16,1 1-66 0,1 0 545 0</inkml:trace>
  <inkml:trace contextRef="#ctx0" brushRef="#br0" timeOffset="113366.91">29991 12666 57 0,'0'7'342'0,"-1"-2"227"15,-3-2 192-15,4 0-4 0,-1-2-191 0,-1-1-98 16,4 0-44-16,-1 0-24 0,3-1-36 16,1-4-45-16,4-1-57 0,4-1-56 0,1-3-45 15,5-5-31-15,0 1 7 0,6-3 27 0,2-2 11 16,2-2-1-16,2-2-3 0,1 1-19 0,-1-2-32 16,3 1-38-16,-4 1-25 0,-2 0-10 15,-3 3-12-15,-1 2-8 0,-5 3-4 0,-3 2-3 16,-3 4 4-16,-5 0-3 0,1 1-2 0,-4 3-2 15,-2 0-5-15,-2 4 0 0,-2 4-2 0,-4 2-5 16,-1 2-1-16,-4 5-1 0,1 2 1 16,-4 3-1-16,1-1 0 0,0 6 1 0,-2 0-3 15,3 0-1-15,-2 2 0 0,1 0-1 0,2 0-3 16,1 0-1-16,-2-1 1 0,4-2-1 16,3-1-2-16,-1-2 0 0,3-2-18 0,1-2-58 15,-1-2-56-15,2-2-74 0,2-3-124 0,1 3-163 16,0-7-214-16,2 0-241 0,1-2-224 0,2-4-102 15,3 1 247-15,-1-4 422 0</inkml:trace>
  <inkml:trace contextRef="#ctx0" brushRef="#br0" timeOffset="113699.69">30502 12669 58 0,'5'8'266'0,"-2"-1"143"0,-3 2 143 0,0 1-67 15,0 3-111-15,0 3-11 0,0-1 15 16,0 2-1-16,1-1-28 0,3 1-21 0,1 0-43 15,1-2-34-15,0 0-22 0,3-3-18 0,3-2-14 16,2-2-18-16,0-1-16 0,1-6-34 0,3-1-31 16,0-5-15-16,-2-1-2 0,2-3 12 15,-1-1 29-15,0-3 25 0,-4-3 18 16,-1 1-1-16,-2-2-14 0,-4 3-20 0,-1-4-31 0,-4 0-26 16,-2 1-24-16,-2 1-15 0,-2-1-10 0,-3-1-6 15,-3 2-6-15,0 0-4 0,-2 2-5 16,-3 2 1-16,2 1-1 0,-3 2 0 0,-1 3 0 15,1 0-2-15,0 4-1 0,1-1-1 0,0 6-2 16,2-1-3-16,1 4 1 0,-3 0-2 16,5 3 1-16,-3 2-4 0,3 1-2 0,3 1-33 15,-1 3-58-15,4-2-46 0,1 3-81 0,4-2-134 16,4-1-172-16,1 1-280 0,4-1-223 0,0 0-218 16,6-2 8-16,-1-2 384 0,2-1 439 15</inkml:trace>
  <inkml:trace contextRef="#ctx0" brushRef="#br0" timeOffset="114046.57">30983 12702 311 0,'-7'7'558'0,"1"2"203"0,-3 4 133 16,1-3-248-16,0 8-158 0,0-2-104 0,0 2-61 15,2 3-42-15,1-4-73 0,2 4-60 16,3-3-59-16,0 1-48 0,1-5-17 0,6 2-13 16,-1-4-2-16,5-2-2 0,0-2 0 0,4-4 6 15,0-1-1-15,2-6 1 0,3-1 1 0,-2-4 2 16,2-2 1-16,0-2-2 0,-1-1 1 0,-5-2-2 16,2-4 19-16,-6 3 11 0,-2 1 9 15,-4-3 6-15,-2 3-3 0,-4-3 4 0,-2 1-20 16,-4 3-15-16,-1-4-12 0,-4 4-9 0,0 2-3 15,-3 2-7-15,-2 1-1 0,0 4-3 16,-4 4-2-16,1 2 2 0,-3 2-10 0,1 5-34 16,2 1-75-16,-3 2-101 0,4 1-125 0,-1 4-187 15,5 0-283-15,-1 1-197 0,6 1-14 0,0 1 219 16,1 1 331-16</inkml:trace>
  <inkml:trace contextRef="#ctx0" brushRef="#br0" timeOffset="114428.96">31337 12866 146 0,'-3'16'391'16,"0"-3"210"-16,-2 2 181 0,0 2-97 0,-1 1-128 0,1 1-83 15,2-2-68-15,-3 0-64 0,3 1-72 16,3-2-83-16,0-3-67 0,1 1-55 0,2-4-27 16,5-2-15-16,-2-1-12 0,2-4-3 0,5-1-5 15,-2-5 0-15,2-3-2 0,1-2-1 16,0 0 0-16,0-3-4 0,-3-1-1 0,1-3 2 15,-2 1 1-15,-3 0 0 0,-2 1 2 16,-2 1 2-16,-3-2 2 0,-2 2-4 0,-3 1-7 0,1-2-58 16,-4 2-90-16,-3 1-110 0,1-1-149 0,-1 3-287 15,-1 1-228-15,0 1-65 0,-2 2 160 16,3 4 300-16</inkml:trace>
  <inkml:trace contextRef="#ctx0" brushRef="#br0" timeOffset="115190.71">31745 13308 330 0,'1'0'712'0,"3"-2"307"0,-1 1 86 15,-2-1-275-15,3-3-246 0,0 1-164 0,2-1-122 16,2-3-69-16,4 0-50 0,-3-1-21 0,7 0-25 15,-2-1-17-15,3-1-11 0,1 0-16 0,-1 0-11 16,4 1 5-16,-4-1 8 0,1 2 0 16,-4-1-5-16,-2 4-5 0,0-1-4 0,-4 4-29 15,-1 0-18-15,-2 2-9 0,-2 1-2 16,-1 1 3-16,-4 5 2 0,1 1 2 0,-4 4-1 0,-3 3-2 16,2 1-3-16,-1 0-6 0,-1 0-5 15,0 1-2-15,1 1 0 0,0-1-2 0,3-1-1 16,0-1 0-16,3-1-1 0,-1-1-2 0,2-1-2 15,2-2 0-15,-1-2 1 0,3-1-2 0,0-1 4 16,3-2 1-16,-2-2-1 0,2-1-1 16,0 0-3-16,-1-1-4 0,0-4-40 0,-1 2-63 15,3-1-60-15,-5-2-136 0,0-2-176 0,0 2-313 16,1-1-281-16,-3 0-226 0,3 1-94 0,-3 0 396 16,2 2 519-16</inkml:trace>
  <inkml:trace contextRef="#ctx0" brushRef="#br0" timeOffset="115611.93">32107 13477 11 0,'8'0'293'0,"0"0"219"0,0-1 238 0,3-3 99 0,-2 0-114 15,2-2-111-15,3 0-85 0,-1-2-81 16,3 0-87-16,-3-1-88 0,4 0-84 0,-3 1-50 15,0-3-16-15,1 3 5 0,-6 0 10 0,4 1 13 16,-5 0 5-16,-3 3-8 0,-1 1-21 0,2 1-26 16,-6 2-24-16,2 1-28 0,-4 3-20 0,2 0-15 15,-6 4-9-15,5 0-6 0,-6 0-5 16,4 4 3-16,-2-1-2 0,4 3 1 0,-3-2 5 16,3 0 3-16,2 0 1 0,-1 0-2 0,5 0 0 15,2-2-2-15,1 0-7 0,3-2-2 16,3-2-1-16,5-1 0 0,0-2 0 0,6-3-2 15,4-2-2-15,1 1 1 0,1-2 1 0,3-2 2 16,-3 2-1-16,-1-1 4 0,0 1-1 0,-1 2 1 16,-6 1-1-16,1 1-2 0,-6 2 0 0,-1 1-1 15,-4 2-2-15,-4 3-2 0,0 1-1 16,-2 1-4-16,-6 4 0 0,1-1-1 0,-4 2-13 16,-1 1-43-16,-2 2-59 0,-4-2-52 0,3 0-104 0,-4 0-152 15,1 1-212-15,-2 1-263 0,0 0-223 16,-1 1-179-16,-2 3 149 0,1-3 448 0</inkml:trace>
  <inkml:trace contextRef="#ctx0" brushRef="#br0" timeOffset="120729.25">20358 16288 93 0,'1'0'327'0,"-1"-1"185"0,-1-1 203 0,1 1-58 15,-2 1-111-15,2 0-51 0,0 0-29 0,0 0-35 16,0 0-69-16,0 0-59 0,0-3-60 0,0 3-54 16,0 0-53-16,0 0-33 0,0 0-28 15,0-2-23-15,2 2-13 0,-2 0-11 0,1 0-7 16,-1 0-5-16,0 0-5 0,4 0 8 15,-3 0 18-15,2 0 8 0,3 2 9 16,-1 1 37-16,2 0 40 0,-3-2 4 0,4 3-16 0,0-2-6 16,2 2-6-16,-1 0-13 0,4-1-21 0,-4 0-8 15,4-2-5-15,3 2-5 0,-2 0-5 0,2-1-20 16,0 1-13-16,3-2-8 0,-1 1-5 16,-2-1-3-16,5 1 1 0,-3 1-2 0,0-2 0 15,3 0 2-15,-2 3-1 0,0-3 4 0,0 2-2 16,-2 0 4-16,4-2 2 0,-5 3 5 0,2-3 7 15,-1 2 1-15,0 0 0 0,-3-3-1 0,3 2 0 16,-1-2-5-16,0 3-7 0,-2 0-2 16,4-2-2-16,-2 1 1 0,-1 1-2 0,0 0-2 15,0 0 2-15,0 0-2 0,2 0 2 0,-3 0-3 16,3 1 1-16,-2-1 1 0,2 2-1 0,-1-1 0 16,-2-1-1-16,3 0 1 0,-2 2 1 15,0-3-3-15,0 2 0 0,-1-3 2 0,2 3 0 16,-2-3-1-16,2 0 0 0,-2 2 2 0,2 0-2 15,-2-3-2-15,4 2-1 0,-6-2 1 16,4 3-1-16,-3-2-2 0,2 1 3 0,-2 1 1 16,1-1-2-16,1 0 0 0,-3 2 2 0,1-3 0 15,0 2-1-15,1 0-1 0,-3 0 2 0,3 0 0 16,-3-1-1-16,2 2-2 0,-1-1 2 0,0 0-1 16,-2 0 1-16,2-2 0 0,-1 2 1 0,0 0 1 15,-2-1-2-15,1-1 1 0,1 0 0 16,-3 3 0-16,0-4 1 0,-2 1-1 0,3 0 2 15,-1-1 0-15,-3 0-1 0,3 0 0 0,0 0-1 16,-4 0 0-16,3 0 0 0,-2 0 0 16,0 0 0-16,-1 0 0 0,4 3-1 0,-2-3 1 15,1 1-1-15,2 0 1 0,1 2 2 0,-2 0-1 16,3-3 0-16,0 2 1 0,0 1 0 0,0-2 0 16,1 1-1-16,0-1 1 0,3 1 0 0,-2 0 0 15,3 0 0-15,-2 2 1 0,2-3 0 16,0 2-2-16,2-1 1 0,-1 0 0 0,1 1 0 0,0 0-1 15,2 0-1-15,-1 0 0 0,1 2 0 16,0-1 0-16,-1 0-1 0,0 1 1 0,-2-2 0 16,1 1-1-16,1 0 1 0,-5 0 1 0,2-1-1 15,-3-1 0-15,-1-2-2 0,-3 3 2 16,1 0-1-16,-1-3 0 0,-2 1 0 0,-1-1 1 16,-1 2 0-16,-2-2-1 0,0 0 3 0,2 0-2 15,-2 0 0-15,-2-2-1 0,3 2 4 0,-3-1-1 16,3-1-2-16,-1-2 1 0,0 2 1 15,0-1 0-15,2 0-2 0,-1-2 0 0,3 1 1 16,-2 0-1-16,-1-1 0 0,1 1-1 0,2-4 1 16,-1 2 0-16,0-1 0 0,2 0 0 0,0-3 0 15,3 1 0-15,0-3-1 0,0 0 1 16,2-1 0-16,0-2 2 0,-1 0-1 0,1-4 0 0,1 2 2 16,-1-1-1-16,-1-3-1 0,1 0 0 15,0-3-1-15,1 0 1 0,0-2-1 0,0-3-1 16,0 0 0-16,4-3-1 0,-6-1 2 0,6-1-2 15,-6-2 2-15,6-2 0 0,-5 0 0 0,1-5 0 16,0 1 0-16,-1-1-1 0,1-3-1 16,-1 2 0-16,1-5 1 0,-2 2-2 0,4 0-1 15,-2 1 1-15,-1-1 1 0,4 2 1 16,-2 2-1-16,0 0 0 0,0 2 4 0,2-1 0 16,0 1-1-16,-1 0 1 0,3 0-1 15,0-1 0-15,0-1 0 0,3 0-1 0,-2-2 0 16,1-2-2-16,1 3-1 0,-1-3 1 0,1 0-1 15,-3 2 0-15,0-1 0 0,0 0 1 16,-3 0 1-16,-2 2 1 0,1 1 0 0,-1-2 0 16,-5 5 0-16,1-2-1 0,1 4-1 0,-5 0-1 15,2 1-1-15,1 0 2 0,-1 3-1 16,0-2 0-16,0 1 0 0,3-1 3 0,-3 2-2 16,3-2 0-16,2 3 2 0,0-2-1 0,-1 2 0 15,-1-1-1-15,2 0 1 0,-1 3-1 16,0-2 1-16,-3 2 0 0,0 1 1 0,1 1 0 15,-3 4 1-15,2 1 0 0,-5 2-1 16,1 2 0-16,0 3 0 0,0 1 0 0,-2 2-1 16,0 2 1-16,2 0 1 0,-4 3-1 15,-1 2 1-15,3 0 1 0,-1 1-1 0,0-2 0 0,-2 3-1 16,1-1 1-16,1 1 0 0,0-1 0 16,-2 2 0-16,1-2 0 0,1 2 1 15,-1-1-2-15,-1 0-1 0,0 3 2 0,2-1-1 16,0 0-1-16,-2 2 0 0,0-1 1 0,0 2 0 15,0-2 0-15,0 2-1 0,-2 2 1 0,0 0-2 16,-1 0 2-16,0 3 0 0,-2 1-1 16,0 1 1-16,-1 2 0 0,-2 0-1 0,4 3-1 15,-5 1-2-15,5-1 3 0,-4 1-1 0,2 1 2 16,-1 0 0-16,1 1 2 0,-2 0-1 16,0 2-1-16,3-1 0 0,-3 0 3 0,2 2-2 15,-3 2 2-15,1-2 0 0,-2 3 0 16,3-1-1-16,-1 2-2 0,-2-1-1 0,0 3-1 15,1 0 2-15,0 0 0 0,-1 2 0 0,-1-1 1 16,0 2 1-16,1 1-1 0,0-3 1 16,-2 1-1-16,3 2 0 0,-2-3 0 0,1 2 0 15,1 0-1-15,-4-1 0 0,5-1 0 0,-1 1-2 16,-1-1 2-16,2-1-1 0,0 0 0 16,-1 0 1-16,0-1 0 0,1-1 1 0,0 1 0 15,-3-1 0-15,1 1 1 0,4-1 2 16,-5-1-3-16,1 0 1 0,1 1 0 0,-2-3 0 15,1 1 1-15,2-1-2 0,-1 0 2 0,0 0 0 16,2-2-1-16,-1 1-1 0,2-3 0 16,-3 2 0-16,4-2 0 0,-2 0 1 0,1 0-2 15,1-2 3-15,-1 1-2 0,1-1-1 16,0 1 1-16,1-1-1 0,-3 1 2 0,2-1-2 16,-1 1-2-16,2-1 2 0,-1-1 0 0,2 0-1 15,-2 0-1-15,1 2-1 0,0-4 3 0,-1 2 1 16,2 0-1-16,0 0 1 0,-2 1-1 15,2-3-1-15,0 2 0 0,-1-1-1 0,1-2 1 16,-3 2-2-16,3-1 2 0,-2 2 1 16,2-2 0-16,0-1-1 0,0 0 0 0,-2 1 1 15,2 1 2-15,-2-2-2 0,1 1-2 0,-1-1 3 16,1 2 0-16,1-1-1 0,0 0 0 16,-2-2 1-16,4 3 0 0,-4-2 0 0,2 0 1 15,2-1-1-15,-3 2 1 0,3-1-2 0,-3 0 0 16,1-2 0-16,2 2 2 0,-3 0-1 15,1 1-2-15,2 0-1 0,-4-1 0 16,4 0 1-16,-3 1-2 0,1-1 3 0,0 0 1 16,1 0 0-16,-1 1 0 0,2 0 0 0,-3-1-2 15,1 1 1-15,2-2 0 0,-3 2-1 0,2-3 1 16,-2 3 0-16,1-1 0 0,2 2 0 16,1-3-2-16,-4 1 4 0,3 2-1 0,-1-2-1 15,1-1 2-15,-1 3-1 0,0-2-1 0,-1 2 0 16,1 0-1-16,-1-1 1 0,2 2 1 15,-5-2-1-15,1 4 0 0,0 0 0 0,0 2 2 16,-3-2-2-16,2 0 0 0,0 0 0 16,0-1 0-16,-1 0-1 0,1 3 0 0,-2-1 1 15,2 0 0-15,-1-1 0 0,2 1 0 0,2-5 3 16,0 2 0-16,-1-2-1 0,1 2-1 16,1 0 1-16,0 1-2 0,1-3 0 0,-3 3-2 15,3-2 2-15,-1-1-1 0,2 1 3 0,-1-2-2 16,-3 3 0-16,1 0 0 0,2 2 0 15,-4-3 0-15,2 3-2 0,0-2 2 0,0 0 0 16,-1 0 0-16,1 2 1 0,2-3-1 0,-3 4 1 16,0 0 1-16,0 0 0 0,0-1-1 15,2-1 0-15,-1 1 0 0,2-1-1 0,-3 0 1 0,1-3 0 16,2 3 1-16,-1-2-2 0,0-3 1 16,1 2 0-16,-1-2-1 0,2 0 0 0,-1 0-1 15,1-1 1-15,0 1 1 0,-2-1-1 0,0 3 0 16,2-2 0-16,-2 1-1 0,0 0 0 0,0 0 0 15,2-1 2-15,-3 1 0 0,3 0-1 16,-1 0 2-16,-3 1-1 0,3 1 0 0,-1-1-2 16,1-1-1-16,1 0 0 0,-2-1 0 0,2-2 2 0,0-1-1 15,0-1-1-15,2-1 1 0,-2 0 0 16,1 0-2-16,-1 0 2 0,3-3 1 0,-1 1 0 16,1-1 1-16,0-1 0 0,1 1 2 0,0 0-3 15,-1 0 0-15,2 0 0 0,-2 0-2 0,4 0 1 16,-4 1 0-16,2-1 0 0,1 0 0 15,-2 2 1-15,1-1 1 0,2 0 0 0,-3 1 0 16,4-2 2-16,-2 2-2 0,-1-1 0 0,2 1-2 16,-2-1 1-16,2 1 2 0,-1 1-2 15,1-2 0-15,-1 2 0 0,1 0 1 0,-1 0-1 0,0 0-1 16,-1 1 2-16,0 0-1 0,1 0 0 16,-1-1 0-16,1-1 0 0,-1 4 0 0,0-3-1 15,-1 0 1-15,3 2 1 0,0-4-2 0,-2 2 2 16,2 0-1-16,-3 0 0 0,3-2 0 0,0 2 1 15,-2-2 1-15,2 1-2 0,-3 0 2 0,3 1 0 16,-2-2-2-16,1 1 1 0,-2-1-1 16,1 1 0-16,0-1 0 0,0 2-1 0,-2-2 1 15,5 3 0-15,-4-3 0 0,1 2 0 0,0 0 0 16,2 1 1-16,-1-2 0 0,1 1-1 0,0 0-1 16,-1-1 0-16,2 2 1 0,-2-1-1 15,1 1 1-15,-1-2 1 0,1 2 0 16,-3-3 0-16,2 2-1 0,1-1 3 0,-1 0-1 0,-1 0-2 15,-2-1 0-15,4 2 0 0,-3-2 0 0,1 1-1 16,0 1 0-16,-2 0 0 0,2-1 0 16,-1 1 0-16,0-2 0 0,2 2 0 0,-3 0 1 15,0 0 0-15,2 0 0 0,0 1 0 0,-2 0 2 16,0-2-2-16,3 3 0 0,-3 0-2 0,4-1 1 16,-4 1 0-16,2 0 1 0,0-1-1 15,-2-1 0-15,3 1 2 0,-2 0-1 0,1 0 0 16,0 0-1-16,0-1 1 0,1 2-1 0,0-3 1 15,-1 3 1-15,-2-2-1 0,2 0 0 16,0 2 0-16,-2-1 0 0,5-1 0 0,-4 2-2 16,0-1 0-16,1 0 2 0,-1 0 1 0,1-1 0 15,0 0-1-15,1 0 1 0,-1 0 0 0,0 0-1 16,-1-2 0-16,0 0 0 0,-1 1 1 0,2 0 1 16,-1-2-1-16,-1 1 0 0,2 1-2 15,-2-1 1-15,2 1 0 0,-2-1 1 0,2 1-2 0,-2-1 1 16,2 2 0-16,-2-3 0 0,0 1 0 15,-1 1-2-15,1 0 1 0,0-1 0 0,0 0 1 16,1-1-1-16,-1 2 1 0,3 0 0 0,-3-2 0 16,2 0-1-16,-1 1 1 0,0-1-1 15,1 1 0-15,-1-1-1 0,2 3 1 0,1-1 1 16,-2-1 0-16,1 4 0 0,0-5 2 0,2 2-2 16,-2 2 0-16,2-1-1 0,0 1 0 0,0 0-1 15,2-1 0-15,-2 2 0 0,0-1 1 0,2 0 0 16,-2-1 1-16,2 2-1 0,-1-1 2 0,1-1 0 15,0 1 0-15,-1 1 0 0,0 0-1 16,-1-3 0-16,0 3 0 0,1-2 0 0,0 0-1 16,-3-1 0-16,0 1 1 0,0 0 1 0,2-2-1 15,-3 1 1-15,2 0 0 0,-3-1-1 0,2 0 0 16,-3-1-1-16,1 2-1 0,-1-2 1 16,0 2 1-16,-1-2-1 0,-1 0 1 0,3 0 1 15,-4 0 0-15,1 0 0 0,1 0 0 0,-1 0 0 16,-1 0-1-16,2 0 0 0,0 0 0 0,-2 0-1 15,2 0 0-15,0 0 1 0,1 0 0 16,0 0 0-16,1 1 0 0,2-1 2 0,0 0-1 16,-1 1 0-16,4 1 1 0,-1-2-2 0,1 3 0 15,0-2-2-15,0 2 2 0,3-1 0 16,-2 0 0-16,3 2 0 0,0-1-2 0,1 0 2 16,0 0-3-16,4 1 3 0,-2-1-3 0,-1 0 2 0,4-2 1 15,-1 3 0-15,-1-2 0 0,1 0 0 16,0 1 1-16,3-2 0 0,-4 1 1 0,2 1-3 15,-1-3 2-15,1 0-1 0,-3 2-1 16,1-2 0-16,2 3-1 0,-3-3 2 0,-1 1 1 0,0 1 0 16,0-1 1-16,0 1-1 0,-1 0 0 0,-1 0 0 15,-1 0-1-15,1 0 0 0,-4-1 0 16,1-1 0-16,-2 1 0 0,0 1-2 0,-4 0 1 16,0-1 1-16,-1 0 0 0,-2 1 1 0,3-2 1 15,-4 1 2-15,1 1-3 0,-1-1 1 16,0 0-1-16,0-1-1 0,0 2 0 0,0-2-1 15,0 2 1-15,0-2-1 0,0 1 1 16,0 1 0-16,3-2 0 0,-1 1 1 0,-2 1 0 0,0-1 1 16,1 1-2-16,-1-1-1 0,0 1 0 0,0-1 0 15,3 2 0-15,-3-1 0 0,4 0 0 16,-3 2 1-16,4-2 0 0,2 2 0 0,0 0-1 16,3-1 0-16,-1-1 3 0,5 1 0 0,1 0 0 15,0-2 0-15,1 1-1 0,5 0-1 16,-4-1 0-16,5 0-2 0,0-1 2 0,4 0 0 15,-1 0 0-15,1 0 0 0,2 0 0 0,0 0 2 16,2 0-2-16,0 0 0 0,2 0 0 0,-2 0 2 16,2 0-1-16,-1 0-1 0,1-1 0 15,0 1 0-15,-2-1-1 0,0 1-1 0,0-2 1 16,-2 2 0-16,1-2 0 0,-1 2 0 0,-3-1 1 16,2 1 0-16,-3 0 1 0,0 1-1 0,-1-1 0 15,-1 2 0-15,-1 0 1 0,0-1 0 0,-4 0-1 16,4 1 0-16,-4 0 1 0,1-1-1 15,-3 2 1-15,0-1-2 0,-2-1 1 0,0 0 1 16,0 1-1-16,-5-1 0 0,0 2 1 0,-2-3 0 16,-1 1 0-16,-1 1-2 0,1 0 1 0,-3-1-1 15,-1 1 0-15,1-2 1 0,0 3 1 16,-2-2 1-16,0 1 0 0,0-1-1 0,0 1 0 16,0-1 0-16,0 2-1 0,0-1 0 0,0-1-3 15,0 2 2-15,0-1 1 0,0 0 0 0,0 0 0 16,1 0 1-16,-1-1-1 0,0 0 0 15,2 1 1-15,-2 1-1 0,1-1 0 0,-1-2-2 16,0 3 2-16,2-2-1 0,0 1 1 0,-2-1-1 16,0 1 0-16,0-2 1 0,0 0-1 0,0 2 1 15,0-2 0-15,0 0 1 0,0 0 0 0,0 0 1 16,0-2-1-16,0 2-1 0,-2-2-3 0,0-1-4 16,-1-1-25-16,2 2-74 0,-4-4-89 15,-2 1-171-15,-2-1-287 0,3-1-327 0,-2 0-362 16,0-1-198-16,-1-1 179 0,-3 1 675 0</inkml:trace>
  <inkml:trace contextRef="#ctx0" brushRef="#br2" timeOffset="131949.32">28656 12784 139 0,'-7'5'356'0,"1"-4"175"0,-1 0 153 16,4 1-143-16,-2 0-119 0,4-2-46 16,-2 0-15-16,1 0-10 0,2 1-24 0,0-1-41 15,0 0-49-15,0 1-50 0,0-1-11 0,2 2-12 16,1 1-15-16,0 3-9 0,2 0 8 16,0 0 12-16,3 2-18 0,0 3-27 0,2-2 23 15,2 2 0-15,2 1-14 0,-2 0-19 16,4 0-14-16,0 1-8 0,1 0-35 0,-1 0-16 0,1-1-10 15,0 1-6-15,1-2-2 0,-2 2-2 16,2-2-3-16,-2 0 0 0,1-1-3 16,-4-1-2-16,1 0-6 0,-1-1 1 0,-1-1-1 15,-3 1-10-15,1-2-56 0,-2 0-62 16,-5-2-146-16,2 1-265 0,-5-1-301 0,0 1-328 16,0-2-224-16,-4-1 15 0,1 3 571 0</inkml:trace>
  <inkml:trace contextRef="#ctx0" brushRef="#br2" timeOffset="132799.04">29633 13491 232 0,'-5'3'393'0,"0"0"142"0,2-2 15 16,-1 3-179-16,4-4-90 0,0 0 4 0,0 0 78 15,4 0 72-15,1 0 40 0,3 0-4 16,2 0-44-16,2 0-73 0,4-4-91 0,1 1-65 16,2-1-35-16,-2-3-9 0,5 1 9 0,3 0-1 15,-4-1 3-15,5-2-5 0,-1 1-21 16,-2 0-26-16,3-1-30 0,-5 1-20 16,0 1-24-16,0-1-9 0,-7 1-5 0,2 1-1 15,-5 1-2-15,-1 1 2 0,-3 1 3 0,0 1-6 16,-4 1 1-16,0-1-4 0,0 1-2 0,-1 1-1 15,0-2 0-15,-2 2-6 0,0 0-2 16,0 2-3-16,-4-1-1 0,0 2-2 0,-1 0 1 16,-2 3-1-16,-3 1 0 0,0 3 0 15,-4-1 0-15,1 4 0 0,-4 2-1 0,-1 0 3 16,0 3-1-16,0 2 0 0,-3-1-1 0,1 2 0 16,2-3 0-16,3 2-3 0,0-2 0 15,1 0-1-15,3-2 0 0,3-2-1 16,2 1-1-16,0-3-1 0,3-2 0 0,1-1 0 15,2-1 2-15,2-2-1 0,2-2-1 0,2-1-2 16,2-2-19-16,0-2-54 0,5 0-59 0,-4-3-70 16,3 2-121-16,-2-3-161 0,3 0-203 0,-2 0-248 15,3 0-219-15,-1-1-118 0,0 0 220 16,-1 1 428-16</inkml:trace>
  <inkml:trace contextRef="#ctx0" brushRef="#br2" timeOffset="133163">30110 13612 75 0,'5'4'286'16,"-2"2"146"-16,-2 0 141 0,-1 2-86 0,0 1-103 0,0 0-22 16,0 2 18-16,-1 1 29 0,-1 1 29 15,1 0-14-15,1 3-44 0,-2-1-66 0,0-2-63 16,2 1-65-16,0-1-63 0,2-1-49 0,1-1-21 16,2-2-16-16,2-1-8 0,3-3-2 0,2 0-5 15,2-4 0-15,3-1-6 0,4-1-1 16,-4-4-6-16,5-2-3 0,0-1-1 0,-2-1-2 15,-2 0-2-15,0 0 12 0,-1-2 37 0,-4 1 48 16,-1 3 39-16,-4-2 20 0,-1-2 5 0,-6 2-12 16,-1 0-30-16,-3-1-40 0,-3 0-34 15,-4 0-24-15,-2 2-7 0,-3 1-9 0,0 1-4 16,-3 2 0-16,-1 0-1 0,2 4 0 0,-4 0-3 16,1 4-2-16,1 2 0 0,0 0-1 0,0 1 0 15,1 4 1-15,1 2 4 0,1 2 0 16,-1-2 0-16,2 4-1 0,3-2-2 15,4 2-2-15,3-2-6 0,4 0-23 0,1-2-53 16,4-1-42-16,5 0-68 0,3-3-124 0,1-2-156 16,5-2-223-16,2-3-236 0,2 1-224 0,5-2-65 15,-1-2 288-15,4-2 418 0</inkml:trace>
  <inkml:trace contextRef="#ctx0" brushRef="#br2" timeOffset="133505.07">30619 13739 76 0,'3'-2'384'0,"-3"0"257"0,-3 2 235 16,-2 2 8-16,1 1-181 0,-6 4-142 16,1 1-103-16,-4 2-80 0,2 3-80 0,-3 3-80 15,1 2-76-15,1 0-51 0,-1 1-36 0,2 2-20 16,1 0-17-16,4 0-11 0,3 0-1 0,3-2-5 16,1-2-2-16,7-2-2 0,5-2 3 15,0-2-1-15,5-3-4 0,2-4 4 0,2-1 3 16,3-4 0-16,-3-5-5 0,4 1 1 0,-3-3 2 15,1 0-2-15,-5-1-5 0,0-3 1 16,-4 2 4-16,-3-2-1 0,-1-1 2 0,-4 1 0 16,-3-1 0-16,-3 1 1 0,-2-3 2 0,-3 1 3 15,-3 0-2-15,-1 2 1 0,-2 1 3 0,-2 0 0 16,-3 2-1-16,0 2 0 0,-1 2 0 16,-1 3 1-16,-1 2 0 0,-1 4-5 0,3-1 3 15,-1 4-3-15,2 1-2 0,1 1-9 0,1 1-43 16,3 2-97-16,0-1-143 0,2 2-228 0,3-1-282 15,1 0-268-15,2 0-143 0,4 0 196 16,1 0 434-16</inkml:trace>
  <inkml:trace contextRef="#ctx0" brushRef="#br2" timeOffset="134285.76">31383 14457 199 0,'1'2'559'0,"1"0"270"0,0-2 143 15,2-2-121-15,6-2-250 0,1 0-148 0,2-2-104 16,4-2-54-16,2-1-53 0,-2-1-64 15,7 0-53-15,-1-2-34 0,-2 0-14 0,5 0-1 16,-6 2 8-16,-1 0 16 0,2-1 4 0,-6 4 16 16,-2 0 14-16,-2 1 5 0,-2-1-4 0,0 2-16 15,-5 4-12-15,0-2-25 0,-1 1-25 16,-2 1-23-16,-1 2-13 0,-1 1-11 0,-2 1-4 16,-1 3-2-16,-2 2-2 0,-1 1-2 0,-2 0 0 15,5 3 0-15,-5 0 0 0,5 1 0 0,-3 1-1 16,1-3 0-16,5 1-2 0,-2-1 1 15,6 0-1-15,-2-2 1 0,8-2 1 0,-1-1 0 16,5-3 1-16,6 0 2 0,1-6-1 16,1 0 0-16,1 0 3 0,4-3-1 0,-3 0 2 15,0-1-2-15,-1 1 0 0,-4-2 2 0,-1 2-1 0,-2 2 0 16,-4 0-1-16,-1 0-2 0,-3 2-1 16,-2 2-1-16,-1 0-2 0,-4 0 0 0,-4 6 0 15,-1 0 0-15,-4 2-1 0,0 1 0 0,-3 1 0 16,0 1 2-16,-1 1-1 0,-1 1 4 0,1 0-2 15,2 0 1-15,-1 0-16 0,1-1-64 0,1 1-59 16,1-2-119-16,2-3-173 0,3 0-308 16,-1-2-324-16,5 0-234 0,0-2-140 0,1 1 338 15,4-3 571-15</inkml:trace>
  <inkml:trace contextRef="#ctx0" brushRef="#br2" timeOffset="134723.01">32003 14672 17 0,'-5'8'465'0,"0"-2"446"0,0-1 280 0,-2 1-15 0,3-4-357 15,1 1-294-15,2-3-195 0,1 0-124 16,3-3-84-16,3 0-52 0,5-2-31 0,2-2-17 16,4 0-14-16,2-2-2 0,5-1 1 15,0 1 0-15,1-1 0 0,-2-2-7 0,0 6 0 0,-1-1-2 16,-2 1 0-16,-4 0 0 0,0 5-1 15,-7-1 3-15,1 2 4 0,-2 2 1 16,-5 2 1-16,-3 5-2 0,-3-1 4 0,-5 4 12 0,0 1 4 16,-2 2 7-16,0 2-2 0,-2 1 3 0,3 0-1 15,-3-2-9-15,3 2-7 0,1-1-6 16,4 1-2-16,-2-3-2 0,6-2-2 0,0-1-3 16,6-3 1-16,2-1-2 0,1-3-3 0,5-3 6 15,1-2 0-15,2-2-2 0,1-3 0 16,0 2 4-16,0-3 1 0,-1 0-5 0,0 1-3 15,-4 0-3-15,-2 1 2 0,0 3-1 0,-4-1-1 16,1 2 4-16,-4 0 3 0,0 3 4 0,-3 1-1 16,-1 2 3-16,-1 1-4 0,-1 2 0 15,-1 0-4-15,0 0-2 0,-1 1 1 0,0 1-1 16,-1 0 1-16,2 0-6 0,-3-1-18 0,2 3-27 16,0-4-71-16,0 0-146 0,0 0-168 15,0-2-293-15,0 2-263 0,0-2-227 0,2 0 29 16,-2 0 427-16</inkml:trace>
  <inkml:trace contextRef="#ctx0" brushRef="#br2" timeOffset="142180.67">20421 16162 90 0,'-2'0'278'0,"1"-1"138"0,-1 1 100 16,2-2-116-16,-1 2-149 0,-3-1-86 16,3 1-45-16,-1-2-29 0,1 1 12 0,-4 0 20 15,4 1 58-15,-1-2 42 0,0 2 45 0,2 0 36 16,-1 0-7-16,-1 0-9 0,2 0-18 0,0 2-22 16,0-2-27-16,0 0-35 0,0 0-33 15,0 0-31-15,2 0-28 0,-2 0-27 16,0 1-22-16,0-1-18 0,1 0-12 0,-1 0-7 15,0 0-4-15,2 1-2 0,0-1 9 0,2 2 11 16,-1-1 7-16,4-1 1 0,-3 3 2 0,1-2 0 16,2 1-8-16,0 0-9 0,0-1-6 0,-1 1-3 15,2 1 9-15,1-2 4 0,-1 1 1 0,0 1 1 16,0-2 4-16,1 2-4 0,0 0-9 16,-1-2-2-16,-2 3-5 0,1-3-4 0,2 3-2 15,-3-3 4-15,0 1-1 0,0 3-4 0,2-5 2 16,-3 2 1-16,2 2-1 0,-1-2-1 15,2 1 2-15,-2 0 3 0,0 0-5 0,1-1 4 16,-1 0 1-16,2 2-1 0,-2-3-1 0,1 2-5 16,-1-2 3-16,2 2-2 0,-2 0 2 15,0-1-2-15,-1-1 0 0,0 1 1 0,3 1 17 16,-2-2 29-16,1 1 17 0,-1 1 4 0,0-2 8 16,2 0-3-16,-2 1-16 0,-1 1-25 0,3-2-13 15,-1 1-8-15,-1 0-6 0,2 0 6 0,-4 1-4 16,3-2-3-16,-1 0 0 0,2 0 1 15,-2 1 2-15,1 1-2 0,-1-1 3 0,2 1-1 0,-4-2-1 16,1 2 3-16,2-1-6 0,-1 1 0 16,0-2 0-16,0 3-2 0,-1-3-3 0,0 2 1 15,2-1 6-15,-1-1-4 0,1 2 2 16,-2-2 5-16,0 1 1 0,2-1-3 0,-3 0-5 16,4 1 0-16,-2 0-2 0,-1 1 0 0,0 0-1 0,0-2-1 15,2 2 5-15,-2 0 2 0,2-2-2 16,-3 3 5-16,1-2 2 0,0 0 2 0,-1 1-5 15,1 1 2-15,0-3 1 0,0 1-7 0,-2 0 0 16,0 1-3-16,2-3-1 0,-2 2 0 0,2 1-1 16,-4-2 7-16,4 1-3 0,-2-1 4 15,0 1 5-15,1 0-4 0,1 0 2 0,-2 2-6 16,3-3 0-16,-2 2 1 0,0-1-4 0,0-1 6 16,1 2-5-16,0-2 6 0,0 1 1 0,1-1-1 15,-1 0 2-15,1 1-3 0,1 0 5 16,-3-1-6-16,5 1 0 0,-2-1 2 0,-1 1-7 15,2-2 3-15,1 1 0 0,-2-1 4 0,1 2-5 16,-2-1-2-16,4-1 6 0,-6 2-3 0,4-1-1 16,-3 0-2-16,0 1 5 0,3-2 1 15,-4 2-3-15,3-1 0 0,-1 0-4 0,-1-1 4 0,3 0 0 16,-4 2-3-16,3-2 6 0,-1 2 2 16,-1-2 1-16,4 0-3 0,-2 0-5 0,-1 0 4 15,2 0-2-15,0 0 1 0,-2 0-2 0,1 0 3 16,-1 1 0-16,0-1-2 0,2 1-1 15,-2 2-2-15,-1-3 0 0,2 2 0 0,1-1 4 16,-2 1-3-16,0 1-1 0,0-3 3 0,1 0 4 16,-1 2-6-16,2-2-4 0,-2 3 4 0,2-3-2 15,-3 0 3-15,3 1-1 0,0-1 4 0,-2 0 2 16,1-1 0-16,0 1-1 0,-1 0-1 16,-1 0-4-16,2 0 1 0,-2 0-2 0,1 0 3 15,1 0 2-15,-2 0-4 0,0 0 2 0,2 0 1 16,-3 1-2-16,2-1-1 0,1 2 4 0,-2-2 2 15,1 0-4-15,0 1 4 0,0-1 1 0,1 0-5 16,-1 0-3-16,1 0 2 0,-1-1-1 16,3 1-1-16,-1-2-3 0,-1 1 2 0,1-2 3 15,1 3-3-15,-3 0 2 0,2-2-2 0,-3 2 4 16,3 0 0-16,-2 0-1 0,-1 0 1 16,0 0 5-16,0 0-4 0,-1 0 0 0,1 2 4 15,-1-2-3-15,0 0 3 0,-3 0-6 0,3 0 1 16,-1 0 0-16,2 3-3 0,-2-3 3 0,3 0-2 15,-3 1 1-15,0-1 1 0,2 0 4 0,0 0-1 16,0 0 1-16,-1 0-3 0,2 0 3 16,-1 0 0-16,2 0-7 0,-3 0 1 0,1 0-2 15,2 0 2-15,-1 0-3 0,-2 0 0 0,3 0 4 16,-2 0 1-16,-1 0 3 0,1 0 2 16,3 0 2-16,-2 0-3 0,-1 0-1 0,2 0 0 15,-3 0-2-15,4 0-5 0,-3 0-1 0,1 0 2 16,1-1 4-16,-3 1-2 0,2 0 4 0,1-3 2 15,-2 3 1-15,1 0-1 0,-1 0 0 0,1 0 0 16,-2 0-8-16,1 0-3 0,0 0 2 16,2 0-1-16,-4 0-1 0,3-2 1 0,-2 2 3 15,0 0 5-15,-1 0-4 0,0 0-1 0,0-3 5 16,1 3 3-16,-1 0-1 0,0-2-2 0,-1 2 1 16,0 0-3-16,2 0-2 0,-3-1-5 0,-1 1 1 15,3 0 0-15,-1 0 3 0,0 0 0 0,-1 0 1 16,2 0 5-16,-3-1-1 0,4 1-3 15,-3-1 5-15,1 1-1 0,-1 0-3 0,1 0-1 16,1-3-2-16,0 3 3 0,-1 0-3 0,-1 0 4 16,2 0 3-16,-3-1-6 0,4 1 2 0,-3 0-2 15,1-1 2-15,-1 1-3 0,3 0-1 16,-3-2 1-16,3 2 5 0,-3-2-1 0,2 1 0 16,2 1 0-16,-4-1-1 0,4-1 1 0,-2 0-5 15,0 1 0-15,1 1-2 0,-3-1 0 16,3-1 2-16,0 2 5 0,1-1 1 0,-1 1 0 15,0-2-2-15,1 1 0 0,-1 1 2 0,1-2-5 16,-2 2 1-16,3-1 0 0,-1 1 1 0,-2 0 0 16,2-2-4-16,-2 2 5 0,1-1-4 0,-1 1 3 15,0 0-2-15,0-2 1 0,-2 2 1 16,2 0-2-16,-1-2 0 0,0 2 0 0,-1-1 2 16,3 1 0-16,-3 0 4 0,1-1 1 0,1-1 1 15,0 1 0-15,0-2-2 0,3 2-2 0,-2-3 1 16,0 3-5-16,1-2-3 0,-2 0-1 0,2 2 2 15,-2-3 1-15,2 3-2 0,0-2 5 16,-2 0 4-16,2 1 0 0,-2-1 2 0,2 1-4 16,-4 1 3-16,3-1-4 0,-1-1-2 0,3 2-2 15,-3 0 1-15,2-3 4 0,-2 3-2 0,2-2-2 16,0 0 1-16,-2 2 1 0,3-2-2 0,-2 0-1 16,1 0-2-16,0 0 4 0,2-1 0 0,-3 0 1 15,4 0 1-15,-3 1-1 16,1-1 4-16,1-1-4 0,-3 0-1 0,2 1 0 0,1 1-1 15,-1-2 2-15,1 2-2 0,-3 1 1 0,4-2 0 16,-3 1-1-16,0 0 0 0,-1 0-2 16,0 1 5-16,-1 1 2 0,2 0 0 0,-4-1-1 15,4 1 2-15,-4 1 1 0,2-3-3 0,1 1-4 16,-3 1 1-16,2-2 0 0,2-1 1 0,-2 2 1 16,2-1-4-16,0 0 1 0,-1 0 2 15,0-1 0-15,0-1 0 0,1 0-2 0,-1 1-1 16,0-1 0-16,1 0 1 0,-2 2 2 0,2-2-2 15,-4 0 0-15,2 0 2 0,1 0-1 0,-1 0 0 16,0 1-4-16,0-1 5 0,2 1 0 0,-4 0-1 16,4-2-2-16,-2 1 2 0,1-1 0 15,-1 0-6-15,2-1 1 0,-1 1 2 0,1-1 3 16,-1 1 2-16,1-1 3 0,0-1-3 0,2-1 2 16,-3 2 0-16,2-2 1 0,-2 0-2 15,0 2-2-15,0 0 6 0,0 0-7 0,0-1-1 0,-3 1-3 16,2-1-2-16,-1 1 0 0,0 0 1 15,0 1 2-15,0-2 3 0,0 1 1 16,-2-2 4-16,1 2 0 0,-1 0-1 0,0-1 3 16,0 0 0-16,0 0 4 0,2 1-4 0,-1-3-5 15,-1 1-1-15,0 1 0 0,2-3-4 16,0 0 1-16,-1 0-2 0,2 0 3 0,-1-1 0 16,1-1 0-16,0 2 4 0,2-3-1 0,1 2 3 15,-3 1 4-15,2-2 1 0,0 3-4 16,-2-3-2-16,1 3-3 0,0 0-3 0,2-1-1 15,-3 1-2-15,1-1 2 0,0-1-2 16,0 1 4-16,-3 1 2 0,4 0-1 0,-2-1 1 16,2-1 3-16,-4 0-3 0,2 1-1 0,1-4 0 15,-3 5-1-15,3-2 1 0,-3 1-3 16,2-2 6-16,1 1 2 0,-3 1-3 0,2 0 0 16,2 0 2-16,-1-1 2 0,0 2-5 15,-3-2 0-15,4 2-1 0,-2-1-1 0,1 0-4 16,-1 1-1-16,0-2-1 0,1 2 1 0,-1-3 3 15,2 1 3-15,-1 1 3 0,-1 1 3 16,0-1-2-16,0 3 1 0,0-1-2 0,1-2 1 16,-2 2 2-16,2 1-5 0,-3-1 2 0,2 1-1 15,1-1 0-15,-3 1-1 0,2 0-3 16,1-2 3-16,-1 1 4 0,2 1-1 0,-1-3 0 0,-1 3-1 16,0-2-3-16,2-1 2 0,-2 3-2 15,2-3 1-15,-1-1 2 0,0 2-2 0,1 0 0 16,-1 0-3-16,0-1 4 0,-1 2-3 15,2-1 1-15,-2-1 4 0,0 0-1 0,0 3-1 16,2-3 0-16,-4 3 1 0,2-1-2 16,1 1-3-16,-3 0 4 0,2-1 3 0,-1 2-2 15,1-1-1-15,1-1 0 0,-3 2 0 0,2-1-5 16,2-1 1-16,-4 2 3 0,2-1 0 16,1 1-4-16,-3-1 2 0,3 0 8 0,-3-1-5 15,2 0-2-15,1 2 1 0,-3 0 3 16,2-1-3-16,-1 1-1 0,1-1 1 0,-2-1 1 15,-1 2-1-15,3-1-3 0,-3 1 3 16,2 0-6-16,0 0 6 0,-1 0 1 0,-1-2 4 16,2 2-5-16,0-3 0 0,-1 3 3 0,1-3-6 15,-1 1 0-15,3 0 0 0,-3 2 2 0,2-4-3 16,1 4 2-16,-2-3 2 0,2 1-2 16,-1-2-1-16,0 3-1 0,0-2 7 0,0 1 0 15,1 0-4-15,-3 2 0 0,1-2 4 16,-1 1 2-16,1-1-2 0,0 1-3 0,-1-3 0 15,-1 3-4-15,0-1 0 0,3 0 2 0,-3 0-1 16,2 0 0-16,-1-1 3 0,-1 0-5 16,2 1 5-16,-1 0 0 0,1 1-2 0,0 0-1 15,-1-1 0-15,2 2 3 0,-1-1-3 0,0 3-2 16,1-3 4-16,-1 4 2 0,-1-2 4 16,2-1 1-16,0 1 1 0,-1 1 1 0,-1-1-2 15,1 2-7-15,-1-2 1 0,3 2-4 16,-3-2-1-16,1 1-1 0,-1-1-2 0,3 0 7 0,-3 0-5 15,3 0 4-15,-3 1 0 0,2 1 4 16,2-5 0-16,-4 3-3 0,2 0 1 16,1-1 0-16,0 1 0 0,0-2-1 0,-1 2 1 15,0 0 0-15,0 0 3 0,3 1 0 0,-3-1 3 16,1 2 1-16,1-2-4 0,-4 0-2 16,2 1-3-16,2 1 2 0,-2 1-6 0,2-1 1 15,-4-1 3-15,2 2 2 0,1 0 0 0,1-1 0 16,-4-1 2-16,2 3 0 0,2-4 0 15,-2 0-1-15,3 2 3 0,-2-3-3 0,0 2 1 16,3-1-3-16,-2 0-1 0,-1 0 2 16,0 2-3-16,0-1-1 0,-1 1 3 0,0 1-1 15,1-2 4-15,-3 2 2 0,2-1-2 0,1 1 3 16,-3 0 0-16,1 0 1 0,-1-1-6 16,1 4 1-16,0-4-1 0,-1 3-3 0,-1 0-1 15,5-1-1-15,-5-1 5 0,1 1-5 16,1 2 2-16,-1-3 1 0,3 1 1 0,-3 1 3 15,2-2-4-15,1 0-1 0,-3 0 2 0,4 0 0 16,1-2-1-16,-1 1 1 0,1 1 2 16,1-1-1-16,-1-2 3 0,2 1-2 0,-2 2 1 15,-1-1-6-15,0 1-1 0,0 2 5 16,-1-3-1-16,1 2 1 0,-1 2-1 0,0-3 0 0,-3 2 3 16,3 1-2-16,-3 0 3 0,1 0-1 15,-1 1 0-15,1 2 3 0,0-3-2 0,-1 2 2 16,-1 0-2-16,2 1-1 0,-1 0-1 15,1-1-4-15,0 0-2 0,-2 3-1 0,2-2 0 16,0 0 0-16,-1 0 1 0,-1 0 7 16,2 0-3-16,0 0 1 0,-2 1 0 0,1 0 0 15,-1 0 2-15,0 0-4 0,2 0 2 0,-2 1 4 16,0 0-4-16,0-1 2 0,-2 2 0 16,2 2 0-16,-1-2 0 0,1 0 2 0,-2 1 0 15,0-1 3-15,-1 2-3 0,1 0-2 16,0 0 3-16,0 2-4 0,-1-4 3 0,2 6 0 15,-3-4-2-15,1 0-1 0,0 2-2 0,0-1 3 16,-1 0-1-16,1 1-2 0,2-1 4 16,-4-1-1-16,2 1 1 0,2-1-4 0,-3-1-3 15,1 0 1-15,2-1-3 0,-1 2 3 0,0 1 2 16,1-5 1-16,-1 5 1 0,0-3 3 16,-1 0-1-16,3-1 1 0,-1 3-7 0,-4-1 3 15,4-1-1-15,-1 1-4 0,1 1 2 0,-1 1 4 16,-1 0 0-16,1-1 0 0,-1 2 1 15,0-1 1-15,-1 2 4 0,1-1-5 0,0 1 0 16,-1 0 1-16,1 0-1 0,-2 1 4 16,1-1-2-16,1-1 1 0,0 0-4 0,1 1 1 15,-1-1 0-15,2-1-4 0,-1 3-1 0,-1-4 0 16,2 1 7-16,1 0 2 0,-2-2-1 16,0 3 1-16,1-3-1 0,-1 2-5 0,1-1 0 15,1 2 0-15,-4-1-3 0,3 0-1 16,-1 2 4-16,-1-1 3 0,-2 1 1 0,4 0-4 15,-5 3 4-15,1 0 2 0,2-3-2 0,-4 3-4 16,2 2-4-16,2-3 6 0,-2-1-3 0,1 1 0 16,-1 0 4-16,2-1 2 0,0 1-2 15,0-1-2-15,-1-2 3 0,3 1-5 16,-3-1 1-16,1 1-3 0,2-3 2 0,-4 1-3 0,2 0 3 16,2 1 5-16,-3-3-2 0,3 1 3 15,-2 1-1-15,1 0-3 0,-1-2-1 0,1 0-2 16,-1 2-1-16,0 0-1 0,-2-1 6 15,1 1-1-15,0-1 1 0,1-1 2 0,0 0 2 16,0 3 0-16,-1-3-5 0,1 1 3 0,2-2-4 16,-5 1-2-16,4 1 2 0,-1-1-4 15,0-1 3-15,1 2 1 0,-1-1 5 0,1-1 1 16,-1 2-5-16,0-1 1 0,1-2 1 16,1 2 2-16,-4-1-4 0,4 0 2 0,-1 0 2 15,1 1-1-15,-1-1-2 0,0-1-2 0,2 1 4 16,-1 0-1-16,-1 0 1 0,0 2 0 15,2 0-1-15,-3 1 2 0,3-2 4 0,-1 0 17 16,-1 2 7-16,0 0 9 0,1 0 1 0,-1 0 0 16,2-1-7-16,-1 0-15 0,-1 1-7 15,-1-2-7-15,3 0-3 0,-1 0-1 0,1 0-1 16,0 0-2-16,-2-1 0 0,2 2 3 0,-2-2 0 16,2-1 0-16,-1 1-3 0,-1 0 3 15,2 1-1-15,0-1-3 0,-1 0 0 0,1 0 2 16,0 0 0-16,-2 0-2 0,0-1 1 15,2 2 0-15,0-1 0 0,-1 0-1 0,1 0 0 16,-2 0 1-16,2 1 0 0,0-2 1 16,-1 1 2-16,1 0 0 0,0 0 2 0,0 0-1 15,-2-1-4-15,2 2 0 0,-2-1 1 0,2 0-1 16,0-1-2-16,0 1-1 0,-1 3 2 16,1-5 2-16,0 3-2 0,-2-1-1 0,2 0 2 15,0 0 1-15,-1 0 1 0,1-2 0 0,0 3-1 16,-2-1-1-16,0-2 1 0,2 2-1 15,0-2 0-15,0 2 1 0,-2-1 0 0,2 0 1 16,0 1 0-16,-2 0 1 0,0-2-3 0,2 1-2 16,0-1 2-16,-1 2-1 0,1-1 0 15,-2-1 0-15,2 1 2 0,0 1 0 0,0-2-3 16,0 0 1-16,0 1 2 0,0 1-2 16,0-1-2-16,0-2 3 0,0 1 2 0,0 3-1 15,0-5-2-15,0 3 2 0,0-1-1 0,0 2 0 16,0-1-3-16,0 1 1 0,0-2-1 15,0 1 2-15,0 1 2 0,0 0 2 0,0-1-1 16,0-1 0-16,-1 2-1 0,1-1 0 16,-2 1-2-16,0-2-2 0,1 2 3 0,-1-2-2 15,1 1 1-15,-1-1-1 0,0 1 0 0,1-1 2 16,-3 1 0-16,1 1 3 0,2-1 1 16,-2-2-1-16,1 2 0 0,-1 0-1 0,3-2-1 15,-1 2-1-15,-1-1-1 0,0-1 1 16,2 0-2-16,-3 1 1 0,3-1 2 0,0 0 1 0,-1 0-2 15,1 2 0-15,-2-2-1 0,0 0 3 16,2 1-2-16,-1-1-1 0,1 1 0 0,-4 1 1 16,4 0 2-16,-1 0-4 0,1-1 1 15,-2 2-1-15,2-3-2 0,0 1 3 0,-1 1-3 16,1-2 2-16,0 1 2 0,-3-1 3 0,3 0 1 16,0 2 0-16,0-2 0 0,-2 1-2 0,2-1 0 15,0 0-1-15,-1 0 0 0,1 1 1 16,-2 0-3-16,2-2 1 0,-1 2 1 0,1-2-2 15,0 1-1-15,-2-1 0 0,2 0 4 0,0-2-2 16,0 3-1-16,0-2 2 0,0 1 0 16,0-2-2-16,0 1-1 0,0 1 2 0,2 0-2 15,-2-1 1-15,0 0 0 0,0 1 1 0,0 0 2 16,0-1 0-16,1 2-1 0,-1-1-1 0,2-1 3 16,-1 2-2-16,1-2-1 0,-2 2-2 0,3-2 2 15,-3 3 3-15,1-1-5 0,1 1 0 16,-1-1 0-16,-1 0 3 0,4 0-1 0,-4 0-2 0,1 0 1 15,-1 0 1-15,4 1 2 0,-4-3-2 16,1 1 2-16,-1 1-2 0,0-1 2 0,2-2 2 16,-1 2-4-16,-1 1 2 0,0-2-5 0,2 1 3 15,-2-1 0-15,2 1-2 0,-2 0 3 16,0-1-3-16,1 2 2 0,-1-1 0 0,0 0 2 16,0 2-3-16,2-2 0 0,-1 1 2 0,4 0 1 15,-4 2-2-15,2-2-1 0,-3 0 0 0,4 0 1 16,-3 0 0-16,1-2 0 0,0 2 2 15,-1 0 1-15,2-2-1 0,-1 4 2 0,0-1-3 16,-1-2 1-16,1 4-1 0,-1-4 0 0,3 1 0 16,-2 1-3-16,0 1-1 0,0 0 0 0,-1-1-1 15,1 0 1-15,-1-1 3 0,1 0 1 16,0 0 0-16,-2 0 0 0,1-1-1 0,1 1 0 16,-2-2 0-16,1 1 0 0,-1-1 1 0,0 2 2 15,2-2-1-15,0 1 1 0,-2 1-2 0,0-2-1 16,1 1 0-16,1 2 1 0,-1 0-1 15,1 0 0-15,0 1 3 0,-1-2-2 0,2 1-1 16,-1 0 0-16,-1 0 1 0,2-1 0 0,1 2-3 16,-1-3 0-16,-2 1 2 0,3 1-2 15,-1 0-2-15,-1-1 5 0,-1 0 2 0,2 1-1 16,2-1-2-16,-4 3-1 0,2-1 3 0,1 0-2 16,-3-3-2-16,2 4 1 0,-1-4-1 0,1-2 4 0,-1 3 0 15,0-2-1-15,-1 1 1 0,1-2-2 16,-1 1 2-16,4 1-4 0,-4 0 1 0,4-2 0 15,-2 2 1-15,0 0 3 0,1 0-1 16,-3-1-2-16,4 0 0 0,-2 1-3 0,2 1 1 16,-2-2 0-16,0 1 2 0,0 1 0 0,1-2 0 15,-3 2 1-15,2 0-3 0,2-1-1 0,-3 1 1 16,1 0 2-16,0-2 1 0,0 2 1 0,2-2 1 16,-4 3-1-16,3-2-1 0,-1 0-2 15,0 1 0-15,0-2-1 0,0 2 0 0,1-3 0 16,-2 0 0-16,2 1 3 0,-1 0 0 0,0-1 1 15,0 0-1-15,2 1 3 0,-2-1 0 0,2 0-5 16,-2 0 0-16,3 2 1 0,-1-2 2 16,-2 3-1-16,4-3-2 0,-4 2 0 0,2-2 0 15,1 0-1-15,-2 3 2 0,1-2-2 0,2 1 2 16,-2-2 0-16,-1 1-2 0,1-1 0 0,-1 0 0 16,0 2 0-16,-1-2 0 0,0 2 1 15,0-2 2-15,-1 0 0 0,0 0 2 0,-1 0-2 16,1 0 3-16,-1 0-1 0,-1 0-3 0,0 0 0 15,2 0-1-15,1 0-1 0,-3 0 1 0,1-2 0 16,1 2 1-16,-1-2-3 0,1 2 2 16,0 0 0-16,-1 0-3 0,1 0 3 0,1 0 1 0,0 0 1 15,2 0 1-15,3 2-1 0,-4-2 0 16,1 2 0-16,2-1 0 0,-1 0-1 0,3 1-2 16,-1 0 3-16,0 0-2 0,0 2-1 15,2-2-1-15,-2 1-1 0,1 0 4 0,-1 2-1 0,3-2-1 16,-3 1 4-16,0-1 1 0,1 1-2 15,-1 1-2-15,0 0 4 0,0-3 1 0,1 3-5 16,0 1 1-16,-1-4 0 0,1 2 3 16,-1-1-3-16,0 1-2 0,1-2 2 0,0 0 2 0,0 1-1 15,-1-2-2-15,0 1-1 0,-1 0 2 16,0-1 0-16,1 0-1 0,-2 1-1 0,2-2 2 16,-4 1 0-16,1 1-2 0,2-1 2 0,-2-1 0 15,-1 1-2-15,2-1 4 0,1 2-1 0,-4-2 1 16,0 2 0-16,-1-2-4 0,1 0 2 0,-1 1-2 15,-1-1 3-15,2 2-3 0,-3-2 3 16,2 1 0-16,1-1-2 0,-3 2 0 0,1-2-1 16,-1 0 0-16,2 1-1 0,-1-1 2 0,-1 2 0 15,2-1 1-15,0-1 0 0,-1 2 0 0,1-1 0 16,-1 2 1-16,4 0 0 0,-1 0 1 16,0 0-2-16,2 1 1 0,1-1-1 0,2 2 0 15,-1 0 1-15,5 1 0 0,0-2-1 0,1 1 0 16,0 1 1-16,3-2-2 0,-1 2-1 15,3-1 1-15,0 1 1 0,2-2 1 0,1 2 1 16,-3-1-2-16,5 0 1 0,-2-2-1 0,1 2 0 16,0 1-1-16,0-1-2 0,-1 1 0 0,3 0 0 15,-4-2 3-15,3 2-1 0,0 0 1 16,-2 0 0-16,0 0 3 0,0 1 2 0,0-1-4 16,-1 0 0-16,-1 1 2 0,2-1 1 0,-1 0-4 15,-2 0-3-15,1 0 3 0,0 1 0 0,-2-2-1 16,1 1-2-16,-1 0 4 0,1 0 0 0,-3 0-1 15,3-1 2-15,-5 0-1 0,2 0 1 0,-4-1-3 16,2 1 2-16,-2-1 0 0,0 0-2 16,-2 0 1-16,-2 0 0 0,0-1 0 0,-2-1-2 15,-2 0 2-15,1 0 1 0,-2 0 0 0,1-2-1 16,-3 1 2-16,-1 1 3 0,2-2-2 0,0 0 1 16,-2 1 1-16,1-1 5 0,1 0 2 15,-2 0 0-15,0 0 1 0,0 0 1 0,0 0-2 0,1 0-5 16,-1 0-4-16,0 0 0 0,0 0-1 15,0 0 0-15,0 0-1 0,0 0 0 0,0 0 0 16,3 0-1-16,-1 0-3 0,-2-1 0 0,1 1 1 16,-1 0 0-16,3-2 3 0,-3 2-1 15,2-1 1-15,0 1-1 0,-1 0 2 0,-1-2-2 16,2 2-1-16,-2 0 1 0,1 0 0 0,-1 0-1 16,0 0-1-16,0 0 2 0,0 0-1 0,0 0 3 15,0 0-1-15,0 0 0 0,0 0 3 16,0 0-2-16,0 0 0 0,0 0-4 0,-1 0 2 15,1 0 0-15,0 0 0 0,-2 0-1 0,2 0 0 16,-1 0 1-16,1 0-2 0,-2 0 1 0,0 0-13 16,-1-2-39-16,0 2-60 0,-1-1-75 15,-3-2-160-15,2 2-298 0,-3-3-305 0,4-1-293 16,-4 0-188-16,3 1 121 0,0-2 620 0</inkml:trace>
  <inkml:trace contextRef="#ctx0" brushRef="#br1" timeOffset="165681.72">28105 13780 153 0,'-4'-2'358'0,"-1"1"163"16,2 0 133-16,-2-1-175 0,2 0-145 0,-1 0-52 15,3 0-7-15,-1 0 14 0,1 1 9 16,-1 0 3-16,0-1 5 0,0 2-9 0,2-1-18 15,-2-1-37-15,0 1-39 0,2-1-35 16,0 2-35-16,0 0-30 0,0-1-19 0,0 1-12 16,0 0-2-16,0 0 7 0,0 0 12 0,0 1 16 15,0-1 6-15,0 0 7 0,0 0 1 16,0 0-2-16,2 2-12 0,-2-2-17 0,0 0-17 16,0 1-12-16,0-1-12 0,0 0-14 0,0 0-8 15,0 0-4-15,0 0-1 0,0 0-4 16,0 0-3-16,0 0-2 0,0 0 0 0,0 0 0 15,2 0-1-15,-2 0 4 0,0 0 1 0,0 0 2 16,0 0 1-16,0 0-3 0,0 0 0 16,0 0-4-16,0 0-2 0,0 0-2 0,0 0-2 15,0 0 1-15,0 0-1 0,0 0-1 0,0 0 1 16,2 2 2-16,-2-2-4 0,0 0 1 16,0 0-2-16,0 0-1 0,0 0 0 0,0 0-1 15,0 0-1-15,2 0 2 0,-2 0 1 16,2 0-1-16,-2 0-1 0,0 0 1 0,0 0-1 15,0 0 1-15,0 0-1 0,0 0 0 16,0 0 1-16,0 0-2 0,0 0 2 0,0 0-2 16,0 0 1-16,0 0 0 0,0 0 0 0,0 0 1 15,0 0-2-15,0 0 0 0,0 0 2 16,0 0-2-16,0 0 1 0,0 0 0 0,0 0-1 16,0 0 2-16,0 0-1 0,0 0 0 15,0 0 1-15,0 0-1 0,0 0 1 0,0 1-2 16,0-1 0-16,0 0 1 0,0 0-2 0,0 0 0 15,0 0 2-15,0 0 0 0,1 0 0 0,-1 2 0 16,2-2 0-16,-2 1 0 0,1 0 0 16,3 3-1-16,-1-3 2 0,-2 4-1 15,4-3 1-15,-2 3 0 0,2 1 0 0,3-1 0 16,-2-1 1-16,2 4-1 0,0-2-1 0,5 1 4 16,-2 1-2-16,3-1 2 0,0 0-1 0,0 1 9 15,2 1 3-15,1-1 2 0,0 3 0 16,1-3 0-16,-2 1 2 0,2 2-9 0,-2-2-2 15,-1-1-4-15,1 0 0 0,-2 3 0 16,1-3-3-16,-3 2 1 0,-1-3 0 0,-1 1-1 16,1-1 1-16,-3 1-1 0,-2-2 1 15,2-2-2-15,-4 0 0 0,1 1 1 0,-1-2 0 0,-3 0-1 16,1-1 0-16,-1 1 0 0,1-2 1 16,0 1 0-16,-2-1 0 0,1-1 0 0,-1 0 0 15,0 0 1-15,0 0 0 0,0 0 0 16,-1 0 0-16,1 0 0 0,0 0 0 0,-2 0-1 15,2 0 0-15,-2-1-1 0,2 1-2 16,0 0-1-16,-1 0-1 0,1 0-3 0,0 0-12 16,-2-2-36-16,1 2-76 0,-1 0-103 0,0 0-175 15,2-1-298-15,0-2-331 0,2 1-339 16,1-1-164-16,2 1 264 0,1 1 660 0</inkml:trace>
  <inkml:trace contextRef="#ctx0" brushRef="#br1" timeOffset="166986.07">29190 14402 15 0,'0'4'257'0,"0"-1"153"0,-2 0 138 0,0-1-17 16,2-1-170-16,0 0-101 0,0 1-52 0,0-2-21 16,0 1-7-16,0-1 0 0,0 0 0 15,0 0-9-15,2 0-6 0,0-1 5 0,-2 1 20 16,1-2 29-16,3 2 22 0,0-2 2 15,1 0-1-15,3 0-22 0,0 0-28 0,-2-2-42 16,2 2-31-16,5-3-13 16,-2 1 9-16,2 0 22 0,4-2 11 0,-3 0 6 0,3 1 10 15,1-2-11-15,-1 1-24 0,4-1-31 0,-4-1-23 16,4 1-15-16,-2-3-16 0,-2 4-10 16,2-1-3-16,-1 0-2 0,-3-1-4 0,0 2-3 15,-1 2-7-15,-3-1-3 0,0 1-5 16,-3 1-3-16,-2 1 0 0,-1 1-1 0,0-1-1 15,-4 1 0-15,4-1 0 0,-4 2 0 0,1 0 1 16,-1 0 0-16,-1 0-1 0,0 0 0 16,0 2 0-16,-1-1 0 0,-2 4 0 0,-2-1-1 15,1 2 0-15,-1 2 0 0,-2-1 0 0,-1 5-1 16,-1-3-1-16,-1 3 1 0,1 2 0 16,-3 1-2-16,-1-1-1 0,0 4 0 0,0-2 1 15,1 2 1-15,-4-1 1 0,2 2 0 0,-2-1 2 16,1 1-2-16,-2 0 4 0,4 0-1 15,-2-1-2-15,2-2 1 0,-1 0 0 0,3-2-1 16,1-1-1-16,1 0-1 0,3-4 1 16,-1-2-1-16,2 0-1 0,1-3 1 0,-1 0-1 15,4-2 0-15,-1-1 0 0,0 0 0 0,2-1-1 16,0 0 1-16,0 0-1 0,2-1-11 0,0 0-37 16,-2-1-58-16,1 1-55 0,2-2-81 15,-1 1-137-15,1 0-172 0,-2-2-254 16,1 1-223-16,1 2-209 0,0-1-6 0,1-1 360 15,-1 2 443-15</inkml:trace>
  <inkml:trace contextRef="#ctx0" brushRef="#br1" timeOffset="167491.16">29798 14472 242 0,'3'0'539'16,"-3"0"273"-16,-1-1 173 0,-1 1-192 0,2 0-204 15,-1-3-132-15,-4 3-99 0,4 3-83 0,-4-1-67 16,0 2-61-16,-1 2-41 0,-2 2-16 15,-1 3-4-15,-3 5 23 0,0 5 18 0,1 2 19 16,-4 5 19-16,0 3-2 0,2 2-12 16,-1 2-27-16,3-2-33 0,3 0-27 0,4-1-30 15,2-3-18-15,6-2-7 0,2-2-5 0,6-3-4 16,2-4 0-16,0-2 0 0,5-3 0 16,2-4-1-16,1-3 2 0,3-4 3 0,0-4-4 15,2-1 0-15,-3-5-2 0,1 0 1 16,0-4-1-16,-1-2 1 0,-3-2 3 0,-2 2 0 15,-2-3 2-15,-4 0-3 0,-4-2 0 16,1 1 1-16,-7-3-1 0,-2 2 1 0,-2-4 1 16,-2 4 1-16,-7-3-2 0,2 3 0 0,-3 1 1 15,-3 3 0-15,-2 2-1 0,-3 0-4 16,2 5-1-16,-4 0-1 0,1 2-1 0,2 3-1 16,-1 1-1-16,3 2-2 0,-1 2-16 15,3 1-57-15,0 2-50 0,2 2-110 0,3-3-164 0,1 5-303 16,4-1-299-16,0 1-225 0,4 3-141 15,4-2 300-15,0 4 539 0</inkml:trace>
  <inkml:trace contextRef="#ctx0" brushRef="#br1" timeOffset="168352.64">30266 15066 192 0,'2'2'467'0,"-2"1"235"16,2-3 149-16,-2 0-168 0,1 0-164 0,1 0-72 15,-1-3-60-15,4 3-34 0,-1-2-39 16,0 0-46-16,2 0-57 0,1-1-51 0,1-1-39 16,0 1-27-16,2-2-10 0,2-1 4 0,2 1 5 15,-1-1 21-15,1-2 15 0,2 2-2 16,-4-1 8-16,2 0-12 0,-1 2-12 0,0-1-29 16,-5 1-23-16,0 2-10 0,-3 0-20 0,-1 2-13 15,1-1-7-15,-2 2-1 0,-3 2 1 0,0 1-3 16,-2 1-1-16,-1 3 0 0,-4 2 1 0,0 2-2 15,-3 1-2-15,0 1 0 0,-2 3-2 0,1-2-1 16,-1 3-2-16,-1 0-1 0,2-3 2 16,-2 3-2-16,5-2 3 0,0-1-1 0,1-4 0 15,2 1 1-15,2-4-1 0,1 1 2 0,2-4-2 16,2 1 13-16,3-4 6 0,4-1 3 16,0-3 3-16,6-3 2 0,4-2-1 0,-1-2-9 15,3 0-6-15,0-1-1 0,1-1-1 0,-3 1-4 16,0 3 0-16,-3 0 0 0,-1 2-2 0,-2 0-1 15,-2 3 0-15,-1 2-2 0,-2 1 0 0,-4 0 1 16,2 1-1-16,-2 4 1 0,-3-1 0 0,-2 3 3 16,-1 1 0-16,-2-1-2 0,0 4 0 15,-2-1-1-15,0 1-1 0,-3 0-3 0,0-1 0 16,1 2 1-16,0 0 0 0,2 1-5 0,-5-3-31 16,3 2-60-16,2 0-58 0,-2-3-112 0,2 0-167 15,3-2-298-15,1 0-286 0,4-2-228 16,-1 1-147-16,2-1 290 0,5-2 536 0</inkml:trace>
  <inkml:trace contextRef="#ctx0" brushRef="#br1" timeOffset="168854.89">30649 15412 455 0,'-3'6'938'0,"1"-1"287"15,1-2-43-15,-1-2-346 0,2-2-305 0,3-1-214 16,2-2-131-16,2-1-69 0,5-2-40 0,-1-2-26 16,6 0-18-16,0 0-14 0,1-1-12 15,4-1-6-15,-2 0-3 0,2 2 2 0,0 0-3 16,-3 3 9-16,1 0 23 0,-4 2 10 0,0 1 6 16,-3 1 2-16,-3 2 24 0,2 2 20 15,-6 1 0-15,2 3 14 0,-5 2 5 0,-2 0 0 0,-2 3-17 16,-2 1-23-16,-3 1-7 0,-1 2-20 15,-1 2-9-15,-1 1-4 0,0-2-3 0,-3 3-3 16,4-2-9-16,-1-1-4 0,1 1-4 0,3-2-2 16,0-1-1-16,2-2-3 0,2-3-2 0,2-1 1 15,2-1 0-15,4-4 0 0,3-3-3 16,5-3 2-16,1-4 5 0,5-1-3 0,0-2 3 16,2-3-2-16,4 0 0 0,-4-1 1 0,3 2-5 15,-4 2 2-15,-1-1-1 0,-3 4 0 0,-2 2 2 16,0 1-1-16,-5 4 0 0,-2 0 0 15,-2 3 0-15,-2 3 3 0,-2 1-3 0,-5 4 1 16,1 2 1-16,-4 0-1 0,-2 6 1 0,-2-2-2 16,1 0 2-16,0 3 0 0,-3-3-2 0,5 4 0 15,0-6 0-15,1 2 0 0,1-1-3 16,1-2-1-16,2 0 1 0,1-4-15 0,1 1-43 16,2-1-51-16,4-1-47 0,-1-2-78 0,7-4-162 15,-4 2-275-15,1-3-250 0,1-2-232 0,-3 0-195 16,-2 0 121-16,-1-4 552 0</inkml:trace>
  <inkml:trace contextRef="#ctx0" brushRef="#br1" timeOffset="173578.62">20351 16030 210 0,'0'3'336'0,"-1"-1"137"15,-1 0-38-15,1-2-93 0,1 2-79 0,-4-2-40 16,4 0-21-16,0 0-13 0,-2-2 3 0,2 2 8 16,0 0 20-16,-2-1 8 0,0 1 4 0,2-1-2 15,0 1-9-15,0 0-11 0,0-2-7 16,2 2-15-16,-2-2-7 0,0 2-15 0,0-1-17 16,0 1-20-16,0-1-26 0,0 1-19 15,0-2-26-15,0 2-19 0,0 0-11 0,0 0-9 0,0 0-7 16,0 0-6-16,2 2-1 0,-2-2-5 15,0 1 0-15,2-1 0 0,0 0 4 0,1 1-3 16,-1 1 1-16,1-2 2 0,0 2-1 0,4-1-3 16,-4 0 3-16,0 1 1 0,5 0-4 0,-4-1 2 15,1 0 0-15,2 2 17 0,-1-3 14 16,2 1 6-16,-4 1 4 0,4 1-1 0,-1-1 1 16,-1 0-18-16,3 1-13 0,-2 0-4 0,-1-2-2 15,2 3 0-15,1-3 2 0,0 0-3 0,-1 3 1 16,2-3-2-16,-2 0-4 0,2 1 2 15,-2 0-1-15,1-1 0 0,-1 2-1 0,2-2 0 16,-1 1 1-16,-1-1 1 0,2 0 2 0,-4 1-2 16,3 0 0-16,-1 1-3 0,2 0 1 15,-1-2-2-15,-1 2 2 0,0-1 1 0,0 0 6 16,1 0-5-16,1 1-1 0,-2 0 4 0,0 0-2 16,1 1-1-16,-1-2 1 0,0 2 1 0,3-2 1 15,-3 0-5-15,0 2-1 0,0 1-1 0,1-2-3 16,-1 2 8-16,-1-3-1 0,1 2 4 0,-1 0 2 15,1-1-1-15,0-1 4 0,-1 2-1 16,0-1 6-16,1 0-3 0,0 0 1 0,-1 1 36 16,2-1 18-16,0-1 13 0,0 0-2 0,0 0 1 15,-1 1-4-15,0-2-30 0,0 3-22 0,1-3-12 16,1 3-4-16,-2-2 1 0,2-2-3 16,0 2-2-16,0-2 2 0,0 3-1 0,2 0-1 15,-3-2-1-15,2-1 1 0,0 2 0 0,1 0 1 16,-2-1 2-16,1 0-1 0,-1 1-3 0,1 0 1 15,0-2 1-15,-1 1-4 0,0-1 1 16,2 0 1-16,-3 1-1 0,4-1 2 0,-2 0-1 16,1 2 2-16,0-2 0 0,-3 0-4 0,4 0 22 15,-4 0 9-15,3 0 6 0,-2 0 2 0,1 0-1 16,-1 0 2-16,1 0-19 0,-3 0-10 16,2 0-7-16,-1 2 0 0,0-2-2 0,-1 1 0 15,0-1-2-15,1 0-1 0,0 1 1 0,-3-1-2 16,2 2-1-16,1-2 1 0,-2 1 1 0,1-1 2 15,-2 2-1-15,2-1-1 0,0-1 0 16,0 0 0-16,-2 0-1 0,2 0 1 0,0 0 0 0,0 0 1 16,-2-1 3-16,3-1-4 0,-1 1 5 15,0-1-4-15,0 1 0 0,0 0 0 0,0-1 1 16,-2-1 1-16,2 2-3 0,1-3 0 0,0 2 0 16,-1-2 0-16,0 3-3 0,2-2 1 15,-2 0 2-15,2-1 0 0,-1 0 0 0,1 2 3 16,-1-3 2-16,1 1-4 0,-2 2-1 0,1-3 0 15,-1 1 2-15,3-2-1 0,-3 1-2 0,0-1 2 16,1 2 0-16,1-2 1 0,-2 0 0 16,0 0-3-16,1-2 1 0,-2 2-1 0,1 0 3 0,-2 0-2 15,2-1-2-15,0 1 3 0,-2-2-1 16,0 2 1-16,4-1-2 0,-4-1 0 0,0 1 0 16,2-1-1-16,0 1 1 0,-2-1 2 0,2 0 0 15,-1 0-1-15,2 0 1 0,-3-1-1 16,2 2 1-16,1-2-2 0,0 0 1 0,-1 1 0 15,-2-1 1-15,4 0 1 0,0 0-2 16,-1 0 0-16,0 1 1 0,0-2 1 0,1 0-1 16,0 0-1-16,-2 2 1 0,1-3 2 0,0 2 1 15,-1 0-3-15,3 1 3 0,-3-2-2 0,0 1 0 16,0 1-1-16,1-3-2 0,-1 1 1 16,-1 2 0-16,-1-2 1 0,3 2 2 0,-4-3-1 15,3 2 1-15,-3 1 0 0,3-3-3 0,-2 1 0 16,1 0-2-16,-1 0 1 0,0 1-1 15,0 0 1-15,1-3-1 0,-1 4 1 0,-1 1 0 16,1-3 1-16,0 2-2 0,1 0 2 16,-2-1 0-16,1 1 2 0,0-2-1 0,-1 1 0 15,3 1-1-15,-2-2 2 0,1 0-2 16,-2-1-2-16,2 1 1 0,-1-1-2 0,-1 1 0 16,3-3 0-16,-1 2 1 0,2-1 1 0,-1-2-1 15,0 3 0-15,0-2 0 0,3 1 1 16,-3 1 0-16,1 0-3 0,0 0 2 0,1 1 1 15,0-1 1-15,1 1-2 0,-2 0 1 0,1 2-1 16,2-3 1-16,-2 2-1 0,1 0 1 16,1 1-1-16,0-2 3 0,2 1 0 0,-3 1-1 15,0-1 1-15,3 1 2 0,-3-1 2 0,3-1-3 16,-2 2 0-16,0 0 2 0,1-1-1 16,0 2-3-16,-3 0-1 0,2-2 1 0,-1 0 0 15,1 2-2-15,-2-2 1 0,0 0 0 0,0 2 1 16,0-1 1-16,-2 1-1 0,0-1 1 15,-1 2 1-15,2-1 0 0,-3-1 0 0,0 2-2 16,3-1 3-16,0-1 0 0,-3 1-2 0,2 1-1 16,1-2-1-16,-2 1 1 0,1 0-3 15,0 1 2-15,2-3 0 0,-2 2 1 16,4-1 0-16,-2 1 1 0,2-2 1 0,0 0 0 16,1 0-2-16,1 0 3 0,2-2 0 0,-2 2 0 15,2 1-2-15,-2-2 1 0,2 3 0 0,-3-2-1 16,1 2 0-16,-1 1-2 0,-4 0 0 15,4-1-2-15,-5 4 1 0,-2-2 1 0,2 2-1 16,-4 1 0-16,1-1 4 0,-2 2 0 16,1-1-2-16,-3 2 0 0,3-1-1 0,-1-1 0 15,3 2-1-15,-5-1 1 0,4 1-2 0,-2-2 1 16,0 0 3-16,2 2 0 0,0 0 2 16,0-1 0-16,2 1-1 0,-2 0 2 0,2 0-2 15,-1 0-3-15,2 0 1 0,0 1-1 16,0-1-1-16,1 0-1 0,1 2 0 0,-1-2-1 15,1 2 1-15,2-2 0 0,-2 0 2 0,1 1-1 16,0-1 2-16,-2 0 0 0,0 0-2 16,0 2 0-16,-3-1 1 0,0-1-1 0,-1 2 1 15,-1-1-1-15,0 0 1 0,1 3 2 0,-4-1 1 16,2-1-2-16,-1 2 4 0,0 1 0 16,-1-3 0-16,-1 3 0 0,2-1-3 0,0-1 2 15,-2 2-2-15,1-1 1 0,1 1-1 0,-1-1 1 16,-1 2 2-16,2-1 0 0,-2 1 0 15,2-2 3-15,-1 2 5 0,-1 1 0 0,3-1 1 16,-3 3 1-16,2-2-1 0,1 0-1 16,-3 1-6-16,0-1-1 0,1 1-1 0,-1-1 0 15,0 0 0-15,2 2 0 0,-2 0 0 0,1-2-1 16,-1 0 0-16,2 1-2 0,0-1 1 16,-1 0-1-16,-1 1 2 0,2 0-1 0,0-1 2 15,-1 3-1-15,-1-4 1 0,2 2-1 16,-1 0-1-16,-1-1 0 0,2 1 0 0,-2-1-1 15,0 1 8-15,0 1 5 0,-2-2 1 0,2 2 4 16,0-1-2-16,0-1 1 0,0 3-7 16,0-2-4-16,2-1-2 0,0 3-1 0,-2-3-1 15,1 2 1-15,-1-1-1 0,2-1-1 0,-1 1 1 16,3-1-2-16,-2 1 1 0,0-1-2 16,-1 2 0-16,1-1 1 0,0-1 2 0,-1 1 6 15,3 3 4-15,-3-4 3 0,1 0 0 0,-1 2 2 16,3 0-1-16,-3 0-6 0,1 0-5 0,-1 0-1 15,1 2-1-15,0 0-1 0,0-1 0 16,2 1-2-16,-3-2 2 0,1 2-2 16,-1 0 1-16,3 1-1 0,-3 0-1 0,1-2 2 15,-1 2-1-15,3 0 0 0,-3 0-1 0,1-1 1 16,-1 0 0-16,3 0-1 0,-4 0 0 16,1-1 1-16,4-1-1 0,-4 2 1 0,1-3-1 15,-1 3 0-15,3-3-1 0,-3 2 0 0,1-2 1 16,-1-1 1-16,1 0-1 0,0 1 0 0,-1 0 1 15,3-1 0-15,-3 0-1 0,1 2-1 16,-1-2 2-16,2 0-1 0,-1 1 0 0,-1-2 0 16,1 1 0-16,-1-1 0 0,1 0 0 15,0 0 0-15,-1 1 0 0,2-1 1 0,-1 3 0 16,0-5 0-16,-1 3-1 0,1-1 1 0,0 0 0 16,-1 2-1-16,1-3 0 0,-1 3 1 15,4-2 0-15,-4 2-1 0,1-1 0 0,-1 0 0 16,3 0 0-16,-3 0 0 0,4 1 1 0,-2-2 0 15,1 1-1-15,-1 1 1 0,3-1 0 16,-3-1-1-16,2 1-1 0,0 2 0 0,-2-3 1 16,2 1-2-16,-1 1 2 0,2-2 0 0,1 1-1 15,-2-1 2-15,-1 1 1 0,1 1 0 0,2-3 0 16,-1 1-2-16,-2 3 3 0,1-3-2 16,2-2 0-16,-3 3 0 0,1-1-1 0,1 0 0 15,-1 0 0-15,0 0 1 0,0-1-1 0,0 1 1 16,-1-2-1-16,2 2 1 0,1-2-1 0,-4 1 0 15,2 0 1-15,0 0-1 0,-2-1 1 16,3 0 0-16,-3-1 0 0,0 2 0 0,0-2-1 16,0 0 1-16,1 0-1 0,-3 0 0 0,3 0 0 15,-3-2 0-15,2 2 1 0,-1-2-1 16,1 1 1-16,-2 0-2 0,-1-1 1 0,2 1-1 16,-1-1 1-16,1 1 0 0,0-2 0 0,-2 1 0 15,1 1 1-15,1-1 0 0,0 1-1 0,-1 0 0 16,2 0-1-16,1 1 1 0,-3 0-1 0,2 0 1 15,2 1-1-15,-1-1 2 0,1 2 0 16,0 0-1-16,2 1 0 0,-3 0 0 0,6 0 2 0,-4 0-2 16,0 1 0-16,2-1 0 0,2 2 2 15,-2-1-1-15,0 3-1 0,0-2 0 0,1 0 1 16,0-1-1-16,0 3 1 0,0-3 0 0,-1 2 0 16,0-2-1-16,1 2 0 0,0-2 1 15,0 1-1-15,-1 0-1 0,1-2 1 0,-1 2 1 16,-2-2 0-16,1-1-1 0,1 1 0 0,-2 0 1 15,2 0-1-15,-4-2 0 0,1 1-1 0,2 0 1 16,-1 0 1-16,-2 0-2 0,1 0 1 0,2-2 0 16,-6 0 0-16,4 0 0 0,-2 0 0 0,2 0 0 15,-2-1 0-15,-2 0 0 0,3 0 0 16,0 1 0-16,0 0 0 0,-3-2-1 0,3 2 1 16,-1 0 0-16,3-1 0 0,-3 1-1 0,2 0 1 15,-4 0 0-15,6 1 0 0,-4-1 0 16,2 0-1-16,1 2 1 0,-2-3-1 0,1 2 1 15,0 0 0-15,0-1-1 0,-2-1 1 0,5 2 0 16,-5-1 1-16,2 1 0 0,0-2-1 0,-1 2 1 16,1-2-1-16,0 0-1 0,-1 1 1 15,1 0-2-15,-2-2 1 0,2 1 0 0,-2-1 1 16,1 0 0-16,-1 1-1 0,0-2 1 0,1 2 0 16,-2-2 0-16,1 0-1 0,0 1 0 0,1-1 1 15,-3 0 0-15,2 0-1 0,1 0 1 0,0 0 0 16,0 2 1-16,2-2 0 0,-2 1-1 15,1-1 1-15,2 2 0 0,-2-2-1 0,2 1 0 16,-1 1-1-16,1-2 1 0,-1 1 0 0,2 1-1 16,0-1 1-16,0 2 1 0,0-1 0 0,0 0 0 15,1 0-1-15,-1 1 0 0,0 1 0 0,1-2 0 16,1 1 0-16,0 0-1 0,-2 2 1 16,1-2 1-16,0 2 0 0,-1-3-1 0,2 2 1 15,-2 0 0-15,0-1-1 0,0 0 1 0,-1 1-1 16,0-1 0-16,1 0 0 0,-2 0 0 0,2 0 0 15,-2 0 0-15,0-1-1 0,1-1 1 16,-1 2-1-16,0-1 1 0,-3-1 0 0,2-1 0 16,0 1 1-16,-2-1-1 0,-1 0 0 0,0 2 0 15,-1-2 0-15,1 0 0 0,-1 0 0 0,1 0 0 16,1 0 1-16,-3 0 0 0,1 0-1 0,1 0-1 16,-1 0 1-16,-1 0 0 0,4 0 0 0,-4 0 0 15,1 0 0-15,-1 0 0 0,2 0 0 16,-2 0 0-16,2 0-1 0,-2 0 1 0,0 0 0 15,0 0 0-15,0 0 0 0,0 0 0 0,0 0-1 16,0 0 0-16,-2 0-1 0,2 0 1 0,-2 0-1 16,2 0 0-16,0 0-1 0,-1 0-4 15,-1-2-12-15,0 2-25 0,-2 0-69 0,-2-1-70 16,-1 0-127-16,-1-3-191 0,0 2-306 0,-2-1-334 16,0 0-234-16,2-2-111 0,-3 2 389 0,5-3 596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1-08T13:58:12.6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7589 5122 67 0,'4'-6'280'0,"-1"0"144"15,1 3 128-15,-3 0-122 0,1 2-112 0,-2-1-77 16,2 1-27-16,-2 2 16 0,1 4 39 0,-1 0 70 16,2 6 37-16,-1 3 20 0,1 5-9 15,1 4-41-15,-1 5-54 0,3 5-57 0,1 7-35 16,-2 9-4-16,1 5 17 0,0 11 2 15,0 8-3-15,-2 10-19 0,0 11-18 0,0 9-35 16,-3 11-37-16,0 8-24 0,-3 8-22 16,0 7-6-16,0 4-12 0,-2 4-4 0,0 7-9 15,0 5-6-15,1 4 5 0,-4 4-4 16,0 4-6-16,0 7-10 0,-4 7 3 0,0 0 2 0,-1 1-7 16,1 1-4-16,-1-1 5 0,1-1 4 15,-1-4-6-15,3-7-3 0,-2-2 3 0,1-5 5 16,1-4-3-16,-2-7-2 0,4-8-2 15,-2-6 1-15,-1-10-2 0,3-8 0 16,0-8-1-16,2-10-1 0,-3-8 3 0,2-13 2 0,1-6-3 16,-1-11-6-16,0-7-12 0,1-12-32 15,1-7-71-15,-2-10-79 0,-1-11-139 0,2-5-198 16,0-11-313-16,1-8-318 0,0-7-206 16,2-7-31-16,0-4 458 0,0-4 533 0</inkml:trace>
  <inkml:trace contextRef="#ctx0" brushRef="#br0" timeOffset="463.51">7304 10882 94 0,'5'14'488'16,"1"-1"283"-16,-1 2 143 0,1-5-10 0,7 1-426 15,3 0-191-15,3-2-89 0,6-2 12 0,7-3 22 16,4 0 18-16,8-6 5 0,4-1-22 0,6-1-19 16,4-3-55-16,7-3-12 0,5 0 17 15,5-2 2-15,3-2-14 0,7 1 13 0,5-1 4 16,5-1-27-16,5 1-44 0,6 1-21 15,0-2-11-15,4 2-27 0,4 2-14 16,2 2-9-16,2-1-4 0,2 1-4 0,0 3 1 0,-1-1-1 16,-1 2 0-16,3 0-2 0,0 1 0 15,0 0 0-15,2 0-4 0,-3 1 0 0,-1 0 0 16,-2-3 0-16,-2 2 1 0,-1-2 0 0,0-3-1 16,-5 0-4-16,-5 1 2 0,-4-7 0 0,-3 2-1 15,-6-1 2-15,-4 0 1 0,-5-3 0 16,-4 0-1-16,-2 1-1 0,-5-1 1 0,-5-1-4 15,-2 0-16-15,-6 0-43 0,-6-1-60 16,-3 0-51-16,-8 2-98 0,-6-1-154 0,-3 0-214 16,-9-1-261-16,-7-1-220 0,-2 0-185 0,-9-2 123 15,-6-2 468-15</inkml:trace>
  <inkml:trace contextRef="#ctx0" brushRef="#br0" timeOffset="1729.58">11738 10513 32 0,'6'3'310'0,"0"0"182"0,2 0 143 0,0-1 36 16,5 0-220-16,3 0-75 0,4 0 10 16,2-2 35-16,4 0 22 0,4-2-29 0,3 2-57 15,2-2-66-15,5 2-57 0,3 0-30 16,3 2-21-16,3-2-11 0,3 2 14 0,4-2-5 16,-2-2-26-16,6 0-34 0,0 1-27 0,3-2-22 15,-1 0-31-15,-1-3-21 0,-1 2-8 16,-3-2-8-16,-1-2-2 0,-4 0-3 0,-5 2-4 15,-1-4 5-15,-5 0-2 0,-3-1-2 16,-1-1-4-16,-7-2-42 0,-3-2-52 0,-4-2-51 16,-6-1-91-16,-4-3-138 0,-2-3-181 15,-5 0-244-15,-1-2-228 0,-5-3-197 0,-2-2 60 16,-2-2 381-16,-7-4 404 0</inkml:trace>
  <inkml:trace contextRef="#ctx0" brushRef="#br0" timeOffset="2139.29">13203 6156 8 0,'5'-58'344'0,"-3"13"293"0,-1 5 278 0,1 7 138 0,-1 7-301 16,-1 6-195-16,2 3-134 0,0 5-93 0,-1 4-71 16,4 6-49-16,3 6 13 0,1 10 20 15,2 7 10-15,2 9-6 0,0 12-16 0,-1 9-27 16,1 14-52-16,-3 10-39 0,-4 12-25 16,3 10-18-16,-4 8-11 0,-2 13-6 0,2 10-9 15,-2 8-7-15,0 12-1 0,2 8-1 16,-2 11-6-16,0 11-8 0,0 6 2 0,1 8 0 15,-3 3-9-15,4 1-7 0,-2 1 2 0,-1-4 1 16,-1-9-7-16,1-4-4 0,-2-2 2 0,0-11 3 16,-2-4-4-16,1-12-2 0,-4-8 0 15,0-13-4-15,0-13-12 0,-1-17-19 0,-5-12-41 16,3-18-75-16,-5-14-88 0,-4-11-156 0,-5-15-227 16,-2-12-319-16,-4-11-312 0,-8-9-187 15,-6-14 59-15,-7-8 550 0</inkml:trace>
  <inkml:trace contextRef="#ctx0" brushRef="#br0" timeOffset="2718.05">8151 5238 279 0,'9'21'459'0,"3"-2"154"15,7 1 72-15,6-2-306 0,7 0-162 16,6-1-46-16,5-4-24 0,9-3-16 0,3 0 122 15,7-5 47-15,6-1 7 0,6-2 25 0,5-2 21 16,10 0-12-16,6-2-98 0,6 1-31 16,11 0-22-16,5-1-47 0,8 2 22 0,5-1 18 15,9 1-3-15,5-3-24 0,4 0-4 16,4-1-18-16,6-1-55 0,5 0-35 0,6-2-19 16,2 0-3-16,3-1-9 0,5 0-4 15,1-1-5-15,-2 2-4 0,0-1 4 0,-4 4-3 16,-5 1-1-16,-5 3 0 0,-4 2 0 0,-8 2 2 15,-10 0-3-15,-11 2 0 0,-8-1-19 0,-10-1-51 16,-6-1-51-16,-12-2-50 0,-8-2-98 0,-12-2-154 16,-12-3-175-16,-10-2-245 0,-13-1-221 0,-8-2-170 15,-14-3 124-15,-9-1 412 0</inkml:trace>
  <inkml:trace contextRef="#ctx0" brushRef="#br0" timeOffset="3101.9">8431 4945 32 0,'-25'9'368'0,"2"3"296"0,5-2 207 15,2-2 18-15,8-3-379 0,8-2-133 16,8-5-41-16,8-2-32 0,12-6-17 16,6-9 0-16,8-6 0 0,10-10-67 0,9-9-73 15,5-9-51-15,7-7-28 0,11-9-15 0,9-11-17 16,10-11-13-16,15-13-5 0,9-7-25 15,7-7 7-15,5-4 0 0,5-2 1 0,3-1-2 16,-1 4 2-16,-6 5 13 0,-8 9-17 0,-9 14-9 16,-4 5-19-16,-6 11-100 0,-7 6-147 0,-6 11-252 15,-7 4-275-15,-2 10-272 0,-5 5-192 0,-5 5 222 16,-7 8 473-16</inkml:trace>
  <inkml:trace contextRef="#ctx0" brushRef="#br0" timeOffset="3713.49">13429 5747 221 0,'-14'4'565'0,"0"-6"238"0,6-7 92 0,5-4-154 0,8-7-325 16,7-8-129-16,12-10-49 0,8-6 5 16,7-11 10-16,9-6 14 0,5-10-34 15,9-5-48-15,4-5-23 0,7-5-35 0,4-3-30 0,6-3 9 16,7-6 27-16,11-5 18 0,5-6-11 16,9-7-14-16,5-4-5 0,2-5-40 15,5-1-35-15,-1 2-22 0,-1-1-13 0,-5 5-9 16,-6 3-8-16,-9 9 2 0,-6 3-2 0,-7 6-2 15,-7 6 6-15,-7 5-21 0,-6 5-36 0,-5 5-38 16,-9 6-90-16,-7 3-151 0,-8 6-259 16,-9 3-273-16,-8 7-247 0,-10 3-204 0,-9 5 144 0,-13 6 502 15</inkml:trace>
  <inkml:trace contextRef="#ctx0" brushRef="#br0" timeOffset="4135.87">10977 3189 171 0,'-21'-3'335'0,"4"-1"122"0,4-1 57 15,4 1-217-15,6 0-138 0,5-1-72 0,7 1-38 16,4 0 37-16,7 0 20 0,5 2 22 0,7-2 160 16,6 4 75-16,8-1 21 0,6 1 10 15,10 0 33-15,7 0-8 0,9 0-126 0,8-3-49 16,9-1-27-16,10-2-59 0,10-3-71 15,5-1-25-15,9-5-14 0,7-1-21 16,7-2-16-16,8-4 5 0,8-1 9 0,10-7-11 0,2 0-6 16,8-3-6-16,-5 1 5 0,0-2-6 0,-7 1-5 15,-4 2-3-15,0 1 0 0,-3 2 7 16,-5 0-8-16,-5 3-35 0,-8 4-131 0,-4 1-168 16,-6 2-285-16,-8 3-272 0,-7 3-269 0,-10 2-101 15,-8 5 376-15,-9 3 470 0</inkml:trace>
  <inkml:trace contextRef="#ctx0" brushRef="#br0" timeOffset="4647.43">16511 3070 43 0,'6'18'352'0,"-4"3"230"0,1 8 170 15,3 6 55-15,-1 11-269 0,1 9-104 16,3 11-57-16,1 9-27 0,0 9 2 0,0 9-38 16,0 11-60-16,1 10-67 0,-1 12-64 15,2 9-31-15,-2 10-41 0,1 10-22 0,-2 3-17 16,0 6 7-16,-1 2 19 0,-4 1-2 0,0 3-3 15,0-1 6-15,-2 4 39 0,-6 0 7 16,0 2-5-16,-1 3 0 0,-3-1 1 0,2-1-11 16,-2-2-32-16,0-5-16 0,2-6-3 0,3-7-13 15,-1-8-3-15,4-10-4 0,0-8-7 16,4-6-23-16,-1-7-35 0,2-6-34 0,-4-9-63 16,1-8-118-16,-2-5-152 0,-2-3-252 0,-3-5-250 15,-1-4-214-15,-2-2-31 0,-6-4 324 16,-2-7 417-16</inkml:trace>
  <inkml:trace contextRef="#ctx0" brushRef="#br0" timeOffset="5142.01">13738 10899 239 0,'35'-23'464'16,"-1"-4"196"-16,4-4 124 0,3-6-176 0,5-6-87 15,5-7-24-15,7-6-38 0,6-10-52 16,8-13-59-16,10-9-97 0,9-11-94 0,8-12-66 15,10-13-43-15,11-13-22 0,8-11-17 16,10-8 10-16,3-8-11 0,0-2-8 0,4-4-8 16,4-1-8-16,-3 3 18 0,-1 8-4 0,-5 5 0 15,-8 13-5-15,-7 7-6 0,-10 11-3 0,-5 11-44 16,-8 6-52-16,-6 10-73 0,-4 1-94 16,-7 7-107-16,-4 5-159 0,-7 6-249 0,-7 6-147 15,-7 8 13-15,-13 6 202 0,-6 10 282 16</inkml:trace>
  <inkml:trace contextRef="#ctx0" brushRef="#br0" timeOffset="5803.61">13323 10399 366 0,'-6'35'632'0,"2"0"236"16,2 6 82-16,5 2-214 0,9 3-227 0,1-2-112 16,8-1-65-16,2-3-68 0,3-5-50 15,7-5-85-15,2-6-57 0,1-8-37 0,2-8-20 16,3-8-13-16,3-11-7 0,-1-8-10 16,1-14 1-16,-1-8 0 0,0-7 6 0,-2-11 6 15,-5-3 3-15,-2-4 8 0,-8-3-1 16,-4 1-2-16,-7 4-10 0,-10 3 10 0,-7 10 17 15,-11 5 14-15,-9 10 26 0,-8 9 23 0,-10 9 48 16,-7 11 15-16,-4 11 25 0,-7 11 8 0,-4 12-7 16,1 8-13-16,0 11-26 0,3 11-21 15,4 6-32-15,8 6-23 0,2 5-18 0,9 1-10 16,7 1-15-16,4 2-6 0,10 0-5 0,4-2-2 16,6-5-2-16,4-4-3 0,9-12 0 15,4-7-3-15,9-12-2 0,3-9-13 0,7-13-67 16,3-9-67-16,3-10-146 0,1-8-257 0,2-9-308 15,-6-6-347-15,-2-5-225 0,-8-1-1 16,-8-4 580-16</inkml:trace>
  <inkml:trace contextRef="#ctx0" brushRef="#br0" timeOffset="6663.5">7454 10751 295 0,'-34'16'536'0,"0"0"185"16,1 5 126-16,5 5-246 0,2 2-192 0,6 5-68 15,7 4-20-15,5 6-6 0,8 4-14 16,5 2-27-16,8 3-51 0,7 2-44 0,5 4-33 16,10-5-31-16,3 0-43 0,8-6-21 0,3-5-9 15,3-6-16-15,2-11-13 0,2-11-9 16,2-9-8-16,-1-11-9 0,0-11 3 0,-4-13 9 16,-2-7 3-16,-5-8 4 0,-6-7 6 15,-7-5 6-15,-5-4 29 0,-7 2 40 0,-8 0 54 16,-7 4 30-16,-8 3 9 0,-6 7-2 15,-11 5-30-15,-8 7-36 0,-10 6-45 0,-5 10-27 16,-10 6-15-16,-3 8-9 0,-5 7-3 0,-4 7-7 16,3 6-1-16,1 9-4 0,4 3-2 15,4 5-2-15,9 4-3 0,3-1 0 0,8 1-2 16,8-3 0-16,7-1 0 0,7-7-3 0,10-8-2 16,10-9-31-16,7-7-51 0,9-14-49 0,10-14-91 15,5-14-133-15,8-13-182 0,3-11-211 16,5-10-242-16,1-10-219 0,4-8 30 0,0-15 331 15,3-10 412-15</inkml:trace>
  <inkml:trace contextRef="#ctx0" brushRef="#br0" timeOffset="7585.56">7661 5572 295 0,'-3'-3'489'0,"2"-3"160"0,-4-1 71 16,4-6-318-16,1-1-163 0,0-6-87 16,1-4-44-16,2-1-19 0,2-1 2 0,1-5 61 15,1 2 7-15,-1 1 0 0,3 0 0 16,-1 3-26-16,-1 3-25 0,-1 1-67 0,2 3-37 15,-2 3-17-15,-3 2-13 0,2 5 101 16,-2 0 105-16,2 4 60 0,-2 4 22 0,3 6 2 16,1 5-11-16,1 6-75 0,1 7-76 15,2 6-36-15,2 8-20 0,3 5-7 0,1 7-6 16,4 4 23-16,2 3 15 0,0 2-7 0,4 0-7 16,-1-3-4-16,4-5-3 0,0-6-24 15,2-7-10-15,1-7-9 0,4-11 3 0,0-7-4 16,-2-10 0-16,3-11-1 0,-3-8-4 0,-2-10 2 15,-1-7-4-15,-4-6 0 0,-4-5 0 16,-8-1 1-16,-4-4 0 0,-7 1 0 0,-6 3 7 16,-9 1 3-16,-7 3 1 0,-8 1-1 15,-7 3-2-15,-6 3-3 0,-8 1-1 0,-1 3-2 0,-4 3 21 16,3 7 16-16,-2 5 14 0,6 6 5 0,1 9-6 16,3 8 0-16,7 6-22 0,3 6-15 15,8 8-13-15,6 3 0 0,4 4-3 0,10 5-4 16,9 3 1-16,8 0-1 0,9 3-5 15,9-1-37-15,8 0-35 0,10-2-31 0,7-1-71 16,7-3-127-16,11 0-175 0,8-4-265 0,8-1-241 16,6-4-231-16,7-1 13 0,6-6 374 15,8-5 445-15</inkml:trace>
  <inkml:trace contextRef="#ctx0" brushRef="#br0" timeOffset="8461.81">13561 5266 146 0,'-43'11'358'0,"0"-2"163"0,-1 6 144 0,4 0-174 15,2 1-130-15,2 4-33 0,2 2 7 16,3 2 19-16,3 3-1 0,2 1-17 0,4 3-7 16,2 2-42-16,2 3-48 0,3 3-50 15,3 4-39-15,0 2-23 0,6 3-26 0,1 2-19 16,3 2-14-16,4-3-8 0,3-2-14 0,4-3-6 16,4-7-15-16,4-5-7 15,7-10-6-15,4-8-6 0,6-10 0 0,4-10-1 0,6-8 4 16,3-11 4-16,2-11-2 0,3-6 3 15,-4-7 0-15,-1-4-5 0,-4-3-9 0,-7 1-4 16,-1 1 4-16,-8 5 3 0,-5 1 75 16,-5 6 40-16,-5 3 20 0,-9 3 4 0,-5 6-4 15,-6 1-6-15,-6 5-60 0,-4 5-33 0,-4 5-18 16,-6 6-7-16,-2 5-8 0,-2 8-2 0,-2 7-1 16,0 8 0-16,-1 5-1 0,2 10 0 0,0 5 1 15,1 7-3-15,1 5-2 0,2 2 0 16,4 3-1-16,1 1-1 0,4-2-4 0,2-4 1 15,3-3-22-15,2-6-54 0,5-7-53 16,0-8-69-16,5-5-127 0,2-9-180 0,2-8-295 16,2-7-230-16,3-9-206 0,1-8-29 0,-2-6 379 15,-1-5 467-15</inkml:trace>
  <inkml:trace contextRef="#ctx0" brushRef="#br0" timeOffset="9244.99">10890 2921 11 0,'-24'-10'345'0,"-1"6"269"0,3 5 245 15,4 8 127-15,5 6-269 0,4 7-178 0,3 9-84 16,6 5-74-16,3 3-70 0,5 5-57 0,3 3-54 16,3 3-26-16,4 0-26 0,1-3-18 0,3-1-13 15,3-5-15-15,2-5-20 0,0-6-32 16,3-8-23-16,2-6-9 0,4-9-7 15,-3-8-7-15,2-10 6 0,1-7-9 0,-4-9 2 16,1-8-7-16,-1-5 1 0,-4-3-5 0,-1-4 2 16,-5-2 9-16,-4 0 0 0,-4 2 3 15,-6 0 36-15,-5 4 26 0,-5 2 5 0,-6 2 1 16,-9 1 4-16,-5 3 1 0,-3 5-29 0,-7 1-29 16,-4 6-12-16,1 7-8 0,-1 7-7 15,-1 7 5-15,-1 8 2 0,3 10 6 0,1 6 0 16,5 9 0-16,2 9 3 0,7 6-8 0,4 5-1 15,7 6 3-15,7 4 1 0,5 1 2 0,8 3-3 16,3-3 0-16,10 2-5 0,4-4-4 16,7-3-4-16,8-7-1 0,4-6-18 0,9-6-63 15,1-8-52-15,7-8-88 0,4-6-144 0,5-5-268 16,6-7-302-16,4-5-219 0,5-6-189 16,2-7 145-16,4-4 514 0</inkml:trace>
  <inkml:trace contextRef="#ctx0" brushRef="#br0" timeOffset="10115.26">16174 2471 91 0,'-3'23'337'0,"-2"2"169"16,0 1 118-16,1 3-17 0,-2 1-137 16,2 4-2-16,4 2 13 0,0 3 2 0,2 0-17 15,6 0-83-15,-4-1-91 0,4-4-103 0,2-2-69 16,4-7-51-16,2-6-34 0,5-5-16 0,2-8-9 15,4-8-3-15,3-9-3 0,2-8-1 0,2-6 2 16,0-11 1-16,1-6 1 0,-1-5-6 16,-2-4 2-16,-2-4-2 0,-5 1 6 0,-3 0 14 15,-6 4 23-15,-6 3 42 0,-3 5 23 0,-10 4 14 16,-6 6-8-16,-7 5-8 0,-4 7-18 0,-9 5-33 16,-4 5-26-16,-3 7-13 15,-6 8-1-15,-2 5-8 0,1 6 1 0,1 5-2 0,-1 5 3 16,2 5 1-16,2 2-1 0,2 3 0 0,4 3-7 15,6 4-7-15,0 4-3 0,8 2-1 16,4 4-8-16,3 3-4 0,6 1 3 0,4 4-5 16,7 2-36-16,6 3-34 0,5 0-82 0,3 3-156 15,8 1-257-15,3 3-291 0,3-2-243 0,2 3-195 16,4-4 171-16,-1 0 515 0</inkml:trace>
  <inkml:trace contextRef="#ctx0" brushRef="#br0" timeOffset="10869.17">16462 7557 44 0,'-3'35'384'0,"1"6"246"0,2 4 165 16,6 6 90-16,6 5-299 0,0 2-162 0,6 1-42 15,4 2-28-15,-1-2-27 0,4-1-59 16,1-4-72-16,3-3-53 0,-1-6-57 0,4-7-37 16,0-9-22-16,2-7-11 15,0-10-2-15,1-11-3 0,-1-9-3 0,-2-15 2 0,-2-9 1 16,-1-11 3-16,-3-11-1 0,-4-8 2 0,-1-5-2 16,-7-4 2-16,-3 2 12 0,-5 2 6 15,-6 3 32-15,-6 10 28 0,-5 4 16 0,-9 6 4 16,-7 8-8-16,-6 9-8 0,-5 8-33 15,-4 6-27-15,-2 12-17 0,1 7-13 0,1 7-10 16,-2 7 0-16,1 7 1 0,0 7-1 0,4 1 0 16,-1 7 3-16,2 5-35 0,-1 2-38 15,-1 3-62-15,2 1-120 0,-3-1-153 16,0 1-247-16,1-3-258 0,-4-3-235 0,1-4-90 0,-1-4 276 16,-3-7 432-16</inkml:trace>
  <inkml:trace contextRef="#ctx0" brushRef="#br0" timeOffset="11567.7">11334 3773 11 0,'4'40'350'0,"-1"1"245"0,-3 8 180 0,-2 3 53 15,-1 7-326-15,1 6-250 0,-2 4-130 0,-3 4-74 16,1 2-28-16,1-2-15 0,-1 0-37 15,1 1-59-15,-1 1-69 0,-1 0-132 0,1-1-250 16,3-3-149-16,0 0-4 0,-2-3 137 16,4-5 198-16</inkml:trace>
  <inkml:trace contextRef="#ctx0" brushRef="#br0" timeOffset="11783.62">11343 6903 49 0,'-4'73'383'0,"-1"-2"229"0,-1-2 146 15,-2 0 35-15,-1-3-392 0,1-4-210 0,1-1-97 16,-1-6-48-16,2-2-18 0,2-4-11 0,0 1-4 16,1-3-22-16,0-1-50 0,1 2-72 15,-1-1-103-15,0 5-228 0,0-1-173 16,-2 1-48-16,-1-1 96 0,1 2 178 0</inkml:trace>
  <inkml:trace contextRef="#ctx0" brushRef="#br0" timeOffset="12181.89">8912 10116 150 0,'14'-15'568'0,"-4"-2"287"0,4-1 114 16,-3-3-51-16,2-3-478 0,3-3-221 16,0-3-102-16,2-4-50 0,3-3-25 0,1-5-10 15,4 1-5-15,0-3-32 0,3-3-71 0,2 3-87 16,1-3-113-16,1 2-239 0,1 2-236 15,0 2-126-15,-2 0 65 0,1 1 223 0,0 3 262 16</inkml:trace>
  <inkml:trace contextRef="#ctx0" brushRef="#br0" timeOffset="12371.71">10310 8633 268 0,'28'-11'661'0,"-7"1"257"15,-4-1 63-15,-2 3-188 0,-3-1-390 0,-1-3-206 16,-3 0-99-16,1-3-55 0,-2-1-31 0,3-2-53 16,0 0-65-16,-2-1-63 0,4 0-65 15,0 2-75-15,2 3-107 0,2 2-191 0,0 0-99 16,1 3 14-16,4-2 125 0,1 3 186 16</inkml:trace>
  <inkml:trace contextRef="#ctx0" brushRef="#br0" timeOffset="12695.08">14089 7763 243 0,'102'0'418'0,"-2"3"134"16,0-3 86-16,-2 0-295 0,1-3-161 0,-1 1-84 15,4-3-36-15,-1-2-22 0,3-2-21 16,-1 0-23-16,1-3-18 0,-3 0-1 0,-1-2 1 0,0-1 1 15,-1 0-37-15,-3 1-153 0,-4-3-200 16,-2-2-108-16,-9 2-10 0,-7-1 78 0,-10-2 156 16</inkml:trace>
  <inkml:trace contextRef="#ctx0" brushRef="#br0" timeOffset="13485.78">11042 8024 113 0,'0'27'503'15,"-3"5"282"-15,6 1 135 0,0 0-20 0,3 1-381 16,2 2-168-16,4-2-74 0,3-3-43 15,2-3-22-15,1-7-19 0,4-4-65 0,3-5-54 16,-1-8-34-16,5-9-16 0,-1-7-7 0,2-9-5 16,2-10 2-16,0-8 6 0,-4-8 15 0,0-3 10 15,-4-5 3-15,-2-2 0 0,-6 0 4 16,-4 1 8-16,-4 5-9 0,-8 4 7 0,-3 9 6 16,-8 5 5-16,-5 6 0 0,-6 7-5 15,-4 8-10-15,-8 7-15 0,-2 7-7 0,-4 6-8 16,-4 7-10-16,5 7-2 0,-3 6-4 15,3 2-1-15,4 5-10 0,5 1 0 0,3 2-1 16,8-1-3-16,5-3-6 0,9-2 0 0,5-2-10 16,8-6-18-16,6-4-27 0,2-7-84 15,6-5-131-15,5-8-205 0,2-9-281 0,2-6-263 16,1-9-197-16,0-7 109 0,-1-4 426 0</inkml:trace>
  <inkml:trace contextRef="#ctx0" brushRef="#br0" timeOffset="14267.48">9429 4089 73 0,'-19'12'454'0,"-3"1"293"0,0 4 164 15,-2-4 40-15,5 2-326 0,0-1-172 0,3-1-81 16,2-1-60-16,3 0-40 0,2-1-50 16,6 0-76-16,3-1-61 0,3 2-44 0,8 0-19 15,0 1-11-15,6-1-5 0,2-2-3 16,3-4-2-16,4-2 3 0,2-6-4 0,2-4 0 16,3-5 0-16,2-2-3 0,-2-6 0 15,1-1 2-15,-4-3-1 0,-2 1-3 0,-4 1 3 16,-5 0 0-16,-2 2 6 0,-6 3 11 0,-2 2 12 15,-7 3 10-15,-2 2 2 0,-5 3 3 16,-5 4-4-16,-2 3-11 0,-3 4-9 0,-3 2-7 16,-1 7-7-16,0 3 0 0,0 4-7 15,0 3 1-15,5 3-1 0,0 4-3 0,6 0 0 16,6 3-11-16,2-1-15 0,7 2-47 16,4-1-90-16,3 1-126 0,6-1-160 0,7-1-289 15,3-3-256-15,5 1-152 0,3-3 119 0,5 0 364 16</inkml:trace>
  <inkml:trace contextRef="#ctx0" brushRef="#br0" timeOffset="14714.9">11312 5581 127 0,'-9'14'710'0,"-1"-2"437"0,-1-2 92 0,-1-1-143 16,2 0-403-16,-1-2-320 0,3-1-154 16,2-1-78-16,1 1-40 0,3-4-23 0,1 2-21 0,2-2-21 15,4 1-21-15,2-3-9 0,2 0-3 16,3-2-4-16,1-2-4 0,5-1 1 0,-1-7 0 15,4-1-1-15,2-5 2 0,0-5-4 16,0-4 5-16,3-4-2 0,-1-6 2 16,-2-1 4-16,-2-5 0 0,0 4 8 0,-5-3-4 15,-4 4 4-15,-2 0 0 0,-5 6-4 0,-5 2 1 16,-4 5-4-16,-2 5 3 0,-7 1-7 16,-3 6-2-16,-2 5 3 0,-2 2-2 0,-5 6 1 15,0 4 1-15,0 6 1 0,-2 0 5 0,1 7-5 16,1 1 1-16,1 2-7 0,4 3-3 0,6 0-1 15,2-1 0-15,3 1-1 0,8-2-10 16,2-2-14-16,8-4-43 0,4-3-117 0,4-5-162 16,4-6-295-16,4-6-268 0,5-4-242 0,2-6-85 15,5-5 342-15,3-10 465 0</inkml:trace>
  <inkml:trace contextRef="#ctx0" brushRef="#br0" timeOffset="15241.64">13238 2494 119 0,'-3'10'388'15,"-4"3"226"-15,1 3 204 0,3 3-19 0,0 4-142 16,1 4-83-16,1 3-77 0,1 5-63 0,0 0-48 16,1 5-37-16,1-1-43 0,1 1-46 15,0-3-34-15,3 0-33 0,-1-5-42 0,0-2-55 16,3-8-43-16,3-3-26 0,0-4-11 0,4-7-6 16,0-3-2-16,0-8 2 0,2-1-2 0,-1-9 1 15,-1-1 0-15,1-4-2 0,-2-3 1 16,-2 0-3-16,-2 2 2 0,-2-2 1 0,-1 2 0 15,-2 3-2-15,-4 1 0 0,-1 3 0 0,-1 3-4 16,-3 2-6-16,1 2-4 0,-2 3-2 0,1 4-27 16,-4 8-58-16,5 1-46 0,-2 7-69 15,2 5-124-15,1 4-168 0,2 2-253 0,2 7-229 16,3 1-226-16,1 2-53 0,6-1 315 0,3 4 453 16</inkml:trace>
  <inkml:trace contextRef="#ctx0" brushRef="#br0" timeOffset="15648.6">14487 4232 342 0,'-13'-4'669'16,"-1"2"285"-16,0-1 128 0,3 1-266 0,-1 2-240 16,0 0-144-16,3 2-108 0,-1 2-80 0,4 1-66 15,0 5-45-15,2-1-21 0,1 1-12 16,2 2-11-16,1 0-16 0,1 1-9 0,4-2-24 15,1 1-19-15,2-3-11 0,3-1-3 16,0-4 4-16,5-1-4 0,-2-3 4 0,2-4-5 16,0-5-3-16,4-2-2 0,-3-3-1 15,0-2 0-15,-3 0-6 0,2 1 6 0,-5 1 0 16,-3 2-2-16,0 4-14 0,-5 1-33 0,-2 4-33 16,-4 2-112-16,-4 3-157 0,-3 4-302 15,-1 5-274-15,-5 4-242 0,0 4-139 0,-3 5 304 16,-4 2 509-16</inkml:trace>
  <inkml:trace contextRef="#ctx0" brushRef="#br0" timeOffset="16228.78">14753 5865 289 0,'-12'1'530'0,"0"-1"190"15,4 0 76-15,0 0-294 0,6-1-182 0,-1-1-42 16,3 2-27-16,3-2 15 0,-1 1 21 16,3 1 22-16,1 0-6 0,-1 1-56 0,4 1-17 15,-1 2 3-15,0 2 24 0,0 2 7 16,2 4-9-16,-1 2-18 0,-1 2-29 0,0 3-47 16,1 3-52-16,-1-1-40 0,2 0-29 0,-1 0-15 15,1-1-10-15,0-4-6 0,0-1-5 16,2-3-2-16,-3-4-2 0,5-3 1 0,-3-2-1 15,-1-3-1-15,-1-3 2 0,-1 0 0 16,-1-3-2-16,-3-2-14 0,-2 1-53 0,-4-2-64 16,-1 2-86-16,-3-1-156 0,-4 2-259 0,-2 1-317 15,-3 1-259-15,-3 0-183 0,-8 2 108 16,-4-1 552-16</inkml:trace>
  <inkml:trace contextRef="#ctx0" brushRef="#br0" timeOffset="16632.32">9706 7084 403 0,'15'19'791'0,"-2"-2"227"0,-3-1 5 16,2 0-266-16,0-2-372 0,-3-2-189 0,4-4-89 15,-2-2-41-15,1-3-15 0,-2-1 31 16,1-5 15-16,-2-2 7 0,1-2-1 0,-2-3-3 16,-2-1-10-16,0-1-41 0,-1-1-24 15,-2 2-13-15,-1-1-8 0,-2 2-8 0,0 0-29 16,-2 1-79-16,-3 2-128 0,-2 2-206 16,-1 2-278-16,-3 5-250 0,-3 1-156 0,-4 4 134 15,-4 4 390-15</inkml:trace>
  <inkml:trace contextRef="#ctx0" brushRef="#br0" timeOffset="17107.91">7480 8001 61 0,'-21'19'606'0,"-1"4"456"0,1-3 163 0,1 2-109 15,2-1-354-15,4-1-375 0,3 1-176 0,6-4-96 16,4 0-46-16,5-2-25 0,8-2-19 16,3 0-11-16,6-5 1 0,4-3-3 0,4-5-3 15,2-6-4-15,6-5 6 0,-1-6 6 0,3-3 2 16,-2-6 1-16,-1-4-1 0,-2-2 3 16,-3 0-8-16,-4-1 0 0,-2 2-1 0,-7 3-5 15,-1 4-1-15,-4 3-1 0,-1 6 12 16,-4 2 7-16,-1 2-1 0,-2 5 5 0,-1 5-1 15,1 2 0-15,1 5-12 0,2 5-15 16,5 4-3-16,3 6-6 0,6 3-19 0,3-2-15 0,5 5-20 16,6-3-58-16,4 0-113 0,7-3-136 15,9-1-206-15,7-4-272 0,10-4-245 0,3-3-64 16,9-4 254-16,2 1 387 0</inkml:trace>
  <inkml:trace contextRef="#ctx0" brushRef="#br0" timeOffset="17722.65">13602 7003 70 0,'-38'15'420'0,"-5"1"251"0,0 3 188 16,1 2 91-16,2 2-346 0,2 5-142 0,2 0-67 15,1 4-41-15,5 0-52 0,5 2-68 16,3 0-55-16,3 3-53 0,6-2-38 0,3 0-23 16,3-2-12-16,5-4-10 0,2-1-11 0,3-4-11 15,6-6-6-15,1-1-7 0,1-5-2 16,3-5 5-16,-1-4-5 0,4-5 4 0,-1-4 1 16,3-5 3-16,0-4 2 0,-1-4-4 0,2-6 2 15,-4-3-6-15,5-1-7 0,-7-2 1 16,0 1-1-16,-3 4 1 0,-4 2-1 0,-5 4 2 15,-2 4-6-15,-6 5 3 0,-3 8-4 16,-3 6-4-16,-6 8-21 0,-3 8-27 0,-7 9-89 16,-1 7-154-16,-4 10-225 0,-5 6-289 15,0 6-256-15,-2 6-185 0,-7 5 175 0,0 4 468 16</inkml:trace>
  <inkml:trace contextRef="#ctx0" brushRef="#br0" timeOffset="18051.59">10892 10001 347 0,'4'28'875'0,"0"-1"290"15,-1 1-17-15,0 4-191 0,3-1-497 0,4 1-227 16,-2-2-112-16,3-2-56 0,3-3-30 0,0 0-18 16,3-5-9-16,0-1-8 0,3-4-4 15,2-3-12-15,0-6-64 0,5-3-113 0,0-5-162 16,3-2-288-16,3-5-258 0,2-4-204 15,4-3 31-15,-1-2 344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1-08T13:55:46.9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4656 2095 19 0,'3'5'191'15,"-3"-3"84"-15,2 3 91 0,-2-2-92 0,3 1-102 16,-3 1-36-16,0-3-15 0,3 2-8 0,-3-1-17 15,1 1-14-15,-1 0-7 0,0 0-7 16,0 0 3-16,0 0-2 0,0-1 1 0,0-1 3 16,2 3 1-16,-2-2-1 0,0 2 5 0,0-1 2 15,1-1 32-15,-1 1 22 0,0 1 7 0,2-2-1 16,-2 1 7-16,0 3 5 0,2-3-27 0,-2 3-1 16,1-3 2-16,-1 2 3 0,2 0-7 0,-2-1 2 15,2 3 6-15,-1 1-3 0,2-2 5 16,-1 3 7-16,0-1-1 0,-1-1-19 0,1 3-17 15,1 0-20-15,-1-1-19 0,0 0-23 0,0 2 0 16,0 1 18-16,-1 2 9 0,2 1 5 16,-1-1 0-16,0 3-3 0,-1 0-10 0,1 0-23 15,-2 2-14-15,3 1-8 0,-1-1-5 0,-1 0 0 16,1-1-3-16,1 4-3 0,-1-4-2 0,0 0 3 16,0 1 0-16,1-1-4 0,-3 4 0 15,3-4 0-15,-1 3 7 0,-2 0 1 0,2-2 1 16,-1 3 7-16,-1-2 2 0,2 3 0 0,-1-2-7 15,1 2-5-15,-2-1 0 0,2-1-4 16,-1 2-6-16,-1-2 5 0,2 0 1 0,-2 1 3 16,1 1-1-16,1-1 0 0,-2 1 8 0,0 1-5 15,0 1 0-15,0 0 0 0,0 1 15 16,0 1 10-16,0 1 3 0,0 0 1 0,0 0 6 16,0 0-4-16,0 2-15 0,0-2-5 0,0 1-8 15,0 1-4-15,0-2-3 0,0 2-3 16,0-1-2-16,2 1 0 0,-1-2 0 0,-1 0 2 15,3 1-4-15,-3 0 4 0,3-2 5 0,-1 1-5 16,-1-1 5-16,1 1 1 0,1-3 0 16,-1 4-1-16,1-2-3 0,0 0 10 0,-1 1-6 15,0-1 1-15,1 2 3 0,-2-1 26 16,4-1 20-16,-4 0 9 0,2 0 5 0,2 0-5 0,-3-1-3 16,1 0-19-16,0-1-19 0,1-1-17 15,-1-1-6-15,-2 2-2 0,4-2 1 0,-4 1-2 16,2-1-5-16,-1-1 6 0,1 2 1 15,-1-1 0-15,1-2 0 0,0 1 1 0,-1 1 1 16,1-1 0-16,-1-1 1 0,1 2 0 16,1-1 0-16,-2 3-2 0,-2-1 4 0,3 0-2 15,-1 2-1-15,-1 0 4 0,1 0 0 0,1 2-1 16,-3 0 3-16,2 0-4 0,-1 1-2 0,1-2 0 16,-2 3-2-16,2-1 0 0,-1 0-5 15,-1-1 1-15,2 1-1 0,-2 2-1 0,1 1 3 16,1-1-1-16,-2 1 1 0,3 0 2 15,-3 1 3-15,1 2 5 0,-1 0-1 0,2 3 4 16,-2 0 5-16,0 0 26 0,0 2 12 0,0 1 3 16,0-2 1-16,-2 2-2 0,2 0-4 15,-1 1-23-15,-2 0-15 0,3 0-8 0,-3 1-5 16,1-1 0-16,1 3-2 0,-3-2-1 16,3 1 3-16,-1-1 3 0,1 2 2 0,-1 1-1 0,0-3 1 15,-1 3 0-15,1 0 0 0,1-1-1 16,-1 1-1-16,-2-3-2 0,2 3-2 15,1-1-2-15,-1 1-2 0,-1 0-4 0,1-2 5 16,1 1 2-16,-1 0 4 0,1-2 2 0,-1 1 3 16,2-1 0-16,-2 1 1 0,2 2-4 15,-3-4-2-15,3 2 0 0,0 0-1 0,0 0-1 16,-2 0-1-16,1 0-1 0,1 0-2 0,0 0-1 16,-2 0-1-16,2-2-1 0,0 2 3 15,0 0 6-15,2 0 1 0,-2 2 4 0,0-2 2 16,1 0 1-16,1 2 0 0,-2-4-2 15,0 3-1-15,0 0-3 0,2 0 8 0,-1-1 4 16,-1 3-1-16,0-2 0 0,0 2 0 16,0 0-2-16,0 0-4 0,0 2-3 0,0-1 2 0,0 2 1 15,0 2 2-15,0-1 2 0,0 2-10 16,0 0 3-16,0 0 0 0,0 2-1 0,0-1-1 16,0 3-3-16,0-2 6 0,0 0-1 15,0 1-3-15,0-1 2 0,2 0 2 0,-2 1-6 16,3 0-3-16,-1 0-4 0,-1-1-2 0,1 2-4 15,0-4 5-15,-1 1 9 0,1-5 3 16,1 0 3-16,1-4 1 0,-2-1 0 0,1-5-7 16,-1-5-3-16,-1-3-2 0,1-7-2 0,0-4-2 15,-1-7-9-15,-1-3-37 0,-1-5-67 16,-3-6-74-16,-2-8-146 0,-2-8-241 0,-3-7-315 16,-2-11-302-16,-6-9-206 0,-2-13 21 0,-6-13 531 15</inkml:trace>
  <inkml:trace contextRef="#ctx0" brushRef="#br0" timeOffset="1119.3">4401 2020 74 0,'3'3'266'0,"1"0"120"0,-3 0 105 16,1-1-129-16,0-1-114 0,-1 0-53 16,1 1-19-16,-1-2 2 0,-1 0 1 0,0 0 19 15,3 0 19-15,-3 0 18 0,0-2 27 0,0 2 58 16,3-1 39-16,-1 0-6 0,-1-3-24 0,4 2-39 15,-2-3-45-15,4-1-59 0,-2-3-48 16,4-2-34-16,-1-5-23 0,0 0-19 0,0-4 0 16,1-1-9-16,1-4-9 0,-2 2-7 0,4 1-11 15,-4-2-2-15,2 3-12 0,-1 1-6 16,-1 4-1-16,-2 3-4 0,1 0 4 0,-2 4 0 16,1 1 0-16,-2 4-2 0,1 0 0 0,0 2 1 15,2 1-2-15,-3 2 5 0,4 2 4 0,0 2 0 16,-2 1 0-16,2 2 2 0,-2 2 8 15,2 0-7-15,-3 0-3 0,3 1 1 0,0 0 0 16,-2 0 0-16,1 0-6 0,-1 1-1 0,2-1-4 16,-2-1 1-16,2 1-4 0,-2-2-1 0,1 0-1 15,2-1 7-15,-1 0-5 0,-2 1-33 0,2 0-43 16,0 2-160-16,-2 2-224 0,1 0-291 16,-1 4-295-16,2 2-251 0,0 0-48 0,-2 5 524 15</inkml:trace>
  <inkml:trace contextRef="#ctx0" brushRef="#br0" timeOffset="3841.47">4474 9409 112 0,'2'0'256'0,"-1"0"101"0,4-2 34 0,-4 2-143 16,2-1-77-16,2 1-45 0,0 0-24 0,0-1 11 15,0 1-3-15,2-2-7 0,1 2 20 0,0-2 14 16,2 1 60-16,-1 0 13 0,1-1 6 15,-1 1 46-15,4-2-12 0,-2 1-7 0,0-1-58 16,3 0 13-16,-1 1 8 0,3 0-38 16,-2 0-25-16,2-1-15 0,0 2-12 15,-1 0-42-15,1-3-31 0,2 3-13 0,-2 0-11 16,1-1-7-16,3-1-2 0,-2 3-4 0,2-1-1 16,1-1-1-16,-2 2 2 0,5 0 0 0,-1 0 1 15,0 0 2-15,2 0 1 0,2 0-18 16,-2 2 7-16,3-2 2 0,-1 1 2 0,2-1 0 15,-1 0 1-15,-1 0 18 0,3-1-8 16,0-1-2-16,0 2-3 0,2-3-4 0,1 1-3 16,0 1-2-16,0-2 2 0,0 1 40 0,2 2 23 15,-1-3 15-15,0 1 3 0,1 0 4 0,0 0-3 16,0 0-39-16,4 2-21 0,-2-1-12 16,1-2-3-16,0 1-10 0,1 1 1 0,1-2 1 15,-1 0-1-15,-1 0-3 0,3 0 1 16,-3-1 3-16,0-1 0 0,1 1-4 0,-1-1-1 15,-1 1-1-15,-1 0-1 0,-1-1 0 16,0 0 4-16,1 1 4 0,-3-1 3 0,-1 2 1 16,1-1 2-16,-3 0 1 0,2 0-2 0,-2 1-1 15,0-2-2-15,-2 3 0 0,1-3-1 16,-2 2 1-16,3-1-4 0,-3 0 0 0,1 2 0 16,-1-3-2-16,0 3 0 0,0-2 1 0,-2 2 3 15,-1-2-1-15,1 2 1 0,0-3 0 16,-1 3-4-16,0 1-2 0,-2-2 1 0,3 3-2 15,-1-2 1-15,1 2-3 0,0 0 0 16,1 0-1-16,1 0-2 0,0-3 0 0,-1 3 1 16,3-2 5-16,-1 2 4 0,2 0 3 0,0-1 3 15,2 1 2-15,-2 0-2 0,3-1-1 16,1 1 2-16,0 0-3 0,1 0-1 0,0 0 0 16,3 0 2-16,-4 1-4 0,3-1-1 15,-1 1 1-15,-1 1 0 0,0 1-3 0,3-3 0 16,-2 2-2-16,-1-2-3 0,1 4-1 15,-1-2-2-15,0-1 4 0,0 3 3 0,1-3 1 16,0 2 8-16,-1-1 1 0,2-1 6 0,-1 0 0 16,3 3-4-16,-1-3-2 0,-1 0-2 15,1 1-2-15,3 1-2 0,-2-2-2 0,-1 2 0 16,1-1 3-16,0 1-1 0,-1-2 0 0,-2 2-2 16,2-1-2-16,-1 1-1 0,0 1-5 15,1-1 1-15,-3 0-4 0,3 0 3 0,-3-2 5 16,4 4 1-16,-4 1 7 0,3-4 3 15,-1 2 2-15,1 1-1 0,1 1-2 0,-1-2 2 16,3 1-5-16,2 1 0 0,-1-2-1 0,0 2-1 16,2-1 23-16,-1 0 15 0,2 1 14 15,1-1 1-15,3 1 2 0,-3 0-3 0,3-1-16 16,0-1-16-16,2 2-10 0,1-1-6 16,-1 1 2-16,2 0 5 0,4-2-6 0,0 1-4 15,1-1 5-15,1 1-3 0,-1-3 2 16,1 3-8-16,0-2 2 0,1 1-4 0,-2 0 2 0,4 0 3 15,-2-1-1-15,0-1 5 0,2 4 0 16,1-3 5-16,0 0-4 0,1 0-3 0,0 0-2 16,1 0-1-16,-2 0-3 0,0 0-1 15,1 0-1-15,-3-1 5 0,2 0-3 0,-4 1 4 16,1-1 4-16,2-1 3 0,-1 1 1 0,1-1-1 16,3-1 6-16,-2 0 39 0,2 2 23 15,-2-2 5-15,-1 0 2 0,1-2-1 0,1 2-4 16,-3-1-35-16,-1-1-18 0,2 2-8 0,-2-3-6 15,0 2-1-15,3-1 1 0,-1-1-6 0,1 0 1 16,0-1-4-16,-1 1 1 0,0 0 0 16,-1-2-2-16,1 1-1 0,-2 1-2 0,0-3 1 15,-1 4 2-15,-1-3 0 0,-1 3 0 0,-1-2 2 16,-1 0 0-16,2 1 2 0,-2-2 0 16,2 3-5-16,-5-1 1 0,2 0-1 0,-2 0 0 15,-1-2-3-15,1 2 0 0,-3 0-1 16,-1-1 3-16,0 1-2 0,-2 0 3 0,0 0 0 15,-1 0 4-15,0 2 0 0,-2-1 1 16,1-1 3-16,-1 1-2 0,0 2-1 0,1-1 0 16,-1-2 0-16,1 3 0 0,-2 0-2 0,0-2-1 15,0 2 0-15,-2 0 0 0,0 0 3 16,0 0 0-16,-2 0-2 0,2 0 25 0,-2 0 10 16,1-3 6-16,-2 3 0 0,-1-2 2 0,1 2-1 15,-1 0-19-15,0 0-9 0,0 0-6 0,-1 0-2 16,2 0-4-16,-2 0-1 0,1 2 0 15,0-2-3-15,0 3 1 0,-1-3 0 0,0 0 0 16,0 0 2-16,-2 0-4 0,2 0 1 16,-2 2-1-16,-1-2 1 0,-2 0-2 0,2 0 0 15,-2 0 1-15,0 0-2 0,-2 3 1 16,-1-3-2-16,0 1 1 0,0-1-2 0,-4 0 1 0,0 2 4 16,0-2-1-16,-1 0 0 0,-1 1 3 15,-4-1-1-15,2 2 0 0,-3-2-2 0,0 0 2 16,-2 2 0-16,0-1-3 0,-3 0 2 15,2 1-1-15,-2-2 2 0,-1 0-1 0,-2 2 0 16,-1-2 1-16,0 0 0 0,-3 1 1 16,1-1-3-16,-1 0 1 0,0 0-1 0,-2 0 3 15,1 0-1-15,-2 0 0 0,1 0 1 0,-2 0 1 16,1 0 0-16,-1 0-3 0,0 0 1 0,2 0 0 16,-2 0 2-16,0 0-4 0,0 0 1 15,-2 0 2-15,2 0-1 0,0 0-2 0,-1 0-2 16,1 0 3-16,-2 0 1 0,2-1-2 0,-1 1-3 15,-2 0 2-15,1 0-3 0,2 0-14 16,-3 0-52-16,2-2-62 0,-3-1-77 16,-1 0-140-16,2-2-181 0,0 1-309 0,1-3-252 15,-1 1-207-15,2-1-19 0,1 0 413 0,0-2 470 16</inkml:trace>
  <inkml:trace contextRef="#ctx0" brushRef="#br0" timeOffset="4840.26">15679 9051 8 0,'0'0'232'15,"-3"0"138"-15,3-2 140 0,-1 2-27 0,-3 0-125 16,4 0-80-16,-1 0-33 0,-1-3-5 15,2 1 8-15,-2 2 17 0,2 0 15 0,0-1 11 16,-1 1 5-16,1-1-9 0,-2 1-20 0,2 0-25 16,0 0-36-16,-1 0-39 0,1 0-33 15,0 0-32-15,0 0-26 0,0 0-26 0,0 0-13 16,0 0-9-16,0 0-9 0,1 0-10 16,-1 0-2-16,0 0-4 0,2 0-2 0,-1 0-1 15,-1 0-2-15,2 0 11 0,1 0 6 0,2 0 6 16,-2 1 1-16,2-1 1 0,0 1 2 15,2 1-5-15,2 1 31 0,-3-3 12 0,4 2 11 16,0 1-2-16,0 0 7 0,4 0-6 16,-3 1-31-16,2 0-14 0,-1 2 31 0,3-2 19 15,0 0 3-15,-2 2 7 0,3 0 0 16,-3 1-6-16,2-1-35 0,-2 0-20 0,0 2-9 16,1 1-7-16,-3-1-5 0,3-1 0 0,-4 2 0 15,-1 0 0-15,4 2 0 0,-4-3 0 16,0 3-1-16,-2-3 3 0,-1 5-3 0,-1-2 7 15,0-1 7-15,-2-1 7 0,-1 2 5 0,-2-1 0 16,0-1 3-16,-2 0-1 0,1 1-4 16,-3-3-7-16,1-1-2 0,-2 1-2 0,1-1-2 0,-2 0-6 15,-1 1-4-15,2-1-2 0,-3 0 0 16,2 1-2-16,-3 0 0 0,1-1 0 0,-2 2 0 16,1-1-1-16,3-1-1 0,-2 2 1 15,0-1-1-15,0-1 0 0,2 1-3 0,-1-1 1 16,2 1-1-16,0-3-2 0,1 1-1 0,-1-1 1 15,2 1-2-15,2 0-12 0,-1-3-34 16,0 3-56-16,2-1-52 0,-1 1-64 0,-1-1-124 16,1-1-163-16,1 1-248 0,-2 0-223 15,0 2-223-15,1 0-99 0,1 1 309 0,-2-2 478 16</inkml:trace>
  <inkml:trace contextRef="#ctx0" brushRef="#br0" timeOffset="9658.54">16141 10069 37 0,'2'-1'284'0,"-1"-1"168"0,-1-1 160 15,0 2-18-15,0-1-137 0,0 2-75 16,0-1-11-16,0 1 16 0,0 0 9 0,0 1-13 16,0-1-34-16,0-1-48 0,0 1-57 15,-1-2-62-15,1 1-45 0,0 1-27 0,0 0-2 16,1 0 5-16,-1 0 18 0,0 0 13 0,0 1 3 16,2-1 1-16,-2 2-15 0,1-2-20 15,-1 1-26-15,0 1-17 0,-1 2-16 0,1 1-19 16,-2 2-11-16,1 2-6 0,-1 3 3 15,0 1 2-15,1 0 1 0,-1 3 0 0,2 2 1 16,-1-1-2-16,-1 6-8 0,0-3-5 0,2 4-3 16,0 1-2-16,0 0-2 0,0 1-2 0,0 4 1 15,0-3-2-15,0 5-1 0,4 0-2 16,-3-3 1-16,2 3 2 0,-1-1 0 0,3 1 3 16,0-2 2-16,2 0 1 0,-2-3 2 15,3 0-2-15,-1-4 0 0,2 2-3 0,-1-5 1 16,1-1-3-16,-1-2 2 0,3 0-2 15,0-4-1-15,-1-1 3 0,2-4-3 0,0 2 1 16,0-3-1-16,-1-3-1 0,2 0 1 0,-1-3-3 16,1-1 3-16,1-2-1 0,-1-5 2 15,3 1-1-15,-4-1 0 0,3-3 3 0,0 0-2 16,-2 0 0-16,1-1-2 0,-1-1-1 0,1 0-2 16,-3 0-29-16,-1 2-59 0,2-1-61 15,-4 1-75-15,0 0-121 0,-3-1-169 0,0 3-210 16,-2-3-235-16,0 4-207 0,-1-2-77 0,-1 0 246 15,-1 2 433-15</inkml:trace>
  <inkml:trace contextRef="#ctx0" brushRef="#br0" timeOffset="10002.16">16024 10515 127 0,'0'-6'595'0,"-1"0"395"0,1-2 189 0,0 0-93 16,0 2-398-16,3-1-222 0,3-4-140 0,0 4-76 15,2-2-40-15,3 2-29 0,2-2-19 16,1 2-25-16,2-1-26 0,0 0 5 0,3 1-17 15,1 5-16-15,-1-5-14 0,3 3-3 16,0 3-9-16,-1 1-25 0,4 0-15 0,-1 0-9 16,1 1-2-16,-1 1-4 0,3 1 0 15,0-2-4-15,-2-1-3 0,2 0-10 0,-2 0-69 16,0-1-66-16,-4-2-143 0,1 1-241 16,-3 0-306-16,-1-2-338 0,-3 0-216 0,0-2-16 15,-4 0 539-15</inkml:trace>
  <inkml:trace contextRef="#ctx0" brushRef="#br0" timeOffset="11523.65">2599 1792 117 0,'-3'-3'347'0,"-2"0"185"0,-1 2 180 0,-1-2-60 16,-2-1-97-16,1 2-35 0,0-1-14 0,-2 0-43 15,-2 0-63-15,1 0-81 0,-3 0-80 0,1 3-58 16,0 0-51-16,-3 2-34 0,2 0-28 0,0 4-17 16,1 1-16-16,-1 3-18 0,3 3-10 0,1 2-6 15,1 3 4-15,1 1-3 0,3 5 3 0,2 1 1 16,0 1 0-16,3 2 1 0,1 0-3 16,3 1 0-16,-1-3-2 0,3 0-2 0,1-3-1 15,2-4 14-15,1-1 4 0,-1-3 4 0,2-4-10 16,2-2-4-16,-2-5 1 0,3-2-17 0,-1-5 0 15,1-5-4-15,0-3 14 0,0-5 4 0,-1-4-2 16,-3-2 1-16,2-1-4 0,-2-5 0 0,-2 0 0 16,1-1 6-16,-3 1 1 0,-2 2 4 0,-3-2-3 15,1 5-2-15,-2 1-2 0,-2 1 26 16,-1 1 18-16,-2 4 10 0,0 0 5 0,-4 3 3 16,3 1 1-16,1 3-6 0,-2 0-8 0,3 1-3 15,-2 4 0-15,3 1-6 0,-1 0-3 0,1 3-17 0,0 3-9 16,3 2-11-16,0 2-4 0,0 2 2 0,2 3 3 15,1 2-1-15,2 1-2 0,-1 3 0 0,4-2 2 16,0 4-4-16,0-3-3 0,2 3 2 0,0 1 0 16,2-2 4-16,0-2-3 0,1 1 1 0,1-2 0 15,2-2-3-15,-2-2 2 0,3 0-1 16,1-4 0-16,-1-1 1 0,2-3 4 0,-1 1 0 16,1-4-8-16,-1 1-53 0,-2-2-43 0,3-2-95 15,-3 0-147-15,0-3-193 0,-3 1-313 0,2-2-244 16,-2-1-213-16,0 0 91 0,-1-1 449 0</inkml:trace>
  <inkml:trace contextRef="#ctx0" brushRef="#br0" timeOffset="12216.54">3241 1357 106 0,'5'0'328'0,"-1"-1"160"0,-2-1 152 15,1 2-80-15,-2-2-64 0,3 2-2 0,-3 0 15 16,-1 0-11-16,0 0-44 0,-3-1-66 0,0 0-69 15,1-1-35-15,-1 0-24 0,-1 2-26 0,-1-1-14 16,0 0-19-16,-1-1-29 0,-1-1-43 0,-4 2-38 16,2-1-23-16,-4-1-23 0,1 0-12 0,-3 0-7 15,0 0-9-15,0 0-7 0,-2 1-5 0,1 0-1 16,0-1-3-16,2 2 1 0,0-1-2 0,-1 2 4 16,2 0-1-16,1 0-2 0,1 0 3 0,0 2-1 0,3-1-2 15,2 2-1-15,-1 0-1 0,0 1-1 16,4 0 0-16,-2 3-2 0,5-1 2 0,-2 3 1 0,2-1 2 15,2 5-2-15,-1-1 5 0,4 1 6 0,0 2 0 16,4 0 0-16,-2 3 0 0,1-3 2 0,1 3-5 16,2 0-8-16,-1 1-7 0,-1 3 1 0,4-1-2 15,-2 1 1-15,1 2-4 0,-1 0 8 0,1 0 4 16,0 2 0-16,-2-1 1 0,1 0-1 0,0 3 1 16,-3-3 0-16,1 1 0 0,1 0 1 0,-2-1-1 15,0-1-1-15,-2 0 0 0,2-1 0 16,-2-1 0-16,-1-1 0 0,1 2 0 0,-1-3 0 0,1-2 2 15,-1-1 0-15,-2-2-1 0,0-1-1 16,0-1 1-16,-1-3 0 0,1-1 0 0,-1 0-1 16,1-3 0-16,-1 1-2 0,-1-3 1 0,2 0 0 15,0 1-1-15,0-1-1 0,2-1 0 0,-2 2 3 16,2-2-1-16,2 0 0 0,0 0 2 0,1-2-1 16,0 1 2-16,0-2-2 0,3 0 1 0,0-2 0 15,2-1-1-15,-2 0 2 0,0-1 0 0,2-4 0 16,-2 3 2-16,2-5-1 0,-1 1-2 0,-1-2 0 15,2 1-2-15,-2 0 1 0,0-1 1 0,0 1-1 16,-1 1-1-16,-1-2-19 0,0 4-53 0,-1-1-64 16,-1 1-95-16,-2 1-150 0,-1 0-226 0,2 1-304 15,-4 1-250-15,1-3-181 0,-1 3 111 0,-1 0 489 16</inkml:trace>
  <inkml:trace contextRef="#ctx0" brushRef="#br0" timeOffset="12637.37">3549 1919 131 0,'2'-5'362'0,"-2"-2"171"0,0 0 176 0,0 1-76 15,0-6-129-15,0-1-54 0,0-3-6 0,1-1-7 16,1-5-49-16,-2 0-73 0,4-3-50 0,-4-3-50 16,2-1-51-16,-2-3-41 0,0-1-28 0,2 1-12 15,-2 0-5-15,1 0 6 0,-1 4-3 0,0 3 5 16,2 5-6-16,-2 2-7 0,0 4-18 0,1 2-20 16,-1 3-10-16,0 3-10 0,2 2-4 0,0 2-5 15,1 4-4-15,2 2 9 0,-1 4 9 0,4 3 1 16,-2 2 0-16,2 2 2 0,1 3 3 0,1 1-9 15,-2 1-7-15,2 4 1 0,1 0-3 0,-2 1 2 16,1-2-1-16,2 2-2 0,-2-1-3 0,-2 0-1 16,4-1 1-16,-4-3-5 0,2 2-1 0,-2-4-1 15,1 0-1-15,-2-2-1 0,-1-2-1 0,2 1-4 16,-2-5-17-16,-1 1-37 0,0-1-33 0,-2-2-54 16,-2-1-108-16,1-2-153 0,-2-3-176 0,-2 3-256 15,1-5-249-15,-2 0-136 0,-1 0 184 0,-2-6 428 16</inkml:trace>
  <inkml:trace contextRef="#ctx0" brushRef="#br0" timeOffset="12855.46">3488 1682 73 0,'-2'0'331'0,"0"1"175"15,1 0 130-15,-1-1-88 0,2 0-226 0,0 2-150 16,3-2-81-16,-1 0-31 0,1 0 6 0,2 0 3 15,1-2 1-15,2 1 0 0,0-2-3 0,0 0-7 16,4-3-26-16,-2-1-13 0,2 0-8 0,1 0-10 16,0-4-49-16,1-1-84 0,-1 0-185 0,-1-1-221 15,-1 0-122-15,-1-1-5 0,1 0 146 16,-3-1 202-16</inkml:trace>
  <inkml:trace contextRef="#ctx0" brushRef="#br0" timeOffset="13127.54">3566 1233 77 0,'-10'-6'355'0,"0"0"215"0,2 4 200 16,-2 2-2-16,3 0-192 0,2 0-148 0,0 2-85 15,2 2-64-15,1-1-51 0,2 2-61 0,0 0-51 16,0-1-26-16,2 0-13 0,1 2-11 0,0-1-24 16,1-1-17-16,0 2-9 0,2-2-4 0,1 0-4 15,-1-2-4-15,1 0 2 0,1 0 0 0,1-2 2 16,-3 0 28-16,2 0 15 0,-1-2 8 0,0 0 2 15,-2 0 3-15,0-2 0 0,0 2-23 0,-2-3-14 16,0 1-13-16,0-3 2 0,0 3 0 0,-1-1-2 16,-2 0-3-16,-2-1 2 0,2 0 0 0,-4 0-7 15,1-1-4-15,-1 4-1 0,1-1-7 0,-2 3-28 16,0-3-64-16,-1 3-102 0,0 0-123 0,1 1-135 16,0 2-226-16,1 0-243 0,0 1-89 0,0 1 141 0,-2-2 286 15,2 1 271-15</inkml:trace>
  <inkml:trace contextRef="#ctx0" brushRef="#br0" timeOffset="13619.48">3620 1071 79 0,'5'-2'306'0,"0"-3"146"16,-2 4 136-16,2 0-74 0,-2 1-136 0,0 0-63 15,3 0 5-15,-1 1 48 0,0-1 23 0,-1 0-9 16,3 0-21-16,-2-2-40 0,2-2-51 0,-2-1-63 0,2 1-54 15,-1-2-39-15,0 0-32 0,0 0 0 0,2-1-4 16,-3-1-7-16,0 2-3 0,1 0-6 16,0-1-3-16,-1 2-23 0,0 0-14 0,0 0-3 0,-2 0-5 15,0 2-6-15,-1 0 2 0,1 0-8 16,0 2-1-16,0-1 0 0,0 2 1 0,0 0 1 0,-1 0-1 16,3 2 6-16,-2 1-1 0,2-1-2 0,0 3-1 15,2 1 2-15,-2 1 3 0,3 3 3 0,0 0 4 16,1 4 5-16,1-2-2 0,0 3-1 0,0-1-1 15,2 2-7-15,-1-1-6 0,1 1-5 0,1 2 6 16,-1-1-1-16,1 4-3 0,0-2 5 0,1 1-1 16,-1 1 1-16,1-2-7 0,-1 2-2 15,1 0 0-15,-3 2 3 0,0-2 1 0,1 1 0 16,-2-1-2-16,-2 2-5 0,3-2 4 0,-5 1 1 16,1 1-2-16,-1-1 0 0,-1 3 8 0,-1-3 3 15,-1 2 4-15,-1 1-1 0,0 1-1 0,-1-1 6 16,-2-1-8-16,-1 2 1 0,0-2-7 15,1-2-2-15,-1-2 6 0,-2 0-2 0,-1-6 6 16,2-1 0-16,-2-1 20 0,0-4 5 0,0-3 1 16,-2 1-3-16,2-5-4 0,-3-1-1 0,0-3-24 15,-1-3-19-15,1 0-44 0,-2-1-40 0,1-3-104 16,-2 0-172-16,0 2-293 0,1 3-288 0,-2 1-246 16,2 0-168-16,0 3 293 0,0 2 554 15</inkml:trace>
  <inkml:trace contextRef="#ctx0" brushRef="#br0" timeOffset="15319.78">17558 10075 202 0,'-2'-4'462'16,"0"1"244"-16,-1-2 210 0,0 2-128 0,-2 2-147 15,2-4-102-15,-4 2-78 0,0-1-64 0,1 0-35 16,-2 0-36-16,-2-1-43 0,-1 3-33 15,0 0-31-15,-5-2-28 0,0 4-53 0,-2 0-46 16,-3 0-30-16,0 4-19 0,-1 3-11 16,-3-1-7-16,1 2-5 0,-1 1-7 0,3 2-1 15,-2 0 1-15,1 1-1 0,3 2-3 0,0 0-1 16,1-1-1-16,3 3-2 0,2 0-2 16,1 0 0-16,4 2-2 0,-2 0-1 0,4 1 0 15,3 2 0-15,0 2-1 0,4 0 0 16,2 3 1-16,1-1-2 0,2 0 0 0,3 3 1 15,4 0 0-15,-2-2-2 0,1 4-1 0,3-2 3 16,-1 0 0-16,3-2 1 0,-2 0 0 0,0-1 1 16,-1 2 0-16,1-4-1 0,-1 0 2 15,-2 0-2-15,3-2-2 0,-3-2 3 0,3 0 1 16,-3-3 1-16,2 1-1 0,1-5-1 16,-1-1 0-16,1 1 0 0,1-5-2 0,-2-4 0 15,4 0 0-15,-2-6 1 0,1 1 0 0,1-6 0 16,1-1 0-16,1-5-8 0,0 2-33 15,-3-5-68-15,1 1-64 0,-3-4-127 0,2-1-187 16,-5-1-317-16,0-2-288 0,2 2-215 16,-4 0-89-16,-1-2 388 0,0 1 538 0</inkml:trace>
  <inkml:trace contextRef="#ctx0" brushRef="#br0" timeOffset="15790.38">17638 10536 363 0,'3'8'712'16,"1"-3"241"-16,-3-3 106 0,2-4-235 0,4-3-257 15,0-3-171-15,1-6-86 0,4-2-30 0,2-6-37 16,-2-1-26-16,6-4-16 0,-4-1-17 0,3-3-2 16,-1 1-17-16,-2 2-32 0,-1 2-28 15,-2 3-27-15,0 4-11 0,-4 2-20 0,1 6-15 16,-4 2-8-16,0 3-8 0,2 6-4 15,-5 3-4-15,2 4 0 0,1 3-3 0,-3 7 1 16,-1 2-3-16,3 3 1 0,-3 0-2 16,2 1-2-16,0-1 0 0,1-1 0 0,0 0 0 15,3-5 0-15,0 1 0 0,-1-3 2 0,3-5-2 16,0-2 2-16,3-4 1 0,-1-3-2 16,4-3 0-16,-3-4-1 0,2-4 1 0,-1-2 0 15,3-3-1-15,-2 0 0 0,0-2 2 16,1 2-1-16,-1-2 0 0,-2 1 0 0,2 2-2 15,-4 2 1-15,1 2 0 0,-1 2 1 0,-1 3 0 16,-1 2-2-16,-1 4 1 0,0 2 0 0,-3 2 0 16,2 3 0-16,-2 2 2 0,0 2-1 15,-1 2 1-15,0 1 0 0,-1 1-1 0,3-2-1 16,-4 1-1-16,3-1 0 0,0-1-3 16,1-1 2-16,1-3 0 0,2 0-13 0,1-2-54 15,-2-1-64-15,3-1-74 0,-1-2-138 0,2 1-195 16,1-2-314-16,-2 1-251 0,2-1-193 15,0 1-22-15,2-2 419 0,1 0 486 0</inkml:trace>
  <inkml:trace contextRef="#ctx0" brushRef="#br0" timeOffset="15981.82">18348 10412 280 0,'-2'-4'706'0,"-1"-3"342"0,-3-2 102 16,2-2-256-16,-3-2-292 0,-1-2-216 0,3-5-141 15,-2-1-90-15,4-3-63 0,-1 0-43 0,1 0-25 16,3 0-11-16,0 1-7 0,3-1-6 15,1 4-2-15,0 2 0 0,2 1 1 0,-1 4-4 16,1 4 1-16,-1 3-12 0,-1 2-39 16,0 6-59-16,1 2-80 0,-5 4-95 0,1 3-108 15,1 2-118-15,-1 2-153 0,-1 3-178 0,2 3-39 16,-2-2 117-16,0 1 226 0,0 1 230 16</inkml:trace>
  <inkml:trace contextRef="#ctx0" brushRef="#br0" timeOffset="16202.71">18364 10334 192 0,'3'19'362'0,"2"-3"166"16,-2-1 39-16,-2-3-112 0,3-2-98 0,-1-4-54 15,0-2-11-15,2-2 4 0,0-4 21 0,2-2-12 16,-2-1-28-16,3-3 1 0,-1-3-15 16,-1-1-23-16,3-1-25 0,-1 0 3 0,-1 0 19 15,1 0-25-15,2 0 20 0,0 1-5 0,-2 0-16 16,4 1-35-16,-4 1-43 0,2 2-27 16,1 1-47-16,-2 5-27 0,1-3-15 0,1 5-8 15,-1 2-3-15,1 1-1 0,1 3-4 16,-2 1 0-16,1 3-2 0,1 0 0 0,0 2-4 15,-3 1-31-15,4 4-60 0,-4-4-52 0,2 3-88 16,-1-3-154-16,-2 1-240 0,1-2-286 16,0 0-225-16,-1-4-192 0,2-1 109 0,-1-4 497 15</inkml:trace>
  <inkml:trace contextRef="#ctx0" brushRef="#br0" timeOffset="16676.65">18824 9812 295 0,'-5'-13'929'0,"-1"2"412"0,1 3 22 0,0 2-190 16,-1 1-503-16,5 2-276 0,-1 0-137 15,4 3-89-15,1 0-70 0,5 0-48 0,0 3-23 16,1-1-9-16,7-1-5 0,0 1-5 16,3-2 1-16,-2 1 0 0,4-1-5 0,-1-1 0 15,4 1-2-15,-3-2 1 0,1 2-3 16,1-1-3-16,-2-1 4 0,-1 2-3 0,-1-1 1 15,-1 1 0-15,-1-2 0 0,-2 2 3 0,-3 0-2 16,-1 0 2-16,-3 2-2 0,3-1 4 0,-3 2-1 16,-2 0-2-16,-1 1-1 0,0 4-1 15,1 0 2-15,-1 1-2 0,0 6 1 0,-1 0 1 16,0 3 5-16,0 1-1 0,4 2 0 16,-2 5 0-16,-1 1-1 0,3 3-1 0,3 3-1 15,-1 3 1-15,1 1 1 0,3 1-4 16,-1-1 0-16,2 3-1 0,0-2 0 0,0 1-1 0,0-3 0 15,-2 1 0-15,1-4 2 16,-5-1 2-16,2 0-1 0,-5-3 2 0,-1 2-1 0,-3-3 2 16,-2 1-1-16,-2-4 14 0,-1 0 12 15,-2 0 7-15,-2 0 6 0,-1-1 0 0,-2-2 3 16,-4 1-16-16,3-2-8 0,-4 0-8 16,0-2-5-16,-1 0-2 0,-5-4-5 0,3 0-1 15,-2-2-4-15,-2-3-5 0,0 0-36 16,1-4-65-16,-4-2-62 0,2-2-105 0,-3-4-173 15,0-1-314-15,-3-3-283 0,1-2-212 0,0-3-114 16,-6-1 301-16,1-3 544 0</inkml:trace>
  <inkml:trace contextRef="#ctx0" brushRef="#br0" timeOffset="17985.62">6226 5488 419 0,'6'26'799'0,"0"-1"228"0,-3 2 80 15,4-1-244-15,-1-2-344 0,1 0-182 16,2-3-91-16,-1-2-51 0,0-4-75 0,0 0-44 16,1-4-25-16,-1-4 27 0,2-1 46 15,-1-6 36-15,2-3 29 0,-3-3 0 0,2-3-5 16,-1-6-39-16,1-1-43 0,-4-4-27 15,2-1-25-15,-4-1-10 0,1 1-2 0,-3-1 8 16,0 3 6-16,-4 2 0 0,0 3-2 0,-1 0-1 16,0 2-9-16,-3 3-6 0,0 1-9 0,-1 3-6 15,1 2-4-15,-2 1-4 0,0 4-3 16,0 2-4-16,0 2-1 0,0 2 0 0,1 0 0 16,0 5-2-16,2-1 1 0,2 0-1 0,-2 3 1 15,2-4-1-15,3 3 0 0,-3 0 0 16,3-4 0-16,0 1-3 0,3-1 0 0,-1-1-1 15,1-2 0-15,0-1-1 0,0 0-1 16,2-1 2-16,0-3-1 0,1-2-2 0,0 0-9 16,2-2-20-16,-1-3-54 0,-1-1-67 0,-1-1-73 15,-1-2-135-15,1-1-173 0,-2-1-307 16,-1-1-248-16,1-1-203 0,-1 0-68 0,-2 1 378 16,-2 1 507-16</inkml:trace>
  <inkml:trace contextRef="#ctx0" brushRef="#br0" timeOffset="18541.58">6188 4709 116 0,'2'-2'307'16,"-1"5"129"-16,1 1 115 0,-1 5-142 0,1 4-126 16,1 4-36-16,2 6 43 0,1 2 91 0,-1 5 59 15,1 6 38-15,1 6-22 0,2 3-49 16,0 5-60-16,1 5-75 0,0 3-61 0,2 4-47 15,-1 2-17-15,0 3-11 0,2 1-16 0,-2-1-17 16,1 2-17-16,1-2-17 16,-3 0-26-16,2 1-17 0,-4-2-10 0,2-3-4 0,-1-3-3 15,-1-4-5-15,-1-1 1 0,-1-5 1 16,0-2 2-16,0-5-2 0,-2-3-1 0,0-5 3 16,-2-2-3-16,0-4-3 0,-1-6-2 0,-2-1-10 15,-1-6-47-15,-1-1-49 0,-4-6-100 0,1-3-146 16,-5-5-209-16,2-2-304 0,-1-3-239 15,-2-2-189-15,0-3 160 0,-2-2 453 0</inkml:trace>
  <inkml:trace contextRef="#ctx0" brushRef="#br0" timeOffset="18782.11">6164 6282 175 0,'4'9'441'0,"0"-2"193"15,2 1 118-15,-1-3-113 0,0 3-199 0,3 0-123 16,0-1-62-16,3-2 74 0,0-1 22 16,4 0-49-16,2-4-54 0,0 2-34 0,-1-4-20 15,4-1-89-15,2 1-52 0,-1-6-22 0,1 1-10 16,2-5-4-16,-1-2-5 0,0-2-7 0,2-2-2 16,-1-2-3-16,-1-2-6 0,-3 0-27 15,-2-4-103-15,0 0-152 0,-4-1-295 0,-3 0-261 16,0 0-241-16,-5-1-102 0,-1-1 289 15,-5-2 450-15</inkml:trace>
  <inkml:trace contextRef="#ctx0" brushRef="#br0" timeOffset="19099.79">5940 4716 235 0,'4'0'490'0,"1"0"187"16,0 1 92-16,1-1-219 0,2 1-206 0,0 1-119 16,2 1-58-16,4-1 95 0,0 2 47 15,5-1-4-15,3-1-27 0,0-1-25 0,5-1-20 16,2-1-105-16,2-2-61 0,1 0-34 15,4-5-15-15,5 2-7 0,-1-1-3 0,1-2-3 16,5 0 3-16,0-2 2 0,3 2-22 16,1 0-95-16,-1 2-142 0,2-1-304 0,0 4-257 15,1 1-239-15,1 1-123 0,-1 4 255 16,1-1 442-16</inkml:trace>
  <inkml:trace contextRef="#ctx0" brushRef="#br0" timeOffset="19656.5">9176 4234 170 0,'-1'11'428'0,"-1"-1"250"0,2 2 274 15,2 3-68-15,-1 1-173 0,2 1-134 0,-1 3-88 16,3-2-100-16,0 0-129 0,1-3-103 16,-2-2-66-16,4 1-41 0,-1-6-9 0,2 0 17 15,-1-3 33-15,3-4 39 0,-1-1 24 0,1-4 8 16,-2-4-9-16,-1-1-22 0,1-2-28 0,0-3-35 15,-3 1-21-15,-1-3-10 0,-2 2-6 16,0 3-3-16,-3 0-4 0,0 1-1 0,-3 3-2 16,0 1-3-16,-2 1-6 0,0 1-4 15,0 4-5-15,0 0-4 0,-2 4-3 0,1 1 5 16,-1 1 4-16,2 4 2 0,0 1 0 0,1-1-4 16,-1 0-27-16,4 2-69 0,-1 1-61 15,2-2-106-15,0 1-162 0,2 1-303 0,-1-4-296 16,5 2-226-16,-1-2-161 0,1 1 260 15,1-1 551-15</inkml:trace>
  <inkml:trace contextRef="#ctx0" brushRef="#br0" timeOffset="20077.68">9288 3795 211 0,'0'-5'437'0,"0"3"184"0,0 0 179 16,0 4-148-16,0 2-104 0,0 2-44 0,2 3-21 16,-1 4-38-16,1 4-72 0,1 3-60 15,2 8-52-15,-2 4-32 0,2 8-27 0,0 4-17 16,1 5-3-16,0 4-24 0,-1 3-32 16,0 4-34-16,0 2-26 0,2-1-14 0,-2 2-23 15,0-1-11-15,0-2-4 0,1-3-4 16,1-3-1-16,0-2-5 0,1-2-3 15,-3-5-26-15,0-2-57 0,0-1-50 0,-4-6-96 16,-1-3-146-16,-1-6-220 0,-4-3-299 0,0-7-228 16,0-4-204-16,-4-7 113 0,-2-6 461 15</inkml:trace>
  <inkml:trace contextRef="#ctx0" brushRef="#br0" timeOffset="20314.57">8923 3891 140 0,'0'-11'625'0,"-2"1"343"0,4 3 112 0,0 1-82 15,3 1-408-15,3 1-252 0,2 2-103 0,3 2-45 16,4 0-24-16,1 0-16 0,4 5-40 16,3-2-20-16,1 4-37 0,8 0-20 0,1 3-18 15,3-3-7-15,2 3-5 0,2 1-2 16,1 0 0-16,0 1-2 0,1 4 0 0,-3-1-5 15,-3 3-56-15,-2 5-164 0,-6 0-290 16,-6 6-263-16,-3 2-263 0,-7 2-229 0,-3 3 112 16,-9 0 540-16</inkml:trace>
  <inkml:trace contextRef="#ctx0" brushRef="#br0" timeOffset="20530.27">9066 5122 189 0,'-2'31'677'0,"-1"-5"327"0,5-3 81 0,2-3-99 16,4-4-477-16,3-4-256 0,6-2-121 0,3-4-55 15,5-3-30-15,5-3-15 0,5-3-10 0,4-3-7 16,4-1-4-16,3-3-6 0,3 2-5 16,3 1-8-16,0-1-9 0,3 2-26 0,-1 3-98 15,0 1-132-15,-3 4-298 0,1 2-238 16,-2 4-190-16,1 1-35 0,-1 2 278 15,-2 3 369-15</inkml:trace>
  <inkml:trace contextRef="#ctx0" brushRef="#br0" timeOffset="21076.75">12250 6329 84 0,'-2'5'578'0,"1"1"429"0,-5 1 194 16,2 1-66-16,1 1-397 0,0 0-225 16,1 3-136-16,2 1-74 0,0 3-63 0,2-2-43 15,1-1-40-15,0-1-51 0,3 0-43 16,1-4-27-16,-1 0 7 0,2-3 5 0,3-5 9 15,-1 0 6-15,-1-2 1 0,4-7-4 0,-4 0-18 16,3-4-10-16,-2-2-11 0,-2-1-8 0,0-2 4 16,-3 2 4-16,0-2 5 15,-1 1 0-15,-2 0 2 0,-4 2 2 0,1 1-6 0,-4 2-4 16,-1 3-7-16,-1 1-2 0,-1 2-1 16,-1 2-5-16,-2 3-2 0,-2 3-2 0,-1 7 0 15,1-2-1-15,1 3-4 0,-1 4 0 0,2 0 0 16,0-1-2-16,0 4-2 0,4-3-9 0,0 0-25 15,1-3-58-15,2 1-59 0,0-1-74 16,0-2-136-16,1-1-173 0,1-1-293 0,2-2-231 16,0-1-212-16,2 1-40 0,-2-4 384 15,3 1 478-15</inkml:trace>
  <inkml:trace contextRef="#ctx0" brushRef="#br0" timeOffset="21510.7">12144 5484 211 0,'6'-2'456'0,"0"4"243"0,-1 2 213 0,0 6-123 15,3 6-160-15,1 2-95 0,-1 4-65 16,-1 5-70-16,2 5-48 0,0 3-51 0,-2 6-33 16,1 4-29-16,0 2-18 0,0 7-32 0,-5 1-36 15,-2 7-35-15,1 3-32 0,-2 6-27 16,-2 6-15-16,1 2-10 0,-1 5-13 15,-1-1-8-15,1 3-5 0,-2-5-1 0,2-4-1 16,2-4 0-16,0-7-2 0,0-1-1 0,2-8-2 16,-2-4-1-16,4-5-2 0,-4-5-1 15,2-6-12-15,0-5-38 0,-2-5-61 0,-2-5-56 16,0-9-107-16,-4-4-154 0,2-6-207 0,-3-7-275 16,1-6-221-16,-5-5-175 0,1-6 151 0,-1-4 453 15</inkml:trace>
  <inkml:trace contextRef="#ctx0" brushRef="#br0" timeOffset="21800.23">11739 5380 321 0,'2'-15'771'16,"1"3"279"-16,3 5 33 0,0-1-183 0,4 4-328 15,3 1-214-15,4 3-66 0,2 3-37 0,3 1 4 16,2 4-35-16,3-1-34 0,4 1-18 16,1 3-25-16,1 1-12 0,5-3-36 0,0 4-23 15,0-3-13-15,0 1-10 0,2-2-20 16,-1 3-13-16,-1-1-6 0,-2 0-7 0,1 0 0 16,-2 0-1-16,-2 1-6 0,-3 2 0 15,0 0-4-15,-2 1-44 0,-2-1-63 0,-4 3-64 16,-5 2-125-16,1 0-181 0,-9 0-318 15,0 2-267-15,-2 1-211 0,-6-2-84 0,-1 1 378 16,-3-1 518-16</inkml:trace>
  <inkml:trace contextRef="#ctx0" brushRef="#br0" timeOffset="22087.74">11723 7144 99 0,'-6'35'635'15,"6"-4"409"-15,0-5 124 0,3-2-104 0,0-5-399 16,5-2-302-16,2-4-147 0,2-3-63 16,4-1-20-16,5-4 23 0,2-2 30 0,3-4-7 15,4-4-14-15,6-3-14 0,-1-5-23 16,5-2-36-16,2-3-40 0,4-3-24 0,3-5-12 15,3 1-10-15,4 0-2 0,0-1-4 0,1 4-15 16,-1 1-60-16,2 2-75 0,-1 3-167 16,-1 4-289-16,-5 5-304 0,-3 2-308 0,1 5-184 15,-6 5 147-15,-1 2 611 0</inkml:trace>
  <inkml:trace contextRef="#ctx0" brushRef="#br0" timeOffset="29938.88">21551 1446 112 0,'0'4'268'0,"0"-2"106"0,0-1 48 16,0 3-152-16,0-3-88 0,-1 0-47 0,-1 3-22 15,2-2-7-15,0 2-3 0,0 1-11 0,-1-1 11 16,1 4 24-16,-2 1 17 0,-1 0 26 0,3 1 17 16,0 4 30-16,3 0 6 0,-1 1-17 15,-2-1 11-15,1 4 1 0,2 1-7 0,-1 0-25 16,1 2 15-16,-1 2 2 0,3 1-29 0,-4 1-37 15,2 1-3-15,1 2 3 0,0 2-36 0,-1 2-25 16,-1 1-9-16,-1 1-6 0,1 1-22 16,0 2-18-16,-2 1-1 0,0 1 2 0,1 1-3 15,-1 0 0-15,2-1 2 0,-1 4-2 0,-1-3-2 16,4 2-4-16,-4 0-3 0,1-1-1 16,1 1-1-16,0 1 25 0,-1 0 24 0,-1 0 10 0,3-1 4 15,-3 1 4-15,3 1-3 0,-3 1-21 16,0 0-25-16,-3 0-8 0,3-1-2 0,-1 2 0 15,-1-2 3-15,2 3-3 0,-1-2-2 0,-1 0-2 16,0 0-2-16,2 1-4 0,0-1-1 16,-1 1 4-16,1-3-3 0,0 1-1 0,0 0 1 15,0 0-1-15,0 0-5 0,0-3-2 0,0 3 28 16,0-1 25-16,0 0 11 0,0 1 10 16,0-3 2-16,0 3 3 0,0-2-26 0,0-2-22 15,0 2-13-15,0-3-7 0,0 2-6 0,0-1 0 16,0-1-1-16,-2 2 1 0,0-3 3 0,2 0-2 15,0-1 0-15,0 1-2 0,0-1 0 16,0-1-4-16,0-3 1 0,0 3-1 0,2-4 1 16,0 3 0-16,-1-4 2 0,-1 2 1 15,2-1-2-15,0-1 2 0,-1 1-2 0,1-1-1 16,-1 1-2-16,4-2 3 0,-4 1 0 16,1 1 3-16,-1 0 0 0,3 2-1 0,-3-1 0 15,1 0 0-15,1 0-2 0,-3-2-2 0,3 2 1 16,-1 0 0-16,0-1 3 0,-1 0-1 0,2 2 1 15,-1-3-2-15,1 2 4 0,-2-3 1 16,1 2-4-16,-1 1 3 0,-1-2-1 0,2 4 2 16,-2-2-2-16,0 0 2 0,0 1 8 0,2 0 7 15,-2 1 0-15,0-1 1 0,0 3-1 16,1-5-2-16,-1 5-8 0,0-3-3 0,2 0-3 16,-2 0 0-16,2-1-3 0,-2 0 2 15,0-2-2-15,1 1-2 0,-1-1 0 0,0 0 0 16,2-3 1-16,-2 0 3 0,1 3-1 0,-1-4 0 15,0 4 1-15,2-3-2 0,-2 4 3 0,0-2-4 16,0 1 0-16,0 0 2 0,0 4-2 16,0 0 1-16,0-1-2 0,2 2 1 15,-2-3 0-15,0 0 1 0,1 1-1 0,-1-2 1 16,2-1-1-16,-1 0 0 0,-1-3 0 0,5 2 0 16,-5-1 0-16,1-2 0 0,1 1 0 15,-1 2 1-15,1-1 2 0,-2-1 1 0,0 1 0 16,2 1-1-16,-2 0-2 0,0 2-1 0,0-1 0 15,0 1-1-15,0-1 2 0,0 1-1 16,0 3 1-16,0 0-1 0,0 1-1 0,0 0-1 16,0 1 0-16,0-1 1 0,0 0 1 15,1 1-1-15,-1 0 2 0,0-3 0 0,2 2 0 16,-2-2 0-16,2 2 0 0,-1-2 0 0,-1 1-1 16,2 2 0-16,-1-3 0 0,1 2-1 0,0-1 1 15,-1 1 0-15,2 0 0 0,-1-2 1 16,2 2-1-16,0 2 1 0,-3-2 1 0,2 1-2 15,1 1 0-15,0-2-3 0,0 3 3 16,-1-2 0-16,2 1-1 0,-1 1 2 0,-1 1 2 16,4-1 1-16,-4 2-3 0,2-1 1 0,-1 1 0 15,1-1-2-15,1 1 0 0,1-2 0 0,-3-2 0 16,1-1 0-16,0 1 0 0,1-4 0 16,-1-2 0-16,0-3 0 0,-2-1 0 0,0-5 0 15,0-3-3-15,2-2-1 0,-3-4-1 16,-1-3-1-16,1-1-26 0,1-3-56 0,-3 0-54 15,-5-5-81-15,2 2-152 0,0-3-243 0,-4-4-292 16,3 1-244-16,-4-3-203 0,-3-1 69 16,0-6 511-16</inkml:trace>
  <inkml:trace contextRef="#ctx0" brushRef="#br0" timeOffset="31016.37">21356 1577 117 0,'1'4'389'0,"2"-3"248"0,-1 3 179 16,-2-4-115-16,1 1-136 0,-1-1-73 15,3-1-43-15,1-3-56 0,-1-1-37 0,2-1-41 16,1-4-14-16,2 0-12 0,1-3-21 0,-1-4-24 16,5-2-21-16,-2-3-24 0,0-1-38 0,5-7-47 15,-3 1-34-15,2-3-16 0,0-1-15 0,0-1-9 16,1 1-2-16,1-1-4 0,-4 0-4 0,3 3-2 16,-3 2-6-16,1 2 2 0,-5 4-9 0,1 1-5 15,1 2 1-15,-5 7-7 0,-1 1 0 0,0 2-7 16,0 4 2-16,-2 1 1 0,3 4-7 0,-2 2 4 15,0 6 1-15,1 0 1 0,-1 5 0 0,1 3 1 16,0 5 2-16,-1 2-1 0,0 3 2 16,-1 3-1-16,2 1 7 0,-4 2 2 0,4 1 1 15,-2 1-2-15,4 0-2 0,-1 0-2 0,0 1-8 16,2-1-14-16,0 0-23 0,1-1-57 0,2 3-63 16,-1-2-112-16,1 1-173 0,-2 1-298 0,1 4-321 15,1 0-259-15,-1 1-170 0,1 3 297 0,-1 1 599 16</inkml:trace>
  <inkml:trace contextRef="#ctx0" brushRef="#br0" timeOffset="32847.83">21189 8949 242 0,'2'6'496'0,"-4"0"191"0,2-1 94 0,-3-2-231 16,3 2-255-16,0-5-130 0,0 2-68 15,0-2-36-15,3 0 36 0,1 3 60 0,1-3 75 16,-1-3 63-16,5 3 35 0,1-2 12 16,1 2-44-16,3-5-67 0,2 3-59 0,2-3-42 15,0-1-21-15,3 1-13 0,3 0-11 0,1 0-7 16,2-1-10-16,1 2-13 0,2-2 43 16,2 0 15-16,1 1 6 0,0-1 0 0,2-1-1 15,2 5-6-15,-1-5-50 0,3 1-27 0,1 1-15 16,0 0-5-16,1 1-3 0,3 1-3 15,-3 0-1-15,3 2-4 0,-1-1 1 16,0 2-4-16,1 0-1 0,0 0 13 0,2 2 9 16,-1-1 3-16,2-1 4 0,0 3 3 0,2-1 1 15,2-1-13-15,-2 1-5 0,5-1-3 0,-1 0-4 16,1 1-4-16,5 0 0 0,-1-1-2 16,2 2-2-16,0-1 0 0,2-1-1 0,0 0 1 15,1 3 0-15,0-3 1 0,1 0 2 0,2 1 0 16,2 1 2-16,0-3 0 0,1 0 0 15,1 0 14-15,4 0 3 0,-3 0 2 0,2-3 1 16,1 1 0-16,-1 2 0 0,1-2-12 16,2 1-2-16,2-3-2 0,-1-1 0 0,5 1-1 15,-1-2-2-15,1 2-2 0,4-2-4 0,-3 0-3 16,2 0 1-16,-2 1 2 0,2-2 1 16,2-1 0-16,1 2 4 0,0-1 0 0,2-1-1 15,0 2-3-15,0-1-3 0,-3-1 2 0,2 2-1 16,-4 0 2-16,-1 2 0 0,5 0 2 15,-2-1 2-15,-1-1-1 0,3 3-2 0,-3-2-4 16,1 2 1-16,-2 1 1 0,-2 0 0 0,-2-2 2 16,1 3 1-16,4-2 2 0,-5 1 0 15,2 0-1-15,3 0-3 0,-4-1 0 0,-1 0-2 16,1 0-2-16,0 0 2 0,-5 0 0 0,4 0 3 16,-2-1 1-16,3 1 2 0,0-1 0 15,-1 0-1-15,1 0-1 0,-2 0-3 0,-2-1-2 16,1-1 2-16,-3 4 2 0,2-3-1 0,-2 3 2 15,-2-2 1-15,4 3 2 0,-4-2-3 16,2 1-1-16,-2 1-2 0,-1 0-1 16,-2-1-1-16,-1 0-1 0,-2 2 2 0,-2 0 0 0,-1-1 3 15,-1 1 0-15,0-1 1 0,-3-1 2 16,3 1-2-16,-4-2 0 0,0 1 0 0,-2-2-1 16,-2 0-1-16,-1 2 1 0,-3-1-3 15,-1 0 0-15,-4 0 0 0,0 0-1 0,-2 0 0 16,-4-1 1-16,0 0 1 0,-4 1 0 0,-3-1-1 15,0 2 1-15,-3-1 1 0,-2 0 0 16,-3-2-1-16,0 3 2 0,-3-2 0 0,-2 0 0 16,-2 1-1-16,-3-1 0 0,0 1 0 0,-5 0 0 15,0 0 0-15,-3-1 1 0,-2 2 12 0,-1-1 8 16,-2 1 4-16,-1 0 3 0,-2-2-1 0,0 2 1 16,0-3-12-16,-3 2-6 0,1 0-5 0,-1 0-3 15,-1 0-3-15,0 1 1 0,-1-3-2 16,2 4 0-16,-3-1-1 0,-1-1 1 0,2 2 0 15,1-2-2-15,-3 1-1 0,2 1-2 0,-2 1-3 16,2-1-9-16,2 1-15 0,-4 0-25 0,4 0-63 16,-2 1-66-16,-1-1-89 0,2-1-145 15,-1 1-233-15,2-2-305 0,-2 2-236 0,1-2-189 16,0 0 74-16,-1-3 510 0</inkml:trace>
  <inkml:trace contextRef="#ctx0" brushRef="#br0" timeOffset="33318.99">30107 8245 29 0,'0'-2'464'0,"0"0"438"0,0 0 285 0,-5 1-8 16,5 0-340-16,-1 1-249 0,1-2-168 0,0 2-123 15,0 0-86-15,1 2-55 0,2-1-51 0,2 0-36 16,0 3 15-16,3-2 4 0,1 3 2 16,2 1 2-16,2-2 7 0,2 4-6 0,2 0-31 15,1 0-17-15,4 1-7 0,-2-1-5 0,5 4-3 16,-2-1-3-16,4-2-3 0,2 4-1 15,-4-2-3-15,4 1-1 0,-1-1-7 0,2 2-4 0,-1 0-3 16,-1-1-1-16,1 1 0 0,-3 0-1 16,1 0-2-16,-4-1 0 0,0 1-1 0,-2-2-1 15,-4-1 0-15,-3 0-1 0,-2 1 2 0,-3-3 1 16,-5 1 2-16,0-1-1 0,-6-1-1 16,-3 2 0-16,-4-2-1 0,-2 1-2 0,-5-1-1 15,0 2-1-15,-4-1-1 0,-1 1-1 0,-3-2-5 16,1 1-14-16,-1 1-27 0,-1-2-47 0,1 2-56 15,0-1-48-15,2 0-65 0,3-1-109 0,2 2-132 16,0 0-209-16,5 0-223 0,3 0-228 16,2 1-104-16,3 0 269 0,2 2 457 0</inkml:trace>
  <inkml:trace contextRef="#ctx0" brushRef="#br0" timeOffset="34002.33">30788 9465 79 0,'3'-5'475'0,"-3"2"394"0,0 0 273 0,-1 0-16 16,-1 2-400-16,1 0-204 0,-3 1-148 16,4 0-117-16,-2 1-75 0,-2 3-40 0,3 2-2 15,-1 2 6-15,1 0 6 0,-3 4 11 0,4 1-12 16,-1 4-16-16,-1 0-20 0,1 1-25 0,1 3-19 15,0-1-22-15,-2 1-10 0,2 2-2 0,0 1-10 16,0 2-6-16,0-1-1 0,0 5-4 16,0-4-4-16,0 4-3 0,2-3 1 0,-1 2 3 15,2-2 4-15,1 1 1 0,0-1 1 16,4-2-2-16,-2 0-1 0,2-3-5 0,4 1-5 16,-2-4-2-16,3-1-3 0,0-1-1 0,1-2 1 15,2 0 0-15,0-3 0 0,1-2 2 0,-3-1 0 16,3 0 2-16,0-3-2 0,0-1-2 15,-1-1 3-15,1-1-2 0,-1-1 0 0,0-2 0 16,0 0-1-16,1-2-1 0,-3 2-2 0,2-6-1 16,-2 1 1-16,2-1-4 0,-3 0-9 0,-1 1-23 15,-2-3-55-15,-2 1-62 0,-1 1-59 16,0-1-99-16,-6-3-148 0,3 1-185 0,-4 0-242 0,-4 0-207 16,3 2-188-16,-6-2 106 0,1-2 429 15</inkml:trace>
  <inkml:trace contextRef="#ctx0" brushRef="#br0" timeOffset="34299.66">30523 9694 342 0,'-5'-3'792'0,"2"-1"321"0,1 0 38 15,2 2-240-15,3-3-342 0,4 3-161 16,4-3-85-16,5 2-19 0,5-1-25 0,2-1-27 16,5 2-32-16,3-2-38 0,2 2-47 0,0 0-44 15,3-2-27-15,0 4-23 0,2-2-8 16,-1 0-5-16,-1 0-4 0,2-1-7 0,-2 1-4 16,-1-2-5-16,-2 1-2 0,1 0 0 0,-4-1-3 15,0 1-4-15,-3-2-30 0,-5 0-72 16,-5 1-69-16,0-3-144 0,-5 3-235 0,-6-2-321 0,-3-2-324 15,-4 2-207-15,-7-6-32 0,-4 0 529 16</inkml:trace>
  <inkml:trace contextRef="#ctx0" brushRef="#br0" timeOffset="36378.65">18758 1332 24 0,'-2'-4'263'0,"2"0"153"0,-3 0 135 16,0 1-5-16,1-3-148 0,-1 2-73 0,1-1-22 15,1-1 7-15,-2 4 18 0,3-3-10 0,0 3-33 16,0 1-42-16,0-3-34 0,3 3-16 0,-2-1-27 15,2 0-16-15,2 1-11 0,0 1-8 0,3 0-16 16,1 1-7-16,1 3-10 0,1-2-20 0,2 4 9 16,-1 4 0-16,4 2-4 0,-2 1-17 15,2 4-14-15,-2 0 29 0,2 5-11 0,-2 0 0 0,-1 2 1 16,3 2-4-16,-5 0 2 0,3 3-26 16,-3 2-8-16,-1-2-10 0,-1 3-9 0,1-1-1 15,-4 1-1-15,-1-2-5 0,3-1 0 0,-5-1-3 16,0 0 2-16,-1-3 0 0,-2-2-3 0,0-2 29 15,0-1 15-15,-4-4 13 0,1 1 5 16,-4-3-1-16,-1-3 0 0,0 0-23 0,-4-2-15 16,-2-2-11-16,0-2-4 0,-5-3-12 0,2 0-7 15,-1-5-2-15,-2 0-4 0,1-3 0 0,-3-3-2 16,1-2 9-16,2 0 1 0,-1-6 2 0,-1 0 0 16,2-2 1-16,-2-1 1 0,4-3-3 15,0 2 1-15,1-2-1 0,2 3 8 0,1-4 4 16,4 5 1-16,1-1 0 0,1 1 1 0,4 1-2 15,1 3-7-15,4-3-5 0,0 3 0 0,2 0 2 16,3-2 2-16,1 1-7 0,3-1-2 0,0 0-2 16,0 1-1-16,5-3-4 0,-2 3-1 15,2-1 6-15,1 2 5 0,2-3 1 0,0 2 2 16,0 2-1-16,2 0 1 0,1 1 1 0,-3 1-4 0,1 3 10 16,2 0 5-16,-1 3 2 0,0 0 1 0,-1 3-1 15,-2 0 1-15,0 2-9 0,0 0-2 0,-1 1-3 16,-1 0 1-16,1 0 2 0,1 0 1 15,-4 1 0-15,2-1 1 0,-3 1 0 0,-1-1-1 16,2 0-1-16,-2 2-6 0,1-2 6 0,-3 1-1 0,1-1 0 16,0 0-6-16,0 0 5 0,-3 0 7 15,3 0-5-15,-3-1-5 0,0-1-29 0,0 1-51 16,0 0-58-16,-3-3-108 0,1 0-162 0,1 0-255 16,-4-1-289-16,3 2-238 0,-2-2-180 0,1 0 204 15,0 2 517-15</inkml:trace>
  <inkml:trace contextRef="#ctx0" brushRef="#br0" timeOffset="37006.57">19681 1260 241 0,'2'-11'526'0,"-4"2"269"16,0 1 189-16,-1 0-189 0,-2-2-144 0,1 2-121 15,-4-2-99-15,2 3-67 0,-1-4-45 0,-2 4-60 16,-2 3-39-16,0-2-19 0,-1 2-19 15,2-3-29-15,-3 3-34 0,0-3-22 0,2 5-27 0,1-2-20 16,-2 2-13-16,3 2-6 0,-1-2-8 16,-1 4-8-16,3-1-2 0,2 0-6 0,-2 3-2 0,-1 0-3 15,2 1-1-15,2 1-1 0,0 0 0 16,1 0 0-16,-2 1 0 0,2 0-1 0,1 4 1 16,0-2 1-16,1 1-1 0,2 3-1 0,-1-1 1 15,1 3 0-15,1 0 2 0,1 1 0 0,0 1-1 16,1 2-1-16,0 1 0 0,0-1 0 0,3 2 6 15,-1 0 3-15,0 0 2 0,0 1 1 0,1 3 1 16,2-1 1-16,-4 1-7 0,3 0-8 0,-1 1-5 16,-1 4-2-16,0-3-2 0,-1 3 0 15,-1 1 0-15,1-2 6 0,-1 4 4 0,0-3 1 16,-3 0 2-16,3 0-3 0,-1 0 1 0,0 0 6 16,-1 0 3-16,2 0 0 0,-1 0 4 0,2 0-1 15,-1 0-2-15,1-3-7 0,1-2-4 16,-1 0 0-16,3-1-4 0,0-2 0 0,3-4 0 15,0 0 2-15,0-2 0 0,0-5 0 0,1-2 2 16,3 0 0-16,-1-5 1 0,3 0 0 0,-2-4 2 16,2-4 0-16,-2-2-2 0,3-2 0 15,-1-3 1-15,0-1-2 0,-2-1 0 0,4-2-8 16,-6-2-45-16,1 0-66 0,1 2-90 0,-2-2-159 16,-2-2-274-16,1 2-328 0,-1-3-286 0,-1 1-180 15,-1-4 147-15,0-1 591 0</inkml:trace>
  <inkml:trace contextRef="#ctx0" brushRef="#br0" timeOffset="37351.46">19903 1207 390 0,'-4'0'935'15,"-1"1"293"-15,1 3-46 0,-1-2-263 0,2 3-406 16,0 1-223-16,1 1-105 0,2-1-39 0,5 2-12 15,-5 3-14-15,3-1-13 0,0 0-20 0,0 1-23 16,2-3-25-16,0 3-19 0,1-4-3 0,2-2-7 16,0-1-1-16,2-1 1 0,0-2 28 0,-2-1 19 15,4-3 8-15,-2-1 12 0,-2-2 14 0,0-3 3 16,0-2-22-16,0 0-15 0,-2-1-8 16,-2-1-12-16,-3 1-8 0,1-1-4 0,-2-1-2 0,-3 2-3 15,-1 0-1-15,0 3-4 0,-4 0-6 0,2 3-3 16,-2 2-4-16,0 1-1 0,0 3-2 0,0 0-3 15,2 5 0-15,-3-1-1 0,2 3 1 16,1 2-4-16,-1 2-3 0,2 2-24 0,2 1-58 0,0 3-54 16,1-1-75-16,1 1-132 0,1 2-199 15,0 2-289-15,0-2-226 0,3 3-207 0,0 3-12 16,0-1 413-16,2 1 478 0</inkml:trace>
  <inkml:trace contextRef="#ctx0" brushRef="#br0" timeOffset="37649.37">20389 1839 49 0,'10'6'530'0,"-1"1"476"0,-4-1 229 0,-2-1-73 0,2-1-379 16,-3-1-307-16,1 0-168 0,-1 0-105 16,-1-2-37-16,2 1 8 0,2-4 3 0,-4 1-11 15,4-2-11-15,-2-1-23 0,0-4-32 0,2 0-39 16,-1 1-28-16,0-3-16 0,2-1-7 0,-3 2-5 15,1 0 1-15,-3 0-1 0,1 0-1 0,-2 3 0 16,0 0 1-16,-2 0-1 16,1 2-3-16,-3 0 0 0,0 0-1 0,-1 2 1 0,1 2-2 15,-1 0-1-15,0 2-2 0,0 3 3 0,-1 0-3 16,-2 3 0-16,3 1-2 0,0 1-8 16,-1 1-40-16,1 1-52 0,-1 1-43 0,0-1-105 15,-1-1-161-15,3 0-265 0,-1 0-254 0,2-1-230 16,-5-1-174-16,3-2 227 0,0-1 511 0</inkml:trace>
  <inkml:trace contextRef="#ctx0" brushRef="#br0" timeOffset="37909.35">20119 1964 64 0,'-5'0'603'16,"-3"-1"477"-16,0-2 176 0,-1 0-110 0,3-4-380 15,-1-1-279-15,6-1-170 0,-3-1-83 0,6-4-27 16,1-1-18-16,0-2-15 0,4 0-28 0,1-4-28 16,1-4-24-16,2 2-29 0,2-4-18 15,0-2-17-15,1-1-15 0,2 0-9 0,-4 0 0 16,6-1-2-16,-6 0 0 0,6 1 0 0,-5 1 2 16,2 0-1-16,0 3-5 0,-5 1-16 0,2 0-55 15,-4 2-53-15,-4 4-84 0,2 0-161 16,-4 3-242-16,-2 1-306 0,-2 3-246 0,1 2-205 15,-4-1 102-15,2 3 539 0</inkml:trace>
  <inkml:trace contextRef="#ctx0" brushRef="#br0" timeOffset="38533.62">20282 1082 60 0,'0'1'486'16,"1"2"350"-16,1-3 179 0,-1 2-52 0,4-4-306 0,0 2-234 16,3-3-149-16,1-2-48 0,3 1-23 15,-1-1-17-15,4-3-38 0,-2-1-21 0,4 1-19 16,1-3-30-16,-1 2-10 0,4-2-4 0,-4 0-7 16,2 0-15-16,0 2 15 0,0 0 34 0,1 2 27 15,-2-1 9-15,3 1 0 0,-4-2 1 0,2 0-26 16,-3 1-36-16,-2 2-34 0,-3-1-17 15,2 2-7-15,-5 0-5 0,-2 3-1 0,3 0-1 0,-4 0 1 16,2 2 1-16,-4 0 2 0,2 2-1 0,-4 0 5 16,4 0-3-16,-2 3 3 0,-2 1 7 0,2 0 4 15,-3 2 2-15,2 1-1 0,-2 1-1 0,0 1-1 16,2-1-5-16,-2 2-6 0,1 0-4 0,3 0-2 16,-4 0 0-16,3 0-1 0,0 2-2 0,0-1 1 15,0 2 0-15,1-1 2 0,2 1 0 0,-2 1 2 16,1-1-2-16,0 2-1 0,1 1 2 15,-1 1 0-15,4 2-1 0,-4 3-3 0,2 0 1 16,-1 1-1-16,2 5 0 0,-2-2 0 0,0 3 1 0,1 2 2 16,-1 0 0-16,2 2 2 0,-2 0-2 15,-1 5-1-15,2-3 2 0,-3 3-1 0,4-2 0 16,-2 1 0-16,-1 0-1 0,0-1 1 0,-2-1-1 16,2 1 0-16,-1-4-3 0,-1 1 2 0,-1-4 0 15,-2 1 1-15,0-2-1 0,-2-2 0 16,-1-1 1-16,2-3-1 0,-4-1 3 0,1-3 0 15,0-3 1-15,0 0 8 0,0-4 4 0,-1-1 4 16,1-1 3-16,-2-4 5 0,3 1 0 0,-4-4-6 16,4 1-3-16,0-3-4 0,-2 0-6 15,2 0-3-15,-3-2-3 0,3-2-1 0,-1 0-2 16,-1 2-3-16,4-1 1 0,-2 0-1 0,1-1-2 16,0 2-1-16,-1 0-6 0,2 0-22 0,-4 3-53 15,1 0-64-15,-1 2-85 0,-2 2-155 0,1 2-248 16,-2 0-304-16,0 2-254 0,2 2-182 15,-1-1 102-15,-3 2 532 0</inkml:trace>
  <inkml:trace contextRef="#ctx0" brushRef="#br0" timeOffset="85648.82">22333 8526 5 0,'0'0'228'0,"0"0"152"15,0 0 150-15,0 0-37 0,0 0-95 0,0-2-64 16,0 2-12-16,-4-2 22 0,4-1 41 15,-1 2 30-15,-1-1 7 0,1-1-29 16,-3 2-49-16,1-2-41 0,3 1-22 0,-1 1 5 16,-4 1-15-16,5-1-22 0,-1-1-17 0,-3 0-32 15,1 2-42-15,2-1-50 0,-1 1-29 0,0-1-20 16,1 1-13-16,-1 0-14 16,2 0-10-16,-1 0-4 0,1 0-9 0,0 1-5 0,0-1-4 15,1 1-1-15,-1 1 0 0,3 1-2 16,-1 0 1-16,0 0 1 0,1-2 1 0,0 4 0 15,0-1 0-15,3-2 0 0,-3-2-1 0,2 2 2 16,2-2-2-16,-3 0 2 0,1-2 1 16,1 0 0-16,-1-3 0 0,0-1-1 0,0 0 1 15,-2 0 0-15,0-2 0 0,-1 0 2 16,-1 3 6-16,-1-3 4 0,0 1 8 0,-3 1 4 16,2 0 2-16,-3 4 2 0,-1-3-4 0,1 3-5 15,-3-2-4-15,1 4-5 0,1 0-2 0,-3 0-3 16,4 4-2-16,-4 1 0 0,2-1-2 15,-2 2 0-15,3 1-1 0,-2 1-1 0,4-1 0 16,-2 1-1-16,3-1 1 0,0-1-1 16,0 0 0-16,2 0-1 0,2-1 0 0,0 0 0 15,0-3-1-15,3-2 1 0,-2 0 0 0,4 0 0 16,-1-5 1-16,2-1 0 0,-2 0 1 16,2-1 0-16,-1-2 1 0,-1 0-1 0,2-1-1 15,-4 0 1-15,1-1 1 0,-2 3 5 16,1 1 8-16,-3-1 4 0,1 4 6 0,0-1 3 15,-2 2 0-15,-2 0-5 0,0 2-5 0,1-1-7 16,-3 4-4-16,1-1-3 0,0 2-2 16,-2 2-2-16,-2 2 0 0,0 1 0 0,1 0 0 15,-1 2-1-15,1-1-2 0,0 0-2 16,1 0-8-16,2-2-13 0,0-1-19 0,1 0-43 16,2-1-73-16,0-3-78 0,0 0-133 0,0 0-188 15,0-2-311-15,3-2-290 0,-1 0-201 0,0 0-52 16,-1-3 426-16,-1-1 538 0</inkml:trace>
  <inkml:trace contextRef="#ctx0" brushRef="#br0" timeOffset="86621.3">21611 8503 43 0,'-6'2'295'0,"-1"-1"193"16,0-1 178-16,2 1-22 0,0-1-198 0,2 0-133 16,2 0-83-16,1 0-70 0,0-1-62 0,1 1-24 15,2 0 43-15,2-1 21 0,3-1 13 16,0 0 5-16,1 2 4 0,3-1-13 0,2 0-2 15,0-2 8-15,2 1-2 0,0 1-6 16,3-2-7-16,-3-2-9 0,2 2-53 16,0-1-35-16,1 0-22 0,0 0-11 0,-3 0-7 15,-1 1-34-15,-2 0-82 0,-3 1-112 0,-3 1-133 16,0-1-274-16,-6 4-258 0,-1-1-163 0,-1 3 74 16,-6 0 306-16,-3-1 322 0</inkml:trace>
  <inkml:trace contextRef="#ctx0" brushRef="#br0" timeOffset="87005.6">20936 8596 232 0,'-12'8'714'0,"-2"-5"311"0,2 2 60 16,-2-4-76-16,6 2-497 0,0-1-220 0,2-1-107 16,3 0-55-16,0 3-31 0,1-2-40 15,2 3-28-15,2 1-11 0,0 1-10 0,1 0-2 16,3-1-2-16,-2 0-1 0,3 0-1 16,-1-1 1-16,2 1-2 0,1-3-2 0,-2 1 3 15,1-4-1-15,-2-2-1 0,4 0-1 16,-6-2 5-16,1-4 0 0,2 0-3 0,-6 0-2 15,2-1-1-15,-3-4 0 0,0 4-5 0,-3-2-1 16,2-1 2-16,-6 4 0 0,2-1-3 16,1 3-1-16,-4 0 1 0,2 2-2 0,-1 1-5 15,2 1-21-15,2 2-42 0,-2 2-59 0,4 1-74 16,1 0-83-16,1 1-94 0,4 1-95 16,5 1-194-16,3 0-143 0,4-2-15 0,5 1 127 15,5-5 217-15</inkml:trace>
  <inkml:trace contextRef="#ctx0" brushRef="#br0" timeOffset="87794.46">22261 8097 99 0,'4'18'333'0,"-3"1"181"0,4 4 195 0,-2 3-64 16,0 2-88-16,3 6-29 0,-2 2-39 0,0 3-40 15,0 3-72-15,-3 2-75 0,1 1-82 0,-1 1-77 16,3 2-47-16,-3-1-37 0,1-1-26 16,-1 1-17-16,3-6-9 0,-3 1-6 0,4-4-18 15,-4-3-35-15,1-2-60 0,-1-6-89 16,-1-2-110-16,0-4-124 0,0-5-193 0,0 0-236 15,0-7-114-15,-1-3 82 0,-1-5 250 0,2-3 275 16</inkml:trace>
  <inkml:trace contextRef="#ctx0" brushRef="#br0" timeOffset="88069.61">22110 7993 49 0,'3'-5'414'16,"2"-1"284"-16,-4 2 290 0,6 2 122 15,2 0-349-15,2-1-226 0,3 1-116 0,4 1-78 0,0 1-108 16,3 0-89-16,3 1-59 0,1 1-34 16,4 1-24-16,-1-1-18 0,0 3-2 15,2 0-3-15,2 1 1 0,-2-1-4 0,0 2 4 16,0 0 2-16,-1 2-7 0,-4 0-15 0,1 2-32 15,-4-1-79-15,-2-1-122 0,-4 1-144 16,-2 1-257-16,-3 2-274 0,-3-3-208 0,-3 2 21 16,-1-2 321-16,-4 1 374 0</inkml:trace>
  <inkml:trace contextRef="#ctx0" brushRef="#br0" timeOffset="88305.02">22032 8926 18 0,'-3'24'340'0,"3"-3"243"0,3-4 213 15,3-5 152-15,4 0-264 0,3-5-157 16,6-2-85-16,3-4-65 0,0-2-69 0,7-4-87 16,1-1-84-16,3-4-61 0,3 0-37 15,0-3-29-15,2 0-7 0,0-1-1 0,5 1-13 16,-5-2-67-16,1 0-121 0,-1 1-157 0,0-1-294 15,-2 0-268-15,-1 2-214 0,-1-2 40 16,-1-2 354-16</inkml:trace>
  <inkml:trace contextRef="#ctx0" brushRef="#br0" timeOffset="89299.54">24110 5691 21 0,'-10'9'432'0,"1"2"380"0,1 0 272 15,0 1 51-15,0 1-335 0,3-3-254 16,2 3-127-16,3 1-54 0,0 0-40 0,2-1-51 16,3 4-44-16,-4-6-39 0,5 1-47 15,2-2-53-15,-1 0-38 0,2-4-26 0,4-2-8 0,0-1 0 16,-1-3-3-16,2-6 1 0,0 1 0 15,-1-3-2-15,3-3-4 0,-7 0-3 16,3 0 7-16,-6-1 4 0,0 1 4 0,-3-2 10 16,-3 2 4-16,-1 2 1 0,-3 1-7 0,-3 3-6 15,-1 1-7-15,0 0-8 0,-5 4-4 0,4 0-3 16,-3 5-1-16,-1 1-2 0,0 3 1 16,0 1-2-16,2 3-3 0,0 0 0 0,2 4-3 15,1-3-8-15,1 0-35 0,2 1-68 16,2-2-61-16,0-4-118 0,0 1-168 0,6-3-278 15,-1-1-292-15,2-2-208 0,1-2-130 0,2-2 278 16,-1-4 517-16</inkml:trace>
  <inkml:trace contextRef="#ctx0" brushRef="#br0" timeOffset="89718.32">24203 5198 206 0,'-2'-2'498'16,"-1"0"292"-16,0 0 196 0,1 1-192 0,1 1-199 16,1 1-100-16,-5 3-92 0,5 3-85 0,0 4-58 15,0 4-14-15,0 4 2 0,5 6-5 16,-4 5-14-16,2 1-16 0,-1 5-24 0,1 4-39 16,-1 5-41-16,0 6-37 0,-2 0-24 0,0 5-16 15,1 3-13-15,-1-3-9 0,0 2-5 0,2-2-4 16,-1-1 1-16,3-2-2 0,-3-3 1 15,1-3-3-15,-1-3 0 0,3-3 1 0,-4-4-17 16,2-3-44-16,-2-5-57 0,0-2-52 16,-2-6-93-16,0-3-160 0,-1-3-216 0,0-3-264 15,-4-3-216-15,2-4-185 0,-3-5 126 0,1-3 475 16</inkml:trace>
  <inkml:trace contextRef="#ctx0" brushRef="#br0" timeOffset="89976.82">23869 5334 61 0,'2'-3'453'0,"0"0"292"0,-1 1 171 16,6 1 104-16,3 1-319 0,3 0-216 0,6 0-116 15,5 1-67-15,0 1-35 0,4-1-88 0,5 1-68 16,2 2-46-16,1 1-23 0,2-1-11 0,0 3-12 15,2-2-3-15,-1 3-5 0,2 1-5 16,-1 2 0-16,-1-2 0 0,-2 4-2 0,-4-2-8 16,-3 6-28-16,-5-2-116 15,-5 2-169-15,-7 1-296 0,-3 1-267 0,-7 2-260 0,-4 2-125 16,-4-1 328-16,-5 4 488 0</inkml:trace>
  <inkml:trace contextRef="#ctx0" brushRef="#br0" timeOffset="90189.62">23912 6514 90 0,'5'34'539'0,"3"-3"340"16,1-7 183-16,5-5 6 0,2-5-373 16,8-3-284-16,4-5-136 0,2-5-62 0,7-4-55 15,3-4-55-15,3-1-45 0,5-5-19 0,6 0-8 16,4-3-14-16,4 0-12 0,1-3-29 15,-1 1-115-15,0 0-165 0,-4 0-296 0,0 2-261 16,1 0-251-16,-1 2-111 0,0-3 315 16,-1 1 464-16</inkml:trace>
  <inkml:trace contextRef="#ctx0" brushRef="#br0" timeOffset="90879.37">27526 4720 197 0,'-6'9'533'15,"-2"0"326"-15,0-1 227 0,2 0-142 0,-1 2-271 16,4-1-164-16,-3-2-120 0,5 2-107 0,1-1-100 16,0-1-69-16,1-1-48 0,3 0-24 15,1-1-13-15,0-3-8 0,2-2-8 0,-1 0-3 16,1 0 2-16,2-2-4 0,-3-2-4 0,1 0 2 15,-1 0-1-15,0-2 17 0,-1 1 26 16,0 0 36-16,-4 1 32 0,2 1 12 0,-1 1-1 16,-2 0-13-16,-2 0-26 0,-1 2-33 15,2 4-34-15,-6 0-20 0,0 0-42 0,-1 4-53 16,0 1-63-16,-2-1-129 0,-1 2-170 0,5-1-308 16,-2 2-257-16,1-3-229 0,1 1-57 0,2 0 388 15,-1 0 485-15</inkml:trace>
  <inkml:trace contextRef="#ctx0" brushRef="#br0" timeOffset="91445.47">27525 4529 74 0,'0'-3'345'0,"0"-2"238"0,-2-1 234 16,1-2 9-16,-1 1-154 0,-2-2-109 15,2-2-73-15,-3 1-80 0,4-1-82 0,-4-1-78 16,2 0-52-16,-1 0-13 0,1 3 5 16,0 0 12-16,1 2 4 0,0 2-11 0,0 1-21 15,0 1-36-15,2-1-42 0,0 4-39 0,0 0-24 16,0 2-13-16,2 3-5 0,0 2-4 15,0 4-2-15,1 2 4 0,-1 2 0 0,1 3 2 16,1 1 1-16,-1 2 1 0,2 3 4 16,-4 2 1-16,6 3 3 0,-3 0-2 0,1 4 1 15,0 0-1-15,-1 4-1 0,3 1-1 0,-2 4-2 16,1 0-2-16,-3 2-4 0,2 0 0 0,-4-2-3 16,2 0-4-16,1-2-2 0,-1 0 0 15,2-5-2-15,-1-1-2 0,1-5-2 0,-4-2-2 16,3-2-2-16,-1-5-13 0,0-2-30 15,-1-5-66-15,-2 0-63 0,-2-6-97 0,0-2-155 16,-2-5-216-16,-1-1-296 0,-3-5-218 0,4-2-177 16,-5-3 109-16,1-1 477 0</inkml:trace>
  <inkml:trace contextRef="#ctx0" brushRef="#br0" timeOffset="91772.4">27185 4503 271 0,'5'-14'570'0,"1"-1"320"0,1-2 210 16,3 2-204-16,1-1-255 0,1 1-142 15,3-1-94-15,1 3-96 0,5-2-94 0,-1 4-24 16,3 0-18-16,0 2-14 0,2 2 6 0,2 2-13 15,2 2-10-15,-3 0-42 0,3 3-24 16,-1 2-14-16,1 1-27 0,0 2-13 0,2-1-9 16,-1 0-3-16,0 2-2 0,2 0-2 15,0 2-2-15,-2-1-2 0,0-1-1 0,-2 2-2 16,-1-1-5-16,-3-1-53 0,-2 2-59 16,-5 1-71-16,-1-2-133 0,-3 2-188 0,-8-1-323 15,-1 3-254-15,-4 0-211 0,-4 3-35 0,-5-1 413 16,-2 2 498-16</inkml:trace>
  <inkml:trace contextRef="#ctx0" brushRef="#br0" timeOffset="92047.59">27228 5331 96 0,'-12'25'525'0,"3"-3"325"0,1-3 203 0,5-3 34 16,1-1-397-16,6-1-237 0,1-3-126 0,2-3-53 16,4-1-30-16,4 0-28 0,5-3-7 0,2-2 11 15,3-1-8-15,3-2-21 0,2-2-38 16,0-2-35-16,3-1-37 0,1-1-36 0,-1 0-18 16,2-1-12-16,0-1-3 0,3 4-7 15,-1-3-5-15,2 1-2 0,-3 1-11 16,1 0-67-16,-2 2-72 0,-5-1-143 0,0 2-230 15,-5 2-305-15,-1-1-346 0,-2 4-222 0,-2-1-25 16,-1 2 534-16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0628D84-5BF0-D4A9-29B0-96B99987E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8E75511-7B45-F1E9-1AFD-037C019E46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510AFFB-7EF3-1629-285E-2909362EA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8BA46-3205-4710-A532-4CA794F59FCC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6B59E09-A2BB-2A08-2096-EFF2A7E30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58ADA03-CDB0-7F18-EFE2-65515611E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142DD-988B-4A5A-B34B-6CFFBF7AF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808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77E828-EED2-D509-7667-8782C36F8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1C26297-D926-1496-B6D6-E3B2BBFFD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DE0EBA-1A22-92D5-EFD7-07EE460B5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8BA46-3205-4710-A532-4CA794F59FCC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A3C3E0F-1BD3-FAF2-DED9-D79C483DE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138DAB7-BD7C-CC74-79DB-2DA6B6EBD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142DD-988B-4A5A-B34B-6CFFBF7AF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760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047302-45D9-CC9A-755F-4D79F819B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65FE95E-F046-0E90-6B8D-732576BBB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487721E-BD2B-E294-8452-743B1382C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8BA46-3205-4710-A532-4CA794F59FCC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FE441FD-7F73-6894-D082-A4266BCF2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5DE6FC5-51EC-DB47-2C53-E6BD35FC5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142DD-988B-4A5A-B34B-6CFFBF7AF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413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59660EC-24AC-BB48-5811-E14FE557E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0EA2ECD-2C29-93DB-DBD4-4CAD87751A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22D9768-1C07-A522-7307-2D50DCFF7B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C48170C-BA23-6002-73F6-9F1494DC6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8BA46-3205-4710-A532-4CA794F59FCC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0E8C999-0EB3-FAEC-EAF5-AD0A19C7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973289B-D97F-8D99-AABB-8A6785C3A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142DD-988B-4A5A-B34B-6CFFBF7AF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93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C567B6D-63AC-EBD7-4FA8-EADA7DDB8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E8B70FD-E3FC-9E8D-7DFC-E3D0B069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474BC089-4401-3569-42F3-4FD082DED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23514FEC-4DFF-85E9-F7EC-4A826D58A4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E29FE8A5-5465-EFFB-31B8-4F948EF6DC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75DB1DF9-9056-E5C8-F564-D3A848B03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8BA46-3205-4710-A532-4CA794F59FCC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3EC8561-1022-8A65-7E3B-84FAB3CBA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089C7E85-D947-BCAF-32E8-A9AC0D50F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142DD-988B-4A5A-B34B-6CFFBF7AF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099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125A479-32A9-0B9B-1FF8-70A323818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F9B32685-B324-DAF4-FC7C-F94601DC6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8BA46-3205-4710-A532-4CA794F59FCC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8112510E-4716-C2E4-F7F8-761751650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5592BB1-BD5A-3482-FFF0-B32C4C98E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142DD-988B-4A5A-B34B-6CFFBF7AF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767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7F7393D0-5688-BA0D-AEEE-35D51C65B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8BA46-3205-4710-A532-4CA794F59FCC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D3E92BE6-DDC1-4E1A-0029-97BDE96DF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C59F48C-6538-5A87-6E18-2F1D1C399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142DD-988B-4A5A-B34B-6CFFBF7AF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280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100ECC6-FD1E-1F01-40FA-F86F7271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480D8AD-777E-400F-59EF-01D056472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4083EBA-BC64-4DEC-E063-03C70DF5C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B4E3D83-082E-B093-A2D5-9779CEF85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8BA46-3205-4710-A532-4CA794F59FCC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C3DAEA9-6A22-6C1E-07AA-BB613BD83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F3093C3-B185-F6C6-7D69-08498DA70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142DD-988B-4A5A-B34B-6CFFBF7AF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850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330EF05-1838-2657-2227-85C563F96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60184FA-0AE9-EE6F-17A4-A44E921275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9705364-EB50-F54C-CE5E-91E3F14C4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622ECC7-53AF-AC31-5F7C-7679FED43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8BA46-3205-4710-A532-4CA794F59FCC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597CB77-96E3-B8E5-CFB1-DF015ED0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5575F60-AC42-26A2-8B95-322862A9F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142DD-988B-4A5A-B34B-6CFFBF7AF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943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F39ADDD-7F7E-0887-1801-580EC8868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69DC2D61-CF37-9CB9-2773-21583985A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5351526-8F1F-4CD9-DDBA-9D3124C99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8BA46-3205-4710-A532-4CA794F59FCC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2C56CFF-BC92-509D-FBB0-41DCBA610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1ED1B6F-000C-8DC1-6D3D-5CE9F0230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142DD-988B-4A5A-B34B-6CFFBF7AF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178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CF7EAF3D-4A91-E8F4-A076-E5A986E138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35BBC15C-1FD2-A500-DEA2-91C19BC7F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E61DB19-B9C6-C57D-A8A0-4A4BAC06E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8BA46-3205-4710-A532-4CA794F59FCC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C37CC2E-97A3-4901-4C1F-303F9A23D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5402C07-0A73-B513-5C57-FA42A0AD0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142DD-988B-4A5A-B34B-6CFFBF7AF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562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E342669E-3C17-E221-6280-A045DC47B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0EB4A42-7118-65BA-C0FA-2698C463E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9E1D879-6801-CAAF-011D-C8903A60E2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8BA46-3205-4710-A532-4CA794F59FCC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6F6C8E-7149-9B48-1414-5692DDC89C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D245BC3-C184-DA98-D764-11CAF3DF53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142DD-988B-4A5A-B34B-6CFFBF7AF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620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customXml" Target="../ink/ink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996F7F94-F354-670A-BEF1-70BDF4DA7D95}"/>
                  </a:ext>
                </a:extLst>
              </p14:cNvPr>
              <p14:cNvContentPartPr/>
              <p14:nvPr/>
            </p14:nvContentPartPr>
            <p14:xfrm>
              <a:off x="3816360" y="1811520"/>
              <a:ext cx="4250520" cy="312264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996F7F94-F354-670A-BEF1-70BDF4DA7D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07000" y="1802160"/>
                <a:ext cx="4269240" cy="314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5257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31A68821-6D52-4B32-A122-DB40EF1B416A}"/>
                  </a:ext>
                </a:extLst>
              </p14:cNvPr>
              <p14:cNvContentPartPr/>
              <p14:nvPr/>
            </p14:nvContentPartPr>
            <p14:xfrm>
              <a:off x="3395880" y="574560"/>
              <a:ext cx="7767360" cy="364140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31A68821-6D52-4B32-A122-DB40EF1B41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86520" y="565200"/>
                <a:ext cx="7786080" cy="366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5988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66A3AA3D-FA99-C160-DA5F-DEEFF943D066}"/>
                  </a:ext>
                </a:extLst>
              </p14:cNvPr>
              <p14:cNvContentPartPr/>
              <p14:nvPr/>
            </p14:nvContentPartPr>
            <p14:xfrm>
              <a:off x="1586880" y="272160"/>
              <a:ext cx="9597240" cy="603684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66A3AA3D-FA99-C160-DA5F-DEEFF943D0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77520" y="262800"/>
                <a:ext cx="9615960" cy="605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554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3694E969-FEFB-E5F5-7D27-74B6A69DC131}"/>
                  </a:ext>
                </a:extLst>
              </p14:cNvPr>
              <p14:cNvContentPartPr/>
              <p14:nvPr/>
            </p14:nvContentPartPr>
            <p14:xfrm>
              <a:off x="2039400" y="537120"/>
              <a:ext cx="8592120" cy="384804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3694E969-FEFB-E5F5-7D27-74B6A69DC1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0040" y="527760"/>
                <a:ext cx="8610840" cy="386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548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ABA6BEFF-98F3-9B3A-0C44-8666F845C0E0}"/>
                  </a:ext>
                </a:extLst>
              </p14:cNvPr>
              <p14:cNvContentPartPr/>
              <p14:nvPr/>
            </p14:nvContentPartPr>
            <p14:xfrm>
              <a:off x="723240" y="388080"/>
              <a:ext cx="7890480" cy="263412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ABA6BEFF-98F3-9B3A-0C44-8666F845C0E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3880" y="378720"/>
                <a:ext cx="7909200" cy="265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97ABF60E-1E80-628A-BE12-8C807E285ED5}"/>
                  </a:ext>
                </a:extLst>
              </p14:cNvPr>
              <p14:cNvContentPartPr/>
              <p14:nvPr/>
            </p14:nvContentPartPr>
            <p14:xfrm>
              <a:off x="8877960" y="1553040"/>
              <a:ext cx="2778120" cy="1130760"/>
            </p14:xfrm>
          </p:contentPart>
        </mc:Choice>
        <mc:Fallback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97ABF60E-1E80-628A-BE12-8C807E285ED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68600" y="1543680"/>
                <a:ext cx="2796840" cy="114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9065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E04E1C8D-6E9F-EF21-B86F-D98768815FF8}"/>
                  </a:ext>
                </a:extLst>
              </p14:cNvPr>
              <p14:cNvContentPartPr/>
              <p14:nvPr/>
            </p14:nvContentPartPr>
            <p14:xfrm>
              <a:off x="800280" y="251640"/>
              <a:ext cx="10044360" cy="545760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E04E1C8D-6E9F-EF21-B86F-D98768815F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0920" y="242280"/>
                <a:ext cx="10063080" cy="547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1587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899F4670-D855-B833-7A98-2FACCF2EE46F}"/>
                  </a:ext>
                </a:extLst>
              </p14:cNvPr>
              <p14:cNvContentPartPr/>
              <p14:nvPr/>
            </p14:nvContentPartPr>
            <p14:xfrm>
              <a:off x="758160" y="283680"/>
              <a:ext cx="11039760" cy="625464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899F4670-D855-B833-7A98-2FACCF2EE46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8800" y="274320"/>
                <a:ext cx="11058480" cy="627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2887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326DD068-D8AB-446C-4ECD-4BAC67CD3158}"/>
                  </a:ext>
                </a:extLst>
              </p14:cNvPr>
              <p14:cNvContentPartPr/>
              <p14:nvPr/>
            </p14:nvContentPartPr>
            <p14:xfrm>
              <a:off x="2612880" y="820440"/>
              <a:ext cx="3571560" cy="332208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326DD068-D8AB-446C-4ECD-4BAC67CD31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03520" y="811080"/>
                <a:ext cx="3590280" cy="334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4103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8A463CF1-8908-2764-5EA4-F7A6BF3EB23B}"/>
                  </a:ext>
                </a:extLst>
              </p14:cNvPr>
              <p14:cNvContentPartPr/>
              <p14:nvPr/>
            </p14:nvContentPartPr>
            <p14:xfrm>
              <a:off x="849600" y="322560"/>
              <a:ext cx="10397880" cy="3594960"/>
            </p14:xfrm>
          </p:contentPart>
        </mc:Choice>
        <mc:Fallback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8A463CF1-8908-2764-5EA4-F7A6BF3EB23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0240" y="313200"/>
                <a:ext cx="10416600" cy="361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1515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0406884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985547ED3869409668EC440E4538BF" ma:contentTypeVersion="11" ma:contentTypeDescription="Utwórz nowy dokument." ma:contentTypeScope="" ma:versionID="bb4d534d5a380a62266c36c4db980fe6">
  <xsd:schema xmlns:xsd="http://www.w3.org/2001/XMLSchema" xmlns:xs="http://www.w3.org/2001/XMLSchema" xmlns:p="http://schemas.microsoft.com/office/2006/metadata/properties" xmlns:ns2="e3df25f3-32c1-478e-a538-0a30a0d666d9" xmlns:ns3="250ee321-c814-41fb-9823-fabd181dae05" targetNamespace="http://schemas.microsoft.com/office/2006/metadata/properties" ma:root="true" ma:fieldsID="520be763d65ea0a02d5fadccb36d1620" ns2:_="" ns3:_="">
    <xsd:import namespace="e3df25f3-32c1-478e-a538-0a30a0d666d9"/>
    <xsd:import namespace="250ee321-c814-41fb-9823-fabd181dae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df25f3-32c1-478e-a538-0a30a0d666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i obrazów" ma:readOnly="false" ma:fieldId="{5cf76f15-5ced-4ddc-b409-7134ff3c332f}" ma:taxonomyMulti="true" ma:sspId="b7b31e59-74a4-4436-bc03-9931855e0d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0ee321-c814-41fb-9823-fabd181dae0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7514712-c841-4c85-bca0-25e594a903ac}" ma:internalName="TaxCatchAll" ma:showField="CatchAllData" ma:web="250ee321-c814-41fb-9823-fabd181dae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df25f3-32c1-478e-a538-0a30a0d666d9">
      <Terms xmlns="http://schemas.microsoft.com/office/infopath/2007/PartnerControls"/>
    </lcf76f155ced4ddcb4097134ff3c332f>
    <TaxCatchAll xmlns="250ee321-c814-41fb-9823-fabd181dae05" xsi:nil="true"/>
  </documentManagement>
</p:properties>
</file>

<file path=customXml/itemProps1.xml><?xml version="1.0" encoding="utf-8"?>
<ds:datastoreItem xmlns:ds="http://schemas.openxmlformats.org/officeDocument/2006/customXml" ds:itemID="{8951DE83-0301-4E71-9126-2DD15E4FA0A0}"/>
</file>

<file path=customXml/itemProps2.xml><?xml version="1.0" encoding="utf-8"?>
<ds:datastoreItem xmlns:ds="http://schemas.openxmlformats.org/officeDocument/2006/customXml" ds:itemID="{D881B70F-AE08-4240-B159-32F64B0752E3}"/>
</file>

<file path=customXml/itemProps3.xml><?xml version="1.0" encoding="utf-8"?>
<ds:datastoreItem xmlns:ds="http://schemas.openxmlformats.org/officeDocument/2006/customXml" ds:itemID="{E6963E70-C56E-4F61-8470-3AC97962DA3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Panoramiczny</PresentationFormat>
  <Paragraphs>0</Paragraphs>
  <Slides>10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LG</dc:creator>
  <cp:lastModifiedBy>LG</cp:lastModifiedBy>
  <cp:revision>1</cp:revision>
  <dcterms:created xsi:type="dcterms:W3CDTF">2022-11-08T14:03:25Z</dcterms:created>
  <dcterms:modified xsi:type="dcterms:W3CDTF">2022-11-08T14:03:35Z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0x010100F9985547ED3869409668EC440E4538BF</vt:lpwstr>
  </property>
</Properties>
</file>