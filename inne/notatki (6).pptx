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15:30.72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5201 3271 109 0,'-6'0'373'0,"-5"2"211"16,3-1 183-16,0 1-60 0,-3-1-149 16,5 2-58-16,-2 2-68 0,1-1-59 0,-2 2-53 15,1 5-67-15,-1 2-61 0,1 6-54 0,-3 4-36 16,3 4-3-16,1 6-12 0,1 3-10 16,0 5-5-16,6 0-4 0,0 2-9 0,4 1-18 15,1-3-10-15,3-1-5 0,0-5-6 0,5 0-4 16,-2-3-4-16,3-6-3 0,0-2-4 15,2-3 0-15,1-5 0 0,2-2 2 0,-3-5 3 16,5-5 11-16,-2-4 4 0,1-6 2 0,1-4-7 16,-2-5-1-16,0-4-2 0,0-8-6 15,-3-2-5-15,-1-4-4 0,-2 0 7 0,-2-3 23 16,-3 2 49-16,0-2 27 0,-3 3 22 16,-4 0 7-16,-4 5 2 0,-2-3-29 0,-3 4-40 15,-6 2-25-15,0 0-22 0,-3 3-5 0,-4 2-10 16,0 1 3-16,-1 4 0 0,-1 3 2 15,2 3 2-15,-1 3-6 0,0 4-1 0,4 3-1 16,-1 4-2-16,2 0-3 0,3 6-1 16,4-1-3-16,-1 2 0 0,5 2 1 0,1-1-3 15,2 2-1-15,3-1 1 0,0-1 0 0,3 0-1 16,0 0-1-16,2-1 0 0,0-2-4 0,4 0-17 16,-1-2-44-16,0 0-49 0,0-2-40 15,3-2-72-15,-1-1-124 0,2 0-152 0,-2-2-221 16,1 3-233-16,1-4-238 0,0 0-58 15,-1 2 309-15,1-2 454 0</inkml:trace>
  <inkml:trace contextRef="#ctx0" brushRef="#br0" timeOffset="239.93">5720 3896 236 0,'1'11'885'16,"1"-2"397"-16,0-2 7 0,-1-2-124 0,1 1-442 16,-2-4-290-16,1 1-142 0,1-3-71 15,0-1-53-15,-1-3-61 0,-1-1-42 0,2 2-32 16,0-6-17-16,-1 2-11 0,2 0-6 0,0-3-5 16,-1 2-35-16,1-1-56 0,-2 0-63 15,1 1-140-15,1 2-201 0,0-1-310 0,-1 3-279 16,1 2-217-16,-3 0-32 0,0 2 464 15</inkml:trace>
  <inkml:trace contextRef="#ctx0" brushRef="#br0" timeOffset="1325.8">5989 3867 42 0,'0'9'258'16,"0"-1"145"-16,-2-3 151 0,2 1-27 0,0-3-34 15,-1 0 13-15,1-1 3 0,-2-1-14 16,2-1-23-16,2-1-52 0,-1-6-87 0,1 0-84 16,1-3-45-16,0-4-20 0,2-3-5 15,1-2-8-15,1-3-9 0,2-3-10 0,0-5-18 16,-1-1-10-16,2-2-23 0,2-1-20 16,0 1-14-16,0 0-8 0,-1-2-11 0,0 3-15 15,2 1-6-15,-4 3-5 0,1 1-2 0,-2 3-3 16,-2 4 3-16,0 4 1 0,-1 1-5 15,-1 4 0-15,-3 2 2 0,2 3 1 0,-1 0-3 16,1 4-1-16,-2-3-2 0,-1 5-5 16,2-2-4-16,-2 2-3 0,0 2 1 0,0-2 1 15,3 6-2-15,-3-1 1 0,2 3 2 0,-1 4 1 16,1 0 1-16,0 1 0 0,-1 4 3 0,1 0 2 16,-1 4 3-16,-1-2-1 0,2 3 1 15,-2 1 0-15,0 1 5 0,0 2 0 0,0-1 0 16,0 0-3-16,0 0-1 0,0 2-4 15,0-2-8-15,0-2-4 0,0 2-3 0,0-3 0 16,0 1-2-16,0-3 1 0,0-1-4 0,0-3-13 16,0 1-34-16,0-4-61 0,0-3-55 15,0-1-74-15,0-3-125 0,0-3-153 0,2-3-200 16,-1-3-226-16,-1-3-220 0,3-3-98 16,-1-4 256-16,1 0 429 0</inkml:trace>
  <inkml:trace contextRef="#ctx0" brushRef="#br0" timeOffset="1670.18">6365 3373 194 0,'8'-12'433'15,"-3"0"179"-15,-2 3 149 0,3 1-152 0,0-1-122 16,-1 5-71-16,2-3-8 0,-1 1 11 0,2 1-36 16,-1-1-66-16,2 2-67 0,-3-1-58 15,4 1-54-15,-1 1-37 0,0 1-26 0,-1 1-14 16,5 1 44-16,-2 1 38 0,0 1 12 0,3 1-5 15,-1 1 14-15,-1 2-7 0,0-2-38 16,-1 6-29-16,0-3-11 0,-2 3-3 0,-1 1-17 16,0 4 0-16,-2 0-2 0,-1 3-7 15,-3 2-8-15,-1 2-5 0,-1 2-7 0,0 1-8 16,-1 3-6-16,-1 0 4 0,-1 2-2 16,0 2-2-16,-1-2-1 0,1 1-3 0,-1 1 0 15,2-2-7-15,-2-2-2 0,2 1-3 0,-1-4-1 16,1 0 0-16,-1-2-3 0,3-2-2 0,-2-2-10 15,1-3-17-15,-1-3-40 0,0-3-64 16,1-1-64-16,-2-2-110 0,-2-4-151 0,2-2-193 16,-2-2-278-16,2-3-225 0,-2-2-177 15,2 0 147-15,0-3 448 0</inkml:trace>
  <inkml:trace contextRef="#ctx0" brushRef="#br0" timeOffset="1896.1">6405 3757 188 0,'-4'3'451'0,"1"-1"195"0,1-1 105 16,1 0-176-16,4 1-170 0,0-2-66 0,2 0-8 15,2-2 16-15,2 2 1 0,0-1-26 16,3-2-59-16,0 0-67 0,2 0-58 16,2-1-54-16,0-3-34 0,1 2-21 0,1-3-11 15,2 1-11-15,1-2-6 0,0 2-2 0,-1-2-3 16,2 2-24-16,-3 1-60 0,0 2-122 0,-3 0-140 15,1 2-255-15,-2 2-269 0,-1 1-200 16,-3 0 4-16,1 4 318 0,-4 0 357 0</inkml:trace>
  <inkml:trace contextRef="#ctx0" brushRef="#br0" timeOffset="2247.96">6858 3864 153 0,'3'3'518'0,"-1"-2"267"15,1-2 129-15,-1-2-72 0,1-4-252 0,0-4-172 16,2-1-84-16,3-5-37 0,-2-2-25 0,4-3-53 16,-2-4-51-16,4-3-36 0,-2 0-16 0,1-2 10 15,3-1 24-15,-3 1 27 0,3 0 7 16,-3-1-6-16,2 4-17 0,-4 0-32 0,1 3-37 16,-2 3-35-16,0 3-17 0,-2 2-9 15,-1 3 2-15,-2 2 3 0,0 5 1 0,-1-1 0 16,1 2-5-16,-3 3-5 0,2 1-8 0,-1 0-7 15,-1 0-4-15,0 4-2 0,0 0-3 16,0 3 1-16,3 1-1 0,-3 3-1 0,0 3 0 16,0 3 1-16,0 3 1 0,0 0-1 15,0 3 0-15,0 2 0 0,0 1-3 0,0 1-2 16,0 1-2-16,0 1-2 0,0 0-1 0,3 0-4 16,-1 0-10-16,-1-2-51 0,3 0-66 0,-1 0-77 15,0-2-145-15,0-2-203 0,1 1-319 16,0-4-267-16,1-3-191 0,-1-1 6 0,1-2 464 15,0-2 488-15</inkml:trace>
  <inkml:trace contextRef="#ctx0" brushRef="#br0" timeOffset="2952.01">7309 3446 29 0,'-3'2'351'16,"1"-2"234"-16,2 0 179 0,-1-2 58 16,2 1-205-16,1-2-111 0,1-3-64 0,5-1-36 15,-2-1-32-15,0-2-59 0,3 0-67 0,0-3-68 16,2 0-43-16,0 1-27 0,1 1-21 15,1-1-7-15,1 1-16 0,-1 3-10 0,-2-1-18 16,3 3-9-16,-2 0-4 0,-3 1 6 16,4 5 24-16,-4 0 35 0,2 3 15 0,-5 5 6 15,-1-1 1-15,-2 6-12 0,-1 3-23 0,-5 2-30 16,0 3-21-16,-2 1-8 0,-4 4-10 0,1-1-7 16,-2 0-1-16,2 1-3 0,-1 0-1 15,2-4-2-15,-1-1 0 0,5-3 1 0,0-1-1 16,0-5-3-16,2 1 3 0,2-4 0 15,2-1 2-15,2-2 1 0,1-3 5 0,1 0 3 16,1-3-1-16,4 0 1 0,-1-2 0 0,3 0 0 16,1-3-4-16,0 2-1 0,1-2 2 15,-2 1-2-15,1 1 2 0,0-2-2 0,-5 3 2 16,0 2 1-16,0-3-2 0,-5 3 2 16,0 3 1-16,-2-1 0 0,-1 3-1 0,-4 1 2 15,-1 1-2-15,-3 4 0 0,-5 2-3 0,0 0-1 16,-3 5 0-16,-1-1-3 0,-4 4 1 0,2 0 3 15,-2 2 0-15,1 1 1 0,1-2 2 16,-2-3 1-16,6 1-3 0,-1-3-5 16,3-4 1-16,2-1-22 0,1-2-54 0,0-4-51 15,3-2-64-15,2-4-116 0,1-2-166 0,4-3-247 16,1-3-241-16,2-3-223 0,3-3-99 0,1-2 279 16,1-3 460-16</inkml:trace>
  <inkml:trace contextRef="#ctx0" brushRef="#br0" timeOffset="3395.82">7758 3323 109 0,'0'-2'300'0,"2"0"135"0,-1-5 133 15,2 1-127-15,1-2-90 0,0 1 10 0,2-2 35 16,2 1 34-16,-1-2 10 0,1-1-17 16,4-1-41-16,-1 0-66 0,-1-1-59 0,4-1-60 15,-1 1-46-15,-1 0-30 0,1 0-13 0,1 2 18 16,-1 1 20-16,-2 1 7 0,1 0-4 0,0 4-16 16,-3-1-21-16,2 0-35 0,0 2-15 15,-3 2-4-15,3-1-1 0,-3 3 7 0,0 3 9 16,0-1 8-16,1 4-10 0,-2 4-6 15,-1 0-6-15,-1 5-6 0,-2 1-5 0,0 6-10 16,0 0-6-16,-3 6-5 0,0 4-7 0,0 4-5 16,-3 2-3-16,3 3-2 0,-4 3-2 15,1 1-1-15,1 0-2 0,0-1-2 0,1-1-2 16,1-1 1-16,0-5-2 0,0-2-1 16,1-4-1-16,1 0 0 0,-2-6 0 0,2-3-1 15,-1-3 0-15,-1-2-5 0,2-2-6 0,-2-4-13 16,-2-1-40-16,1-2-70 0,-3-1-67 0,1-4-103 15,-2 0-159-15,-1-4-214 0,-2-2-281 0,2-2-205 16,-1-2-166-16,-1-2 154 0,0-2 465 16</inkml:trace>
  <inkml:trace contextRef="#ctx0" brushRef="#br0" timeOffset="3621.93">7808 3609 472 0,'2'4'972'0,"1"-1"238"16,2-3-65-16,0-2-275 0,3-2-380 16,6 0-222-16,0-4-94 0,2 1-48 0,2-2-27 15,2 0-27-15,2 0-21 0,0-2-16 0,2 2-14 16,1 0-11-16,2-1 1 0,0 1-3 16,1 0-2-16,2 0-5 0,0 1-8 0,0 2-21 15,-4 1-119-15,2 3-193 0,-2 1-287 16,-1 1-274-16,-2 2-274 0,-2 2-166 0,1 3 347 15,0-1 544-15</inkml:trace>
  <inkml:trace contextRef="#ctx0" brushRef="#br0" timeOffset="7137.8">4357 5095 132 0,'3'0'255'0,"-3"2"97"16,0-1-22-16,0-1-93 0,2 0-70 16,-2 0-45-16,0 0-23 0,0 0-21 0,0 0-17 15,0 0-18-15,0 0-9 0,0 0-7 16,1 0-1-16,-1 0-1 0,0 0-1 0,0 0-2 16,0 0 1-16,0 0-3 0,0 0 5 0,0 0 7 15,0 0 19-15,0 0 21 0,0 0 31 0,0 0 33 16,0 0 30-16,0 0 26 0,-1 0 14 15,1 0 3-15,-2 0 1 0,2 0-7 0,0 0 2 16,0 0-4-16,0 0 15 0,0 0 5 16,0 2-6-16,0-2-8 0,0 0-21 0,0 0-17 15,0 0-37-15,0 0-26 0,0 1-26 0,0-1-20 16,0 2-14-16,0-2-5 0,2 0-3 16,-2 1 5-16,0-1 3 0,0 2 4 0,0-2 1 15,1 1-5-15,-1-1-7 0,0 0-9 16,2 0-7-16,-2 0-7 0,0 0 13 0,0 0 12 15,-2-1 8-15,2 1 2 0,0 0 4 0,0-2 0 16,0 2-16-16,0-1 4 0,0 1 8 16,0 0 8-16,0-2-1 0,0 2 2 0,0-1 3 15,0 1-10-15,0-2-10 0,0 2-12 16,2-3-4-16,-1-1-2 0,1-2 0 0,1-3-7 16,0-3-3-16,2-1 5 0,0-3 0 0,1-1 1 15,2-2-5-15,-2 1 1 0,1-3-1 16,2 0-3-16,-1 0-6 0,-2 0-2 0,3 0 0 15,0 2 6-15,-3-2 4 0,2 2 1 16,-3 3 1-16,1 0 2 0,0 3-1 0,-1 0-7 16,-2 0 3-16,1 3 0 0,-1 3 4 0,-2 1-1 15,1 0 2-15,0 3-1 0,-1 0-7 16,-1 1-2-16,2 0-3 0,-2 0-2 0,0 1-2 16,1 0 1-16,-1 1-2 0,2 0 2 0,-2-2-2 15,0 2 1-15,0-2-1 0,0 2 0 16,0 0 1-16,0 0-1 0,0 0 0 0,0 2 4 15,0-2 3-15,0 2 2 0,0-2 2 0,0 0 3 16,0 1 1-16,0-1-1 0,0 1-2 16,0 1 1-16,0 2-9 0,0 1-4 0,0 2-4 15,0 2-1-15,0 0-1 0,0 3-1 16,0 2 5-16,0-1 4 0,0 2 3 0,2 3 4 16,0-2 2-16,-2 4 3 0,0-1 1 0,2 4 2 15,-2-3-2-15,0 4-3 0,2-2-2 16,-1-1-2-16,-1 0-1 0,2 0-3 0,-2-3 4 15,1 0 2-15,-1-1 1 0,0-2 0 0,2-3-1 16,-2-1 0-16,0 0-6 0,2-4-1 16,-2 0-2-16,0 0-1 0,0-2 0 0,0-2-1 15,0 0 2-15,0 0-2 0,0-3 0 0,-2 2 0 16,2-1 0-16,0-1-1 0,0 0-2 16,-2 0-1-16,2 0 0 0,0 0-6 0,-1 0-10 15,1-1-14-15,-2 1-24 0,2-2-53 16,0 0-65-16,-1 0-79 0,1-2-139 0,1 2-213 15,-1-5-301-15,0 3-259 0,0-4-207 0,0 2-2 16,0-1 489-16</inkml:trace>
  <inkml:trace contextRef="#ctx0" brushRef="#br0" timeOffset="7855.83">4748 4761 67 0,'-2'0'279'0,"2"-2"137"16,0 2 126-16,0-2-109 0,0 2-123 15,0-3-77-15,0 2-29 0,0 0-9 0,0 0 2 16,0 1 8-16,0-3 18 0,2 2 29 0,-1 0 21 16,1-3 23-16,1 3 6 0,0-2-3 15,0 0-22-15,0-1-40 0,-1-4-43 0,1 2-36 16,0 0-27-16,2-1-15 0,0 1 6 15,1-2 9-15,2 2-2 0,-2-2-4 0,1 1-16 16,-1 1-19-16,3 0-10 0,-2 2-7 0,1-2-8 16,-2 1-6-16,3 1 8 0,-1 1 2 0,0 2-12 15,-1-1-7-15,2 2 1 0,-1 2 3 16,-2 0-7-16,1 1-1 0,0 1-4 16,0 3-3-16,-4 0-4 0,2 2 0 0,-2 1-4 15,0 0-10-15,-1 3-6 0,-2-1-5 0,1 2-3 16,-1-1-4-16,-1 2-2 0,1-1 5 0,-2 1 4 15,1 0-1-15,-1-1 1 0,-1 2-3 16,1-1 1-16,-1 0-2 0,1 0-1 0,-1-2-2 16,2 0-1-16,-3 0 1 0,2 2-1 15,-2-3 0-15,3-2 0 0,-1 1-2 0,-1-3 1 16,3 3-1-16,-2-3-1 0,2 3 0 0,-1-4 0 16,-1 2 0-16,2-2 0 0,2 1 0 15,-1-1 1-15,1 0-2 0,-2-1 1 0,3 2-1 16,-1 0 1-16,1-2-1 0,1 0 0 15,0 0 2-15,0-2-1 0,1 1 2 0,2-1 0 16,-1 1 1-16,0-2 1 0,2-2-2 0,0 1-1 16,0-2 2-16,3-2 0 0,-3 1-2 0,3-4 0 15,0-1-1-15,0 2 0 0,-1-4-6 16,-1 2-8-16,2-1-10 0,-3 1-44 0,1-2-67 16,-2 2-79-16,-2 0-154 0,1 1-226 15,-3 1-323-15,2 0-299 0,-1 1-212 0,-2 0 20 16,0-1 555-16</inkml:trace>
  <inkml:trace contextRef="#ctx0" brushRef="#br0" timeOffset="8407.87">5195 5014 16 0,'3'-1'272'0,"0"-1"166"0,-1 1 170 16,-2-2 35-16,1 0-119 0,1 0-40 16,-2-1-7-16,3-1 5 0,-3-1-22 0,2 1-53 15,1-3-68-15,0 0-86 0,3-1-62 0,-1-2-38 16,0-2-8-16,3-2 0 0,-2 0 3 15,3-2-2-15,1-2-14 0,-2 0 1 0,3-2-18 16,-1-2-25-16,-1-1-19 0,4-1-12 0,-4 2-5 16,1-1-22-16,2-1-6 0,-4 2-4 15,2 2 2-15,-1 0-2 0,-1 2 4 0,-3 3 5 16,1 2-5-16,-1 1-2 0,-2 5 3 0,2 0 2 16,-2 1 1-16,-3 3-1 0,3-1 2 15,-3 3 2-15,2 2-2 0,-2 0-2 0,1 0-4 16,-1 2-3-16,0 3-4 0,-1 1-2 0,1 0-4 15,-2 3 1-15,2 2-1 0,0-1 1 16,-2 2 2-16,1 2-1 0,1 1 2 0,0 0 0 16,0 0 0-16,-2 3 1 0,2 0-3 0,0 2-1 15,-4-1-3-15,4 1 0 0,-2 3-3 16,2-2-2-16,-3 2 0 0,3 0-2 0,-1-2 1 16,-1 0-2-16,0-1 0 0,2 1-2 15,-1-2 0-15,-1-2 0 0,2-1-3 0,-2 0-2 16,1-3-10-16,1 0-14 0,0-2-31 0,0-2-69 15,-2-1-72-15,2-1-142 0,0-3-213 16,0 1-311-16,-1-1-328 0,2-3-229 0,-1-1-77 16,0 0 497-16,2 0 594 0</inkml:trace>
  <inkml:trace contextRef="#ctx0" brushRef="#br0" timeOffset="8658.87">5674 5052 100 0,'0'-4'680'16,"0"4"463"-16,-3 0 129 0,3 0-113 16,-2-1-355-16,1 1-311 0,-1-1-171 0,2 1-85 0,0 0-53 15,0-2-49-15,-1 0-51 0,1 2-36 16,-2-1-26-16,2 1-17 0,0 0-17 0,0 0-49 15,0 0-43-15,-2 0-97 0,2 0-155 16,0 0-287-16,-1 0-295 0,-1 1-239 0,2 3-184 16,2-3 221-16,-1 0 546 0</inkml:trace>
  <inkml:trace contextRef="#ctx0" brushRef="#br0" timeOffset="9609.9">6068 4588 10 0,'1'-4'232'16,"1"1"144"-16,-2 0 155 0,2 0 6 0,-2 0-62 16,0 1-31-16,0-1-6 0,-2 2 12 0,0-1-7 15,2 2-28-15,-1-1-57 0,-1 1-61 16,-1 0-56-16,0 1-58 0,0 1-38 15,-1-1-25-15,0 0-17 0,-1 3 6 0,2-1 11 16,0 1 15-16,-2 2 2 0,0 0-8 0,2 1-9 16,-3 2-17-16,1 1-22 0,0 1-25 0,-1 0-17 15,3 6-12-15,-2-2-10 0,2 3-4 16,-2 3-3-16,4 1 11 0,-1 3 5 0,2 0 5 16,2 0-1-16,-1 2 0 0,4 2-1 15,-1-1-12-15,3-2-9 0,1 0-6 0,0-2-2 16,4 1-1-16,0-6 0 0,0-1 1 0,2-3 1 15,2-3-2-15,-2-4 4 0,4-5-3 0,-1-3 1 16,2-6 2-16,-3-3-3 0,3-5 2 16,1-4-1-16,-4-5 0 0,1-2-3 0,0-4 1 15,-2 0 2-15,-4-3 1 0,-1 3-2 16,-1-2 3-16,-2 2 7 0,-4 1 4 0,-3 3 0 16,-2-1 3-16,-1 2 0 0,-5 0 0 0,-1 1-5 15,-2 4 0-15,-1-2-1 0,-3 4 2 16,0 4 0-16,-2 0 1 0,0 6 0 0,1 1 1 15,0 4-3-15,0 4-1 0,1 2-4 16,0 2-3-16,1 3 0 0,3 3-2 0,0 1-1 16,0 5 0-16,3-1 0 0,0 4 1 0,0-1 1 15,2 5-8-15,1-1 1 0,4 0 2 16,-1 0-8-16,2-2-39 0,3 1-64 0,0-3-49 16,3 0-88-16,2-2-142 0,0-4-166 15,2-3-151-15,2-2-230 0,1-4-219 0,3-2-64 16,-2-3 260-16,3-6 385 0</inkml:trace>
  <inkml:trace contextRef="#ctx0" brushRef="#br0" timeOffset="10045.83">6618 4573 211 0,'-5'5'443'16,"-1"1"224"-16,-2 2 175 0,3 2-146 0,2 3-124 16,-2 1-83-16,2 2-45 0,0 2-56 0,1 3-75 15,2-1-76-15,0 1-58 0,2 0-51 16,1 3-41-16,2-3-35 0,1 1-21 0,2 1-14 16,5 0-10-16,-2-4-2 0,6 1 1 15,-1-3-2-15,1 0 0 0,3-6-2 0,0 0-1 16,2-5-2-16,-3-3-1 0,3-3 2 0,0-3-1 15,-4-3 1-15,2-5-1 0,1-3-1 16,-5-4-2-16,1-1 2 0,-4-1 0 0,1-5 0 16,-5 0 1-16,-2-2 1 0,-2 2 2 15,-4-3 7-15,-4 0 42 0,0 0 63 0,-5-1 54 16,-2 1 21-16,-4-3 14 0,-3 1-3 0,-2 2-27 16,-5 3-45-16,-1 2-39 0,-1 7-22 0,-2 4-20 15,-1 5-17-15,1 7-14 0,-2 7-10 16,2 3-8-16,1 7-3 0,2 1-1 0,1 5-2 15,6-1-1-15,1 2-29 0,3 1-63 16,1 1-60-16,2 1-117 0,1 1-172 0,1-2-313 16,3 2-301-16,3 1-222 0,-1-1-134 0,1 3 322 15,0-2 557-15</inkml:trace>
  <inkml:trace contextRef="#ctx0" brushRef="#br1" timeOffset="15769.79">5252 5149 170 0,'1'4'291'0,"1"-3"110"0,-2-1-39 0,1 1-90 15,-1 1-64-15,2 0-42 0,-2-1-30 0,0-1-12 16,0 3-13-16,-2-2 2 0,2 1 4 16,-1-1 17-16,1 2 14 0,-2 0 7 0,2-1 4 15,-1 1-6-15,1 0-13 0,-3 0-12 0,3-1-10 16,0 3 3-16,0-2 23 0,0 4 7 15,0-2-1-15,0 0 11 0,3 4 11 0,-3 0-8 16,1 1-31-16,-1 1-10 0,2-1 0 16,-2 3-19-16,1 0-21 0,1 0-16 0,0 1-10 15,-1-1-10-15,1 2-1 0,-2 0 2 0,2 1 3 16,-1 0 1-16,-1 2 3 0,0-1-9 16,2 2-11-16,-2-1-6 0,0 1-9 0,0 0 1 15,0 1-1-15,0 0 0 0,0-1 2 0,0-1-2 16,0 0-4-16,0-1-4 0,0-2-4 15,0-2-6-15,0-3 0 0,0 1-4 0,0-3-4 16,0-2-1-16,0 0 1 0,0-3 5 16,0 1-2-16,0-2 3 0,0 1 4 0,0-2 1 15,0 0 0-15,0 1-4 0,0-2 4 0,0 0-2 16,1 2-3-16,-1-2 0 0,2 1-2 16,0-1 1-16,-1 0 1 0,2 0-1 0,1 0 1 15,0 0 2-15,-1 0 0 0,2 0-2 16,-2 0-2-16,2-1 1 0,0-1 1 0,1 0-2 15,0 1 1-15,-1 1 3 0,0-1 1 0,1-1-8 16,-1 1 0-16,3 1 4 0,-2-2-2 16,0 1 3-16,1 0 0 0,2-1 7 0,-3 0-1 15,1 2-3-15,1-1 0 0,-2 0-2 0,2-1-4 16,0 0 0-16,-2 2 0 0,2-1 0 16,1 0 2-16,0-1 1 0,-3 0 0 0,2 1-5 15,1-1-1-15,-1-2-1 0,0 4 1 0,-1 0-1 16,0-2 6-16,0 2 5 0,-1-3 1 15,0 3-2-15,2-2 4 0,0 1 0 0,-2 0-2 16,3 1-3-16,0 0 1 0,0-2 1 16,1 0 0-16,-2 2-3 0,4 0 2 0,0-1-1 15,0 1-1-15,1-1 0 0,2 1 1 0,-2 0 2 16,2-2 0-16,2 2 0 0,-3 0 50 16,5 2 49-16,0-2 22 0,0 1 8 0,0 0 3 15,0 1-4-15,-2 0-38 0,2-1-43 16,-1 0-18-16,-1 1-11 0,1 1-9 0,-1-1-3 15,-3-2-9-15,3 3 1 0,-1 0-1 0,-3-2 0 16,1 1-2-16,2 0-1 0,-3 0 4 16,2 0 0-16,-2 0-4 0,1-1 0 0,-3 0 2 15,3 1 0-15,-1 0 0 0,0-1 0 0,-1 0 1 16,1 1 0-16,0-1-4 0,-1 1 3 16,1-1-1-16,1-1-1 0,-1 1-2 0,-1 1-3 15,1 0 2-15,1-1 1 0,-1 1-1 0,0 1-2 16,1-2 2-16,0 1 5 0,2-1 2 15,-3 1-3-15,4-1 4 0,-2 0-2 0,0 1 1 16,0 0-3-16,0-1 2 0,1 0 4 16,0 1-4-16,-2 0 2 0,3-2 0 0,-2 1 2 15,2 0-3-15,-2 1-1 0,0 0 2 0,1-2-1 16,1 1 1-16,-1-1 1 0,0 0-1 16,0 1-1-16,1-1 3 0,0 2 2 0,1-2 0 15,-1 0-2-15,-1 3-1 0,1-3 2 0,0 2-3 16,0-2-2-16,-1 0-1 0,-1 3 2 15,1-3-3-15,0 1-2 0,-3-1-1 0,2 2 0 16,-2-2 0-16,1 0 0 0,-3 1 2 16,1-1-1-16,0 2 3 0,-1-2-1 0,2 0 0 15,-2 2 1-15,0-2 1 0,1 0 1 16,1 0-2-16,0 0-2 0,-2 2 1 0,2-2-2 16,1 0-2-16,-1 2-1 0,2-2 2 0,-2 2 1 15,1-2-1-15,2 1 4 0,0 0-3 0,0-1 4 16,-1 2-3-16,1 0 0 0,1-1 1 15,0-1 2-15,0 1 1 0,-1 1-1 0,-1-2 4 16,1 0 1-16,2 0-2 0,-4 0-4 16,3 0 3-16,-1-2-3 0,0 2-2 0,-2-1 2 15,2 1 2-15,-2-1 1 0,0 1-2 0,-1-2 1 16,1 2 2-16,-1-2-2 0,-2 2-2 0,0 0 2 16,-1-1-1-16,-2 1 0 0,-1-1-2 15,0 1 6-15,-3 0 2 0,1-2 3 16,-3 2 10-16,1-2 8 0,0 2 6 0,0 0 0 15,-3 0-1-15,0 0-2 0,2 0-8 0,-1 0-8 16,-1 0-5-16,0 0-2 0,2 0-1 0,-2 0-3 16,0 0-2-16,0-2-1 0,0 2 1 15,0 0-4-15,0 0 1 0,1 0 0 0,-1 0 0 16,0-2 0-16,2 2 1 0,-2-2 1 16,0 1 1-16,2 1 2 0,-2 0 0 0,1-2-1 15,-1 2-1-15,0-1 1 0,0 1-3 0,0 0 2 16,2-3-2-16,-2 3 1 0,0-2 3 15,1-1 5-15,-1 0 6 0,2-2 4 0,-2 1 2 16,2-2-2-16,-1-1 0 0,-1-4-7 16,2 0-4-16,0-3-5 0,-1-3-1 0,2 0 0 15,-1-3 1-15,1-1-2 0,-2-1 1 0,1 0 0 16,1 0-1-16,-1 2-2 0,-1-1 1 0,-1 3-1 16,0 2 0-16,0 2-1 0,0 3-1 15,-1 3 1-15,-1-2-3 0,0 5-2 0,1-1-10 16,-2 1-55-16,-2 2-64 0,-1 0-125 15,1 2-205-15,-1 2-303 0,-2 1-341 0,-1 4-273 16,0 0-125-16,1 0 424 0,-2 2 629 0</inkml:trace>
  <inkml:trace contextRef="#ctx0" brushRef="#br1" timeOffset="18579.93">6286 6129 89 0,'0'1'296'0,"-2"1"158"0,1 0 144 15,1-1-106-15,-2-1-82 0,-1 3-25 0,1-2 7 16,-1 1-12-16,0 1-8 0,1-2-20 16,-2 2-39-16,2 0-32 0,1 2-47 0,-1-4-38 15,-1 2-37-15,1 2-35 0,1-3-32 0,-1 2-30 16,-1 0-19-16,1 0-10 0,2 3-9 15,-3-1-8-15,1 1 0 0,1 1-4 0,-1 1-4 16,2 1 4-16,0 2 1 0,0 0 1 16,0 2 7-16,2 0 7 0,-1 0 7 0,1 3 0 15,1-1 28-15,-1 2 23 0,3 2 16 0,0-1 18 16,-1 2 8-16,2-2-1 0,1 3-25 16,-1-3-19-16,1 2-24 0,2-2-22 0,0 1-10 15,1-2-1-15,0 0 2 0,2 1 1 16,1-3 2-16,-1 0 0 0,3-1-5 0,0-1-7 15,-2 0-4-15,4-3 0 0,-1 1 2 0,2 0 1 16,-2-3 3-16,2 0 1 0,-1 1-2 0,1-2-2 16,1 0-7-16,0-1-1 0,-2-1-3 15,1 2 6-15,1-2 2 0,1-2 2 0,-2 0 2 16,2 1-1-16,0-2 0 0,0 0-5 16,0-2-5-16,0 1-2 0,0-2-1 0,-1 0-1 15,-1-2 2-15,0 1-2 0,0 0 0 0,-1-3 0 16,-1 0 1-16,1-2-2 0,1 2 0 15,-2-1-1-15,-1-1 0 0,1 0 0 0,0 0-1 16,-2 0-1-16,0 0 1 0,-1 1-1 16,-2 3-1-16,3-2-1 0,-2 2-2 0,0 0 0 15,-2 2 3-15,-1 0 1 0,2 2 2 0,0-2 2 16,-1 2 1-16,-2 3 1 0,4-1-2 0,-2 2 0 16,-2-2 0-16,4 2-2 0,-4 1 3 15,2-1-1-15,-1 2 1 0,-1 0 1 0,2 2 0 16,-1-1 1-16,-3 4-1 0,2-1 2 0,-1 2 1 15,2-1 1-15,-3 3 0 0,1 2 2 16,-2-1 3-16,0 3 0 0,2 0 0 0,-4 2 0 16,2 2 1-16,-2 0-2 0,0 1-3 15,-1 4-1-15,1 2-1 0,-1-1 0 0,1 3 0 16,-1 2-1-16,-1-1 0 0,2-1 0 16,-1 1 0-16,-1-1-2 0,-1-4 0 0,2 0-1 15,-1-4-1-15,1 0 0 0,0-5-2 0,-1-3 0 16,-1 0-1-16,2-6 1 0,-2 0-2 0,1-3 2 15,1 0 0-15,-2-2 0 0,0-1 0 16,0-1 1-16,0-1-1 0,0-1 0 0,0 4 0 16,0-4 0-16,0 1-1 0,0-1-1 15,0 2 0-15,0-3 0 0,0 0 0 0,0 1 0 16,0-2 0-16,0 1 0 0,0-1 0 0,0 0-1 16,0 0 2-16,0 0-1 0,0 0 0 15,0-1 1-15,0 1 0 0,0 0 1 0,-2 0-1 16,1-2 1-16,1 2 0 0,0-1-1 15,-2 0-1-15,2-1 0 0,0 0-1 0,0 2-2 16,-1-2-3-16,-1 2-6 0,0-3-10 0,2 3-13 16,0-2-20-16,-1 1-39 0,-1-2-66 15,-1 1-59-15,0 2-77 0,0-2-123 0,-2 0-159 16,0 1-209-16,2-1-211 0,0 1-207 16,-2 1-57-16,2-1 288 0,-3-2 438 0</inkml:trace>
  <inkml:trace contextRef="#ctx0" brushRef="#br1" timeOffset="19189.88">7165 7489 25 0,'0'0'280'16,"0"-1"185"-16,0 1 186 0,0-2 50 16,0 1-99-16,-2-1-55 0,2 1-26 0,0 1-34 15,-1-2-54-15,-2 2-79 0,3 0-76 0,0 0-72 16,0 0-50-16,0 0-34 0,0 0-15 16,0 2 2-16,0-2-6 0,3 0-2 0,-2 1 3 15,-1 1 5-15,2 1-3 0,1 0-9 0,-1 1-3 16,1 1-11-16,-1-1-11 0,1 2-13 15,0 0-10-15,3 2-10 0,-1-1-5 0,1 0-3 16,-1 2-3-16,1-1-5 0,1 3 0 16,2-2-2-16,-1 1-3 0,0 2-1 0,0-2-3 15,1 2-1-15,1 1-2 0,-2 0 0 0,1-1-2 16,1 0-2-16,-1-1 2 0,-2 0-4 0,2-3 1 16,-3 1-1-16,1-1-2 0,-1-2 0 15,-1-2-3-15,2 1 1 0,-2-3-1 16,0 0 2-16,0-2 1 0,1 0 2 0,0 0 1 15,-1-2 0-15,0 0 0 0,1-3 0 0,-1-1-1 16,0-1 1-16,4-1 0 0,-4-3-2 0,3-1 1 16,-3-1 1-16,4-3 0 0,-3-1 1 15,2-1 0-15,-1-1 2 0,-1-2 4 0,0 0 3 16,1 0 2-16,-3 0 0 0,1 0 1 16,0 1 0-16,1 0-10 0,-3 2-5 0,-1 2 3 15,-1 1 0-15,1 1 1 0,0 1 0 0,-2 1 4 16,0 3 0-16,0 2-4 0,-2-1-4 15,2 2-1-15,-2 2-3 0,1 0 0 0,-1 0-2 16,-1 2-3-16,3-1-10 0,-3 3-20 16,0-1-59-16,0 1-68 0,0 0-94 0,-2 0-161 15,2 4-269-15,-1-4-324 0,1 2-256 0,0 2-186 16,0-2 144-16,2-2 577 0</inkml:trace>
  <inkml:trace contextRef="#ctx0" brushRef="#br1" timeOffset="20889.91">6426 8325 145 0,'-1'1'371'0,"-1"2"204"16,1-1 208-16,-2 0-106 0,0 3-73 0,3 1-40 15,0 1-44-15,0 3-64 0,0 1-85 16,0 5-64-16,3 2-23 0,1 2-13 0,-2 5-15 16,1 5-17-16,0-2-21 0,1 6-30 0,-3-1-47 15,2 5-44-15,-3-1-35 0,0 0-20 0,0-1-15 16,-1-2-9-16,-1-1-8 0,2-3-8 16,0-2-4-16,2-6-2 0,-1-2-5 15,-1-6-15-15,2 0-32 0,-2-4-46 0,3-4-49 16,-1-3-50-16,-2-6-98 0,1-6-135 0,-1-4-145 15,0-4-241-15,0-4-231 0,0-4-196 0,-1-4 99 16,-1-4 402-16</inkml:trace>
  <inkml:trace contextRef="#ctx0" brushRef="#br1" timeOffset="21107.86">6396 8121 109 0,'-3'-11'425'0,"-3"1"276"0,3 3 235 0,0-1-4 15,1 3-220-15,1 1-159 0,-1 0-108 0,1 1-94 16,-1 2-89-16,2 0-92 0,0 1-67 0,-2-1-41 16,2 1-27-16,0 1-13 0,0-1-10 15,0 2-3-15,2 3-7 0,0 0 1 0,1 1 0 16,0 2-2-16,0 0-2 0,2 2-13 16,1 1-30-16,0-1-86 0,1 2-126 0,-1 1-149 15,3-1-299-15,-1 1-266 0,2 2-191 0,-2-1 74 16,4-1 358-16</inkml:trace>
  <inkml:trace contextRef="#ctx0" brushRef="#br1" timeOffset="21530.12">6741 8322 95 0,'0'0'407'0,"-3"0"274"0,0 2 270 0,-2-1 14 15,-1 0-222-15,1 1-171 0,-1 2-115 0,-1 1-94 16,-2 1-102-16,3 2-89 0,-2 3-37 16,3 1-4-16,-1 2 10 0,0 2 4 0,1 1-2 15,0 0-11-15,0 2-25 0,4-2-29 0,-1-3-29 16,0-1-23-16,2-2-12 0,2-1-9 16,1-6 1-16,0 2-3 0,2-6 0 0,2-3 2 15,0-4 3-15,1-6-1 0,2-2-4 0,2-5-3 16,-2-3 0-16,1 2 0 0,1-2-1 15,-2 1-1-15,-2 3 3 0,1 2 1 0,-2 1 1 16,-1 7 1-16,-3-1-2 0,2 3-2 16,-2 4-2-16,-1 0-1 0,2 3-1 0,-2 6-1 15,1 1 6-15,0 4 3 0,1 1 3 0,-1 2 4 16,0 3 0-16,0 2 3 0,2 0-1 16,-1-1-4-16,1 1 0 0,-2 1-5 0,2-2-4 15,0 0-3-15,1-4-3 0,2 2-8 16,-3-4-41-16,1-3-41 0,-1-3-38 0,1-2-51 15,2-4-104-15,-3-4-125 0,0-3-116 0,-1-5-187 16,1-3-257-16,0-2-176 0,1-1 66 0,-3-3 321 16,0-3 356-16</inkml:trace>
  <inkml:trace contextRef="#ctx0" brushRef="#br1" timeOffset="21989.84">6923 7997 61 0,'0'-6'338'15,"0"1"221"-15,0 0 228 0,0 4 38 0,-2-1-151 16,2 0-121-16,0 2-87 0,0 0-65 16,0 2-73-16,0 1-80 0,0 2-61 0,0 1-33 15,0-1-14-15,2 5 0 0,-2-1 19 0,2 1 18 16,-1 4 10-16,1-1-4 0,1 2-14 16,0 2-26-16,-1 1-31 0,1 3-32 0,0-1-24 15,-1 4-14-15,2-1-13 0,-2 3-5 16,3 1-7-16,-2 0-5 0,0 1-1 0,0-1-4 15,1-2 2-15,0 0-1 0,1 0-1 0,-2-5-2 16,2-3-4-16,-2-4 0 0,3 0-1 0,-1-5 0 16,0-2 0-16,2-5 3 0,0-4 0 15,-1-4-1-15,2-4-1 0,0-3 0 0,0-2-2 16,0-2 0-16,0-1 1 0,1 0 0 0,-2 0 2 16,-1 1-1-16,-1 2 2 0,0 1-1 15,-1 3 0-15,-1 1-1 0,0 4-1 0,-1-1 1 16,1 4-1-16,-3 0 2 0,0 3-1 0,2 0-1 15,-2 2 0-15,-2 2-1 0,2 3 1 16,0 2-3-16,-3 0 0 0,3 4 1 0,0 1 0 16,-2 0 0-16,2 2 0 0,0 1 3 0,0 2 0 15,0 1-1-15,0-1 0 0,0-2 0 16,0 3 0-16,2-3-2 0,0 1-7 0,-1-3-29 16,1-1-64-16,1-1-60 0,0-1-110 0,-1-2-169 15,-2-1-306-15,2 0-299 0,-1-3-227 16,-1 1-149-16,2-1 282 0,-2-1 566 0</inkml:trace>
  <inkml:trace contextRef="#ctx0" brushRef="#br1" timeOffset="22665.85">7790 8072 203 0,'-2'-3'410'16,"2"3"201"-16,0-2 157 0,-2 2-104 0,2-1-76 16,-1-2-48-16,-1 3-52 0,2 0-61 15,0 0-81-15,-2 0-97 0,2 0-73 0,-1 3-55 16,1-2-39-16,-2 1-29 0,1 3-20 15,-2-3-13-15,3 5-8 0,-2 1-6 0,2 1-2 16,0 1-3-16,0 4 6 0,0-2 5 0,0 6 4 16,2 0 4-16,1 1 5 0,-2 1 11 15,-1 2 6-15,2 1 9 0,-1-1 7 0,-1 1 4 16,2 0-5-16,-2-3-6 0,0 2-13 16,-2-3-8-16,2-1-12 0,-1-3-10 0,1-2 1 15,0-2-8-15,-2-2 4 0,2-3 0 0,-1-1 2 16,-2-1-7-16,3-4-3 0,-2 0-19 0,2-3-32 15,-1-3-30-15,1-2-46 0,-2 1-83 16,1-4-116-16,-1-1-115 0,0 1-150 0,2 2-274 16,0-3-196-16,0 1 1 0,2-2 232 15,-2 1 334-15</inkml:trace>
  <inkml:trace contextRef="#ctx0" brushRef="#br1" timeOffset="23115.05">7946 8099 18 0,'8'-2'303'0,"-3"0"210"0,1 2 203 0,-1 2 71 16,-2 0-128-16,0-1-91 0,0 3-59 15,-1 2-52-15,0 2-63 0,-1 2-75 0,-1 0-74 16,-1 6-70-16,-1-1-44 0,2 1-31 16,-2 4-15-16,2-1-17 0,-3 1-14 0,3-1-17 15,0-1-15-15,0-2-11 0,0 0-10 0,2-3-4 16,-1-2-1-16,1-4 1 0,3 0-1 0,-2-2 7 15,3-4 9-15,0-2 2 0,-1-4 1 16,2-2-4-16,-1-2-1 0,3-2-2 0,-1-5-1 16,0 1-6-16,0 0-2 0,1-1 5 0,-2 3 1 15,-1-1 1-15,-1 1-6 0,1 2 0 16,-1 5 0-16,-2 0-6 0,0 1-3 0,-3 2-3 16,2 2 3-16,1 4 1 0,-3 0 4 0,2 4 3 15,-1 3 4-15,-1 3 0 0,0 2 2 16,2 0 0-16,-2 3 6 0,0 0 16 0,2 3 6 15,-1 1 18-15,1 2 19 0,-2 2 10 0,1 1 0 16,-1 3-14-16,0-2-5 0,0 3-17 16,-1 3-16-16,-1-3-14 0,1 2-6 0,-1 0-5 15,-1 1-5-15,1-1 3 0,-1-1-7 0,1 0 0 16,-1-2-9-16,1-2-38 0,2 1-47 16,0-5-45-16,0-5-78 0,2-4-130 0,1-4-159 15,2-5-221-15,0-9-235 0,1-6-212 16,2-5 11-16,0-13 332 0,2-6 401 0</inkml:trace>
  <inkml:trace contextRef="#ctx0" brushRef="#br1" timeOffset="23471.85">8333 7743 380 0,'-1'-12'712'0,"-4"3"271"15,2 3 99-15,0 4-284 0,1 2-262 16,-1 4-176-16,0 3-94 0,1 3-77 0,1 4-68 15,-1 3-42-15,0 3-21 0,2 4-8 16,-1 7-4-16,1 3-2 0,1 8 0 0,-1 2-6 16,4 8-14-16,-1 3-9 0,0 3-2 0,2 1-4 15,1-1-1-15,3-4-4 0,1-4 2 16,-2-4 2-16,4-8-6 0,0-6-2 0,-1-5-1 16,3-8 0-16,-1-4 1 0,-1-9 0 15,-1-4 0-15,-1-5 0 0,-1-4-7 0,1-8 3 16,-4 1-4-16,2-4 3 0,-2 0 5 0,-3-2 2 15,-1-1 5-15,-2 2 0 0,0-2 4 16,-3 1 2-16,-5 1-2 0,2 1-4 0,-2 0-2 16,-2 1 2-16,0 2-5 0,-2 3-7 15,3 4 0-15,-2 2-3 0,1 4 1 0,-1 4-11 16,0 4-10-16,3 3-49 0,-3 4-112 0,3 3-145 16,0-2-282-16,2 4-268 0,1-2-246 0,3 0-72 15,1-1 298-15,4-2 439 0</inkml:trace>
  <inkml:trace contextRef="#ctx0" brushRef="#br1" timeOffset="24601.88">8626 7694 101 0,'3'-6'318'0,"-1"0"157"0,-2 1 152 0,0-1-89 15,2 3-88-15,-2-2-24 0,0 3 22 0,0-1 18 16,0 3-14-16,0-1-49 0,-2 2-70 16,2-1-74-16,0 3-69 0,0 2-59 0,-2 1-48 15,2 3-33-15,-1 4-17 0,-1 3-5 0,2 2 3 16,2 6 7-16,-1 2 30 0,1 3 34 16,1 5 23-16,0 1 7 0,2 2 0 0,-1 3-15 15,0-1-25-15,-1 1-33 0,2 0-23 16,0-4-14-16,-1-2-12 0,2-4-2 0,2-3-4 15,-1-7-4-15,-1-2 1 0,5-5 3 0,-3-6 0 16,3-6 3-16,0-3 1 0,0-7 1 16,2-6 1-16,1-6-3 0,-1-2-1 0,2-2-3 15,-2-4 1-15,1 1 0 0,-1 2-2 16,-2 1 2-16,-2 2 0 0,-2 4 2 0,1 3 11 16,-3 1 14-16,-2 5 14 0,1 3 14 0,-1 0 6 15,-3 5 0-15,0 2-13 0,-3 2-12 16,-3 6-10-16,2 4-15 0,-3 4-6 0,2 4-3 15,-3 2 0-15,1 3-1 0,0 0-3 16,2 0-3-16,1 0 0 0,0 3-3 0,3-4-1 16,1-1 0-16,1 1 0 0,1-6 0 0,4-3-1 15,1-5-3-15,2-2-17 0,2-7-42 16,-1-4-54-16,2-5-52 0,1-5-55 0,0-5-88 16,3-3-105-16,-4-3-74 0,2-1-42 0,-1-1-54 15,1 2-39-15,-1 2 28 0,-2 2 102 16,0 3 129-16,-5 2 126 0,1 7 113 0,-1 1 97 15,-3 4 87-15,2 5 77 0,-4 3 61 0,1 2 49 16,-2 3 48-16,2 5 46 0,-1 1 32 16,1 2 21-16,1 2 2 0,0 1-26 0,2 2-44 15,-2 0-59-15,3 0-49 0,-1-1-58 16,2-2-49-16,-1 0-39 0,0-1-24 0,3-6-13 16,-2 1-13-16,1-7-4 0,0-1 0 0,3-3 1 15,-3-3-1-15,-2-5-1 0,3 1 3 16,-2-5 0-16,-2-3-2 0,-1-1 1 0,0-3 4 15,-1 0 6-15,-3 0 8 0,1-1 1 16,-2 1 3-16,-1-1 1 0,-3-1-6 0,1 0-6 16,-3-1-11-16,-2 3-5 0,-1-2-5 0,-1 3 0 15,0 0 0-15,2 4-3 0,-1 1-9 16,1 4-10-16,1 4-21 0,0 6-74 0,0 2-122 16,0 2-150-16,0 6-290 0,3 2-264 15,2 0-224-15,3 0 14 0,2 0 350 0,4 0 408 16</inkml:trace>
  <inkml:trace contextRef="#ctx0" brushRef="#br1" timeOffset="25261.76">9716 7939 83 0,'7'-1'279'0,"-2"-1"142"0,1 1 149 15,2-2-104-15,0-1-87 0,0-2-56 0,2 2 30 16,2-1 23-16,-1 1 18 0,2-2 17 16,3 2-26-16,-3 1-10 0,0-2-67 0,0 2-56 15,-3 1-48-15,2 2-22 0,-4 2 23 0,2 1 11 16,-3 3 0-16,-2 3-12 0,-1 2-22 15,-3 2-41-15,-4 4-50 0,0 1-40 0,-4 3-23 16,-5 3-11-16,2 1-9 0,-4 1-4 16,0 4-4-16,0-2-2 0,1 0-1 0,0 1-2 15,-1-4 2-15,5 0-2 0,-1-2-1 0,4-6 0 16,1-1 0-16,4-1 0 0,1-5 0 0,3 1 2 16,2-5 0-16,2-4-15 0,1 0-37 15,0-5-47-15,3-2-44 0,2-3-46 0,1-3-82 16,0-2-109-16,-1-1-104 0,1-2-154 15,1 1-248-15,0-2-221 0,-2 2-45 0,1 1 244 16,-3-1 381-16</inkml:trace>
  <inkml:trace contextRef="#ctx0" brushRef="#br1" timeOffset="25862.32">9989 8211 164 0,'2'2'352'15,"-1"1"158"-15,4-8 111 0,-2 1-150 0,0-3-103 16,3-3-38-16,-1-4 4 0,3-1 26 16,1-2 18-16,1-1 4 0,-2-1-22 0,4 0-37 15,-2-1-42-15,-2 1-59 0,1 2-56 0,-1 3-38 16,-3 1-8-16,0 5 16 0,0-1 24 0,-2 5 11 16,1 1 5-16,0 4-10 0,-3 3-24 15,1 3-32-15,-2 4-33 0,0 3-22 0,0 1-17 16,-2 3-11-16,1 0-7 0,-1 4-7 15,0-3-4-15,2 1-7 0,0-3-1 0,2 2-2 16,0-3 0-16,1-2-1 0,0-3 0 0,3 0 1 16,-1-5 3-16,2-1 2 0,2-4 0 15,-1-5 3-15,0 0 0 0,3-7-1 0,-2-1-3 16,3-5 1-16,-2-2-1 0,1-2-1 16,1 0 0-16,0-1 1 0,-2-1 0 0,-1 4-2 15,0 2-2-15,-2 2 1 0,-1 1 0 0,-1 4-1 16,-2 2 0-16,1 1 0 0,-2 3 1 15,0 3-2-15,0 4 1 0,-1 1 0 0,-1 2 0 16,0 1 1-16,0 5 0 0,0-1 1 16,0 0 0-16,0 3 1 0,2-2-3 0,-1-1-1 15,1 0-1-15,1 0 2 0,0-2-6 0,2-2-1 16,0-2-12-16,1-4-29 0,0-1-43 0,2-3-48 16,2-3-36-16,-1-2-35 0,2-3-39 15,-1-1-13-15,2-3 11 0,-2 3 28 0,1-4 26 16,0 3 19-16,0 3 43 0,-3 1 43 0,1 1 38 15,-2 3 20-15,-2 3 14 0,0 2 8 16,-1 2 23-16,-2 4 32 0,2 4 30 0,-1 2 30 16,-1 1 18-16,0 4 8 0,-1-2-14 15,1 4-20-15,-2 0-22 0,2 0-28 0,-1-3-17 16,2 1-15-16,-1 1-6 0,-2-4-15 16,3 2-40-16,-1-4-76 0,-1-1-115 0,-1-1-136 15,0-3-210-15,2-2-277 0,-2-2-188 0,0-3 11 16,-2-3 274-16,2-3 336 0</inkml:trace>
  <inkml:trace contextRef="#ctx0" brushRef="#br1" timeOffset="26059.89">10449 7772 55 0,'-1'-22'618'0,"-1"4"483"0,-1 4 181 0,-2 1-71 15,3 2-317-15,1 5-329 0,-1 0-199 0,2 4-104 16,0-1-65-16,0 1-64 0,0 2-62 15,0 2-41-15,2 2-20 0,-1 1-20 0,1 3-45 16,0 5-41-16,-1 0-36 0,2 2-52 16,-1 3-94-16,0 3-118 0,-1 2-108 0,2 2-207 15,-1 4-254-15,4 2-180 0,-3 4 54 0,0 1 319 16,2-1 365-16</inkml:trace>
  <inkml:trace contextRef="#ctx0" brushRef="#br1" timeOffset="26313.96">10621 8238 222 0,'10'-3'378'0,"-2"-6"160"16,1 2 59-16,-1-5-81 0,0-1-31 0,1-2 13 16,-2-1 18-16,-1 0-9 0,-3 0-64 15,-1 1-45-15,1 2-30 0,-3 3-25 0,2-1-41 16,-2 3-39-16,-2 1-32 0,-1 1-41 16,1 4-50-16,-2 2-49 0,-3 2-38 0,2 6-22 15,-2 3-16-15,0 3-6 0,1 2-6 0,-1 2-3 16,0 5 1-16,4 0 0 0,0 0-1 15,1 2-2-15,0 2-1 0,4-2-1 0,0 0-1 16,1-2-5-16,0-2-30 0,4-3-59 0,0-5-49 16,1-2-64-16,3-5-124 0,-2-3-165 15,-1-4-219-15,2-4-223 0,2-1-221 0,-2-4-106 16,0 0 273-16,2-5 451 0</inkml:trace>
  <inkml:trace contextRef="#ctx0" brushRef="#br1" timeOffset="26787.88">10844 8235 95 0,'-3'8'445'15,"-2"-1"310"-15,0-3 215 0,2 0-92 0,2 0-273 16,-2-3-207-16,3 1-140 0,0-2-96 16,0-3-67-16,4-1-41 0,-1-3-19 0,2 0-10 15,0-4 17-15,0-3 25 0,3 1 27 16,1-3 20-16,-1 0 11 0,0-3 10 0,1 0-10 15,1 1-21-15,0 0-23 0,-1-2-23 0,2 1-14 16,-3 5-16-16,0 0-11 0,0 3-6 16,-4 2 1-16,1 3 9 0,-2 0 14 0,1 6 11 15,-3 4 1-15,3 2 2 0,-3 5-7 0,-1 2-5 16,0 3-12-16,0 5-13 0,0 0-3 16,0 2-2-16,0-1-3 0,2 4-3 0,-1-2-5 15,2-1 2-15,0-1-6 0,2-2 1 16,-2-2 2-16,2-3 0 0,0-4 3 0,1-1 5 15,2-5 2-15,-2-4-3 0,2-6 4 0,0-4 3 16,3-3-2-16,-3-6-7 0,3-2 2 16,0-3 4-16,-1-2-6 0,-1-1 0 0,2 2-1 15,-1-1 0-15,-1 2-4 0,-1 2 5 0,0 2 0 16,-2 6 5-16,-2 1 1 0,-1 3 5 16,0 4-2-16,-3 3 0 0,2 4-1 0,-2 5-6 15,-2 2 2-15,2 2-6 0,-3 5 2 16,1 2 1-16,1 0 3 0,-1 1-3 0,0 2-1 15,2 0-23-15,-1 0-27 0,-1 3-59 0,2-3-133 16,-1 2-167-16,-1-2-299 0,2-2-257 0,0 0-237 16,0-3-41-16,0-3 388 0,2-4 449 15</inkml:trace>
  <inkml:trace contextRef="#ctx0" brushRef="#br1" timeOffset="27206.85">11477 7933 210 0,'4'6'674'15,"-2"4"377"-15,1-1 130 0,-3 4-193 0,3 2-323 16,-3 3-224-16,2 2-130 0,-2-1-83 15,3 4-47-15,-3 0-40 0,2 1-27 0,-1-1-32 16,1 2-19-16,-2-3-20 0,2 2-23 16,-1-1-12-16,-1 0-8 0,3-2-2 0,-1-3-40 15,-1-2-36-15,2 0-52 0,-3-7-109 0,2-1-152 16,-2-5-241-16,0-3-259 0,0-3-235 16,0-3-101-16,0-4 251 0,-2-3 440 0</inkml:trace>
  <inkml:trace contextRef="#ctx0" brushRef="#br1" timeOffset="27389.08">11415 7720 127 0,'-3'0'635'0,"-3"4"371"0,1 0 109 16,0 0-90-16,5 2-429 0,-2 3-294 0,4 0-151 15,3 1-76-15,1 2-38 0,3-1-32 0,1 1-66 16,1 0-92-16,0 2-116 0,2 0-147 15,3 0-288-15,0 1-220 0,2 1-63 0,-1 0 160 16,3 0 298-16</inkml:trace>
  <inkml:trace contextRef="#ctx0" brushRef="#br1" timeOffset="27738.53">11843 7949 96 0,'-9'2'695'0,"0"3"528"0,-3 2 244 15,0 1-122-15,1-1-413 0,-2 3-355 0,2 3-189 16,1-1-114-16,-2 0-101 0,4 3-72 16,0 0-41-16,2 2-29 0,1 4-13 0,2-1-7 15,1 3-5-15,2-2-3 0,0 0-3 0,4-2-1 16,0-3-1-16,2-3 1 0,2-1 1 16,1-5-1-16,1-3 0 0,3-6 0 0,-2-2 0 15,3-7 1-15,-1-3-2 0,-1-1 2 16,1-3 0-16,-3 1 1 0,2 0 0 0,-4 0 0 15,0 4 0-15,-2 2 1 0,-1 1-1 0,0 4 0 16,-2 1 2-16,-1 2-1 0,-1 2-1 16,-1 4 0-16,0 2-2 0,-1 2 1 0,-1 3-1 15,1 2-3-15,-1 2 0 0,2 1 1 0,0 2 0 16,0-2-3-16,2 2-10 0,1 0-35 16,0 1-65-16,0 0-62 0,2 0-121 0,1-1-179 15,0 0-307-15,-1 0-291 0,3-4-218 0,-1 1-129 16,2-4 341-16,0-2 558 0</inkml:trace>
  <inkml:trace contextRef="#ctx0" brushRef="#br1" timeOffset="28256.25">12828 7886 168 0,'-9'-4'453'0,"0"0"260"0,-3 1 206 15,-2 2-112-15,1-1-163 0,0 2-118 0,-2 0-94 16,1 2-81-16,1-1-82 0,2 2-79 16,0 0-67-16,0-1-43 0,3 3-30 0,-1 0-20 15,2 1-11-15,1 1-10 0,1-2-4 0,0 3-3 16,1-1-2-16,2 0 3 0,-1 1-3 16,3 1 1-16,-1-2-2 0,1 1-2 0,1-1 2 15,-1-1-1-15,3 2 2 0,-1-1-1 16,2 1 2-16,0-2 3 0,-3 3 0 0,4-1-3 15,0-1 0-15,-2 2 2 0,3-2-3 0,-4 2 0 16,4-2 0-16,-3 2-1 0,0-1-2 16,-1 1-4-16,1-1 4 0,-3 1 0 0,2 0-1 15,-1 0 5-15,-1 1 2 0,-1 0 3 16,-1 3-1-16,1 0 0 0,-3 0 0 0,3 3-4 16,-4 1-1-16,2-1-2 0,0 2-7 0,1 1 1 15,-1 0-9-15,2 0-19 0,-1-1-79 0,0-2-136 16,2-2-171-16,0-3-290 0,0-5-259 15,2-2-212-15,0-4 86 0,-1-7 403 16</inkml:trace>
  <inkml:trace contextRef="#ctx0" brushRef="#br1" timeOffset="28442.49">12873 7953 21 0,'8'-4'461'0,"-2"4"412"0,0 0 260 0,-3 2 12 16,1 3-351-16,-3 2-273 0,2 2-186 0,-1 3-109 15,1 1-72-15,-3 3-55 0,4 2-36 0,-3 0-26 16,-1 2-18-16,2 0-11 0,-1 1-5 16,2 0-20-16,0-1-35 0,-1-1-125 15,-1-4-165-15,1 1-292 0,-2-4-273 0,2-3-247 16,-1-1-100-16,-1-6 354 0,0-2 468 0</inkml:trace>
  <inkml:trace contextRef="#ctx0" brushRef="#br1" timeOffset="28636.08">12879 7827 27 0,'-5'-6'461'0,"1"3"370"15,-1 1 212-15,0 1-15 0,1-1-357 16,0 2-293-16,4 2-185 0,0-1-91 16,0 1-52-16,4 1-26 0,2 3-13 0,0-1-5 15,0 1-5-15,3 3-6 0,1 1-19 0,1 1-59 16,1-1-92-16,0 0-104 0,1 2-145 0,2-1-278 15,-2 0-185-15,4-1-20 0,-2-3 177 16,2-1 274-16</inkml:trace>
  <inkml:trace contextRef="#ctx0" brushRef="#br1" timeOffset="28969.93">13188 7853 280 0,'-4'-4'640'15,"0"2"336"-15,-3 2 155 0,1-3-268 0,-2 6-234 16,-1-3-161-16,-1 4-101 0,-1 0-74 15,1 1-41-15,2 3-16 0,-4-1-9 0,4 1-24 16,0 2-33-16,0 0-35 0,0 3-38 0,4-1-37 16,-1 1-27-16,2 2-15 0,1 0-10 15,0 0-7-15,4 0-1 0,0 2 1 0,1 0-3 16,0 1 3-16,2 3 0 0,0-2-1 16,2 1 0-16,-2-1-2 0,3 3 0 0,-1-2 1 15,0-1 1-15,-1 1-1 0,1 0 1 0,-1 0 0 16,1-2 0-16,-4 2-2 0,3-1 3 15,-5 0 4-15,1 1-3 0,0-2 2 0,-2-2-1 16,-2 1-3-16,2-1-1 0,-3-1-2 16,0 3-2-16,-3-5-17 0,-1 0-31 0,2 0-50 15,-1-1-47-15,-2 0-36 0,1 0-34 0,-2-1-36 16,1-1-58-16,-2-1-66 0,2 0-97 0,-2-1-213 16,4-1-255-16,-2 1-170 0,3-2 74 15,2-2 323-15,-2-1 341 0</inkml:trace>
  <inkml:trace contextRef="#ctx0" brushRef="#br2" timeOffset="42159.82">5108 5218 66 0,'2'-1'249'0,"-2"1"115"0,1-3 49 16,-1 3-116-16,0-3-107 0,2 3-59 15,-2-2-28-15,0 2 6 0,0 0 28 0,0 0 30 16,0 0 18-16,0-3 20 0,0 3 18 0,0 0 37 16,0-2 24-16,0 2 2 0,0 0-2 0,0 0-11 15,0 0-16-15,0 0-41 0,0 0-26 16,0 0-22-16,0 2-21 0,0-2-20 0,0 0-16 16,0 0-19-16,0 0-16 0,0 0-13 15,0 3-16-15,0-3-12 0,0 0-12 0,-2 0-4 16,2 2-5-16,0-2-3 0,-1 0-3 0,1 3 0 15,0 0-1-15,0-2-4 0,0 1-3 16,-2 0 2-16,2-1 5 0,0 0-1 0,0 3 6 16,0-3 0-16,0 0 2 0,0 1 0 15,-2 0-4-15,2 0-3 0,0 0 1 0,-1 1 4 16,1-2 5-16,0 2 2 0,0 0 0 0,0 0 9 16,0 0-3-16,0 0-3 0,0 1-6 15,0 1-4-15,0 0-5 0,0 0-1 0,0 0-2 16,0 0-3-16,0 2-1 0,-2 1-3 15,2-2 10-15,0 1 15 0,0 2 15 0,0-1 20 16,0 2 15-16,0-3 8 0,0 4-1 0,2-2-13 16,-2 1-11-16,0 0-18 0,1 0-12 0,-1 1-7 15,0 1-7-15,0-2-2 0,2 1-5 16,-2 0 2-16,0-1-1 0,2 0 0 0,-2 1 3 16,1-1 0-16,-1 0-1 0,0 1-2 15,2 0 0-15,-2-2 0 0,0 1-4 0,0 1-1 16,0-2 4-16,0-1-1 0,0 0 1 0,0 0-1 15,0 0-1-15,0-2 3 0,0-2-2 16,0 2 0-16,0-3 0 0,0-1 2 0,0 0 2 16,0 1-4-16,0-1 2 0,0 1 2 15,0-2 9-15,0 1 6 0,0-1 4 0,0 1 3 16,0-1 1-16,0 2 0 0,0-1-10 0,0-1-6 16,0 0-7-16,0 3 0 0,-2-3-4 15,2 0-2-15,0 3 1 0,0-3 0 0,-1 0 3 16,1 1 0-16,-2 1-1 0,2-1 0 15,0-2-2-15,-2 4 0 0,2-1-4 0,-1 1-2 16,-1-2 1-16,2 3 0 0,0 0 0 0,-1-1 1 16,-1-1-1-16,2 1 1 0,0 1 0 0,-2-2 1 15,2 1 0-15,0-1 3 0,-2 0 1 16,0 0 0-16,2-2 0 0,0 1 2 0,0 0 0 16,-2-1 0-16,1-1 0 0,1 1 0 15,0-1 0-15,0 2-1 0,0 0 6 0,0-2 0 16,0 0 2-16,-2 1 1 0,2-1 3 0,0 0 5 15,0 1-2-15,-3-1 0 0,3 0-7 16,-2 0-4-16,1 0-2 0,-1 2-7 0,-1-2-2 16,1 0-1-16,-1 3 5 0,0-3 3 15,1 0 3-15,-2 0 2 0,1 2 0 0,0-2 4 16,-1 0 1-16,1 0-1 0,-2 3 2 0,0-3-3 16,2 0 2-16,-4 1-4 0,2-1-2 0,0 2-1 15,-1-2-1-15,-1 1-3 0,0 1 0 16,0 0-1-16,-1-2 1 0,0 2-1 0,-2 2 0 15,0-3 1-15,0 2 6 0,-1 0 2 16,2 0 2-16,-2 1 1 0,-2-1 0 0,0 2-1 16,1-2-6-16,-1 1-3 0,0 0 2 0,-2 1 0 15,2 0 2-15,-1-3 1 0,1 3 1 16,1 1 2-16,-1-4-2 0,0 1 1 0,2 1 0 16,0 0-1-16,-1-2-1 0,2 0 1 15,0 1-2-15,0 0-2 0,0-1-1 0,0-1-1 16,2 0 0-16,-2 1-1 0,0-2-1 0,0 1 1 15,-2-1 0-15,2 2 0 0,-1-2 0 0,-1 1 0 16,-1-1 0-16,2 0-7 0,-2 1-3 16,2 1-2-16,-1-2-2 0,0 2-1 0,0-1-1 15,1 1 6-15,-1-2 4 0,0 3 1 16,1-2 1-16,-3 1 1 0,4-1 0 0,-3 1 0 16,1-1 0-16,-1 2 0 0,2-1 0 0,-3-1-1 15,3 0 0-15,-3 3 0 0,3-3 1 16,-1 0-1-16,-2 1 1 0,3 0-1 0,-3-2 2 15,3 1-1-15,-3-1-1 0,1 1 0 16,-1-1 0-16,0 0 1 0,1-1 0 0,-3 1 0 16,5 0 0-16,-3-1 0 0,3-1 0 0,0 0-2 15,0 2 2-15,0-1-1 0,-1 0 1 0,2-1 0 16,0 0 0-16,0 1 0 0,0 1 1 16,0-1-1-16,2-1 0 0,-1 0 0 0,-1 1-1 15,4 0-1-15,-1-1 0 0,0 1 1 16,0 1 1-16,1-2 0 0,1 1 1 0,0 1-1 15,2 0 0-15,-3-2 0 0,3 2 0 0,-2 0-1 16,2 0 0-16,1 0 1 0,-1-1 0 16,-2 1 0-16,2 0 0 0,1 0 0 0,-4 0 0 15,3 0 0-15,0 0-1 0,-2 0 1 16,2 0 5-16,-2 0-1 0,2 0 4 0,-1 0 0 16,-1 0 2-16,3 0 2 0,-1 0-6 0,-2 1 3 15,2-1-5-15,1 0 0 0,-1 0-3 16,1 0 0-16,1 0-1 0,-1 0 0 0,2 0 0 15,-1 0-1-15,-2 0 1 0,3 0-1 0,0 0 1 16,0 0 0-16,0 0-1 0,0 0 1 16,0 0 0-16,0 0-6 0,0 0 3 0,0 0 1 15,0 0 1-15,0 0 0 0,0 0 0 0,0 0 6 16,0 0-3-16,0 0-2 0,0 0 0 16,0 0 0-16,0 0 1 0,0 0-7 0,0 0 4 15,0 0-7-15,0 0 5 0,0 0 2 16,0 0 1-16,0 0 5 0,0 0-1 0,0 0 6 15,0 0-5-15,0 0-2 0,0 0-1 0,0 0 1 16,0 0-7-16,0 0 3 0,0 0 0 16,0 0 2-16,0 0-1 0,0 0 1 0,0 0 5 15,0 0-3-15,0 0-7 0,0 2 2 0,0-2 1 16,0 0-1-16,0 0-6 0,3 1 3 16,-3-1 5-16,1 2-4 0,-1-2-2 0,0 0-1 15,2 1-1-15,-1 1-4 0,1 0-4 16,1 3 0-16,2 1 2 0,0 0 3 0,0 2 5 15,2 1 2-15,1 0 9 0,-1 1-2 0,1 2 0 16,1 0 5-16,-1 2 1 0,0-2 4 16,0 0-6-16,-2 0 2 0,2-2 3 0,-3 1-5 15,1-3-3-15,-1-2-1 0,1 0 0 16,-3 1-1-16,-1-4 1 0,-1 0 2 0,1-1 1 16,-2-2 3-16,0 3 4 0,0-3 4 0,-2-3 1 15,1 1 0-15,-4-1-2 0,1-2-2 16,-3-1-4-16,2-1-4 0,-1-1-2 0,1 1-1 15,-4-2 1-15,3 0-1 0,-1-1-1 0,-1 0 0 16,-1 1 0-16,1-3 0 0,0 3-1 0,2-1 0 16,-2 0 0-16,0 2-1 0,2-3 0 15,-1 4 0-15,2-1 0 0,-2-1-1 0,4 1 2 16,-2 2 0-16,2 1-1 0,-1-1 1 16,1-1 0-16,0 3 0 0,0 0 0 0,-2-1-2 15,4 1 1-15,-1 0 0 0,1 2 0 0,-1-1 1 16,0 0 0-16,2 0 1 0,0 3-1 15,-1-2-2-15,1 2 0 0,0 0-1 0,0 0-2 16,1 0-1-16,-1 0-3 0,0 0 0 16,2 0-6-16,1 0-2 0,0 0-1 0,3 2 1 15,1-2 1-15,-1 3 3 0,2-2 6 0,3-1 4 16,-1 0 3-16,1 0 0 0,1 0 1 16,3-1 0-16,-1-2 0 0,0 1 1 0,0-4 0 15,2 1 0-15,-2 1 1 0,0-2 0 0,-1-1 0 16,3 1-2-16,-3-2-5 0,2 1-15 15,-2-2-41-15,3 1-74 0,-3-1-116 0,1 2-180 16,-3 1-295-16,2 1-334 0,-1 4-329 0,-1-1-160 16,0 4 324-16,-1-1 634 0</inkml:trace>
  <inkml:trace contextRef="#ctx0" brushRef="#br2" timeOffset="43584.27">1283 7216 61 0,'2'5'282'0,"1"-1"146"0,-3-4 135 15,3 2-32-15,2-1-139 0,-2-1-98 0,2-1-19 16,-2-2-9-16,3-2 32 0,-1-1-9 0,0-3 18 15,1 0 8-15,-2-4-11 0,-1-2-22 0,0 0-49 16,-3-3-45-16,3-3-42 0,-6 0-38 16,3 0-31-16,-2 0-20 0,1 1-8 0,-1 1-11 15,-1 0-8-15,1 5-4 0,1 0 1 0,-1 4 6 16,0 0 1-16,2 2 8 0,2 3 16 0,3 2 7 16,1 0 2-16,0 1-5 0,-1 2-13 0,-2 0-13 15,1 2-16-15,-1 1-4 0,3 3 22 0,-1 2 11 16,2 4 7-16,0 1 8 0,-1 2 17 0,1 3 3 15,0 1-26-15,1 3-12 0,-1 0-9 0,-1 1-3 16,-1 2-12-16,1-2-10 0,-1-1 2 0,1-2 0 16,-3-2 1-16,2-2-3 0,-2-2-6 0,1-4-4 15,0-1-2-15,-4-3-1 0,3 0-1 0,-1-1 2 16,-2-4 3-16,1 1 5 0,1-4 4 16,0-1 2-16,1-4 3 0,-2-2-3 0,4-4-2 15,-3 0-4-15,3-4-1 0,-1 0-2 0,1-4-4 16,-2 4 2-16,0-1-1 0,2 3 1 0,-2 1-2 15,-1 1-1-15,1 3 0 0,-1 2 1 0,-1 2-1 0,2 2-3 16,-3 1 1-16,2 1-3 0,-1 1 1 16,1 1-4-16,-2 1 0 0,3 4 4 0,0-1-1 0,-1 3 4 15,3 4-1-15,-2 2 4 0,2 0-1 16,2 0 1-16,-2 1 0 0,0 1 2 0,0-2 1 16,1 2-1-16,-1-1 0 0,1-3-2 0,-3-1 0 15,2 0-3-15,-2-2 0 0,0-2 1 0,-1-1 0 16,1-1 0-16,-1-2 0 0,-1 1 2 0,1-3 2 15,2 0 1-15,-2-3 3 0,1 2 0 0,0-4 3 16,-1 3-2-16,1-3-3 0,-1 1-2 0,1-1-2 16,0 2 0-16,-1 0-6 0,-1 0-6 0,1 1-28 15,-2 1-43-15,-2 1-47 0,1 0-58 0,-1 1-95 16,1 3-146-16,-3-2-171 0,3 5-257 16,-1-3-240-16,2 4-170 0,-3-2 106 0,0-1 437 15</inkml:trace>
  <inkml:trace contextRef="#ctx0" brushRef="#br2" timeOffset="44059.9">1693 7042 323 0,'0'-1'649'16,"3"1"308"-16,0-2 130 0,-1 2-242 0,-2 0-218 15,-2 0-161-15,2 0-109 0,-3 3-92 0,0 0-77 16,1 3-55-16,2 3-19 0,0 3 5 0,2 4 15 0,1 6 6 16,0 3-1-16,-1 1-8 0,1 4-20 0,-1 1-27 15,4 1-30-15,-3-1-19 0,0-3-12 0,2 0-10 16,0-6-9-16,0-3-3 0,-1-4-3 16,4-2 2-16,-2-4 2 0,1-4 4 0,-1-4 5 15,3-6 3-15,-1-5 5 0,-1-3-3 0,1-6-1 16,3-5-3-16,-3-1-4 0,0-2-1 0,0-3-3 15,1 0-2-15,-3 1 0 0,1 2-1 0,-3 0 2 16,1 4 1-16,0 1 0 0,-4 5 0 0,1 1 2 16,1 2 1-16,-3 4-1 0,0 2 3 0,0 1 0 15,-2 3 3-15,1 1 1 0,-1 2-2 0,2-1-3 16,-3 4-5-16,0 0-1 0,0 3-5 0,1 1-1 16,1 3-1-16,-1 0 1 0,2 1 1 0,-1 1-1 15,1 6 1-15,0-3 2 0,1 3 1 0,-1 1 0 16,2-1-1-16,1 2 1 0,0-1-2 0,3-2-1 15,-3-2-1-15,2-1 0 0,2-1-1 0,-1-3-3 16,0-1-9-16,2-4-16 0,-2-1-49 0,1-3-51 16,1-2-69-16,-1-3-129 0,0-3-178 0,-2-2-292 15,1-3-244-15,-1 2-226 0,1-4-54 0,-1 0 388 16,-2-2 493-16</inkml:trace>
  <inkml:trace contextRef="#ctx0" brushRef="#br2" timeOffset="44705.83">2020 7260 128 0,'3'7'389'0,"-3"0"223"0,2-5 184 0,-1 1-120 16,1-3-172-16,1-1-128 0,-1-3-62 0,-1-3-21 15,1 0-21-15,1-4-16 0,-1-2-12 0,-1-2-12 16,1-5-24-16,0-1-44 0,-1-5-42 15,2 1-33-15,-1-1-21 0,-1-2-15 0,1 2-2 16,1 1 3-16,0 3 2 0,-1 4 9 0,1 1 14 16,0 5 24-16,-1 4 12 0,0-1 6 0,-1 5-4 15,1 1-11-15,-1 0-15 0,-1 4-26 0,3 4-20 16,-3 2-17-16,0 3-4 0,2 3-9 0,-1 5-2 16,-1 2-3-16,2 2-1 0,1 1 0 0,0 1-3 15,-1-1-1-15,1 2-3 0,0-2-1 0,2 2 0 16,-2-4-3-16,3-2-2 0,-4-2-1 0,3-3 1 15,-2-3 0-15,0 0 2 0,0-7 7 0,2-1 3 16,0-3 7-16,-1-4 6 0,1-6-1 0,0-5-3 16,0 1-6-16,1-7-3 0,-1 0-4 15,2-2-3-15,0 2 1 0,-2 0 1 0,1 1-2 16,-1 4-1-16,1 2-2 0,-3 4-3 0,-1 2-2 16,1 0-1-16,-1 3 0 0,-1 3 2 0,1 0 0 15,-1 5 3-15,1 1 0 0,0 6 1 0,-1 0 5 16,1 3 2-16,1 1 2 0,-1 3-2 15,2-3 3-15,-2 3 1 0,1-2-5 0,-2-1-1 16,3 1-2-16,-3-5-2 0,2-1-2 0,-1-2 1 16,1-2 1-16,-1-1 3 0,1-2 5 0,-1-2 2 15,2-5 3-15,-1 1 0 0,2-5-3 16,-2-3-2-16,2-1-2 0,0-3-1 0,0 0-5 16,2 0 1-16,-2-1-2 0,1 2 1 0,-1 1-1 15,0 2 1-15,-2 3-3 0,-1 1-1 0,2 1-1 16,-2 4 0-16,-1 2 0 0,1 1-2 15,0 4 3-15,-1 3 4 0,-1 3 2 0,2 0-1 16,-2 2 2-16,0 4-2 0,2-2-8 0,-1 0-24 16,-1 1-46-16,0-2-43 0,0 1-38 0,2-2-44 15,-1-2-80-15,1 0-85 0,-2-3-79 16,2-3-92-16,-1 2-143 0,-1-1-231 0,2-2-120 16,1-2 74-16,0 1 249 0,-2-1 289 0</inkml:trace>
  <inkml:trace contextRef="#ctx0" brushRef="#br2" timeOffset="45009.94">2430 7210 134 0,'9'0'257'0,"2"-1"106"0,-1-1-26 0,-1-1-75 16,4 0-53-16,-4-1-18 0,1-1 5 0,1-2 12 15,-2-2 17-15,1-1 13 0,-2-3 42 0,1 0 27 16,-1-3 21-16,0 1 24 0,1-2 12 16,-4 0-11-16,0 1-34 0,0 1-50 0,-2 1-40 15,-3 2-36-15,3 0-9 0,-3 5 6 0,-1-1 10 16,-1 3 1-16,-1 1-18 0,1 3-24 0,-1-1-36 15,-2 4-40-15,0 1-36 0,-2 1-22 0,2 2-11 16,0 3-7-16,-1 4-7 0,1-1-10 16,-1 1-6-16,3 2-1 0,0 1-3 0,-1 0-1 15,4 5 1-15,-1-4 11 0,-1 3 6 0,4 0 1 16,-2-1 2-16,1-1-2 0,3 0 2 0,-1-3-3 16,0 0 6-16,3-3-11 0,-1-1-40 15,0-3-41-15,-1-2-38 0,3-2-36 0,0 0-95 16,0-8-110-16,-1 2-105 0,1-5-140 0,-1-1-257 15,2-1-237-15,-2-2-40 0,-1-2 231 16,3-1 378-16</inkml:trace>
  <inkml:trace contextRef="#ctx0" brushRef="#br2" timeOffset="45407.77">2667 7029 9 0,'-2'-3'264'15,"2"1"183"-15,0 0 190 0,0 2 38 0,-3 0-137 16,3 0-114-16,0 0-72 0,0 0-52 0,0 0-50 15,0 2-52-15,0 0-48 0,0 0-36 0,3 2-28 16,-1 0-10-16,1 4 30 0,0 1 20 16,2 1 20-16,1 1 5 0,-1 1 12 0,4 5-10 15,-2-4-37-15,1 2-34 0,0 0-27 0,1 0-15 16,-1-2-18-16,0 1-12 0,-2-2-3 0,2-2-5 16,-2 1 1-16,-1-4-1 0,-2-1-1 0,1-2 1 15,-1 0 1-15,-2-2 0 0,1 1 3 16,-2-3 3-16,4 0-1 0,-4-3 2 0,2 1 0 15,-2-4-3-15,0 1 0 0,0-2-1 0,0-1-3 16,-2 1-1-16,2-3 3 0,-4 0 4 16,4-1 0-16,-3-1 0 0,1-2 2 0,-1 0-3 15,0 1-1-15,1-2-2 0,1 2 3 0,-1 0 2 16,0 0 2-16,1 1 1 0,-1 2 1 0,2-1-2 16,-2 2-8-16,2 2-5 0,2-2-1 15,-2 5-2-15,3-3 1 0,-1 1-3 0,1 0 4 16,2 0 0-16,0 1 1 0,2 1 0 0,0-1-7 15,-1-1-6-15,4 3-26 0,-1 1-79 0,-1-3-130 16,0 0-168-16,2 3-290 0,-1-2-269 16,0 3-208-16,0 0 63 0,1 1 387 0</inkml:trace>
  <inkml:trace contextRef="#ctx0" brushRef="#br2" timeOffset="46168.96">3405 7179 196 0,'3'1'551'0,"-1"1"328"0,-1-2 233 0,1 2-169 16,-2-1-254-16,0-1-188 0,2 0-123 15,-1 0-100-15,-1 3-100 0,2 0-58 0,1 1-17 16,-1 5 1-16,1 3 22 0,3 0 8 0,0 4 10 16,-1 4-2-16,1 1-10 0,1 3-21 15,-1 5-22-15,2-1-15 0,0 3-16 0,0 0-11 16,-2 0-13-16,2-1-8 0,0-2-13 0,-3-2-8 15,0-5-3-15,-1-2-3 0,2-5 0 0,-4-2 2 16,1-3 3-16,-3-1 3 0,2-4 2 0,-2-2 1 16,0-4 3-16,-2-6 0 0,2-3 0 15,-3-6-4-15,1-2 0 0,-4-5-8 0,3-3-6 16,-2-2-3-16,-1-5-2 0,-1 1-2 0,0-3-1 0,-1-3 5 16,-2-3 4-16,2 1 2 0,-1-2-1 15,1 1 9-15,0-1 3 0,3 6 2 0,-1 3 1 16,3 2-1-16,0 6 0 0,0 4-7 15,1 3-4-15,0 2 0 0,2 5-3 0,-1 3 0 16,1-2-1-16,0 5-2 0,0 2-1 0,0 0-3 16,0 1 1-16,0 1-2 0,1 2 3 0,1 2 3 15,1 2 4-15,1 3-5 0,0 4 1 0,2 2 3 16,-1 1 1-16,0 5 2 0,0-1-1 16,0 7 8-16,-2-1 4 0,3 1 0 0,-3 2-2 15,0-3-5-15,0 1 0 0,1-1-1 0,-3-2-3 16,2-4 0-16,-1 0-1 0,0-4-8 0,-1 1-11 15,1-5-51-15,-2-1-58 0,1-3-58 0,-1-3-112 16,0-2-150-16,0-5-181 0,2-2-213 16,-2-3-228-16,4-1-185 0,-2-5 120 0,1 1 390 15,0-4 374-15</inkml:trace>
  <inkml:trace contextRef="#ctx0" brushRef="#br2" timeOffset="46537.58">3656 6974 175 0,'7'-11'388'15,"-1"3"220"-15,-4 2 186 0,1-1-52 16,0 1-51-16,-1 1-61 0,-2-1-50 0,0 2 11 16,0-1-53-16,0 4-98 0,-2-1-93 0,-1 2-64 15,0 0-60-15,-2 3-84 0,-1 0-58 0,-1 5-34 16,-3 1-19-16,1 4-17 0,0 1-10 16,0 4-7-16,1 1-2 0,0 3-2 0,1 1-3 15,0 1 6-15,2 0 0 0,3 0 2 0,2-1-1 16,0-2 0-16,2-2 0 0,1-4 1 0,3 0 2 15,0-4 3-15,1-3 7 0,1-3 5 16,1-3 2-16,1-5 1 0,-1-3 0 0,2-5-2 16,-1-2-8-16,-1-2-7 0,1-4-5 0,-1 0-2 15,-1 1-4-15,0-1-1 0,1 0 0 0,-2 3 3 16,-1 1 3-16,-3 1 2 0,2 3 3 0,-3 2-1 16,1 2-3-16,1 2-9 0,-4-1-18 0,2 4-30 15,-2 2-31-15,0-3-32 0,0 6-28 0,0-1-24 16,-2 4-6-16,2-1 13 0,0 3 21 15,0 0 3-15,-2-1-30 0,0 1-70 0,2-2-96 16,0-2-134-16,2 0-222 0,0-2-239 0,-2 0-113 16,2-6 109-16,1 0 291 0,-1-3 307 0</inkml:trace>
  <inkml:trace contextRef="#ctx0" brushRef="#br2" timeOffset="46861.87">3818 6853 236 0,'3'0'456'0,"0"3"211"0,-1 0 129 0,0 5-116 15,1-1-117-15,3 7-65 0,-3-2-39 0,3 4-57 16,-1 2-68-16,0 1-70 0,0 2-59 16,2 1-46-16,-2 0-39 0,2 1-31 0,-1-1-19 15,2-1-19-15,1-2-17 0,1-2-14 16,-2-2-8-16,1-4 0 0,-3-3 0 0,-1-1 4 16,0-5 3-16,-2-2-1 0,0-2 1 0,1-6 5 15,0-3-4-15,-1-2-3 0,-3-2-6 16,3-2 20-16,-3-1 21 0,0-1 12 0,0 0 8 15,-3-3 4-15,3 0-2 0,-3 1-18 0,1-1-18 16,-2 2-16-16,1 1 7 0,1 4 4 16,1 0 8-16,-1 4 2 0,0 3-1 0,1 1-8 15,1 2-16-15,0 3-17 0,-2 2-16 0,2 2-31 16,0 3-50-16,2 3-42 0,-2-1-37 16,3 3-60-16,0-2-101 0,-1 1-104 0,1 0-96 15,3 0-203-15,0 0-247 0,1-1-145 16,1 0 100-16,4-1 324 0,-1-3 339 0</inkml:trace>
  <inkml:trace contextRef="#ctx0" brushRef="#br2" timeOffset="47223.84">4180 6820 437 0,'-3'-3'892'16,"-5"0"309"-16,2 3 6 0,-1 0-297 0,-1 3-257 15,-1 2-175-15,1 2-113 0,-2 4-77 0,2 2-57 16,-1 3-58-16,1 3-56 0,0 0-39 15,3 2-31-15,-1 4-19 0,3-2-9 0,3 1-7 16,0 2-3-16,2-2-4 0,1-2 0 16,3 0-3-16,-1-3 0 0,1-4-2 0,-1-3-2 15,3-3-9-15,1-5-15 0,-2-3-21 0,-1-2-36 16,2-6-40-16,0-3-31 0,-2-2-25 16,2-5-6-16,-2-2 10 0,2 2 28 0,-2-3 42 15,1 1 38-15,-4 3 28 0,2-1 17 16,-3 3 11-16,-1 4 9 0,2 1 16 0,-3 2 20 15,3 2 31-15,-3 4 13 0,0 1 3 0,0 2 1 16,-3 3-4-16,0 4-14 0,0 1-22 0,1 2-11 16,-1 3-8-16,0 1-5 0,1 0-10 15,2 3-5-15,0 1-3 0,0 0-6 0,2 0-16 16,1 1-30-16,2 0-31 0,-2-2-85 16,3-6-148-16,-1-1-169 0,1-5-281 0,-1-1-254 15,3-5-215-15,0-3 68 0,-2-4 426 0</inkml:trace>
  <inkml:trace contextRef="#ctx0" brushRef="#br2" timeOffset="47829.8">4344 7077 296 0,'0'2'655'0,"-1"3"268"16,-1-5 96-16,2-3-254 0,0 0-268 0,-1-1-188 15,1-4-100-15,1-2-44 0,-1-2-31 0,2-2-15 16,-1 1-7-16,1-4-1 0,1 1-5 16,-1-2-18-16,-2 1-16 0,3 2-14 0,-1-2-14 15,-1 4-6-15,2 3-3 0,-1 0 2 16,-1 4 6-16,-1 0 4 0,2 2 10 0,-1 3 3 16,-1 1-6-16,0 2-2 0,0 7-10 0,0 1-6 15,0 2-8-15,0 4 10 0,2 4 22 16,-2 1 17-16,0 3 24 0,3-1 7 0,-3 3 4 15,2-2-17-15,1-1-22 0,0-3-21 16,1-4-19-16,-1-1-15 0,3-5-6 0,-3-2-1 16,3-5 1-16,-1-3-2 0,0-5-1 0,0-4 0 15,1-2-2-15,-2-4-3 0,1-3-2 16,2-2-2-16,-1 0 0 0,-1-1-2 0,1 2 0 16,0-1-1-16,2 3 0 0,-3-2 2 15,0 5 0-15,1 0-1 0,-1 3-3 0,-2 4 0 16,0-1 0-16,0 4 1 0,-1 1 1 0,0 1 2 15,-1 4 2-15,1 2 3 0,-1 2 4 0,1 3-1 16,-2 1 3-16,4 3-2 0,-4-2 2 16,2 5-3-16,1-3-1 0,-1 2-2 0,-1-3-3 15,3 2-2-15,-3-3-2 0,2-3 2 16,-1 0-4-16,1-2 1 0,2-3 1 0,1 0 6 16,-1-5 3-16,0-1 0 0,1-3 0 0,0-1 1 15,2-3-1-15,-2-5-2 0,1 4-2 16,-1-3-2-16,1 1 1 0,0 1-3 0,-2 0 0 15,0 3 0-15,0 1 1 0,-2-1-1 16,0 3-3-16,0 3 3 0,-1 0 0 0,2 3-3 16,-2 2 0-16,-1 2 4 0,1 5-2 0,0 1-20 15,-1 5-64-15,-1-1-63 0,0 3-147 16,0 1-250-16,0 2-310 0,0-3-321 0,0 3-222 16,2-2-7-16,0-2 548 0</inkml:trace>
  <inkml:trace contextRef="#ctx0" brushRef="#br2" timeOffset="47972.84">4836 7125 216 0,'-5'10'598'0,"-3"1"259"0,1-4 39 0,0 1-288 16,1-2-528-16,1-1-474 0,2 1-284 15,1-4-152-15,1 0 78 0,1-2 278 0</inkml:trace>
  <inkml:trace contextRef="#ctx0" brushRef="#br2" timeOffset="54017.96">3935 11346 13 0,'0'1'296'0,"0"0"234"0,0-1 261 0,0 0 103 16,1 0-144-16,-1 0-123 0,0-1-97 16,0 1-96-16,0-1-95 0,0 1-78 0,-1 0-51 15,1 0-29-15,1 1-7 0,-1-1 6 16,2 0 5-16,-2 0-8 0,3 0-26 0,-3 0-26 0,0 0-28 16,2 0-21-16,-2 0-22 0,0 0-13 15,0 0-4-15,1-1-2 0,1 1-1 16,-2 0-4-16,0-2 3 0,0 2-1 0,0 0 0 15,0-1 0-15,0 1 0 0,0-2-2 16,0 1-4-16,0-2-4 0,0 1-2 0,0-1-7 16,0 0-4-16,0-1-3 0,0 1-1 0,2-1-2 15,-2-2-1-15,1 2 0 0,-1-1-5 0,2-1-4 16,1-1-3-16,1-2 2 0,-2-1 5 16,3-2 3-16,0-4 10 0,1-1 5 0,2-3 4 15,1-1 3-15,1-5-2 0,0-1-2 16,2-1-2-16,-1-3-2 0,5-1-3 0,-3 0-2 15,1-1-4-15,2 0 0 0,-2-1-2 0,2 3 4 16,-2-1 3-16,0 1 0 0,0 3 1 16,-1 0-5-16,0 4-2 0,-1 3-7 0,-4 1-3 15,0 6-1-15,0 0-2 0,-3 4 4 16,-1 3 3-16,-1-1 1 0,1 4 3 0,-3-1 9 16,1 1 0-16,1 2 6 0,-3 0 5 0,2 2 4 15,-1 0 2-15,-1 0-5 0,2 0 4 0,-2 0-3 16,0 0-2-16,0 0 0 0,0 0-2 15,0 0 2-15,0 2-1 0,0 0 2 16,2 2 0-16,-2 1 0 0,1 2 0 0,-1 0-2 16,0 1-1-16,2 2-3 0,-2 1-1 0,0 2 0 15,0 2-7-15,0 3-9 0,-2 2 0 0,2 2 0 16,0 4 0-16,-1 4 0 0,-1 3 0 16,-1 3 0-16,0 3 0 0,-1 1 0 0,1 0 0 15,0 1 0-15,0-1 0 0,0-5 0 16,1-1 0-16,2-3 0 0,0-5 0 0,0-1 0 15,2-4 0-15,-2-5 0 0,3 0 0 0,-2-4 0 16,-1-2 0-16,0-3 0 0,2 1 0 16,-2-3 0-16,0-3 0 0,0 1 0 0,0 0 0 15,0-2 0-15,0-1 0 0,0 2 0 0,-2-2 0 16,2 0 0-16,0 0 0 0,-1 0 0 16,-2-2 0-16,3 2 0 0,-2-1 0 0,2 0 0 15,-1-1 0-15,1-1-53 0,-2-1-34 0,-1-2-57 16,1-2-75-16,1 1-140 0,-3 0-226 15,3-1-304-15,1 1-362 0,-2 0-290 0,1 0-76 16,1-1 571-16,-2 1 654 0</inkml:trace>
  <inkml:trace contextRef="#ctx0" brushRef="#br2" timeOffset="55335.92">4556 10812 61 0,'0'0'344'0,"0"0"228"0,0 0 212 0,0-2-7 16,0 2-160-16,0-1-96 0,-1 1-57 0,1-3-46 15,-2 0-59-15,2 0-52 0,0-2-31 16,-2 3 0-16,2-2 1 0,0 2-11 0,-1-2-18 16,1 2-20-16,-2-3-33 0,2 3-51 15,-1-5-43-15,1 2-30 0,-2-1-20 0,2 1-14 16,0 0-10-16,-3-1-7 0,3 0-7 0,0 0-5 15,0-2-1-15,0 0-2 0,3-3 1 16,-3 3 0-16,3-1 0 0,-1-3 1 0,-1 2 0 16,3-1 3-16,-1-1-1 0,0 1 2 15,2 1 0-15,0-1 1 0,-1 1 1 0,1 0 2 16,1-1 0-16,-1 3-1 0,2-2 0 0,-3 1 0 16,4 3 0-16,-2 0-2 0,-1 0 0 0,2 0 1 15,-1 2 0-15,3 1 1 0,-2 0 1 16,-1 0 0-16,2 1 1 0,-1 2-1 0,2 0 0 15,-3 2 1-15,2 1-1 0,1 0 2 16,-1 1 0-16,0 0 0 0,-1 2 1 0,0 0 0 16,1 2-1-16,-3 2-1 0,3 0-2 0,-2-1 1 15,-1 1 0-15,0 2 0 0,-1 0 0 16,1 0 1-16,-3 1-1 0,3 2-1 0,-4-2 0 16,2 1-2-16,0 2 0 0,-3-1-2 0,2 0 0 15,-2 0-1-15,-2-1 0 0,2 3-2 16,-1-1-1-16,-1 1-1 0,-2-2 1 0,1 1-1 15,-1 1-1-15,-2 0-2 0,1 1 1 0,-1-2-1 16,-2 1-1-16,0 0-1 0,2 2 0 16,-2-1 0-16,-2 0-1 0,4 1 0 0,-2-1 1 15,0 2-1-15,-1-2 1 0,2 1-1 16,-1-1 1-16,2 0-1 0,0 0 1 0,1-2 0 16,-1 0 0-16,1-3 0 0,2-1 0 0,-1-1 0 15,3-2 1-15,-1-2 0 0,-2-2-1 16,2 2 0-16,2-3-1 0,-1 0 1 0,-1-1-1 15,2 1 0-15,-1 1 0 0,-1-1 0 16,2 1 1-16,-2 1-1 0,2-1 1 0,-1 2 0 16,-1 0-1-16,2 0 1 0,0 0 0 0,-2-1 0 15,2-1 0-15,-1-1 0 0,1 0 0 0,0-1-1 16,0-1 1-16,0-1 0 0,0 1-1 16,0-1 1-16,0 1 0 0,0-2 1 0,0 0-1 15,0 0 0-15,0 0-1 0,0 0 1 16,0 0 0-16,0 0-1 0,1 0 1 0,-1 0 0 15,0 0-1-15,0 0 1 0,0 0 0 0,0 0 0 16,0 0 0-16,0 0 0 0,0 0 0 16,0 0 0-16,0 0 0 0,0 0 0 0,0 0 0 15,0 0 0-15,0 0 0 0,0 0 0 16,0 0 0-16,0 0 0 0,0 0 0 0,2 0 0 16,-2 0-1-16,0 0 1 0,0 0 0 0,2 0 0 15,-2 0 0-15,1 1 0 0,1-1 0 0,0 2 0 16,1-2 0-16,-2 1 0 0,5-1 0 15,-4 2-1-15,3 0 1 0,0-1-1 0,-1 0 1 16,1 1 0-16,4-1 0 0,-2 1 0 16,-1-1 2-16,4 0 0 0,-1 1 1 0,2-1 1 15,-1 1 2-15,2 0 0 0,1-2-6 0,1 0 0 16,-1 0 0-16,1 0 0 0,0 0 0 16,1 0 0-16,0-2 0 0,0 0 0 0,0 1 0 15,-2-1 0-15,3 1 0 0,-3 0 0 16,-1-2 0-16,1 1 0 0,-4 0 0 0,2-2 0 15,-1 3 0-15,-2-2 0 0,1 1 0 0,-3-1 0 16,1 2 0-16,-2-1 0 0,-2-1 0 16,2 3 0-16,-2-1 0 0,0 0 0 0,-2 1 0 15,1 0 0-15,-1-2 0 0,1 2 0 0,-2 0 0 16,0 0 0-16,2 0 0 0,-2 0 0 16,0 0 0-16,0 0 0 0,0 0 0 0,0 0 0 15,0 0 0-15,0 0 0 0,0 0 0 0,0 0 0 16,0 0 0-16,-2 0 0 0,2 0 0 15,0 0 0-15,0 0 0 0,0 0 0 0,-2 0 0 16,2 0 0-16,-1 0 0 0,1 0 0 16,0 0 0-16,-2 0 0 0,2 0 0 0,-1 0 0 15,-2 0-45-15,1 0-36 0,1 2-79 16,-4-2-120-16,0 0-223 0,0 2-305 0,-1 0-369 16,1 1-420-16,-1-2-139 0,3 2 460 0,1 0 793 15</inkml:trace>
  <inkml:trace contextRef="#ctx0" brushRef="#br1" timeOffset="73448.05">5828 10937 144 0,'0'2'410'0,"-2"0"258"0,0 1 275 0,1 0-74 16,-1 0-150-16,-1 0-118 0,-2 0-106 0,2 1-90 16,0 4-86-16,-2-2-53 0,2 2-26 15,2 3-24-15,-3 2-17 0,3 0-24 0,-1 2-41 16,2-1-43-16,0 2-36 0,0 1-23 15,3-1-17-15,-1-1-10 0,1-2-5 0,2-1-2 16,1 0 0-16,-1-3-2 0,1-1 0 16,-1-2-1-16,1-2-7 0,2-2-48 0,0-4-55 15,-2-4-94-15,-1-5-162 0,0-4-268 0,-1-7-309 16,-2-2-261-16,-2-6-192 0,0-3 185 16,-2 1 566-16</inkml:trace>
  <inkml:trace contextRef="#ctx0" brushRef="#br1" timeOffset="73615.72">5772 10686 250 0,'-4'1'648'0,"0"-1"309"16,1 1 114-16,1-1-220 0,2 2-279 15,-1 0-212-15,1-2-126 0,0 0-81 0,1 1-58 16,1-1-42-16,1 1-24 0,1-1-12 16,0 0-7-16,4 0-1 0,0 0-6 0,2-2-65 15,0-2-129-15,3 0-184 0,-2-2-285 0,5-1-254 16,-3 1-202-16,1 0 64 0,-1-2 376 15</inkml:trace>
  <inkml:trace contextRef="#ctx0" brushRef="#br1" timeOffset="100547.92">6903 10453 216 0,'0'-4'446'0,"0"1"226"0,-2-2 216 0,-1 2-162 16,1-1-120-16,-1 1-67 0,1 0-66 0,-2 1-76 15,-1 1-94-15,2 0-80 0,-2 1-51 0,0 0-33 16,2 1-6-16,-2 0 12 0,1 1 1 16,-4-1 2-16,3 4-13 0,0-2-22 15,1 3-26-15,0 0-26 0,-2 4-21 0,4 0-22 16,-2 5-12-16,2 4-5 0,1 2-4 0,1 4-3 16,1 2 6-16,3 4 11 0,0 3 8 0,2-1 5 15,-1 2 2-15,2 2 1 0,1-1-4 16,2-3-8-16,-2-2-7 0,2-3-4 0,2-3 0 15,-2-5-2-15,1-2-4 0,3-2 1 16,-4-3 2-16,4-3 1 0,-3-4 1 0,0-1 3 16,0-3 3-16,0-4 1 0,-1-1 0 0,2-5 2 15,-2-3 2-15,-2-3-3 0,1-4-3 0,-2-1-2 16,-1-4-2-16,-1-2 0 0,-2-1-4 16,0-2 0-16,0-1 3 0,-3 1 2 0,0 1 7 15,-4-2 5-15,-1 2 7 0,-2 0 1 16,-2 1 3-16,-2 3 0 0,-2-3-7 0,0 5-4 15,-4-2-7-15,3 3-3 0,-2 1-2 0,-1 3 2 16,4 1 2-16,-1 3 2 0,1 3 6 16,4 0 0-16,-1 3 0 0,1 2-4 0,2 0-3 15,-1 1-5-15,4 3-4 0,-4 0-1 0,5 3-4 16,-2 1-1-16,2 2 1 0,0 1 1 16,-1 2-1-16,3 3-1 0,-1 0 2 0,2 2 7 15,0-1 2-15,0 1 2 0,3 1 1 0,-1-2 1 16,1 0-1-16,2 2-6 0,0 0-4 15,0-2-9-15,2 0-22 0,-2-1-45 0,1 0-64 16,-1 1-65-16,0-5-122 0,1 3-169 16,-1-4-286-16,1 1-261 0,-1-3-215 0,2 1-108 15,-3-1 313-15,5-4 518 0</inkml:trace>
  <inkml:trace contextRef="#ctx0" brushRef="#br1" timeOffset="100859.77">7336 10919 218 0,'2'0'842'16,"-4"0"431"-16,0 0 105 0,1-1-121 0,-1 0-453 15,-1-1-306-15,1-1-145 0,-1 0-90 0,1-1-81 16,-1 0-75-16,2 0-40 0,-1 0-28 16,-1 1-16-16,0-2-8 0,2 2-7 0,-1 0-2 15,0 0-3-15,2 2-3 0,-1 0-2 0,-1-1-2 16,2 2-6-16,0-2-24 0,-2 2-63 16,2 0-60-16,-1 0-98 0,1 2-158 15,0 0-267-15,0-1-304 0,0 2-235 0,0 1-175 16,0-1 173-16,0-1 540 0</inkml:trace>
  <inkml:trace contextRef="#ctx0" brushRef="#br1" timeOffset="112742.01">7461 10712 192 0,'0'6'390'0,"0"0"173"0,-2-4 84 0,2 3-155 16,0-2-99-16,-1-2-49 0,1 1-27 15,1-1-17-15,-1 1-10 0,2-1-7 0,-2-1 14 16,3-3-11-16,-1 0-21 0,2-3-17 0,2-3-4 15,1-2-2-15,-1-2-31 0,5-2-26 0,-1-4-26 16,-1-2-20-16,5-3-32 0,-2-2-16 16,0 1-15-16,2-4-10 0,-1 2-2 0,1 1-6 15,-3 1-3-15,-1 1-17 0,2 1-15 16,-4 4-8-16,0 0-5 0,2 4-2 0,-4 0 3 16,-1 3 4-16,0 4 1 0,-2-1 0 0,0 3 2 15,-1 2 3-15,-1-1-5 0,2 2-3 16,-1 2-2-16,-1-2 3 0,-1 1-4 0,2 1-3 15,-1-1-1-15,-1 2-1 0,0-1 0 16,2 1-1-16,-2-2-1 0,0 2 0 0,0 0 0 16,0 0-1-16,0 0-2 0,0 0 0 0,0 0 7 15,0 0-3-15,0 0 0 0,0 0 1 0,0 2 1 16,0-1 9-16,0-1-7 0,2 3 6 16,-1 0 10-16,-1 3 7 0,2 1 13 0,-1 5 3 15,1 3 8-15,-2 4 1 0,0 2-4 16,0 4-5-16,0 1-10 0,0 4-8 0,0 2-7 15,-2 0-4-15,1 2-2 0,-1 1-2 0,2 1-2 16,-3-1-3-16,3-2 0 0,-2 1-3 16,2-4-2-16,-1 1-3 0,1-3 0 0,0-3-2 15,1-3 0-15,-1 0-2 0,0-5 1 0,2 0-1 16,-2-2-2-16,0-3-4 0,0-1-12 16,-2-2-17-16,2-3-37 0,-3-1-71 0,2-1-96 15,-4-4-168-15,2 0-286 0,-2-4-328 16,0 0-350-16,-1-2-203 0,1-1 167 0,-2-1 694 15</inkml:trace>
  <inkml:trace contextRef="#ctx0" brushRef="#br0" timeOffset="125036.12">9282 4842 147 0,'-1'7'374'0,"-1"-2"181"0,-1 0 171 0,1-1-106 16,2-3-61-16,-1 2-5 0,-1-3-22 0,2 0-40 15,0 0-60-15,-2-1-68 0,2-1-35 16,0 2-40-16,2-1-42 0,-2-1-27 0,0 0-23 16,3-2-33-16,-3 0-46 0,2-2-41 0,1-3-19 15,0 1-10-15,2-3-8 0,-1 0-4 16,1-4-9-16,3-2-4 0,-1-4 2 0,2 0 1 16,2-4 0-16,0-3-3 0,3 0-2 0,-1-3-1 15,4-3-8-15,-2 1-9 0,5-4-5 16,-4 0 1-16,5 2 1 0,-3 1 0 0,0 2-1 15,-2 2 1-15,-2 5 1 0,-1 3 1 16,-4 3 5-16,-1 4 6 0,-3 3 4 0,1 3 5 16,-1 3 2-16,-2 0 2 0,-1 4-2 0,-1-2-3 15,1 3-2-15,-1 1-4 0,-1 1-2 16,0 3-3-16,0 3-1 0,0 0-1 0,0 4 0 16,-1 0-1-16,1 5 0 0,-2 1 0 15,2-1 2-15,-1 2 0 0,1 1 2 0,-2 3 8 16,0-2 2-16,2 4 1 0,-3-2 0 0,3 3-2 15,-1-3-1-15,-1 2-7 0,-1-1-3 0,0-2-2 16,1 1-2-16,1 0 0 0,-1 0-1 16,1 0-5-16,-3-1-4 0,3-1-2 0,-1 1 0 15,-1-2-2-15,1-1-1 0,2-3 5 16,-3 0 1-16,3-1 2 0,-1-4 1 0,-1 1-1 16,2-4 0-16,-2 0-2 0,2-1 1 0,0 1-1 15,-2-4 0-15,2 0-3 0,-2 0-6 16,2-1-11-16,0-1-11 0,-2-1-10 0,2 0-23 15,0-3-61-15,2 0-58 0,-2-3-86 16,0-1-148-16,0 0-214 0,0-2-315 0,0 0-240 16,0 0-198-16,0 2 90 0,-2-3 511 0</inkml:trace>
  <inkml:trace contextRef="#ctx0" brushRef="#br0" timeOffset="125718.19">9693 4378 93 0,'3'-2'330'0,"-1"-1"186"0,0 1 184 16,-1 2-64-16,-1-2-82 0,2 0-37 0,-2 1-21 16,1 1-25-16,-1 0-60 0,0-1-70 0,2 1-72 15,-2 0-65-15,2 0-57 0,-1 0-48 16,-1 0-26-16,3 0-23 0,-1 0-14 0,0-2 41 16,2-1 29-16,1 0 13 0,1 0 3 15,2-1 0-15,1 0-4 0,-1 0-45 0,2 0-3 16,1 1 1-16,2 0-3 0,-2 0 1 0,1 0-2 15,-1 1 8-15,1 1-30 0,0 1-17 0,-1 0-5 16,-1 1-3-16,2 1 2 0,-4 1-5 16,2 0 7-16,1 3 6 0,-5 1 3 0,2 1 3 15,-3 2 0-15,3 0-2 0,-4 1-3 16,-2 1 5-16,1 2 0 0,-1-1 0 0,-2 2 1 16,-2 0 0-16,1 0-1 0,-3 1-5 15,0 0-6-15,-2-1-2 0,-1 2-5 0,1-1-2 16,-2 2-4-16,0-2-1 0,-3 3-3 0,3-2-2 15,-2 3-2-15,-2-1-1 0,2 0 0 16,2 2-2-16,-4-4 0 0,4 3 0 0,0-3 0 16,0 0-2-16,2-1 1 0,-1-2-1 0,4-2 0 15,-2 0 1-15,2-3-1 0,2-1 0 16,-1 0 1-16,2-2 0 0,0 0 0 0,0-2-1 16,3 0 0-16,-1-1 1 0,1 0 0 15,3 0 0-15,1 0-1 0,2-1 2 0,1-1-1 16,1-1 2-16,4-1 0 0,0-1 0 0,2-2 0 15,-1-1 0-15,3 1 0 0,-1-2-1 0,0-1 0 16,0-1-1-16,-2-1 0 0,-1 4 0 16,-2-3-1-16,0 2 0 0,-1 0-3 0,-2 1-7 15,1 0-15-15,-3 1-20 0,-2-1-48 16,-1 2-73-16,0-1-93 0,-2-1-156 0,0 3-246 16,-2-2-325-16,-1 0-297 0,0 1-191 0,0-3 92 15,0 2 581-15</inkml:trace>
  <inkml:trace contextRef="#ctx0" brushRef="#br0" timeOffset="126255.95">10333 4386 256 0,'2'-4'630'0,"1"-1"352"0,-3 1 171 0,0 2-257 0,0 0-240 16,0 2-185-16,-1 2-148 15,-3 3-103-15,0 3-68 0,1 3-11 0,-2 4 18 16,0 3 34-16,0 6 14 0,-1 3 0 0,0 4-14 16,1 2-36-16,2 2-41 0,0-2-38 0,1 1-26 15,4-2-20-15,1-2-12 0,0-3-9 16,4-2-4-16,0-6-2 0,1-2-2 0,2-3 0 15,1-2 2-15,0-5 0 0,0-4 0 16,1 0-1-16,1-8 3 0,1-2 1 0,-1-2-5 16,-2-6 1-16,3 1-4 0,-2-6-1 0,1 0-2 15,-3-1 1-15,-2-1 1 0,3-1 2 16,-5-1 1-16,-1 0 3 0,0 1 1 0,-2-3 1 16,-3-1-1-16,0 1 2 0,-3-1 0 15,0 0 1-15,-2 0 4 0,-2 1 3 0,-2 3 5 16,1 3-2-16,-3 1-2 0,0 3 3 0,-3 5-4 15,0 0-3-15,1 4-4 0,-1 2 0 16,-4 3-1-16,4 2-3 0,-2 4-2 0,0 3-4 16,-1 4-1-16,2-1 0 0,0 5-1 15,1 0 0-15,0 2 5 0,2 2 4 0,2-1 0 16,2 1 1-16,1 0-1 0,2-1 0 0,2 1-7 16,2-1-11-16,1 0-13 0,1-1-32 0,4 0-64 15,0-1-61-15,1-2-80 0,2-1-132 16,1-1-177-16,0-1-289 0,0-3-221 0,3 3-210 15,1-4-32-15,-1 0 386 0,0-1 486 16</inkml:trace>
  <inkml:trace contextRef="#ctx0" brushRef="#br0" timeOffset="126486.15">10721 4741 211 0,'0'1'839'0,"-2"1"438"0,-1 0 97 0,0 0-135 16,3-2-446-16,-2 3-308 0,1-3-158 15,-1 0-90-15,2 0-80 0,-1-3-70 0,-1 3-45 16,2-1-24-16,0 0-14 0,-2-1-42 0,0 0-63 16,0 1-58-16,2 0-125 0,-2-1-182 15,2 0-312-15,0 1-281 0,0 1-220 0,0 0-110 16,0 0 370-16,0 0 543 0</inkml:trace>
  <inkml:trace contextRef="#ctx0" brushRef="#br0" timeOffset="127257.92">10833 4798 46 0,'2'2'350'0,"-2"-2"228"0,1 0 199 0,1 0 46 16,1-2-146-16,0-1-99 0,-1-1-82 0,4-2-54 15,0-1-35-15,2-3-31 0,0-1-35 16,2-4-50-16,2 1-38 0,1-4-29 0,1-2-41 16,2-3-41-16,0-1-47 0,0-1-26 0,1-2-17 15,1-1-8-15,-1-3-9 0,-1 2-10 0,1 0-9 16,0 1-5-16,-1-1-4 0,0 1-4 15,-2 2 2-15,-1 1 5 0,0-2 4 0,-2 7 0 16,1-1 2-16,-2 2-1 0,-2 2 0 16,0 2-5-16,-1 3 1 0,-2 1 1 0,0 3 0 15,-2 2 1-15,-1 2-2 0,0 0 3 0,-1 1-2 16,-1 2-4-16,2 1 0 0,-1 0-1 16,-1 1 0-16,0 6 1 0,0-1 0 0,0 2 4 15,-1 6 1-15,-2-3 3 0,1 6 3 0,-1 2 2 16,0 1 7-16,-1 3 3 0,-1 1 0 15,1 1-3-15,-1 1-2 0,-1 2-5 0,1 1-9 16,0 0-5-16,0-1-4 0,1-3 0 16,-2 1-1-16,1 1 0 0,2-4 1 0,-1 0 0 15,1 0-2-15,0-2 0 0,0-2 0 0,0 1-1 16,-2-3-1-16,2-3 0 0,1 1-1 0,-1-1-1 16,2-2-6-16,-3 0-10 0,1-2-18 15,0-1-29-15,0 0-69 0,-2-2-72 0,3-1-129 16,-4-2-197-16,3-2-303 0,-2 1-330 15,4-3-229-15,-2-3-113 0,1-1 428 0,2-2 602 16</inkml:trace>
  <inkml:trace contextRef="#ctx0" brushRef="#br0" timeOffset="128151.92">11600 4242 13 0,'1'-3'242'0,"-1"0"162"0,0 1 189 0,0 0 86 16,0 2-32-16,2-4 5 0,-2 3-24 15,-2 0-62-15,2 1-74 0,-1-3-77 0,-1 3-58 16,2 0-52-16,-1 3-40 0,-2-3-29 0,1 1-28 15,1 0-45-15,-2 3-45 0,-1 0-38 0,1 2-30 16,-2 1-18-16,0 3-14 0,2 2-7 16,-3 5-2-16,2 2 2 0,-1 6 0 0,1 2-2 15,1 4 3-15,0 2 1 0,1 3 1 16,2 3-5-16,0-1 2 0,2 4 0 0,1-3-2 16,2-2 0-16,2-2-3 0,0-4 1 0,3-4-2 15,-1-4-1-15,5-5 2 0,-1-6 0 16,0-5 1-16,3-4 0 0,0-6 2 0,1-6 0 15,2-3-2-15,-2-6-2 0,2-3-1 16,-3-4-2-16,3-2 2 0,-5-2-1 0,2-1 1 16,-5 1 2-16,1-3 3 0,-3 2 6 0,-3-2-5 15,-3 3 1-15,-1-2 0 0,-4 1 0 16,-1 0-2-16,-5 2-3 0,0 1 1 0,-3 0 1 16,-3 4-3-16,-2 3-2 0,0 6-1 15,-3 2 3-15,0 4 2 0,-3 6-1 0,0 2-2 16,0 7-3-16,3 2-16 0,-2 3-59 0,1 3-76 15,2 1-122-15,1 2-194 0,4 1-307 0,-1-1-346 16,3 2-295-16,1-2-122 0,4 1 391 16,-2-2 633-16</inkml:trace>
  <inkml:trace contextRef="#ctx0" brushRef="#br0" timeOffset="130500.57">9236 4960 106 0,'-3'1'232'16,"-2"1"89"-16,2 0-17 0,0 0-93 16,2 0-56-16,-1 2-34 0,-1 0-19 0,3-2-9 15,-2 3-7-15,1-3-5 0,-1 4-11 0,0-1-11 16,2-1-6-16,-3 2 0 0,3 1 2 15,0 1 2-15,0 1 4 0,-1 0 7 0,1 2 10 16,0-1 0-16,0 1-11 0,1 1-2 16,-1 1-9-16,0-1-9 0,2 0-15 0,-1 1-7 15,1 1-10-15,1-2-2 0,-1 1-4 0,3-1-5 16,-1-1-2-16,2-1 4 0,-1 1-1 16,2 0-3-16,-1-4 4 0,5 0-1 0,-3-1-3 15,3 0-2-15,0 0 0 0,0-3 0 16,2 1 0-16,3-2 2 0,-2 0 2 0,3-1 0 15,-1 0-1-15,1 2 1 0,1-3-2 0,-1 1 0 16,2 0-2-16,0-1 0 0,2 3 2 16,-3 0-1-16,2-3 1 0,-3 2 0 0,2-2 24 15,-2 3 17-15,-1-2 3 0,-2 1 6 16,2-2 4-16,-3 0 2 0,0 0 30 0,-1 0 44 16,1-2 27-16,-1 1 6 0,-2-2 6 0,-2 1-3 15,0-3-46-15,1 3-53 0,-4-2-22 0,1 2-16 16,-1-2 36-16,0 3 29 0,-1-2 9 15,0 0 7-15,-3 2-3 0,2-1 1 0,-1 1-41 16,0-1-29-16,-1 2-16 0,-1-1-6 16,2 1-7-16,-2 0-2 0,1 0-3 0,-1 0-1 15,0 0-4-15,2 0-1 0,-2 0 0 0,0 0-5 16,0 0-2-16,0 0-2 0,2 0 4 16,-2-2-1-16,0 2 4 0,1-1 2 0,-1 1 7 15,0 0 3-15,2-2 24 0,-2 1 38 16,0-3 25-16,0 2 19 0,0-3 9 0,-2 1 6 15,2-2-16-15,-1-2-26 0,-1-1-23 0,0 2-18 16,2-4-12-16,-1 1 2 0,-1-4 2 16,1 4-4-16,-1-2 1 0,2 1 1 0,0-1-7 15,-2 3-14-15,2 2-16 0,0-1-1 0,0 2-4 16,0 3-6-16,0 0 3 0,0 1-4 16,0 0 3-16,2 2-7 0,-2 0-17 0,3 0-19 15,0 2-66-15,-1-1-114 0,1-1-150 0,-1 3-267 16,3-2-266-16,2 1-246 0,0-1-41 15,1-1 316-15,-2-1 423 0</inkml:trace>
  <inkml:trace contextRef="#ctx0" brushRef="#br0" timeOffset="140419.98">11826 6282 104 0,'-5'9'351'15,"0"-2"183"-15,1-1 140 0,-1-1-133 0,2-3-171 16,2 0-64-16,-1 0-41 0,2-4-15 16,2 0 4-16,-1 0 14 0,2-4 9 15,-1-2-21-15,4-1-14 0,-1-3-14 0,1-1-18 16,2-2-34-16,1-2-40 0,-1-2-27 0,4-2-24 15,0-1-20-15,-1 0-9 0,2-1-8 16,1-1 0-16,-3 4 2 0,3-3 20 0,-3 2 9 16,-1 0 10-16,2 3 32 0,-3 1 8 15,-1 0-7-15,-2 4-15 0,1 0 1 0,-2 3-12 16,0 1-27-16,-2 2-13 0,1 1-8 0,-3 0-10 16,2 1-18-16,-1 2-8 0,-2 0-5 0,3 3-3 15,-3-2-4-15,1 2 1 0,-1-3-2 16,0 3-4-16,2 0 1 0,-2 0-5 0,0 0 4 15,1 3-3-15,-1-3 3 0,2 5 3 16,-2 1 9-16,3 2 4 0,-1 3 0 0,0 1 3 16,-1 3 1-16,2 3-1 0,-3-1-7 0,2 2-1 15,-2-1-2-15,0 3 0 0,0-1 0 16,2 1 2-16,-1-4-1 0,-1 2-1 0,0 0 0 16,2-2 1-16,-2-1 0 0,0-1-3 15,0-1 0-15,1 1 3 0,-1-2-1 0,0-2-3 16,0 0-2-16,0 0-4 0,0-3-20 0,0-1-42 15,0-1-48-15,0 0-43 0,-1-1-45 0,1-2-71 16,-2-2-97-16,1-1-99 0,-1 0-124 16,0 0-248-16,1-1-235 0,-1-1-93 15,1-2 191-15,-1 0 382 0</inkml:trace>
  <inkml:trace contextRef="#ctx0" brushRef="#br0" timeOffset="140858.85">12103 5926 153 0,'5'-4'381'0,"0"-1"167"16,-1 1 129-16,2-2-169 0,-3 2-149 15,2-2-96-15,0 2-56 0,0 0 24 0,4-1 14 16,-3-1-20-16,2 1-26 0,1 3-1 0,1-3 45 15,2 0-27-15,-3 3-35 0,3 0-20 16,-2 1-14-16,1-1-7 0,2 1-43 0,-2 1-21 16,-1 1-2-16,0 2 7 0,-2 0 27 15,1 3 24-15,1 1 30 0,-5 4 33 0,1-2 3 16,-1 3-8-16,-3 3-23 0,-2 1-36 0,-2 2-37 16,-3 2-33-16,-1 3-15 0,1-3-10 0,-4 3-8 15,1 0-6-15,-2 0-1 0,1 0-2 16,1 2-8-16,0-3-4 0,0 0-1 0,1 3 0 15,0-5-3-15,2 1 0 0,-1-1-2 16,3-2 0-16,1-3-2 0,0-2-2 0,1 0 0 16,1 0-2-16,1-5 1 0,1 2-3 0,3-3 1 15,0-2-1-15,1-1-10 0,3-4-29 0,1 0-44 16,1-4-50-16,2-2-48 0,-1-1-70 16,4-4-106-16,0-3-109 0,1-3-104 0,-1 0-167 15,3-1-243-15,-1-2-143 0,-1 2 100 16,1-1 308-16,-1-1 332 0</inkml:trace>
  <inkml:trace contextRef="#ctx0" brushRef="#br0" timeOffset="141199.99">12553 6051 251 0,'2'2'434'0,"-2"2"180"0,-2 2 58 16,2 1-120-16,0 4-79 0,0 0-36 0,3 3-10 16,-1 2-9-16,3 3-42 0,-2 0-63 0,4-1-66 15,-1 3-63-15,3-3-54 0,-1-3-48 16,3 1-31-16,2-5-20 0,0-2-16 0,2-3-5 15,1-4-7-15,1-6-3 0,1-4-3 16,-1-3-2-16,1-6 5 0,-1-2 5 0,-4-4 20 16,3 0 45-16,-4-1 79 0,-1-1 56 0,-4 1 20 15,-1 2 8-15,-4 0-14 0,-2 2-33 0,-4-1-52 16,0 1-39-16,-5 3-26 0,-1 0-17 16,-1 0-14-16,-2 4-11 0,-3 1-6 0,2 2-4 15,-4 0-5-15,1 5-4 0,1 2-4 16,-1 3-1-16,3 1-4 0,-4 4-3 0,4 1 0 15,0 3-1-15,3 3-1 0,1 0 0 16,-1 2 0-16,3 3 0 0,4 0-1 0,-3 1-2 16,5 1-10-16,-1 1-33 0,5 1-66 0,-1-2-64 15,3 0-108-15,1 0-162 0,1-2-259 16,2-1-294-16,3-1-223 0,0-2-158 0,4 1 211 16,-2-3 518-16</inkml:trace>
  <inkml:trace contextRef="#ctx0" brushRef="#br0" timeOffset="141386.54">12930 6184 98 0,'1'0'812'0,"-1"2"683"0,-3 1 77 16,1 0-270-16,-1 2-429 0,-3-3-362 0,3 2-207 16,-2-2-134-16,2 0-70 0,1 1-43 15,-1-2-27-15,0 1-20 0,1-2-34 0,1 1-74 16,-1 2-83-16,-1-1-157 0,3-1-270 0,0-1-321 15,0 0-342-15,2 0-213 0,1 0 72 16,2-3 625-16</inkml:trace>
  <inkml:trace contextRef="#ctx0" brushRef="#br0" timeOffset="142217.91">13383 5772 74 0,'-4'-2'286'0,"-1"0"152"0,0 1 147 16,2 1-102-16,-2 0-104 0,2 0-42 0,0 0-13 15,0 1-12-15,-2 1-8 0,2 0-8 0,0 1-12 16,1 3-11-16,-1 1-10 16,2 2-19-16,-3 3-23 0,1 5-31 0,-2 2-31 15,1 3-34-15,2 6-22 0,-1 0-17 0,3 3-12 16,0 0-7-16,0 0-6 0,3-3-9 0,-1 1-17 16,4-6-10-16,0-1-8 0,2-4-7 15,2-3-2-15,1-1-1 0,0-6 3 0,4-3-5 16,2-4 26-16,0-2 32 0,0-4 19 15,2-5 33-15,2-3 15 0,-2-2 6 0,0-3-21 16,-2-3-18-16,1 0-14 0,-6-1-22 0,2 0-10 16,-4 1 1-16,-2 3 3 0,0 0-1 15,-4 3 1-15,-2-2-3 0,-4 3-4 0,1 2-7 16,-6-1-8-16,-2 2-8 0,0 0-7 16,-7 3-6-16,2 0-3 0,-5 2-6 0,-1 3-1 15,0 0-1-15,-2 3-1 0,3 1-3 0,-2 4 0 16,-1 1-2-16,5 2-1 0,-2 3-1 0,3 2 1 15,0 1-2-15,2 1 2 0,2 3 1 16,0 2-1-16,3 1 2 0,0 0 0 0,2 0 1 16,2-1-1-16,5 0 0 0,0-2-8 15,3-1-14-15,2-2-43 0,3-2-63 0,3-1-58 16,-1-3-77-16,4-1-117 0,0-4-150 0,3-1-155 16,-1-2-217-16,5-1-222 0,-2 0-102 15,3-2 193-15,-2-2 401 0</inkml:trace>
  <inkml:trace contextRef="#ctx0" brushRef="#br0" timeOffset="142809.21">13850 6111 116 0,'5'-2'352'0,"-1"2"187"16,1-6 170-16,-1 1-90 0,0-1-80 15,2-1-42-15,1-2-16 0,-3-1-27 0,3-2-48 16,-1 0-73-16,2-2-71 0,-2-1-51 15,1 0-17-15,1 1 6 0,1-3 17 0,-1 2-1 16,0-3-13-16,0 0-19 0,3-1-37 0,-2 0-44 16,-1 0-38-16,3-2-22 0,-3 0-6 0,3 0-8 15,-1 0-5-15,-1 0-3 0,-1 1 0 16,0 2 2-16,1 2-1 0,-4 1-2 0,0 3 5 16,-2 0 1-16,1 4 0 0,-1 2-3 15,-2 0-4-15,1 3-3 0,1-1-4 0,-2 2 1 16,-1 1 1-16,0-1-1 0,0 1 4 0,0 1 2 15,0 1-1-15,0 1-2 0,-1 1-2 16,-2 3-2-16,3 0 0 0,-2 4 0 0,-1 4 0 16,2 0 1-16,-3 2-1 0,1 5 3 15,-2 0-1-15,0 3-1 0,1 1-1 0,-2 1-1 16,1 2-1-16,0 0-3 0,0 0-2 0,0 0-3 16,1 2-1-16,-2-4 0 0,2 0-1 15,1-1 1-15,-2 0-1 0,4-2 2 0,-1-3-1 16,1-2-1-16,-1-1 0 0,2-2-2 15,0-3 0-15,0-1-1 0,0-2-6 0,0-3-9 16,0 1-15-16,0-2-28 0,-2-2-62 0,2-1-70 16,-3-1-121-16,2-1-183 0,-3 0-300 0,0 0-319 15,-1-1-251-15,0-1-124 0,-1 0 369 16,0 1 603-16</inkml:trace>
  <inkml:trace contextRef="#ctx0" brushRef="#br0" timeOffset="161516">20501 3707 143 0,'5'-3'381'0,"-1"1"195"0,-1-2 163 16,0 2-109-16,-1-3-92 0,-1 1-20 16,-1-1-12-16,0 2-33 0,0-1-57 0,0 0-60 15,0 1-47-15,-1-1-34 0,1 1-22 0,-2-1-24 16,0 1-19-16,-1-2-23 0,0 1-34 15,-2-1-42-15,2 1-33 0,0 0-17 0,-5 0-9 16,3-1-6-16,-1 1-7 0,-1 1-5 16,-2 0-5-16,3 0-13 0,-2 2-2 0,-2-1-10 15,0 2-6-15,-2 0-5 0,3 0-3 0,-5 3 3 16,1 3 2-16,-3-1 7 0,3 6 1 16,-4 2 4-16,4 2 0 0,-4 0-2 0,4 2-6 15,-1 4-3-15,3-2-3 0,1 1 1 16,1-1 2-16,3 2 1 0,1-2 1 0,2 1 2 15,1-3 0-15,2 0 0 0,2 0-1 0,1-4 0 16,0 1 0-16,4-2 1 0,0-1 0 16,1-4 2-16,4 0-1 0,-2 0-1 0,2-3 3 15,0-1-2-15,4-3-1 0,-3-1 0 0,2-3 0 16,1-2 2-16,-2-1-2 0,2-1 1 16,-2-3 0-16,1-2-1 0,0-1 1 0,-3 2-1 15,2-4 2-15,-3 1 1 0,-1 0-1 0,0-2 4 16,-2 3-1-16,-1 0 1 0,-1 0-1 15,-3 2-1-15,3 1 2 0,-3-2-1 0,-1 4 0 16,1-1 2-16,-3 1-1 0,2 1 1 0,-2-1 0 16,0 2-2-16,0 1 0 0,0 0 0 15,0 2 2-15,-2-1 0 0,2-1 1 0,0 3 3 16,0 1 0-16,-1 0 0 0,-1-1-1 0,2 1 0 16,0 2-2-16,0-1-1 0,0-1-1 15,0 2-1-15,0 0 0 0,0 0-2 0,0 0-1 16,0 0-2-16,0 0 2 0,0 0-2 15,0 0-1-15,0 0 0 0,0 0-1 0,0 0 2 16,0 0-2-16,0 0 2 0,0 0-1 0,0 0-1 16,0 0 1-16,0 0-1 0,0 0 0 15,0 0-1-15,0 0 0 0,0 2 1 0,0-2 0 16,0 1 0-16,0 1 0 0,0-1 1 16,-2 1-1-16,2 1-1 0,0 0 2 0,0 0 1 0,-1 1-1 15,-1 1 0-15,2 1 0 0,0 0 0 16,-1-1-1-16,1 4-1 0,0-1 0 15,-3 3 0-15,3 1 0 0,0-1 1 0,3 3 0 16,-2 0-1-16,1 1 1 0,1 2 0 16,0-3 1-16,2 1 0 0,0-1 0 0,1 1 1 15,4 0 1-15,-2-2-1 0,1-2 0 0,5-1 0 16,1 1-1-16,-1-4 0 0,2-1-1 0,2-2 0 16,0-3 2-16,1-1 0 0,1-1 0 15,-2-3 0-15,-1-1 0 0,-1-1-12 0,0 0-38 16,-3 2-78-16,-5-3-116 0,-1 1-201 15,-2 1-301-15,-3-1-343 0,-1 2-349 0,-2 1-129 16,-3-1 375-16,1-1 677 0</inkml:trace>
  <inkml:trace contextRef="#ctx0" brushRef="#br0" timeOffset="163572.06">23925 2985 197 0,'0'-2'419'0,"0"1"195"0,0 1 131 0,0 0-205 16,0 0-122-16,0-2-61 0,1 1-24 16,1-2-22-16,1 0-13 0,0-1-19 0,2 0-23 15,3 0-28-15,0-3-42 0,1 4-37 0,-1-4-35 16,5 1-29-16,0 0-20 0,2 1-14 0,1-1-8 16,1 4-6-16,3-3-4 0,-3 4-5 0,2-1-11 15,-3 1-10-15,-1 1-5 0,1 1-2 16,-2 2 0-16,1 0 0 0,-1 1 0 0,-3 2 1 15,0 2-1-15,0 1 7 0,-1-2 14 0,-2 1 9 16,-2 2 6-16,2 1 41 0,-4 0 37 0,1 0 29 16,-2 3 3-16,-3-2 0 0,0 4 0 15,-3-2-25-15,-2 3-27 0,-4-1-27 0,0 2-14 16,-4 2-13-16,-4-1-8 0,-3 2-12 16,2-1-4-16,-4 0-1 0,1 0-3 0,-1-1 1 15,1 2-3-15,-1-2 0 0,3-1-2 0,0-3-3 16,1 3-2-16,0-3 1 0,3-2-1 0,1-1-2 15,3 0 1-15,0-2-1 0,2-2 0 16,2-2-9-16,1 0 3 0,3-1 2 0,-2-2-1 16,2 0-1-16,2 0-2 0,-1-2 9 15,2 1-5-15,2-1-4 0,-1 2 0 0,2 0 3 16,3-2 3-16,2 3-2 0,0-3 1 0,5 0 2 16,0 1 0-16,-1-2 0 0,6-2-1 15,-1 2-2-15,0-2 0 0,2-2 0 0,0 1 0 16,3-1 0-16,-1 0 3 0,-2-2 0 15,0 1 4-15,0-1 1 0,-3 2-1 0,-1-1-1 16,0 0 0-16,-2 3-10 0,-3-2-27 0,0 2-54 16,-2 0-47-16,0-1-48 0,-4 3-86 15,1-3-124-15,0 0-135 0,-2 2-177 0,2-2-238 16,1 3-221-16,-1-4-28 0,1 3 290 16,1 0 403-16</inkml:trace>
  <inkml:trace contextRef="#ctx0" brushRef="#br0" timeOffset="164156">24808 3282 169 0,'8'-9'425'0,"0"1"225"16,-3 0 195-16,2-1-110 0,-3 2-109 16,-1-2-79-16,0 0-67 0,-3 0-65 0,2 0-65 15,-4 0-41-15,1 2-24 0,-1 0-22 0,-4-2-20 16,1 5-25-16,-1-3-25 0,0 1-44 16,-4 1-47-16,-2 0-40 0,0 4-22 0,-3 0-15 15,0 1-10-15,-3 1-8 0,1 2-2 0,-1 1-1 16,0 4 0-16,-1 1 0 0,0-1 1 15,3 3 0-15,-1 0-1 0,3 3 0 0,-2 2-2 16,2 1-2-16,0 1 0 0,3 2-2 16,2-2 1-16,0 1 1 0,5 0-1 0,-1 1-1 15,5-5 2-15,0 1 2 0,5 0-2 0,-1-5-1 16,5 1 0-16,1-3 1 0,1-3-1 16,7-1 0-16,-2-4 3 0,2-4 0 0,4-3 2 15,4-1 0-15,-1-7-1 0,4 0-2 16,1-4-1-16,-2-1-3 0,1 1 1 0,-6-2 0 15,-1 4 10-15,-6 1 3 0,0 2 8 0,-3 1 8 16,-5 3 5-16,-1-1 5 0,0 4-2 16,-3 1 0-16,0 0-3 0,-3 2-5 0,1 0-6 15,0 2-5-15,-1-1-5 0,-1 4-5 0,0-1-3 16,-1 3-3-16,-1 3-1 0,-1 0 0 16,1 4 1-16,-1 2-1 0,1 1 1 0,1 1 0 15,1 0-2-15,0 3 0 0,1 0-1 0,4 0-2 16,2 3 0-16,-1-3-6 0,3 3-41 15,1-4-79-15,-1 2-97 0,4-1-164 0,0-2-297 16,1 0-343-16,-2 1-328 0,1-1-153 16,1 0 213-16,1-1 637 0</inkml:trace>
  <inkml:trace contextRef="#ctx0" brushRef="#br0" timeOffset="166724.04">19627 4635 209 0,'-4'0'532'0,"-3"0"295"16,4 0 160-16,-2 0-177 0,4 0-225 0,-1 0-124 15,0 0-111-15,2 0-84 0,0 0-57 0,0 0-46 16,2-3-43-16,1 1-45 0,2 0-22 16,1-3-14-16,1 0-6 0,2 1-6 0,1-1-6 15,1-2 4-15,1 2-3 0,3 0 3 0,-1 1-11 16,-1 1-11-16,1 0-2 0,-2 2-2 0,0-1 1 15,-2 4-3-15,0-1 14 0,-2 2 19 16,-2 3 6-16,0 0 40 0,-1 6 33 0,-3-3 15 16,-1 5-1-16,-1-1-14 0,-3 3-5 15,2 1-33-15,-3 2-28 0,-2-2-14 0,2 1-11 16,-1 1-6-16,0 0-2 0,-2-4-5 0,4 0 0 16,-3 0-5-16,3-3-2 0,2-3-1 15,-1 2-4-15,2-3-1 0,0 1 3 0,2-1 0 16,-1-1 0-16,2 0 5 0,3 1 0 0,2-1 2 15,-1 1-5-15,2-2 2 0,2 1 2 16,0-1-5-16,-1 1 1 0,4-1 3 0,-3 0 0 16,0 0 1-16,-1-2-1 0,-1 0 2 15,-2 1-2-15,0 0 2 0,-2 0 3 0,-2-3 3 16,0 1 5-16,-3 0 25 0,-1 2 15 16,-2-1 8-16,-4 2 3 0,-3 0-2 0,-2 2-3 15,-2-1-21-15,-3 1-11 0,-2-1-7 0,0 0-6 16,-3 2-4-16,0-1-2 0,1-2-2 0,0 2 0 15,-1-2-2-15,5 0-1 0,-1 0-2 16,4 0-1-16,2-3-1 0,2 1-4 0,4-1-3 16,-2-1 0-16,3-1 1 0,4 0-4 15,-1-1 2-15,4 0 0 0,-1 0-18 0,2-1-48 16,5 0-50-16,-2-1-55 0,2 1-102 0,0-2-154 16,3 0-194-16,-1 0-254 0,1 1-230 15,3-1-175-15,-3 2 140 0,3 1 440 0</inkml:trace>
  <inkml:trace contextRef="#ctx0" brushRef="#br0" timeOffset="167012.01">20119 5117 287 0,'3'4'1159'16,"2"-3"484"-16,-4 0-142 0,-1 2-310 16,0-2-475-16,0-1-279 0,0 0-195 0,-1 0-93 15,1-1-51-15,0 1-35 0,0-3-26 0,-3 2-16 16,1 0-8-16,2-1-6 0,0 0-3 16,0 1-2-16,0-2-3 0,0 1-2 0,0 1-3 15,0 0-4-15,0-1-12 0,0 1-34 16,5-1-74-16,-4 1-87 0,-1-2-155 0,3 3-270 15,-1 0-323-15,3 0-332 0,-2 0-196 0,0-2 116 16,2 2 601-16</inkml:trace>
  <inkml:trace contextRef="#ctx0" brushRef="#br0" timeOffset="167943.9">20571 4667 205 0,'2'-2'542'0,"-4"0"312"0,2-1 205 0,-1 3-162 0,-1-1-234 16,0 1-164-16,2 1-131 16,-3 0-99-16,2 4-93 0,-3 2-70 0,0 4-40 15,1 6-21-15,0 2 7 0,-2 7-2 0,2 1 4 16,-1 3-2-16,1 3-7 0,1-2-7 16,2 3-17-16,2-6-7 0,1 0-10 0,2-1-2 15,3-7-1-15,1-1-1 0,-1-4-3 0,4-5-1 16,0-2 6-16,-1-5 0 0,2-3 1 15,3-8 1-15,-3-5 7 0,4-3 3 0,-4-5-3 16,2-3 5-16,1-3 43 0,-2 1 45 16,-3-1 30-16,1 0 9 0,-5 2 9 0,0-1-3 15,-6 0-38-15,-1 3-36 0,-1-1-25 0,-6 1-16 16,2 3-13-16,-4-1-9 0,0 2-3 16,-3 4-2-16,2 1-3 0,-5 3-2 0,1 3-2 15,0 4 0-15,-3 4 0 0,0 3-4 0,2 3-2 16,-1 3 0-16,-1 3 4 0,2 4-2 15,1 3 1-15,3 2 2 0,0 0 2 0,0 3 0 16,5 2-3-16,-1-1-27 0,4 3-59 16,1-4-51-16,2 1-60 0,3-3-106 0,2-3-146 15,3-2-145-15,2-3-203 0,2-2-234 0,1-3-177 16,3-5 88-16,-2-2 348 0,5-4 377 16</inkml:trace>
  <inkml:trace contextRef="#ctx0" brushRef="#br0" timeOffset="168245.92">21001 4584 181 0,'0'-8'641'0,"-3"2"392"0,-2 0 148 0,-1 3-178 16,1 2-343-16,1 1-235 0,-1 0-160 0,2 3-103 16,-2 1-67-16,2 1-42 0,1 1-23 15,0 0-16-15,2 2-5 0,0 3 1 0,2 0-4 16,1 1-5-16,2 1 1 0,1 1 4 15,1-1-4-15,4 0-1 0,-3 3 2 0,1-2 4 16,4-1 1-16,-2 1-2 0,0 1 0 16,0-2 1-16,0 2-4 0,-3-2 1 0,3 2-3 15,-3 0 0-15,-2-1 3 0,1 3-2 0,-1-3 0 16,-5 0-4-16,-1 1 2 0,0-2-1 0,-1 0 0 16,-5 0-6-16,-1-3-11 0,1 1-49 15,-4-2-115-15,0-2-146 0,-3-1-242 16,-3 0-281-16,2-4-249 0,-2 1-90 0,0-6 271 15,-1 1 422-15</inkml:trace>
  <inkml:trace contextRef="#ctx0" brushRef="#br0" timeOffset="168447.98">20873 4703 325 0,'8'-10'616'0,"0"1"258"15,4-3 154-15,1 1-230 0,5 0-219 0,1-1-152 16,3-2-81-16,3 1-78 0,3-2-77 15,2 0-64-15,5 0-43 0,0 0-22 0,2 0-18 16,-2 0-8-16,-4 1-11 0,2 2-12 16,-4 2-10-16,-2 1-6 0,-2 3-4 0,-2 1-14 15,-3 4-76-15,-2-2-148 0,0 3-216 0,-6 3-279 16,3 0-270-16,1 2-222 0,-4-3 100 16,2 3 454-16</inkml:trace>
  <inkml:trace contextRef="#ctx0" brushRef="#br0" timeOffset="169516.46">24290 3992 121 0,'5'-4'397'16,"-5"1"263"-16,-2 2 251 0,-3-2-35 16,-2 1-157-16,-5 1-127 0,0-2-107 0,-6 3-91 0,0 0-61 15,-2 0-43-15,-2 1-18 0,0 2-23 16,1 2-29-16,-2-1-19 0,-1 4-41 15,1 0-50-15,-1 5-45 0,-2 0-24 0,1 5-13 16,2 3-11-16,-1 5-9 0,1 4-4 0,1 2-3 16,4 2-1-16,2 3-1 0,4-1-3 15,2 2 1-15,5-4-1 0,3-1-1 0,5-3-3 16,5-4 1-16,5-3 2 0,1-4 0 16,5-2 2-16,3-8 3 0,1-2 1 0,2-6 4 15,0-2-1-15,0-4 0 0,-2-4 0 0,-3-1 2 16,0-2 3-16,-3 0 2 0,-4-2 6 15,-1 1 10-15,-6-1 6 0,-3 2 6 0,-3-1 0 16,-3 3 2-16,-2-3-7 0,-4 3-6 16,-1 0-7-16,-4 3-6 0,0 1-5 0,-2 2-3 15,2 1-3-15,-2 1-2 0,1 2-2 0,2 2-2 16,0 1-1-16,0 3-2 0,5 1-2 0,0 2 0 16,3 3 0-16,1 1 1 0,-1 3-2 15,5 0 1-15,0 0-10 0,5 3-39 0,1-2-69 16,2 0-72-16,3 0-128 0,2-2-184 15,1-2-311-15,3 0-289 0,3 0-212 0,0-4-74 16,2 0 382-16,2-2 527 0</inkml:trace>
  <inkml:trace contextRef="#ctx0" brushRef="#br0" timeOffset="169710.06">24519 4467 55 0,'-1'-3'607'0,"-3"0"484"0,-2 3 179 0,0-2-61 15,-3 2-294-15,2 0-323 0,2-2-191 16,-1 2-105-16,3 0-64 0,-3 0-65 0,4 0-76 16,0-3-48-16,-1 3-29 0,2-1-48 15,1 1-58-15,0 0-45 0,1-1-57 0,2 0-103 16,2-2-145-16,1-1-144 0,2 1-241 0,0-2-236 16,5 1-157-16,-4 0 131 0,3-3 393 15</inkml:trace>
  <inkml:trace contextRef="#ctx0" brushRef="#br0" timeOffset="170097.95">24613 4432 10 0,'-2'9'453'0,"2"-2"409"16,-2-1 235-16,4-3-6 0,0-3-319 15,2-3-276-15,6-3-185 0,-1-4-99 0,4-3-49 16,3-2-31-16,4-5-29 0,1-3-20 16,3-1-17-16,2-4 12 0,3-2 39 0,1-1 35 15,-2-2 13-15,2 0 4 0,0-1 1 0,-1 5-17 16,-7 0-37-16,2 4-29 0,-5 2-19 0,-3 4-7 16,-4 4-5-16,-2 3-3 0,-2 2-4 15,-3 3-7-15,-2 3-5 0,1 1-8 0,-2 1-10 16,-7 5-8-16,4 3-4 0,-6 5-2 15,2 2-3-15,-3 4 0 0,-1 2 1 0,0 2 0 16,1 5 0-16,-4-1-1 0,2 2 0 0,0 3-2 16,0-1 0-16,0 0-1 0,0 2-1 0,3-2-1 15,-2 0-5-15,5-2-15 0,0-2-47 16,3-2-75-16,-1-2-86 0,2-4-147 0,2 0-201 16,-1-4-319-16,3 1-285 0,-1-4-184 15,3-3 23-15,2-2 464 0,-2-4 488 0</inkml:trace>
  <inkml:trace contextRef="#ctx0" brushRef="#br0" timeOffset="170503.83">25375 4002 274 0,'1'-1'612'0,"1"1"274"15,-4 1 140-15,2 4-216 0,-1 1-224 0,-3 2-148 16,3 6-92-16,-3-1-66 0,1 5-61 0,-1 5-56 16,1-1-54-16,1 4-35 0,2 1-28 15,0-2-15-15,3 2-19 0,2-1-4 0,3-2-5 16,0-2-2-16,1-3-4 0,7-3-2 16,0-4 3-16,3-4-1 0,3-3 5 0,0-3-1 15,5-6 3-15,2-3 3 0,1-2-3 0,-2-4 1 16,0-3 9-16,-1-3 28 0,-2 0 54 15,-4-1 58-15,0-2 32 0,-6 1 14 0,-2 0-5 16,-5-4-26-16,-3 3-39 0,-3-3-45 16,-2 0-28-16,-4 0-20 0,-4 2-13 0,-1 0-9 15,-7 3-7-15,-2 4-5 0,-4 4-3 0,-3 6 0 16,-3 6-1-16,-2 4-1 0,-2 6 2 16,1 4-1-16,1 4-2 0,0 3-5 0,0 3-47 15,4 4-69-15,1 1-79 0,-1 3-139 0,6 2-210 16,-2 2-325-16,4 2-280 0,0-1-207 15,5 2 1-15,-1-1 459 0,2-1 517 0</inkml:trace>
  <inkml:trace contextRef="#ctx0" brushRef="#br0" timeOffset="177699.93">19086 6220 21 0,'-3'2'232'0,"0"-1"131"0,-1 1 133 15,2-1-38-15,-1 1-85 0,1-2-24 16,-1 1 0-16,1-1 28 0,2 2 36 0,-3-2 16 16,2 1-16-16,-3-1-35 0,3 0-52 0,-1 0-59 15,1 0-61-15,-1 0-51 0,-1 0-25 16,2 0-7-16,-1 0 13 0,2 2 20 16,0-1 20-16,0-1 0 0,0 0-16 0,0 0-20 15,0 1-26-15,0-1-30 0,0 0-25 0,0 0-14 16,0 0-6-16,0 0-7 0,0 0-5 0,0 0-7 15,0 0-1-15,0 0-6 0,0 0-4 16,0 0-3-16,0 0 0 0,0 0 1 0,0 0-2 16,0 0-2-16,0 0-2 0,0-1-1 15,0 1-1-15,2 0-3 0,-1 0 1 0,-1 0-1 16,0 0 0-16,3 0-1 0,-1-1-2 0,-1-1 1 16,2 1-1-16,1-2 1 0,2 0 2 0,2 1 2 15,1-1-1-15,2 0 2 0,-1 0-1 16,4 0 1-16,1 2 1 0,0-2-1 0,0 3 2 15,0-2 1-15,1 2-1 0,-2 0 1 16,1 0-1-16,-1 2 1 0,-3 0 1 0,-1 0 1 16,0 1-1-16,-3 0 1 0,-1 0 1 0,-1 2-1 15,-2 1 0-15,0-1 0 0,0 1 4 16,-3 4 6-16,-3-3 3 0,0 2 4 0,0 2-1 16,-2-1 1-16,-1 1-3 0,-1-1-5 15,0 3-6-15,-1-2-3 0,0 2-2 0,0-1-1 16,-2-1-1-16,2 1-1 0,0-2 1 0,2 2 0 15,-2-1 0-15,4-2 0 0,-1 1 0 0,2-3-1 16,-1 0-3-16,1-2-1 0,3 1-1 16,0-2 1-16,0 2 1 0,2-2 0 15,3 1 1-15,-2 1 2 0,3-1 0 0,1-2 1 16,2 2 0-16,0-1 1 0,-1 0-1 0,3 0 1 16,0 0 2-16,-1-1-1 0,2 0 0 0,-4 1 0 15,2-1-1-15,-1 0 1 0,-1 0-2 16,-3 0 0-16,2 0 0 0,-3 0 0 0,1 2 1 15,-4-3 2-15,2 3 0 0,-3 1 1 16,0 2-1-16,-3 1 0 0,2 0 0 0,-4 1-1 16,1 2-1-16,-3-2 1 0,2 1 0 0,-1 2-2 15,-2-3 0-15,0 0 1 0,0-1 0 16,0 0 0-16,-1-2 0 0,-1 1 1 0,-1-2-1 16,-1 0 0-16,1-3 0 0,-1 1 0 15,-2-1 0-15,1-2 1 0,0-1 0 0,1 0 0 16,-2-1 0-16,3-2 1 0,1 1-1 0,0 0-2 15,2-3 0-15,1 3-3 0,-1-2-1 0,2 2-2 16,3-2-3-16,0 3 0 0,1-4-6 16,2 3-12-16,2-4-48 0,1 1-61 0,3-1-61 15,-1 0-111-15,3 0-155 0,2 0-235 16,-1-1-261-16,2 1-216 0,0 1-155 0,1-1 184 16,-2 2 477-16</inkml:trace>
  <inkml:trace contextRef="#ctx0" brushRef="#br0" timeOffset="179233.97">20062 6591 351 0,'0'-3'1219'15,"0"1"429"-15,0 2-171 0,-1 0-308 0,-1 0-485 16,1 0-256-16,1 0-176 0,-4 0-83 0,4 0-45 15,0 0-33-15,0 0-25 0,0 0-18 0,0 0-13 16,0 0-11-16,0 0-8 0,0 0-6 16,0 2-3-16,0-1-3 0,-1-1-2 0,1 0-2 15,-2 0 0-15,2 0-2 0,0-1-1 16,0 1-5-16,0 0-15 0,0-2-23 0,0 1-60 16,-2 1-73-16,2-1-133 0,0-1-202 0,0 2-302 15,0 0-345-15,0 0-279 0,-3-2-117 16,2 1 438-16,1 0 629 0</inkml:trace>
  <inkml:trace contextRef="#ctx0" brushRef="#br0" timeOffset="180618.37">21129 6117 272 0,'4'-6'617'15,"-6"4"306"-15,0-3 134 0,1 4-248 0,-1 2-257 16,-1 4-162-16,1 0-107 0,-1 3-69 15,0 2-58-15,0 5-31 0,-2 3-14 0,1 3-9 16,0 6-1-16,1 1 5 0,-2 7 7 16,2 0 3-16,-2 5-5 0,1-1-11 0,1 0-21 15,3-3-21-15,1-4-25 0,4-3-17 0,4-5-8 16,3-2-2-16,3-9-1 0,1-4 1 16,5-6 1-16,-4-6 2 0,5-6-1 0,0-7-3 15,0-3 3-15,-2-5-1 0,-3-3 0 16,-1 0 5-16,-1-1 36 0,-3 1 30 0,-4-2 19 15,-1 2 6-15,-4 0 5 0,-1-3-5 0,-4 0-31 16,1-2-27-16,-2 1-18 0,-1-2-9 0,-5 2-6 16,3 1-2-16,-4 1-2 0,-2 2-1 15,-3 5-2-15,0 4-4 0,-1 4-3 0,-5 5-1 16,-1 6-3-16,-2 5-1 0,1 5-2 16,-6 5-8-16,2 6-33 0,1 5-65 0,0 4-58 15,1 4-110-15,-2 4-166 0,2 7-277 0,-1 4-288 16,1 5-217-16,3 7-141 0,-4-1 262 0,1 6 523 15</inkml:trace>
  <inkml:trace contextRef="#ctx0" brushRef="#br0" timeOffset="198767.89">24443 5804 196 0,'2'2'995'15,"-4"1"595"-15,1-1-48 0,-4 1-302 0,0 0-461 16,2-3-313-16,2 1-201 0,-3-1-112 16,1 0-62-16,2-1-37 0,-3 1-23 0,3 0-16 0,-1-2-9 15,1 2-7-15,1-1-23 0,-4 1-59 16,4-3-69-16,-2 3-111 0,2 0-174 15,0 0-305-15,0 0-325 0,2-2-262 0,3 2-151 16,2 0 302-16,-3-3 596 0</inkml:trace>
  <inkml:trace contextRef="#ctx0" brushRef="#br0" timeOffset="199591.97">24945 5481 175 0,'1'3'390'16,"-1"-1"154"-16,-1 3 106 0,1 0-207 0,0 3-134 15,1 3-60-15,1 3-11 0,-1 0 23 16,1 4 14-16,1 2-15 0,0 3-6 0,3-1-20 16,-1 0-32-16,0 2-45 0,0-3-33 0,1 1-16 15,3-3-38-15,-1-4-30 0,2-1-16 16,0-2-5-16,0-3-1 0,2-3 0 0,2-4 17 15,-2-3 18-15,1-4 13 0,1-3 8 16,-1-4 8-16,-1-1 7 0,1-4-9 0,-3-2-9 16,1 2 5-16,-5-1 15 0,1 0 30 15,-3 1 36-15,2 1 23 0,-6-1 1 0,0 2-12 16,0 0-29-16,-6-2-35 0,3 3-39 0,-2-3-31 16,-1 1-15-16,-1 0-10 0,-3 2-3 15,2 0-4-15,0 2-1 0,-5 2-3 0,5 3-1 16,-3 0-4-16,0 3-3 0,0 4-3 15,-2 0 2-15,3 6-1 0,-3 1 3 0,0 4 2 16,2 1 4-16,1 2 0 0,0 3 2 0,2 2 0 16,0 0 0-16,3 3-2 0,-2 1-3 0,6 0-21 15,-4 0-56-15,5-2-49 0,5 2-64 16,-4-4-110-16,6-3-151 0,-1 0-144 0,2-3-201 16,5 0-231-16,-1-5-146 0,4-2 138 0,2-1 358 15,0-4 330-15</inkml:trace>
  <inkml:trace contextRef="#ctx0" brushRef="#br0" timeOffset="199954.02">25542 5511 260 0,'6'-2'524'16,"-3"-1"234"-16,-1 6 144 0,-2-1-218 0,-2 7-173 15,1 0-103-15,-1 5-59 0,-2 3-52 16,1 1-47-16,0 3-55 0,-1 3-48 0,3-1-43 15,-2 1-32-15,-1-1-24 0,4 0-23 16,0-3-9-16,4-2-8 0,0-5-4 0,1 1-3 16,4-5-1-16,1-3 2 0,1-4-2 0,2-4 1 15,1-4 1-15,3-6 0 0,-1-2-2 16,1-3-1-16,0-7 5 0,0 1 9 0,-3-1 8 16,2-4 30-16,-5 3 72 0,1 0 70 15,-4-1 33-15,0 1 6 0,-3 0-9 0,-5 0-29 16,0 3-55-16,-1-2-53 0,-6 2-32 0,-1 2-20 15,-3 3-14-15,-1 3-8 0,-7 3-4 16,-2 5-6-16,-4 4-4 0,-4 4-2 0,-2 7-1 16,-4 3-1-16,0 3-29 0,-3 3-55 0,2 3-55 15,-1 0-69-15,4 3-123 0,2-2-175 16,4 3-251-16,2-3-230 0,4 1-216 0,0 1-81 16,6-3 306-16,0 2 466 0</inkml:trace>
  <inkml:trace contextRef="#ctx0" brushRef="#br0" timeOffset="-211380.66">23465 5631 108 0,'-4'0'283'0,"1"-2"130"0,2 2 70 15,-1 0-119-15,0 0-90 0,0-1-42 0,2 1-9 16,-2 0 2-16,0-2 11 0,2 2 17 16,0 0 17-16,0 0 4 0,0 0-16 0,0 0-18 15,2 0-29-15,0 0-38 0,0 0-39 0,-2 0-36 16,2 0-31-16,0 0-10 0,1-1 0 15,2-1-4-15,-1-1-3 0,4 0-1 0,2-1 4 16,-2 1 10-16,1-2 0 0,5-1-3 0,-3 2 3 16,4-2 0-16,-1 1-4 0,0-1-25 15,0 3-13-15,-1 0-7 0,1 2-4 0,-3-1-5 16,1 2-1-16,-3 2 13 0,0-1 8 16,-1 2 4-16,2 0 7 0,-6 3 8 0,3 2 3 15,-2-1-1-15,-1 3 5 0,0-2-1 16,-3 4-4-16,2 0 13 0,-3 0 19 0,0 0 7 15,-3 1 9-15,2-2 15 0,-3 1 10 0,0 0-11 16,-3 0-19-16,2-1-16 0,1 0-20 0,-4 1-21 16,2-3-13-16,1 1-11 0,0 0-3 15,0-2-4-15,0-1-1 0,3-1-3 0,-2 0-2 16,1 1 2-16,3-3-4 0,-1 2-1 16,2 0 1-16,-1-2 0 0,3 2-1 0,1-1 0 15,2-1 5-15,-2 0 1 0,1 1-1 0,2 0 1 16,1-1 2-16,-1 0 0 0,0 1-1 15,1-3-1-15,0 4 2 0,-1-1 1 0,1 1 0 16,-1-2-1-16,-1 3 1 0,2-1 1 16,-2 2-1-16,0-2 0 0,-1 1-2 0,-1 2 3 15,0 0 0-15,1-1 1 0,-2-1 0 0,-2 3 1 16,1-3 3-16,0 0 2 0,-2-1 0 0,0 0 2 16,-4 0 2-16,1 0 15 0,-3 0 5 15,0 0 3-15,-2-1 0 0,-2-1 1 16,-4 0-2-16,1 0-11 0,-2-1-4 0,-1-2-3 15,-1 1-2-15,1-2-2 0,-2 0 1 0,1 0-5 16,1-2-3-16,-1 0-2 0,2-2-1 0,4 2 0 16,-3-1-2-16,5 1 1 0,1 0-2 15,-1-2 0-15,2 4-1 0,2-2-2 0,0 2 1 16,2-3-3-16,0 1-6 0,0 1-33 0,2 1-59 16,-1 0-55-16,0-1-75 0,2 1-126 15,2-2-167-15,1 0-238 0,2 1-228 0,1 0-211 16,0-1-62-16,1 0 296 0,2 2 453 15</inkml:trace>
  <inkml:trace contextRef="#ctx0" brushRef="#br0" timeOffset="-191411.51">24013 5786 50 0,'0'4'257'0,"2"-3"140"0,-2 0 138 15,1 1-98-15,-1 0-107 0,4-1-73 0,-4-1-46 16,0 1-38-16,1-1-35 0,1 0-21 15,-1-1-1-15,1 0 21 0,1-1 32 0,0-1 51 16,1-3 41-16,2 0 33 0,0-1 6 0,0-2-15 16,2-1-30-16,2-3-39 0,-1 0-40 15,-1-1-40-15,5-2-31 0,-4 1-15 0,3-2-6 16,-2 0 6-16,2 1 18 0,-3 0 22 16,3-1 19-16,0 2 5 0,-3-2-9 0,0 4-11 15,0 0-19-15,-1 1-22 0,-2 3-23 0,0 0-18 16,-1 1-11-16,-2 1-14 0,0 2-9 15,0 0-4-15,-3 1-5 0,4 3-5 0,-4-2-1 16,1 1-1-16,-1 1-4 0,0 1-1 16,2 0-1-16,-2 0-2 0,1 0-1 0,-1 1 0 15,0 2 3-15,2 0 1 0,-2 3 2 0,2 2 3 16,-2 2 4-16,0 1-1 0,1 0 1 0,-1 2-1 16,0 2 1-16,-1 0 0 0,1 3-2 15,-4-2 2-15,3 4-1 0,-1-1 0 0,-3 1-1 16,2 0-1-16,2-1-2 0,-4 1 0 15,0 0 1-15,1 0 0 0,-3-1-1 0,2 1 1 16,2-2-1-16,-2 0-2 0,0-2-2 0,2-1-1 16,-3 0 0-16,3-2 3 0,2-3-4 15,-3 0-28-15,1-2-57 0,2-2-53 0,-3-2-81 16,-1-1-159-16,2-3-203 0,2-2-285 0,-4 0-235 16,2-4-200-16,-2-2 46 0,2-1 474 15</inkml:trace>
  <inkml:trace contextRef="#ctx0" brushRef="#br0" timeOffset="-188870.72">19714 6186 5 0,'2'-2'221'0,"0"2"131"16,-1-3 128-16,2 0-32 0,-1 3-103 16,1-1-76-16,-2-1-27 0,-1 2 5 0,2-2 26 15,-2 2 27-15,1 0 33 0,-1 0 26 16,0 0 8-16,0 0-21 0,0 0-36 0,0 0-49 15,-1-1-54-15,1 1-44 0,-2 0-38 0,2 1-27 16,-1-1-19-16,1 2-16 0,-5 0-18 16,4-1-9-16,-1 0-11 0,-1 4-16 0,0-3-4 15,0 4-4-15,-1 1-1 0,-1 1-3 0,2 2-3 16,-3 1 6-16,2 2 1 0,-1 2 0 16,1 1 0-16,1 3 0 0,-2 0 4 0,2 5-5 15,2-3-4-15,-5 3 1 0,4 1 3 16,1 1 3-16,-1 0-3 0,2 2-2 0,2-5 3 15,-1 2-6-15,2-1-2 0,2-2 0 0,1-2 1 16,-1-1 3-16,1-2-3 0,2-2 2 16,1-1 1-16,0-4-1 0,0-2 0 0,3-1 1 15,-2-4 2-15,1-3 3 0,0-1 1 16,2-5-3-16,1-5 2 0,-1-1 1 0,-2-5 0 16,5 0-1-16,-5-4 1 0,1-1 17 0,-1-3 25 15,-2 2 44-15,0 1 37 0,-3 0 26 16,-3 1 8-16,0-2-12 0,-1 3-22 0,-2-4-35 15,0 4-33-15,-3-3-24 0,0 1-13 16,-2 0-7-16,-3 3-3 0,4 1-4 0,-5-1 2 16,1 4 1-16,-1-2-1 0,1 4 2 0,0 2-3 15,0 0-1-15,-1 3-4 0,3 0-2 0,-2 3-2 16,0 3-2-16,-2 0-4 0,4 2-11 16,-2 3-33-16,1 2-51 0,-2 2-47 0,1 3-53 15,0 1-94-15,2 1-129 0,0 2-132 16,1 1-233-16,2 0-228 0,1 0-189 0,2 0 68 15,0 0 363-15,0 0 394 0</inkml:trace>
  <inkml:trace contextRef="#ctx0" brushRef="#br0" timeOffset="-185738.73">20410 6163 45 0,'1'0'254'0,"-1"-2"134"0,2 2 123 16,0 0-89-16,-2 0-117 0,1 0-59 0,-1 0-32 16,0 0-4-16,0 0-4 0,0 0-4 15,0 2-3-15,0-2 8 0,0 3 0 0,0-2 17 16,0 3 30-16,0-2 13 0,0 3 11 0,0 1-19 15,0-1-21-15,0 0-43 0,0 2-43 16,0-1-29-16,0 1-32 0,-1 2-21 0,1 0-13 0,-2 0-8 16,0 2 3-16,2-2-5 15,-1 2-3-15,-1 2-2 0,2-3-7 0,-1 1 0 16,-1-1-11-16,2-1-10 0,-3 0-6 0,3-3-6 16,0 1-4-16,0-3-4 0,0 0-4 15,0 0 1-15,0-2 3 0,0 0 3 0,3-1 1 16,-1-1 0-16,1-1 1 0,2 1 1 15,-1-3-2-15,3-2 2 0,-1 3 0 0,3-4 0 16,-1 2 0-16,1 0-1 0,1-1 3 0,-2 2-2 16,2-1 2-16,-2 0-2 0,1 3-3 15,-2 0 0-15,-1 1-4 0,0 1 0 0,0 0-1 16,-1 1 4-16,0 1 4 0,-2 0 1 16,2 2 3-16,-2 1 3 0,2-1 0 0,-1 3 3 15,0 1-2-15,-1 2 0 0,-2-1 1 0,3 2-7 16,-3 0 4-16,-1 1 0 0,2-1-3 0,-2-1 1 15,0 1 3-15,0-2 1 0,0 0-4 16,-2-1 1-16,2-1 3 0,-1 1-2 16,-3-2 2-16,1 0 0 0,0 1 0 0,-3-2-3 15,1-1-1-15,0 1 4 0,-1-1-7 0,-1 0 8 16,0-3-3-16,2 0-2 0,-1 1-2 0,1-3-11 16,0 0-17-16,0 0-27 0,-1-5-21 15,3 1-38-15,0-2-72 0,1-3-96 0,-1 0-103 16,2-3-122-16,1 1-204 0,0-3-233 15,0 0-92-15,0 0 109 0,-2 1 281 0,0 0 290 16</inkml:trace>
  <inkml:trace contextRef="#ctx0" brushRef="#br0" timeOffset="-185358.68">20511 6092 157 0,'3'2'413'16,"-1"-2"219"-16,0 2 168 0,-1-2-174 0,-1 0-171 15,2 1-126-15,-1-1-92 0,1 1-68 0,1-1-64 16,-2 0-43-16,2 0 15 0,-1 2 54 16,5 0 62-16,-3-2 41 0,4 1 15 0,3-1 6 15,0 1-33-15,1-1-56 0,2-1-55 0,0 1-42 16,3-1-22-16,-1-3-20 0,3 2-14 16,0-3-8-16,-1 2-5 0,-3-3-3 0,1 2 2 15,1-1 2-15,-4 0 0 0,1 1-5 0,-4 1-28 16,0-1-124-16,-3 2-178 0,-2 0-291 15,-4 0-268-15,-1 2-259 0,0 0-105 0,-1 2 361 16,-4 0 481-16</inkml:trace>
  <inkml:trace contextRef="#ctx0" brushRef="#br0" timeOffset="-182148.84">20734 9336 158 0,'3'-6'398'0,"-1"0"211"0,-2 0 197 15,-2 0-94-15,1 1-63 0,-1-1-62 0,-3 2-69 16,1-2-62-16,-3 2-73 0,1-1-82 0,-3 2-73 16,-1 0-39-16,0 3-16 0,-4 0-5 15,-2 4-12-15,1 1-19 0,-1 1-17 0,-3 3-23 16,0-1-24-16,1 6-24 0,1 1-19 0,1 3-10 16,2 2-8-16,1 2-5 0,4 0-4 15,0 2-3-15,2-1-1 0,4-3-3 0,3-1-3 16,2-2 0-16,2-4-1 0,3-1 2 15,3-3 1-15,3-3 3 0,1-6 2 0,4-3 4 16,1-5 1-16,0-2-1 0,3-6 2 0,-2-2-1 16,1-2 1-16,-2-1-2 0,-2 0 0 15,-4 2 0-15,0 0 3 0,-2 5 1 0,-5 0 3 16,2 3 5-16,-3 1 4 0,-1 3 4 0,0 2-2 16,-3 1-1-16,2 0-2 0,-3 3-8 15,4-2-5-15,-4 3-6 0,0 0-4 0,1 0-1 16,-1 3-2-16,0 3 1 0,2 0 1 15,-1 5 2-15,1 1 2 0,0 3 1 0,1 1-1 16,2 5 2-16,1-1 1 0,0 4 1 0,0 0-3 16,3 0 1-16,1 1-2 0,1-1 0 15,2 0-3-15,1-3-1 0,4 0-13 0,1-3-56 16,1 1-55-16,3-6-77 0,0 0-127 16,6-2-181-16,-3-3-293 0,4 3-243 0,1-9-216 15,-1 2-40-15,0-4 360 0,-4-1 478 0</inkml:trace>
  <inkml:trace contextRef="#ctx0" brushRef="#br0" timeOffset="-179114.74">27939 8443 154 0,'-14'-2'363'0,"-8"-1"150"0,-3 6 112 16,-5 3-172-16,-4 2-145 0,1 6-37 0,-3 4 25 15,1 2 53-15,-2 5 46 0,6 3 4 0,1 3-20 16,1 2-49-16,6 2-64 0,1 0-63 16,4 1-64-16,2 0-49 0,8-3-35 0,3-2-25 15,5-1-17-15,5-3-13 0,5-2-6 16,6-4 5-16,1-3 0 0,5-1 2 0,7-5 5 16,1-3 3-16,5-4 2 0,3-4-2 15,6-3-2-15,2-3-9 0,1-3-49 0,-1-3-107 16,1-2-141-16,-4 0-193 0,-2-2-290 0,-2 0-257 15,-5 1-122-15,-7 1 213 0,-7-1 393 16</inkml:trace>
  <inkml:trace contextRef="#ctx0" brushRef="#br0" timeOffset="-176646.14">24111 8466 85 0,'2'-11'311'0,"-2"3"169"0,-2-1 161 16,2 3-83-16,-1 2-101 0,-3 2-76 0,1 2-57 15,-3 2-46-15,2 4-55 0,-5 3-57 16,3 3-53-16,0 7-31 0,-4 3 1 0,2 8 5 15,0 4 16-15,4 7 12 0,-4 2 24 0,3 6 15 16,0 2-10-16,2 1-15 0,2 2-24 16,1 0-25-16,0-3-29 0,4-3-23 0,1-2-17 15,4-7-7-15,3-3-5 0,-1-7 2 16,4-4-2-16,2-4 4 0,0-6 3 0,0-4 3 16,1-5 2-16,0-4 3 0,-2-4 0 0,1-5-3 15,0-7 0-15,0-2 6 0,-4-3 7 16,1-2 10-16,-3-1 10 0,-1-3 11 0,-6 1 14 15,2 3 10-15,-3-4 13 0,-4 4 20 16,-2 0 16-16,-3 2-1 0,-1 2-12 0,-1 2-22 16,-1 4-19-16,-2 4-33 0,0 3-29 0,-5 6-17 15,2 2-6-15,-4 5 0 0,4 3-34 16,-3 5-36-16,1 0-33 0,-1 4-84 0,2 1-131 16,0 1-169-16,0-2-253 0,3 2-243 0,0-3-202 15,1 2 46-15,4-3 362 0,-1-1 399 16</inkml:trace>
  <inkml:trace contextRef="#ctx0" brushRef="#br0" timeOffset="-175010.8">20348 10380 311 0,'5'4'744'0,"-2"0"270"0,0 1 31 0,1-4-234 16,0 1-372-16,6-4-214 0,-2 0-121 0,4-4-51 16,7-4-26-16,2 0-11 0,1-2-5 0,3-3-2 15,5 0 0-15,-1-2-1 0,-1 3-2 16,1-1-3-16,-6 3-2 0,-2 1-1 16,-1 2 9-16,-7 1 31 0,1 4 38 0,-6 1 36 15,-3 2 18-15,0 2 11 0,-2 5-3 0,-6 3-24 16,-2 3-31-16,0 5-30 0,-3 1-15 15,-1 2-15-15,-5 4-11 0,2 2-5 0,-1 1-5 16,1 2-4-16,3-2-2 0,0 1-1 16,4-5-2-16,1-1 0 0,4-3-2 0,4 1 0 15,1-3 0-15,5-2-3 0,3-2-1 0,3-3 1 16,0 1 1-16,2-3-2 0,0-3 3 16,3 1 1-16,-3-2 2 0,-2-1 2 0,2 0 0 15,-6 0 7-15,1 0-2 0,-4 0 3 0,-1 1-1 16,-3 1 3-16,-1 0-1 0,-3 3 7 15,-4 2 13-15,-4 2 8 0,-1 2 8 0,-4 1 9 16,-2 1 6-16,-5 2-1 0,-2 0-14 16,-4 4-1-16,-2-1-9 0,-2 0-5 0,1-2-8 15,1 0-3-15,2-5-2 0,3 0-7 0,0-5 3 16,1-2-8-16,3-3-10 0,5 0-28 0,1-6-19 16,7-3-42-16,2-3-92 0,8-3-122 15,3-3-150-15,9-2-275 0,6-1-260 0,5-2-182 16,7-5 84-16,7 0 359 0</inkml:trace>
  <inkml:trace contextRef="#ctx0" brushRef="#br0" timeOffset="-174196.79">23297 10144 373 0,'-1'2'669'16,"-4"-4"193"-16,5-1 35 0,1-1-289 0,9-4-306 15,-1-2-113-15,7-2-36 0,5-3-13 16,4-2 9-16,5-1 39 0,5 0 18 0,3-2-27 15,3 2-31-15,-2 1-21 0,3 1-26 0,-2-1-44 16,0 6-25-16,-4 2-1 0,-4 2 5 16,-3 5 12-16,-4 4 19 0,-6 2 17 0,-2 5 17 15,-2 3 4-15,-8 5-3 0,0 2-7 0,-7 5-13 16,-4 4-2-16,-2 0 4 0,-5 1 2 16,2 5-8-16,-5-1 0 0,-1 1 1 0,2-1-16 15,-4-2-24-15,4 1-13 0,1-4-9 0,2-2-10 16,2-3-12-16,2-4-2 0,5 0 2 15,2-6-3-15,5 0-2 0,4-2 7 0,3-3 3 16,2-3 0-16,6 0 1 0,0-4 1 16,2-1 2-16,4-3-4 0,1-1 4 0,-1-1-2 15,3-1-4-15,-1 0-1 0,-4 2 3 0,1 1-1 16,-4 0-4-16,-6 1 1 0,1 2 4 0,-4 2 2 16,-4 1 2-16,-4 3 4 0,-5 1 3 15,-4 4 1-15,-2 2 0 0,-8 3 0 0,0 3-7 16,-7 3 0-16,-2 2-3 0,-1 1 2 15,-2 0-1-15,1 0-3 0,-2 1-1 0,4-2-32 16,-1 1-50-16,3-5-46 0,4-4-99 0,3-2-154 16,4-4-236-16,6-5-272 0,5-4-234 15,4-2-186-15,6-6 166 0,3-1 483 0</inkml:trace>
  <inkml:trace contextRef="#ctx0" brushRef="#br0" timeOffset="-173380.67">26785 9790 69 0,'5'-4'452'0,"-1"-4"292"0,1 2 168 0,2 0 38 15,3-2-362-15,3 0-196 0,4-1-96 16,1 0-58-16,6-2-28 0,3 2-44 16,3-2-46-16,0 1-41 0,3 0-32 0,0 1-19 0,0 1-14 15,1 1-6-15,-6 1-7 0,0 4-1 16,-4 2-2-16,-5 0 6 0,0 5 19 0,-8 5 14 15,-2 4 5-15,-5 2 5 0,-4 5 0 16,-7 5-6-16,-2 1-16 0,-2 4-4 0,-5-2 3 16,2 2 6-16,-3 1 11 0,1-1 11 15,-2-2 3-15,6-1-3 0,-2-2-10 0,6-5-12 16,0-2-11-16,6-4-9 0,4-1-6 0,2-4-7 16,4-2 2-16,6-4 3 0,4-1-4 15,2-1-1-15,2-2 1 0,4 3 2 0,-2-3-5 16,3 1-3-16,-1 1 3 0,0 0 3 15,-1 3-3-15,-4 1 0 0,-3 2 6 0,-2 1 5 16,-5 3-4-16,-4 1 2 0,-2 1 3 0,-5 3 3 16,-5 0-5-16,-2 4-3 0,-2-1 3 15,-5 3-4-15,-2-1-2 0,-2 0-1 0,-2 1-1 16,1-1 2-16,-3-1 2 0,1 1-2 0,-1-4-10 16,-2-2-22-16,2-1-53 0,-1-5-130 15,-1-1-162-15,-2-2-262 0,4-5-273 0,0-1-241 16,3-1-43-16,-1-2 344 0,4-4 424 15</inkml:trace>
  <inkml:trace contextRef="#ctx0" brushRef="#br0" timeOffset="-171256.7">19757 11653 195 0,'-11'9'559'0,"-2"-1"323"0,-1 0 188 15,3 1-118-15,0 2-300 0,-2 0-160 0,4 1-99 16,1 4-54-16,-1 3-30 0,2 1-37 0,2 5-33 16,2 5-25-16,0-1-33 0,1 4-40 15,2 3-45-15,0 0-36 0,2 2-21 0,1-2-16 16,0 0-10-16,2-3-4 0,2-4-4 15,2-1-2-15,0-3 1 0,3-3-4 0,-2-5 1 16,3-2-1-16,3-4 2 0,-2-4-1 0,3-5 2 16,1-4 3-16,2-5-2 0,-2-4 0 0,4-4 0 15,2-2-1-15,-2-2 0 0,-1-1-2 16,-1 1 1-16,-1 2 0 0,-2 1 1 16,-3 3-2-16,-2 1 3 0,-3 3 0 0,-2 3 3 15,0 2 0-15,-4 0 1 0,1 4 1 0,-3 4 0 16,-1 0-1-16,-1 5-2 0,-1 3 2 0,-3 2-1 15,-1 3 3-15,1 2 1 0,-1 0-1 16,0 1 0-16,-2 3-1 0,-2 2-2 0,2-2-3 16,0 2-1-16,0 0 1 0,-1-3-4 15,3 2 0-15,1-1 0 0,0-2-2 0,0-2-2 16,1-1-1-16,2-1-5 0,-1-2-21 0,2-5-54 16,1 0-61-16,-2-2-72 0,2-4-127 15,0 0-175-15,0-4-265 0,2-4-245 0,-2-2-208 16,1-1-75-16,1-2 321 0,-1-3 480 0</inkml:trace>
  <inkml:trace contextRef="#ctx0" brushRef="#br0" timeOffset="-170830.75">20182 12209 313 0,'10'-7'597'0,"-2"-5"267"0,0-1 182 0,1-5-225 16,5-4-208-16,-1 0-145 0,3-4-83 0,0-5-76 15,3-2-76-15,1-3-57 0,-1-2-16 16,2-1 4-16,-1-1 12 0,-1 1-3 0,-2 3-13 15,0 1-14-15,-4 4-19 0,-1 6-21 16,-3 2-18-16,-1 4-11 0,-2 3-5 0,-2 7-11 16,0 1-9-16,-4 3-12 0,0 4-13 0,0 4-10 15,-4 4-6-15,0 5-5 0,-1 3-3 0,1 5 0 16,-4 1 0-16,3 2-2 0,0 4 1 16,-1 3-1-16,1-2 1 0,-1 2-2 0,2 0-1 15,-3 0 1-15,2 3-4 0,0-2 2 16,1-1-3-16,-2 0 2 0,2-2 0 0,1 0-6 15,2-3-21-15,-3 0-67 0,3-3-66 0,-1-4-133 16,1 0-191-16,1-4-312 0,0-1-334 16,1 0-244-16,-1-2-109 0,2-3 414 0,-1 0 583 15</inkml:trace>
  <inkml:trace contextRef="#ctx0" brushRef="#br0" timeOffset="-170605.59">20600 12309 377 0,'4'-1'1096'0,"0"-1"463"0,-3-1-106 0,3 2-312 15,-3-1-451-15,-1-1-257 0,2-3-162 16,-2 4-113-16,1-4-59 0,2 1-40 0,-1-1-27 16,-1 2-16-16,1-2-8 0,-1 0-5 15,3 2-2-15,-3-1-4 0,4 2-6 0,-2-1-20 16,1-1-64-16,0 3-65 0,2-3-114 0,-1 2-167 15,1 0-280-15,-1 1-323 0,3-2-242 0,1 4-152 16,0-2 273-16,0 0 547 0</inkml:trace>
  <inkml:trace contextRef="#ctx0" brushRef="#br0" timeOffset="-170226.63">21123 11875 366 0,'-8'9'964'0,"-4"0"311"0,0 4-35 0,-2 1-187 16,3 3-420-16,0 1-239 0,0 3-115 15,3 3-60-15,2-1-50 0,1 5-50 0,3 0-54 16,2 2-27-16,2-2-17 0,3-1-11 16,4-2-5-16,4-6-3 0,4 0 2 0,4-7-4 15,4-4 0-15,3-5 2 0,4-6 1 0,1-4 3 16,2-5-1-16,2-4 0 0,-4-5 2 0,0-1 1 15,-1-2 2-15,-6-1 0 0,0-1 7 16,-9-2 8-16,1 5 4 0,-6-1 5 0,-3 2 6 16,-4 1 1-16,-5 0-4 0,-1 1-7 0,-4 1-5 15,-6-1-8-15,2 0-7 0,-4 4-5 16,-3 0-2-16,2 3-2 0,-7 2-3 0,3 3 0 16,-3 5-2-16,-1 5-1 0,0 5 0 15,-2 3-2-15,5 3-4 0,-2 6-18 0,4 1-48 16,-1-1-58-16,7 1-56 0,2 0-104 15,6 0-153-15,5-3-202 0,1 1-249 0,7-3-219 16,3-3-165-16,3-3 157 0,3-3 440 0</inkml:trace>
  <inkml:trace contextRef="#ctx0" brushRef="#br0" timeOffset="-169930.66">21722 11994 330 0,'2'25'682'0,"-4"2"277"0,1 2 91 0,-1 1-289 15,1-2-240-15,1 1-205 0,0-2-100 16,1-2-74-16,2-4-59 0,3-3-33 0,2-5-18 16,0-2-8-16,2-5-9 0,4-5-3 15,1-4 0-15,-2-6-7 0,4-4 1 0,1-2-4 16,-2-6 5-16,3 0 4 0,-2-4 15 0,-4-2 23 16,0-3 16-16,-2 1 12 0,-3-3 13 0,-2 3 15 15,-3-4 7-15,-3 0-2 0,-1 2-7 16,-6-1-4-16,-1 2-13 0,-2 0-21 15,-5 5-19-15,-2 5-22 0,-1 2-9 0,-4 6-16 16,-3 4-2-16,1 8-4 0,-3 4-10 0,0 3-26 16,2 7-31-16,3 0-38 0,1 3-112 0,3 2-156 15,0 1-284-15,5 3-253 0,2 2-230 16,4 0-103-16,0-1 304 0,6-2 470 0</inkml:trace>
  <inkml:trace contextRef="#ctx0" brushRef="#br0" timeOffset="-168884.73">23319 11318 271 0,'0'0'486'0,"-1"0"188"0,-3 1 78 0,3 2-233 16,-1 3-114-16,1 1-45 0,-1 5-11 15,0 3 1-15,-1 4-4 0,3 1-26 0,0 5-37 16,-1 0-40-16,1 7-29 0,-5-3-29 0,5 4-35 16,0-2-24-16,0-1-28 0,0-2-30 15,5-1-27-15,-4-5-20 0,2-1-12 0,2-3-8 16,2-3 5-16,1-3 3 0,1-3 1 16,0-3 0-16,3-4 4 0,2-2 3 0,-3-7 0 15,3 1 1-15,-1-2-9 0,1-3 1 16,-5 2 1-16,1 2 1 0,-2 1-8 0,0 0 0 15,-5 1 0-15,2 2 0 0,-4 3 1 0,1 0-3 16,-2 3-1-16,-2 5 0 0,1 2-1 0,-6 5 0 16,0 4-3-16,-1 3 2 0,0 1 3 15,-1 3-2-15,-1 0 3 0,0-1-3 0,2 1-1 16,-1-1-5-16,3-3-4 0,-1 1-8 16,1-3-40-16,2-2-40 0,1-4-91 0,2 0-144 15,1-5-189-15,0-2-293 0,0-2-241 0,3-4-195 16,-2-2 130-16,3-4 431 0</inkml:trace>
  <inkml:trace contextRef="#ctx0" brushRef="#br0" timeOffset="-168526.74">23544 11959 247 0,'7'-6'489'0,"1"-1"216"0,1-5 171 15,3-3-179-15,1-3-132 0,4-5-88 0,1-4-49 16,2-2-58-16,2-3-69 0,0-5-79 16,2-1-65-16,0-3-33 0,-1 1-6 0,-2-1 18 15,1 1 37-15,-1 2 22 0,-4 4 8 0,0 2-2 16,-5 5-13-16,-3 6-21 0,0 3-32 16,-4 4-22-16,2 4-18 0,-6 2-17 0,3 3-21 15,-4 2-19-15,0 1-16 0,-4 4-12 16,3 2-9-16,-6 4-3 0,2 2-1 0,1 3-1 15,-2 3 2-15,1 2 0 0,-2 1 2 0,3 1 1 16,-1 4 0-16,0-1 1 0,1 3 0 16,-3 1 0-16,4-2-1 0,0 2-1 0,0 1 0 15,1 0-1-15,0-3-8 0,4 3-17 0,0-3-51 16,-1 0-70-16,2-3-98 0,-1-1-159 16,1-2-263-16,0-2-325 0,3 2-289 0,-1-3-183 15,0-2 146-15,-2-1 572 0</inkml:trace>
  <inkml:trace contextRef="#ctx0" brushRef="#br0" timeOffset="-168340.22">24061 11947 196 0,'6'3'1011'0,"-1"0"595"16,-5-1-52-16,0 1-296 0,0-2-464 0,-5 1-304 16,4-2-208-16,-1 0-109 0,0 0-63 0,1-2-42 15,-1 2-30-15,1-1-18 0,1-1-13 16,0-1-7-16,0 1-13 0,1-1-22 0,2-1-61 15,-1 1-75-15,0-3-131 0,4 2-198 0,-3-1-307 16,2-1-346-16,1 2-263 0,1-4-97 16,3 1 433-16,1-4 602 0</inkml:trace>
  <inkml:trace contextRef="#ctx0" brushRef="#br0" timeOffset="-167986.82">24410 11584 259 0,'-14'11'948'0,"-4"3"454"16,1 3-3-16,-3 1-196 0,2 2-480 0,3-1-288 16,0 2-160-16,3 0-92 0,2 1-64 0,4-2-52 15,2 2-30-15,4-3-18 0,4-1-10 16,0 1-5-16,5-4-4 0,4-2 0 0,4-3 2 16,1-3 1-16,4-4 0 0,2-5 0 15,3-2-1-15,3-7 2 0,-1 0 0 0,-1-6-3 16,-1 0 2-16,-2-5-3 0,-4 0 3 0,-1-1-1 15,-2 1-2-15,-4-2 1 0,-2 0 0 0,0 1 4 16,-4-1 1-16,-7 2 2 0,-1-2 0 16,-1 4-3-16,-6 1 1 0,-1 2-2 0,1 0-1 15,-5 4-1-15,1 3-1 0,-3 1-1 16,1 4-1-16,-2 4-3 0,0 2-3 0,1 5-1 16,0 3 3-16,-2 3 1 0,5 3-2 0,0 3-2 15,0 2-25-15,5 1-54 0,-1 3-56 16,4 0-86-16,1-2-145 0,6 0-233 0,0-2-287 15,8-3-237-15,3-4-200 0,4-4 82 16,4-5 481-16</inkml:trace>
  <inkml:trace contextRef="#ctx0" brushRef="#br0" timeOffset="-167684.66">24932 11576 272 0,'4'0'641'0,"-4"2"305"0,-3 3 123 0,-1 4-229 16,-2 0-269-16,-1 9-203 0,1 0-109 0,-2 4-84 15,0 2-66-15,3 2-46 0,4 1-29 16,-3-1-14-16,4-1-11 0,4-4-8 0,2-3-5 16,3-3-4-16,2-3-6 0,2-5-14 15,5-3-11-15,0-8 0 0,2-3-2 0,2-2 3 16,0-4 8-16,2-4 14 0,-2-1 13 0,1-2 3 16,-1 0 4-16,-1-3 11 0,-2 2 16 15,-3-4 17-15,-2 3 16 0,-4-2 9 0,-2 2 6 16,-2-2-6-16,-6 0-16 0,0 1-13 15,-6 1-17-15,-1 1-6 0,-1 0-7 0,-5 1-9 16,-1 2-13-16,-2 5-31 0,-4 2-36 0,0 5-39 16,-3 5-44-16,-1 2-76 0,2 4-101 0,0 2-115 15,5 4-255-15,0 1-189 0,4 3-91 16,-1 0 117-16,4 2 302 0</inkml:trace>
  <inkml:trace contextRef="#ctx0" brushRef="#br0" timeOffset="-166714.84">26894 11053 17 0,'0'-2'346'16,"-3"1"256"-16,-2 2 197 0,0 1 89 0,0 1-292 15,1 5-153-15,-2 1-58 0,3 5-44 0,-1 2-32 16,0 3-42-16,0 5-59 0,1 0-62 16,0 2-61-16,1 0-40 0,2 0-24 0,2-3-12 15,1-2-5-15,2-1 3 0,1-3-3 16,2-2 1-16,5-3 0 0,-2-1 0 0,1-4 1 15,3 0 0-15,0-6 3 0,1-2 10 0,2-2 5 16,-2-1-1-16,-1-1 3 0,0 0 0 16,-1 0-2-16,-2-1-5 0,-3 1-8 0,1 3-5 15,-3 0-5-15,-2-1 1 0,-2 3 8 16,2 2 10-16,-2 2 9 0,0 4 19 0,1 1 20 16,-2 3 7-16,-2 3 1 0,0 2-5 0,-2 1-3 15,1 2-17-15,-4 2-13 0,2 0-12 16,-3 0-8-16,1 0-6 0,0 0-7 0,0 0-33 15,-1-3-39-15,3 0-78 0,0-4-140 16,1-2-189-16,1-2-298 0,1-4-252 0,0-2-227 16,1-4 52-16,4-2 426 0</inkml:trace>
  <inkml:trace contextRef="#ctx0" brushRef="#br0" timeOffset="-166362.56">27316 11451 375 0,'3'2'770'0,"2"1"274"15,-2-8 77-15,2 0-282 0,4-4-277 16,-1-3-200-16,4-3-106 0,3-2-67 0,1-5-49 16,1-2-32-16,5-1 5 0,-1-1 15 0,1-1 23 15,0-1 23-15,0-1-4 0,-1 1-6 16,0 1-25-16,-5 0-25 0,1 1-23 0,-3 3-25 15,-1-1-13-15,-4 6-11 0,1 1-8 16,-3 3-4-16,-2 2-5 0,2 3-3 0,-6 3-4 16,3 1-3-16,-3 3-3 0,-1 3-5 0,-1 4-1 15,-3 5-4-15,0 6 1 0,-5 2-2 0,0 5-1 16,1 3 2-16,-3 4-1 0,-1 3 0 16,-1 1-1-16,0 1 0 0,-1 1-1 0,3-1-3 15,-2-2-10-15,4 1-53 0,1-3-71 16,3-4-109-16,1-2-168 0,2 0-277 0,2-4-338 15,4-3-281-15,1-3-153 0,2-3 257 0,2-5 580 16</inkml:trace>
  <inkml:trace contextRef="#ctx0" brushRef="#br0" timeOffset="-166090.08">27991 11484 363 0,'0'1'937'0,"0"3"368"0,-3-2 37 0,0 1-223 0,0-1-421 15,-2-1-246-15,1 0-145 16,0 1-92-16,3-1-80 0,-3-1-73 0,1 0-85 15,2 0-78-15,-1-1-111 0,0-1-175 0,2 2-298 16,0 0-322-16,0 0-265 0,2 0-163 16,1-2 275-16,0-1 588 0</inkml:trace>
  <inkml:trace contextRef="#ctx0" brushRef="#br0" timeOffset="-165628.7">28295 11164 327 0,'-2'4'619'0,"-1"0"231"0,-1 5 131 15,0 3-207-15,1 6-226 0,2 3-124 16,-1 6-67-16,0 3-53 0,2 1-66 0,0 5-72 16,0 2-58-16,4-1-38 0,0 1-25 15,4-4-18-15,2-3-14 0,1-1-7 0,4-7-4 16,3-4-1-16,2-5 5 0,2-5 2 0,4-5 5 16,-4-8-2-16,3-2-2 0,1-8 2 0,-3 0-7 15,-2-5 8-15,-1 1 56 0,-2-3 66 16,-7 1 42-16,-1-1 21 0,-4 0 4 15,-2-3-15-15,-4 4-45 0,-6-2-52 0,2 0-34 16,-3 0-22-16,-1 3-10 0,-4 2-5 0,0 0-4 16,1 6-2-16,-3 0-2 0,1 3-3 0,-1 6-5 15,0 2-3-15,-2 2-2 0,4 6-4 16,-1 1 0-16,-1 4 0 0,2 1-1 0,3 1-4 16,1 3-32-16,4-1-60 0,2 2-58 0,2 0-98 15,3-2-156-15,0-1-251 0,5 1-289 16,5-3-226-16,3-2-176 0,4-4 155 0,4-5 511 15</inkml:trace>
  <inkml:trace contextRef="#ctx0" brushRef="#br0" timeOffset="-165332.73">28978 11334 141 0,'14'-6'866'16,"-1"3"630"-16,-5 0 35 0,-5 3-266 0,-1 1-443 15,-6 5-327-15,0 2-196 0,-5 2-122 16,0 4-67-16,0 1-38 0,-3 4-24 0,3 1-19 15,0 1-12-15,1 0-8 0,3-2-2 0,2 1-3 16,1-4-2-16,4-2-3 0,2 1 1 16,3-5 1-16,3-3-1 0,2-5 0 0,2-3-1 15,3-4 1-15,3-2-1 0,-1-6 0 0,-1 0 0 16,2-2 3-16,-3-1-1 0,-3-1 3 16,0 0 0-16,-3-2 2 0,-2 1 1 0,-5 0-1 15,1 0 0-15,-5-1 0 0,-3 1-2 16,-3-2-3-16,-3 1 0 0,0-1-5 0,-8 1-10 15,-4 1-29-15,-1 1-66 0,-5 2-63 0,-5 2-102 16,-3 1-157-16,-5 3-223 0,-3 3-303 16,-2 1-223-16,0 4-182 0,-1-1 135 0,-2 1 491 15</inkml:trace>
  <inkml:trace contextRef="#ctx0" brushRef="#br0" timeOffset="-160732.71">19012 12991 64 0,'-4'-1'422'0,"-3"1"286"0,2 0 165 15,0 0 12-15,0 0-413 0,5 0-218 0,5 1-119 16,4 1-85-16,3 1-28 0,7-1-11 16,6 2-1-16,4 0 1 0,7 4 5 0,7-1 7 15,6 2-2-15,8 2-7 0,4 1-3 16,9-1-7-16,5 2-5 0,5-1 67 0,9 0 39 16,4 1 22-16,8-2 3 0,10-2 1 0,9-2 80 15,6 0-24-15,6-2-16 0,8-2 3 16,5-1 10-16,9-2-2 0,9-3-52 0,5 0-32 15,5-2-20-15,8-1 46 0,4-1 32 0,3 0 9 16,5-4-7-16,2 4-10 0,0 0-7 0,2 1-51 16,-3 0-43-16,2 3-19 0,-1 0-2 15,-1 0 2-15,2 2 6 0,-1-1-5 0,-1 2-2 16,0 2 3-16,-1-2-7 0,-1 0-9 0,-2 0-4 16,4 0-5-16,-5-2 3 0,1 1 7 15,2-1 2-15,-6-1 0 0,-1 0 8 0,-1-1 2 16,-3-1-3-16,-4 1-1 0,-2-2 1 0,-3-3-2 15,-6 0 1-15,-2-2 5 0,-6-1 3 0,-4-3-4 16,-3-1-3-16,-6-4 0 0,-3-1-4 16,-8-2-4-16,0 0-3 0,-7-3-4 0,-5 1-1 15,-5-1-1-15,-11 2-4 0,-7 0-3 16,-8 2-1-16,-9 0-2 0,-11 5 0 0,-9 1 1 16,-10 4-1-16,-10-1 1 0,-8 5 2 0,-9-1-1 15,-6 3-11-15,-11 5-19 0,-8-2-40 16,-10 5-77-16,-10-1-93 0,-10 2-163 0,-7 1-260 15,-7 5-322-15,-12-4-316 0,-4 4-180 16,-10-1 118-16,-7 1 599 0</inkml:trace>
  <inkml:trace contextRef="#ctx0" brushRef="#br0" timeOffset="-156912.73">9020 15756 188 0,'-2'12'462'16,"0"-1"254"-16,1-3 195 0,-1 0-125 0,1-2-134 15,-1-2-97-15,-1 1-95 0,3-3-84 16,-1 2-69-16,-1-2-72 0,2 1-49 16,0-2-11-16,2-1 2 0,-1 1-9 0,-1-1-5 0,0 0-17 15,3 0-25-15,-3 0-32 0,0 0-22 16,2 0-14-16,-1-1-16 0,-1 1-10 0,0-1-5 16,3 1-5-16,-3-3 2 0,2 1 3 15,1-3 2-15,0-1 5 0,1-3 9 0,1-3 1 16,2-4-6-16,1-4-5 0,3-5-3 15,-1-4-4-15,4-3-7 0,2-3-2 0,3-5-4 16,1-1-1-16,-1-3-4 0,3 1-1 0,2-3 0 16,-2 1 1-16,1 4 2 0,-3-1 7 15,0 5 4-15,-2 1 4 0,-1 7-8 0,-2 2-3 16,-3 4-4-16,-2 3-7 0,-2 4-5 16,-2 4 0-16,0 0 5 0,-1 5 9 0,-2 0 12 15,0 3 1-15,0 0 6 0,-3 0 7 0,2 3 0 16,0 0-4-16,-1-1-7 0,-1 2-2 0,0 0-6 15,2 0-5-15,-2 2-1 0,2 2 1 16,-1 2 3-16,2 3 5 0,2 4 5 0,-4 4 4 16,2 1 5-16,-1 4 0 0,1 4-2 15,-1 1-2-15,-1 4 0 0,-1 3-2 0,0 0-3 16,0 4-3-16,-3 0-2 0,0 2-3 0,1-1-4 16,-1 3-4-16,0-2-3 0,-3 0-2 0,1-1 0 15,0-3-1-15,2-1-1 0,-2-3 1 16,1-4 0-16,-2-5 0 0,1-2-1 15,3-5 0-15,-1-3 0 0,1-1-1 0,1-3 0 16,-1-5-1-16,1 2 0 0,-1-1-1 0,2-4-3 16,-2 0-7-16,2-1-13 0,0-2-18 0,0-2-23 15,2-3-49-15,-2-1-75 0,2-3-97 16,-1 0-166-16,2-3-282 0,-1 0-325 0,3-3-308 16,-2-2-174-16,3-2 215 0,-1 1 655 15</inkml:trace>
  <inkml:trace contextRef="#ctx0" brushRef="#br0" timeOffset="-156520.81">9690 15263 337 0,'6'28'665'0,"2"5"323"0,0 1 150 16,1 4-284-16,1 2-200 0,1 3-92 0,0 0-79 15,2 0-98-15,-2-2-91 0,2-2-65 16,-2-5-62-16,1-4-63 0,-1-6-50 0,2-5-27 16,1-5-11-16,-1-5-2 0,-1-5 0 0,1-8 0 15,1-6 4-15,-1-6-1 0,0-6-1 16,-1-6-3-16,0-5-6 0,0-4-3 0,-2-5-1 16,-1-1-3-16,-1-2-2 0,-2 0 0 15,-1-1 2-15,0-1 14 0,-4 1 4 0,-2-1 7 16,-4 1 4-16,-3 1 10 0,-1 1 1 0,-4 5-3 15,-1 4 3-15,0 7-1 0,-4 6 0 0,1 4-9 16,-4 7-4-16,-1 8-11 0,1 6-6 16,-2 8-7-16,-1 7-3 0,1 6-3 15,0 5 1-15,3 6 0 0,-1 2-1 0,5 3-2 16,2 2-14-16,2 0-39 0,3-2-67 0,5-1-80 16,-1-3-144-16,7-1-223 0,5-6-315 0,0-1-300 15,6-5-211-15,1-1 4 0,2-5 501 16</inkml:trace>
  <inkml:trace contextRef="#ctx0" brushRef="#br0" timeOffset="-155780.75">10629 15289 264 0,'0'0'629'0,"0"0"319"15,0 0 120-15,0 2-252 0,2-2-259 0,0 0-171 16,1 0-102-16,0 0-69 0,3 0-27 16,2 0 8-16,0 0 14 0,7 0-3 0,-2 2 11 15,6 1-10-15,-1-1-24 0,2-2-38 0,2 1-30 16,-1 2-8-16,3-3-35 0,-1 0-20 15,2-3-11-15,2 2-9 0,-1 0-7 0,-1 0-8 16,2-4-7-16,-2 3-5 0,0-2-3 16,-4 1-2-16,1-2 2 0,-3 2-3 0,-3 0 0 15,0 2-3-15,-5-3-25 0,0 3-63 0,-2-1-60 16,-5 1-110-16,-1-2-178 0,-3 3-288 16,-2 0-306-16,-3 0-228 0,-1 0-150 0,-3-1 270 15,-2-1 573-15</inkml:trace>
  <inkml:trace contextRef="#ctx0" brushRef="#br0" timeOffset="-155538.71">10801 15062 33 0,'2'6'393'0,"1"3"264"16,-1-2 207-16,1 3 115 0,0 1-276 0,4 2-189 15,-1 2-102-15,0 4-53 0,-1 0-52 0,3 1-78 16,-2 5-72-16,3 2-60 0,-2 1-32 0,-1 3-25 16,-1-2-14-16,4 2-4 0,-4 3-11 15,2-1-4-15,-1 0-16 0,0 1-79 16,-4-1-148-16,1 0-241 0,0 1-279 0,-1-1-273 16,-1-4-225-16,-2-2 104 0,-1-3 472 0</inkml:trace>
  <inkml:trace contextRef="#ctx0" brushRef="#br0" timeOffset="-154628.78">11913 15468 193 0,'2'7'446'0,"-2"1"238"16,0-1 225-16,0-2-138 0,0-1-111 0,0-1-100 16,0-1-87-16,0-1-77 0,1-2-92 15,-1-1-70-15,2 1-32 0,-1-4-5 0,1-1 5 16,3-1-3-16,-2-3-11 0,3-4-13 16,0-4-33-16,2-3-33 0,1-5-28 0,1-2-13 0,3-5-10 15,0-4-11-15,4-4 1 0,2-5-7 16,0-3-1-16,5-5-7 0,-1-3-4 0,4-3-2 15,0 0-8-15,0-3-1 0,0 3-2 16,-2 3 3-16,-1 5 1 0,-2 5 0 0,-4 6 0 16,-3 9 3-16,-2 4 3 0,-3 5-1 15,-1 5 2-15,-3 4 3 0,-1 3 2 0,-2 2 0 16,2 3-3-16,-3 2-3 0,-1 4-7 0,-1 2-6 16,0 6-3-16,-1 3-3 0,-1 6 2 0,-1 2 1 15,1 6 2-15,1 3 1 0,-1 3 3 16,0 5 2-16,1 2-2 0,-1 4-2 15,1 1 0-15,-1 4-2 0,2 1-5 0,-2 2-2 16,2 2-3-16,-1 0 0 0,-1 1-2 0,1-3 1 16,-1 5 0-16,-1-3 0 0,2 2 1 0,-2 0-1 15,1 0-1-15,-1 2-2 0,-1-2 0 16,1 0-1-16,0-1-3 0,-2-3-8 0,2-2-15 16,-1-5-23-16,1-3-38 0,-1-7-82 0,1-6-128 15,0-5-200-15,1-7-298 0,-1-4-350 16,1-6-379-16,-2-8-123 0,-1-3 427 0,0-2 697 15</inkml:trace>
  <inkml:trace contextRef="#ctx0" brushRef="#br0" timeOffset="-153766.71">13911 14959 228 0,'0'17'847'0,"0"-4"388"0,0 0 0 16,0-3-179-16,0-3-461 0,2-1-309 0,1-1-145 15,2-1-73-15,5 0-33 0,2-1-16 0,4 1-13 16,1-3 1-16,1 0-1 0,4 1 0 16,3 0 0-16,2-2 2 0,1-2 2 0,-1 2-6 15,3-2 2-15,0 1-3 0,-1 0-1 16,1-1-2-16,0-1 1 0,0 1 0 0,-3 0-14 16,0-1-82-16,-5 0-143 0,-3-2-215 15,-3 2-284-15,-6 0-274 0,-3-1-221 0,-10-1 105 16,-1 1 448-16</inkml:trace>
  <inkml:trace contextRef="#ctx0" brushRef="#br0" timeOffset="-153516.64">14259 14727 194 0,'19'-6'707'16,"-1"3"341"-16,1 1 63 0,0 4-101 15,3 1-437-15,3 1-247 0,0 2-108 0,1 3-47 16,-1 2-11-16,2 2-21 0,0 0-12 0,1 3 22 15,-1 0 5-15,-2 4-9 0,1 0-15 16,-5 3-8-16,-3 0-20 0,0 3-42 0,-2-1-20 16,-7 1-9-16,0 4-8 0,-6-1-4 0,-1 2-3 15,-4 3-4-15,-5 0-6 0,1 1 0 16,-6 1 3-16,-2-2-21 0,-2 1-51 16,-1-1-51-16,1-1-102 0,-1-4-162 0,1-2-297 0,0-4-295 15,3-2-239-15,5-2-166 0,2-6 255 16,3-2 540-16</inkml:trace>
  <inkml:trace contextRef="#ctx0" brushRef="#br0" timeOffset="-153004.79">16528 15279 143 0,'-3'14'694'0,"-3"-1"406"16,4-3 91-16,1-1-131 0,-1-3-430 0,5-3-261 15,-1-1-120-15,6-5-18 0,0-5 15 16,5-4 4-16,0-5-2 0,5-9-14 0,4-7-36 16,3-9-47-16,5-10-45 0,4-3-18 15,0-6-24-15,3-4-18 0,1-1-7 0,-1 2-5 16,0 0-4-16,-4 8 1 0,-3 3 1 0,-3 8 3 15,-6 5-5-15,-4 7 1 0,-1 7 0 0,-3 5-4 16,-5 4-5-16,-2 6-3 0,-2 4-2 16,1 7-4-16,-5 7-3 0,0 8-3 0,-2 6-2 15,-5 7 0-15,2 7-1 0,-3 5-1 16,-2 7-2-16,1 3-1 0,-2 5-2 0,3 0-3 16,-3 5-12-16,3-1-26 0,2 1-71 0,-1-2-85 15,1-1-160-15,-1-1-288 0,2-6-326 16,1 0-375-16,1-4-225 0,2-5 96 0,1-3 685 15</inkml:trace>
  <inkml:trace contextRef="#ctx0" brushRef="#br0" timeOffset="-152660.64">17205 15249 162 0,'14'-22'974'0,"-1"2"594"0,-4 0-58 15,-4 1-302-15,2-2-441 0,-3-4-313 16,2 0-208-16,-1-4-103 0,3-2-50 0,0-4-18 15,3-2-15-15,-1-4-17 0,2 0-13 0,2-1-2 16,1 0 2-16,0 0-5 0,2 1-2 16,-4 2-3-16,2 5-1 0,-1 0-2 0,-3 6-4 15,0 3-4-15,-1 3-1 0,-2 8-1 16,-4-1-2-16,1 4-3 0,0 4 1 0,-1 1 0 16,0 2 1-16,-3 0 3 0,4 3 1 0,0 2 4 15,0 3 0-15,-1 0 2 0,4 4 1 0,-3 2 1 16,1 6-1-16,-1 2 0 0,2 8 0 15,-4 2-2-15,1 8-3 0,-2 5-2 0,-2 7-3 16,-2 4-2-16,-1 0-1 0,0 4-2 16,0-1-3-16,-2 0-2 0,3-4 0 0,-1-3-6 15,3-3-19-15,0-8-50 0,0-4-79 16,2-6-137-16,-1-6-230 0,4-3-313 0,-1-7-364 16,3-4-318-16,-2-5-66 0,1-7 538 0,1-1 653 15</inkml:trace>
  <inkml:trace contextRef="#ctx0" brushRef="#br0" timeOffset="-152481.77">17913 15013 52 0,'7'6'925'0,"-6"4"752"16,-4-2-42-16,-2 2-352 0,-4 0-391 0,3-3-398 16,-1 1-255-16,2-3-113 0,1 2-54 0,-1-4-28 15,2 1-24-15,3 1-20 0,2-1-35 0,4 1-80 16,-2 1-101-16,1-2-167 0,2 3-292 15,1-2-337-15,2 1-362 0,2 2-169 16,2-3 223-16,-2-2 655 0</inkml:trace>
  <inkml:trace contextRef="#ctx0" brushRef="#br0" timeOffset="-152018.81">18623 14616 144 0,'-14'0'730'0,"1"5"430"0,-4-2 77 16,1 6-134-16,2 1-403 0,0 2-281 0,0 5-134 15,1 2-64-15,3 8-8 0,0 2-3 16,1 8-22-16,1 3-30 0,4 4-31 0,-1 2-23 15,5 2-31-15,3 2-28 0,2-5-18 16,4-3-14-16,4-7-7 0,4-4-4 0,7-9-2 16,3-8 0-16,3-11 0 0,2-9 3 0,2-9 2 15,0-8 2-15,0-8 0 0,-2-7-1 0,1-4-1 16,-1-5-1-16,-4-1 0 0,-1-5-1 16,-3 0 1-16,-5 2 7 0,-2-1 10 0,-5 3 8 15,-3 2 4-15,-8 2 2 0,-5 5 2 16,-2 2-1-16,-4 6-5 0,-6 4-6 0,0 5-4 15,-2 8-2-15,-3 5-5 0,-3 8-6 0,-3 7-6 16,0 8-2-16,-1 6 0 0,0 9-2 16,1 3 0-16,3 6 1 0,2 4 1 0,4 3-2 15,6 4-1-15,0 4 0 0,5 3-1 0,5 4-5 16,2 1-15-16,5 2-49 0,4-5-69 16,2-5-104-16,5-5-165 0,5-11-265 0,4-10-328 15,5-9-295-15,5-10-178 0,0-11 199 16,6-9 581-16</inkml:trace>
  <inkml:trace contextRef="#ctx0" brushRef="#br0" timeOffset="-151704.79">19684 14609 356 0,'35'-4'892'0,"-10"7"321"16,-6 10-1-16,-6 5-204 0,-5 8-268 16,0 6-234-16,-7 4-128 0,-1 5-78 0,0 5-54 15,0 5-70-15,-1 5-81 0,1 0-40 0,0 1-26 16,0-1-13-16,4-6-9 0,1-9-5 0,3-7-1 15,5-11-5-15,-1-8 0 0,4-11 1 16,0-8 2-16,1-7 2 0,1-10 0 16,2-5 3-16,-2-9 0 0,1-4 0 0,0-4 0 15,-2-7-1-15,0-2 6 0,0-6 7 0,0-3 8 16,-1-3 9-16,-1-2 12 0,-3-3 5 0,-2 1 0 16,-2 0-4-16,-1 4-7 0,-6 6-2 15,-1 7-6-15,-3 7-5 0,-7 10-7 0,-2 9-3 16,-6 7-4-16,-2 11-6 0,-3 8-7 15,-6 12-6-15,-1 8-11 0,-3 7-28 0,0 9-73 16,-4 7-91-16,1 7-169 0,-1 6-290 0,-4 7-332 16,3 9-378-16,-1 9-208 0,-5 9 167 15,-1 6 699-15</inkml:trace>
  <inkml:trace contextRef="#ctx0" brushRef="#br0" timeOffset="-147256.71">8409 16948 43 0,'-8'3'432'0,"0"0"382"0,-1-1 273 16,4 1 55-16,1-3-390 0,0 1-205 0,1-1-163 16,1 0-130-16,1 0-82 0,2 0-69 0,3-1-34 15,1 1-6-15,3-3 1 0,6 3-1 0,0-2 57 16,6 2 36-16,1-5 9 0,3 3-15 15,3-2-12-15,1 2-8 0,2 0-49 0,0-1-35 16,0 2-11-16,2-1 3 0,-2 2 3 0,0 0 1 16,-2 2-3-16,-1-1 1 0,-3 4-7 0,0-1-12 15,-1 5-6-15,-2-3 2 0,-2 3 5 16,0 1-5-16,-5 1 0 0,2 1-1 0,-2 3 2 16,-1-1 2-16,-2 4-2 0,-1 0 6 0,-1 2 1 15,-1 2 0-15,-2 2-4 0,-1 1-7 0,1 1-5 16,-3 2-3-16,0 1-3 0,-1 3 5 15,-2-3 2-15,0 4 0 0,-2-1-1 0,-1-2 1 16,3 0 0-16,-3-2-4 0,0-2-3 0,0-2 0 16,0-3 0-16,1-4-1 0,1-1-1 0,-1-2-2 15,0-4-2-15,2-3 0 0,-1 1 0 16,-1-1-2-16,1-2-5 0,-1-3-11 0,2 2-16 16,0-2-34-16,-2 0-67 0,2 0-66 0,-4-4-107 15,0 0-146-15,-2-2-207 0,2 0-290 0,0-4-223 16,-2 1-170-16,1-2 153 0,-4-2 459 15</inkml:trace>
  <inkml:trace contextRef="#ctx0" brushRef="#br0" timeOffset="-146958.64">8693 17368 139 0,'4'-3'539'0,"2"0"304"16,-3-1 134-16,1 1-144 0,-1 0-244 16,2 0-135-16,1 2-109 0,2-3-61 0,1 2 28 15,3-2 19-15,2 1-53 0,2 2-70 0,1-2 2 16,0 1-5-16,4-1-48 0,-1 0-36 0,1 0-19 16,3 0-13-16,-2-2-45 0,1 3-26 0,0-3-12 15,0-1-8-15,1 2-4 0,-2-4-3 16,2 2 5-16,0-1 4 0,-1 0-1 0,-1 0 1 15,1 1 0-15,-3-5-23 0,1 4-63 0,-4-2-104 16,-1 2-160-16,-2-1-259 0,0 1-324 0,-3-4-330 16,-1 1-203-16,-1-4 190 0,-2 2 585 15</inkml:trace>
  <inkml:trace contextRef="#ctx0" brushRef="#br0" timeOffset="-146324.81">9306 16810 291 0,'5'-4'667'0,"-4"2"300"0,4-1 106 15,-4 0-258-15,2 2-212 0,2-3-185 0,-3 2-126 16,4-3-65-16,-1 2-44 0,4 0-49 0,-2-1-38 16,2 1-27-16,1 0 50 0,1 0 20 0,-2 1-4 15,3 2-3-15,0 2-6 0,-1 1 24 16,0 0-38-16,0 1-20 0,-1 2-14 0,2 3 7 15,-4 0 1-15,0 3-23 0,-3 2-16 0,3 2-16 16,-5 2-6-16,-2 5-15 0,1-1-10 16,-4 2-4-16,-1 2-3 0,-1 2 4 0,-2 0 3 15,-1 0 0-15,1-1-1 0,-1-1 1 0,-2-1-2 16,3-3 3-16,1-4-1 0,0-2 1 0,0-3-1 16,2-2-2-16,0-3-3 0,3-2-3 0,0-1-1 15,3-2 1-15,0 0 1 0,2 0 1 16,3-3 2-16,0 0 4 0,3 0 0 0,0-2-1 15,0 1-1-15,3-1 1 0,1 1-1 0,0-1 0 16,0 1 7-16,0 1 6 0,-2-2 2 0,1 4 2 16,-3-2 0-16,-1 3 0 0,-1 0-4 0,-2 1-4 15,-3 4-3-15,1 0 2 0,-3 3-1 0,-2 2 0 16,-2 3-2-16,-3-1 0 0,1 3 0 16,-3 3-2-16,-2 0-2 0,-1 1 1 0,-1 2-1 15,-3-1 1-15,3 1 0 0,-3-2 2 0,1-1 1 16,0-2-5-16,1-2-2 0,2-2 0 0,1-1-5 15,0-4-24-15,2-2-61 0,2-4-49 0,0-1-59 16,2-4-105-16,-1-3-147 0,2-4-149 16,2-4-156-16,2 0-230 0,4-4-190 0,-1-2 32 15,1-1 324-15,1-2 365 0</inkml:trace>
  <inkml:trace contextRef="#ctx0" brushRef="#br0" timeOffset="-145971.03">9826 16996 102 0,'3'14'341'0,"2"2"200"0,0 6 214 0,1 0 2 15,0 3-53-15,2 4-64 0,0 2-67 0,1 4-75 16,3-1-88-16,-1 2-126 0,3 0-103 0,-1-3-63 16,2-4-42-16,0-6-35 0,0-3-22 15,0-4-5-15,2-6-2 0,-1-3-3 0,1-5 3 16,-2-4 1-16,0-5 29 0,0-3 20 0,-3-8 4 15,1-1 4-15,-3-3 31 0,0-2 23 16,-3-4-19-16,-1 1-13 0,1-4-3 0,-1 0 0 16,-3-2-30-16,-2 0-17 0,-1 1 4 0,-3-2 0 15,-3 1-3-15,-2-1-7 0,0 3-3 0,-5 0-3 16,1 5-13-16,-1 1-8 0,-2 4-5 0,0 3-1 16,-2 4-1-16,1 5-1 0,-3 4-4 0,0 5 1 15,3 7-2-15,-3 3-7 0,0 3-22 16,0 7-47-16,3 1-53 0,-2 3-51 0,2 2-83 15,3-2-126-15,0 1-141 0,3-2-190 0,1 4-230 16,6-5-220-16,0-1-50 0,1 1 283 0,2-7 416 16</inkml:trace>
  <inkml:trace contextRef="#ctx0" brushRef="#br0" timeOffset="-145541.39">10783 16983 24 0,'6'-2'499'0,"3"2"434"0,-2 2 214 16,-3-2-38-16,3 0-331 0,-1 0-271 15,2 0-182-15,0 1-91 0,3 2 21 0,3 0 3 16,2 0-31-16,1 0-38 0,1 0-34 0,2-1-24 15,-1-1-56-15,2-1-40 0,-1 0-18 0,2-1 8 16,1-1 1-16,-1-2 0 0,0-1-5 16,3 1-2-16,-4-2-5 0,1 1-10 0,-2-1-4 15,0 2-39-15,-1-2-63 0,-2 1-106 0,-3-2-166 16,-3 2-293-16,0 0-330 0,-3 4-304 0,-3-2-170 16,-3-1 275-16,-4 1 606 0</inkml:trace>
  <inkml:trace contextRef="#ctx0" brushRef="#br0" timeOffset="-145334.7">11026 16837 353 0,'-8'6'779'0,"-1"2"291"16,1 1 52-16,1-1-267 0,1 3-303 0,3-2-191 16,1 2-119-16,2-1-67 0,3 4-51 0,-1 0-38 15,4 3-33-15,1-2-20 0,-1 3-16 16,5 3-7-16,-1 0-3 0,-1 2-5 0,4 1 2 15,-2 4-6-15,1-2-1 0,0 2-27 0,-1-2-110 16,0-1-151-16,-2-1-256 0,2-1-272 16,0-5-274-16,0-2-164 0,-2-2 245 0,1-6 469 15</inkml:trace>
  <inkml:trace contextRef="#ctx0" brushRef="#br0" timeOffset="-144886.8">11956 17329 164 0,'8'-12'474'0,"-1"-3"306"15,2-3 251-15,-3-6-76 0,6-3-220 16,0-4-131-16,2-5-79 0,3-5-70 0,2-3-96 16,0-2-80-16,2-3-49 0,2-2-39 0,-2-3-48 15,3 3-41-15,-1 1-19 0,-2 1-18 0,-2 8-16 16,-2 2-11-16,-1 6-4 0,-2 7-7 15,-3 5-4-15,-2 2-1 0,-2 5 2 0,-1 6 1 16,-1 3 0-16,0 5 0 0,2 5-2 0,-6 5-5 16,5 8-5-16,-4 3-4 0,-1 8-4 0,1 2-2 15,-1 5-2-15,1 5 1 0,-2 1-2 0,0 4 0 16,2 5-1-16,-1 3-8 0,1 4-22 16,-1 1-58-16,1 1-67 0,0-3-109 0,-1-1-170 15,4-4-297-15,0-5-324 0,4-8-266 0,1-6-162 16,1-10 259-16,3-4 600 0</inkml:trace>
  <inkml:trace contextRef="#ctx0" brushRef="#br0" timeOffset="-144584.77">14149 16884 271 0,'0'10'951'15,"-2"1"504"-15,1 1-2 0,-1-3-261 0,2-2-492 16,2-1-287-16,-1-2-155 0,1-2-111 16,5 1-70-16,0-3-34 0,4-3-20 0,3-1-6 15,5-4-4-15,3-2-3 0,2-4-3 0,4 1-1 16,2-2-2-16,0-4-5 0,2 3-1 0,-2 0 1 15,2-1 3-15,-4 1-28 0,-2 0-70 0,1 3-90 16,-5 3-159-16,-2 0-294 0,-2 0-323 16,-3 3-322-16,-3 0-180 0,-3 1 199 0,-3 0 609 15</inkml:trace>
  <inkml:trace contextRef="#ctx0" brushRef="#br0" timeOffset="-144318.8">14517 16524 86 0,'0'-1'647'0,"-3"1"445"0,2 1 130 16,1-1-124-16,1 1-396 0,2 1-332 16,3 1-188-16,4-2-88 0,1 2-46 0,6 0-25 15,1 0-9-15,4 2-7 0,3-1-6 0,0 2-2 16,4 0-3-16,-1 0 6 0,2 3 15 0,0 2 24 16,-1 1 54-16,1 2 51 0,-1 3 25 15,-2 0 6-15,-4 1-8 0,-4 1 0 0,-5 2-31 16,0 0-34-16,-6 2-20 0,-4 1-15 0,-3 1-11 15,-2 1-23-15,-4 1-13 0,-4-2-9 0,-1 1-6 16,-3-1-7-16,-2 2-38 0,-2-4-62 16,0-2-72-16,-3-3-146 0,2-3-221 0,0-2-315 15,1-2-287-15,3-7-221 0,0-1-3 0,4-6 494 16</inkml:trace>
  <inkml:trace contextRef="#ctx0" brushRef="#br0" timeOffset="-143246.77">16441 16080 471 0,'-3'6'958'15,"1"-2"277"-15,-1-1-46 0,2 0-322 0,-2 0-278 16,3-1-206-16,0-1-137 0,3 1-68 0,0-1-46 15,2-1 15-15,3 0-18 0,3-1-10 0,5-1 10 16,2-1-2-16,3-1 2 0,4-1-44 16,-1-1-24-16,4 2-16 0,-1-2-13 0,2 3-12 15,-4-1-8-15,2 2-2 0,-2 0-3 0,-1 4-2 16,-2 0-1-16,-1 2-1 0,-2 0 1 16,-2 4 0-16,-1-1 4 0,-2 4 1 0,-1 0 10 0,-4 6 0 15,-1-2-1-15,0 3-1 0,-5 3-2 16,-3 2 1-16,0 5-10 0,-3 0-1 0,-3 6 0 15,0 1-2-15,-2 5 5 0,-4 3 2 0,0 4 1 16,-1 4-2-16,-2 1 2 0,0 2 1 16,0 2-6-16,-2-1-2 0,4 1-7 0,-2-3-3 15,1-1-4-15,3-5-3 0,1-4 5 0,-1-5 4 16,3-4 6-16,4-7 3 0,-3-5 2 0,6-2-1 16,-5-5-15-16,4-3-20 0,0-4-43 0,1-2-64 15,-1-4-70-15,1-4-132 0,-3-4-175 16,1-4-302-16,2-2-280 0,-3-3-221 0,-1-3-94 15,-4-3 385-15,1 0 531 0</inkml:trace>
  <inkml:trace contextRef="#ctx0" brushRef="#br0" timeOffset="-142990.58">16432 16654 61 0,'6'5'651'0,"1"-1"484"0,-4 1 130 15,2-2-136-15,-2-1-363 0,3-1-385 0,-2 0-197 0,3 1-95 16,1-2-47-16,4-2-19 0,1 1 25 16,2 0 16-16,3-3 11 0,3 3 6 0,0-4 0 15,2 1-2-15,3-1-32 0,0 0-16 0,1-1-10 16,2 0-8-16,-4-1 0 0,4 0-2 16,-2-1 0-16,1 1-4 0,-1 1 5 0,0-2-2 15,-1 2-21-15,1-1-33 0,-4 2-52 0,0 0-129 16,-1 0-170-16,-4 0-302 0,2 2-269 15,-1-1-243-15,-3-1-83 0,1-1 371 0,-2 0 476 16</inkml:trace>
  <inkml:trace contextRef="#ctx0" brushRef="#br0" timeOffset="-142360.68">17246 16106 47 0,'2'2'595'0,"-1"1"492"15,1-3 189-15,-2 1-97 0,0-1-341 0,0 0-320 0,2 2-195 16,-1-2-103-16,1 0-64 0,-1-2-45 16,5 1-45-16,-1-2-34 0,3 0-21 0,0-1-10 15,3 1-2-15,0-3 1 0,4 1 33 0,0-1 16 16,1 2 12-16,1 0 2 0,2-1 4 16,-3 2-1-16,3 0-30 0,-3 1-14 0,1 1-9 15,-1 2-3-15,0 2-1 0,-3 2 0 0,-1 1 16 16,-1 3 5-16,-2 3 5 0,-5 1 0 0,1 3 3 15,-4 4-1-15,-1 1-17 0,-1 3-4 0,-5 2-4 16,1 4-4-16,-3 1-3 0,0 2-5 16,-3 0 1-16,1-1-2 0,2-1-1 0,0-1-2 15,2-3 0-15,2-3 1 0,0-4 0 0,3 1-2 16,2-5 1-16,1-1-1 0,1 0 1 0,4-1 0 16,0-2 2-16,4-2 1 0,-1 1 1 0,4-1 0 15,1-1 2-15,-2 0 1 0,4-1 0 16,-2 3-1-16,1-4-2 0,0 2 3 0,-2 0-1 15,0 0 0-15,-1 1-2 0,-3 2 2 0,0 0 2 16,-2 2 0-16,-3 0 0 0,-3 3 1 0,-2 1 3 16,-2 2 1-16,-3 0 0 0,1 3-2 0,-6 0 1 15,-1-1-4-15,-2 1 2 0,-1 2-4 0,-2-4 2 16,-2 2 0-16,-2-3 0 0,0 2-3 16,0-6-1-16,0-1-1 0,-2-3-3 0,3-2-4 15,-1-2-19-15,-1-5-42 0,2-1-59 0,3-4-58 16,-1-3-112-16,4-2-153 0,-1-2-206 0,6-1-263 15,2-2-225-15,1 0-158 0,3 0 191 0,1-3 444 16</inkml:trace>
  <inkml:trace contextRef="#ctx0" brushRef="#br0" timeOffset="-141612.81">17866 16909 243 0,'-2'11'624'16,"1"-2"305"-16,-1-3 91 0,1-2-270 0,2-1-177 15,1-3-123-15,1-5-124 0,5-2-52 0,1-6 18 16,4-5 30-16,3-2-28 0,-2-8-37 0,6-5-28 15,1-5-31-15,3-4-44 0,1-3-46 0,4-5-32 16,-3-1-23-16,4-4-8 0,0 1-4 16,0 0-2-16,0 0-4 0,-3 3-1 0,-1 1 0 15,-1 5-2-15,-3 2 0 0,-3 5-4 0,-5 4 5 16,-1 4 4-16,-2 6 7 0,-3 1 1 0,-1 7 4 16,-3 1 4-16,1 5 0 0,-2 1-3 15,-2 3-6-15,1 2-7 0,-4 1-9 0,1 3-9 16,-2 5-8-16,-5 3-7 0,3 3-2 0,1 2-2 15,-3 5 0-15,2 2 0 0,-1 6 2 16,2 4-1-16,-1 3 1 0,0 5-1 0,0 3 0 16,0 3 0-16,-1 3-1 0,2-1 0 0,-3 1-1 15,4 1-1-15,0-4-1 0,-1 1 0 0,1-2 1 16,0 0 0-16,0-2 1 0,2-4-1 16,-1-1 1-16,2-4-3 0,0-3-12 0,0-3-15 15,0-2-23-15,2-5-35 0,-1 0-72 0,2-4-80 16,-3-2-130-16,2-2-175 0,-2-4-302 0,0 1-320 15,1-1-215-15,1-1-87 0,-1-1 413 0,1-1 556 16</inkml:trace>
  <inkml:trace contextRef="#ctx0" brushRef="#br0" timeOffset="-141392.86">18713 16917 511 0,'7'10'1507'0,"-6"-1"254"15,-2 3-317-15,-3-1-362 0,-2-2-444 0,-1-2-296 16,2 1-139-16,1-4-71 0,1 1-37 16,0-2-20-16,1 0-29 0,-1 0-23 0,3-2-13 0,0 1-10 15,0-2-4-15,2 0-5 0,3 0-13 16,-1-2-15-16,3 1-27 0,2-2-64 16,-1 0-69-16,3 0-120 0,2-2-165 0,0 2-302 15,-1 0-321-15,4 1-243 0,-3-2-154 0,2 2 313 16,0-2 597-16</inkml:trace>
  <inkml:trace contextRef="#ctx0" brushRef="#br0" timeOffset="-140927.98">19548 16246 326 0,'-15'-10'887'0,"-5"3"344"0,1 1-9 15,-2 0-222-15,3 4-367 0,-1 4-199 0,3 4-130 16,0 1-70-16,2 6-42 0,2 6-35 0,2 4-62 16,3 5-44-16,3 6-5 0,1 3-3 15,6 5-2-15,1 3-2 0,3 2-3 0,3 1 1 16,4 1-17-16,2-2-7 0,2-4-7 0,3-4-1 15,5-6 1-15,2-6-4 0,2-8 2 0,2-8-5 16,2-8-2-16,1-7 1 0,0-6-1 16,-1-9 5-16,0-5 1 0,-3-4 2 0,-2-3 3 0,-2-3-1 15,-5-2 0-15,-2 0-3 0,-2 0 0 16,-7-1 1-16,-5 1-1 0,-2 1 4 0,-6 2 2 16,-5 1 1-16,-4 3 0 0,-3 1-3 0,-3 5 1 15,-2 2-3-15,-2 3-3 0,-1 4 0 16,-2 7-2-16,-2 7 2 0,0 5-3 0,0 8-1 15,-3 5 1-15,5 6-1 0,0 4-4 0,4 5-1 16,2 3-1-16,6 2-1 0,6 0-2 0,2 3-19 16,6-2-55-16,4 2-50 0,2-1-64 0,8-1-119 15,0 0-167-15,4 0-263 0,2-3-230 0,5-3-224 16,2-5-100-16,2-6 284 0,2-9 476 16</inkml:trace>
  <inkml:trace contextRef="#ctx0" brushRef="#br0" timeOffset="-140636.77">20604 16437 115 0,'32'-21'691'0,"-7"6"440"0,-9 7 114 16,-3 7-116-16,-7 8-316 0,-4 6-260 15,-4 9-158-15,-1 5-85 0,-2 4-55 0,0 6-46 16,-2 2-82-16,2 2-58 0,2 4-33 0,1-1-15 16,2 2-10-16,2 2-5 0,1-3-3 0,2-1-4 15,4-5-3-15,1-8-3 0,1-5 0 0,3-7 0 16,0-7 3-16,3-6 1 0,-4-9-1 15,4-6 4-15,-4-7-1 0,1-5-1 0,-1-7 1 16,-2-3-1-16,2-2 4 0,-7-4 2 0,1-2 3 16,-6-2 0-16,-1 1 0 0,-1-2 1 0,-6-2-3 15,-1 2-1-15,-6-1-2 0,-2 2 0 0,-3-1 2 16,-3 4-3-16,-2 2-11 0,1 4-42 16,-6 6-61-16,1 5-67 0,-4 6-146 0,-3 8-201 15,0 4-309-15,-3 7-274 0,-2 6-214 0,-5 4-34 16,-2 4 463-16,-2 1 504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28:08.9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4643 6872 113 0,'-3'0'243'15,"3"0"99"-15,-2 0-14 0,2 0-72 16,0 0-53-16,-1 0-27 0,-2 0-20 0,3 0-8 16,0 0-13-16,-2 0-9 0,2 0-9 0,-1 0 5 15,-1 2 14-15,1-2 14 0,-1 2 7 16,2 0 4-16,-2 0 9 0,1 0 12 0,-1 1-4 15,0 0-11-15,1 0-5 0,1 0-8 0,-2-2-16 16,1 2-9-16,-1-1-15 0,2 1-13 16,-2 0-19-16,1-2-14 0,1 2-14 0,0 0-20 15,0 0-11-15,0 0-13 0,0 0-2 0,0 2-6 16,0-1 1-16,3-1-3 0,-3 1-4 16,3 0 1-16,-1-2-2 0,-1 1 0 0,1-1 0 15,1 2-2-15,-1-4 3 0,1 1 3 16,0-1 9-16,3 0 14 0,-4-1 19 0,3-1 19 15,-2-2 17-15,0 1 18 0,0 0 5 0,-1-2-1 16,1-2-11-16,0 0-12 0,-1 1-14 16,1-1-13-16,-2 1-9 0,-1-2-4 0,0 2 2 15,0-1 12-15,0 1 16 0,0-1 27 0,0 4 35 16,-1-2 26-16,-2 0 13 0,3 1-8 16,-3 0-15-16,1 0-28 0,1 1-34 0,-1 0-28 15,0 1-19-15,-1 1-10 0,0 0-9 0,1 1-3 16,-1 0-5-16,0 0-5 0,1 1-4 15,-2 2-3-15,2 0 0 0,2 2-1 0,-3 1 2 16,2 1 3-16,-1 0 0 0,0-1 0 16,1 2-2-16,-1 1 2 0,0 0 0 0,2 0-3 15,-1 0-1-15,1-2 0 0,0 1 1 0,0-3-1 16,0 1-1-16,1-1-2 0,1-1 1 0,-2-1 1 16,2 0-2-16,-1-1 1 0,1-1-2 15,1-1 4-15,0 0 1 0,2 0 0 0,-2-3 3 16,2 0 4-16,0-2-2 0,-1-1 2 15,1-1-2-15,0 2 3 0,-1-3 0 0,1 2-2 16,-2 0 3-16,-1 1-1 0,0-1 4 0,-1 0-4 16,2 0 3-16,-3 0 6 0,0 2 2 0,0-2 3 15,-3 2 1-15,2-1 2 0,-1 3 2 16,-1-3-4-16,-1 2-1 0,1 2-4 0,-1-1-2 16,1 0-1-16,1 2-1 0,-3 0-6 15,2 0-2-15,0 4-2 0,1 0-2 0,-1 1 0 16,0 1-2-16,1 1-1 0,-2 3 4 0,2-2 0 15,1 0 0-15,-1-1 0 0,2 1-1 16,0-1 1-16,0-1-3 0,0 0 1 0,0 1 1 16,2-4 0-16,-1 2-3 0,-1-1-1 15,0-2-15-15,2 0-60 0,-2 0-59 0,0-2-119 16,0-2-193-16,4 0-305 0,-4-2-325 0,0 0-242 16,0-2-132-16,-1-1 371 0,-4 0 602 15</inkml:trace>
  <inkml:trace contextRef="#ctx0" brushRef="#br0" timeOffset="10400.54">866 6799 24 0,'5'-2'202'0,"1"-1"103"0,-6 3 93 16,0 0-66-16,0 0-58 0,0 0-37 0,0 0-15 15,0 0-2-15,0 0 10 0,0 0 16 16,0 0 31-16,0 0 30 0,0 0 23 0,0 0 22 16,0 0-8-16,0 0-29 0,0 0-38 15,0 0-44-15,0 0-43 0,6 3-43 16,-6-3-35-16,2 4-25 0,-2-4-20 0,3 6-15 16,-3 0-13-16,0 0-9 0,0 1-6 0,0 2-5 15,0 2 2-15,-3-1 12 0,1 2 11 16,2 0 13-16,-3 2 7 0,0-1-3 0,2 1-8 15,-1-1-13-15,2 0-8 0,-2 1-18 16,1 0-9-16,1-1 1 0,0 1-1 16,0-3 2-16,0 4-4 0,0-4 5 0,0 3 1 15,0-4-2-15,0 1-1 0,0-1-1 0,0-2-1 16,0-1-8-16,0 1-2 0,0-8 0 16,0 6 4-16,0-6-4 0,0 0 1 0,0 0 2 15,0 0 1-15,0 0 0 0,0 0-3 16,0 0 5-16,0 0 2 0,0 0-5 0,0 0 0 15,0 0 2-15,0 0 2 0,1 4-1 16,-1-4-5-16,0 0 6 0,4 3 0 0,-4-3-1 16,4 5 0-16,-4-5 0 0,3 3 4 15,-3-3-5-15,5 1-1 0,0 2 1 16,-5-3 0-16,5 2 5 0,1-1 13 0,3 0 19 16,-2 1 14-16,2 0 7 0,-2-1-4 0,3-1-3 15,0 1 0-15,0-1-1 0,2 0-6 16,-2 0-6-16,1 0 2 0,3 0 1 0,-3 0-11 15,3 0-8-15,-3 0-3 0,2-1 3 16,1 1 1-16,-1 0 2 0,1-1-1 16,-3-1-1-16,5 0 0 0,-5 1-4 0,2 1-5 15,1-1-3-15,-1 1-2 0,1-2 1 0,-3 2-2 16,3-1-1-16,-3 1 0 0,0 0 0 16,3 0-2-16,1 0 0 0,-1 0-3 0,2 1 1 15,-4-1-1-15,1 0-1 0,-3 2 3 0,-1-2-2 16,1 0 0-16,-4 0 1 0,2 0 0 0,-1 1-1 15,-2-1 2-15,0 0 0 0,0 0 0 0,0 0-2 16,1 0 1-16,-3 0 0 0,-2 0-1 0,3 0-1 16,-3 0 0-16,1 0 2 0,0 0-1 15,-1 0 2-15,-1 0-1 0,2 0-1 0,-2 0 2 16,0 0 0-16,0 0 1 0,0 0-3 0,0 0 1 0,0 0 2 16,0 0 0-16,0-1-1 0,0 1 1 15,0 0 3-15,-2 0 1 0,2-2 1 0,0-1 1 16,-1 0-1-16,-1 1-1 0,2-3-1 0,0-1-1 15,0 0-4-15,-2 0 2 0,2-1-3 0,0-1 1 16,-1-1-1-16,1-2-3 0,0 1 2 0,0-2-1 16,0 0 1-16,0-1 0 0,0-2-1 0,1 2 1 15,-1-2-1-15,0 0-1 0,2 1 2 0,-2-2-2 16,3 1 2-16,-3 0 0 0,2-1 0 0,-2 3 1 16,3-3 0-16,-1 2 2 0,-1 1-2 0,-1 0 1 15,2 1 0-15,-1 0 1 0,1 1 0 0,-2 2 0 16,0 2 0-16,0 1 2 0,0 0-1 0,0 1-1 15,0 1 3-15,-2 1 3 0,1 1 1 0,1-1 3 16,-2 2 0-16,1 0 3 0,-1-1-3 0,-1 0-2 16,1 1-1-16,-1 0 0 0,1-1-2 0,-1 2-2 15,0-2 0-15,-3 2 0 0,3 0-1 16,-2 0 0-16,0 0 1 0,2 0-1 0,-2 0 1 16,0 0-1-16,-2 0 1 0,0 0-2 0,1 0 1 15,1 2-1-15,-4-2 1 0,1 2 0 0,0-2 2 16,-2 0 0-16,0 1-1 0,0-1 1 15,2 1-1-15,-1-1 0 0,-1 0-1 0,2 0 2 16,-2 0-1-16,0-1 2 0,0 1-2 0,0-1 0 16,0-1 0-16,0-2-1 0,-1 1 1 15,-3 1-2-15,2-2 1 0,-1 2-1 0,-2-3 0 16,0 2-1-16,-3-2-6 0,1 1-4 16,-1 1-2-16,-1 0 0 0,0 1-2 15,2 1-2-15,-4 1 6 0,1 0 3 0,2 1 2 16,-4 1 5-16,3 1 5 0,-1 0 1 0,-1 1 0 15,2 2 1-15,0 1-1 0,2-1-7 16,1 1-3-16,2-1-1 0,1 0-1 0,3-1 0 16,1-1 0-16,3-1-1 0,-1 0-2 15,4 0-2-15,3-3-5 0,0 0-8 16,0 0-17-16,0 0-27 0,0 0-63 0,0 0-59 16,0 0-83-16,8-1-134 0,-1-2-182 0,2 0-292 15,2 0-224-15,-1 0-209 0,2 0 24 16,-2 0 411-16,4 3 476 0</inkml:trace>
  <inkml:trace contextRef="#ctx0" brushRef="#br0" timeOffset="11105.44">1358 6963 115 0,'0'0'333'16,"1"0"170"-16,1-2 154 0,1 2-137 0,2 0-122 16,1 0-50-16,0 0 1 0,4 0 24 0,-2 0 14 15,1-1-10-15,1 1-22 0,-4-1-37 0,-1-1-52 16,3 0-53-16,0 0-40 0,1 2-19 0,7-2 5 16,0 2 1-16,1 0-7 0,-1 0-13 0,1 0-13 15,1 0-18-15,1-2-27 0,-1 2-24 16,0 0-12-16,1-2-12 0,0 2-10 0,2-3-8 15,-1 3-7-15,-2-2-2 0,2 1-4 0,2-2-2 16,-4 1 3-16,1 0-3 0,-1-1-1 0,-3 1 0 0,2 0-12 16,-1-2-59-16,-2 2-58 0,-1 0-104 0,-3-1-161 15,0 2-274-15,-2-1-313 0,0 0-236 16,-1 1-160-16,2 1 233 0,-4 0 532 0</inkml:trace>
  <inkml:trace contextRef="#ctx0" brushRef="#br0" timeOffset="12794.2">7358 6398 146 0,'2'0'271'16,"-1"-1"111"-16,-1 0-20 0,0 1-77 0,0 0-64 15,0 0-31-15,0 0-21 0,0 0-18 16,0 1-20-16,0 0-9 0,-1-1-3 0,-1 4 2 15,2-3 14-15,-2 5 23 0,2-4 18 16,-1 4 14-16,-1-1 8 0,2 1 5 0,0 1-3 16,0 0-13-16,0 1-17 0,0 2-13 0,0-1-7 15,0 3-9-15,0-1-15 0,-2 1-19 16,2 0-10-16,-1 1-10 0,1-1-18 0,0 1-15 16,-2 1-10-16,2-2-8 0,-1 0-7 15,-2 2-10-15,3-4-8 0,0 1-4 0,-2-2-4 16,2 2-3-16,0-4 0 0,0 0 0 0,0-1-1 15,0-1-2-15,0-1 1 0,0-1-2 16,2 2 1-16,-2-4-2 0,3 2 2 0,-2-1 3 16,-1-1-4-16,2 0 4 0,1 1 2 15,0 0 0-15,-1-1 1 0,1 0-3 0,-1-1 1 16,1 2 3-16,0 0-4 0,0-1 0 0,2-1 0 16,-2 1 0-16,2 1 1 0,-2 1-2 15,0-3-3-15,2 0 4 0,-2 0 3 0,2 2 0 16,1-2 11-16,-1 0 10 0,0 0 5 15,1 0 1-15,-1 0 1 0,1 0 0 0,0 0-3 16,2 0-2-16,-3 0 0 0,3 0-6 0,0 0 0 16,-2 0-2-16,2 0-7 0,-1 0-4 15,0 0-2-15,1 0 2 0,-3 2-2 0,3-2-2 16,-2 0-3-16,2 3 7 0,-2-3 0 16,2 1 1-16,-1-1 2 0,0 0 1 0,1 1 2 15,0-1-6-15,0 0-1 0,3 0-3 0,-3 0 2 16,2-1 11-16,-1 1 9 0,1-1 3 15,-1-2-2-15,2 1 0 0,-3 2 2 0,3 0-10 16,-3-2-9-16,3 2-5 0,-3-3 0 16,2 3 2-16,-1-3-2 0,-1 3-3 0,-2-1-1 15,1 1 2-15,0-2-2 0,-2 2 0 0,0-2-1 16,1 2 1-16,-2 0 0 0,0 0-2 16,-2 0-5-16,2 0-15 0,-1 0-14 0,-1 0-20 15,0 0-59-15,-2-1-92 0,-2 0-115 16,-1-3-124-16,1 3-168 0,-2-2-246 0,-1 0-168 15,0-1 43-15,-1-1 248 0,-2-1 299 0</inkml:trace>
  <inkml:trace contextRef="#ctx0" brushRef="#br0" timeOffset="13363.75">7341 6321 139 0,'1'1'344'0,"1"0"143"0,1-1 113 0,0 2-170 16,3 0-138-16,1-1-46 0,1 0 12 0,2 1 38 15,3 1 54-15,1-1 34 0,2-2 7 16,2 3-28-16,1-3-40 0,1 0-50 0,2 0-69 15,-1-3-57-15,3 3-41 0,-1-2-33 0,1-1-12 16,0 0-2-16,1 2-3 0,-3-1-2 16,3 0-5-16,-4 1-6 0,1 0-11 0,0-1-13 15,-1 0-6-15,-2 2-5 0,1-1-5 16,-2 1 2-16,-1-1-5 0,2 1 1 0,-5 0-3 16,2 0 3-16,-3 0 1 0,-2 0-1 0,3 0 1 15,-4 0-1-15,-1 0 6 0,-1 0-7 16,-2-2 2-16,1 2 2 0,-2 0-1 0,-1 0-2 15,-2 2-2-15,2-2 0 0,0 1-4 16,-3-1 0-16,1 1 3 0,-1-1 3 0,-1 0 4 16,0 0 2-16,2 0 4 0,-2 0 36 0,0 2 44 15,2 0 28-15,-2 0 12 0,0 3 7 16,-2 1-4-16,2-1-27 0,-2 3-39 0,2-1-26 16,-3 3-15-16,0 1-9 0,1 0-6 15,-4 5-5-15,3-3 1 0,-2 2-3 0,-1 3 0 16,1-1-4-16,0 2 1 0,-1-2-1 0,0-1-1 15,1 2 0-15,0-3-1 0,2-1 1 16,-2 0 3-16,1-3-3 0,2 0-5 0,-2-2-23 16,0-1-46-16,3 0-52 0,-3-2-50 0,3-1-78 15,-2 1-127-15,-1-4-137 0,1 1-172 16,2-1-237-16,-1-2-221 0,-1-2-50 0,2-1 275 16,-1-2 404-16</inkml:trace>
  <inkml:trace contextRef="#ctx0" brushRef="#br0" timeOffset="14596.19">2008 6876 39 0,'10'-2'249'0,"-3"2"125"16,-2 0 105-16,-1-2-89 0,1 2-151 0,-2 0-101 0,1 0-58 15,0-3-27-15,-1 3-15 0,0-1-15 16,2 0-9-16,0 0-6 0,0-2-4 0,0 3-4 15,2-2 0-15,1 2-4 0,0-2 2 0,0 2 4 0,3 0 0 16,-1-3 2-16,-1 3 2 0,4 0 3 16,-2 0-10-16,1 0-41 0,-2 3-76 0,1-3-215 15,0 2-109-15,-1 0-25 0,-1 1 68 16,2-2 121-16</inkml:trace>
  <inkml:trace contextRef="#ctx0" brushRef="#br0" timeOffset="14784.24">2651 6841 49 0,'8'1'184'16,"-2"-1"78"-16,0 0 11 0,1 0-95 16,-2-1-67-16,0 0-32 0,-1-1-24 0,2-1-20 15,-1 2-18-15,0-4-27 0,1 1-62 0,1 1-108 16,-1 0-89-16,0 0-14 0,-1 0 39 15,1 0 66-15</inkml:trace>
  <inkml:trace contextRef="#ctx0" brushRef="#br0" timeOffset="14978.14">3024 6803 139 0,'14'2'218'16,"-3"0"34"-16,1 0-59 0,0-1-51 0,-1 2-33 15,-1-3-28-15,1 1-17 0,-2-1-14 16,1-1-3-16,1 1-19 0,-2-3-7 0,1 0-4 16,1-1-6-16,-3-2 2 0,1 2 1 0,2-3-12 15,-3 2-37-15,0-1-87 0,-1 0-134 0,0 0-61 16,-2 2 13-16,1 1 61 0</inkml:trace>
  <inkml:trace contextRef="#ctx0" brushRef="#br0" timeOffset="15342.71">3413 6761 173 0,'11'4'250'0,"0"-2"63"0,2 0-82 0,-2 0-78 15,0-1-53-15,0 0-27 0,-1-1-26 0,0 0-19 16,0-1-11-16,0 0-5 0,2-1-3 16,-4-1 1-16,2 0-1 0,1 1 3 0,-2 1-1 15,1 0-9-15,1-2-13 0,-2 3-18 0,3-2-17 16,-2 1-21-16,0 1-21 0,1 0-14 0,0 0-7 15,0 0-3-15,2 1 2 0,-1 1 15 0,-2-1 20 16,4 1 18-16,-1 0 15 0,-2 0 18 16,3 1 8-16,-3 0 6 0,3 0 4 0,-3 0 2 15,2 0 1-15,0 3 6 0,-2-4 7 0,3 0 18 16,-3 3 14-16,2-1 15 0,-1-2 9 16,0 2 9-16,0-2 2 0,-1 2-8 0,0-3-10 15,3 2-7-15,-4-2-9 0,2 1-8 16,-2-2-1-16,1 1-8 0,0-1-1 0,-1 0 1 15,-1 0-3-15,2-1 1 0,0-1-5 0,-1 1 0 16,1-1-5-16,0 0 1 0,-1-2-1 16,2 2-13-16,-1-4-27 0,-1 2-107 0,2 2-127 15,-2-3-40-15,-1 3 19 0,2 2 61 16</inkml:trace>
  <inkml:trace contextRef="#ctx0" brushRef="#br0" timeOffset="15494.27">4545 6797 35 0,'19'0'161'0,"2"0"58"0,-1 0-27 0,-1 0-66 15,3 0-52-15,-4 0-25 0,2-3-16 0,-1 2-24 16,-1 0-58-16,2-3-80 0,-1 2-73 16,-3-3-11-16,3 1 22 0</inkml:trace>
  <inkml:trace contextRef="#ctx0" brushRef="#br0" timeOffset="15670.24">5133 6692 58 0,'13'2'196'15,"-3"0"81"-15,2 0-4 0,-4 2-82 16,0-3-65-16,3 0-43 0,-5 1-30 0,2 1-17 16,0-3-14-16,0-3-8 0,0 1-1 0,2 0-2 15,-1-2 0-15,-1 0-7 0,1 0-6 16,-1-2-18-16,3 0-61 0,-3 1-86 15,2 1-74-15,1 1-51 0,-2 0 20 0,1 0 60 16</inkml:trace>
  <inkml:trace contextRef="#ctx0" brushRef="#br0" timeOffset="15758.14">5458 6660 13 0,'15'3'144'16,"0"0"37"-16,0 0-5 0,1-2-43 0,1 2-66 16,0-3-78-16,1 2-82 0,-2-2-65 0,3-2-24 15,0 1 15-15</inkml:trace>
  <inkml:trace contextRef="#ctx0" brushRef="#br0" timeOffset="15990.18">5888 6627 15 0,'31'-5'166'0,"-1"2"65"0,0 0 22 16,-3 0-46-16,3 0-61 0,-3 2-41 15,0-1-26-15,0 1-20 0,-3 1-8 0,-1-2-17 16,1 1-14-16,-1 1-6 0,-2-2-12 0,1 1-2 16,-3 1-2-16,2 0 0 0,-2 0 4 15,0 0 3-15,-2 0 5 0,-1 0 3 0,2 0 0 16,-1 3-1-16,-3-2-2 0,3 1-5 0,-2 1 1 15,0-2 0-15,0 2-4 0,2 0 5 16,-2 0-1-16,0 1 0 0,1 0 0 0,1 0-1 16,-1-1 3-16,3-1-2 0,-2 3-4 15,1-4-10-15,2 0-13 0,0 0-29 0,0-2-52 16,2 1-93-16,0-1-103 0,-1-2-18 0,3 0 43 16,-3 1 73-16</inkml:trace>
  <inkml:trace contextRef="#ctx0" brushRef="#br0" timeOffset="17012.22">2678 6838 82 0,'0'0'227'0,"1"0"91"16,1 0 27-16,0 0-22 0,-1 2-29 15,-1-2-15-15,2 0 0 0,-2 0 8 0,2 0 17 16,-1 0 25-16,-1 1 25 0,0-1 9 0,0 0-16 15,0 1-34-15,-1-1-46 0,-1 4-61 16,2-2-58-16,0 2-54 0,-2 0-37 0,2 1-24 16,0 1-17-16,-1-1-6 0,1 3-2 0,0 0-4 15,0 1 1-15,1 1 0 0,-1 0 0 0,0 1-3 16,0 2-43-16,2-1-73 0,0-2-121 0,-1 1-114 16,1-3-196-16,-1 1-275 0,4-1-170 15,-2-3 19-15,0 0 259 0,2-8 287 0</inkml:trace>
  <inkml:trace contextRef="#ctx0" brushRef="#br0" timeOffset="17986.33">7021 6621 139 0,'2'0'360'0,"-1"0"192"0,1-2 181 0,-2 2-120 16,2-2-102-16,-2 2-69 0,0 0-52 15,0 0-59-15,1 0-73 0,-1 2-71 0,0 0-54 16,0 0-35-16,2 3-19 0,-2 1-13 0,1-1 1 15,1 3 2-15,-2 0-6 0,4 1-13 16,-4 0-11-16,2 2-5 0,-2-1-12 0,0 0-10 16,2 3-4-16,-1-1-6 0,-1 0-2 15,-1 0-55-15,-1 2-120 0,-2 0-157 0,-1 2-291 16,0 1-248-16,-3 1-211 0,-2 2 19 0,-2-4 341 16</inkml:trace>
  <inkml:trace contextRef="#ctx0" brushRef="#br0" timeOffset="37614.11">8204 5136 107 0,'4'3'214'15,"0"1"84"-15,0 0-55 0,0 0-63 0,-1-1-35 16,0 2-15-16,0-1-14 0,0 0-8 0,1 1-6 16,0 1 0-16,-1-2 0 0,0 2-10 15,1-2 8-15,-1 2-3 0,0 0 6 0,0 1-3 16,-1 0 5-16,1-1 14 0,3 0 1 15,-3 2 8-15,0-3 2 0,2 3 16 0,-2 0-6 16,2 0-14-16,0 2 22 0,0-1 4 0,1 0-10 16,0 3-14-16,-1-2 27 0,2 1 14 15,-1 1-29-15,0 0-18 0,0 0-11 0,-1 0-13 16,2 1-27-16,-1 1 6 0,0-1 4 16,0 2-1-16,1 1 1 0,-2-2 2 0,-1 1-11 15,2 1-6-15,-1 1-5 0,0 0-1 0,-2 0-5 16,2 0-3-16,0 1-2 0,-2 1-17 0,3-2-16 15,-3 1-6-15,2 0 3 0,-2 0 0 16,2 0 0-16,-2-1-1 0,-1 1 4 0,1 0 0 16,0 2-9-16,2-3-1 0,-4 1-1 15,2-1-1-15,-1 1-4 0,1-2 0 0,-1 0 2 16,-2 1-1-16,3-2 2 0,-3 2-1 0,2-2 0 16,-1 1 4-16,1 2 4 0,-2-3-4 15,2 0 4-15,-1 2-2 0,1-2 0 0,-1 0 3 16,-1-2 3-16,2 2 9 0,1 0-1 15,-2-2 1-15,-1 4 0 0,0-4 12 0,2 3 12 16,-2-1-1-16,0-1 15 0,0 3 28 0,0-2 18 16,0 2-9-16,-2-2-13 0,2 1-7 0,0-2-13 15,-1 3-26-15,-2-3-19 0,3 0-7 16,-2-3-3-16,2 3-4 0,-1-3-2 16,-1 1-2-16,1 0 0 0,-1-2-1 0,2 2-2 15,-2 0 0-15,1-1 1 0,-1 2 3 0,2-2 0 16,-2 1 0-16,1-2 1 0,-1 0-2 0,2 2-1 15,-3 0-4-15,1-2 3 0,1 0 0 16,-1 2-3-16,1-1 2 0,-1 1 1 0,-1 1 2 16,2-3 1-16,-1 1-4 0,1 0 0 15,-1 1 3-15,0-2-1 0,-1 0-2 0,1 1 0 16,1 2 0-16,-1-3 0 0,-1 0 1 0,1 1-1 16,-1-1-2-16,2 0 1 0,-1 3 1 15,-2-2 0-15,2 1 2 0,-1-1-2 0,1 1 2 16,-1 0 0-16,0-2 2 0,0 3-3 15,-1-2-1-15,1 0 3 0,0 0 2 0,-1-1 1 16,0 1-1-16,1-1-1 0,0 1 0 0,0 0-2 16,0-1-1-16,-1 0 4 0,1 1 10 0,-2-1 3 15,1 2 2-15,1-1 0 0,0 1 0 16,-1-2-5-16,3 2-8 0,-2-2-3 0,1 1 0 16,-1 1 0-16,-1-4-1 0,3 3-1 15,-2-4 0-15,-2 2 0 0,2 1-2 0,0-1 1 16,1 0-1-16,-1 3 3 0,0-3 1 0,0 1 0 15,-1 0 0-15,1-1 0 0,-1 1 1 16,1-1-3-16,0-1 2 0,-1 2-3 0,1-2-1 16,0 3 0-16,-2-3 1 0,2 1 0 15,-2 2-1-15,1-1 2 0,-1 1-2 0,0-2-1 16,2 2 1-16,-2 0-3 0,2 0 1 0,-2-1 0 16,-1 1 1-16,3-1 0 0,-2 1-1 15,0-3 1-15,0 3 1 0,2 0 2 0,-2-2-1 16,-1 1 3-16,3-1-1 0,-2 1-1 15,-1-1 2-15,1 0-4 0,0 2 0 0,-1 0-1 16,2-2-2-16,-1 1 2 0,0 1-2 0,0-1 1 16,0 0 0-16,-1 3 0 0,0-3 2 0,1 1 1 15,0-1-1-15,0 1 1 0,1-1 0 16,-2 0 1-16,1 1-1 0,0 1-1 0,0-1-1 16,-1 1 1-16,1-2 0 0,-2-1 0 15,0 1 0-15,2 1 5 0,0-2-3 0,-1 1 1 16,0-3 0-16,1 3 0 0,0-2-1 0,-1 2-2 15,1 0 0-15,-4 1 1 0,4 2-2 16,-1-3 1-16,1-2 0 0,0 3 0 0,0-3-2 16,1-2 2-16,1 1 1 0,0-1-1 0,1 0 1 15,-1-1-1-15,1-1 0 0,-1 0-1 16,1-2-2-16,2 2-1 0,-1-2-1 0,-1 1 2 16,0 0 3-16,1-2 0 0,1 2 1 0,-2 1 3 15,2-1 0-15,-1 0-2 0,-2 0-4 16,3 0 4-16,-2 0-3 0,2-2 1 0,-1 2-2 15,-1-1 3-15,2-2-1 0,0 2-1 16,0 1 1-16,0-2-1 0,0-1 0 0,0 0 4 16,0 1-1-16,0-1 1 0,0 0 0 0,0 0 1 15,0 0 2-15,-1 0 0 0,1 0 2 16,0 0 2-16,0 0-1 0,0 0-1 0,0 0-1 16,0 0-1-16,0 0-3 0,0-1 0 15,0 1-1-15,0 0 0 0,0 0-1 0,0 0 2 16,0 0 2-16,0 0 0 0,0-1 3 0,0 1 2 15,0-3 1-15,0 3 1 0,-2 0 0 0,2-2-1 16,0 2-3-16,-2-2-1 0,2-1-2 16,-1 0-4-16,-1 2 1 0,2-2 0 0,-1 0 1 15,-1 0-2-15,0 0 2 0,1-1-2 16,-1 1 0-16,-1 1-1 0,3-1 2 0,-2 0-1 16,-2 2 0-16,2-3-1 0,2 2 1 0,-3-2 0 15,2 1-3-15,-1-1 2 0,0 2-1 16,1 0 1-16,-1-2 1 0,2 2 0 0,-2-2 0 15,1 3 1-15,-1-3 0 0,2 2-2 16,0 0 0-16,-1 0 2 0,-1 1 0 0,2 0-1 16,0-1 1-16,0 1-1 0,-2-2-1 0,2 3 0 15,0-2 1-15,0 1 0 0,0-1 1 16,0 2 1-16,0-1-2 0,0 1 1 0,0 0-2 16,0 0 0-16,0 0-3 0,0 0 1 15,0 0-1-15,0 0 0 0,0 1-1 0,0-1-2 16,2 2 4-16,-2-1-1 0,0 2 2 0,2 0 0 15,-1 3 0-15,1-2 2 0,-1 5-1 0,1-2 0 16,1 2 0-16,-1 0 2 0,0 0 1 16,-1 1-1-16,2 1 1 0,-1-2-1 0,2 2 0 15,-2-1-1-15,3 1-1 0,-2-1 2 16,0-3-2-16,0 1 0 0,1-2 1 0,0-2 0 16,1 2-1-16,-1-4-1 0,1 0 2 0,0 2 2 15,0-4-1-15,1 0 2 0,2-1 2 16,-2-4 1-16,1 1 2 0,-1-1-1 0,2-1-1 15,1-2-1-15,-2-2 1 0,1 0 0 16,1-3-2-16,-1 0-1 0,0-1-3 0,2-1-5 16,-1 1-15-16,-3-3-35 0,2 2-63 0,-1 0-60 15,-1-2-96-15,0 0-147 0,-1-2-202 16,0 0-287-16,0-3-220 0,-1 0-186 0,2-3 98 16,-4-1 444-16</inkml:trace>
  <inkml:trace contextRef="#ctx0" brushRef="#br0" timeOffset="42878.29">8596 6178 69 0,'0'6'212'15,"0"-4"89"-15,0 4 13 0,2-1-87 0,-2-3-65 16,1 2-41-16,-1-2-56 0,0 2-32 15,2-2-23-15,-2 1-16 0,3 2-10 0,-3-1 1 16,2-1 28-16,-1 2 20 0,2-1 10 0,-1 2 5 16,-1-1 1-16,2-1-6 0,-1 0-4 0,0 1 0 15,-1 0-6-15,2 0-3 0,-1 0-1 16,1 0 1-16,-1 0 3 0,1-1 7 0,0 0 5 16,0 2 10-16,0-1 4 0,0 1-1 15,-1-2-5-15,1 4 8 0,2-2 9 0,-2 1-5 16,2-2 1-16,-2 3-3 0,3-1-4 0,-1 0-17 15,1 1-17-15,1-1-6 0,-1 1-6 16,0-2 2-16,1 1-2 0,-1 0 2 0,2 0-2 16,0-1 0-16,-2-1 1 0,2 2-5 15,0-1-2-15,1 0 3 0,-1 0-5 0,2-2 3 16,0 1-3-16,2-1 71 0,-2 1 52 0,2-1 21 16,-1 0 11-16,1 0 3 0,0-2 1 0,-1 3-61 15,0-3-44-15,0-2-24 0,0 3-11 16,2 0-6-16,-2-3-4 0,0 1 44 0,3 0 54 15,-3-1 27-15,3 3 14 0,-4-3 5 16,3 0-6-16,-1 0-41 0,-2 0-49 0,1 2-26 16,0-2-16-16,-2 0-5 0,3 2-7 15,-2-2-2-15,0 2-1 0,1-1 6 0,0 0 48 16,0-1 21-16,3 2 14 0,-4 0 4 0,1-1-1 16,2-1-4-16,-1 1-40 0,-2 1-23 15,2-1-11-15,1-1-9 0,1 2-2 0,-3-1-3 16,2-1-3-16,1 0-2 0,-1 2 0 0,1-2 0 15,-1 1 3-15,-1-1 1 0,1 2 0 16,0-2 0-16,1 1 0 0,-1-1-1 0,1 0 0 16,-3 2-2-16,3-2 2 0,-3 0-2 15,1 1 4-15,0-1-3 0,-1 2 10 0,0-2 6 16,0 1 1-16,-1 1 4 0,-1-1 0 0,2 1 1 16,-3-2-11-16,2 1-5 0,-1-1-2 15,-1 0-3-15,2 1-3 0,-1 1 0 0,0-2 0 16,1 2 1-16,-2-2 0 0,3 1-3 15,-2-1 2-15,-2 0-5 0,-1 1 0 0,2-1 0 16,-2 0-1-16,-1 0 6 0,0 2-3 0,-2-2 6 16,2 0 1-16,-1 0 0 0,-1 0 1 15,-1 0-5-15,-2 0 1 0,3 0 0 0,-1 0 0 16,-2 0-1-16,0 2 0 0,2-2-2 16,-1 0 2-16,-1 0-3 0,0 0 5 0,2 0-4 15,-2 0 1-15,0 0 2 0,0 0 1 0,0 0 4 16,0 0 4-16,-2 0 17 0,2 0 25 15,0 0 23-15,0 0 34 0,0 0 29 0,-1 0 17 16,-1 0 2-16,2 0-12 0,0 0-15 16,0 0-22-16,0 0-23 0,-2 0-19 0,2 0-12 15,0 1-9-15,-1-1-6 0,-1 0-7 0,0 0-8 16,1 0-6-16,-1 0-6 0,-2 0-2 0,2 0-4 16,-1 0-1-16,0 0 0 0,1 0 0 15,-1 0-1-15,0 0-1 0,1 0-2 0,1 0 2 16,-1 0-3-16,0 0 2 0,1 0-1 15,-1 0 1-15,1 0 1 0,-1 0 0 0,2 0 0 16,-3 0-1-16,2 0 2 0,1 0-2 0,-2 0-2 16,2 0 2-16,-1 0 0 0,-1 0 1 15,0 0 0-15,2 0 1 0,-1 0 0 0,-1 0 0 16,0 0 1-16,1 0-3 0,-1 1 1 16,-1-1-3-16,1 0 2 0,-1 0-2 0,0 2 2 15,0-2-2-15,0 2 0 0,0-2 0 0,0 0 0 16,-1 1 0-16,1-1-1 0,0 0 2 15,0 1 1-15,-2-1 0 0,2 2 0 0,-2-2 0 16,2 3 1-16,-2-3-2 0,1 0 1 16,0 0 2-16,-2 2 2 0,2-2 1 0,-1 0 1 15,0 0 3-15,-1 0-1 0,1 0 0 0,0 3-3 16,-1-3-2-16,1 0-1 0,0 0-1 0,1 0 0 16,-1 0-2-16,0 0 0 0,-1 0-4 15,1 0 1-15,0 0-5 0,-1 0 3 0,1 0 2 16,-1 0-5-16,-2 0 3 0,2 0-5 15,-1 2 6-15,1-2-5 0,-2 1-2 0,0-1 4 16,2 0 5-16,-2 0 1 0,0 0 0 0,0 0 1 16,0 0-1-16,0 0 1 0,-3 0 0 15,3 0 1-15,0 0 0 0,0 0 1 0,-2 0 1 16,0 0 0-16,2 0-2 0,-1 0 1 16,1 1-1-16,0-1 1 0,0 0-2 0,-1 0 2 15,2 0 1-15,-1 0-1 0,3 0 3 0,-4 0 4 16,4 0-1-16,-3-1 3 0,3 1 2 0,-4 0 0 15,3-1 1-15,-1 1-7 0,1 0 3 16,0-2-5-16,-2 2-2 0,3 0-1 0,-1 0-2 16,1 0 1-16,-2 0-2 0,0 0 1 15,2-3 0-15,-1 3-2 0,-1 0 1 0,2 0 0 16,-2-2 0-16,1 2-1 0,-1 0-1 0,1 0 2 16,-1 0-1-16,1 0 1 0,-2 0-1 15,2 0 1-15,1 0 0 0,-3 0 0 0,2 0-1 16,0 0 0-16,-1 0 0 0,-1 0 0 15,1 0 0-15,0 0-2 0,-1 0 2 0,2-3 1 16,-1 3 0-16,-2 0-1 0,4 0 0 0,-3 0 2 16,4 0-1-16,-4 0-1 0,3 0 1 15,0 0 0-15,1 0 0 0,-1-2-1 0,0 2 0 16,-3 0 1-16,5 0 0 0,-2 0 0 0,1 0 0 16,0 0 1-16,-1 0-1 0,1 0-1 15,-1 0 0-15,1 0 1 0,0 2 1 0,1-2-1 16,0 0 1-16,1 0 0 0,-3 3 0 0,2-3-1 15,-3 0 1-15,3 0-1 0,-2 0 0 16,0 2 3-16,1-2-2 0,-3 0 1 0,1 0-1 16,0 3 2-16,-1-1-2 0,1-1 0 15,-2-1 0-15,2 1-1 0,0 0 0 0,-1 2-1 16,2-3-5-16,-1 0 3 0,0 2 0 0,1 0 3 16,2 0-7-16,-2-2-2 0,2 1 3 0,0 0 3 15,-1-1-4-15,3 2-4 0,-2-2 6 16,0 0 1-16,1 2 3 0,-1-2-5 0,3 1 3 15,-3-1 1-15,1 1 3 0,-1 1-1 16,2-1-1-16,-3-1 1 0,1 2 0 0,1-1 0 16,-1 1 0-16,-3-1 0 0,3 2-1 15,0-1 1-15,-2-1 0 0,2 1-1 0,-2 1 1 16,0-2 0-16,-1 1 1 0,0-1-1 0,1 2 1 16,-3-1-1-16,3 0 1 0,-2 2-1 15,0-2-1-15,1 2 1 0,-1-3-1 0,1 2 0 16,0 0 1-16,1-1-1 0,0 1 0 0,1-1 1 15,0 0 0-15,-2 2 0 0,4-4-1 0,-4 2 1 16,3 0 0-16,0 0-1 0,0 0 1 16,-2 0 0-16,3 0 0 0,-3-1-1 0,2 2 1 15,-3 0-1-15,3 0 0 0,-2 0-1 16,-1 1 1-16,1 1 0 0,-1 0 0 0,-2 0 1 16,0 2 0-16,2-1 6 0,-2 1 3 0,-1 1 1 15,0 2-1-15,1-3 2 0,-1 2-1 16,1 0-4-16,0-2-5 0,0 3-1 0,1-3 0 15,0 1-2-15,2-2-1 0,-1-1 1 16,3 2 0-16,-2-1 0 0,3-2-1 0,-2-1 0 16,1 2-1-16,1-2 0 0,-1 0 0 0,3 0-12 15,-2 0-22-15,2-2-69 0,-1 0-70 16,1 1-122-16,0-2-181 0,1-2-306 0,-1 0-324 16,4-4-233-16,-3-2-118 0,1-2 349 15,1-3 573-15</inkml:trace>
  <inkml:trace contextRef="#ctx0" brushRef="#br0" timeOffset="44324.07">9889 6538 55 0,'0'2'618'0,"-1"-1"503"15,-1-1 251-15,1 0-20 0,-1 1-359 16,2-1-353-16,0 2-197 0,0-2-112 0,-2 2-88 16,2-2-84-16,0 0-53 0,0 1-34 15,0-1-20-15,0 1-15 0,0-1-10 0,0 0-10 16,0 2-6-16,0-2-5 0,0 0-3 0,0 2 0 16,0-2-2-16,0 0 0 0,0 0-4 15,0 0 1-15,0-2-1 0,0 2-2 0,0-2-1 16,0 2-1-16,0 0-8 0,0-1-21 15,-1 1-58-15,-1-1-68 0,2 1-131 0,-2-2-205 0,2 2-304 16,0-3-342-16,-1 2-278 0,-5-3-121 16,1 2 433-16,-3-3 634 0</inkml:trace>
  <inkml:trace contextRef="#ctx0" brushRef="#br0" timeOffset="116586.21">17325 9363 259 0,'2'5'488'0,"-1"-3"175"0,1 2 84 0,-1-3-286 15,1 0-175-15,1 1-114 0,0 1-50 0,2-2 40 16,-1 0 39-16,0 1 59 0,2-2 35 15,1 2 15-15,-1-2 11 0,-1-2-50 0,-2 2-32 16,2-2-39-16,-1 1-12 0,-1 0 14 16,1 1 22-16,-3-2 11 0,3 1-3 0,-3-1-10 15,-1 1-26-15,0 1-42 0,0-1-42 0,-1-3-27 16,-3 3-18-16,1 0-19 0,1-1-13 0,-2 0-7 16,-1 1-6-16,1 1-6 0,0 0-7 15,1 0-4-15,-2 0-1 0,2 1-4 0,1 1-3 16,-1 0 0-16,2-1-2 0,-4 0 0 15,5 3-2-15,0-3 0 0,0 2-17 0,3-2-46 16,-1 2-75-16,2-2-102 0,-2-1-159 0,4 2-271 16,3 0-326-16,-5-1-300 0,5-1-162 15,-2 0 187-15,1 0 572 0</inkml:trace>
  <inkml:trace contextRef="#ctx0" brushRef="#br0" timeOffset="121045.68">17414 9351 142 0,'-2'3'261'0,"2"-3"96"0,0 1-34 16,-1-1-92-16,1 0-55 0,0 0-25 0,0 0-10 16,0 0 0-16,-2 0 9 0,2 0 3 15,0-1 10-15,0 1-1 0,-1-3 6 0,1 3-2 16,0 0 5-16,-2 0 3 0,0 0 8 0,2-2 22 15,0 2 17-15,0 0 12 0,0 0 3 16,0 0-8-16,-1-3-11 0,1 3-31 0,-2-2-33 16,1 1-27-16,-1 0-20 0,-1 1-22 15,-1 0-21-15,1-2-13 0,-3 2-9 0,3 0-11 16,0 0-9-16,0 2-3 0,-1-2-2 0,1 1-5 16,0 0 0-16,1 1-4 0,-1 1-5 15,2-1-1-15,-4 1-2 0,4 1 0 0,-1 1 1 16,1 1-1-16,1 0-1 0,0 1 2 0,0 1-2 15,0-1 1-15,1 2 0 0,1-2 2 16,2 4-2-16,-1-5-3 0,0 2 1 0,1-2 0 16,0 0-1-16,1 0 3 0,0-4 4 15,4 2-3-15,-4-3 2 0,3-1 1 0,-1 0 2 16,-1-5-2-16,3 1-1 0,-2-1 1 0,-3-3 1 16,1-1 2-16,0 1 0 0,-1-4 4 15,0 1 9-15,-3 3 15 0,-1-2 21 0,0 2 38 16,0 1 46-16,0-1 30 0,-1 2 6 0,-3 1-5 15,0-1-16-15,-1 1-33 0,2 3-38 16,-3-2-30-16,1 3-19 0,0 0-15 0,-1 1-10 16,1 0-6-16,0 1-6 0,1 2-4 15,-1 0-3-15,0 2-1 0,2-1 1 0,-3 1-2 16,3 1 2-16,-1 0 1 0,3 1 2 0,-1 1 1 16,2-3 0-16,0 2 2 0,2-1 4 0,1-2 0 15,-1 1-51-15,2-3-58 0,1 0-111 16,-1-2-177-16,3-2-301 0,-1 0-329 0,2-4-263 15,-2 0-145-15,-1-2 321 0,-3-2 584 16</inkml:trace>
  <inkml:trace contextRef="#ctx0" brushRef="#br1" timeOffset="132698.29">15736 9576 182 0,'2'0'266'16,"-1"0"70"-16,1 3-81 0,1-3-87 0,-1 1-61 15,-1-1-38-15,1 0-19 0,-2 0-8 16,2 0-5-16,-1 0-3 0,-1 0-1 0,0 0-2 15,3 0 0-15,-3 2-1 0,2-2-7 16,-2 0-7-16,0 0-3 0,1 0-5 0,-1 0 2 16,0 0 10-16,2 0 9 0,-1 0 8 0,-1 0 2 15,2 0 1-15,0 0-3 0,-1 0-15 16,-1 0-8-16,3 0-7 0,-3 0 13 0,2 0 6 16,1 0 3-16,-1 0 8 0,0 0-1 15,-1 0 3-15,2 0-14 0,2 0-11 0,-4 0-2 16,2 0-4-16,-1 0-1 0,1 0-5 0,0 0 4 15,1-2 0-15,-1 2-2 0,-1 0-2 16,1 0 2-16,1 0 0 0,-2 0-2 0,1 0 2 16,0 0 9-16,-1 0 18 0,1 0 6 15,-2 0 6-15,3 0 4 0,-1 0-1 0,0 0-8 16,0-1-13-16,-1 1-8 0,4 0-3 0,-3 0-7 16,2 0 3-16,-2-3-4 0,4 3-1 15,-4 0 1-15,3 0-2 0,-2 0-2 0,0 0 0 16,1 0 2-16,-1 0-2 0,1 0-1 15,-2 0 3-15,3 0 0 0,-1 0 0 0,-2 0-2 16,2 0 2-16,0 3 1 0,0-3-3 0,-2 1 2 16,5-1 7-16,-5 0 40 0,2 0 23 15,-1 0 10-15,0 2 6 0,0-2 3 0,1 0-6 16,1 0-35-16,-3 0-22 0,2 0-14 16,0 0-4-16,-2 0-1 0,2 0-4 0,-2 0-2 15,3-2-2-15,-1 2-1 0,-2 0 2 0,2 0-2 16,2-1-1-16,-3 1 1 0,2 0 0 0,-1 0 1 15,2 0-1-15,-3-3 2 0,1 3-3 16,3 0-1-16,-4 0 2 0,1 0-2 16,0 0 0-16,0 0 0 0,1 0 0 0,-2 0-2 15,2 0 1-15,-3 0 1 0,2 0 0 0,-2 0 0 16,0 0 0-16,2 0 1 0,-2 0 3 0,3 0-1 16,-3 0-3-16,2 0 0 0,0 0 2 15,-2 0 0-15,2 0-4 0,-2 0 0 16,3 0 2-16,-3 0 2 0,2 0 0 0,-2 0-2 15,2 0 2-15,-2 0-1 0,2 0 1 0,1-2 0 16,-1 2-2-16,-2 0 3 0,3 0-3 0,-1 0 2 16,0 0 0-16,0 0-2 0,2 0 0 15,-2 0 2-15,0-3-1 0,2 3 3 0,-1-2-2 16,1 2-1-16,-2 0 3 0,2 0-1 16,-1 0 1-16,2 0-1 0,-2-1-1 0,-1 1 1 15,1 0-3-15,-1-1 0 0,0 1 0 0,3 0-5 16,-4-2 3-16,1 2-1 0,0 0 1 15,1-2 1-15,-1 2-1 0,1 0 4 0,1-1-2 16,-1 1 1-16,-1-1 4 0,0 1-3 16,2-2 3-16,-2 0-1 0,0 1-2 0,0 1-1 15,0 0-1-15,1-1 37 0,1-1 20 0,-2 2 6 16,0-2 7-16,2 2 4 0,-1-1 0 16,1 0-34-16,0 1-19 0,-1-2-9 0,1 1-8 15,0 1-4-15,-2-2-6 0,3 1 1 16,-1-1-1-16,-1 1-2 0,2-1 4 0,-2 1 1 15,0-3 3-15,-1 3 0 0,3 0 3 0,-2-1 1 16,1 1 4-16,-1-1 1 0,1 0-1 0,0 0 2 16,-2 0-2-16,1 1 0 0,1 0-3 15,-1-1 0-15,2 2-2 0,-4-2-1 16,3 0 1-16,-1 2 0 0,2-2 0 0,0 2 2 16,-2-2 1-16,2 1-1 0,0-1 1 0,0-2-1 15,0 4 2-15,0-2-3 0,0 2 3 0,1-3-3 16,-1 0 4-16,0 2-1 0,1-3-4 15,-1 3 3-15,-1 0-1 0,-1-1-1 0,2 0 0 16,0 1 0-16,-2 0 4 0,1-1 33 16,-1 0 54-16,2 2 27 0,-2-1 13 0,2 0 6 15,-1-2 0-15,2 1-29 0,-3-1-46 0,2 0-6 16,0 0-1-16,1 1 2 0,-1 0-4 16,0-3-4-16,2 3 22 0,1-2-7 0,-2 2-6 15,3-3-7-15,-2 2 1 0,2 0-4 16,-3 0-22-16,0 0-10 0,-1 1-10 0,1-1-4 15,-2 1-5-15,-1 0 3 0,2 0 6 0,1 0 9 16,1 1 5-16,-2-2 5 0,2 1 0 16,-2 1-2-16,1 0-8 0,-1-1-11 0,0 2-3 15,0-2-6-15,-2 2 1 0,1 0 0 16,-3 0 0-16,1 0-1 0,4 0 0 0,-2 0 2 16,-1 0-2-16,2 0 1 0,0-1-2 0,0 1 0 15,-2-1-1-15,1 1 1 0,-2 0 1 16,2-2 3-16,-1 2 3 0,-1-1 0 0,0 1-3 15,3-2 7-15,1 1 7 0,-1-1 0 16,0 1 1-16,0-1 0 0,1-1 3 0,0 1-9 16,-1 1-5-16,2 0-2 0,2-2-1 0,-3 1-3 15,4 0 2-15,-4-2-2 0,1 2 0 16,1-2-5-16,-2 3 3 0,2-2 2 0,-1 0-2 16,-1 1 4-16,-2 1-2 0,-1-2-1 0,2 3-1 15,-2-2-2-15,-3 2 1 0,2 0-5 16,-2-3 3-16,1 3 5 0,-1 0-4 0,-2 0 2 15,4 0 0-15,-2 0 4 0,-2 0 5 0,3 0-7 16,-3 0 0-16,3 0 1 0,-1 0-1 16,0 3 0-16,0-3-2 0,2 0 3 0,-1 0 4 15,-1 2 3-15,2-2 0 0,-1 0-2 16,0 3-4-16,0-2-2 0,0-1 0 0,0 2 0 16,2-2 0-16,-2 1 0 0,1 1 2 0,-2 0 3 15,2-2-5-15,-2 1 1 0,3-1 1 16,-2 0-3-16,-3 1-1 0,2-1-1 0,1 0 6 15,-3 2-2-15,2-2-2 0,-1 0 2 0,1 0 4 16,0 0 1-16,-1 0-6 0,0 0 0 16,-1 0 1-16,4 0-1 0,-4 0 0 0,1 0-2 15,1 0 3-15,-1 0-2 0,1 0 3 16,0 0-1-16,0 0 0 0,1 0 4 0,0 0-3 16,1 0 2-16,-1 0-4 0,3 0 0 0,-1 0-1 15,1 0 0-15,3 0 4 0,-1 0-6 16,-1-2 6-16,4 2-3 0,-2-1 4 0,2 1-1 15,1 0-3-15,0-1 4 0,1-1-2 16,-2 2-1-16,4-2 0 0,-2 1 0 0,2-1-1 16,-2 2 2-16,1-1-1 0,0-2 1 0,-2 3-1 15,1 0-1-15,-1 0-1 0,1-2 1 16,1 2 0-16,-3 0-4 0,-1 0 1 0,0 0 3 16,0-3 3-16,0 3-3 0,-1-2-2 15,1 2 4-15,-3 0-1 0,0-1-4 0,-2 1 2 16,3 0-1-16,-2 0 0 0,-1-1-1 0,-1 1 1 15,3 0 2-15,-5-2 0 0,0 2 3 16,0 0-4-16,2 0 2 0,-5 0-4 0,3 0 4 16,-1 0-1-16,0 0-2 0,-2 0 3 15,1 0 1-15,1 0 2 0,-1 0-1 0,-1 0-2 16,2 0-2-16,-2 0 1 0,3 0-3 0,-2 0 1 16,1 0 0-16,-1 0 1 0,1-2 1 15,0 2 0-15,-1 0 0 0,3 0-5 0,-3 0 4 16,2 0 1-16,2 0 0 0,0-1 0 15,3 1 1-15,-2 0 1 0,0-1-4 0,4 1-3 16,-1-2-3-16,2 2 2 0,-1 0 0 0,2-2 1 16,1 2 0-16,1 0 4 0,1 0 1 0,0 0-1 15,1 0 3-15,-2 0 3 0,2 0 0 16,2 0-3-16,-4 0 4 0,2 0-1 16,-2 0-2-16,3 0-3 0,-1-1-1 0,1 1 4 15,0 0-3-15,-2 0 5 0,1 0 0 0,1 0 0 16,-2 0 1-16,0 0-1 0,1 0-3 0,-2 0 0 15,2 0 1-15,0 0-2 0,-1 0 2 16,-2 1-5-16,0-1 1 0,3 0-2 0,-3 0-2 16,1 0-1-16,-1 0 0 0,-4 0 9 15,3 0-1-15,-2 0 2 0,1 0 1 0,0 0 2 16,-1 0 0-16,-1 0-5 0,2 0-2 0,-3 0-2 16,4 0 0-16,-3 0 3 0,0 0-3 15,1 0-3-15,1-1 37 0,-2 1 22 16,3-1 10-16,-2 1 0 0,2-2 10 0,-3 2 1 15,3 0-30-15,-2-2-19 0,1 2-10 0,2 0-2 16,-4-1-5-16,3 1-7 0,0-1-1 0,-1 1 0 16,0 0 0-16,0 0-6 0,1 0 2 15,0 0 4-15,-1 0-2 0,0 0-3 0,0 0 1 16,0 0-1-16,2 0-1 0,-4 0-1 16,3 0 3-16,0 0 1 0,-2 0 2 0,-1 1 3 15,4-1 4-15,-4 0-3 0,-1 1-1 0,0-1 1 16,1 0-4-16,-1 0 1 0,1 0 1 0,-5 0 2 15,4 0 3-15,-3 0-2 0,-1 0-1 16,-2 0-4-16,1 0 1 0,-1 0-1 0,0 0 0 16,-1 0 2-16,1 0 5 0,-1 0 0 15,-1-1-2-15,0 1-2 0,2 0-1 0,-2 0-1 16,0 0-3-16,0 0 4 0,0 0-3 0,0 0 5 16,0-1-1-16,0 1 0 0,3 0 0 15,-3 0-6-15,0 0 3 0,0 0 2 0,0 0 3 16,0 0-1-16,0-2-2 0,0 2 0 15,1 0 0-15,-1-1-1 0,0 1-1 0,0 0 4 16,0 0-3-16,0 0 0 0,0 0 3 0,0 0-1 16,0 0-5-16,0 0-4 0,0 0 5 0,0 0-2 15,0 0-2-15,0 0 1 0,0 0 1 16,0 0 1-16,0 0 1 0,2 0 4 16,-2 0-3-16,1 0 0 0,-1 0 0 0,0 0-2 15,0 0 0-15,0 0-1 0,0 0 2 0,0 0-2 16,0 0 1-16,0 0 5 0,0 0 0 0,0 0 0 15,0 0-3-15,0 0 0 0,0 0 4 16,0 0-7-16,0 0 3 0,2 0-5 0,-2 0 3 16,0 0 2-16,0 0-2 0,0 0 2 15,0 0-2-15,0 0 2 0,0 0 7 0,0 0-2 16,0 0-2-16,0 0-1 0,0 0 4 0,0 0 0 16,0 0-5-16,0 0 1 0,0 0-2 15,0 0 2-15,0 0-4 0,0 0 1 0,0 0 0 16,0 0 2-16,0 0 1 0,0 0 1 15,0 0-1-15,0 0 15 0,0 0 15 0,0 0 8 16,2 0 7-16,-2 0 4 0,0 0 0 0,0 0-9 16,0 0-8-16,0 0 1 0,0 0 1 0,1 0-2 15,-1 0 0-15,0 0-1 0,0 0-2 16,0 0-12-16,0 0-6 0,0 0-3 16,0 0-4-16,0 0-2 0,0 0-2 0,0 0-2 15,0 0 1-15,0 0 0 0,-1 0-1 0,-1 0-3 16,2 0-3-16,0 0-4 0,-2 0-38 0,2 0-60 15,-3 0-62-15,2 0-135 0,-4 0-188 16,2 0-313-16,-2 1-278 0,0 1-213 0,-1 0-52 16,-2 3 426-16,-1 0 507 0</inkml:trace>
  <inkml:trace contextRef="#ctx0" brushRef="#br1" timeOffset="133876.32">15886 9705 196 0,'0'4'320'0,"0"-1"110"0,-1 2-27 15,-1 2-140-15,0-2-101 0,-1 1-56 0,-1 3-35 16,2-2-18-16,-1 2-18 0,-2 2-13 16,2-1-8-16,2 1-12 0,-3-2 0 0,1 2-4 15,1-3 0-15,2 1-2 0,-1 0-4 16,-1-3-2-16,2 0-27 0,-1-1-59 0,1-1-148 16,-3-1-147-16,3-2-48 0,0-1 33 0,4-1 104 15</inkml:trace>
  <inkml:trace contextRef="#ctx0" brushRef="#br1" timeOffset="134068.26">16125 9676 172 0,'2'7'323'0,"-2"3"116"0,0-2 24 0,-2 2-185 16,2-2-130-16,-2 3-73 0,2-2-36 0,0 1-19 15,0-2-22-15,0 1-43 0,0-1-97 16,0 0-193-16,2-2-87 0,0 0 2 0,-1-1 74 16,4 0 114-16</inkml:trace>
  <inkml:trace contextRef="#ctx0" brushRef="#br1" timeOffset="134271.24">16373 9683 6 0,'3'8'209'0,"-3"-2"110"0,0 3 105 16,0-2-61-16,-3 4-142 0,3-2-88 15,-1 2-57-15,-4-1-31 0,4 1-20 0,-1-2-11 16,2 1-10-16,0-1-2 0,0-1-2 0,2-2-4 16,-1-1-16-16,4-1-23 0,-1-2-39 15,1-2-89-15,0-2-165 0,2-2-51 0,2-1 26 16,0-3 82-16</inkml:trace>
  <inkml:trace contextRef="#ctx0" brushRef="#br1" timeOffset="134436.22">16601 9664 136 0,'-3'11'276'0,"0"-1"103"15,-1 1-7-15,1 0-134 0,0 0-102 0,-1-3-65 16,2 3-30-16,2-3-21 0,0 0-13 0,0-3-22 15,2 0-51-15,4 0-96 0,-5-4-153 16,4-1-56-16,1 0 27 0,3-4 75 16</inkml:trace>
  <inkml:trace contextRef="#ctx0" brushRef="#br1" timeOffset="134622.74">16849 9628 7 0,'2'6'206'0,"0"0"105"0,-2 3 102 0,0-3-76 16,0 3-124-16,0 1-82 0,0-3-55 0,0 2-33 16,1-2-19-16,-1 2-13 0,3-3-1 15,2 1-6-15,-1-2-12 0,1 1-23 0,0-4-57 16,3 1-140-16,1-3-128 0,-1 0-35 16,4-3 45-16,2-3 93 0</inkml:trace>
  <inkml:trace contextRef="#ctx0" brushRef="#br1" timeOffset="134800.44">17249 9606 14 0,'0'10'203'0,"0"0"97"16,0 1 96-16,-1 1-92 0,-1 1-113 16,2-1-72-16,-1-3-42 0,1 2-28 0,0 0-20 15,0-4-13-15,1 0-10 0,1-2-6 16,-1 0-26-16,4-4-26 0,-2 1-53 0,3-4-89 15,2-2-115-15,-1 2-45 0,-1-3 37 0,5-1 78 16</inkml:trace>
  <inkml:trace contextRef="#ctx0" brushRef="#br1" timeOffset="134963.18">17559 9562 96 0,'8'-1'213'0,"1"1"81"16,-4 1-25-16,2 0-70 0,-1 1-52 0,-1 1-38 15,1 3-24-15,-1-4-26 0,0 2-22 16,-2 1-14-16,3 1-12 0,-1-2-12 0,1 1-40 16,-1-1-70-16,1 0-133 0,2 0-79 0,3-1-9 15,0-2 53-15,5-2 83 0</inkml:trace>
  <inkml:trace contextRef="#ctx0" brushRef="#br1" timeOffset="135114.29">18011 9499 77 0,'7'2'219'0,"-2"-2"80"0,-2 6 6 16,0-1-62-16,-3 1-72 0,2 1-58 16,-2 0-38-16,0 2-23 0,0-1-17 0,0 0-14 15,2 2-9-15,-2-3-26 0,4 1-42 16,-1-3-130-16,2 2-136 0,1-2-37 0,4-1 29 16,0-4 75-16</inkml:trace>
  <inkml:trace contextRef="#ctx0" brushRef="#br1" timeOffset="135267.2">18622 9443 8 0,'3'7'187'16,"2"1"66"-16,-4 0 54 0,4 1-162 15,-2-2-228-15,2 1-131 0,3 1-38 0,0-7 37 16</inkml:trace>
  <inkml:trace contextRef="#ctx0" brushRef="#br2" timeOffset="141776.29">17434 9388 176 0,'-3'-1'316'16,"2"1"131"-16,-4-2 5 0,1 0-100 16,1 2-61-16,2-1-33 0,-4 0-8 0,2-1-13 15,2 1-4-15,-1 1 3 0,0-3 4 0,1 3 7 16,-1-1 9-16,2-3 7 0,-1 3-4 15,1 0-15-15,-2-1-23 0,0 0-29 0,-1 0-33 16,1 0-33-16,-1 0-26 0,-3 1-20 16,3-1-15-16,2-2-2 0,-3 4 2 0,1-2 5 15,0-3-2-15,-2 3-4 0,3-2 19 0,-2 3 4 16,-1-2 16-16,2 0 6 0,-2 0 3 16,2 1 0-16,-2 0-11 0,2-1-10 0,0 1-23 15,0-1-17-15,-3 0-11 0,1 0-2 16,0 0-9-16,0 0-8 0,0-1-3 0,1 1-2 15,-2 0-1-15,1-2 0 0,0 3-2 0,0-3 1 16,0 2-2-16,1 0 1 0,-4-2 2 0,2 1-1 16,1 0-1-16,-2 0 0 0,2 0-1 15,-2 0 2-15,1-1-1 0,-1 2-5 0,2-2-2 16,-1 0 0-16,-2 0-2 0,2 1-1 16,-1-1 5-16,1 0 2 0,0 1 0 0,-2-1 1 15,2-1 2-15,-1 1-2 0,1 2-4 0,-2-2-3 16,2 0 0-16,-1 0-2 0,-1 1 0 15,2 0 0-15,-2-1-1 0,0 0 0 0,4 0 0 16,-4 1 0-16,0-1-1 0,0 0 1 16,3 1 1-16,-1-1 0 0,-1-1 1 0,0 1 2 15,0 2 3-15,1-2 1 0,-1-1-1 0,-2 1 0 16,3 1-1-16,-2-2-2 0,0-1-4 16,0 3 1-16,0-1 1 0,-1 0-1 0,1-1 0 15,-1 0-2-15,-1 0 1 0,0 1-1 16,1 0 0-16,-1-2-2 0,1 1 1 0,-2 2 1 15,3-2 0-15,-2 1 0 0,2-1 1 0,-1 0 0 16,1 2 0-16,0-2-1 0,-3 2 1 16,3-1-1-16,2-1-1 0,-2 4 2 0,-1-3 0 15,2-1 1-15,-1 2 0 0,0 0-2 0,-1-1 1 16,-1 1-1-16,2-1-1 0,-1-1-1 16,-2 0 0-16,3 1 2 0,-2-1-1 0,-2 0 0 15,2-1 1-15,0 1 1 0,0 0 0 0,-1 0 0 16,0-1-1-16,0 1 1 0,1-2-1 15,-1 2 0-15,0 0-1 0,1 1 0 0,0-3 1 16,0 2 0-16,0 1 1 0,0-1-2 16,0 0 1-16,2 0 0 0,-3-1 0 0,3 1-1 15,-1-2 0-15,1 2 0 0,-5-1 1 0,5-1-1 16,-2 0 1-16,-2-3 1 0,3 4 0 16,-3-1 0-16,2-2-1 0,-2 0 1 0,3 1-1 15,-4 1 0-15,2-2 0 0,0 1 0 0,2 0 0 16,-1 1 0-16,-1 1 0 0,3 1 0 15,-1-1 1-15,1-1 0 0,-2 2-1 0,1 1 0 16,-1-1-2-16,-1-2 2 0,2-1 0 0,-3 2-1 16,0 0 0-16,-1 0 0 0,1-1 1 15,-1 1-1-15,0-2 0 0,-1 2 1 0,1-1-1 16,-2-1 1-16,0 1-1 0,0 0 1 16,0-2-1-16,1 3-3 0,0-2 3 0,-2 1-2 15,4 1 1-15,-1 0-1 0,0-1 2 0,0 2 1 16,0-1 0-16,0 1-1 0,0-3 0 15,2 3 0-15,-2 1-1 0,2-1 1 0,0-1-1 16,2 2 1-16,-2 1 1 0,0-2 0 16,1 0 0-16,-1 1-1 0,2-1 0 0,-1 2 0 15,-1-2 0-15,1 1-1 0,-1-1 1 0,1 0 1 16,-2 0 0-16,3 0 0 0,-2 0 0 0,1 0 0 16,1 1 0-16,-2-1 0 0,1-1 2 15,1 1-2-15,-2 2 0 0,1-2 0 0,0-1 0 16,1 3-1-16,0-2 0 0,-1 1 1 15,-1-1 0-15,3 0 2 0,-3 2-1 0,0-2 2 16,3 0-1-16,-3 0 1 0,0 0 0 0,2-1-1 16,-3 2 0-16,0-3-2 0,1 2 1 15,0 0 1-15,-3-1 0 0,2 0 0 0,-2 2-1 16,3-1 0-16,-2 0-6 0,1 0-3 16,1-3-2-16,-2 5-3 0,2-2 0 0,0-1-1 15,-1 1 5-15,2 0 4 0,-1 0 1 0,-2 1 2 16,4 0 1-16,-1-1 0 0,-1 1 1 15,2 1 0-15,-1-1-1 0,-1 1 1 0,2 1-1 16,0 0-1-16,2-1 0 0,1 1-1 0,-1 2 0 16,2 0 0-16,2 0 0 0,0-2-1 15,0 3-1-15,0-2-1 0,1 2 0 0,2 0-2 16,0 0 1-16,2 2-2 0,1 1-15 0,0-2-58 16,2 1-61-16,1 1-94 0,4-1-157 15,2 0-208-15,3 2-320 0,0 1-241 0,3-2-200 16,-1 0 92-16,1-1 489 0</inkml:trace>
  <inkml:trace contextRef="#ctx0" brushRef="#br2" timeOffset="144506.12">17398 9294 39 0,'2'1'161'0,"-1"-1"33"15,1 2-6-15,-2-2-36 0,0 2-37 16,0-2-32-16,0 0-24 0,-2 1-15 0,2-1-10 15,-1 1 0-15,1 1-5 0,0-1 6 16,-2 1-4-16,2-2 1 0,0 0-3 0,0 1-3 16,0-1 6-16,0 1 4 0,0-1 2 0,0 0 6 15,0 2 8-15,0-2 9 0,0 0 9 16,0 0 10-16,0 0 8 0,0 0 2 0,0 0 7 16,0 0 5-16,0 0 2 0,-2 0-3 15,2 0 4-15,0 0-2 0,0 0-3 0,-1 0-11 16,1 0-2-16,-2 0-5 0,2 0 2 0,0 0 0 15,0 0 9-15,0 0 12 0,0 0 8 16,0 0 10-16,0 0 5 0,0 2 2 0,2-2-10 16,-2 0-8-16,1 0-6 0,-1 0-10 0,0 0-1 15,2 0-4-15,-2 0-3 0,2 0 2 16,-2 0-8-16,0 0-10 0,1 0-11 0,-1 0 0 16,2-2 17-16,-1 2 3 0,3-2-3 15,-3 0-2-15,4-1-2 0,-1 0-7 0,-1-2-11 16,2 1-9-16,0 0-4 0,0-3-5 0,0 1 3 15,0 1-2-15,1-2-7 0,-2 1-4 16,3-1-2-16,-2 1 0 0,-1 0-3 0,2 0-7 16,-1-1 0-16,2 1 0 0,-3-2-3 15,1-1-4-15,3 2 3 0,-2 1-7 0,1-1-2 16,-1 0-5-16,1-1 1 0,2 2 1 0,-3-1-2 16,0 1 2-16,1 0 1 0,-1-2 4 15,0 1-2-15,2 2 2 0,-3 0 0 0,2-2 1 16,-3 3 0-16,4-2 0 0,-2 1-2 0,-1-1 1 15,2 1 0-15,-3 0-5 0,2 1 0 16,-1-1-1-16,0 0 0 0,1 1 2 0,-1-1-1 16,0-1 4-16,3 1-3 0,0-1 4 15,-4 2 0-15,3-2-3 0,-1 0 0 0,3 0-1 16,-2 0 0-16,-1 0 0 0,2 1 1 0,0-1-2 16,-2 0 3-16,2-1 0 0,-1 1 1 15,0 1-2-15,-2-2-3 0,3 1 2 0,-1 1 0 16,-3 0 0-16,5-1 0 0,-4 1 0 15,2-1 3-15,-1 1-1 0,2-1 0 0,-2 0-3 16,1-1 0-16,-1 1 0 0,0 1-3 0,2-1-2 16,-2-1 1-16,2 1 2 0,-3 0 1 0,2-1 2 15,0 1 2-15,0-1 1 0,-1-1-2 16,1 2 1-16,-3-3-3 0,4 4 0 16,-2 0 1-16,-1-2 0 0,2-1-1 0,-3 1 0 15,4 1 0-15,-3-1-1 0,-1 1 0 0,1 0-1 16,0 0-2-16,3-2 1 0,-4 2 4 15,1-1-1-15,0 1-2 0,2-2 2 0,-3 2 2 16,4-3-2-16,-2 2-4 0,1-2 1 0,-1 0 1 16,3 0 0-16,-1-1-2 0,-1 2 2 15,-1-2 1-15,1 3-1 0,0-2-3 0,-2 2-2 16,1 1 0-16,-1-2 0 0,0 1 1 0,3 1-1 16,-4-2 2-16,3 1 4 0,-1-1 2 15,-1-1 0-15,3 2 0 0,-2-2-1 0,0 1 1 16,3 0-2-16,-5 0-3 0,4-2-1 15,-2 3-2-15,1 0 2 0,-1-1-2 0,2 2 0 16,-2-2 0-16,1 1 2 0,-3 0 3 0,3 1-3 16,0-2 4-16,-2 2 2 0,3-1 0 0,-1-1 0 15,-1 0 2-15,3 1 4 0,-1-2 1 16,-1 2-2-16,1-1-2 0,1 0 4 16,-3-3 2-16,2 4-2 0,0 0-1 0,1-2-1 15,-1 0 1-15,1 0-1 0,0 2-1 0,0-2-2 16,-1 0 2-16,0 0-2 0,1 0 3 0,1-2-4 15,-2 2-1-15,3 0 2 0,-3-1-1 16,0 2 2-16,0 0-4 0,1-3 2 16,-1 4 0-16,0-1 1 0,0 0-1 0,1-1 2 15,-1 0 2-15,2-1-4 0,1 1 1 0,-2 0 2 16,1-1-2-16,2-1-1 0,-2 1-1 0,3 0 3 16,-1 0-2-16,1-1-1 0,-1 1 1 15,-2-1-2-15,1 0 1 0,0 1 0 0,0 1 1 16,-3 0-3-16,3-1-1 0,-3 3 2 15,0-1-1-15,-1-1 0 0,0 5 1 16,0-5 4-16,-1 2-4 0,1 0 0 0,2-1-1 0,-1 0 0 16,-2 0 1-16,2 1-1 0,1-3 2 15,-1 3-1-15,0-2 0 0,0 1-4 0,3-2-4 16,-1 1 0-16,-1 0 3 0,2 2 2 16,-3-4-4-16,3 3 2 0,-1-3 5 0,-1 3 0 15,1-1-3-15,1-2-4 0,-2 2 4 0,-1 1 2 16,0 0-1-16,1-1 0 0,-4 3 0 15,0 2 3-15,2-1-3 0,-6-1 2 0,2 4-2 16,-1-1 2-16,1 2 1 0,-2-1-1 16,-1 1 2-16,2 1-4 0,-2 0 2 0,0-2 0 15,-2 2-2-15,2 0-1 0,-1 2-4 0,-4-1-23 16,1 1-80-16,-3-1-142 0,-1 2-209 16,-3-1-280-16,2 4-267 0,-4-1-196 0,-3 1 114 15,0 1 431-15</inkml:trace>
  <inkml:trace contextRef="#ctx0" brushRef="#br2" timeOffset="145782.31">16136 8651 24 0,'7'-2'209'0,"-3"-1"109"16,1 1 101-16,0-1-62 0,-1 2-54 0,-2-2-23 15,1 1 10-15,-1 2 23 0,-1 0 30 16,1-2 26-16,-2 2 17 0,0 0 5 0,2 0-18 16,-2 0-32-16,0 0-45 0,0 0-51 0,0 0-46 15,0-1-33-15,0 1-12 0,0 1 7 16,0-1 12-16,0 0 12 0,0 2-2 0,0-2-12 15,0 0-25-15,0 2-27 0,0-2-30 16,-2 1-32-16,0 1-14 0,-1-1-18 0,0 2-11 16,-2 0-10-16,-1 0-5 0,1 0-2 0,-1 1-2 15,1 2 2-15,-3 0 2 0,1 1-1 0,0 2 1 16,-1 0 2-16,0 0-1 0,-1 1-1 16,-1 2-1-16,2 0 2 0,0 0 0 0,-2 2-1 15,2-2-1-15,-1 3 1 0,0 0-1 16,1 1-2-16,0 1-2 0,-1 1 1 0,0 1 1 15,0 0 1-15,1 1 1 0,-1 1-3 0,1 0 2 16,2 2 0-16,-1-2-2 0,-2 1 1 16,3-1-1-16,-1 2 5 0,1-1 0 0,0-1-2 15,-2 2 2-15,3-2 0 0,0 1 4 0,1-1-3 16,-3 1 2-16,2-2 1 0,-1-1-1 16,3 0 0-16,-2 2-3 0,1-5 0 0,0-1-3 15,3 0-1-15,-1-3 1 0,0-1 2 16,1-3 0-16,1-1 1 0,-2-3 2 0,2 1-1 15,0-2 0-15,-1-2 0 0,1 1 2 16,-3-2-1-16,3 1 1 0,0-1 1 0,0 0 1 16,0 0 2-16,0 0-3 0,-2 0 2 0,2 0 0 15,0 0-3-15,0-1 1 0,0-1-4 0,0 1 0 16,0-1-8-16,0-1-31 0,0-2-53 16,0 1-47-16,2 0-47 0,1-3-83 15,-2 1-122-15,1-5-121 0,-1 4-115 0,3 0-231 16,-3-2-228-16,3 2-72 0,-1-2 213 0,2 0 365 15</inkml:trace>
  <inkml:trace contextRef="#ctx0" brushRef="#br2" timeOffset="146326.14">16117 8962 29 0,'6'-3'327'0,"-1"0"253"16,-2 0 256-16,1 1 63 0,-1 0-180 0,-2 2-142 15,1-2-107-15,0 1-97 0,-1 1-87 16,1 1-76-16,-2 1-69 0,0-1-44 0,0 2-32 16,0 3-20-16,-2 2-7 0,2 1-13 15,-1 3-3-15,-1 1-3 0,0 2-5 0,-1 3-1 16,2-1 5-16,1 6 3 0,-4-3 1 0,4 2 4 15,0 0 0-15,4 0 2 0,-3 2-9 16,1-1-7-16,1-1-5 0,0 0-2 0,2 1-2 16,3-4-4-16,-4-4-1 0,4 2 5 0,-1-4 0 15,2 0 0-15,-1-4 0 0,0-1-2 16,2-2 5-16,0-5-4 0,0-1 0 0,0-5 3 16,0-1 0-16,2-3 1 0,-3-3-5 15,4-1 2-15,-2-2-1 0,1-1 5 0,-2-3 32 16,0 1 30-16,-1-1 13 0,0 0 12 0,1-4 24 15,-3 3 12-15,0-1-20 0,-2-1-15 16,-2-3-10-16,0 3-8 0,-3-1-21 0,0 1-13 16,-3 2-6-16,1 2-3 0,-2 1 0 0,-4 2-3 15,2 5-4-15,-1-3-5 0,-1 6-8 16,-1 1-6-16,1 1-6 0,2 1-1 0,-4 2-4 16,1 2 1-16,1 2-4 0,1 0 1 15,-1 2 0-15,1 0-1 0,0 1-1 0,3 0-4 16,-3 0-19-16,2 2-37 0,-1-1-52 0,2 1-44 15,0 0-48-15,1 1-77 0,-2-4-104 16,0 2-108-16,1 0-143 0,-1 0-248 0,1 0-219 16,0 0-52-16,-1-1 246 0,1-1 385 0</inkml:trace>
  <inkml:trace contextRef="#ctx0" brushRef="#br2" timeOffset="146572.24">16087 9096 164 0,'0'1'421'0,"2"1"190"15,0 0 116-15,0-2-214 0,0 2-191 0,0 0-141 16,2-2-55-16,1 1-25 0,3-1 14 0,3 0 68 16,0 0 27-16,0 0 12 0,5 0-28 15,0 0-18-15,1 0-32 0,1-1-66 0,2-1-33 16,2 2-20-16,-1-2-11 0,-2 1-4 15,5 1-8-15,-2-1-20 0,-1-1-84 0,0 1-115 16,1 1-177-16,-2-2-268 0,0 2-204 0,2-1-79 16,-1-1 171-16,1 1 307 0</inkml:trace>
  <inkml:trace contextRef="#ctx0" brushRef="#br2" timeOffset="147610.26">18356 8519 75 0,'3'0'283'0,"-1"-1"130"0,0 1 105 0,2 1-129 16,1-1-122-16,1 3-65 0,1-1 21 15,1 0 35-15,2 4 77 0,3-1 62 0,0 1-1 16,4 0 2-16,-1 1-37 0,3 3-48 0,1 0-70 15,-2 2-55-15,4 1-29 0,-2 5-44 16,-2 0-36-16,3 2-20 0,-3 3-15 0,-2 3-19 16,-3-1-13-16,1 4-6 0,-2 1 7 15,-2-1 14-15,1 1 10 0,-2-1 22 0,0 0 23 16,-3-1 11-16,-1-1-4 0,0-1-9 0,0-1-5 16,-4-1-21-16,2-1-24 0,-3-1-10 15,2-1-13-15,-2 0-4 0,-2-4-1 0,2-2 1 16,-3 0 5-16,2-4 3 0,-3 1 4 0,1-2-2 15,1-1-1-15,-2-2-5 0,0-2 1 16,0 1-10-16,-2-4-28 0,1 0-31 0,0 0-28 16,0-2-29-16,-1-2-55 0,-2-2-94 0,4-2-98 15,-3-1-115-15,1-4-187 0,1 3-262 16,0-4-160-16,-3-1 62 0,4-3 295 0,-4 1 330 16</inkml:trace>
  <inkml:trace contextRef="#ctx0" brushRef="#br2" timeOffset="148082.14">18342 8688 73 0,'0'-3'339'0,"0"0"219"0,-5 0 203 16,5 0-37-16,-1 3-172 0,-1 0-121 16,1 3-80-16,-3 1-62 0,1 2-61 15,0 4-40-15,0 1-28 0,-1 5-10 0,1 4-5 16,-3 4-4-16,3 2-2 0,2 2-16 16,-3 4-19-16,3 0-18 0,1-1-25 0,3-1-19 15,2-3-21-15,2 0-7 0,1-4-11 16,4 0-2-16,1-8 0 0,0-3 2 0,3-3 0 15,-2-3 4-15,3-3 7 0,0-6 5 0,-2-3-1 16,3-1 3-16,-1-5 5 0,-2-3 13 16,2 0 21-16,-3-3 30 0,0-1 36 0,-3-4 37 15,-3 4 14-15,1-1-7 0,-5-1-23 0,-3 1-29 16,-4-1-33-16,0 0-34 0,-5 0-23 0,-3 0-13 16,1 2-6-16,-3 1-7 0,0 1-2 15,-3 3-3-15,3 4-1 0,-2 1-3 0,0 3-1 16,2 5-2-16,-1 1 1 0,1 3-1 15,0 2-26-15,1 3-53 0,3 1-52 0,-2 2-73 16,5-1-130-16,-1 0-168 0,1-1-240 0,1 2-233 16,4-2-216-16,-1 1-40 0,2-2 315 15,0 0 434-15</inkml:trace>
  <inkml:trace contextRef="#ctx0" brushRef="#br2" timeOffset="148309.51">18261 8881 323 0,'2'6'551'0,"1"-2"178"16,0-2 65-16,2 1-306 0,4 0-230 16,2-3-120-16,-1 2-55 0,4-2-30 0,2 3-15 15,1-2-7-15,-1-1-7 0,2 2-5 16,-1-1-8-16,-3 1 0 0,3 1-30 0,-1 0-70 15,-3 0-115-15,0 0-265 0,-4 1-185 0,-1 2-92 16,-2 0 61-16,-3 0 206 0</inkml:trace>
  <inkml:trace contextRef="#ctx0" brushRef="#br2" timeOffset="149040.74">17502 9516 189 0,'2'8'313'0,"1"-3"109"0,0 1-25 16,-1 2-121-16,1-2-87 0,-2 0-42 0,3 0-13 16,0 0 9-16,0 1 5 0,1-1-8 15,-1-1-6-15,2 1-15 0,-1 0-16 0,3 0-31 16,-1-1-26-16,-1 2-13 0,1-1-11 16,2-1-6-16,-1 1-5 0,-2 0-4 0,3 0 1 15,-1 1-21-15,0-1-47 0,1-1-79 16,-1 1-159-16,-1 1-220 0,-1-1-111 0,3 3 16 15,-2-2 135-15,1 2 184 0</inkml:trace>
  <inkml:trace contextRef="#ctx0" brushRef="#br2" timeOffset="149242.16">17866 9880 167 0,'3'7'252'15,"0"-1"76"-15,1 0-84 0,2-2-103 16,-2 2-62-16,1-2-34 0,0 1-21 0,2-2-7 16,2 0-4-16,-1-1-8 0,-2 2-6 0,4 0-9 15,0 0-9-15,-2 2-31 0,2 1-38 0,-1-1-38 16,-1-1-36-16,0 2-39 0,0 0-38 16,1-1 30-16,-2 0 50 0</inkml:trace>
  <inkml:trace contextRef="#ctx0" brushRef="#br2" timeOffset="149440.29">18130 10230 147 0,'8'6'225'0,"-2"-2"44"0,2 0-74 16,1 1-63-16,0-3-42 0,0 1-23 0,0 0-20 15,-1-2-4-15,2 0-6 0,-2 2-11 16,3-3-9-16,-2 2-4 0,-1 0-2 0,3 0-3 15,-3 2-3-15,0 0-50 0,3 1-115 16,-3 2-116-16,0 1-26 0,2 1 25 0,-1 1 60 16</inkml:trace>
  <inkml:trace contextRef="#ctx0" brushRef="#br2" timeOffset="149590.59">18671 10672 8 0,'6'3'41'0,"3"2"-43"0</inkml:trace>
  <inkml:trace contextRef="#ctx0" brushRef="#br2" timeOffset="151356.26">18788 7976 66 0,'0'0'240'16,"1"0"102"-16,1 0 54 0,0 0-149 0,-2 2-122 15,1-2-83-15,2 2-46 0,1-1-21 16,0 2 2-16,-1-1 27 0,4 3 29 0,-3-2 22 16,3 2 13-16,2 0 27 0,-1 1 10 15,0 0 7-15,2 2 14 0,2 0 27 0,-1 1 44 16,2 0 6-16,1 0-9 0,2 1 42 0,-3 3 20 15,4-2-20-15,-1 2-42 0,2-1-27 16,-1 2-16-16,1 1-20 0,0 2 19 0,2 1 5 16,-1 1 2-16,1 2-2 0,-2 0-6 0,-2-1-32 15,2 3-57-15,-1-1-27 0,-3 3-12 16,3-1-2-16,-4 1 1 0,0 1 3 0,3 0 32 16,-7 0 15-16,4-1 1 0,-4 2 1 15,3 0-3-15,-3 0-6 0,-3 0-25 0,0 0-18 16,1 0-9-16,-2 0-7 0,1 2 1 0,-3-2-2 15,0 0-3-15,0-1 0 0,1 3-1 16,-3-3 1-16,1 2 0 0,-1-2-4 0,3 0-1 16,-4 0-2-16,1-1 1 0,-1 0-2 15,0 0 1-15,0 0 5 0,0 0 2 0,0 0 1 16,0-1 2-16,-1 1 3 0,-1-2 0 0,0 2-5 16,1-2 1-16,-1 1 4 0,1-1-2 15,-1-1-1-15,0 2 5 0,-1-3-1 0,1 2-3 16,-1 1 0-16,2-3-3 0,-4 2-1 15,2-1-3-15,0-1 0 0,0-1 0 0,-1 2-1 16,1-1 3-16,-2-2 0 0,1 0 1 0,-2 3 2 16,1-4-3-16,-2 0 1 0,3-1 0 15,-3 0-2-15,0 0 3 0,0-1 4 0,1-1 4 16,-1 0 4-16,-2 0-3 0,3 1 2 0,-1-2-6 16,-1-1-6-16,0 3-3 0,1-3 1 15,-3 2 0-15,2-2 3 0,-1 3 6 0,-1-3 5 16,2-1 2-16,0 1 1 0,-1 0 0 0,0 0-3 15,0-2-2-15,-1 1-2 0,2 1 1 16,0-4 0-16,0 2 7 0,-1-1 3 0,0 1 2 16,1-2-2-16,-1 1-1 0,1-1 0 0,0-1-10 15,-1 3-7-15,-1-1 0 0,1-1 7 16,-1-2 12-16,-1 2 10 0,3-1 17 0,0-1 13 16,0 0 0-16,-1 0-1 0,1 0-16 15,0 1-7-15,-3 0-17 0,3-1-5 0,0 0-7 0,-1 2 0 16,0-1-4-16,0 0-3 0,1 0 0 15,-1 1-3-15,1 0 6 0,0 1-6 0,2-3 3 16,-3 3 2-16,1-1 1 0,1 0-2 16,-1 1-1-16,-1-3 6 0,4 4 0 0,-1-3-8 15,1-2-1-15,0 2 5 0,0-4-5 16,4 1-3-16,-4-2 2 0,2 0 2 0,2-1 5 16,1 0-4-16,-2 0 0 0,0-2 0 15,2 0 4-15,0 1-2 0,0-1-1 0,0 0 1 16,0 0 4-16,0 0-4 0,0 0-6 0,0 0 2 15,0-1 0-15,0 1 1 0,0-2-10 16,0 0-22-16,0 2-26 0,2-2-26 0,0 0-44 16,-2-1-83-16,1 0-111 0,-1-3-104 15,0 2-119-15,0-2-210 0,0 0-223 0,0-1-52 16,0 0 169-16,-1 1 292 0,1-3 268 0</inkml:trace>
  <inkml:trace contextRef="#ctx0" brushRef="#br2" timeOffset="151630.6">18723 10099 154 0,'1'0'383'0,"1"2"174"16,-2-2 129-16,2 6-154 0,-1-4-105 0,-1 3-27 16,4 1 13-16,-4 2 20 0,1 1-8 15,1 1-42-15,-1 0-63 0,-1 2-78 0,5 1-66 16,-4 2-53-16,1 0-38 0,-1-1-27 15,1 2-17-15,1-1-9 0,1 0-12 0,0-2-12 16,0-1-3-16,0 0-2 0,4-2-5 0,-2 2 0 16,1-6 3-16,1 1 3 0,3-2-4 15,-3-1 2-15,3-4-4 0,3-2-21 0,0-2-36 16,0-4-103-16,2-2-137 0,1-4-176 16,1-1-291-16,3-1-256 0,0-2-165 0,0-2 157 15,1-2 396-15</inkml:trace>
  <inkml:trace contextRef="#ctx0" brushRef="#br2" timeOffset="152586.76">19555 9859 142 0,'1'-2'307'0,"-1"1"137"0,2 1 39 0,-1-1-91 16,1-1-71-16,-2 0-28 0,2 1 10 15,-2 0 30-15,0-2 27 0,1 1 22 0,-1-1 0 16,0 0-19-16,2 2-43 0,-2-3-55 0,1 3-58 16,-1 0-57-16,2-2-43 0,2 1-37 15,0 1-22-15,-1 0-16 0,2-1-10 0,-1-1-7 16,4 2-1-16,2-1-7 0,-2 2-4 0,1-2 13 15,4 2 7-15,-2 2 9 0,2-2 0 16,1 2 4-16,-3 2 0 0,1-1-16 0,0 0 34 16,-3 2 17-16,3 2 30 0,-3 2 35 15,-1-2 23-15,-4 4 9 0,2 1-35 0,-4 0-15 16,-4 3-28-16,1 0-30 0,-5 1-19 0,-1 2-13 16,-4-1-4-16,0 2-5 0,-1-1-3 15,-6 2-1-15,4-2-2 0,-5 1-1 0,3-1 2 16,-3-1-3-16,2 1 2 0,-2-2-2 0,0-1-1 15,5 0-1-15,-4-1-4 0,7-2 0 16,0-2-4-16,0-1 0 0,5-1 0 0,1-2-3 16,2-2-3-16,-1 0 0 0,4 0-1 15,0-2 0-15,4 2 1 0,-1-2 1 0,3 0 4 16,2 1 0-16,3-3 1 0,2 0 2 0,2-3 1 16,2 0-1-16,0 0-2 0,2-1 1 15,1-2 0-15,1 0-1 0,-2 0-2 0,3-2 0 16,-2 2 0-16,-2 1-1 0,-1-3-2 0,-1 1-12 15,2-1-36-15,-4 6-63 0,0-5-54 16,-1 1-79-16,-1 0-128 0,-1-2-155 0,1 1-156 16,-2-2-200-16,3 2-221 0,0-5-95 0,-1 1 207 15,1 2 382-15</inkml:trace>
  <inkml:trace contextRef="#ctx0" brushRef="#br2" timeOffset="153000.73">20054 9976 161 0,'-3'9'365'16,"-2"2"184"-16,0-1 129 0,-1 3-98 0,0 1-56 16,1 2-21-16,2 1-13 0,0 1-37 15,1 3-53-15,1 0-72 0,1 0-84 0,0 0-69 16,1 0-60-16,1-1-41 0,3-4-30 0,0 1-17 16,4-4-10-16,-1 0-7 0,1-3-5 15,2-1 0-15,0-3-1 0,1-3 1 0,1-3-1 16,2-2-2-16,0-4 5 0,0-1 1 15,1-5 4-15,-2-2 1 0,0-1 6 0,0-1 17 16,-1-2 23-16,1-1 24 0,-2-1 29 0,-2 0 30 16,-2-1 16-16,-1 0-2 0,-2 0-20 15,-4 0-22-15,1 2-27 0,-4-1-26 0,-1-3-23 16,-2 4-12-16,0 1-4 0,-3 3-2 16,-1-3 0-16,1 3-2 0,-2 3-2 0,0 2-4 15,-2 3-6-15,1 2-4 0,0 2-1 0,-1 0-5 16,0 7-1-16,2-1 0 0,-2 1 0 0,3 4 2 15,-4 1-1-15,5 0 1 16,0 0 1-16,1 1 0 0,0 1 3 0,2 0-3 0,2 1-3 16,-2-2-1-16,4 1-26 0,-1-1-47 15,1 0-54-15,1 0-44 0,1-1-71 0,1 2-111 16,1-4-115-16,0 0-116 0,2-1-238 0,2 2-226 16,2-2-120-16,-3 1 157 0,2-1 368 15</inkml:trace>
  <inkml:trace contextRef="#ctx0" brushRef="#br2" timeOffset="153335.32">20076 10049 321 0,'0'0'714'0,"0"1"308"0,0 0 67 0,3 1-308 16,-3-2-257-16,2 0-195 0,1 1-107 16,1 1-68-16,2-2-33 0,1 0-17 0,2 1-5 15,0-1-9-15,3 0-27 0,0 0-15 16,3 0-21-16,-2-1-10 0,3 1-9 0,1-2-1 15,1 1-6-15,-2-1-1 0,2 1 0 0,-1 0-35 16,-2-1-110-16,0 0-153 0,-3 1-260 16,-1 0-273-16,-1 1-266 0,1 0-130 0,-5 0 265 15,0 0 458-15</inkml:trace>
  <inkml:trace contextRef="#ctx0" brushRef="#br2" timeOffset="155130.23">15064 8151 45 0,'-3'6'253'0,"1"-2"139"0,2 1 131 16,-1-3-104-16,1 0-120 0,0-2-85 15,0 0-51-15,1-2-31 0,-1-2-9 0,2 0 10 16,1-2 34-16,1-1 39 0,0-2 33 0,2-1 25 16,-1 0 22-16,2-2 11 0,1 0-18 0,1-2-33 15,-1 0-37-15,1-2-32 0,1-1-32 16,-1 0-40-16,2-2-28 0,-3 2-19 15,3-2-10-15,-1 2-16 0,-2-1-6 0,1 1 3 16,-3 1 3-16,-1 2 6 0,-2 1 5 0,1 0 6 16,-3 2 0-16,1 1-7 0,-2 3-8 15,-2 0-4-15,2-1-5 0,-5 4-8 0,2-2-7 16,-2 1 0-16,1 1-3 0,-6-1-3 16,4 1-3-16,1 1-1 0,-3 2 2 0,2-3-1 15,0 2-3-15,-1 2-2 0,3 0 2 0,-3 0-2 16,2 0-1-16,-1 0 0 0,0 0 5 15,1 0 3-15,0 0 4 0,0 0-2 0,1 0 2 16,-2 0-2-16,1-3-1 0,0 3 8 16,-1-1 11-16,-1 0 4 0,1-3 2 0,-2 2 3 15,2 0 0-15,1-1-9 0,-1 0-10 0,0 0-4 16,1 0-1-16,2 0-3 0,-1 0-3 0,1 2-2 16,-2-3 0-16,4 1 0 0,-2 1 0 15,1-1 0-15,-2 0 2 0,1 0 0 0,1-1 4 16,-1 0 0-16,-1 1-2 0,3 0-3 15,-2 2 0-15,1-2 15 0,0 2 15 0,1-1 9 16,-1 0 9-16,2 0 10 0,-1 2-1 0,-1 0-13 16,-1 0-20-16,0-3-8 0,1 3-11 15,1 0-9-15,-1 0-2 0,-1 0-2 0,1 3 2 16,1-3-5-16,-2 2 4 0,1 0-1 16,-1 2-2-16,0-1 2 0,-1 2-4 0,0 0 5 15,1-1-3-15,0 2 4 0,-1-1 2 0,1 2 3 16,0-1-2-16,-2 1 4 0,2 1 3 15,-3 3-2-15,3-3-3 0,-2 3 1 0,3-1 4 16,-2 2-6-16,-1 2-2 0,0-3 1 0,2 2 6 16,-2-1-3-16,1 1-3 0,0-1 0 15,1-1 0-15,0-1 4 0,0 0-6 0,1 0 5 16,0-1-1-16,-1 0 0 0,2-2 0 0,-2 2-6 16,1-1 6-16,2-1-4 0,-1 1 3 15,-1-1-1-15,1 1 1 0,1 1 1 0,0 0 0 16,0 0-3-16,0-1-2 0,0 2 1 15,1 0-4-15,2 0 1 0,2-2-3 0,-1 1 4 16,1-1 2-16,3 0 4 0,0-1 4 0,1 0-1 16,1-2 1-16,1 1 0 0,3-4 0 15,-1 0-1-15,3 0-13 0,-2-2-35 0,3-2-44 16,-2-1-106-16,0-1-151 0,-2-4-236 16,1 1-288-16,-1 0-252 0,-2-3-171 0,0 0 203 15,-3-2 468-15</inkml:trace>
  <inkml:trace contextRef="#ctx0" brushRef="#br2" timeOffset="155756.26">14938 7132 15 0,'3'-7'261'0,"-1"1"166"0,-1 1 170 0,1 1 28 15,-1-1-110-15,-1 3-55 0,2 0 5 0,0 0 9 16,0 0-18-16,-2 2-43 0,0-3-66 16,0 3-73-16,0-1-69 0,0 1-57 15,0 0-45-15,0 1-29 0,0-1-20 0,0 3-13 16,0-3-12-16,0 4-17 0,-4 0-2 0,4 2-9 15,-2 3-1-15,1 2 0 0,-1 0-1 0,2 3 1 16,-3 2 1-16,1 0 4 0,1 2 24 16,-1 0 15-16,1 1 17 0,-1 2 3 0,0 0-1 15,-1 2-3-15,1-2-25 0,-1 0-14 16,2 0-11-16,-2-1-4 0,3-3-3 0,-2 0 2 16,2-1 0-16,0-4 0 0,0 1-7 0,2-3 4 15,1-1-7-15,0-2 3 0,0 1 0 16,2-2-2-16,1-1 3 0,1 0 0 0,4-4 7 15,0 3 0-15,0-4 1 0,6 0 4 16,-1-4 3-16,1 2 3 0,2-3-6 0,1 1 3 16,2-3 0-16,-2-1-7 0,-1 0-1 0,2-1-6 15,-4 2 4-15,2-1-16 0,0 1-43 16,-5 1-51-16,3-2-131 0,-2 3-179 0,0 0-304 16,-2-1-289-16,3 1-241 0,-3 1-87 15,2-2 404-15,0 3 506 0</inkml:trace>
  <inkml:trace contextRef="#ctx0" brushRef="#br2" timeOffset="157068.32">18870 7553 26 0,'-2'-4'231'0,"2"2"131"16,-1 2 131-16,1 0-64 0,1-3-98 15,-1 3-59-15,0 0-40 0,2 0-28 0,-2 0-22 16,1 0-35-16,-1 0-33 0,0 0-32 16,4 0-26-16,-4 0 20 0,1 3 56 0,2-1 29 15,1 2 15-15,-1-2 59 0,2 4 35 0,1 0-27 16,0 2-58-16,0 0-1 0,3 3 6 0,-5-1-44 16,5 3-35-16,0-1-14 0,-3 2-8 15,0-1-28-15,2 0-27 0,-2 2-14 16,1 0-5-16,-1 0-5 0,1 0-2 0,0 0-3 15,0 0-4-15,-1-2 1 0,-1 0-3 0,2-3 1 16,-2 1 0-16,2-4-2 0,-3 1 2 0,1-2 0 16,0-2 2-16,1 1-1 0,0 0-2 15,-1-3 1-15,0-1 1 0,0 2-1 0,0-3-1 16,1 2 0-16,-3-2 1 0,2 0-1 16,-4-2 1-16,4 2 2 0,0-3 3 0,0 2-4 15,1-1 3-15,-2-3-2 0,0 1 1 0,1 0-1 16,-1-3 1-16,3 2 2 0,0-3-2 15,-2 3 0-15,0-1-1 0,0 0-1 0,1 0-2 16,-3-1 0-16,3 1 2 0,-1 1-1 16,-2-1 1-16,2 2-4 0,2-1 2 0,-3 0-1 15,4-1-1-15,-2-2-2 0,1 3 0 0,1-3 4 16,-2-1 1-16,5 1 0 0,-3-2 1 16,0-1 1-16,1 3 1 0,-1-3-3 0,-1 1 0 15,-1 2 0-15,0 1 0 0,-3 1-2 0,0 0-1 16,1 2 3-16,-3-1-6 0,-1 1-33 15,-3 2-69-15,0 0-104 0,-2 2-124 0,-2 0-155 16,0 2-256-16,-1-2-225 0,0 5-61 0,-3-4 172 16,3 1 305-16</inkml:trace>
  <inkml:trace contextRef="#ctx0" brushRef="#br2" timeOffset="157501.57">18927 7553 80 0,'0'-4'293'0,"1"2"151"0,1-1 132 15,1 0-114-15,0-2-126 0,2 0-70 0,3-1-12 16,1 0 7-16,1-2 13 0,1 0-3 0,3 0-20 16,1-1 3-16,0 1-28 0,0-3-35 15,2 3-36-15,-1-2-3 0,-1 2-2 16,0 0-34-16,0 3-19 0,-3-1 3 0,-1 0 0 15,1 1-22-15,-4 1-15 0,2 0-8 0,1 0-4 16,-3-1-17-16,0 3-16 0,1-2-8 0,1 2-4 16,-2 0-3-16,-2-1-3 0,3 1 2 15,-1 1 1-15,-1 1 1 0,-1 0-1 16,3 0-2-16,-2 0 2 0,-1 0-1 0,1 1-2 16,-3 1 0-16,4-1 0 0,-3 1 0 0,1 0-2 15,-1 3 0-15,0-3 2 0,1 2 5 0,-2 2 6 16,1-1 7-16,-1 4 3 0,0-1 6 15,0 2 14-15,0 2 2 0,1 2 6 0,-4-1 12 16,1 2 9-16,-1 0-3 0,-1 0-16 16,2 2-7-16,-2-2-12 0,0 0-19 0,-2 0-3 15,2-2-10-15,0 0-12 0,0-1-36 0,0-1-66 16,-1-3-140-16,-1-2-191 0,2 0-297 16,0-3-273-16,-1 0-218 0,1-2 17 0,0-1 429 15</inkml:trace>
  <inkml:trace contextRef="#ctx0" brushRef="#br2" timeOffset="158094.25">19327 6854 116 0,'4'-1'347'0,"-2"0"171"16,1 1 123-16,-1 0-163 0,0 0-140 0,-1 1-65 15,1 5 12-15,-1-4 37 0,-1 6 52 16,2 2 24-16,0 0-4 0,-1 2-46 0,-1 2-63 16,0 0-65-16,0 1-63 0,0 2-46 15,0 0-40-15,0-1-22 0,0 1-15 0,0-2-16 16,-1-2-5-16,1 2-7 0,0-3 0 0,-2 0-2 15,2-2-4-15,-2-1 1 0,2-1-8 16,0-3-9-16,-1-1-37 0,-1-1-91 0,2-3-120 16,-1-3-136-16,-1-2-174 0,2-1-262 0,-2-4-210 15,2-2 10-15,0 0 247 0,0-3 317 16</inkml:trace>
  <inkml:trace contextRef="#ctx0" brushRef="#br2" timeOffset="158392.24">19348 6775 84 0,'1'-4'318'0,"2"0"158"16,-3 3 121-16,5-2-135 0,-4 1-160 0,4 1-113 16,0 1-52-16,1-1-2 0,2 1 6 15,3 1 47-15,0-1 43 0,2 3 15 0,1 1 59 16,1 1 3-16,0 1-11 0,1 0-17 0,0 3-34 16,0 1-21-16,0 1-55 0,-4 0-37 15,2 2-16-15,-2 2-13 0,0-1-4 0,-2 1 28 16,-2 3 34-16,-4-2 16 0,2 2 14 15,-4-1-19-15,-2 1-14 0,-2-2-39 0,-4-1-42 16,2 2-23-16,-3-2-19 0,-2-2-13 0,-2 2-8 16,0-1-3-16,-2-2-1 0,-3 1-2 15,2-2-4-15,-4-1 1 0,1-2-2 0,1 0-8 16,-1-2-43-16,4-2-62 0,-2-1-53 0,0-2-101 16,4-1-151-16,-1-1-198 0,2-1-272 15,3 1-221-15,0-3-187 0,2 3 105 0,2 0 433 16</inkml:trace>
  <inkml:trace contextRef="#ctx0" brushRef="#br2" timeOffset="160984.51">15508 2256 112 0,'0'-5'296'16,"-1"0"127"-16,-2 3 112 0,3-3-164 0,0 2-100 15,3-1-10-15,-2 0 35 0,2 0 76 16,1-1 51-16,2 0 17 0,2-2-8 0,3 2-30 16,0-1-59-16,4-1-85 0,2 3-64 0,2 0-53 15,0 0-44-15,1 3-35 0,2 0-22 0,-1 2-10 0,1 4 9 16,0-1 0-16,-1 5 0 0,1 4 59 16,-2 0 42-16,-3 3 21 0,-2 4-6 0,-2 1-1 15,-2 3 3-15,-5 1-45 0,-3 2-36 16,-1 2-19-16,-4 1-10 0,-3 0-10 0,-4 1-14 15,0 0-6-15,-4 1-6 0,-3 1-4 0,-1-1-3 16,-7 0 0-16,0 0 6 0,-2-1 6 0,-3 1 3 16,-1-2 2-16,0 0 1 0,0-3-1 15,2-3 0-15,4 0-3 0,-2-3-3 0,6-1-1 0,2-4-3 16,1-3-3-16,6 0-4 0,0-5-6 16,5 1-3-16,1-3 0 0,3 1-2 0,4-1 0 15,1 0-1-15,7-2 4 0,2-1-1 0,4-2 1 16,5 1 0-16,2-4 1 0,4 0 0 0,3-3 3 15,3-1 2-15,0-3 2 0,6 0 2 16,-3-2-1-16,0 1 1 0,4-1-4 0,-4 1-16 16,-3 0-51-16,1 1-64 0,-4 1-72 0,-2 1-151 15,0 2-190-15,-2 0-312 0,-2 4-266 0,-2 0-215 16,0 0-36-16,-5 1 457 0,2 0 488 16</inkml:trace>
  <inkml:trace contextRef="#ctx0" brushRef="#br2" timeOffset="161484.29">16525 2626 280 0,'2'-19'621'0,"-2"1"319"0,0 0 173 0,-5 1-233 16,2 2-222-16,1 3-68 0,-1 0-76 0,-2 4-85 15,2 0-92-15,-3 3-65 0,-1 0-61 0,-2 3-80 16,0 2-52-16,-3 1-34 0,0 5-16 0,-3 2-10 15,2 4-5-15,-4 3-11 0,-1 4-6 16,2 4-2-16,-3 4-3 0,0 2-4 0,5 1 5 0,-2 1 10 16,3 0 5-16,5-4 0 0,2-2 0 15,1-2 0-15,5-3-7 0,2-5-6 0,2-2-1 16,4-3-1-16,2-4 6 0,2-4 1 0,3-5 2 16,2-6 1-16,2-6 1 0,3-4 2 15,3-7-4-15,1-4-2 0,-1-2 1 0,2-5 0 16,0 1-2-16,0-1 1 0,-4-1-1 0,-2 2 3 15,1 1-2-15,-5-1 0 0,0 4 3 0,-4-1-2 16,-1 0 5-16,-3 1-2 0,1 4 3 0,-4 1 1 16,-1 4-1-16,-2 5 1 0,-1 1-3 0,-2 8-3 15,0-1-5-15,-2 6-3 0,-3 2-5 16,0 6-4-16,-3 6-1 0,-1 3 0 0,0 5 3 16,-1 3 4-16,-1 6 5 0,3 2 2 0,0 3 1 15,-3 3 4-15,5 5-1 0,-1-2 2 16,1 1-3-16,1 2 1 0,2-3-1 0,0-3 0 15,3-1-1-15,0-3-1 0,5 0 0 0,-1-6-1 16,1-3 2-16,0-1-1 0,2-5-13 0,-1 0-42 16,1-3-54-16,-2-4-46 0,0-2-66 15,2-1-107-15,-4-4-138 0,3-4-128 0,-3-1-215 16,0-2-237-16,2 0-151 0,-2-1 120 0,0-3 376 16</inkml:trace>
  <inkml:trace contextRef="#ctx0" brushRef="#br2" timeOffset="162074.23">17113 2463 21 0,'7'-9'445'0,"-4"1"423"0,-2 2 305 16,-1 0 12-16,-1 0-331 0,-1 2-199 0,1-1-152 16,-3 2-114-16,-2 0-94 0,0 2-61 0,-2 1-56 15,2 0-68-15,-1 1-48 0,-2 0-27 0,-1 1-15 16,4 1-8-16,-1 2-11 0,-2-2-5 16,5 2 0-16,-1-1-1 0,0 0-1 0,0 4 1 15,0-2 2-15,4 3 5 0,-2-2-4 0,1 2 0 16,2 1 1-16,0 1-3 0,2 2-1 15,2-2 1-15,-1 1 3 0,2 2 1 0,0-1 0 16,2 1-1-16,-3-1 0 0,5 1 1 0,0-1-4 16,0 1 4-16,0-1 0 0,-1 0 0 0,0-1 0 15,0-2 0-15,0 0 3 0,-2 1-2 0,-1-1 4 16,-3-1-1-16,-1 0 3 0,-1 2 0 16,-3-2 0-16,-2 0 1 0,-1 1-1 0,-3 0 0 15,-1 1-1-15,1 2-1 0,-5-3-1 0,1 0-4 16,-1 1 2-16,1-4-18 0,-3 0-37 15,5 3-52-15,-2-6-41 0,3 0-59 0,1-4-119 16,1-1-135-16,4-2-148 0,-1-3-244 0,8-3-241 16,0-3-142-16,4-1 175 0,1-4 409 0</inkml:trace>
  <inkml:trace contextRef="#ctx0" brushRef="#br2" timeOffset="162267.49">17333 2482 86 0,'13'1'326'15,"-4"3"186"-15,-3 3 203 0,-1 1 4 16,0 4-85-16,-2 3-45 0,-3 1-34 0,0 3-64 0,0 3-91 16,-3 0-107-16,1 1-97 0,-1 0-74 15,0 0-60-15,0 0-29 0,1-2-16 0,1 0-14 16,1-5-21-16,1-1-56 0,-1-3-100 0,3-3-121 16,-1-7-150-16,1-2-229 0,0-2-263 15,1-4-142-15,1-1 100 0,-1-7 300 0,1-2 320 16</inkml:trace>
  <inkml:trace contextRef="#ctx0" brushRef="#br2" timeOffset="162419.4">17400 2310 155 0,'-5'-14'399'0,"-2"4"179"16,-2 1 119-16,3 3-189 0,-1 1-204 0,2 2-132 16,1 3-77-16,-4 0-46 0,5 1-27 0,1 4-16 15,-1-3-12-15,3 4-8 0,0 1-34 16,0 1-56-16,2-1-91 0,1 2-221 0,-1 2-148 15,2-1-44-15,1 2 82 0,1 0 162 0</inkml:trace>
  <inkml:trace contextRef="#ctx0" brushRef="#br2" timeOffset="162858.18">17412 2869 215 0,'6'0'331'0,"-1"-3"111"0,2-3-31 0,1-4-153 16,4-2-96-16,1-3-38 0,2-5-6 15,1 0 0-15,2-2 5 0,-1-1-9 0,0-2 4 16,0 4 48-16,-2-1 43 0,0 4 50 0,-2 1 49 16,-1 3 58-16,-3 4 27 0,-1 1-35 0,-3 3-46 15,-2 2-57-15,-1 1-55 0,-2 3-60 0,0 3-46 16,-5 1-32-16,1 5-21 0,-3 3-10 0,2 2-9 15,-1-1-2-15,-1 4-5 0,4-2-6 16,0 0-4-16,1-2-5 0,1-1-2 0,2-1 1 16,2-2 2-16,4-3 2 0,1-4-1 0,4-2 2 15,3-5 3-15,4-2 0 0,1-6-7 0,4-4-1 16,3 0 0-16,-2-1 1 0,0-3 0 16,-4 6-2-16,1-2 4 0,-5 4-1 0,-2 2 2 15,-4 3-3-15,0 0-1 0,-5 3 2 0,1 0-1 16,-4 4 3-16,0 0 6 0,-1 2 15 0,-1 5 8 15,-1 0 7-15,-1 3 3 0,-1 1-2 16,-1 3-7-16,0 0-12 0,-1 0-5 0,0 3-8 16,0-1-11-16,0 1-18 0,-1 0-25 0,0 0-111 15,2-2-160-15,-2 0-285 0,2-2-273 16,2-1-260-16,-3-1-172 0,4-1 276 0,0-3 507 16</inkml:trace>
  <inkml:trace contextRef="#ctx0" brushRef="#br2" timeOffset="163385.45">18266 2077 141 0,'0'0'450'0,"0"1"218"0,-2 1 122 16,2 3-86-16,0 1-188 0,0 3-79 0,0 1-23 16,0 5-21-16,0 4-14 0,-1 0-41 0,-1 3-58 15,1 4-48-15,-1 2-13 0,0 2-14 0,-1 0-20 16,2 4-21-16,-3 2-23 0,0-1-37 16,2 3-45-16,2-3-26 0,-1 2-13 0,2-3-6 15,1-3-6-15,4-2-4 0,0-5 1 0,-1-3 3 16,3-4 1-16,0-4-2 0,1-4 2 0,-1-5 3 15,2 0-2-15,2-8-1 0,-2 0-1 16,1-5-1-16,3-3-2 0,-2-2-2 0,0-2 1 16,-1-2-1-16,0-1 1 0,2-3 1 0,-2-3-1 15,-1 0-3-15,0-4 0 0,0-3-1 0,-4 0-2 16,4-5 1-16,-6 2 2 0,1-5 2 0,-2 3 2 16,-1 1 9-16,-2 2 10 0,0 3 12 15,-2 8 9-15,-1 1 6 0,-2 3 2 0,2 4-4 16,-4 5-8-16,2 1-14 0,0 3-10 0,-1 1-8 15,-1 3-5-15,-2 2-6 0,3 2-5 0,-2 3 2 16,-1 1-2-16,2 3 0 0,-1-1 0 0,2 5 0 16,-1 0 2-16,2 1 0 0,-1 1-1 15,3-1-1-15,2 3 1 0,-1-2-9 0,4 0-44 16,-1-1-64-16,2 0-71 0,2-3-125 0,-1 0-189 16,1-1-314-16,2-2-277 0,-1-1-210 0,2 1-66 15,-4-4 384-15,1-1 526 0</inkml:trace>
  <inkml:trace contextRef="#ctx0" brushRef="#br2" timeOffset="163626.29">18201 2304 277 0,'-1'9'863'16,"1"-2"346"-16,-4 0-13 0,4-2-197 0,4 1-450 15,-3-3-280-15,2 2-137 0,2-2-64 0,2 0-29 16,3-2-16-16,-2 3-8 0,4-4-4 0,2 0 0 16,-2 2-4-16,4-2 0 0,0-2-2 15,1 2-2-15,-1 0-2 0,3-3 0 0,-2 2-23 16,-1 0-99-16,0-1-151 0,-2 2-239 0,-2 0-276 16,2 0-266-16,-5 2-168 0,5 0 210 0,-3 1 453 15</inkml:trace>
  <inkml:trace contextRef="#ctx0" brushRef="#br2" timeOffset="164138.32">18816 2337 235 0,'10'2'424'0,"1"3"150"15,-2-3 120-15,4 2-224 0,1 0-146 0,1 1 13 16,2 1 2-16,-3-1-4 0,5-1-43 0,0 1-56 16,-2-2-36-16,2 0-91 0,-1 0-44 15,1-2-24-15,-2 2-13 0,0-3-7 0,1 2 1 16,-2-2-3-16,-1 0-4 0,-3-2-47 0,-3 2-95 16,2-1-113-16,-5-1-180 0,-2 1-277 0,-1 1-213 15,-3 0-55-15,-5 0 189 0,-5 1 303 0</inkml:trace>
  <inkml:trace contextRef="#ctx0" brushRef="#br2" timeOffset="164339.4">18793 2536 271 0,'1'9'510'0,"1"0"178"0,1-3 79 0,5 0-256 15,-2-1-191-15,4-1-104 0,4-1 13 16,2 1 30-16,2-4 9 0,3 2-12 0,5-4-43 15,-1 2-33-15,3-4-60 0,1 1-52 0,1-1-25 16,0 2-13-16,1-3-10 0,1 1-41 0,-4-2-112 16,2 2-153-16,-3-1-298 0,2-1-243 0,-7 3-200 15,3 0 0-15,-3-1 306 0</inkml:trace>
  <inkml:trace contextRef="#ctx0" brushRef="#br2" timeOffset="164934.24">19556 2100 199 0,'0'-5'413'0,"2"1"157"15,-2 1 89-15,1 1-253 0,3 1-182 0,-3 1-92 16,4 3-33-16,3 1 68 0,-4 4 132 15,4 0 82-15,0 5 70 0,3 0-2 0,-1 2-27 16,1 3-68-16,1 3-109 0,0 0-72 0,2 3-29 16,-3 1 11-16,0 3-3 0,1 0-11 0,0 4-5 15,-3-1-4-15,0 2-34 0,1 3-42 0,-3 0-19 16,-3 3-15-16,2 0-8 0,-1 0-6 16,-2 0-2-16,1-1-3 0,-3-2-3 0,1-2-2 15,-1-4 2-15,-1-2 3 0,2-3-3 0,0-3 3 16,-2-4 0-16,1-3 3 0,-1-1 2 0,0-5 6 15,0-2 21-15,0-1 9 0,0-5 3 16,-1 1 1-16,-1-4-3 0,-1-2-6 0,0 0-18 16,-1-5-7-16,-1 0-3 0,2-2-6 0,-1-2-1 15,-1-2 0-15,4-2-1 0,-3-1-1 0,1-2-2 16,2-2 0-16,-1-2-1 0,0 1 1 0,2 1-3 16,0 1 3-16,0 2 0 0,0 2-1 15,0 2 2-15,0 2 0 0,0 2 2 0,0 1-3 16,-1 2 3-16,1 2 1 0,0 2 4 0,0 0-1 15,-2 0 3-15,2 3 0 0,0-1-1 0,-2 1 2 16,2 1-4-16,0 0 2 0,-1 0-3 0,-1 1-1 16,-2 2 0-16,-1 3-2 0,-3 2 4 15,0 2 3-15,-3 2 7 0,-2 1 5 0,1 4 4 16,-4 0-1-16,0 1-2 0,0 1-5 0,-2 2-4 16,2-1-7-16,-2 1-3 0,2-2-3 0,1 1-3 15,0-2-2-15,3-3-1 0,1-1-1 16,1 0-10-16,-1-3-40 0,2 0-69 0,1-1-104 15,0-3-179-15,-2-2-297 0,4-1-330 0,-2-1-316 16,0-1-162-16,-1-4 274 0,2-1 647 0</inkml:trace>
  <inkml:trace contextRef="#ctx0" brushRef="#br2" timeOffset="180742.27">23006 5475 190 0,'2'0'307'0,"-1"0"116"16,1 0-52-16,0 0-102 0,-1 1-74 0,-1 1-52 15,0-1-21-15,0 2-16 0,0 0-6 0,0 3 11 16,0 0 9-16,0 3 11 0,0 0 28 0,-1 4 27 16,-1 0 42-16,0 2 27 0,-1 2 25 15,2 2-1-15,-1 0 0 0,0 2-21 16,1 0-46-16,1 4-33 0,-2-3-16 0,0 3-14 16,2 1-34-16,0-1-23 0,-1 3-13 0,1 2-20 15,-2-3-29-15,1 4-16 0,1 0-1 0,-5 0 0 16,4 1 4-16,-1 3 7 0,1-1 3 15,-3 1 6-15,3 3-8 0,-3-1-4 0,3 1-3 16,-2 0-5-16,-1 1-3 0,1-2-4 16,2 1-3-16,-5-1-1 0,3 0-4 0,-1-3 4 15,3 0 8-15,-3 1 6 0,0-1 2 0,0-2 1 16,0 1-1-16,-1-1-2 0,1 1-8 16,0-1-9-16,-1-1 1 0,1 2 4 0,-1-2 6 15,0-1-3-15,-3 2 1 0,4-2 4 16,-3 2 0-16,1-1-5 0,-1 0 32 0,-2-1 21 15,3 3 9-15,-1 0 21 0,-1-2 10 0,1 2 2 16,0-1-28-16,3 1-16 0,-5-1-12 16,5 1-20-16,-4 0-11 0,3 0-4 0,-3-1-1 15,3 3-6-15,1 0-3 0,-4-2 0 16,2 1 2-16,-1 1-3 0,2 0-2 0,-4 2 1 16,5 0 4-16,-3 3 1 0,1-2-3 0,-1 1 1 15,1 2 0-15,1-2 0 0,1-1 0 0,-3 0 0 16,2-1-1-16,2-3 1 0,-2-1 1 15,1-3 0-15,-1-2-1 0,4-5-1 0,-3 1 0 16,1-6-1-16,2-2 1 0,-3-4-7 16,1-1-25-16,1-4-44 0,1-2-42 0,-1-4-43 15,1-1-97-15,-4-6-133 0,2-1-146 0,2-5-233 16,-3-3-236-16,3-5-184 0,-1-3 84 16,1-6 372-16,-1-9 380 0</inkml:trace>
  <inkml:trace contextRef="#ctx0" brushRef="#br2" timeOffset="181552.25">22799 5556 46 0,'0'0'294'0,"0"0"178"0,0 0 162 0,0-2-50 16,0 2-153-16,0-1-79 0,3-1-33 15,2-1 1-15,-2-2 14 0,3 0 19 0,4-3-5 16,2-2-26-16,1-1-40 0,4-4-50 16,3-1-44-16,2-2-32 0,1-2-9 0,1 1-8 15,3-2-10-15,2 0 30 0,-1 1 4 0,0-1-12 16,-1 3-32-16,-2 1-23 0,1 0-14 15,-5 3-39-15,-1 2-24 0,-4 3-11 0,0 1-6 16,-4 4 0-16,-1 1-3 0,-3 3 5 0,0 3 4 16,-1 3 1-16,-1 3 4 0,-2 4 0 15,0 4 3-15,-4 2-3 0,0 0 1 0,0 5 0 16,-4 0-4-16,4 1 0 0,-3 1-2 0,2 1-3 16,-3 0-1-16,2 0-3 0,2 0 0 15,-2 0 0-15,0 1-5 0,2-2-53 0,-1 2-61 16,-1-2-92-16,-1-1-157 0,0 3-252 15,0-2-327-15,-2 1-260 0,0 0-189 0,-3 0 154 16,0 0 537-16</inkml:trace>
  <inkml:trace contextRef="#ctx0" brushRef="#br2" timeOffset="183510.13">22351 7788 23 0,'4'1'223'15,"-1"1"107"-15,2-2 99 0,-2 0-87 0,2 0-116 16,2 0-76-16,1-2-32 0,2 1-2 15,2-2 18-15,0 0 28 0,0 0 7 0,6 0 27 16,-2-1 32-16,1 1 4 0,3 1-20 0,-1-2-33 16,3 2-27-16,4 2-36 0,-3-2 7 15,6 2 2-15,-4 0-3 0,5 2-2 0,0-2 0 16,2 2-3-16,1 2-48 0,2-2-30 16,-1 1 23-16,0 3 28 0,1-2 13 0,1 2 5 15,1 0-1-15,2 0-2 0,-3 0-35 0,4 1-38 16,0 1-15-16,3 1-8 0,-1-3 23 15,3 5 21-15,1-3 10 0,3 3 9 0,2-2-2 16,3-1 0-16,3 2-27 0,1-1-17 16,2 0-11-16,0 2-7 0,3-3-8 0,2 1-6 15,0 1 3-15,2-2-2 0,1 0 4 0,3 1 1 16,0-2 4-16,2 0 6 0,2 2-3 16,0-1-2-16,1 1-5 0,0-1-5 0,-1 1-4 15,1 0 3-15,-3 0 0 0,1-1 7 0,1 1 4 16,1-1 3-16,-2 0 1 0,3 1-2 15,-1-1-3-15,2-1-5 0,-4 2-6 0,1-2-4 16,-1 2 3-16,-3-2 1 0,-1 2-1 0,0 1 3 16,-1-1 7-16,0 0 2 0,-2-1 1 15,-1 3-7-15,2-2 2 0,-3 1 0 0,-4 1-4 16,3 2-3-16,-4-1-2 0,-2-3-3 16,1 4 4-16,-4-2 0 0,1 1 2 0,-4 1 5 15,1-2 2-15,-3 0 6 0,2 0-4 16,-2-2 1-16,-1 1-5 0,2 0 2 0,-4 0 2 15,1-1-1-15,-2-2 0 0,-2 1-2 0,-1-3 0 16,-1 3 0-16,-1-3-6 0,-3 0-2 16,0 0-2-16,0 0 2 0,-2-3 0 0,-2 2-3 15,-3-2 5-15,3 1 5 0,-4-3 2 0,0 2 0 16,-4-2 4-16,3-2 1 0,-2 2-1 0,-3-3 0 16,-1 1 1-16,1 1-1 0,-2-3-2 15,-1 1 0-15,-1 0 1 0,1 0-1 16,-4 0-2-16,0 0 0 0,0 2-1 0,-4-2 3 15,-1 1 0-15,-1-1 14 0,0 0 12 0,-2 1 1 16,-1 2 6-16,2-1 1 0,-2 0-2 0,-4 1-13 16,3-2-10-16,-2 2-4 0,2-1-5 0,-2 1-1 15,0 0-3-15,0 0 1 0,0 0-1 16,4-2 1-16,-1 2 0 0,0-1 0 0,1 0 2 16,0 1-4-16,3-2 3 0,-3 0 0 15,4 2-2-15,-4-1 1 0,4 0 0 0,-4 1 3 16,4 0-5-16,3 0 0 0,-2 1 2 0,2 0-5 15,0-1 23-15,3 2 32 0,-2 0 20 16,5-2 11-16,-1 0 5 0,2 0 8 0,0-2 8 16,2 0-3-16,2 0-4 0,0 0-5 0,-1-1-6 15,3 0-7-15,-1 0-24 0,2-3-24 16,0 4-13-16,-1 0-8 0,1-2 0 0,0 2-1 16,2-1-6-16,1 2-1 0,-4 0 0 0,2-1 3 15,-1 2-4-15,0 0-1 0,-1 2 2 16,-2-2 2-16,-1 1 1 0,1-1-3 0,-2 0 2 15,-4 1-2-15,1-1 0 0,-3 0 0 0,-1 3 0 16,-4-3 1-16,-1 1 0 0,-4-1 2 16,-1 0 1-16,-2 0 17 0,-3 0 12 0,2 0 11 15,-3 0 7-15,-1 0 10 0,4 0 3 16,-5 0-12-16,1 0-9 0,-1 0-8 0,0 0-10 16,0 0-5-16,0 0-7 0,0 0-3 0,0 0-3 15,0 0-2-15,0 0 1 0,0 0-2 16,0 0 0-16,-1-1-1 0,1-2 0 0,-3 3 1 15,1-1-2-15,1-2-1 0,1 1-1 16,-3 0 0-16,-1-2 1 0,3 0-3 0,-2 1 0 16,-1-3 1-16,-1 1 0 0,1 0 0 0,-1-1 0 15,1-2 2-15,-1 1-1 0,-2-1 0 0,2 1 0 16,1-1 0-16,-2 0-1 0,3 1 0 16,-2 0 0-16,0 1 1 0,0 0 0 15,2 0 1-15,0 1 0 0,-2 1 0 0,4-1 1 16,-2 1-1-16,3 4 0 0,-4-2-2 0,4 0-1 15,0 2-3-15,-1-3-2 0,1 3-2 0,1 0-1 16,-1 3 1-16,4-3 0 0,0 4 2 16,2 0 2-16,1 1 2 0,1 1 1 0,0 2 0 15,2-3 1-15,3 3-1 0,0 1 2 16,1 1 0-16,2 0 2 0,-3 0 0 0,3-1 0 16,-2 1-2-16,0 1 1 0,0-2-2 0,-3 0 0 15,2 1-1-15,-5-2 3 0,-2 1 2 16,1-2 3-16,-4 1 4 0,-3 0 4 0,0 0 2 15,-5 0 0-15,-2 1-1 0,-1-1-1 16,-4 3-4-16,-1 0-4 0,-2-2-1 0,0 2-2 16,-2-2-2-16,1 1-1 0,0-2 0 0,2 0 0 15,3 1-2-15,-2-3-9 0,4 0-23 0,1-3-63 16,2 2-69-16,-1-2-102 0,6-1-161 16,1 0-236-16,0 2-316 0,1-3-241 0,4 3-176 15,0-1 138-15,1 0 515 0</inkml:trace>
  <inkml:trace contextRef="#ctx0" brushRef="#br2" timeOffset="185814.25">29245 8876 125 0,'-2'-4'357'0,"2"0"200"16,0-1 190-16,0 0-103 0,4 3-80 15,-1-3-45-15,2 1-36 0,1 0-53 0,2-1-62 16,1 2-72-16,2 0-73 0,2 0-50 0,1 0-42 16,2 1-32-16,3 2-27 0,0 0-18 15,-1 0-10-15,-1 2-15 0,-4 4 9 0,1 1 25 16,-2 1 51-16,-4 1 36 0,2 1 21 16,-6 2 3-16,0 3-11 0,-4-1-28 0,-4 3-33 15,0 0-30-15,-4 1-18 0,-2-1-8 0,1 4-9 16,-5 0-7-16,1-2-4 0,-3 2-1 0,4-1-4 15,-4-1-4-15,1 1-2 0,3 0-1 16,-2-3-3-16,1 3-3 0,1-2-1 0,2 0-3 16,-1 0 0-16,1-2-1 0,6-1-2 15,-3 0 0-15,4-1 0 0,1-2-1 0,4-2 0 16,0-1 0-16,1-2 0 0,3-1 0 0,2-2 0 16,1-3 2-16,4-1-1 0,1-3-1 15,1-3 1-15,3-1-4 0,-1-1-10 0,1-1-23 16,3-1-56-16,-4 1-63 0,1-2-69 0,-2 0-122 15,1 1-171-15,-3 0-257 0,2 0-241 16,-2 1-213-16,2 1-101 0,-2-3 294 0,3 0 490 16</inkml:trace>
  <inkml:trace contextRef="#ctx0" brushRef="#br2" timeOffset="186238.32">29856 8907 15 0,'-5'6'491'0,"-2"5"472"16,1-2 258-16,-4 5-37 0,0 1-340 0,2 3-239 16,-2 1-192-16,1 1-115 0,1 3-71 0,0 1-50 15,0-2-44-15,2 3-54 0,3 0-38 16,3 0-20-16,1 0-7 0,4 3-4 0,6-6-3 16,0 2-2-16,4-4 0 0,5-2 2 15,0-5 0-15,4-2-1 0,1-5-1 0,1-2 5 0,2-6 14 16,1-2 12-16,1-3 10 0,-4-4 6 15,3-2 7-15,-6-2 4 0,-2-4-9 0,0 2-5 16,-4-4-3-16,-3-3-2 0,0 3-5 0,-6-3-6 16,0-2-6-16,-3-1-5 0,-3 2-7 15,-2-2-4-15,-3 2-1 0,-1 2 2 0,0 2 4 16,-5 2 3-16,0 5 4 0,0 0-1 0,-3 5 0 16,0 3-7-16,1 2-3 0,0 2-5 0,-3 4-3 15,2 1-3-15,0 3-1 0,2 1 0 16,-1 4-2-16,0-1 0 0,2 5-1 0,-1-1 0 15,-1 3 1-15,5-1 0 0,0 0 0 16,-1 2-2-16,2-1-3 0,1-2-7 0,1 1-14 16,3-2-31-16,-2-1-58 0,4-4-64 0,-2 1-69 15,1-4-110-15,4-1-148 0,-2-2-161 0,0 0-218 16,0 0-212-16,2-1-139 0,-2-1 141 16,1 1 395-16</inkml:trace>
  <inkml:trace contextRef="#ctx0" brushRef="#br2" timeOffset="186542.27">29930 8991 140 0,'0'2'569'0,"0"-1"412"16,-2 0 192-16,2-1-183 0,-2 2-295 0,2-2-198 15,0 2-116-15,4-1-45 0,-1 0-33 16,3 1-23-16,2 1-22 0,1-1-31 0,1 0-54 16,1 1-57-16,3-1-37 0,1-1-23 0,-1 1-16 15,0-2-11-15,3 1-7 0,0-1-8 0,1 0-4 16,-2 0-5-16,1 0-2 0,2 0-2 16,-3 0-1-16,1 2 0 0,1-2 0 0,-2 0-10 15,-2 1-46-15,-1 1-73 0,-2-2-114 0,-2 0-190 16,2 0-301-16,-4-2-343 0,1 1-315 15,-3-1-134-15,-2-1 349 0,1-1 642 0</inkml:trace>
  <inkml:trace contextRef="#ctx0" brushRef="#br2" timeOffset="187586.11">23578 4774 246 0,'-1'0'461'0,"-2"-1"181"16,3 1 68-16,-2-1-218 0,2 1-152 0,0 0-103 15,2 0-68-15,-2 1-42 0,3-1-31 16,-2 1 53-16,2 3 45 0,1-2 18 0,1 3 46 16,-2 1 29-16,2 1 8 0,-1 1-51 15,2 2-50-15,-1 2-26 0,0 0-47 0,-2 3-34 16,0 2-5-16,1-1-16 0,-3 5-7 0,2-2-8 16,-3 0-3-16,2 0-4 0,-2-1-17 15,-2 1-9-15,2-2-7 0,-1-1-6 0,-1 0-5 16,1-1 4-16,-1-3-4 0,0-2 1 15,1 1-7-15,-1-4-18 0,1-1-20 0,1-2-53 16,-4 0-106-16,3-3-139 0,-3-2-157 0,1-3-214 16,2 2-269-16,-2-4-166 0,1-2 127 15,1-2 340-15,-1-2 331 0</inkml:trace>
  <inkml:trace contextRef="#ctx0" brushRef="#br2" timeOffset="187854.23">23515 4695 95 0,'2'-6'353'0,"-1"1"178"0,-1 3 122 15,3-1-126-15,-1 2-192 0,1 0-122 0,2 0-40 16,2 2-17-16,2 0 68 0,-1 0 39 16,5 2 0-16,-1 1-21 0,2-1-34 0,3 1-25 15,0 0-70-15,0 0-45 0,0-1-27 16,2 2-14-16,0-1-8 0,-1 0-7 0,-1-1-3 15,-1 2-3-15,1 1-1 0,-1-2 3 0,0-1-1 16,-3 1 1-16,1 1 1 0,-5 0 1 0,-1 0-4 16,1-1-50-16,-5-1-86 0,-3 3-111 15,-1-2-175-15,0 1-277 0,-5 1-211 16,-4-2-42-16,0 4 172 0,-5-2 301 0</inkml:trace>
  <inkml:trace contextRef="#ctx0" brushRef="#br2" timeOffset="188062.21">23438 5100 160 0,'0'15'351'0,"0"-3"138"0,3 0 106 16,2-3-198-16,2 0-118 0,5 0-66 0,0-2-22 16,6 1 34-16,-1-3 5 0,5 1-22 15,5-1-40-15,2 0-21 0,1-1-26 0,1 1-53 16,2 1-28-16,2-1-18 0,-1 1-9 0,0 1-51 15,-2 0-91-15,2 4-126 0,-5 1-281 0,1 1-187 16,0 2-103-16,-3 2 97 0,2 1 240 16</inkml:trace>
  <inkml:trace contextRef="#ctx0" brushRef="#br2" timeOffset="191083.26">24480 7188 107 0,'-5'3'329'0,"2"1"162"16,-2 0 138-16,4-3-146 0,-3 2-142 0,3-2-93 16,-1 1-73-16,2-2-41 0,-1 0-39 15,1 1-35-15,1-1-16 0,-1 0-14 16,2 0 24-16,-1 0 23 0,3 2 59 0,0-2 60 15,-1 1 41-15,4-1 43 0,-3 1-6 0,3 1-18 16,-1 0-52-16,3-1-43 0,-1 0-10 0,1-1-30 16,0 2-23-16,0 0-13 0,3-1-5 15,-2 1-16-15,0 1-15 0,1-1-7 0,2 2-3 16,-2-1-4-16,2-1-4 0,1 3 1 16,-2-1-14-16,4 2-9 0,0-2-3 0,1 0 0 15,-1 1 77-15,5-1 35 0,1 1 19 0,-3 1 3 16,3-2-1-16,0 1-6 0,2-3-63 15,-3 5-35-15,0-4-19 0,1 1-7 0,-1-1-3 16,1 1-5-16,0 0 4 0,-2-2-1 16,-2 1 2-16,1-1-3 0,-3 0-3 0,1 1 2 15,0-2-1-15,-4 1 1 0,0-1 1 0,1 2 2 16,1-1-3-16,-4-1-1 0,3 1 1 16,-1 1 0-16,2-2 2 0,-2 1-4 0,3 0 2 15,-2-1 1-15,2 0 2 0,0 1 0 16,1-1-3-16,-1-1 1 0,1 2 4 0,-1-2 0 15,2 0-1-15,-1-2-1 0,-3 1 4 0,1-1-1 16,-1 1 16-16,-2 0 9 0,1-3 6 0,-2 1 4 16,0 0 1-16,2-3 1 0,-4 2-10 15,-1-3-6-15,3 2-5 0,-1-3-1 16,-4-2-3-16,5-1-3 0,-3-1-6 0,-2-1-3 16,4-3-2-16,-3 2-3 0,2-2 0 0,-1-1-1 15,-2 1 0-15,2-5-2 0,0 4 0 0,-2-1-1 16,0-1-1-16,4-4 0 0,-2 4 1 15,0-3 0-15,-2 1 1 0,3-3 0 0,-2 2 2 16,2-3-2-16,-1 0-1 0,1 0 0 16,-1 0-1-16,2-3 0 0,1 1-2 0,-1-2 3 15,1 1 1-15,1 0 0 0,-1-4-1 0,3 1 1 16,-1-1-1-16,2-1 1 0,-1 1 0 16,0-4 2-16,2 1-2 0,-3 0 0 0,0 1 1 15,-1-1-2-15,-1 2 1 0,1-1 0 16,0 1-1-16,-2-1 0 0,2 3 1 0,-3-2 0 15,5 1 0-15,-3 0 1 0,3 0 1 0,-2-1 2 16,2 0 0-16,0 0-1 0,1 1-1 0,-2-2 2 16,2 3-3-16,0-1 2 0,-2 1-1 15,4-2 1-15,-2 1 0 0,0 1-3 16,2-1 0-16,0 2-2 0,-3 2-1 0,2 2-1 16,-2 1 0-16,0 2 1 0,-1 0 0 0,-2 6-1 15,2-1 2-15,-4 1 0 0,-1 4 0 0,0 2 1 16,-3 1-1-16,0 2 0 0,-2 2 1 15,-2 3 0-15,3-1-1 0,-3 1-1 0,-1 1-1 16,2 1 1-16,-1 0-2 0,-1 1 1 16,2 0-4-16,-2 0 2 0,0 0 0 0,0 1-2 15,0 2 4-15,-2 1 2 0,2 2 2 0,-1 3 2 16,-1 0 1-16,1 3 2 0,-4 2-1 16,2 3 0-16,-1-2-1 0,1 3-2 0,-2 2 2 15,-1 4-2-15,2-1 3 0,-1 2-1 16,-2 2-1-16,1 0 1 0,-2 2-3 0,0-1 0 15,0 2-3-15,0 0 0 0,-1 0-3 0,1 2 3 16,-2-1-2-16,1 2-1 0,0 1 3 0,1-2 2 16,0 1 1-16,-5 0 1 0,5 0 0 15,-2 0 3-15,0-2-3 0,2 3-1 0,-2-5 4 16,1 1-3-16,-1 1 2 0,4-3 1 16,-1 1-1-16,-2-3-1 0,3 2-4 0,-1-3 2 15,-1-1-2-15,4-1 0 0,-5 1 0 0,4-3 1 16,-2-2 0-16,2 0 1 0,1 1-1 15,-2-2 1-15,-1-2-2 0,2 2 2 0,2-2 1 16,-2-1 0-16,2-2-1 0,0 0 0 16,-1 0 0-16,2 0 0 0,-1-1-1 0,0 0 2 15,3-1 2-15,-4 1-1 0,3-2-2 0,-1 1 2 16,1 0-1-16,-3-1-3 0,3 0 0 0,-1 1 1 16,1-1 1-16,-1 0 1 0,0-1 0 15,2 2 0-15,-2-1 0 0,2-2-1 0,-2 1 0 16,0-1 0-16,2 0 1 0,0 0-1 15,0 1 1-15,-1-2 2 0,1-1-2 0,-2 2 0 16,2 0 1-16,-1 1 1 0,1-2-1 0,-4 2 1 16,3 0-2-16,-1 3 0 0,-1-3 0 15,0 3-1-15,-1-1 1 0,0 1-2 0,-1 0 1 16,2 0 0-16,0-1 0 0,1 2 0 16,-1-1-1-16,2-1-1 0,-3 0 3 0,3 0 1 15,-1-3-2-15,0 1-2 0,2 2 0 0,-1-3 1 16,1 2 1-16,-2-1 0 0,1 0 1 0,1 2 0 15,-3-1 2-15,1 0-1 0,1 0 1 16,-1 2-3-16,2-3-2 0,-1 0 2 16,1 0 2-16,-2 0-2 0,0-2-4 0,2-2 3 15,0 1 0-15,0-1-1 0,0-1 0 0,2 0-1 16,0 1 3-16,-1-1 0 0,2-1-1 0,2 2 1 16,-4-1-1-16,2-1 1 0,2 1 0 15,-1-2 0-15,0 1-2 0,1 0 0 0,0 0 1 16,1 0 1-16,-1 0 0 0,1 0 1 15,-1 0 2-15,1 0-1 0,2-1 1 0,-2 3-2 16,2-2-1-16,0 0-1 0,2 3 1 0,-2-2 0 16,0 0-2-16,1 1 0 0,2-1 1 15,-1 1 2-15,2-1-1 0,-1 0 1 0,1 1 2 16,0-1-2-16,1 0 1 0,1-1-1 16,-1 1 1-16,-1-1-1 0,6 2-3 0,-6-3 0 15,6 2-1-15,-4 1 1 0,2-3 0 0,-2 2 1 16,2-2 2-16,0 1 0 0,1 0 2 0,-3 0-1 15,4 0-1-15,-1 0-1 0,-1 1 1 16,1-3 1-16,-1 2-2 0,1-2-1 16,-2 1 2-16,0-1 0 0,0 0-1 0,-1-1 1 15,-2 2 0-15,-2-2 1 0,1 0-1 0,-3 1 1 16,-2-1-1-16,1 0-1 0,-1 0 2 16,-2 0-1-16,0 2-1 0,-3-2 0 0,3 0 0 15,-1 0-1-15,-2 0 0 0,3 0 0 0,-3 0 0 16,2 0-1-16,1 0 3 0,-2 0-1 15,2 0 1-15,0 0 0 0,1 0-2 0,2 0 1 16,1 0 0-16,1 2-1 0,0-2 0 16,3 1 1-16,0-1 1 0,-1 1-1 0,5-1 0 15,-2 2 1-15,3 0-1 0,1-1-1 0,1 1 0 16,1-2 2-16,0 1-1 0,2 1 0 0,0-1 1 16,2 0 0-16,-2 1 1 0,3 1-2 15,-2-1-2-15,3 0 0 0,-4 2 1 0,0-2 0 16,2 1-1-16,-3 1 1 0,1-1 3 0,-2 0 0 15,-2 1 1-15,1-1-1 0,-1 0-1 16,-2 2 0-16,2-2-2 0,-4 0-2 0,0 0 2 16,-3-2 1-16,1 0 1 0,-3 1 2 15,-1-2 0-15,0 1 1 0,-3-1-1 0,-1 0-1 16,1 0 2-16,-2 0-2 0,0 0 1 0,-1 0 0 16,-1 0 1-16,1 0 0 0,-1 0 1 0,-1 0 0 15,0 0 0-15,0 0-2 0,0 0 1 16,-1 0-2-16,-1 0-1 0,2-1-3 0,-1 1-4 15,-3 0-26-15,1-2-71 0,-3 2-69 16,2-1-126-16,-5 0-185 0,1-1-311 0,-1 1-320 16,0 2-221-16,-3 1-92 0,0 0 385 0,-1 1 550 15</inkml:trace>
  <inkml:trace contextRef="#ctx0" brushRef="#br2" timeOffset="192388.4">25624 8056 105 0,'0'0'219'0,"0"0"52"0,-1 0-5 0,1 0-47 16,0 0-47-16,0-1-31 0,0 1-15 0,1-2-9 16,-1 2-8-16,0 0-5 0,2-2 2 15,0 1 8-15,-2 0 10 0,0 1 14 0,0-2 21 16,1 1 22-16,-1-1 26 0,0 1 16 15,0 1 21-15,0-2 17 0,0 2 23 0,0 0 11 16,0-1-3-16,0 1-14 0,0 0-22 0,0 0-37 16,0-2-44-16,0 2-45 0,0 0-29 15,0 0-33-15,0 2-21 0,0-1-18 0,0 1-12 16,-1 1-2-16,1 0-8 0,-4 3 0 0,0 0-1 16,0 5 2-16,0 0 4 0,-2 1-5 15,-1 1 4-15,1 3-4 0,1-4 3 0,0 1-4 16,0 1-4-16,1-3 2 0,1-4-3 15,0 0 0-15,1-1 1 0,0-1 3 0,2-3 5 16,-1 0 4-16,1 0 13 0,1-2 8 16,1-2 2-16,1-2 0 0,0-2-5 0,5-4-3 15,-2 1-10-15,2-5-8 0,0 1-4 0,2-3-3 16,-1 0 0-16,-1 0 0 0,3-1-2 0,-3 1 0 16,-2 1 2-16,3 2 28 0,-5 1 18 15,2 4 24-15,-3 0 14 0,1 2 22 16,-3 1 7-16,2 3-19 0,-3-1-15 0,0 3-21 15,0 3-12-15,-3 1-22 0,-2 2-11 0,2 3-5 16,-3 1-5-16,0 2-2 0,-1 0-4 0,1-1 0 16,0 4-1-16,-3 0-1 0,4-2-1 15,-3 2 2-15,3-2 0 0,-3 2 0 0,3-2-1 16,1-1-33-16,-1-1-62 0,0 2-79 16,2-3-146-16,-2 0-217 0,1-2-319 0,0 0-299 15,1-1-206-15,0-1 29 0,0 0 503 0</inkml:trace>
  <inkml:trace contextRef="#ctx0" brushRef="#br0" timeOffset="-212330.52">15606 8908 56 0,'-3'2'227'0,"2"-2"106"16,-4 2 77-16,4-1-102 0,-1-1-78 0,1 1-39 0,1-1-21 16,0 2-1-16,0-2-2 0,0 0 6 15,0 0 11-15,0 2 14 0,1-2 15 0,-1 0 8 16,0 0 5-16,0 0 0 0,0 0-9 15,0 0-23-15,0 0-22 0,2 0-27 0,-2 0-27 16,0 0-28-16,0 0-27 0,0 0-14 16,1 0-19-16,-1 0-13 0,0 0-8 0,0 0-6 15,0 0-6-15,3 0-5 0,-1 0-1 0,-1 0 0 16,2 0-3-16,1 0 4 0,0 0 2 16,1 0 3-16,2 0 2 0,0 0 1 0,0 0 0 15,-1 1 0-15,2-1 1 0,1 0-1 16,-2 0 0-16,-1 0 1 0,2 0 2 0,0 0-1 15,-2 1 2-15,2-1-1 0,0 0 2 0,-1 0-1 16,2 0 3-16,-3 0 0 0,2 0-1 0,0-1 2 16,1 1-1-16,-1-1 0 0,-1 1 0 15,2-2-3-15,-3 0 5 0,2 1-3 16,-1 1 2-16,-1-1-1 0,3-1-1 0,-4 0-1 16,2 2-2-16,-1-1-2 0,-1 1 2 0,2 0 3 15,0 0 1-15,-2 1 0 0,1-1 2 0,-1 2 0 16,2-2 2-16,-2 0-3 0,3 2 1 15,-3-2 0-15,2 1-2 0,0-1-1 0,1 0 0 16,-1 1-1-16,-1-1 0 0,3 0-2 16,-2 2-1-16,1-2 1 0,-2 0-2 0,3 0-1 15,-1 0 1-15,0 0 0 0,0 0 1 0,0 2 0 16,0-2 0-16,0 0-1 0,-2 1 0 16,3-1 0-16,-4 1 3 0,2-1-1 0,-1 2-3 15,-1 0 1-15,2-2 0 0,-2 1 0 16,0-1-1-16,0 0-1 0,1 1 1 0,0-1 0 15,-1 2 1-15,0-2 3 0,1 0-2 0,-1 0 1 16,2-2 1-16,0 2-3 0,0-1-1 16,-1 1 0-16,0 0 1 0,4-1 0 0,-4 1 1 15,0-2-2-15,1 2 1 0,-1-2 1 16,2 2-2-16,-2 0 0 0,2-1-1 0,-1 1 1 16,0-1 1-16,1 1-2 0,-1-2 2 0,-1 0 1 15,2 1 0-15,-2 0-1 0,1-1 1 16,-1 0 0-16,0 1-3 0,0-1 1 0,1 1-1 15,-2-2-1-15,-1 3 0 0,1 0 1 16,0-2 3-16,3 2-2 0,-5 0 0 0,2 0-1 16,-1 0 1-16,1 0-1 0,0-3-4 0,1 3 2 15,-1-2 2-15,0 2 0 0,-1 0-4 16,1-1 2-16,2 1 3 0,0-1-2 0,-2 1-2 16,1 0 4-16,-1-1-1 0,0 1-2 15,0-3 1-15,2 3 1 0,-2 0-1 0,0-1 0 16,0 1 2-16,0 0 0 0,1-1-4 0,-2 1 0 15,1-2 3-15,0 2 1 0,2 0-3 16,-3-3 1-16,2 3 1 0,-1 0-2 0,0-1 3 16,-2-1-2-16,2 2-1 0,0 0-1 0,-2-2 2 15,5 1 2-15,-5 0 0 0,2 1 0 16,-1-2 1-16,0 2 0 0,0-1 2 0,1 1-2 16,1 0-1-16,-3-2 0 0,2 2-1 15,-2 0 2-15,2 0-2 0,-1 0 1 0,-1 0 0 16,3 0-3-16,-3 0 0 0,0 2-1 0,0-2 3 15,0 0-1-15,2 1 4 0,-1-1 0 16,-1 2 2-16,3-2-2 0,-5 0-2 0,4 1 3 16,-2-1-1-16,2 1 1 0,-2-1-1 15,1 0 2-15,0 2-1 0,2-2-1 0,-3 0 2 16,2 0 0-16,0 0 0 0,-2 0-2 0,2 0 1 16,0 0-3-16,1 0 3 0,-1 0 0 15,0 0 0-15,-1-2 4 0,3 2-2 0,-2 0 3 16,2-1-5-16,0 0 2 0,-1-1-2 15,0 1 1-15,2 1 0 0,0-2-2 0,-2-1 1 16,4 2-1-16,-2-1 2 0,0 1-3 0,-2-1 0 16,2 0 2-16,1 0-1 0,-2 0 2 0,-1 1-3 15,2-1 0-15,0 1 3 0,-2 0-4 16,-1-1 1-16,1 0-1 0,-1 1 2 16,-2 0-2-16,3 1-2 0,-1-2 2 0,-2 2 0 15,2 0 0-15,-2-2 0 0,2 2 0 0,0 0 0 16,1 0 0-16,-3-1 0 0,4 1 0 15,-3 0 0-15,1 0 0 0,0 0 0 0,3-1 0 16,-4 1 2-16,3 0-1 0,-1 0 0 0,-1 0-1 16,1 0-1-16,-1 0 1 0,1 0-3 15,-1 0 2-15,2 0 1 0,-3 1 1 0,4-1-1 16,-3 0 3-16,1 0-2 0,1 0-2 0,-1 0 0 16,1 0-1-16,2 0 2 0,-1-1-1 15,1 1 2-15,-3-2-1 0,2 2 0 0,0 0 2 16,0-2 0-16,-2 1-2 0,1 1 1 15,-3-2-1-15,3 2 0 0,-2 0-2 0,1-1-1 16,-2-2 3-16,1 3 0 0,0-2 24 0,0 2 20 16,-2-3 8-16,3 1 5 0,-1 1 3 15,0-1-2-15,-1-1-20 0,0 1-18 0,-1 0-8 16,0 0-7-16,0 1-2 0,2 0-1 16,-4-1 0-16,2 2-1 0,-1-2-1 0,1 1 0 15,0 0-3-15,-1-1 3 0,1 1-3 0,1 1 0 16,0-2 2-16,1-1-2 0,-2 2 1 15,0-1 1-15,2 1-1 0,-2-3 2 0,4 3 0 16,-4-2 0-16,3 2 0 0,-2-2 0 16,3 2 2-16,-1-3-2 0,-1 2-2 0,0-2 2 15,2 2-3-15,2-2-2 0,-5 3-2 0,4-2 3 16,-2 0-1-16,2 1 2 0,-3 2-2 16,2-3 2-16,-1 1 1 0,2 1 2 0,-4 0-1 15,1 0 0-15,-2-2 1 0,2 3-1 16,-2-1 0-16,2 1-1 0,0 0 0 0,-4-1 0 15,2 1 1-15,2 0-3 0,-2 0 0 0,-1 0-3 16,1 0 3-16,1 0 0 0,0 1 3 16,1-1-1-16,-1 0 1 0,1 1 1 0,0-1-3 15,2 3 4-15,-3-2 3 0,2-1-2 0,-1 1 0 16,2 0 3-16,-3 1 1 0,1-2-5 16,-2 3-2-16,3-3 1 0,-1 2 0 0,-2-2 0 15,2 0 1-15,0 0 1 0,-2 3-1 0,2-3 1 16,-1 1 2-16,0-1-3 0,-3 0-1 15,1 0 2-15,-1 0-2 0,1 0 0 0,0 0 0 16,-1 0 4-16,-1 0-4 0,0 0 0 16,2 0 2-16,-2 2 0 0,1-2 0 0,1 0-2 15,-2 0 0-15,2 0 0 0,-1 0-1 0,1 0 2 16,-1 0-1-16,-1 0 0 0,2 0 0 16,2 0 0-16,-2 0 3 0,0 0-2 0,-1 0-1 15,2 0 4-15,-1 1-3 0,0-1-1 16,-1 2-1-16,2-2-2 0,1 0 2 0,0 2 0 15,0-1-1-15,2-1 4 0,-2 1 0 0,1 1 0 16,0-2 1-16,3 2-2 0,0-1 4 16,-2 0-2-16,2-1 0 0,-1 2 1 0,2 0-3 15,0-1 0-15,-1 0-1 0,0 1 1 16,3-1-1-16,-1 1-1 0,-1-1 3 0,2 0 2 16,-1 1-3-16,-1 1 0 0,2-1 2 0,-1-1 0 15,-1-1-2-15,1 2-1 0,-2-1 0 16,0 1 0-16,-2-2 0 0,2 1-1 0,-2 1 1 15,0-2 1-15,-1 0-4 0,0 1 5 16,-2-1 0-16,2 0 0 0,-4 0-2 0,2 0 0 16,-1 0 2-16,-2 0 0 0,2 0-2 0,-1 0 0 15,-1 0 5-15,0 0-2 0,2 0 2 16,-2 0-3-16,0 0-1 0,0 0-1 0,0 0 0 16,1 0 0-16,-1 0 0 0,2 0 0 15,-2-1 1-15,3 1-1 0,-1-2 2 0,0 1-1 16,1-1 0-16,-2-1 1 0,4 0-1 0,-1 2-1 15,-2-3 0-15,1 3 1 0,1-2 0 16,-3 2-1-16,2-2-1 0,1 2 0 0,-3-1 1 16,2 0-3-16,-3 2 1 0,2-1 0 0,2 0 2 15,-4 1 0-15,2-2 0 0,-1 2-1 16,1 0 1-16,-2 0 0 0,2-2 0 0,-1 2 0 16,3-1 0-16,-3 1-2 0,1 0 0 15,-1-3 2-15,3 3 1 0,-3-2 0 0,2 1-1 16,-1 1 2-16,0-2-1 0,0 2 1 15,2-1-2-15,-4 1-1 0,1-3 3 0,1 3 2 16,-1 0-2-16,-1 0-1 0,4 0-1 0,-4-2 0 16,1 2-1-16,2 0 0 0,-3 0-3 15,2 0 1-15,1-3 1 0,-1 3 2 0,-1 0-2 16,3-2-2-16,-3 2 4 0,4 0 0 0,-4-1 0 16,2 0 0-16,2 0 2 0,-2 1-1 15,1-3-2-15,1 2-1 0,-1 0 0 0,4-1 0 16,0-1 2-16,0 0 0 0,1 0 0 0,-1 0 0 15,2 0 0-15,-2 0-1 0,2 0-4 16,-1 0 3-16,0 0 6 0,3 0 2 0,-2 2 3 16,1-2 4-16,2 2 1 0,-4-3-2 0,1 3-4 15,2 0-2-15,-4-1-5 0,2 0-2 16,-1 2-1-16,-2-1 1 0,-1 1-2 0,1 0 0 16,2 0 0-16,-5 0 1 0,3 0 1 15,-1 0-2-15,-1 0-1 0,4 0 2 0,-4 0-2 16,3 0 0-16,0 0-2 0,1 0 6 0,3-1 0 15,-3-1 8-15,4 0 8 0,-1 1 6 16,-2-2 5-16,4 0 1 0,-4 3 1 0,2-2-8 16,-2 2-5-16,-1 0-4 0,2-3-5 15,-3 3-5-15,2 0 3 0,-2 0-2 0,-1 0-3 16,0 0 1-16,-1 0 1 0,-1 0 1 0,-2 0 0 16,2 0 3-16,-1 0 2 0,-1 0-4 0,-1 0-6 15,-2 0-2-15,2 0 1 0,-1 0-3 16,-1 0 1-16,2 0 6 0,0 0 3 15,-2 3 0-15,1-3-2 0,1 0 0 0,-1 0 0 16,-1 0-4-16,4 0-1 0,-3 0 0 0,1 0 3 16,-1 0-2-16,1 0-2 0,2 0 2 15,-2 0 4-15,-1 2 0 0,1-2 0 0,1 0 5 16,1 0 5-16,0 0 6 0,0 0 1 16,0 0 0-16,0 0 1 0,0 0-4 0,-1 0-2 15,2 0 10-15,-2 0 10 0,0 0 9 0,-1 0 2 16,1-2 7-16,-3 2-5 0,2 0-11 0,-1 0-10 15,1 0-15-15,0 0-2 0,2 0 37 16,-1 0 29-16,0 0 9 0,2 0 2 0,0 0 3 16,0 0-1-16,1 0-40 0,0 0-24 15,1 0-11-15,-3 0-7 0,5 2-1 0,-5-2 2 16,5 0 1-16,-2 0-3 0,-1 0-2 0,2 0 2 16,1 0 2-16,-2 0-3 0,1 0-3 15,-2 0 1-15,3 3 1 0,0-3-2 0,-3 0 0 16,0 0 2-16,0 0-2 0,-1 0 3 15,2 0 1-15,-4 0 18 0,2 0 13 0,-4 0 7 16,2 0 5-16,-1 0 1 0,1 0 0 0,0 0-19 16,-1 0-13-16,-1-3-4 0,1 3-5 0,-1 0-5 15,3 0 2-15,-3 0-2 0,2 0 0 16,1 0-1-16,1 0 0 0,-1 0-1 16,2-2-1-16,1 2 2 0,-1 0-1 0,2-3 1 15,3 1-2-15,-2 2 2 0,1-1-1 0,1 0-1 16,0 1 0-16,0-1-3 0,0-2 3 0,2 3-1 15,-1 0 1-15,1-1 0 0,0 1 0 16,1 0 3-16,-1 0-4 0,1 0 2 0,-1 0-3 16,1 0 4-16,0 1-1 0,2-1 1 15,-3 0 2-15,1 0-1 0,2 0 2 0,-2 0-5 16,2-1-1-16,-2 1 2 0,3 0 0 0,-2-1 1 16,0-1 2-16,0 2 0 0,0-2 0 15,-2 1-1-15,1 1-2 0,-3-1-1 0,3 1-1 16,-2-2-1-16,-1 2 1 0,1 0-2 15,-2 0 2-15,-1 0 1 0,2 0-1 0,0 0 1 16,-1 0 1-16,1 0 1 0,-2 0-2 0,1 0-1 16,1 0 1-16,-2 0-1 0,1 0 1 15,-1 0 0-15,2 2 0 0,-2-2 0 0,1 1 2 16,0-1 0-16,0 0-2 0,0 0 2 0,-2 1 1 16,2-1 0-16,-2 2-1 0,3 0 0 15,-2-1-2-15,1-1-1 0,1 1 0 0,-2 2 1 16,1-3-2-16,2 1 0 0,-2-1 1 0,0 1 1 15,2-1 2-15,-1 1-1 0,-1 1 2 16,2-2 1-16,0 0 0 0,-2 3 0 0,2-3-2 16,-3 0-2-16,4 0 2 0,-2 0-1 15,0 2-1-15,1-2 6 0,1 0 4 0,0 0 3 16,-4 0 2-16,4 3 0 0,-1-3 0 0,0 1-3 16,-1-1-2-16,1 2-5 0,0-2-1 15,1 0 0-15,-1 0 0 0,2 0-1 0,-3 0-1 16,0 0 1-16,3-2 2 0,-3 2-2 15,1-1-1-15,0-2-1 0,-1 3 1 0,2-2-1 16,-4 2-1-16,3 0-1 0,-2-3 2 0,0 1-1 16,0 2 0-16,-1-1 0 0,-1 1 1 0,-2-1 1 15,1 1-3-15,-1 0 1 0,0 0-1 16,-3 0 1-16,0 0-2 0,1 0-1 0,-3 0 2 16,-1 0-1-16,2 0-4 0,-2-1-21 15,-2-2-66-15,1 3-71 0,-4-2-139 0,0-3-183 16,-4 0-314-16,-1 1-330 0,0-2-232 0,-5 0-76 15,-1-3 441-15,-5 1 537 0</inkml:trace>
  <inkml:trace contextRef="#ctx0" brushRef="#br0" timeOffset="-210728.47">15787 8905 45 0,'0'0'224'0,"0"0"111"0,-2 0 68 15,-1 0-51-15,3 0-68 0,-3 0-33 16,2 0-3-16,-1 0 26 0,0 0 40 0,2 0 57 16,-3 2 43-16,3-2 10 0,-2 0-19 0,1 0-46 15,-1 0-59-15,-1 0-69 0,1 0-59 16,-1 0-47-16,0 0-25 0,-1 0-11 0,0 0 12 15,1 0 12-15,0 0 21 0,0 1 23 16,0 1 7-16,-1 1-5 0,0-2-14 0,-2 1-21 16,1 0-19-16,0-1-26 0,-1 0-16 0,-1-1-12 15,2 2-11-15,-2 0-4 0,0-1-4 0,1 0-3 16,-1-1-4-16,-2 2 0 0,3-2-3 16,-2 0-1-16,1 1-2 0,-2-1-4 0,0 2-1 15,1-2 0-15,0 0-1 0,-1 0-1 16,0 0-2-16,1 0 0 0,-2 0-1 0,0 0-4 15,4 0 1-15,-4 1-1 0,-1-1-1 0,3 0 1 16,-2 1 0-16,1-1 0 0,0 0 0 16,-1 0 1-16,1 0-2 0,1 0 0 0,-2 0 0 15,2 0 0-15,-2 0-1 0,1 2 3 16,0-2 3-16,-2 0 0 0,3 0 1 0,0 0 0 16,-3 0 0-16,3 0-4 0,0 0-1 0,-1 0-1 15,-1 0-1-15,2 0 0 0,0 0 1 0,0 0-2 16,-1 0 0-16,0 0 0 0,0 0 1 15,0 0-2-15,0 0 1 0,-1 0-1 0,1 0 1 16,-1 0-2-16,2 0 0 0,-1 0 1 16,0 0-1-16,0 0 1 0,0 0 0 0,-2 0-1 15,3 0 0-15,-2 0 0 0,1 0 1 0,0 0 0 16,1 0-1-16,-2 0 1 0,-1 0 1 16,2 0-2-16,-3 2 0 0,0-2 0 0,2 1 1 15,-2-1-2-15,1 0 1 0,1 2 0 16,-2-2 0-16,2 1 0 0,-1-1-2 0,-1 0 1 15,0 2 0-15,3-1-1 0,-4 1 1 0,2-2 1 16,1 1 0-16,-2-1 0 0,2 2 0 0,-2-2 0 16,2 0 0-16,1 1-1 0,-2-1 0 15,1 1 0-15,1-1 2 0,-4 0-1 16,2 2 1-16,1-2 0 0,-3 0 0 0,-2 2 1 16,3-2-1-16,0 1-1 0,0-1 1 0,-1 0 0 15,4 1 0-15,0-1-1 0,-3 0 0 0,4 0-1 16,0 0-1-16,-1 0 2 0,3 0-1 15,-1 0 0-15,1 0 0 0,1 0 0 0,-1 0 0 16,4 0-1-16,-1 0-1 0,2 0 0 16,-3 0 0-16,4 0-3 0,0 0-1 0,-1 0 1 15,1 0-1-15,1 0-7 0,-1 0-12 0,4 0-26 16,-3 0-62-16,2 0-63 0,2 0-83 16,-4 0-124-16,2-1-170 0,1 1-251 0,-3 0-225 15,3 1-207-15,-3 1-65 0,-1-2 310 16,0 0 466-16</inkml:trace>
  <inkml:trace contextRef="#ctx0" brushRef="#br2" timeOffset="-197772.38">15241 7881 22 0,'-1'1'192'0,"-1"0"89"0,0-1 63 16,1 2-65-16,-1-1-80 0,2 1-43 16,0-2-15-16,0 0-10 0,0 2-8 0,2-2-5 15,-2 1 2-15,1-1 13 0,-1 0 13 0,0 0 24 16,0 0 26-16,0 0 21 0,0 0 10 15,0 0-1-15,0 0-4 0,0 0-4 0,0 2-1 16,2-2-1-16,-2 0-1 0,0 0 0 16,0 0-10-16,0 0-13 0,0 0-24 0,0 0-28 15,0 0-25-15,0 0-27 0,0 0-18 0,-2 0-21 16,2 0-11-16,0 0-10 0,0 0-7 16,0 0-1-16,0 1-5 0,0-1-1 0,0 2 2 15,0-2 4-15,2 0 3 0,-2 0-1 16,0 0 3-16,2 0 2 0,-2 0 10 0,0 0-1 15,0 0 1-15,0 0-3 0,0 0-5 0,0 0 1 16,0 0-15-16,0 0-4 0,0 0-10 0,0 1-1 16,1-1 0-16,-1 0-5 0,0 0 0 15,0 0 2-15,0 0 0 0,0 2 1 0,0-2-3 16,0 0-4-16,2 0 6 0,-1 1-3 16,-1-1 6-16,2 2-3 0,0-2 2 0,-1 1 5 15,3 1-5-15,-3-1 3 0,2 2-4 0,2-1 3 16,-1 0 1-16,-2 1-2 0,3-1 6 15,-2 2-5-15,2-2-1 0,-2 2 0 0,2-2 0 16,1 0 5-16,-3 1-7 0,2 0 3 16,-2-2 0-16,0 3-1 0,2-3 0 0,-2 2-6 15,3 0 2-15,-2-2 4 0,-1 2 1 0,2-1 0 16,-1 0 1-16,-2 0-1 0,4 1 2 16,-2-1-4-16,2 1 0 0,-3-2 0 0,0 1-1 15,2-1 1-15,-2 1 0 0,0 0 5 16,2-2 1-16,-2 2 0 0,3 0 4 0,-3-1-3 15,2-1-1-15,0 1-6 0,-2 1 1 0,2 0-2 16,1-2-4-16,-3 2 2 0,2-2 3 0,0 3 0 16,-2-2 0-16,2 1 1 0,-2 1 0 15,2-3 0-15,-1 2 2 0,-1-2-1 0,1 2 3 16,-1 1-2-16,0-2-1 0,0 1 3 16,-1-2-3-16,1 1 2 0,-1 1-3 0,-1-1 0 15,1 1 6-15,2-2-6 0,-2 1 0 0,-1 1 2 16,1 0 4-16,1-2-2 0,-1 1-7 15,1 0 2-15,-1 1 3 0,1 0-3 0,-1-2-5 16,1 1 4-16,0 0-1 0,1 2 2 16,-1-1-1-16,1-1-1 0,-1 0 2 0,0 1 1 15,0-1 1-15,-1 1-2 0,1-2 1 0,2 2-1 16,-1-1 0-16,-2 1 1 0,1-2 2 16,0 1 1-16,1 1-1 0,-3-1 0 0,2 1 4 15,-3-2-1-15,4 1-3 0,-3 0 1 16,2-1 2-16,-1 2-3 0,0-2-3 0,-1 2 2 15,2-2-1-15,-1 1 0 0,-1-1-1 0,2 0 4 16,-1 1 0-16,0-1-2 0,-1 2 1 0,2-2 1 16,-1 0-4-16,0 2-1 0,-1-2 1 15,1 0-2-15,0 0 4 0,-2 0 0 0,1 0 2 16,1 0-4-16,-2 0 3 0,1 0 0 16,-1 0-2-16,0 2 1 0,0-2 7 0,0 0-1 15,0 0 3-15,0 0 51 0,0 0 27 0,0 0 15 16,0 0 3-16,-1 0 3 0,1 0-1 15,-2 3-46-15,2-3-24 0,0 0-13 0,-1 0-10 16,1-3-6-16,-2 3-6 0,0-2-46 16,-1 2-64-16,-2-2-103 0,-3 0-174 0,1 0-296 15,-3-2-327-15,0-1-287 0,-2-3-164 0,-1-1 267 16,2-2 608-16</inkml:trace>
  <inkml:trace contextRef="#ctx0" brushRef="#br0" timeOffset="-191404.44">15301 7807 191 0,'0'1'304'0,"0"-1"104"0,0 0-57 15,0 0-99-15,2 0-68 0,-2 0-41 16,2 0-17-16,-2 0-10 0,0 0 2 0,1 0-3 16,-1 0 3-16,0 0 0 0,2 0-2 0,-2 0 1 15,1 0-7-15,-1 0 1 0,0 0 1 16,0 2-1-16,0-2 4 0,0 0 13 0,0 1 11 16,0-1 0-16,0 2 1 0,2-2-2 15,-2 2-1-15,0-1-15 0,0-1-18 0,2 2-14 16,-1-1 1-16,-1 1 9 0,0-1 0 15,2 2-2-15,-1 0-2 0,1 0-2 0,2 0-23 16,0-1-20-16,-3 4-13 0,2-4-12 0,2 3-8 16,0 0-4-16,0-2 1 0,0 3 15 15,1-1 5-15,0 1 5 0,0-2 4 0,1 1 2 16,-1 0-1-16,0 0-19 0,2 1-6 0,-1-2-12 16,-1 2 1-16,3-2-3 0,-2 2 1 15,-1-1-3-15,2 0 1 0,1-1 10 0,-1 1 6 16,0 0 3-16,2-1-2 0,-1 0 2 15,1 1-2-15,-2-1-11 0,2 2-7 0,0-1-2 16,0-1-2-16,1 1 0 0,-2-1 0 0,2 0 2 16,0 2-3-16,0-3-4 0,-1 1-2 15,1 2 1-15,-2-3 0 0,1 1 0 0,2 0 6 16,-2 0 0-16,1-1 0 0,0 0 3 16,-1 0-1-16,-1-1-2 0,2 0-3 0,-1 1 1 15,-1 0 2-15,2-1 0 0,-3 1 0 0,0-2 3 16,0 1-1-16,1 0 0 0,-1 0 5 15,-1 1-3-15,-1 0 14 0,3-1 8 0,-1 3 7 16,-1-2 2-16,-1 2-2 0,3 1 0 16,-2-1-9-16,-1-1-7 0,2 2-4 0,1-1-5 15,0 1-2-15,-3-2 1 0,2 2-5 0,-1 0-2 16,2-2-3-16,-3 2 7 0,2-2-1 16,0 3-3-16,0-3 1 0,0 4 2 0,-2-3 0 15,3 1 0-15,-1-2-2 0,0 1 1 16,3 1 3-16,-5-2-5 0,2 1 3 0,1-1-1 15,0 1-1-15,-3-3 5 0,0 3-5 0,1-2 6 16,-1 1-2-16,0 0-5 0,-1-2 1 0,2 3-1 16,-1-3-2-16,0 2 0 0,0 1 21 15,1-1 50-15,-1 1 23 0,2 1 9 16,-1-2 7-16,2 2 0 0,-3-1-16 0,2 1-39 16,-1-1-23-16,0 0-11 0,1 1-6 0,-1 0-2 15,-1 0-7-15,3-1-1 0,-2 1 0 0,-1 0 2 16,1-2-1-16,0 1-1 0,-1 1-1 15,1-2-1-15,-1 1-1 0,-1-1 0 0,0 1-2 16,2-1-2-16,-2 0 2 0,0 1 2 16,0-1 3-16,0-1 1 0,1 2 1 0,-2-3-2 15,1 2-1-15,-1 1 0 0,0-2-2 0,1 0 2 16,-2 1-4-16,3 0 1 0,-1-2 2 0,0 3 1 16,0-3 2-16,1 2-2 0,-1 0 0 0,3-1-1 15,-4 0 3-15,3 1-5 0,-1 0 1 16,-1-2 0-16,3 3 0 0,-4-4 4 0,3 3-4 15,-1-2 5-15,-1 3-3 0,3-3 1 16,-2 1 1-16,0 0-2 0,-1 0 3 0,2-1-1 16,0 0-2-16,0 0 1 0,-1 1-1 15,1-2 0-15,-1 3-2 0,1-2 0 0,-2 0-4 16,0 1 1-16,2-1 0 0,-1 0 1 0,1 1 1 16,-2-1 2-16,0-1 3 0,2 2 2 15,-1-1 1-15,2-1-4 0,-2 2-2 0,0-2 2 16,-1 3 0-16,0-3-1 0,3 2-2 15,-2-1 2-15,0 0 2 0,-1 1 13 0,0-1 9 16,3 2 5-16,-4-2 5 0,1 0 0 0,0-2-2 16,0 4-14-16,0-2-8 0,1 1-7 0,0 0-1 15,-1-2 0-15,0 3 0 0,0-2 0 16,-1 2 0-16,4-3-3 0,-2 2 1 0,-1 0-2 16,2-1-1-16,-3 2 1 0,4-3-2 0,-3 2 2 15,1 0-1-15,1 0 1 0,-3 0 2 16,2-2 0-16,-1 3 1 0,2-3-2 0,-1 2 0 15,-1 0-1-15,2-2-1 0,-2 3 1 16,2-3 0-16,-3 0 1 0,1 1 0 0,0 1 0 16,3-3-1-16,-4 2 0 0,1-2 0 15,-2 3 0-15,2-2 1 0,0 1 0 0,-2-2 1 16,0 1-3-16,0 1 2 0,-1-2 1 0,-1 0 0 16,-1 2 2-16,2-2-2 0,0 1 1 0,-1-1-3 15,-1 0-1-15,3 1-1 0,-3-1-1 16,2 2 3-16,-2-2 0 0,3 2-2 0,-3-2 5 15,2 1-3-15,0-1 1 0,-1 1 0 16,2 1 0-16,-1-2 0 0,1 2-3 0,-2-2 2 16,2 0 1-16,-1 1-2 0,1-1-1 0,1 1 2 15,0 1 0-15,1-1 0 0,3 1 1 16,-2-1 2-16,1 2-3 0,-1-1 1 0,0 1-1 16,2 0 0-16,-2-2 1 0,1 2-1 0,-1-1 3 15,1 0-2-15,0 0 0 0,1 1 1 16,0 0-2-16,0-1-1 0,1 0 0 0,-1 1 1 15,1-1 0-15,-2-1 0 0,-1 4 0 16,2-5 1-16,-3 2 0 0,2 1 2 0,0-2-2 16,-4 1 0-16,2-1 2 0,0 1-2 15,-2-2-1-15,1 3-1 0,-3-3 1 0,2 1 0 16,-1 1-1-16,1-2 1 0,-2 2 1 0,2-1 0 16,2 2-2-16,0-1 1 0,-2 0 0 0,2 1 1 15,0 0-2-15,-1 0 1 0,1-1 0 16,-2 1 4-16,1-2-4 0,-3 2 0 0,2 0 0 15,2-1 1-15,0 0-2 0,-1 2 1 16,1-2 0-16,0 0 0 0,-2 1 0 0,0-2 1 16,2 3 1-16,-2-3-2 0,-1 0 0 0,0-1 2 15,-1 2-2-15,4 1 1 0,-5-3-1 16,1 0-1-16,1 0 0 0,-1 2-3 0,-1-2 2 16,2 0 0-16,0 0 3 0,-2 0-1 15,1 3 2-15,-1-3-1 0,2 1-1 0,-1-1 0 16,1 0-1-16,-2 2 0 0,3-2 2 0,-1 0 0 15,0 1 1-15,-1 1-1 0,2-2-1 0,2 2 0 16,-4-1-1-16,1-1 1 0,1 0-2 16,-1 1 2-16,1-1 1 0,0 2 0 0,0-2-1 15,1 0-2-15,-1 2 4 0,3-2-2 16,-3 1 0-16,0-1 2 0,0 0 0 0,0 0 0 16,2 0-2-16,-3 0 2 0,1 0-2 0,-1 0-1 15,-1 0 1-15,1 0 1 0,2 0-1 16,-2 0-1-16,-1 0 1 0,1 0 0 0,0 0-1 15,-1 1 1-15,3-1 1 0,-3 0 1 16,1 0-1-16,-1 2 0 0,3-2-1 0,-3 2 0 16,1-2 1-16,-1 0-1 0,1 0 1 0,-2 0-2 15,3 1 1-15,-2-1 0 0,1 0-1 16,-1 1 0-16,-1-1 1 0,2 2 0 0,0-2-3 16,-1 0 2-16,1 0 2 0,0 1-1 15,-2-1-2-15,1 0 3 0,1 2 1 0,-1-2 0 16,-1 0-4-16,2 0 4 0,-2 0-2 0,2 0-2 15,-2 0 0-15,0 0 1 0,0 0 0 0,0 0-5 16,0 0-35-16,-2 0-65 0,0-2-74 16,1-1-155-16,-1 2-254 0,2-4-315 15,-1-1-299-15,1-1-203 0,1-4 49 0,1-3 566 0</inkml:trace>
  <inkml:trace contextRef="#ctx0" brushRef="#br0" timeOffset="-188868.79">17344 8730 99 0,'0'1'233'0,"-1"-1"89"0,1 0-9 0,0 1-63 16,0-1-46-16,0 2-26 0,1-2-20 15,-1 0-3-15,2 2 8 0,0-2 9 0,-2 1 1 16,0-1 6-16,1 0 7 0,-1 1 3 0,0-1 1 15,0 0 3-15,0 0 2 0,0 0 3 16,0 0 2-16,0 0-2 0,0 0-2 0,0 0-8 16,0 0-17-16,0 0-14 0,2 0-22 0,-2 3-24 15,0-3-25-15,1 0-20 0,-1 0-17 16,0 0-18-16,0 0-9 0,0 0-7 0,3 0-8 16,-3 0-2-16,0 0-2 0,0 0 0 0,0 0-3 15,0 0 0-15,0 0 0 0,2 0-3 16,-2 0 0-16,0 0 3 0,0 0 0 0,0 0 0 15,1 0 0-15,-1 0 0 0,0-3 2 16,3 3-4-16,-1-1 0 0,-2 0-2 0,5-3 4 16,-2 2 0-16,0-2 0 0,2 2-1 0,-2-3 0 15,3 1 1-15,-1-1 0 0,0 2 1 16,-2-1-1-16,4 0 2 0,-3-1 1 0,2-1-1 16,-1 0 3-16,2 0-4 0,-1-1 2 15,0 1 0-15,0-1 0 0,2 1-2 0,-3 0 2 16,2 0-2-16,-1 0 0 0,2 0-1 0,-4 2 3 15,1 0-3-15,0-1 0 0,1 0 2 16,-1 1-1-16,1-1 0 0,-1 0-1 0,0 3 0 16,-2-3 1-16,4 2-1 0,-4 0 0 0,3-2 2 15,-2 3 1-15,1-1 0 0,0 0-3 16,2-2 1-16,-3 2-1 0,2-1 1 0,-1 1-1 16,2 0 0-16,-3-2 1 0,1 3 2 15,3-2-1-15,-2 0-2 0,-1 1 0 0,1-3 1 16,-1 4-1-16,3 0 0 0,-4-3-1 0,1 0 1 15,0 2 1-15,0 0-1 0,0-2 0 16,-2 3-1-16,3-1 2 0,-1 0-2 0,0 0 1 16,-1 0 0-16,0-1-2 0,0 2 2 15,0-3 0-15,2 3 1 0,-3-3-1 0,2 2 1 16,-2 0 0-16,0-2-1 0,0 2-2 0,1-1 0 16,0 2 2-16,1 0-3 0,-1-3 4 15,1 1-2-15,0 0 0 0,2 0-1 0,-1-1-1 16,1-1 1-16,1 2-2 0,-1-3 5 15,-1 2 1-15,3 1 2 0,-2-2 0 0,-1 0 0 16,-1 1 1-16,3-1-3 0,-4 4 1 0,1-3-1 16,-1 3-1-16,0-2 1 0,0 3-2 15,-3-2 1-15,4 1 0 0,-1 0-1 0,0-2 0 16,-1 3 0-16,2-2 0 0,-4 0 0 16,4 0 1-16,-2 0 2 0,2 0-1 0,1 1-2 15,-3-2 2-15,4 1-1 0,-6 1-1 0,4-2-3 16,-2 2 1-16,2 0-1 0,-2-2 1 15,3 2 0-15,-1-1 2 0,0 0 2 0,0 0-2 16,0-1 1-16,2 0 2 0,-2 2-2 16,1-3-1-16,-1 0 2 0,2 2 2 0,-3 0 1 15,1-1-1-15,-1 1 1 0,0 0-4 0,1 0 1 16,-4 1-1-16,4-1-2 0,-3 2-1 16,1-2-3-16,-2 1 4 0,4 1-2 0,-2 0 1 15,0-3-1-15,0 2 3 0,2 0 0 0,-2-1-2 16,2 0 0-16,0-2-2 0,3 1 4 15,-2 0-2-15,0 1 1 0,2 0 1 0,0-2-2 16,-2 0 2-16,2 2-2 0,-1-1-5 0,-1 1 4 16,3-2 0-16,-4 2 0 0,3-2 1 15,-3 3 0-15,3-1 4 0,-4 0 0 16,0 2-2-16,0-3 0 0,0 2 0 0,1 0 7 16,-2-1-6-16,3 0-1 0,-3 1 0 0,0-1 0 15,2-1 0-15,-2 2-1 0,4 0 0 0,-3-3-2 16,2 1 0-16,-1 2-2 0,2-3 4 15,1 0-1-15,-2 1 4 0,3 0-1 16,-1-1 3-16,0 0-2 0,1 0 1 0,-1 1-1 16,0-1-1-16,0 0 1 0,0 1 0 0,-2-1 2 15,-1 1-2-15,2 0 2 0,-2-1-2 0,-1 1 0 16,2 0 0-16,-3 1 0 0,2 0 0 16,0-1 1-16,-2 1 1 0,1 0-2 0,-1 1 1 15,3-1 0-15,-5 0-2 0,2 1-1 16,1 0 2-16,1 0-3 0,-2-1 1 0,0 1 0 15,2-2 0-15,1 2 0 0,-2 0 0 0,1-1 3 16,0 0 0-16,2 0-3 0,-1 0 0 16,1 0-3-16,2-1 2 0,-3 1-3 0,2 1 1 15,0-2 3-15,1 2 1 0,-1-2 2 16,0 2 0-16,1-2 3 0,-1 0 0 0,1 1-3 16,0 0-2-16,-1-2 0 0,1 2-2 0,-1-1 1 15,0 0-1-15,0 1 2 0,0-1 1 16,0 0-1-16,1 0 1 0,-1 1-2 0,0-1 0 15,1 0 0-15,1-1 1 0,0 2 1 16,-4-2-2-16,6 0 0 0,-2 1-2 0,-2-2 0 16,4 1 0-16,-2-3 3 0,1 3-1 15,2-3 0-15,0-1 1 0,0 1-1 0,0-2 1 16,0 1-4-16,0-1-2 0,-1-1 1 0,2 2-1 16,-2 0-2-16,0-1 7 0,-1 1 23 15,-1 0 13-15,1 1 2 0,-3 1 5 0,0 1 1 16,-2 0-8-16,2 1-16 0,-4 1-13 0,0 1-2 15,-3 1-5-15,2 1 0 0,-1 0 1 16,0-1-1-16,-2 2 1 0,0-2-1 0,0 2 1 16,0 0-1-16,0 0-1 0,-2 0 0 0,2 2 1 15,-2 0-8-15,-1 0-34 0,-3 1-76 16,-2 1-126-16,0 3-155 0,-1-1-275 0,-1 1-268 16,-2 1-190-16,-3 3 59 0,0 0 347 15,-2 1 369-15</inkml:trace>
  <inkml:trace contextRef="#ctx0" brushRef="#br0" timeOffset="-187320.46">15894 8095 203 0,'0'-2'323'0,"2"0"126"16,-2 0-37-16,3 1-76 0,-3-2-39 15,2 1 0-15,-2 1 29 0,1-1 43 0,-1 1 45 16,0-2 26-16,2 3-6 0,-2 0-38 0,-2 0-56 16,2 0-72-16,-1 0-68 0,-1 0-61 15,1 0-38-15,-1 0-28 0,0 3-13 0,-1-2-3 16,2-1 6-16,-3 2 7 0,1-1 3 16,1 1 14-16,-1 1 9 0,-1-2 3 0,-1 3-1 15,2-2 1-15,-2 2-3 0,2-2-11 0,-2 3-17 16,0-1-11-16,-4 2-15 0,4 0-12 0,-3 2-10 15,0-2-10-15,-1 2-3 0,1 3-1 16,0-2 1-16,-3 1-2 0,3-1 0 0,-3 4-3 16,3 0-1-16,-3 0-5 0,2 3 1 15,-1 0 0-15,-1 2-1 0,2 2 3 0,-1 2 1 16,-1 2 2-16,2 1 1 0,-1 3-1 0,-1 2 2 16,1 0-2-16,2 4 2 0,-2 0-1 15,0 0-1-15,2 1 1 0,2 1-3 0,-3-4 2 16,2 1-2-16,2-3 0 0,0 0-2 15,2-3-1-15,2 0 2 0,-4-4-1 0,4 1-1 16,-1-2 2-16,2-2 2 0,0 0 1 0,0-3 0 16,-2 0-1-16,2-1-1 0,0-2 1 15,0 1-1-15,2-5-2 0,-2 1 0 0,0-2 1 16,2-2-1-16,-2-1 0 0,1-2 0 16,-1 1-6-16,0-2-19 0,0 0-27 0,0-3-40 15,0 2-44-15,0-4-39 0,3 2-50 0,-3-6-77 16,2 0-106-16,-2-3-111 0,0-1-211 0,0-1-249 15,1-2-174-15,-1-1 77 0,0 1 339 16,0-4 360-16</inkml:trace>
  <inkml:trace contextRef="#ctx0" brushRef="#br0" timeOffset="-175548.12">19551 10570 30 0,'-5'11'458'0,"1"-2"415"0,-1-2 260 15,1-1-26-15,0-2-354 0,3 1-324 16,1-4-154-16,1 3-124 0,4-4-60 0,6 0-24 16,2 0-16-16,4-4-4 0,2 2 4 0,6-2 3 15,5 0-14-15,2 0-8 0,5-2-7 16,2 1-2-16,2-1-5 0,2 2-5 0,4 0-5 16,-1 0-1-16,6 3 4 0,0 1-2 15,-1 1-3-15,1 1-2 0,-1 2-3 0,-4 2 1 16,-3 0-5-16,-4 2 3 0,-5-1-1 15,-2 1-6-15,-3-1-25 0,-5-1-97 0,-4 1-146 16,-4-4-246-16,-3 0-277 0,-4 1-262 0,-4-4-164 16,-6-4 201-16,-3 0 458 0</inkml:trace>
  <inkml:trace contextRef="#ctx0" brushRef="#br0" timeOffset="-173042.43">17352 9374 196 0,'-3'0'320'15,"2"-2"119"-15,-1 0-30 0,-1 2-118 0,-1 0-60 16,1 0-36-16,0 0-7 0,0 0 8 16,0 0 9-16,-2 0 14 0,4 0 4 0,-3 0 1 15,3 0-25-15,-1 0-23 0,2 0-32 16,-1 0-36-16,-1 0-37 0,2 0-27 0,0 0-18 15,0 0-13-15,0 0-5 0,2-1-3 0,-1 0-4 16,-1-1 1-16,2-1-2 0,-1 0 0 16,1-3 0-16,1-2 0 0,3-1-3 0,-1-2-2 15,0 1 0-15,1-3-2 0,-1 1-1 0,3 0 1 16,-5 1 2-16,0 2 6 0,0 1 4 16,-1 3 3-16,-1 0 16 0,-1 2 17 0,2 0 7 15,-4 1 4-15,2 2-4 0,-3 2-1 0,2 1-15 16,-1 2-14-16,-1 1-9 0,0 0-6 15,3 1 1-15,-5 2-3 0,4 0-24 0,1 2-82 16,0-1-105-16,0-1-182 0,1 2-263 16,4-2-194-16,-5-1-56 0,0-2 173 0,0-1 286 15</inkml:trace>
  <inkml:trace contextRef="#ctx0" brushRef="#br0" timeOffset="-162124.45">15431 7782 34 0,'-3'1'165'0,"1"1"57"16,-1 1-4-16,1-2-28 0,-1 1-33 15,2 0-14-15,-1 0-3 0,-1 0 1 0,2 0 3 16,-1-2 0-16,2 1-9 0,0-1-3 16,0 1-8-16,0-1-1 0,0 2 0 0,-1-2 9 15,1 0 19-15,0 1 16 0,0-1 18 0,0 0 16 16,0 2 19-16,-2-2 22 0,2 0 13 15,0 1 14-15,0-1 4 0,0 1-7 0,0-1-24 16,0 0-30-16,0-1-34 0,0 1-37 16,0-1-35-16,0 1-25 0,0 0-24 0,0-2-15 15,0 2-11-15,0 0-3 0,0 0-2 0,0 0-7 16,0 0-2-16,0 0-4 0,0 0-1 16,0 0-2-16,0 0-4 0,0 0-3 0,0 0-2 15,2 0-1-15,-2 0 0 0,0 0-1 16,0 0-3-16,0 0 3 0,0 0 2 0,0 0-1 15,1-1-3-15,-1 1-1 0,2-2 2 0,-1 1 3 16,2-2-4-16,-1 0 0 0,1 0 3 16,-2-2 0-16,3 1 2 0,-1 0-4 0,0-2 1 15,0 1 3-15,1-1-2 0,-1 0 0 16,0 0 0-16,3 0-2 0,-3-2-2 0,4 2-3 16,-4 1 0-16,2-3-3 0,-1 2 1 0,2-1 6 15,-1-2 5-15,2 1-2 0,-3 3 3 16,1-2-2-16,0 1 1 0,2-2-5 0,-2 2-1 15,0 1 4-15,0-1 0 0,1-1 4 0,0 1-4 16,-1 2 2-16,-2 0 3 0,2-2-1 16,-2 1-4-16,1 1 1 0,-1 1 1 0,0 1 1 15,-1-1 0-15,-1 1-1 0,2 1 3 0,-1-1-6 16,-2 0 3-16,0 2 0 0,1 0 0 16,-1-1-4-16,0 1 2 0,0 0 3 0,0 0-4 15,0 0-2-15,0 0 2 0,0 0 4 16,0 0-3-16,0 0 0 0,0 0 3 0,0 0-2 15,0 0-1-15,-1 0-4 0,1 0 3 0,0 0 0 16,-2 0-3-16,2 0 2 0,-3 0 0 16,3 0 2-16,0 0-7 0,0 0-12 0,0 1-17 15,0-1-58-15,0 0-94 0,-1 0-114 16,1 0-130-16,-2 0-177 0,2 0-274 0,0 0-154 16,0-1 48-16,0-2 249 0,-2 0 307 0</inkml:trace>
  <inkml:trace contextRef="#ctx0" brushRef="#br0" timeOffset="-161808.52">15538 7555 184 0,'0'0'325'0,"0"2"129"16,2-1-16-16,0-1-102 0,-1 2-91 0,-1-2-68 15,3 0-46-15,1 0-20 0,-3 0-14 16,4-2-11-16,0 1 47 0,1-2 33 0,3 0 18 15,-1-1 60-15,1 1 21 0,1 1-1 16,1-4-3-16,-1 4-10 0,2 0-12 0,-2-1-58 16,1 2-10-16,0 0-4 0,-3-1-41 15,2 2-25-15,-3-1-16 0,1 1-11 0,-3 1-26 16,0 1-16-16,-2-1-4 0,-1 0-1 0,-2 4-5 16,0-1 0-16,-2 2-1 0,-1 3-6 0,-2-2-9 15,2 0-6-15,-4 4-1 0,3-3-2 16,-4 3 0-16,3-2-9 0,1 2-44 0,-3-2-99 15,2-2-130-15,1 1-160 0,1 0-295 0,1-1-267 16,2 2-135-16,3-3 157 0,3 0 362 16</inkml:trace>
  <inkml:trace contextRef="#ctx0" brushRef="#br0" timeOffset="-160392.5">18891 7726 196 0,'0'2'328'16,"0"-2"132"-16,0 0-17 0,0-2-98 15,0 2-68-15,-2-1-32 0,2 1 3 0,-1 0 30 16,1-1 39-16,-4 1 34 0,3 0 18 0,-1 0 4 16,0-2-27-16,-1 2-42 0,3-2-52 15,-1 1-54-15,-3 0-50 0,3-3-39 0,-2 3-29 16,1-2-24-16,-2 0-13 0,2 0-4 16,-1 0 2-16,1-1 14 0,-1 1 9 0,1 0 5 0,1-2 10 15,-2 1-2-15,1 0 9 0,-1 0-11 16,0-1-5-16,-2-1 0 0,2 1 4 0,1 0-2 15,-2-1-9-15,0 0-10 0,0 0-1 16,-1 0-11-16,2-1-10 0,-5 2 0 16,3-1-4-16,0-1-3 0,-1 2-6 0,-1-2 0 15,0 0-5-15,1 0-7 0,-2-1-3 0,-1 1-1 16,-1-1 1-16,0 0 0 0,2 2 2 16,-3-3-3-16,3 4 1 0,-1-1 1 0,1 0-2 15,-1 1 0-15,0 2-1 0,5 0-1 0,-3 0-1 16,1 2-2-16,1 0 0 0,2-1-1 15,2 2-5-15,-1-2-3 0,0 2-3 0,2 2 3 16,-1 0-1-16,1-1-1 0,0 2 2 0,1 0 7 16,-1-1 1-16,4 3 0 0,-3-2 0 15,1 2 1-15,1-1 1 0,0-1 0 0,0 1-20 16,0 0-41-16,0 1-41 0,-3-3-37 16,4 2-39-16,-3-4-71 0,-1 2-66 0,2 0-56 15,-1 0-64-15,-1-2-67 0,0 0-74 0,-1-2-66 16,-1 2-55-16,1-2-6 0,-3 2 44 0,1-2 113 15,-3-1 179-15,3 1 195 0,-2-2 148 16,0 0 105-16,1 1 110 0,0-1 115 16,0-1 73-16,0 0-15 0,0 1-76 0,2 1-58 15,-1-1-32-15,2-1-18 0,1 3-5 0,-2-3-11 16,2 2 0-16,0 0-3 0,0 0-8 0,2 0-14 16,-2 1-20-16,0 0-22 0,1 0-24 15,-1 0-24-15,3 0-17 0,-1 2-13 16,2 0-32-16,1-3-17 0,-2 3-13 0,2 3-4 15,2-3 21-15,-1 2 11 0,2 2 34 0,0-2 16 16,-2 1 9-16,2 2 4 0,1-1-21 0,-2 1-9 16,1 1-29-16,-2-2-68 0,2 0-97 15,-2 1-191-15,-3 0-230 0,0-2-137 0,-1 1 5 16,-4-1 170-16,-1 2 229 0</inkml:trace>
  <inkml:trace contextRef="#ctx0" brushRef="#br0" timeOffset="-158856.59">17253 8674 7 0,'-2'0'158'0,"0"2"66"0,2-2-1 15,0 3-49-15,-1-2-52 0,1 1-41 0,0-2-22 16,0 1-6-16,1 1-2 0,-1 0 3 0,0-1-4 15,2-1 0-15,-2 0 3 0,2 1 4 16,-2-1 0-16,1 2 11 0,-1-2 3 0,0 0 7 16,2 0 2-16,-2 0 1 0,1 0 3 15,-1 0-5-15,0 0 1 0,2 0-1 0,-2 0 3 16,0 0 2-16,2 0 3 0,0 0 2 0,-2 0-3 16,0-2-6-16,0 2 5 0,0-1 5 15,4 0-2-15,-3-3-9 0,1 1-3 0,1-1-5 16,2-3-21-16,0 1 17 0,1 0 17 15,2-1 24-15,-2 0 22 0,0-3 9 0,4 2 33 16,-1-1-5-16,-1-2-15 0,2 0-23 0,1 1-17 16,-5-2-9-16,4 2-3 0,-1-2-12 15,0 0-2-15,1 0-6 0,-2-1-4 0,3 1-8 16,-1 1-29-16,-2-1-18 0,0-2-10 16,2 1-4-16,-2-1-2 0,0 1-1 0,3-1 5 15,-1 3 1-15,-1-1-1 0,2-1 0 0,-1 2 1 16,0 1-1-16,0 0-1 0,-2-1 0 15,4 1-5-15,-3 0 1 0,0-1-1 0,1 2-1 16,1-1 2-16,-2 2-2 0,-1-3 3 16,2 2 0-16,-1 0-2 0,1 1-2 0,-1-3-1 15,1 2-1-15,-1-1 0 0,-1 2-1 0,3-3 0 16,-1 1 4-16,-1 0-1 0,4-1-1 16,-4-2 0-16,3 3 0 0,0-2 0 0,-1 0-1 15,-1 1 1-15,0 0-2 0,0-1 4 16,-2 2-2-16,1 0 1 0,-1 1-1 0,-1 0 0 15,-1 2 1-15,-1 0-1 0,3 1 0 0,-2-2-2 16,0 2 0-16,-1-1 2 0,3-2 0 0,1 2-1 16,-2-2 0-16,1 2 2 0,3-2-1 15,-2 0-3-15,-1-2 0 0,5 3 3 16,-4-3-1-16,3 1 0 0,0 0 1 0,-1-1 0 16,2 1-1-16,1 0-4 0,-1-3 3 0,1 2-4 15,-1-3 1-15,2 2-1 0,-2 0-1 0,1 1 4 16,0-3-2-16,-2 1-2 0,0 0-1 15,3 0 1-15,-5 1 1 0,2 0 0 16,-3 0 24-16,3 0 15 0,-2 0 8 0,-2 3 7 16,1-1 2-16,-4 2 3 0,2 0-9 0,-3 2-9 15,1-1-3-15,0-1-5 0,3 1 1 0,-2-1-1 16,2 1-14-16,0-4-2 0,1 2-2 16,2-3 0-16,1 0-2 0,0-2 1 0,3-1 4 15,-2 2-5-15,0-3 0 0,4 1-3 16,-4-1 2-16,4 0-3 0,-4-1-3 0,1 3 0 15,-1-1-1-15,0 1 1 0,-1 2-2 0,-4-2 1 16,1 5 3-16,0 1 4 0,-5 0-3 16,1 4 2-16,-2-2-1 0,-1 2 1 0,0 0 1 15,-1 2 2-15,-1 2 0 0,0-3 0 16,-1 3 0-16,-3 3-11 0,1-1-45 0,-5 3-103 16,-2 1-142-16,-2 4-226 0,-3 2-281 0,0 3-265 15,-4 4-130-15,-2 0 207 0,-4 3 425 16</inkml:trace>
  <inkml:trace contextRef="#ctx0" brushRef="#br0" timeOffset="-151473.73">25313 7257 174 0,'-2'0'304'0,"2"1"124"0,0-1-26 0,0 2-88 15,0-2-62-15,0 0-37 0,0 0-20 16,0 0-6-16,0 0 0 0,0 0 1 0,0 0-6 16,0 0-2-16,0 0-7 0,0 0-9 0,2 0-6 15,-2 0 5-15,2 0 6 0,-2 0 7 0,0 0 3 16,1 0-1-16,1 0-13 0,-2 0-17 15,0 0-28-15,0 0-25 0,0 0-24 16,0 0-22-16,1 1-15 0,-1-1-17 0,0 0-6 16,0 2-8-16,0-2-4 0,0 0-2 0,0 0-5 15,2 0-2-15,0 0-5 0,-2 0 0 16,1 1 2-16,-1-1 1 0,3 0 2 0,2 2 1 16,-2-2 7-16,2 1 0 0,0-1-1 15,-1 0 1-15,1 2 2 0,3-2 1 0,-4 1-2 16,3-1 0-16,-1 0-1 0,-1 0 0 0,4 2-1 15,-2-2 0-15,-2 2 0 0,3-2 1 16,-4 0 1-16,4 1 2 0,-2-1 4 0,2 0-2 16,-1 1 1-16,-1 1 0 0,3-2-1 15,-1 1-1-15,-1 1-2 0,-1-1 2 0,3 0-2 16,-2-1 3-16,-1 2-2 0,2-1-1 0,0 1 1 16,-2 1-1-16,1-2-1 0,-1 1-1 15,2 0 2-15,-2 1 1 0,1-2-3 0,-1 1 2 16,0-1-1-16,0 0-1 0,1 1 1 0,-2 0 2 15,1-1 0-15,-1-1-2 0,0 2 2 16,2-2-2-16,-2 2 1 0,0-2-1 0,0 3-2 16,0-3-1-16,2 1 2 0,-2-1 2 15,0 0 0-15,-1 1 1 0,1-1 2 0,2 1-1 16,-1-1 0-16,-2 0 0 0,0 0-3 0,0 0-1 16,1 0 0-16,-1 3 0 0,-1-3-4 0,3 0 3 15,-5 0 0-15,2 0-1 0,2 2-3 16,-1-2 1-16,-1 0 0 0,-2 2 2 0,3-2 1 15,0 2 1-15,1-2 0 0,-1 0 0 16,0 1 1-16,-1 0 1 0,0-1-1 0,4 2 1 16,-6-1 0-16,4 1-2 0,1-1 0 15,-3 1-2-15,0-2-3 0,2 1 2 0,-2 1-1 16,2-1 1-16,-2 1 0 0,1-1 1 0,2 1 1 16,-3 0-1-16,2-1-2 0,-2 0 4 15,0 1-2-15,0-1 1 0,2 1 0 0,-2-2-1 16,2 1 1-16,-4 0-2 0,4 1 2 15,-2-2-1-15,0 1 1 0,1-1 0 0,-1 2 2 16,0-2 0-16,0 0-1 0,2 2 3 0,-4-2-1 16,2 1 0-16,-1-1-2 0,1 0 2 15,-1 1-1-15,1-1-1 0,0 0-3 0,1 2 3 16,-1-2 4-16,0 2-2 0,1-2 2 0,-1 0-1 16,1 1-1-16,-3-1 2 0,3 0-3 15,-1 0 1-15,-2 0 3 0,3 0-4 0,-3 0 2 16,2 0 0-16,2 0 0 0,-4 0 14 15,1-1 21-15,-1 1 12 0,-1 0 10 0,4-2 6 16,-3 0-3-16,1 1-5 0,1 0-12 0,-1-3-8 16,1 1-9-16,0 1-3 0,4-1-2 15,-3-1-6-15,1-1-6 0,1 0-5 0,1-1-3 16,-3 1 2-16,4-1-3 0,-2-3 4 16,2 2 24-16,-1 0 14 0,-1-4 12 0,2 4 1 15,-2-4 2-15,2 2-1 0,-1-3-18 0,0 1-16 16,1 1-14-16,-1-2 1 0,-1 0-3 15,2 2-3-15,-2-2-1 0,-1 2 0 0,1-3 5 16,-1 3 21-16,4-1 19 0,-2 1 23 16,-2 1 12-16,-1 0 4 0,1-2-3 0,0 3-20 15,-1-2-14-15,3 1-22 0,-4 0-17 0,2 0-3 16,0 0-4-16,-1-1-4 0,2 1-3 0,1 0 1 16,-2-2 1-16,1 1-2 0,0 0-2 15,-1 2 3-15,3-3 1 0,-3 3-2 0,-1-2-1 16,1 2 3-16,0-2 0 0,1 2-3 0,-1 0 2 15,0-1 4-15,-1 1-2 0,1-2 0 16,0 1 0-16,0-2 1 0,2 2-3 0,-2-3 0 16,2 0-1-16,-2 2 0 0,4-2-1 15,-3 0 2-15,1-1 1 0,1 2-2 0,-2-5 4 16,1 3 2-16,2 0 1 0,-1 0-1 16,-2 0 0-16,2 0-2 0,0 1 0 0,-4-2-2 15,3 3-2-15,-1-4 4 0,2 2-3 0,-3 1 2 16,1 0 0-16,1-1-2 0,-3 1 0 15,2 2-2-15,-1-3 0 0,0 1 0 0,0 1 1 16,0 1-1-16,-2 1 5 0,1-1-2 16,-1 0 0-16,2 2 2 0,-2-3-3 0,2 0-1 15,-2 3-1-15,1-1 1 0,0 0-1 0,1-2 0 16,-1 3-2-16,1-3-1 0,0-2 0 0,0 3 1 16,0-2-1-16,2 2-2 0,-2-2 3 15,2 0 1-15,-3-2 1 0,4 2 2 0,-2-1-2 16,1-1 2-16,-1 3 0 0,1-3 0 15,-1 2-1-15,2 0 0 0,-4 0 3 0,1 1-2 16,2 1 0-16,-3 0 1 0,1-1-4 0,1 0 1 16,-1-1-2-16,0 2 3 0,0-1 4 0,0 1-3 15,-2 0 4-15,3-1-2 0,-3 2 3 16,2-1-5-16,-1 0-3 0,0 1 1 0,1 0 0 16,-2 0-1-16,3 1 0 0,-3 0 1 15,2-2 2-15,0 3-1 0,-1-2 1 0,1 0-1 16,3 0-4-16,-4-1 3 0,3 1 0 15,-1 0 0-15,-1 1-1 0,2-1 2 0,-1 0 2 16,-2 2 2-16,1-2 0 0,-2 1 0 0,2 2 2 16,0 0-2-16,-1 0 0 0,0 2-3 15,-1-2 0-15,-2 1 0 0,3 0-3 0,0-1 0 16,0 0 2-16,-1 0 0 0,2 1-1 0,1-3 1 16,-2 2 1-16,1-1 0 0,0 0 4 15,0 1-1-15,0-2-1 0,1 3 3 0,-3-1-1 16,0 1-1-16,0 3-1 0,0-3-2 15,-1 2 0-15,0 1 0 0,-1 0 4 0,1-1-2 16,0 1-3-16,-1-1 1 0,1 2 2 0,-1-2-2 16,4 1-3-16,-4-1-1 0,1 0 4 15,-1-1 4-15,1 1-4 0,0 1 1 0,-1 0 1 16,1-2 0-16,0 2 0 0,-1 2-2 0,1-2 3 16,-2 0-3-16,0 2-1 0,1-1 0 15,-1 1-2-15,0 0-1 0,0 0 0 0,0 0 1 16,0 0 4-16,0 0 3 0,0 0-3 0,0-2 0 15,0 2 0-15,2-1-1 0,0-2 0 16,-1 1-1-16,-1 2 1 0,3-5 0 0,-1 3 3 16,1-3-2-16,0 0-1 0,-2 3 2 15,3-3 0-15,-3 2-2 0,3-1-1 0,-3 1 0 16,1 1-4-16,-2 1 0 0,1-1-1 0,-1 0 4 16,2 2 1-16,-2-1 1 0,2 1 0 15,-2 0 1-15,0-1-1 0,0 1-1 0,0 0 1 16,0 0 0-16,0-2 0 0,0 2 2 15,0 0 1-15,0 0-1 0,0 0-2 0,0 0-1 16,0 0 3-16,0 0 0 0,0 0 0 0,0 0 1 16,0 0-3-16,0 0 0 0,0 0-3 0,1 0-1 15,-1 0-1-15,0-1 0 0,0 1 3 16,2 0 1-16,-2-2 1 0,0 2 1 0,0-1-1 16,0 1 1-16,0 0 0 0,0 0-1 15,0 0-1-15,0 0 1 0,0 0 0 0,0 0-3 16,0 0 2-16,0 0-2 0,0 0-2 15,0 0-3-15,0 0-1 0,0 0 1 0,0 1-1 16,0-1-2-16,0 2 6 0,0-2 0 0,0 1 3 16,0 2 0-16,0 0-1 0,0 2 3 15,0-2 1-15,-2 3 0 0,2-2 1 0,0 2 3 16,-1 0 0-16,-1 0 0 0,0 2-3 0,1 0 1 16,-2-2-4-16,-1 1 1 0,3 0-1 0,-3 2-2 15,1-1 3-15,-1 0-4 0,1 2 2 16,0-1-2-16,-1 0 0 0,3 0 1 15,-4 0-1-15,2 0 4 0,-1 0 0 0,1 0-2 16,2 1 1-16,-5-1 0 0,3-1 2 0,-2 3-4 16,1-3-2-16,1 1 6 0,-2 0-2 15,2 0 2-15,0 0-1 0,-1 0 0 0,1 0 3 16,-1 0-1-16,1 1-1 0,0-2-3 0,0 3 0 16,-1-3 0-16,3 2 0 0,-4-2-3 15,1 3 5-15,0-2-1 0,1 1 0 0,2-2 0 16,-3 3-1-16,1-3 2 0,2 2-4 0,-3 0 4 15,3-1-2-15,-2 0 0 0,1 2 0 16,-2-2-1-16,2 0 3 0,-1-1 2 0,0 2-1 16,-1-2 3-16,3 2-2 0,-2 0 3 0,-1 0-3 15,0 0 2-15,0-1-2 0,-2 1 0 16,2 0 1-16,0 1-2 0,0-1 4 0,-1 1-2 16,1 0-2-16,0-1 1 0,-2 0 1 15,1 1 1-15,2 1-4 0,-2-4 0 0,2 3 0 16,-2-3 3-16,2 1-1 0,-2 0-2 0,1 0 3 15,0 1-2-15,1-2 0 0,-2 1 0 0,2 0-1 16,0 1 1-16,0 0-1 0,-3-1 2 16,1-1 3-16,0 2-2 0,0 0-1 0,0 0 1 15,1-2-1-15,-2 3 2 0,-1-2-3 16,2 0 0-16,1-1-1 0,0 2-1 0,0-3 0 16,-2 1-3-16,2-1-2 0,1-1 3 0,0 2 5 15,1-2-1-15,-1 0-1 0,2 0 0 16,-3 0 2-16,3-1-1 0,-2 1-2 0,1 0 3 15,0-1 0-15,0 3-2 0,0-2 0 16,0 1 0-16,-1-1-2 0,2 0-1 0,-1 0-2 16,0 2 5-16,1-2-2 0,-2 1-1 0,1-1 3 15,0 0 3-15,2 0 1 0,-1-1-4 16,-1 2 0-16,0-1 3 0,1 0-2 0,-1-1-3 16,2-1-2-16,-1 2 1 0,-2-1 2 15,1-2-1-15,2 1-2 0,-3 0 3 0,3 1 1 16,-1 0 2-16,-1 1-2 0,0-2 0 0,2 1 4 15,-1 0-2-15,-1-2 1 0,1 4-1 0,1-1 1 16,-2-2-1-16,0 2-2 0,1 0-2 16,-3 0 2-16,4 0-3 0,-3 0 0 0,2 0 0 15,1 0 2-15,-5 0 2 0,4 1-2 16,1-1 4-16,-3 0 0 0,1-2 0 0,0 2-2 16,1-2-2-16,-1 2 2 0,0-1-1 0,-1-1 1 15,3-1 0-15,-1 2 2 0,1-1-1 0,-4 0-1 16,3 1 2-16,-1 1-2 0,1-4 1 15,-4 4-2-15,4-1 1 0,-1 1-2 16,1 0-1-16,-3-1 3 0,3 1 1 0,-3 2 0 16,1-2 0-16,2 0-1 0,-3 0 1 0,1 0-3 15,2 1 1-15,-4 0 1 0,4-1 0 0,-2 0-2 16,-1-2 2-16,3 2 3 0,-1-2-2 16,0 3-2-16,-1-3 2 0,2 2-1 0,-1-2-2 15,0 0 1-15,1 3 0 0,-1-3 3 16,-1 2 0-16,-1-2 2 0,2 5 1 0,-1-3-6 15,1-2 1-15,-1 2-1 0,1 0-3 0,-1 0 0 16,2-2-1-16,-3 1 5 0,4-1-4 16,-1 0 3-16,-1 0 0 0,1 0 0 0,-1-1 3 15,0 0-1-15,0 2 0 0,2-3-1 0,-2 2 0 16,0 1 1-16,-1-1 1 0,2 0-3 16,-1 1 1-16,0-1 3 0,-1 2-3 0,2-1-1 15,-4 2 0-15,1 1-1 0,1-2 1 0,2 1-2 16,-4-1 2-16,2 2 0 0,2-3 0 15,-3 3 0-15,3-2 0 0,-2 0 2 0,-1 1-4 16,3-3 4-16,-1 0-3 0,-1 0 2 16,1 2-3-16,-2 1 1 0,2-3 2 0,-1 1-2 15,2-2 2-15,-1 3-1 0,0-4 0 0,1 3-2 16,-1-1 0-16,1-2 2 0,1 1 0 16,-2 0-3-16,2 0 1 0,-2 0 2 0,2-1-2 15,0 1 1-15,-1-1-2 0,1 0 4 16,-2 1-1-16,2 1 0 0,-2-1 0 0,1 1 0 15,-1-2 2-15,1 3-3 0,1 0 2 0,-3-3-1 16,1 3 0-16,1-1-1 0,1 1-2 16,-2-1 2-16,1 3 0 0,-3-3 2 0,3 1 2 15,-1-1-4-15,0 3 1 0,-1-3 3 16,3 0-1-16,-1-1-3 0,-1 2 1 0,0-3 3 16,1 2 0-16,1-1-2 0,-2 0-1 0,2-2-2 15,0-1 0-15,-1 1 0 0,1 1-2 0,0-1 1 16,0 1 0-16,0-2 0 0,0 0 4 15,0 0-2-15,0 0 4 0,0 0-4 0,0 0 1 16,1 0 3-16,-1 0-3 0,0 0-3 16,0 0-5-16,0 0 4 0,0 2-1 0,0-2-2 15,0 0 3-15,2 0 2 0,-2 0 3 0,1 0-3 16,-1 0 3-16,4 2 1 0,-4-2-4 16,1 0 2-16,-1 0 0 0,3 3 1 0,-3-3-2 15,2 0 3-15,0 1 2 0,-1-1-6 16,-1 0 0-16,2 0 3 0,0 0 0 0,1 1-1 15,-2-1-2-15,1 0 6 0,1 1-2 0,-2-1-2 16,2 0 0-16,1 3-2 0,-3-3 3 16,3 0-2-16,-1 0-2 0,0 0 4 0,0 2 1 15,0-2 3-15,2 0-5 0,-2 2 0 16,-2-2 0-16,3 2-1 0,-3-2 1 0,3 0-4 16,-1 1 5-16,-2-1 1 0,3 1 0 0,-1-1-3 15,0 0 0-15,1 2 2 0,-1-2-1 0,1 1-3 16,-3 1 3-16,3-1 3 0,0-1-1 15,0 2-3-15,0-2 0 0,0 1 3 0,0 1-3 16,1-1 1-16,0-1 0 0,-2 2 0 16,2-1 0-16,-1-1 0 0,1 2 1 0,3 0-2 15,-2-1-1-15,1-1 4 0,-2 1 0 0,2 1-1 16,-1-2 2-16,2 0 0 0,-3 1 2 16,3-1 7-16,1 2 6 0,-1-2 4 0,1 0 1 15,1 1 0-15,-2-1-1 0,2 0-10 16,1 0-4-16,-3 0-5 0,0 0-1 0,1 0 1 15,1 1-3-15,-2-1 2 0,1 0-1 0,-2 2 1 16,2-2-2-16,-3 1 1 0,1 1-2 0,1-2 0 16,-1 2 1-16,0-1-1 0,-3 0 1 15,5-1 0-15,-5 2 0 0,4 0 2 16,-2-2 3-16,1 1-4 0,-1-1-1 0,-1 2 3 16,1-2 0-16,-1 0 0 0,0 1 0 0,-2-1 1 15,-2 0 1-15,3 0-1 0,-3 2-1 0,-1-2-2 16,2 0-3-16,-1 0-1 0,-1 0 1 15,0 0 0-15,2 0-1 0,-2 0 3 0,3 0 0 16,-3 0 1-16,1 0 0 0,-1 0-1 16,3 0 0-16,-3 0 0 0,2 0 2 0,0 0 0 15,-1 0-3-15,-1 0 2 0,0 0 0 0,0 0-1 16,0 0-9-16,0 0-33 0,0 0-62 0,-1-2-56 16,-1 1-114-16,0 1-186 0,-1-2-306 15,-1 1-280-15,1 1-221 0,-2 0-114 0,0 0 330 16,0 0 559-16</inkml:trace>
  <inkml:trace contextRef="#ctx0" brushRef="#br3" timeOffset="-137422.55">14484 10493 12 0,'0'6'329'0,"-1"-2"245"16,-4 2 195-16,1-3 98 0,1 0-313 0,0 0-183 15,1-2-84-15,1 1-54 0,-1-2-30 16,2 0-31-16,0 1-31 0,0-1-32 0,0 0-27 16,0 0-30-16,0 2-23 0,2-2-19 15,-2 0-11-15,1 0-5 0,1 0-4 0,1 1 1 16,2-1 0-16,-2 1 2 0,4-1 5 0,0 2 24 15,1 0 24-15,0-1 14 0,0-1 6 16,5 1 3-16,-4 1 3 0,5-2-24 0,-2 2-15 16,0-2 22-16,2 0 8 0,1 0 6 15,0 0 1-15,0-2-1 0,0 0-3 0,2 1-31 16,-2 0-18-16,1-1-8 0,1-1-4 0,-1 2-1 16,3-2-7-16,-2 1 2 0,-1-1 1 0,0 0 1 15,0 0 1-15,1 2 20 0,-1-2 17 16,1 0 2-16,1 1 2 0,-1 0-2 0,-1-2 3 15,3 3-16-15,-2-2-12 0,-1 1-6 16,3 0-1-16,-3-1 0 0,3 2-5 0,-3 0-2 16,4 0-2-16,-1 1 1 0,-1 0-2 0,1-2 0 15,0 2 3-15,1-3 1 0,1 3-1 16,-2 0-2-16,1 0 3 0,2 0-1 0,-2-2 0 16,0 2-7-16,0 0 5 0,-2 0 1 15,3 0-1-15,-1-3-2 0,-1 3 0 0,2-2 1 16,-1 2 0-16,-1 0 0 0,0 0-2 0,0 0 2 15,2 0-3-15,-1-1-2 0,-2 1 3 16,1-1-2-16,-2 1-1 0,0 0 0 0,1 0 4 16,-2 0-2-16,-1 0 1 0,1 0-1 15,-2 1 5-15,-1-1 0 0,3 1 0 0,-2-1 3 16,-1 0 0-16,3 2-1 0,-4-2 1 0,2 3-2 16,-1-3-1-16,0 0-1 0,-1 0 1 15,1 0 1-15,1 0-1 0,-1 0 4 0,1 0-1 16,1 0 1-16,-2 0-1 0,2 0-3 0,1 0 1 15,-4 0-2-15,4 0 3 0,-2-3 0 16,4 1 2-16,-4 1 0 0,3 0-4 0,-1-1 2 16,1-1 2-16,0 0 66 0,1 1 30 0,-2 0 16 15,2 0 5-15,-2-1 1 0,1 2-5 16,0-2-54-16,-1 1-29 0,0-1-15 0,-2 0-6 16,3 2-7-16,-4-2-2 0,3 0-2 15,-2 1 1-15,-1 1-1 0,3-2-3 0,-4 2 0 16,2-1 2-16,-1 0-1 0,1 0 2 0,-1 0-2 15,-2 0 2-15,3 0-2 0,-1 2 0 16,1-3 2-16,-1 1-4 0,1 1 2 0,-3 1 0 16,5-2 2-16,-3-1-2 0,1 3-1 0,2-2 0 15,-2 2 1-15,2-3-2 0,-2 1-2 16,3 1 3-16,-2 0 0 0,2-3 1 0,-1 3-4 16,3 1 7-16,-1-3 2 0,0 1-3 15,3 1-1-15,1 0-4 0,-3-1 5 0,4 0-3 16,-1 0-3-16,4 0 1 0,-4 1 3 0,3-1 0 15,2 1-3-15,0-1 6 0,0-1 1 16,0 2-4-16,-2-2 3 0,2 1-2 0,2 1 1 16,-3-2-4-16,3 1-2 0,-1 0 4 0,-1 0-1 15,1 0 0-15,1 1-3 0,-1 0 1 16,0-1 3-16,0-2 1 0,0 4-1 0,1-3 2 16,-1 1 2-16,-1 1-1 0,2-4-1 15,-3 5 0-15,4-2-2 0,-3-1 3 0,2 1-3 16,1 1 1-16,-5 0 0 0,4-3-2 0,-1 3 2 15,1 1 0-15,-1-1 0 0,0-1 1 16,-1 0-3-16,0 1-1 0,1 1-3 0,-3-1 2 16,1 1-1-16,1 0-1 0,-2-2 4 15,2 2 3-15,0-2-1 0,-2 2-2 0,1 0 0 16,1-1 4-16,0 1-3 0,-1 0 0 0,1 0 0 16,0 0-2-16,0 0 4 0,-1 0 0 0,0 0-2 15,1 0-2-15,0 0 2 0,1 0-1 16,-1 0-2-16,0 1-1 0,1-1 4 0,-1 0 3 15,2 0-3-15,1 0 4 0,-1 0-3 16,1 0 0-16,-2 0-4 0,2 0-2 0,0 0 2 16,-1 0-2-16,-1-1 4 0,0 1 3 0,3-1-3 15,-1 1 2-15,0 0-1 0,0-2 1 16,0 2-5-16,0-1 1 0,0 1 1 0,0 0 0 16,1-2 2-16,-1 2 0 0,2-1 4 0,0-1-1 15,-1 1 2-15,3-1-1 0,0 1-1 0,0-2 5 16,2 0 21-16,2 0 11 0,-2 0 3 15,2 0 4-15,0-1 0 0,0-2-6 0,0 2-18 16,-2 0-12-16,2-1-5 0,0 0-5 16,0 1-2-16,-2 0 0 0,1-1-3 0,-1 0 2 15,-1 3-1-15,0-1 2 0,3 0 1 0,-4 0 3 16,1 1-3-16,-1-1 0 0,2 2 3 16,-1-1-1-16,0 1-1 0,2 1-2 0,0-2 1 15,-1 2-1-15,1-1 0 0,-1 1-2 0,2 0 1 16,-2 0 0-16,1 0 1 0,-3 0 1 15,1 0-1-15,-1 0 1 0,0 0 1 0,1 0 1 16,-4-2-1-16,3 2 2 0,-3 0 0 16,-1-1 1-16,2 1 7 0,-4-1 3 0,2 1 5 15,-4-2-2-15,3 0 3 0,-3 1-3 0,1 0-6 16,0 1-4-16,-4-2-3 0,2-2-1 16,-3 4-2-16,0-3-1 0,-5 1 0 0,0 0 0 15,-1 1-1-15,-5-2 0 0,-3 3 1 16,0-2-1-16,-2 2 1 0,-3 0-5 0,1-3-16 15,-3 1-56-15,-1 0-68 0,-1 0-109 0,-3-1-171 16,1 2-296-16,-1-1-329 0,-1 0-264 0,0 1-147 16,0-2 270-16,-1 1 591 0</inkml:trace>
  <inkml:trace contextRef="#ctx0" brushRef="#br3" timeOffset="-130670.48">15300 7968 140 0,'-2'-2'284'16,"2"1"116"-16,0-1 9 0,-2-1-94 15,2 3-61-15,0-2-22 0,-1 1-3 0,1 0 9 16,-2 1 12-16,2 0 6 0,0-2 3 0,0 2-5 15,0 0-10-15,0 0-6 0,0 0-20 16,0 2-21-16,0-2-23 0,0 0-22 0,0 1-24 16,2-1-25-16,-2 0-20 0,0 1-20 15,0-1-11-15,0 0-13 0,0 2-10 0,0-2-11 16,0 1-4-16,0 1-6 0,0 1-2 0,0-1-1 16,0 1 2-16,1 0-1 0,-1-1 2 15,0 3-1-15,2-2-2 0,-2 1 1 0,2 0-5 16,-1 1 2-16,3-1-3 0,-3 0 1 15,2 1 3-15,-1 1-4 0,1-2 1 0,0 1 1 16,1 1-1-16,2-2 1 0,-3 2-1 0,2-1 0 16,-4-1 0-16,4 1 1 0,0-1 0 15,-2 0-2-15,3 1 0 0,-1 1 1 0,0-1 1 16,-1 1-1-16,1 0 5 0,2-2 1 16,0 4 1-16,-2-3 0 0,1 3 1 0,-1 0 0 15,2-1-1-15,0 0-1 0,0 2-2 0,-1-1-2 16,1 0-2-16,-1 1-2 0,1-2 1 15,-2 2-1-15,3 0-3 0,-3-1 1 0,3 0-3 16,-4 1 5-16,3-1-5 0,-1 0 3 16,-1 1 0-16,0-2 3 0,2 1 0 0,0-1-2 15,-2 0 0-15,1 1-3 0,-1 0 3 0,3-1-2 16,0 2 0-16,-4-1 2 0,3 0 1 16,-2 0-5-16,2 0 3 0,-2-1-3 0,1 2-1 15,1-2 2-15,-1 2 0 0,0-1 4 16,-1 1 0-16,1-1 2 0,1-1 1 0,-1 1 0 15,0-1 1-15,-1 0-3 0,0-1 1 0,0 0-1 16,0 3 0-16,1-5-2 0,0 3 3 16,-1-1 3-16,1 0-1 0,-1 0 0 0,0 1 0 15,1 0 3-15,-2-1-3 0,1-1 2 16,-1 0-4-16,0 1 4 0,0 1-1 0,0-2 2 16,0 1-3-16,2 1-1 0,-3-3 2 0,0 2-1 15,0 0-1-15,2-1 2 0,-2 2-1 16,2-1 2-16,-2-1 0 0,2 1 1 0,-1 3 12 15,0-4 6-15,0 4 7 0,-2-1-1 16,5-2 0-16,-4 1-1 0,3 0-13 0,-3 1-6 16,2 0-5-16,-1-1-3 0,1 0 1 0,-1 1 0 15,0-3 3-15,2 4-5 0,-3-1-1 0,2-2 1 16,-2 1 1-16,1-3-1 0,1 2 0 16,-2 0-1-16,0-2 0 0,3 2 2 15,-3-1-2-15,0 0 0 0,-1-1 2 0,1 1 2 16,0-1-2-16,1 1 4 0,-3 1-2 0,2-2 1 15,2 2-1-15,-4-1-2 0,2 1 3 0,1-2-5 16,1 2 1-16,-4 0-1 0,2 0-1 16,2 1 1-16,-2-2-3 0,1 0 3 0,2 1-2 15,-3-1 2-15,2 1 0 0,-2 0 0 16,0-2 0-16,0 0 0 0,2 1 1 0,-2-1 1 16,3 1-2-16,-3 0 0 0,1 0-1 0,-1 0 1 15,0-3-1-15,0 3-1 0,0 1 3 16,-1-4-1-16,1 2 1 0,2-2 0 0,-4 3 3 15,2-3-2-15,-1 2-3 0,1 0 0 16,0-1 0-16,2 1 1 0,-1-1-4 0,-1 0 4 16,1 0 0-16,-1 0 0 0,0 0-1 0,1 0 1 15,-1 0 0-15,0-2 0 0,0 3 0 16,1-3 1-16,-3 0 1 0,2 1-3 0,-1 1 0 16,2-2 1-16,-2 2 0 0,-1-2-1 15,1-1 1-15,-2 1 1 0,3 0-2 0,-1 1 0 16,0 1 2-16,-1-3-1 0,1 0-1 0,1 2 2 15,0 1 1-15,0 0-2 0,3 0-2 16,-1 1 2-16,0 1 0 0,1 0-2 0,-1 0 3 16,2 1-1-16,0-1 0 0,0 1-1 0,-1-1 1 15,2 1 5-15,1 0 0 0,-1 0 1 16,0 1 2-16,-1 0-1 0,2 1 1 0,-3-2-6 16,2 0-2-16,-1-1-1 0,0 2-4 15,1-1 12-15,-1-1 1 0,-1 0 3 0,2 1 3 16,-2 0 7-16,1 0 0 0,-3 0-8 0,1-1-3 15,0-2-5-15,-1 2-3 0,1-1-3 16,-2-1 5-16,1 0-3 0,-1 0 2 0,-2-1 5 16,3 2 8-16,-3-3 1 0,1 2 2 15,-1-1 1-15,1 1 0 0,-2-2-4 0,4 1-5 16,-4-1-2-16,2 0-2 0,-1 1-5 0,1 0 4 16,-2-1-1-16,2 0 0 0,-1 1-3 15,1 1 0-15,0-2 3 0,-1 3-2 0,2-2 24 16,1 3 23-16,0 0 10 0,2-1 6 15,-1 2 2-15,2-1-1 0,-3 0-20 0,3 0-22 16,-1-1-12-16,2 3-6 0,-2-3-6 0,2 3-2 16,-1-2-2-16,0 1 0 0,1 1 6 15,0 0 4-15,2-1-1 0,-1 1-4 0,-1 1 0 16,0-1 0-16,1-1-7 0,-1 2 3 0,2-1-2 16,-2 0 4-16,3 1 0 0,-3 1 0 15,0-4 6-15,3 3-1 0,-3-2-2 0,-2 1-1 16,2-1 1-16,1 1 5 0,-2-1-3 0,-1-1-4 15,1 1 4-15,0-2-1 0,-2 2 2 16,1-2-5-16,-1 1-2 0,-2-3 1 0,2 4 0 16,1-1 5-16,-3-1-4 0,2-1 1 15,-2 0 1-15,0 0 0 0,1 0 1 0,-1 1-5 16,0-1 3-16,0-1 1 0,-1 1-1 0,1-2 1 16,-2 2 0-16,2-1-3 0,-1-1 1 15,-2 1 1-15,2-2-2 0,-1 1 0 0,1 0 0 16,-2-1 4-16,2 2 0 0,-1-2-4 15,-1 0 2-15,2 2-1 0,-1-1-1 0,3 2 40 16,-1 0 21-16,0-2 12 0,3 4 4 0,-1 1 5 16,0-4-2-16,1 2-35 0,0 1-20 0,0 1-10 15,2-2-3-15,-3 2-5 0,3-1-4 16,-3 2 0-16,4-2-2 0,-4 1 0 0,1-2-3 16,-1 0 0-16,0 1 2 0,3 0 3 15,-4 2-2-15,1-5 1 0,0 4 2 0,0-1-1 16,0-1-2-16,-1-1-1 0,-1 0 0 0,0 0 0 15,-1-2-2-15,1 2 2 0,0-1 0 16,-1-1 2-16,-2 0-1 0,3 1 1 0,-3 1 0 16,2-1-2-16,0 1 1 0,-1-2 1 15,1 2-2-15,-1-1 0 0,4 0 0 0,-5 2 1 16,1-2 0-16,2 2 0 0,-1-2-1 0,-2 2 2 16,2-3 1-16,-1 2 0 0,1 0-2 15,0-1 1-15,-1-2-1 0,1 4 0 0,-1-1-1 16,3 1 0-16,-1 0 4 0,0 0 4 15,3 2 1-15,-1-1 0 0,0-1 1 0,-1 2 0 16,1-1-5-16,3 2-1 0,-2-1 1 0,1 0 0 16,-1 3-2-16,2-3 1 0,0 1-1 0,0-1-2 15,-2 1-1-15,0-1 0 0,4-2 0 16,-4 2-4-16,0 0 3 0,-1 0-1 0,2-2 0 16,0 1 1-16,-2 0 1 0,0 2 0 15,0-5 0-15,0 2 0 0,-1 1 0 0,2-1 0 16,-1 1 0-16,0 0 0 0,0-1 2 0,0 1 1 15,-1 0-2-15,2 0-1 0,-1 1 2 16,2-2-1-16,-3 2-2 0,1-2 2 0,0 2-1 16,1-1 1-16,-1 0 1 0,0-1-1 0,-2 0 1 15,0 2-2-15,0-2 2 0,2 0-1 16,-3-1 0-16,2 0 0 0,-2 0 1 0,-1 0 1 16,1-1-1-16,-1 1 2 0,1-2 0 15,0 2-1-15,-2-1-3 0,1 0 0 0,1 0 0 0,-1 1-1 16,1 2-1-16,1-3 2 0,-1 4 0 15,-1-1 0-15,1 0-2 0,1-1 0 0,2 2 1 16,-4 0-2-16,4 0 2 0,-2 0 1 16,4 2 0-16,-2-1 1 0,-1-1 1 0,2 2-1 15,1-1-1-15,-1-1 1 0,1 2 1 16,0-3-3-16,-2 2-1 0,1-1 1 0,-1-2-2 16,2 1 0-16,-4-1 1 0,0 2 2 0,3-3 0 15,-3 0 1-15,-1 0 3 0,1-1 0 16,0 0-1-16,-3 0-2 0,3 1-1 0,-1-2 0 15,0 1 0-15,-1 0 0 0,1-1 0 16,-1 0 0-16,-1 4 0 0,2-5 2 0,1 2-2 16,-2-2-1-16,-1 3 0 0,2-2 1 0,-1 1 1 15,-1 0-1-15,2 1 0 0,0-1 0 16,-1 2 3-16,1-2-2 0,0 2 0 0,-1 0-1 16,2-1 0-16,-1 0 0 0,0 1-2 15,-1-1 2-15,2 2-1 0,-1-1 1 0,2 1 1 16,0-1-1-16,-3 0 0 0,2 2 0 0,1-1 0 15,-1-3 0-15,0 4-2 0,-1-1 2 0,1-1 2 16,0 0-2-16,-1 1 0 0,-1-2 3 16,4 1-1-16,-4-1-1 0,1 0-1 0,-1 0 0 15,3 0 2-15,-3 0-2 0,-1 0-1 0,3-2 1 16,-3 3 0-16,2-2 1 0,-2 0-1 16,2 0 0-16,-1-1 0 0,-1 0 0 0,0 1 0 15,2 0 0-15,-2-1-2 0,1 0 1 16,-1-1 0-16,0 2 1 0,2 1 0 0,0-3 1 15,-1 2 1-15,-1 2-1 0,3-2 2 0,-1 0-2 16,-2 1 3-16,1-1-4 0,1 0 0 16,-2 2 0-16,1-2 0 0,-1 1 0 0,2-2-2 15,-2 2 3-15,0 0 0 0,2-1 1 0,-1 1 0 16,-1-2 0-16,0 2 1 0,0-1-2 16,0-1-1-16,0 1 0 0,0-2 2 15,0 1-4-15,0 1-1 0,0-2 1 0,0 0 1 16,0 0-2-16,0 0-2 0,0 0-9 0,0-2-37 15,-3 1-63-15,1-2-66 0,1-2-119 0,-2-2-177 16,-2-2-297-16,0-5-278 0,2 0-216 16,-2-4-104-16,2-4 336 0,2-6 525 0</inkml:trace>
  <inkml:trace contextRef="#ctx0" brushRef="#br3" timeOffset="-128352.3">19004 7743 139 0,'0'1'284'0,"-1"1"119"16,1-1 6-16,-2 1-103 0,2 1-88 15,-1-2-54-15,-1 1-30 0,0-1-18 0,2 2-7 16,-3-1 6-16,1 3 16 0,2-3 29 0,-3 2 34 15,-1 0 29-15,2 0 27 0,-1 2 19 16,2 1 7-16,-3-1-10 0,0 1-25 0,0 0-25 16,-1 1-29-16,2-1-30 0,-1 1-29 15,-1 0-27-15,0 2-20 0,1-1-16 0,0 2-11 16,-1-3-8-16,1 1-11 0,-2 2-1 0,1-2 0 16,0 2-5-16,0 2-4 0,0-3-7 15,1 2 0-15,-4-1-5 0,3-1 0 0,2 3-2 16,-2-3-1-16,-1 3 0 0,1-2 1 0,-1 2-2 15,3-2-1-15,-2 1 2 0,0-1-3 16,0 2 3-16,1-1 2 0,-4-1 1 16,3 2-1-16,0-2 4 0,1 1-1 0,-1 2-1 15,-2-2 0-15,1 1 1 0,2 0 1 0,-3 0 1 16,2 0 6-16,-1 2-2 0,-2-2-2 0,4 0-1 16,-3-1-5-16,2 0-3 0,0 0-7 15,2-1 1-15,-3 3 1 0,2-5-4 0,-1 4-1 16,0-2 1-16,0 0 4 0,0 1-3 0,-1-1-3 15,2 2 4-15,-3-1 0 0,2 2-1 16,-1 0-4-16,-2 0 3 0,2 2 5 0,-1-2-3 16,-1 1 3-16,4 0 3 0,-4-1-7 15,2 1 4-15,-2 0-6 0,1-1 0 0,2 2-1 16,-2-3 1-16,0 2 7 0,3-2-3 0,-1 0 3 16,0-2-1-16,-1 1-2 0,1-2-3 15,2 0-1-15,0 0 0 0,0-1 0 0,-2-1 2 16,1 2 2-16,0 0-1 0,-1-2 0 15,1 3-3-15,-3 2-1 0,2-3 1 0,0 0-3 16,1 1-1-16,-4 1 3 0,0 1 1 0,2-2 3 16,-1 1-4-16,-2-1 4 0,3 2-1 0,-1 0-2 15,-1-1 0-15,1 0 0 0,0 0 0 16,2 0-4-16,-3 0-1 0,4-3 3 16,-2 0-3-16,1 3 0 0,2-6 0 0,-4 3 1 15,2 1 3-15,0-1-2 0,-2 1 2 0,2-2 2 16,-1 3 0-16,-1 1 0 0,1-1-1 15,-3 1 1-15,1-1 0 0,0 3-3 0,0 0 0 16,-1-1-1-16,0 0 1 0,1 0-4 16,-1-1 0-16,3 1 6 0,-2-1 3 0,0 0 0 15,0 1 5-15,0-3-3 0,2 0-4 0,-1 1 0 16,3-1-2-16,-6 0 0 0,6 1-5 0,-3-3 7 16,2 1 4-16,1 0-2 0,-6-1 5 15,6 0 0-15,-4 1-3 0,1 2 0 0,-2-3-4 16,3 3-1-16,-1-2-5 0,-1 2-1 15,2-1 7-15,-2 1 0 0,2-1 3 0,-1 1 0 16,2-2 0-16,-1 3 0 0,-1-1-7 16,2-2 2-16,0 1-2 0,2-3 3 0,-4 2-4 15,4-1 5-15,-3-1 5 0,1 1 0 0,0-1 4 16,1 1-6-16,-1-1 3 0,0 1-2 16,-3 1-6-16,0-2 0 0,2 3-4 0,-4 1 4 15,1-2 1-15,1 2 1 0,0-1 2 0,-1 1-1 16,1 0 0-16,-2-1-4 0,4-2 1 15,-2 2 1-15,0-2-1 0,3 0-3 0,-1 0 2 16,1-1 4-16,-1-1-3 0,2 0-4 0,0 2 1 16,1-2-2-16,-2 1 4 0,2-1-4 15,-2 2 2-15,4-1 3 0,-5 1 3 0,3-2 0 16,-1 1-2-16,1 2 1 0,-2-2 0 0,4 1-2 16,-4 0 0-16,2 1-3 0,-3-2 2 15,2 3 0-15,1-2 0 0,-2-1 2 0,2 3 0 16,-2-3 3-16,2-1 1 0,0 1-1 15,1-2-3-15,-2 1-4 0,2-4-2 0,2 1-3 16,-3 0 2-16,3-1 2 0,-1 1 4 0,1-3 5 16,-4 4 4-16,4-2-3 0,-3-1-2 15,2 2-2-15,-1 0-2 0,-1 1-3 0,-1 1 0 16,-3 1 7-16,4-2-5 0,-2 3 1 16,-1-1 7-16,-1 4 1 0,1-1-3 0,-3-1-1 15,0 3 0-15,1 0 2 0,-2-1-4 0,0 0 1 16,2 1-2-16,2 1-1 0,-3-3 2 15,2 1 0-15,2-3 5 0,-1 0-8 0,1-1 5 16,-1 2-3-16,1-3-4 0,0 3 1 16,2-2 0-16,-2 3 5 0,1-3-4 0,-2 1 4 15,-1 0-1-15,2 0 2 0,-1 1-2 0,-1 1-1 16,0-1 2-16,1 2-2 0,-1 0 1 16,-1 1-4-16,-1 0 4 0,-1 0 2 0,2 0-3 15,-1-1 0-15,-2 2 2 0,1 0 1 16,2-3-3-16,-1 2-4 0,-1-1 4 0,2 1-2 15,2-2-4-15,-2 1 4 0,0-1 0 0,2-1-1 16,0 0-5-16,-2 1 2 0,3-1 1 16,0 0-2-16,1-2 2 0,0 0 0 0,0-2 6 15,0 1 0-15,2-3-5 0,0 2-9 16,0-3-19-16,1 0-15 0,-1-1-43 0,1-1-91 16,-3-2-126-16,1-3-140 0,2-1-208 0,1-2-271 15,-2-2-187-15,0-3 60 0,1-2 314 0,-3-2 345 16</inkml:trace>
  <inkml:trace contextRef="#ctx0" brushRef="#br3" timeOffset="-127570.46">16819 9630 107 0,'0'-2'296'0,"0"0"135"16,0 2 88-16,-1-1-125 0,-1 0-103 0,1 1-52 15,-1-2-28-15,-1 2-11 0,1 0 3 16,-3 0 2-16,4 0 7 0,-5 0 10 0,3 2 12 16,-2-1 8-16,1 0-6 0,0 1-20 15,-1 1-25-15,-3 2-30 0,4-3-29 0,-5 4-31 16,1 1-20-16,-1 0-16 0,1 1-13 0,-1 2-10 16,-1-1-11-16,-1 3-9 0,0 2-10 15,-1-1-4-15,0 4-6 0,1-1-7 0,-3 1-1 16,3 3-3-16,-3 0-5 0,3 3 3 15,-1-1 0-15,-1 2 6 0,1 0 0 0,1 0 11 16,-1 0 3-16,2 0 4 0,2 0-2 0,-3-1-2 16,5 2 1-16,-1-4-4 0,1 0 1 15,0-2-3-15,1-2 0 0,2 0 1 0,0-2-4 16,1-2-1-16,1 0-2 0,-1-1 0 16,0-2 0-16,2 0-1 0,0 1-2 0,2-3 3 15,-2 3-3-15,2-3-17 0,-1 1-46 0,-1 0-68 16,0 0-88-16,2 0-110 0,-2-2-131 0,0 2-213 15,1-1-194-15,-1-1-49 0,0 0 124 16,0-5 254-16</inkml:trace>
  <inkml:trace contextRef="#ctx0" brushRef="#br3" timeOffset="-127080.39">16734 9907 161 0,'8'-6'305'15,"-7"2"118"-15,2 2-15 0,-3 1-108 0,0 2-80 16,-1 1-58-16,-2 2-37 0,-2 1-11 15,2 2 1-15,-2 1 1 0,0 2 5 0,2 1 1 16,-2 4 2-16,1-2-7 0,0 4-9 16,0 1-6-16,1 1-8 0,1 1-6 0,1 2 4 15,1 0-1-15,0 2 0 0,0-1-3 0,1 3-6 16,1-3-9-16,-1 2-14 0,1-3-16 16,2 1-12-16,0-3-12 0,-3-3-11 0,4-2-2 15,-2 0-4-15,2-4-2 0,-2-2 0 16,2-3 3-16,3-2 6 0,-4-1 5 0,3-4 5 15,-1-2 2-15,2-4 7 0,1-3-4 0,1-4-1 16,-2 0-4-16,4-4-4 0,-2-1-4 16,1 0-5-16,-2-4 0 0,0 3-2 0,-1-2-1 15,-2 5 2-15,-2-1 1 0,-1 1 0 16,-1 3 0-16,0-3-2 0,-4 4-1 0,0 0-1 16,-1 1-5-16,-1 2 0 0,-1 0-8 0,-1 0-32 15,-1 1-57-15,2 2-75 0,-2-1-88 16,1 2-124-16,1 2-257 0,-2-1-131 0,1 2 21 15,-2 2 158-15,2-1 217 0</inkml:trace>
  <inkml:trace contextRef="#ctx0" brushRef="#br3" timeOffset="-126881.43">16723 10012 184 0,'3'3'381'15,"0"-1"143"-15,2 0 91 0,1 3-234 16,2-5-178-16,0 2-94 0,3 1-51 0,3-2-23 16,-1 1-14-16,1-2-9 0,4 0-1 0,1 0-5 15,-1-2 1-15,0 1-30 0,-1-2-71 16,1 1-206-16,1-3-177 0,-5 1-67 0,0 0 29 16,-1-1 120-16</inkml:trace>
  <inkml:trace contextRef="#ctx0" brushRef="#br3" timeOffset="-123305.36">15477 8230 49 0,'0'0'210'16,"1"0"104"-16,-1 0 23 0,0 2-29 0,2-2-45 15,-1 1-30-15,-1-1-22 0,0 2-6 16,2-2-2-16,-2 0 6 0,0 0 2 0,0 0 4 15,-2 0 4-15,2-2 13 0,-1 2-2 0,-1 0 1 16,1 0 3-16,-2 0-3 0,1 0-7 16,-1 0-12-16,2 0-9 0,-3 0-21 15,1 2-31-15,2-2-26 0,-3 0-24 0,1 2-27 16,1-1-27-16,-1-1-20 0,-3 3-10 0,3-1-5 16,-2-1-5-16,0 0-2 0,2 3-1 15,-2-2 3-15,1 1 6 0,-4 1-5 0,3 0-1 16,-1 0 0-16,-1 1 0 0,-2 2-2 0,1-1-5 15,0 2 2-15,-1-3 1 0,-1 3 5 16,2 0 0-16,-1-1 1 0,-2 1 4 0,3-1 1 16,0 1-4-16,0-1-3 0,0 0-5 15,0 2 0-15,0-3-5 0,0 2-3 0,1-1 2 16,0 0-1-16,-1 0 6 0,2 0 1 16,-2 0 1-16,0 0 2 0,3-1-1 0,-3 3 0 15,2-2 0-15,-2 0-3 0,0 2 2 0,4-3-2 16,-3 2 2-16,4-3-1 0,-3 1-2 15,3-1 0-15,0 1-2 0,1-2 0 0,-1 1 0 16,1-1 2-16,1-1 1 0,1 1-1 0,-4-2 0 16,4-1 1-16,0 2 1 0,0-1-2 0,0-2-1 15,-1 0 2-15,1 0-1 0,-2 0 1 16,2 0-3-16,0 0 2 0,0 0-3 16,0 0-2-16,0 0 4 0,0-2-2 0,0 2 1 15,3-3-7-15,-3 1-3 0,4 1-18 0,-3-3-33 16,1 3-56-16,-1-4-80 0,1 2-95 0,1-1-100 15,-1-1-98-15,-1-1-96 0,3 3-124 16,-3-1-112-16,4-2 28 0,-4 1 151 0,1-2 201 16</inkml:trace>
  <inkml:trace contextRef="#ctx0" brushRef="#br3" timeOffset="-122990.25">15186 8362 164 0,'0'0'319'0,"0"0"132"0,0 1 10 16,0 2-93-16,-2-2-93 0,1 1-50 0,-2 1-23 16,-1-1 1-16,1 0 24 0,0 2-1 15,-3 1 1-15,3 1-3 0,-2 0-9 0,0 0-19 16,0 3-37-16,1 0-14 0,-2 2-6 16,1 4-7-16,0 0 3 0,-1 1 3 0,-1 3-5 15,2 1-7-15,-1 1-25 0,0-1-15 0,1 2-25 16,0-1-22-16,2-2-19 0,1 1-9 15,1-4-4-15,1-1-7 0,1-1-1 0,1-2-2 16,3-2 2-16,0-1-1 0,1-1 2 16,3-4 3-16,-1 0 2 0,2-2 0 0,0-2 3 15,0-2-1-15,3-2 1 0,1 0-10 0,1-4-45 16,0 0-87-16,0 0-120 0,2-3-152 0,-1-2-299 16,1 4-248-16,-1-3-131 0,3 1 123 15,-3-2 335-15</inkml:trace>
  <inkml:trace contextRef="#ctx0" brushRef="#br3" timeOffset="-121814.47">18829 8131 91 0,'3'1'272'0,"2"1"114"0,-2 0 65 0,0 0-141 16,0 1-124-16,2-2-67 0,0 0-32 15,1 3-10-15,0-4 7 0,2 4-2 0,0 0 18 16,0-1-4-16,1 2 1 0,1 0 16 16,1-3 4-16,0 3 5 0,-1-1 38 0,1 0 17 15,0 3 4-15,0-1 16 0,1-2 2 0,0 2-3 16,-3-1-52-16,5 3 11 0,-3-1 17 16,-1 2-25-16,2-1-16 0,0-1-9 0,-3 1 10 15,4 2-22-15,-5 0-24 0,0-1-13 16,2 1-11-16,-3-2-7 0,-1 0-19 0,-1-1-14 15,3 1-9-15,-4-1-5 0,1-1-3 0,-1 0-1 16,-1 0-2-16,0-2-2 0,-1 1 0 16,-1 0 0-16,1-3 0 0,-1 1 0 0,-1 1 1 15,2 0 0-15,-2-2-1 0,0 1 3 16,0-1 0-16,0-1 0 0,-2 0 2 0,2 1 2 16,-1 0-1-16,-1-2-7 0,1 2-19 0,-3 0-28 15,1 0-41-15,-2-1-53 0,0-1-65 0,-2 0-74 16,1 0-70-16,-1-1-65 0,2 1-58 15,0 0-90-15,1 1-149 0,-4-1-19 0,3 1 106 16,0 1 175-16,2-2 181 0</inkml:trace>
  <inkml:trace contextRef="#ctx0" brushRef="#br3" timeOffset="-121344.46">19199 8297 135 0,'4'2'273'16,"0"0"102"-16,-3 2-9 0,2 1-101 0,2-1-84 15,-2 1-45-15,2 1-18 0,0 0-4 16,3-2-2-16,-4 4 7 0,3-2 4 0,-1 1-8 15,-1-1 12-15,4 0 10 0,-2 0-4 16,-1 2 8-16,1-2 19 0,0 1 20 0,-1 1 8 16,-1-3 3-16,0 2 18 0,0-1 7 0,0-1 2 15,-2 1 8-15,0-1-4 0,-2 0-13 0,2-3-24 16,-3 3-28-16,0-3-19 0,0 1-11 16,0 0 30-16,-3 0 38 0,2 1 22 0,-4 0 2 15,1 0-12-15,-5-1-25 0,1 0-44 16,-1 0-46-16,-2-1-33 0,1 2-18 0,-3-1-11 15,1 0-8-15,-2 0-6 0,3 0-2 0,-2-1-3 16,2 0-1-16,0 0-6 0,3-1 1 16,-1 0-2-16,3 1-1 0,-1-2 0 0,2 2-2 15,2-2 0-15,0 0-2 0,0 0-3 16,0 0-6-16,1 0-23 0,-1-2-47 0,3 2-55 16,-1 0-50-16,1-2-68 0,1 1-117 0,-1-2-133 15,3 1-152-15,-1 0-227 0,2-1-218 16,1 1-107-16,0-1 216 0,-2 2 401 0</inkml:trace>
  <inkml:trace contextRef="#ctx0" brushRef="#br3" timeOffset="-114635.72">24223 7101 170 0,'0'0'300'0,"0"-2"116"0,-2 2-15 16,2 0-95-16,0-2-64 0,-2 2-32 15,2 0-16-15,-2 0-7 0,2 0 3 0,0 0 5 16,0 0 4-16,0 0 16 0,0 0 7 0,2 0 12 16,-2 0 8-16,2 0 7 0,-2 0-4 15,0 0-9-15,2 0-15 0,-2 0-19 0,0 0-30 16,-2-3-34-16,2 3-33 0,-2 0-24 16,0-1-26-16,2 1-17 0,-3 0-10 0,3 0-3 15,-1 0 0-15,1 0 2 0,-4 0 3 0,4 0 1 16,0 1-3-16,-1-1-3 0,1 0-6 0,0 0-5 15,0 0-6-15,0 0-5 0,0 0 1 16,1 0-2-16,-1 3-1 0,0-3 1 0,0 0-1 16,0 0 0-16,0 0-3 0,2 0 0 15,0 0-3-15,-2 0 3 0,0 0-2 0,1 0 0 16,-1 0-3-16,0 0 1 0,0 0 5 0,2 0-4 16,-1 0-1-16,1 2 3 0,0 0 3 15,0 0 0-15,2-1 0 0,-3 0 2 16,2 3 2-16,1-2-2 0,0 1-1 0,1 0-1 15,0 0 2-15,1 1 1 0,0 0-1 0,-1 0 3 16,3 0-4-16,-1 1-1 0,2 0 0 0,-1-1-1 16,0 0 1-16,1 1 1 0,-1-1 3 15,2 2 1-15,-4-1-1 0,3 0 1 0,-1 0-4 16,2-1 0-16,-4 0 0 0,3 1 0 16,0-2 1-16,-1 1-1 0,-2 1 2 0,2-1-2 15,0 0-3-15,-2 0 2 0,0-1-2 0,2 0-2 16,-2-1 1-16,1 2 3 0,-1-1-2 15,2-3 1-15,0 5 3 0,-2-4 0 0,1 1 1 16,1 1-4-16,-2-3 4 0,0 2-2 16,0 0 0-16,1 0 0 0,-1 0-1 0,0 0 0 15,-1-1-2-15,0 1 2 0,0-1 1 0,0 1-1 16,-2-2 4-16,3 1 0 0,-5 1 0 16,2-1-3-16,1-1-1 0,-3 2 1 0,3-1-2 15,-3 1-1-15,4 0 1 0,-3-2-2 16,1 1 2-16,0 0 1 0,1 1 0 0,0-2 0 15,-1 0 2-15,0 1 1 0,0-1-1 0,0 2-2 16,1-2-1-16,-1 1 1 0,2 0-1 16,-3-1 0-16,3 0 0 0,-2 2 1 0,2-2 1 15,-2 0 0-15,1 1-2 0,0-1 0 16,0 0 0-16,0 0 1 0,-1 0 1 0,0 0 0 16,-1 0 3-16,1 0 0 0,-1 0 0 0,-1 0-3 15,3 0 0-15,-4 0 1 0,1 0 0 16,1 0-2-16,0 0 0 0,-1-1 2 0,1 1-3 15,-1 0 2-15,2-2-1 0,0 1-2 16,-1 0 3-16,1 1-1 0,0-3 2 0,-1 1-2 16,1 1-2-16,-1 0 5 0,1-1-6 0,-1 0 3 15,1 1-2-15,-2-1 2 0,4-1 3 16,-1 2-1-16,0-2 0 0,-3 0 1 0,3-1 1 16,-1-2-2-16,2 3-1 0,-2-3-2 15,3 2 3-15,-3-1-3 0,2 0 2 0,-2 0 1 16,0-1-2-16,2 2 1 0,-2-2 1 0,2 2-1 15,-1-3-1-15,-1 3-1 0,2-2 1 16,-1 2 0-16,0-2-1 0,0 2 0 0,-1-1 0 16,2 1 0-16,-1-2-1 0,1 2-3 15,-4-1 2-15,4 1 1 0,-2-1 1 0,2 1-1 16,-2-2-1-16,2 1 4 0,1-1-1 0,-3 1 0 16,2-1-3-16,0 0-1 0,-2-3 4 15,1 5 0-15,0-3-1 0,1-1 2 0,-2 0 27 16,0 3 37-16,0-2 29 0,0-1 21 0,1 2 12 15,-3 0 0-15,3-1-23 0,-3 1-28 16,2-1-30-16,2 0-22 0,-2-1-11 0,0 0-8 16,0 1-2-16,0 0-2 0,2-2 1 0,-1 0-1 15,0-1-1-15,2 0 2 0,-1-1-1 16,0 1-4-16,0 0 3 0,0-1 1 0,-1-1-1 16,2 0-3-16,1 0 0 0,-1-2 2 15,1 3 1-15,-1-3-2 0,2 0 2 0,0-1 3 16,-2 4 1-16,0-5-3 0,4 3-2 0,-4 0 1 15,0 0 2-15,1 0-3 0,-1 0 1 16,0 1 1-16,1-2 0 0,-3 3 1 0,3-1-2 16,-1-1 0-16,0 0 1 0,-1 1 0 15,0-2 3-15,0 3-2 0,0-1-1 0,-1-1 2 16,2 0 2-16,-3 1-2 0,2 0-3 0,0-1 0 16,0 1 0-16,-2-1 0 0,2 0-3 0,1 1 1 15,-1 0-2-15,0-1 3 0,-1-2 1 16,1 5-4-16,0-3 0 0,1 1 1 0,0-2 0 15,-1 4-1-15,2-3 0 0,-1 2 1 0,2-2 1 16,-4 1-2-16,4 1 1 0,-1-1 2 16,2 0-2-16,-3 0 2 0,2 0-1 0,1 1 1 15,0-2 0-15,-1 2 0 0,-2-1-1 16,2 1 1-16,1 1 0 0,-2-2 4 0,2 0-2 16,-1 2 1-16,0-2 0 0,0 2 2 15,0-1-1-15,-2 0 0 0,3 1-2 0,0-1 3 16,-3 1-1-16,0-1-3 0,0 4 0 0,1-3 1 15,-1 3 0-15,1 1-1 0,-3-3 2 16,1 1 1-16,1 1 3 0,-3 0-1 0,2 1-1 16,-2-2 1-16,2 3-5 0,-1-1 2 15,-1 0-4-15,-2 2-2 0,4 0 4 0,-4 1 0 16,-1 1 4-16,2-1-3 0,-1 1 3 0,-1 1-3 16,0 1-2-16,0 0-5 0,2 0-1 0,-2 0 2 15,0 0-3-15,0 0-3 0,0 0-1 16,2 0 0-16,-2 0-3 0,0 1 1 0,1-1 4 15,-1 2 2-15,0 1 7 0,0-3-3 16,2 2 4-16,-1-2 0 0,-1 3-2 0,2 0 0 16,0-2 0-16,-1 1 2 0,-1 0-1 0,0-2 0 15,2 2-1-15,-2 0 4 0,2 0-2 16,-2-1 0-16,0 0 0 0,1 1 0 0,-1 0 3 16,2-1 0-16,-2 2 2 0,0 0 1 15,0-1-1-15,0 2-1 0,0-1-4 0,0 1-2 16,-2-1-2-16,2 3 0 0,-1-2 4 0,1 1 1 15,-2 1-1-15,0 0 1 0,1 2 1 0,1-3 0 16,-4 3 3-16,3 0 10 0,-1-1 5 16,-1 4 6-16,0-2 4 0,1-1 1 0,-1 3-1 15,-1 2-9-15,1-3-5 0,-2 0-4 16,1 2-1-16,0 0 0 0,0 0-2 0,0-1 2 16,-1 3 1-16,0-3 1 0,1 3 0 0,-3-1 1 15,2 0-2-15,-3 1-1 0,2 0-2 16,0 1-1-16,0-2-2 0,-1 4-2 0,1-2 1 15,-2 0-2-15,2 1 0 0,-1-1-1 16,2 0 0-16,-2 0 1 0,2-1-1 0,0 1-2 16,1-2 1-16,-1 2-1 0,0-1 0 0,2 0 0 15,-5-3 0-15,5 3 1 0,-2-1-1 16,0-1 2-16,2 1-1 0,-2-1-1 0,2-2-1 16,-1 0-1-16,1 1 1 0,-1-3 0 15,1 3-1-15,-2-3 2 0,4 3-1 0,-3-3 2 16,1 1-1-16,2 0 0 0,-4 0 3 0,4 0-2 15,-3-2 0-15,3 1-1 0,-2 2 0 0,-1-2 0 16,3 0-1-16,-2-1 1 0,1 2 0 16,-1-1-1-16,1 1 2 0,-1-1-1 0,0 0 2 15,0-1 1-15,1 2-3 0,-1-2 3 16,2-1-3-16,1 1 1 0,-4-1-2 0,3-1-1 16,-1 1 1-16,2-2 2 0,-1 2-1 0,-1-2 0 15,0 1 1-15,2 1-1 0,-1-4 2 16,-1 4-2-16,1-1 2 0,1-3 0 0,-4 3 1 15,2 0 1-15,2-1-1 0,-4 0 0 0,3 2-1 16,-1-1-2-16,1 1 0 0,-3-2-1 16,3 0 2-16,-1 1-1 0,1 0 0 0,1-1 2 15,-2 1-2-15,0 0 0 0,1-3-2 16,1 2 1-16,-2-2 2 0,0 2-1 0,2-2 1 16,0 2 1-16,0-3-2 0,-1 2 1 15,-1 0-2-15,2 0-1 0,0 0 0 0,-1 0 1 16,1 0 1-16,0 1 1 0,-3-1 0 0,1 2 0 15,2-3-1-15,-1 3 0 0,-1 0 1 0,1-1-1 16,1 1 1-16,-2-3 1 0,0 3-1 16,1-1 0-16,1 2-2 0,0-4 0 0,-2 2 0 15,2-2-2-15,-1 1 2 0,1 0-1 16,0 0 2-16,-2-1 0 0,2 0 0 0,0 0 0 16,0 0 2-16,-2-1-1 0,2 1 0 0,0 1 0 15,-1-2 0-15,1 2 1 0,0 0-2 16,-2 0 3-16,0 2-2 0,1-2-1 0,-1 1 0 15,2-1 0-15,-1 1 0 0,1 1 2 16,-3-1-4-16,1 2 4 0,2-4-3 0,0 3 0 16,-1-2 0-16,1 0-1 0,0-2 1 0,0 2-3 15,0-1 4-15,0 0 0 0,0-1 0 16,0 2 0-16,0-2-1 0,0 1 2 0,0 1-1 16,0-2 1-16,1 2 0 0,-1-1-2 15,0 0 2-15,2 2-1 0,-2-1-2 0,0 0-2 16,3 1 4-16,-3-1 0 0,0-1-2 0,1 3 0 15,-1-3 2-15,0 2 1 0,2-2-1 0,-2 2-1 16,1-3 1-16,-1 0 0 0,4 1-3 16,-4 0 1-16,1-1 2 0,-1 0 0 0,4 1 0 15,-4-1 2-15,1-1-1 0,1 2 2 16,-1-1-1-16,1 1-2 0,0-1 1 0,-1 3 1 16,2-3-2-16,-1 0 1 0,2 1-1 0,-1-1 0 15,-1 1-3-15,1-1 2 0,-1 1 1 16,1-1-2-16,0 0 4 0,1 3 1 0,-1-3-2 15,0 0 2-15,1 1-2 0,0 0 0 16,-1-1-3-16,0 1 0 0,0-1 3 0,0 1-1 16,1-1 0-16,-1 0 2 0,0 1-1 0,-1 0 1 15,2-1-1-15,-2 1-1 0,-1-2 0 0,1 0-1 16,-1 2 0-16,3 1 1 0,-3-2-1 16,1-1 3-16,-1 1-1 0,3 0 0 15,-3-1 1-15,1 3-3 0,-1-3 1 0,3 2-1 16,-3-2 1-16,4 2 0 0,-4 0 0 0,2-1 3 15,1 0-2-15,-3 1-1 0,2-1 1 0,-1 1-3 16,0-1 1-16,-1 1-1 0,3-1 2 16,-3 1 0-16,1-1 0 0,2-1-1 0,-2 3 2 15,-1-1 1-15,2 0-3 0,1-1 1 16,-3 0 1-16,2 1-1 0,1 1-2 0,-3-2 3 16,3 0 0-16,0 1 2 0,1 1 0 0,-4 0 0 15,4-2-1-15,-2 3-3 0,1-1 3 16,0 0-2-16,1-1 0 0,-2 2 0 0,3-1 1 15,1-1 1-15,-4 2-3 0,2-2 2 16,0 1-1-16,-2-1 0 0,3 2 1 0,-2-2 0 16,0 0 0-16,1-1-1 0,-2 1 1 0,0-1 0 15,-1 1 0-15,1-2 0 0,-2 1 2 0,3-1 0 16,-2 0 0-16,2 2-2 0,-3-2 0 16,1 0 1-16,-2 0-3 0,1 0 2 0,-1 0-1 15,2 1 1-15,-2-1-1 0,0 0 0 16,0 0 0-16,0 0 0 0,0 0 2 0,0 0 0 15,0 0 0-15,0 0 0 0,-2 0 2 0,2 0 0 16,0 0-3-16,-1-1-3 0,1 1-21 16,-2-2-46-16,1 2-58 0,-3 0-57 0,2 0-114 15,-2 0-160-15,1 0-225 0,0 3-255 16,0 0-226-16,-2 2-159 0,0 1 221 0,0 1 476 16</inkml:trace>
  <inkml:trace contextRef="#ctx0" brushRef="#br3" timeOffset="-108706.48">27754 5524 82 0,'2'-10'356'0,"-4"-1"227"0,2 0 196 16,-1 1-16-16,-3 0-158 0,3-1-77 15,-1-1-58-15,1-1-63 0,-3 2-55 0,3-3-60 16,-2 3-29-16,1-3-8 0,-1 0 3 16,0-2-13-16,0 1-13 0,0-3-19 0,-2 2-40 15,-2-5-45-15,-1 4-37 0,-1-2-17 0,1-1-13 16,-2 1-5-16,-2-2-6 0,3-1-6 0,-4 2-6 16,-1-2-3-16,-2-1-4 0,-2 0-5 15,1 2-5-15,0-4-3 0,-4 1 0 16,0 0-2-16,-1-1-3 0,-3 2 1 0,-2-1-2 15,-1 0-1-15,0 0-1 0,-6 1-4 0,3 1-1 16,-4 1-3-16,-2 0-1 0,-1 1-1 0,-2 1 0 16,-3-1-1-16,1 4 1 0,-2-2-1 15,1 3 0-15,-1 0 0 0,2 0-1 0,0 2 2 16,0 2 0-16,1-2 2 0,1 3 1 16,-1 1 0-16,3 2 0 0,-2-1-1 0,0 1 0 15,0 3-1-15,0-1 0 0,-2 0-1 0,1 3-1 16,-4 0 0-16,-2 2-1 0,1 0-1 0,-1 2 0 15,-1-1-1-15,-1 4 2 0,0-1-2 16,2 0 2-16,-2 3 1 0,1 1 1 0,-1 0 0 16,0 0 1-16,0 3 2 0,-1 1 0 15,0 1-1-15,2-2 1 0,-4 4 0 0,1-2-1 16,-1 4-1-16,0 0-1 0,-1-1-3 0,0 3 0 16,1 2-1-16,1 0 0 0,0 1 1 15,1 4 2-15,2-1 3 0,-1 0 0 0,3 3-5 16,-1 3-2-16,1-1-3 0,0 3 3 0,2 0 1 15,-2 3 0-15,3 3 5 0,-2 0 2 16,0 1 2-16,4 3-3 0,-1-2-1 0,2 3-1 16,2 2 1-16,3 1 1 0,1 1-2 0,0 1 0 15,6 1 0-15,2 1-3 0,3-1 0 16,2 2 0-16,4-1 1 0,-1-2-1 0,7 2 0 16,0-3 2-16,5 1 0 0,1 0 1 0,2-1 1 15,1-1 1-15,1 3 1 0,1-1-1 16,1 2 0-16,1-1-2 0,1 1 0 0,0 2 0 15,2-2 0-15,0 0-1 0,1-2-1 16,0 1 1-16,2-4 1 0,2 1 0 0,1-4 3 16,0 2-1-16,0-4 2 0,2 0 0 0,0-3 0 15,0 1-1-15,4 0 0 0,-2-2 0 16,1 3-1-16,1-5 0 0,3 3 0 0,-2-3 1 16,3 1-1-16,0-3-1 0,2 3-1 15,2-4 0-15,1 2 0 0,-1-5 0 0,1 3-1 16,4 0 0-16,0-2 1 0,0-2-2 0,6-1 1 15,-2 1 1-15,1-2 0 0,3 0 2 0,1 0 2 16,1-3 1-16,0 0-1 0,-2 1 1 16,0-3 0-16,1 1-2 0,-1-1-1 0,0 1 0 15,-3-1 1-15,2-2 1 0,-1-1 0 16,-2 1 0-16,-2 0 1 0,0-2 0 0,-1 1 2 16,-2 1-1-16,-1-4 1 0,-1 0 0 0,-1-1 0 15,-1 0 0-15,2-3-1 0,-4 2 2 16,4-3 0-16,-3-1 1 0,2 0 2 0,0-1 1 15,1-3-2-15,2 1-1 0,-3-2-1 0,1 3-1 16,0-3-2-16,-1 0 0 0,1 0 0 16,-2-1 1-16,2 0 0 0,-1-1 1 0,1-2 2 15,2 0-1-15,-4 0 3 0,5-2 1 0,0-2 1 16,5-2 0-16,-4-1 0 0,4-3 0 16,-2-2 0-16,4-3-2 0,-1-1-1 0,4-3 0 15,1-3-2-15,-3 0-1 0,3-1-4 16,0-1-1-16,-1 1 0 0,-1-2 0 0,2 1-1 15,-1-2 0-15,-1 0 1 0,3 0 1 0,2-2-1 16,-5-3 1-16,5 2 0 0,-1-1 1 0,2-1 0 16,-1 0 0-16,-1-1 1 0,0-1-2 15,0 1 0-15,-1-1-1 0,2-2-1 0,-1 1 0 16,-3-2-1-16,3 1 0 0,-2-1 0 0,0 2 0 16,-1-2 1-16,-2 3 1 0,2-2 1 15,-1 0 1-15,-3-1 0 0,1 1 1 0,-2-1 1 16,-2-1 1-16,2-1 0 0,1-1 1 0,-3-1 1 15,0 1-1-15,0-2-1 0,1-4-1 16,-3 3-1-16,1-2-2 0,-2 1 0 0,-2-1 0 16,-1 3 0-16,-4 0 2 0,0 0 1 15,-2 4 1-15,-5-1 1 0,-1 2-1 0,0 0 0 16,-3 3-7-16,-2 1 0 0,-2-2 0 0,-2 3 0 16,-2-1 0-16,0 4 0 0,-3-1 0 15,1 1 0-15,-4-1 0 0,1 2 0 0,-3-2 0 16,0 0 0-16,-2 0 0 0,-1-1 0 0,-1-3 0 15,0-1 0-15,-2-2 0 0,0-2 0 16,0 1 0-16,-2-2 0 0,2-2 0 0,-1 1 0 16,-1 1 0-16,2 1 0 0,0 1 0 0,0 1 0 15,-2 0 0-15,3 3 0 0,-4 1 0 16,4 0 0-16,1 4 0 0,-5 0 0 0,4 3 0 16,-4 2 0-16,4 2 0 0,-3 0 0 15,0 1 0-15,1 3 0 0,0 0 0 0,-3 2 0 16,1 1 0-16,-3 1 0 0,2-1 0 0,0 4 0 15,-1-1 0-15,1 0 0 0,1 3 0 16,2 0 0-16,-1 1 0 0,1 1 0 0,-2-1 0 16,5 3 0-16,-1 0 0 0,1 1 0 0,-2 0 0 15,2 2 0-15,0-1 0 0,0 2 0 16,1-2 0-16,-1 4 0 0,0 0 0 0,-5 0 0 16,2 3 0-16,-2 1 0 0,-2 1 0 0,0 2-41 15,-4 0-125-15,2 3-83 0,1-1-162 0,-1 3-270 16,3 0-321-16,-4 3-394 0,1-3-271 15,0 2 96-15,0-2 752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35:11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3734 4534 137 0,'-1'-5'369'0,"-4"2"198"0,0-1 221 15,-2 1-50-15,-2 0-87 0,-2 0-61 0,0 3-57 16,-5-2-74-16,2 4-98 0,-5 1-89 16,0 2-61-16,0 2-25 0,0 1-17 0,-2 4-8 15,1 1 5-15,0 4-17 0,0 1-30 0,2 4-30 16,0 2-20-16,4 6-10 0,4 5-14 0,1 2 0 15,4 4 3-15,5 3 3 0,2 5-1 16,3 1-7-16,4 0-6 0,0-2-13 0,6-1-8 16,2-4-3-16,3-4 2 0,1-4 5 0,6-7 1 15,0-5 3-15,3-8 3 0,2-6-5 0,1-7-3 16,2-6-5-16,-2-6-1 0,3-5-2 0,-1-6-1 16,-2-6-2-16,-1-3 2 0,-4-3-2 15,-1-3-1-15,-5-1 2 0,-1 1 7 0,-7 2 14 16,-1-2 13-16,-5 5 12 0,-5-1 6 0,-3 4 1 15,-3-1-8-15,-5 2-12 0,-5 2-13 16,-3 0-13-16,-6 2-9 0,1 0-3 0,-6 4-3 16,1 2-1-16,-3 4 0 0,-1 4 0 0,-1 1 0 15,1 7-2-15,-2 2-2 0,5 3 0 16,-1 4-2-16,3 4 0 0,2 2 0 0,4 2 0 16,2 4 1-16,4 1-2 0,5 2-5 0,3 0-8 15,1 1-17-15,4 0-24 0,4-1-57 0,1-2-69 16,2-2-84-16,2-4-134 0,4-1-188 0,1-2-308 15,3-3-246-15,1-3-204 0,2-3 1 16,2-3 423-16,2-2 501 0</inkml:trace>
  <inkml:trace contextRef="#ctx0" brushRef="#br0" timeOffset="534.08">4896 4373 315 0,'-8'-10'636'0,"-4"1"331"0,-1 1 176 15,-1 1-276-15,-2 3-231 0,-3-1-120 0,0 4-81 0,-2 1-92 16,-1 3-91-16,-2 3-39 15,-2 4-36-15,-3 3-43 0,-1 5-43 0,-2 4-19 16,1 3-8-16,-1 6-17 0,2 1-4 0,2 5 1 16,1 3 6-16,3 3-1 0,2 4 0 15,5 2-3-15,1 5 3 0,3-2-6 0,5 4-8 16,1-1-7-16,3-1-7 0,4-5-5 0,4-2-4 16,3-4 1-16,1-5-1 0,5-5 1 15,3-2 2-15,1-7-3 0,2-5-3 0,3-2-2 16,3-8-2-16,1 0 0 0,2-6-3 0,2-6-2 15,2-2-8-15,1-4-18 0,2-3-46 16,0-3-68-16,-1-1-75 0,1-5-142 0,2-2-193 16,-1-1-310-16,-1 1-278 0,1-2-205 15,-3 1-41-15,0 2 439 0,-3-2 519 0</inkml:trace>
  <inkml:trace contextRef="#ctx0" brushRef="#br0" timeOffset="869.98">5563 4326 190 0,'0'-22'698'0,"-6"3"402"15,0 1 139-15,-2 4-72 0,-2 0-304 16,-2 2-255-16,1 2-154 0,-3 3-97 0,-1 3-70 16,-2 1-88-16,1 3-68 0,-3 3-38 15,-2 4-25-15,-1 3-18 0,-3 7-12 0,0 4-10 16,-2 4-6-16,3 6-1 0,-1 3-1 0,1 5 3 15,4 5 3-15,2 2 6 0,1 6 6 16,6 0 5-16,1 5 1 0,4 5-4 0,1-1-5 16,4 3-8-16,1-1-7 0,3-1-9 15,3-4-7-15,3-4-3 0,3-4-4 0,3-5 0 16,3-8 0-16,4-4-2 0,3-6 1 0,2-6-1 16,5-4-2-16,-1-7-6 0,4-2-9 15,0-7-13-15,0-2-21 0,0-3-54 0,1-4-74 16,0-1-104-16,0-4-170 0,1 1-295 0,-1 1-337 15,-1-4-292-15,3 2-154 0,-2-4 258 16,2-2 643-16</inkml:trace>
  <inkml:trace contextRef="#ctx0" brushRef="#br0" timeOffset="1642.02">6876 4479 247 0,'-10'6'507'0,"2"0"247"16,-1 0 182-16,4-3-207 0,2 1-187 0,1-1-111 15,1-1-58-15,1 0-54 0,3 2-58 16,2-2-40-16,4 2-34 0,2-2 53 0,5 1 16 15,3-2-14-15,3 0-8 0,5-2-20 0,1 0-21 16,2-3-60-16,0-1-34 0,2 3-19 16,1-2-20-16,2 0-14 0,-2 1-6 0,1-1-6 15,0-1-13-15,0 2-5 0,-1 0-6 16,2-1-2-16,-4 1-4 0,1-1 0 0,0 0-2 16,-4 2 0-16,1-2-1 0,-3 1 0 15,0 2-1-15,-5-2 2 0,-1 1-1 0,-3 0-2 16,-3 2 0-16,-1-3-10 0,-4 2-22 0,-2 1-56 15,-2-1-67-15,-4 0-100 0,-1-2-170 0,-3 3-275 16,-2-1-310-16,-3 0-263 0,-1-4-174 16,-4-1 209-16,0-1 582 0</inkml:trace>
  <inkml:trace contextRef="#ctx0" brushRef="#br0" timeOffset="2042.09">7388 4157 146 0,'6'2'368'0,"4"-2"201"0,-1 0 240 16,2 0-56-16,1 0-102 0,3-2-47 0,0 2-68 16,2 0-66-16,3 0-97 0,-2 0-28 15,6 0-23-15,-1 4-50 0,2-1-32 0,-1 1-32 16,3-1-18-16,-2 4-61 0,2-3-47 0,0 0-26 15,1 2-13-15,-1 0-9 0,-1 0-16 16,1 0-7-16,0 0-4 0,-2 1 8 0,0 2 5 16,0-1 2-16,-4 1 3 0,0 1 6 0,-3-2 3 15,-2 4 1-15,-4-1 2 0,-2 1 3 16,-3 0 1-16,-4 3-3 0,-3-1-1 0,-3 3-5 16,-4 1-8-16,-3 2-5 0,-3 2-3 0,-4 0-5 15,-1 1-4-15,-2 1-1 0,-1-2-4 0,-1 3 1 16,0-4-1-16,0 1-1 0,1-3-2 15,0 0 0-15,5-2-2 0,1-3-7 0,2-3-16 16,1-3-30-16,4 1-72 0,1-3-79 16,1-4-146-16,1-2-207 0,2 0-313 0,5-5-337 15,1 2-216-15,3-6-44 0,0 1 494 0,4-1 560 16</inkml:trace>
  <inkml:trace contextRef="#ctx0" brushRef="#br0" timeOffset="9056.08">9661 3394 228 0,'-22'8'408'0,"-1"4"139"0,-1 3 115 0,0 2-225 16,-3 6-101-16,2 4 5 0,0 4 24 15,1 9 23-15,0 6 14 0,4 5-25 0,1 8-51 16,1 4-59-16,3 8-52 0,2 1-45 15,3 6-54-15,1-1-37 0,4 3-38 0,5-5-18 16,2-3-8-16,4-4-6 0,5-3-1 0,4-6 0 16,3-5-3-16,3-4-14 0,6-6-50 15,0-3-100-15,5-7-147 0,1-3-238 0,3-6-278 16,0-4-252-16,2-5-112 0,0-6 230 16,-1-3 422-16</inkml:trace>
  <inkml:trace contextRef="#ctx0" brushRef="#br0" timeOffset="9816.08">12936 2976 93 0,'13'-3'273'0,"-1"1"118"15,1 2 113-15,4 3-139 0,1 0-89 0,4 3-5 16,0 3 63-16,3 3 55 0,-1 5 60 16,3 1 26-16,0 6 3 0,0 1-52 0,-2 7-74 15,0 4-47-15,-4 3-33 0,1 3-18 0,-2 3-18 16,-3 2-14-16,-5 1-24 0,-2 2-29 0,-4-1-39 15,0 1-44-15,-4 0-37 0,-4 1-19 16,-1-1-10-16,-2 2-4 0,-1-3-5 0,-4 2-3 16,-5 2-1-16,0-3-6 0,-4 2-15 15,-3 0-61-15,-2 1-63 0,-2-4-95 0,-5 1-165 16,-2-4-283-16,0 1-315 0,-5-7-239 0,2-4-162 16,-4-4 216-16,-2-8 564 0</inkml:trace>
  <inkml:trace contextRef="#ctx0" brushRef="#br0" timeOffset="10772.09">10111 3878 6 0,'1'-5'255'0,"1"0"168"0,-2 1 182 0,-2-1 94 16,2 3-86-16,-3-2-32 0,2 2-16 16,-1-1-37-16,-1 1-57 0,-2 0-82 0,3-1-73 15,-3 3-50-15,-2 0-51 0,2 0-19 0,-1 1-23 16,-1 3-20-16,1 4-34 0,-2 5-26 15,2 4-7-15,1 6-15 0,0 8-2 0,2 4 0 16,0 9 8-16,0 4-9 0,0 4-13 16,3 4-13-16,4-1-11 0,-1 2-9 0,4-4-12 15,4-5-5-15,3-3 1 0,2-8 2 0,6-5 5 16,0-6 1-16,2-10 3 0,3-5-1 0,0-10-2 16,1-6-2-16,1-8-3 0,-1-6-2 15,-3-5-1-15,2-5 1 0,-6-3-1 0,1-4-1 16,-2-1 0-16,-5-1 1 0,0 1 1 15,-6-1 4-15,-3 2 4 0,-3 2 1 0,-4 0 1 16,-4 2-1-16,-5-1-1 0,-2-1-5 0,-3 4-2 16,-3-2-4-16,-2 2-1 0,-3 2-1 15,-3 1-1-15,-2 5-1 0,1 2-1 0,-3 6 0 16,0 0-1-16,0 6-1 0,0 4-2 0,4 3-1 16,1 2 0-16,2 5-2 0,2 3 1 15,3 2 1-15,3 2 1 0,4 1-1 0,1 3 2 16,4-3 0-16,3 4-5 0,5-2-16 15,-1 0-45-15,5 0-64 0,2-1-66 0,0 0-112 16,5 0-156-16,1-3-206 0,0-1-268 0,5-1-219 16,1-1-166-16,1-1 162 0,3-4 450 0</inkml:trace>
  <inkml:trace contextRef="#ctx0" brushRef="#br0" timeOffset="11286.09">11061 3967 108 0,'-2'4'412'0,"-1"0"226"0,0-1 139 15,1 0-100-15,2-2-146 0,2 1-63 16,1-1-40-16,2-1-33 0,3-1-18 0,1-1-29 16,4-2-86-16,1 1-19 0,2-2-24 0,4-1-16 15,4 1-21-15,-1-3-21 0,3 0-15 0,1-1-60 16,2 1-40-16,1-2-25 0,0 0-11 15,0-1-7-15,0 2-3 0,-2 1 2 0,2-3-2 16,-3 3-51-16,-3 0-58 0,-4 1-129 16,-1 3-179-16,-3 1-301 0,-2 1-322 0,-3 4-245 15,-2-1-104-15,0 2 389 0,-3 2 539 0</inkml:trace>
  <inkml:trace contextRef="#ctx0" brushRef="#br0" timeOffset="11664.18">12331 4217 61 0,'-3'12'534'15,"1"-2"379"-15,0-6 170 0,2-4-23 0,4-4-331 16,0-7-284-16,4-4-150 0,1-6-62 16,6-1-14-16,2-7 2 0,5-2-7 0,1-3 6 15,3-3-16-15,4-4-19 0,-1 3-18 0,1-3-37 16,-2 4-33-16,-1 1-29 0,-2 7-15 0,-3 4-6 16,-6 2-9-16,0 8-2 0,-5 3 2 15,-1 5-3-15,-1 7-2 0,-4 4-1 0,-2 7-6 16,-3 6-4-16,-3 6-7 0,-2 5-5 15,-4 6-3-15,-2 2-2 0,-2 4-2 0,0 2-3 16,2 2-9-16,-4-1-30 0,3-1-83 0,-3-3-118 16,2-3-195-16,3-3-296 0,-4-6-348 15,3-4-373-15,-3-7-131 0,3-4 382 0,-5-5 675 16</inkml:trace>
  <inkml:trace contextRef="#ctx0" brushRef="#br0" timeOffset="12330.12">9986 2732 57 0,'5'-13'278'0,"-4"1"157"0,2 1 173 0,0 1 18 16,-1 3-21-16,-1-1 9 0,1 4-16 16,-2 0-45-16,0 0-74 0,0 2-110 0,0 2-103 15,0 0-77-15,0 2-44 0,0 3-4 0,0 2 4 16,0 5-1-16,0 1 10 0,0 4-7 0,0 4-12 15,-2 0-29-15,2 5-25 0,-1 0-17 16,-1 0-24-16,2 1-16 0,-3 1-9 0,0-3-8 16,3 0-2-16,-1-2-3 0,1-1 0 0,0-3-1 15,0 0-1-15,0-2-5 0,-2-6-38 16,2 1-56-16,0-3-55 0,-3-3-112 0,1-3-163 16,-1-1-260-16,-2-4-273 0,0-2-226 15,1-2-159-15,-4-3 244 0,2-2 505 0</inkml:trace>
  <inkml:trace contextRef="#ctx0" brushRef="#br0" timeOffset="12562.82">9731 2948 86 0,'5'15'305'0,"1"-1"171"0,2 4 186 15,0 0-20-15,2 3-57 0,-1-1-31 0,5 2-35 16,1-2-32-16,0-1-60 0,3-2-95 0,-1-3-99 15,3 0-68-15,1-5-41 0,1-2-46 0,2-5-33 16,1-3-18-16,2-5-9 0,-3-3-11 16,3-7-7-16,-2 0-2 0,0-3 0 0,-3-3-7 15,-2 0-38-15,-3-3-82 0,-6 2-127 0,-1-4-151 16,-4 4-299-16,-3 0-271 0,-5 0-173 16,-4 2 82-16,-2-3 370 0</inkml:trace>
  <inkml:trace contextRef="#ctx0" brushRef="#br0" timeOffset="13744.1">9040 1962 78 0,'0'4'325'0,"-3"-1"180"0,3-1 149 15,-1 1-27-15,1-2-118 0,1-1-50 0,-1 0-28 16,0 0-22-16,3-4-22 0,-3 2-53 0,0-4-63 15,0 0-58-15,0-5-48 0,2 1-39 16,-1-3-30-16,-1-3-32 0,2-2-26 0,-1-1-16 16,1-2-9-16,0-3-4 0,-1 1-3 0,-1-1 9 15,0 3 4-15,0-4 8 0,0 3 18 16,0 2 30-16,2 4 50 0,-2 0 39 0,1 6 20 16,-1 1 3-16,2 2-16 0,-2 2-24 0,0 1-42 15,0 2-39-15,0 1-26 0,0 1-17 0,0 3-12 16,0 1-6-16,0 5-2 0,2 3-2 15,-1 3 1-15,1 2 1 0,3 1 1 0,-2 1-1 16,4-1 0-16,-2 2 0 0,0-4-2 0,3 1-6 16,-3-3 2-16,4 0 4 0,-2-3-1 0,1-2 2 15,-2-1-4-15,5-6 8 0,-3 1-4 0,0-6-3 16,1-1 0-16,1-6-1 0,-1-3 5 16,2-2 7-16,-3-3 4 0,2-1 1 0,-2-2-1 15,-1 1-1-15,1-1 1 0,-3 4-7 0,0 0-1 16,-2 2-2-16,0 1 3 0,-3 4 0 0,0 1 0 15,0 1 0-15,0 2 2 0,0 2 1 16,0 1 0-16,0 0 1 0,0 3-2 0,-1 0-3 16,-1 0-1-16,1 3-3 0,-1 2-2 0,0-1-1 15,1 0-7-15,1 2 4 0,-2 1-6 0,2 1-4 16,2-2 0-16,-2 0 6 0,1 0 10 0,1-3-2 16,1 2 6-16,0-4 3 0,3-1-3 15,1-3-10-15,1-1-8 0,1-6-6 0,2 0-8 16,0-5-9-16,2 1-1 0,-2-4-2 0,0 0 3 15,3 4-1-15,-4-1 7 0,-2 1 6 0,1 5 5 16,-3 2 1-16,-1 1 3 0,0 2 3 0,0 4 2 16,-2 2 4-16,0 2-3 0,2 4 8 0,-4 1-1 15,2 2 6-15,-1 4-3 0,1 0 3 16,-3 1 6-16,3 2-3 0,-1 2 2 0,0-1-1 16,1 0 0-16,-1 1-2 0,1-2-5 0,1-3 1 15,-1 0-15-15,0-4-47 0,1-2-55 0,-1-2-69 16,0-3-137-16,0-3-181 0,1-2-302 0,0-6-251 15,1 1-218-15,-2-5-50 0,0-1 410 16,-3-2 476-16</inkml:trace>
  <inkml:trace contextRef="#ctx0" brushRef="#br0" timeOffset="13920.09">9366 1283 365 0,'-8'-13'715'0,"2"0"321"0,-2 5 98 0,3 1-333 16,0 1-232-16,2 3-151 0,0 0-141 0,3 0-107 15,-2 1-75-15,2 2-46 0,0 0-26 0,2 2-13 16,1 1 6-16,2 1 6 0,0 1 2 0,2 2-6 16,1 0-44-16,0 1-109 0,0 1-133 0,2 0-165 15,-1 0-298-15,1 2-270 0,-1 3-159 16,2-3 125-16,-3 3 370 0</inkml:trace>
  <inkml:trace contextRef="#ctx0" brushRef="#br0" timeOffset="14230.16">9625 1648 93 0,'11'12'293'0,"-3"-3"153"16,0-4 155-16,3-2-77 0,-3-5-37 0,3-2 2 15,-2-3-10-15,1-3-7 0,1-3-27 0,0-4-67 16,-1-2-73-16,-1-4-67 0,2 1-39 0,-3 0-35 16,0-2 8-16,-1 2 24 0,0 1 15 15,-4 3 6-15,1 1-11 0,-4 1-19 0,-2 3-39 16,-3 1-48-16,-1 3-31 0,-2 3-23 0,0 1-14 15,0 5-12-15,-3 2-9 0,2 3-5 0,-1 2-5 16,1 3-4-16,1 4-1 0,3 2 0 0,0 1 0 16,0 6 1-16,2-3 0 0,-1 4 3 0,4 2-1 15,0-1 0-15,0 2 1 0,4 1 0 0,-2-3 0 16,1 0-2-16,2-2 1 0,1-2-3 0,2-3-18 16,1-3-42-16,0-3-54 0,2-3-51 0,0-5-75 15,1-2-141-15,-2-4-165 0,4-2-262 16,-1-2-222-16,2-2-216 0,-2-1-7 0,4-3 391 15,-2 0 450-15</inkml:trace>
  <inkml:trace contextRef="#ctx0" brushRef="#br0" timeOffset="15122.02">10269 1532 85 0,'0'4'362'0,"0"-1"207"0,0 0 170 16,0 0-50-16,0-2-144 0,3 1-101 15,-3-2-48-15,1-2-20 0,1-2-27 0,1-2-47 16,0-5-61-16,1-2-58 0,0-4-48 0,3-4-33 16,0-4-26-16,1-4-22 0,0-1-12 0,0-3-2 15,2-1 7-15,-2-1 6 0,-2 4 30 0,0 1 43 16,-1 4 49-16,1 3 14 0,-3 6 0 0,-1 2-14 16,-2 5-31-16,0-1-36 0,0 5-42 0,-2 1-25 15,-1 2-17-15,0 5-11 0,0 2-8 0,-2 6-6 16,1 4-2-16,0 6 2 0,1 2 1 0,0 3-1 15,1 5 8-15,2-1 4 0,0 0 0 16,2 2 0-16,1-1-2 0,0-3-1 0,1 0-6 16,0-2-5-16,4-4 1 0,-2-2 1 0,1-4 3 15,-1-4 3-15,5-1 5 0,-3-6 5 0,3-4 2 16,2-4 2-16,-2-8-1 0,3-3-2 0,2-7-5 16,-2-4-1-16,2-3-3 0,-2-2-3 0,2 0-1 15,-3 0 1-15,-1 2 0 0,-4 1 0 0,-3 4 1 16,0 2 2-16,-2 2 2 0,0 5 3 0,-3 2 1 15,0 2-1-15,0 4-1 0,-3 5-3 0,0 2-3 16,-2 2-2-16,0 5-4 0,0 4 0 0,-1 2 0 16,0 4 1-16,1 2 0 0,0 1-1 15,2 2 0-15,0 0 0 0,1 0 0 0,2 0 0 16,0-1-2-16,2-2 0 0,1-3 0 0,0-1 0 16,2-5 3-16,2-2 3 0,3-4 4 0,-2-2 3 0,5-7 2 15,0-4 0-15,1-4 0 0,2-5-1 0,0-5-2 16,1-1-9-16,-1-4-4 0,3 3-3 0,-4 0-2 15,0 3-2-15,-2 0 1 0,-3 5 4 16,0 1 4-16,-2 4 1 0,-2 1 1 0,0 3-2 16,-4 3 0-16,1 3-1 0,-1 0-1 0,-2 4 1 15,0 0 0-15,-2 6 0 0,1 1 2 0,-1 5-1 16,-3 0 2-16,2 3 6 0,-3 2 4 0,3 1 0 16,0 1-1-16,1 1 0 0,0 0-1 0,2 0-8 15,0-1-11-15,2 0-18 0,0-2-54 0,1-2-66 16,0-5-80-16,3-2-134 0,2 0-169 0,0-8-256 15,3 1-260-15,2-7-205 0,1-1-65 0,2-3 314 16,0-4 458-16</inkml:trace>
  <inkml:trace contextRef="#ctx0" brushRef="#br0" timeOffset="15436.08">10998 1228 128 0,'5'-15'349'0,"-1"0"224"0,-2 3 218 16,2 2 55-16,-4 1-49 0,-1 1-54 0,-2 2-59 15,1 3-78-15,-1 3-120 0,0 0-139 0,-4 5-86 16,1 1-69-16,-2 3-56 0,-3 3-48 0,3 2-25 15,-3 3-9-15,0 3-4 0,2 2 4 0,1 4 1 0,-2 1-5 16,4 0-5-16,1 1-8 0,0-1-8 16,4-3-13-16,1-2-7 0,3-6-2 0,2-4 1 15,4-3 2-15,2-5 3 0,2-7 2 0,4-6 0 16,-1-4-2-16,3-7-8 0,0-2-5 0,3-5-5 16,-3 1-2-16,0-3-3 0,-3 6 0 0,-2-1 6 15,-1 4 7-15,-4 5 4 0,-2 2 4 0,-2 4 3 16,-1 1-2-16,-2 5-3 0,-2 2-3 0,-2 3-5 15,-2 5-3-15,0 5-3 0,0 1 1 0,0 2 0 16,1 3 6-16,2-1 3 0,-1 4 1 16,4-3-6-16,2 1-14 0,1 1-22 0,3-2-60 0,3-2-69 15,0 1-73-15,3-3-107 0,2 2-150 16,3-2-184-16,2-5-245 0,4 4-210 0,2-3-153 16,3 1 137-16,7-2 426 0</inkml:trace>
  <inkml:trace contextRef="#ctx0" brushRef="#br0" timeOffset="16231.95">12923 1771 121 0,'-3'-18'307'16,"0"0"146"-16,0 3 141 0,0 2-77 0,-2 2-27 16,3 4 22-16,-2 2 19 0,-1 1-9 15,0 2-46-15,-1 2-97 0,3 4-89 0,-2 0-79 16,0 5-46-16,2 3-28 0,-2 2 11 0,-1 6 21 15,3 3 20-15,-2 1 0 0,2 2-1 16,1 2-23-16,-1 0-28 0,0 2-35 0,1 2-29 16,-1-2-22-16,2 0-16 0,-3-1-11 0,2 0-10 15,0-2-9-15,0-2-6 0,2-2-3 0,-1 0 3 16,-1-4-1-16,2-3-1 0,0 0-1 16,-1-4-4-16,-1-2-26 0,2-3-56 0,0 1-51 15,-2-5-75-15,2 0-137 0,-3-3-172 0,0-3-248 16,0-1-241-16,-1-3-221 0,1 0-53 0,-3-3 353 15,-2-1 452-15</inkml:trace>
  <inkml:trace contextRef="#ctx0" brushRef="#br0" timeOffset="16464.31">12596 2053 109 0,'5'10'306'0,"0"-2"131"0,2 4 144 16,1 0-77-16,2 1-5 0,2 3 28 0,0-1 39 15,0-1-4-15,1 4-56 0,0-1-107 0,1 2-111 16,-2 0-91-16,1-1-78 0,1-2-48 0,-1-1-30 16,3 0-17-16,-2-3-8 0,3-1-7 15,-1-3-6-15,0-2-2 0,2-4-1 0,0-4-2 16,3-4-1-16,-2-2-4 0,1-6-14 0,-1-3-58 16,-1-2-115-16,1-3-140 0,-2-2-238 15,-1-4-284-15,-2 2-238 0,-1-3-61 0,-4-3 282 16,-1 1 393-16</inkml:trace>
  <inkml:trace contextRef="#ctx0" brushRef="#br0" timeOffset="19626.34">12424 844 178 0,'0'0'332'0,"-2"-2"126"15,2 2 34-15,-1-3-180 0,1 3-107 0,1 0-38 16,-1 0-3-16,4-1 1 0,2 1 43 0,-2-1 26 15,4 1 83-15,0 0 22 0,5 0 13 0,-2-1 0 16,5 1-52-16,-2 0-40 0,3-3-64 0,-1 2-28 16,1 0-45-16,-2-1-29 0,0 0-16 0,-2 2-10 15,-3 0-16-15,2 0-13 0,-5 0 1 0,-1 2 10 16,-1-2 18-16,-1 3 11 0,0 2-2 0,-6 2-1 16,-2 1-9-16,-3 1-13 0,-1 3-14 0,-3 0-12 15,-3 3-9-15,-2-2-9 0,-3 2-4 0,0 2-1 16,0-2-6-16,-1 1-2 0,-2 2 5 0,2-4 2 15,-2 4-1-15,2 0-6 0,2 0 5 16,1 0-1-16,1-2-2 0,4-1-4 0,2-1 0 16,2-2 0-16,3-3-5 0,2 2 6 0,3-4 1 15,0-1-2-15,3 0 6 0,0-2 1 0,2 1 5 16,3-2 0-16,0-2 0 0,3 1-1 0,2-2 2 16,-1-2 3-16,3 1-4 0,0-2-4 0,1-4-2 15,3 3-1-15,-3-1 0 0,3-3-20 0,0-1-21 16,0 1-23-16,1 0-63 0,-2-1-108 0,-1-1-148 15,-1 1-167-15,0-1-276 0,-2 1-255 0,2 0-105 16,-5-2 204-16,3-1 395 0</inkml:trace>
  <inkml:trace contextRef="#ctx0" brushRef="#br0" timeOffset="19972">12846 782 108 0,'-2'0'377'0,"-4"4"202"16,0 2 184-16,-4 3-69 0,2 1-130 0,0 4-56 15,-1 0-51-15,-2 5-33 0,3-3-57 16,0 4-66-16,-3-1-62 0,5 1-69 0,-1 0-53 16,1 2-39-16,0-1-25 0,3-3-35 0,1-2-9 15,2-1-4-15,3-3-5 0,-1 0 1 0,5-7-1 16,-2-1 17-16,3 0-9 0,2-6-3 0,2-3 0 16,0-1-1-16,1-7-4 0,2-1-2 0,1-1-1 15,-2-3 0-15,0 0-3 0,0 0 2 0,-2 0 2 16,0 2 0-16,-4 1 1 0,0 2-1 0,-5 0 3 15,2 4 0-15,-4 0 2 0,-1 3-3 0,-1 2 2 16,-1 1-1-16,-2 0 1 0,1 2-4 0,-4 1 2 16,2 1 1-16,0 4 1 0,-1-1 1 0,0 3 1 15,1 2 0-15,0 2-3 0,1 0 1 16,0-1 0-16,0 5-1 0,-1 0 0 0,2 0-7 16,1 1-14-16,2-2-61 0,-1 1-91 0,-1-2-120 15,2-2-139-15,3-4-175 0,1-3-283 0,0 2-162 16,2-2 38-16,1-6 264 0,1-1 310 0</inkml:trace>
  <inkml:trace contextRef="#ctx0" brushRef="#br0" timeOffset="20148.08">13047 886 173 0,'1'6'374'0,"2"4"173"0,-3 1 131 0,2 3-86 16,-2 4-87-16,0 3-31 0,0 2-27 0,-2 3-13 15,-1 1-37-15,2 2-107 0,-4 2-87 0,0-1-56 16,2 3-39-16,-2 0-47 0,1 1-28 15,-1-2-15-15,2 0-11 0,-1-4-20 0,0-2-56 16,4-5-102-16,-2 0-129 0,2-6-186 0,2-2-285 16,-2-4-237-16,0-2-81 0,0-5 208 0,0-3 351 15</inkml:trace>
  <inkml:trace contextRef="#ctx0" brushRef="#br0" timeOffset="20346.16">13023 723 323 0,'-2'-12'580'0,"-1"1"221"0,0 3 102 0,-1 4-301 15,2-1-223-15,0 4-118 0,2 1-71 0,0 5-53 16,0 0-50-16,2 3-27 0,-2 5-15 16,4 0-25-16,1 3-31 0,-2 3-69 0,2-2-101 15,0-1-127-15,1-2-268 0,-1 3-214 0,3-4-102 16,-2-1 102-16,2 2 263 0</inkml:trace>
  <inkml:trace contextRef="#ctx0" brushRef="#br0" timeOffset="20966.59">13205 829 178 0,'-3'-3'410'0,"-5"0"209"0,3 0 186 15,2 3-129-15,0-1-91 0,1 1-59 0,1 1-56 16,-3-1-64-16,3 0-79 0,-1 0-91 0,0 0-79 15,1 1-61-15,-1 1-38 0,1 2-24 0,1 1-14 16,0 2-4-16,0 0-5 0,1 5-2 0,2-1-3 16,-1 0-1-16,3 3-2 0,0-1-3 0,0 1 1 15,1 1 2-15,3 1 1 0,-2-1-4 0,1 0 3 16,2-1 1-16,-2 3 1 0,0-3-3 0,0 0 0 16,0-1 3-16,0 2-4 0,-2-4 0 15,-1 1 1-15,0-1 0 0,1 0-1 0,-4 0-1 16,-1 0 2-16,-1-1 2 0,-3 2-5 0,-3 0 1 15,1 3 2-15,-3-2-1 0,-3 2 1 0,0 2-1 16,-2-2-1-16,1 1-3 0,-1-1 1 0,4-2-3 16,-4 0-2-16,5-1-2 0,0-5 3 0,2-1 5 15,0-1-4-15,3-4-3 0,3-2-2 0,1-4-12 16,2-3-28-16,3-4-33 0,1-7-35 0,2 0-44 16,1-6-42-16,2-3-51 0,1-2-25 0,1 1 4 15,2-5 24-15,0 3 43 0,-2-3 65 0,3 3 78 16,0 0 51-16,-4-1 27 0,2 2 17 0,0 0 15 15,0 0 11-15,0 0 21 0,-2 3 40 16,1-1 77-16,-2 2 56 0,0-1 30 0,-1 0-5 16,0 0-10-16,-2-2-33 0,1-3-73 15,-2-1-34-15,0-2-34 0,-1-4-26 0,0 0-23 16,1 2-1-16,-1-1 40 0,-2 7 48 16,-1 2 34-16,2 6 16 0,-4 8 4 15,-4 5-18-15,-2 6-31 0,-1 7-51 0,-3 7-34 16,-2 6-25-16,0 11-10 0,0 2-6 0,-1 6-6 15,2 2-2-15,-1 4 6 0,4 2 7 16,1 4 3-16,0 2 4 0,-1 1 3 0,4-1-5 16,2-2-9-16,0 1-9 0,0-4-2 0,2-6-5 15,4-1-3-15,0-6 5 0,2-4 9 0,1-2 2 16,0-5-35-16,0-4-54 0,1-4-51 0,1-3-62 16,-2-4-133-16,-2-5-159 0,-1-1-153 0,-1-6-207 15,2 1-234-15,-3-6-149 0,-3 0 186 0,1-5 369 16,-4 0 351-16</inkml:trace>
  <inkml:trace contextRef="#ctx0" brushRef="#br0" timeOffset="21164.14">13376 644 108 0,'-5'-6'367'0,"0"1"188"0,0 0 142 16,4 2-118-16,-1 2-206 0,0-2-132 15,2 1-87-15,2 0-48 0,1 2-35 0,2-3-26 16,3 1-21-16,3-2-10 0,0 2-9 0,2 2-1 15,4-2-8-15,2 4 1 0,0-2-1 16,2 7-3-16,-2 1 4 0,3 1-32 0,-2 3-59 16,1 3-58-16,-2 1-138 0,-2 3-239 15,-1 3-129-15,0 2 6 0,-3-1 142 0,-1-1 175 16</inkml:trace>
  <inkml:trace contextRef="#ctx0" brushRef="#br0" timeOffset="21393.71">13733 889 27 0,'8'11'212'15,"-2"-5"114"-15,2 0 121 0,-2-5-85 0,1-1-81 16,-1-2-34-16,1-5-29 0,2-3-19 0,0-2 1 15,1-3 24-15,2-3 62 0,1-4 33 0,1 0 57 16,-3-1 43-16,-1-2 2 0,-1 4-21 16,-4 0 1-16,-2 2-10 0,-1 4-50 15,-4 3-62-15,-3 3-50 0,-1 2-46 0,-3 5-64 16,-2 3-52-16,-2 7-32 0,0 2-15 0,-1 6-12 16,0 5-1-16,1 4 0 0,2 4-1 0,0 0 1 15,5 1 2-15,-1 0 0 0,3 2-1 16,4-3-4-16,3-1-2 0,1-1-1 0,1 1-5 15,3-5-9-15,2-1-58 0,1 1-53 0,0-2-80 16,3-2-148-16,-3 0-232 0,0-1-313 0,2 1-242 16,-4-1-212-16,0-2 62 0,-5-1 501 0</inkml:trace>
  <inkml:trace contextRef="#ctx0" brushRef="#br0" timeOffset="38938.79">14193 3427 16 0,'-3'2'217'16,"0"1"112"-16,-1 0 95 0,4 0-70 0,-4-2-128 16,2 2-78-16,2-3-43 0,0 1-14 15,0 1-3-15,0-1-5 0,2-1 1 0,-2 2 4 16,4 0 13-16,0-2 6 0,-3 0 14 0,4 0 21 15,-2-2 8-15,2 0 5 0,-2 1 7 16,2-2 11-16,1-1 15 0,-1 1 18 0,-2-2 18 16,2 2 12-16,-2-3 0 0,0 3-1 0,-1-1-9 15,-2-1-31-15,0 0-25 0,-2 2-25 16,1-2-28-16,-3 3-28 0,1-1-23 0,0 0-20 16,0 0-19-16,0 3-11 0,-2-1-5 15,0 1-4-15,1 0-7 0,-1 1 0 0,0 2 2 16,2 0 0-16,0 2-3 0,-1 2-1 0,0 1 1 15,1 1 1-15,1 0-1 0,1 1-4 16,-1 1 4-16,2-1-2 0,0 1 4 0,2 0-1 16,-1-1 2-16,1-3 2 0,1 1 1 15,1-4 2-15,1-1-1 0,0 0-1 0,1-4 3 16,1-1 5-16,-1-2 7 0,3-4 8 0,-1-1 27 16,-1 0 42-16,-1-2 40 0,2 2 24 15,-2-1 12-15,-3 1-1 0,-1 0-18 0,0 2-29 16,-4-1-33-16,2 2-24 0,-3 2-20 0,-2 0-12 15,2 1-13-15,-2 3-8 0,-1 0-7 16,1 3-4-16,0-1-3 0,-1 3-5 0,1-1-2 16,2 4-2-16,-3 0-18 0,4-1-61 15,-1 2-63-15,0-2-121 0,1 2-175 0,2-2-309 16,0 2-324-16,2-1-242 0,-2 0-127 16,3 1 362-16,0-2 569 0</inkml:trace>
  <inkml:trace contextRef="#ctx0" brushRef="#br0" timeOffset="41612.01">16008 1891 219 0,'0'-8'335'0,"3"2"120"0,-3-1-20 0,2 1-91 16,-1 2-24-16,-1 1 16 0,2-2 36 15,-2 2 28-15,2 2 30 0,-1-1-5 0,-1 1-38 16,2 0-43-16,-2-1-55 0,-2 2-46 0,2-2-60 16,0 2-43-16,-1 0-30 0,-1 0-5 15,2 0 17-15,0 2 3 0,0 0-5 0,-2 2-2 16,2 1 5-16,-1 3-17 0,-1 1-16 0,1 3-6 16,-3 2-7-16,3 1-11 0,-2 4-11 0,-2 1-4 15,2 1-15-15,-2 6-10 0,0-2-3 0,1 4-4 16,-1-1-6-16,2-1-6 0,-5 2-5 0,5-1-3 15,-2 2 1-15,2-5 0 0,1 0-1 0,-1-3 4 16,3 0 1-16,-2-3 1 0,2-3-1 16,0-2 0-16,0-2-3 0,2-4 0 0,0 2 0 15,-1-6 1-15,2 1-1 0,2-2 3 0,-2-3 3 16,5-2-1-16,-2-2 0 0,2-2 1 0,2-4-1 16,1-3-3-16,0-2 1 0,5-3-1 15,-2-1 1-15,-1-4-1 0,4 0 2 0,-2-2 2 16,0 0-1-16,0-1-2 0,0 0-7 0,-2 1-5 15,3-2-2-15,-3 0-4 0,2 1-3 0,0 3 7 16,-3-1 6-16,-1 3 2 0,2-2 8 0,-1 2 6 16,0 1 3-16,-2 1-6 0,-2 1 2 15,-1 3 4-15,-1 2-7 0,-1 1 2 0,1 3 4 16,-3 0 8-16,-1 3 3 0,-1 0-4 0,3 2-1 16,-4 3-6-16,0 0-8 0,-4 1-6 0,3 1-6 15,-4 2 4-15,-1 3 2 0,-2 3 0 16,0 2 0-16,-2 3 1 0,0 1 0 0,-2 3 0 15,-2 5-2-15,3 2 1 0,-3 2 0 0,-2 4 6 16,2 0 2-16,-2 2 2 0,3 0 1 0,1 0-1 16,2-1-2-16,1-1-7 0,3-5-1 15,2-1-3-15,1-2 0 0,3-4-1 0,2-3 1 16,1 0 1-16,1-4-1 0,1-3-1 0,2-2-3 16,1-3-7-16,0 0-23 0,2-4-48 0,-2-4-61 15,2-2-56-15,1-1-82 0,-2 0-125 16,1-4-135-16,-1 1-127 0,-1-2-225 0,0-2-217 15,0 0-73-15,1 0 217 0,0-3 374 0</inkml:trace>
  <inkml:trace contextRef="#ctx0" brushRef="#br0" timeOffset="42040.12">16384 1952 38 0,'4'-2'275'0,"1"0"154"0,-4 0 133 16,1 2-43-16,-1 0-85 0,4 0-29 0,-4 4 18 15,1 0 27-15,-1 2 23 0,1 3-8 16,0 2-78-16,-1 1-85 0,2 3-65 0,-1 1-57 16,1 5-46-16,-1-4-39 0,0 2-23 0,-1 1-18 15,2-1-14-15,-1 0-14 0,2-4-12 0,-2 2-6 16,1-4-6-16,-1 0 1 0,1-2-4 16,0-4 6-16,-3 0-1 0,3-1 13 0,-1-1 40 15,0-2 48-15,-1-2 38 0,1-1 12 0,-1-1 5 16,4-4-14-16,-4-1-33 0,2-1-41 15,2-3-29-15,-1-1-17 0,-1-3-12 0,0-1-4 16,0-1-6-16,2-3 1 0,-1-3-3 0,1 0 1 16,0-2-1-16,0-2-2 0,-2-1 1 0,3 2-2 15,-2-1-2-15,2 4 7 0,-3 3 8 0,0 0 8 16,0 4 1-16,-1 3 2 0,-1 3-2 0,1 2-5 16,-2 1-8-16,2 1-6 0,-1 1-4 15,-1 1-2-15,0 2-1 0,2-1-1 0,0 2 3 16,-1 2 0-16,2-1 0 0,0 0 2 0,0 3-1 15,2-2 0-15,1 3-2 0,-1-1-19 16,0 1-51-16,3 1-53 0,-4-1-55 0,1 1-96 16,2 0-147-16,-1 0-160 0,2 1-235 0,-2 0-228 15,1 1-192-15,-1 1 59 0,0-2 380 0,0 2 404 16</inkml:trace>
  <inkml:trace contextRef="#ctx0" brushRef="#br0" timeOffset="42318.04">16666 2010 203 0,'-2'9'430'15,"-1"1"204"-15,2 0 156 0,1 4-104 0,0 0-90 16,0 1-74-16,1-1-69 0,4 2-67 0,-2-1-93 16,2 0-88-16,3-2-80 0,0-1-58 15,0-2-16-15,2 0-10 0,3-3-4 0,2-5 4 16,0-2 4-16,4 0 7 0,-3-7-8 0,4 0 1 16,0-4 6-16,0 1 13 0,-1-3 30 0,-3-1 42 15,1-1 35-15,-2 0 18 0,-3 0 0 16,-4 0-16-16,-3 2-28 0,-2 1-38 0,-5-2-36 15,-1 0-25-15,-2 3-16 0,-5-1-12 0,-2 0-9 16,0 1-5-16,-6 2-3 0,1 1-6 16,-4 2-4-16,-1 4-5 0,2 0-5 0,-1 4-38 15,-1 2-57-15,3 2-49 0,3 3-88 0,-1 0-137 16,4 2-182-16,4 2-270 0,-2 2-229 0,6 0-205 16,0 2 44-16,4-2 398 0,2 1 435 15</inkml:trace>
  <inkml:trace contextRef="#ctx0" brushRef="#br0" timeOffset="42904.21">17366 1488 173 0,'-3'0'270'0,"3"0"73"0,-2 0-44 15,2 0-63-15,-1 0-42 0,1 0-9 0,0 0 7 16,0 0 18-16,0 0 29 0,0 0 25 0,0 1 24 15,0-1 28-15,0 0 5 0,0 2-9 16,0-1-31-16,0 1-21 0,0-1-12 0,1 4-21 16,-1-1-25-16,0 3-26 0,2 1-10 0,-2 1-24 15,2 3-25-15,-1 3-11 0,1 1-4 0,-1 7 12 16,-1-3 18-16,2 5 4 0,0 2-4 0,-2 2-18 16,1 2-22-16,-1 2-22 0,-1 2-28 0,-1-1-16 15,2 2-13-15,-2 0-8 0,1 0-2 0,1-1-1 16,-2 1-3-16,2-5-4 0,0 0 0 15,0-5-5-15,2-2-43 0,-2-5-45 0,1-5-38 16,-1-2-61-16,0-5-119 0,0-2-141 0,-1-5-123 16,1-1-224-16,-2-4-239 0,-1-2-114 15,1-4 179-15,-2 1 356 0</inkml:trace>
  <inkml:trace contextRef="#ctx0" brushRef="#br0" timeOffset="43106.17">17205 1806 106 0,'1'0'338'0,"3"0"155"16,1 0 120-16,-2 0-96 0,3-2-106 0,2 2-89 15,1 0-12-15,3 0 42 0,2-2 9 0,-2 2-56 16,6 0-68-16,-4-1-34 0,6 0-53 0,-2-1-67 16,4 0-36-16,0 0-20 0,-1-1-8 15,3 0-12-15,-1 0-55 0,-1 0-128 0,-1-1-128 16,1 3-295-16,0 0-238 0,-3-1-177 0,-1 4 44 15,-4-1 326-15</inkml:trace>
  <inkml:trace contextRef="#ctx0" brushRef="#br0" timeOffset="43864.03">17572 2110 186 0,'1'-4'338'0,"1"0"108"0,1-2 15 16,0 1-137-16,2-4-95 0,0-2-46 0,3 1-25 16,1-5 40-16,2 0 17 0,2-2 23 0,1 1 25 15,1-4 27-15,0 2 42 0,1-1-2 0,0 1-8 16,-2 2-27-16,-1 0-46 0,-4 2-43 0,1 4-49 16,-3 1-35-16,-2 2-33 0,-2 2-20 15,-1 3-14-15,1 0-8 0,-1 4-2 0,-2 2 0 16,-2 3 9-16,2 4 2 0,-3 2 16 0,1 2 10 15,-1 0 1-15,0 3 0 0,1 0-15 0,1 0-7 16,-1 1-21-16,1-2-13 0,1 1-12 16,1-3-11-16,-1-1-3 0,3 1-5 0,-1-5 1 15,3-1 3-15,0-1 4 0,1-4 6 0,5-4 1 16,0-1 1-16,0-5 1 0,7-5-6 0,-4-2-2 16,5-4-5-16,0-1 0 0,-2-1 0 15,4-2-1-15,-7-1 3 0,3 3 1 0,-4 1-1 16,-1 2 1-16,-2 1 2 0,-2 4 3 0,-3 2 17 15,1 2 16-15,-3 2 16 0,-1 1 4 0,-1 2-2 16,-1 2-3-16,-3 3-15 0,1 2-16 16,-1 2-13-16,-3 3-3 0,3 3-2 0,-2 0 0 15,2 1-7-15,0 1-4 0,1-1 1 0,1 3-4 16,1-4-1-16,0 3-2 0,1-3 5 0,3 1-1 16,0-4-1-16,1 1-13 0,3 0-52 15,0-4-45-15,1-1-45 0,1-2-91 0,4-2-138 16,-3-2-139-16,3-2-114 0,1-1-244 0,0 1-225 15,-2-2-26-15,3 0 252 0,-4 0 349 0</inkml:trace>
  <inkml:trace contextRef="#ctx0" brushRef="#br0" timeOffset="44192.18">18231 2023 42 0,'2'4'254'16,"-1"2"132"-16,-1 0 126 0,2 1-84 0,0 0-119 15,-1 1-73-15,1 0-18 0,1 1-12 16,1-1-20-16,0 1-20 0,0-2-28 0,3 1-28 15,-1-2-41-15,2-1 7 0,1-1 9 0,1-1 2 16,0-3 34-16,2-1 40 0,1-2 40 0,-1-2 7 16,1-4-1-16,3-1 14 0,-5-1-9 15,0 0-13-15,1-2-20 0,-3 1-19 0,-1-2-10 16,-4 2-14-16,2-1 5 0,-4 2 10 0,-2 0 3 16,-2-3-8-16,-4 2-10 0,0 0-18 15,-4 0-28-15,-2 0-30 0,1 1-24 0,-2 1-13 16,-3 1-3-16,2 3-3 0,-2 1-3 0,0 4-4 15,-1 2 0-15,3 4-3 0,-2 1-8 0,3 1-1 16,-1 5-2-16,1-1 0 0,3 1-2 0,2 3 0 16,1-1-4-16,1 4-34 0,2-4-42 15,3 3-36-15,1-4-49 0,1 0-77 0,4-2-119 16,0-4-96-16,5-2-114 0,2-3-253 0,3-3-210 16,2-2-57-16,0-5 195 0,5-1 327 0</inkml:trace>
  <inkml:trace contextRef="#ctx0" brushRef="#br0" timeOffset="44428.1">18623 1744 75 0,'0'-9'392'0,"-1"1"277"15,-3 2 244-15,-2 4-1 0,-2 0-192 16,2 2-153-16,-2 2-119 0,-1 0-89 0,-1 2-90 16,2 2-80-16,2 1-69 0,-3 4-49 0,2-1-28 15,2 2-21-15,0 3-8 0,4 0-6 0,-1 3-2 16,2-1-4-16,3 0-2 0,-1 1 0 15,1 5 1-15,2-4-1 0,0 1-3 0,-2 1 5 16,5 0-3-16,-4 0 1 0,1 0-4 0,-1-1-2 16,0 0-16-16,-2-3-56 0,0 0-99 15,-6-1-128-15,1-2-145 0,0-1-230 0,-4-1-264 16,0-3-145-16,-1 0 113 0,-2-3 307 0,-2-3 312 16</inkml:trace>
  <inkml:trace contextRef="#ctx0" brushRef="#br0" timeOffset="44617">18394 1873 18 0,'9'-15'378'0,"-2"1"277"15,-1 2 190-15,2-1 62 0,1 1-289 0,3 1-224 16,-1 3-133-16,1-2-68 0,3 3-38 16,0 0-39-16,0 0-55 0,0 0-27 0,1 3-15 15,-2 2-11-15,-1 2-8 0,-2 0-4 0,2 2-34 16,-7 5-97-16,2-1-142 0,-5 2-293 15,3 2-224-15,-4 1-160 0,0 1 20 0,-2 0 282 16</inkml:trace>
  <inkml:trace contextRef="#ctx0" brushRef="#br0" timeOffset="44846.16">18835 1581 39 0,'-11'-12'570'0,"5"3"480"0,-2-2 186 0,-3 4-90 16,5-2-352-16,-1 3-330 0,2 0-197 0,0 4-101 15,1-3-53-15,-1 4-36 0,4 0-27 0,-1 0-25 16,1 1-19-16,-1 0-10 0,2 1-6 0,0 1-5 16,0 5-11-16,0-1-27 0,0 1-101 0,-2 3-145 15,2-1-250-15,0 2-276 0,2 0-262 16,0 1-167-16,-2 0 223 0,1-2 462 0</inkml:trace>
  <inkml:trace contextRef="#ctx0" brushRef="#br0" timeOffset="46468.39">19358 1812 281 0,'0'1'461'16,"3"5"150"-16,-1 0 83 0,1 7-169 0,1 2-48 15,0 5 6-15,3 6 5 0,0 2-14 16,-2 5-61-16,-2 2-78 0,2 2-104 0,-2 2-87 16,1 3-56-16,-4-2-32 0,0 3-18 0,0-1-15 15,-2-2-7-15,-1-1-1 0,0-2-2 16,-1-3 0-16,0-6-6 0,-2-2 14 0,2-5 26 16,1-7 41-16,2 0 23 0,-4-5 5 0,2-2-2 15,-1-7-14-15,1-4-23 0,-2-5-39 0,-1-4-21 16,3-4-12-16,2-3 0 0,-1-5-5 0,0-2-1 15,2-4 3-15,2-4 0 0,0-3 1 16,1-5-3-16,3-3 6 0,0-2-5 0,1-2-1 16,2 1-2-16,4 0 0 0,-1 4-1 0,1 6-3 15,1 2-1-15,-3 6-1 0,3 4-1 0,-4 5 1 16,-2 3 0-16,1 5 3 0,-1 3 0 0,-1-1 0 16,-1 5 3-16,3 3 0 0,-2 2 2 15,1 1-4-15,0 4 7 0,-1 0-1 0,1 3-2 0,0-1 5 16,0 4-3-16,0 0 1 0,-2 0-2 15,-1 3 4-15,2 1 3 0,-3 0-1 0,-2 3-2 16,4 0 1-16,-3-1-5 0,-1 3-5 0,1-1-5 16,0 0-4-16,0-2 0 0,2 2-34 15,0-2-35-15,1-1-29 0,0-4-52 0,4-2-88 16,-2-4-110-16,6-2-82 0,-1-4-76 0,2-4-78 16,2-2-29-16,-2-3 64 0,1-3 123 0,3-1 132 15,-5-1 122-15,4-1 107 0,-6 2 93 16,1-3 82-16,-4 3 82 0,0 2 92 0,-5 3 91 15,2-1 87-15,-3 3 47 0,1 2-1 0,-3 1-48 16,-1 3-71-16,0 0-83 0,0 0-87 0,0 4-71 16,0 1-46-16,-1 0-31 0,1 1-20 15,-4 1-12-15,4 0-8 0,0-1-4 0,0 1-5 16,0 0-8-16,0-3 1 0,0 0 1 0,0 0 2 16,0-2-1-16,0 0 1 0,0-2-1 15,0 0-3-15,0-2 2 0,0-2-3 0,0-3 0 16,0 1-2-16,-3-1 2 0,2 0 3 0,-4-3-3 15,-1 2 4-15,-1 1-2 0,-1-2 3 0,-2 2-2 16,2 2-1-16,-4 1 0 0,4 2-4 0,-2 2-1 16,0 0 2-16,0 2-2 0,1 3 0 15,1 2 2-15,0 1 2 0,-1 1-2 0,3 2 1 16,-2 2 0-16,1-1-6 0,2 2-9 0,-1-2-18 16,3 1-34-16,2 1-59 0,-1-4-79 0,4-1-85 15,-1 1-88-15,7-4-90 0,-2 1-78 0,5-4-82 16,2 0-70-16,1-2-6 0,3-2 68 15,1-1 165-15,2-2 192 0,1-3 169 0,5 0 125 16,-3 0 103-16,2-1 90 0,-1 0 65 0,-3 0 4 16,-1-1-22-16,1 3-26 0,-4-2-10 0,0 1 5 15,-5 2 27-15,0 1 44 0,-2 1 70 0,-4 2 68 16,1 1 43-16,-3 2-12 0,-1 0-42 16,-1 2-73-16,-4 2-75 0,-1 1-74 0,0 2-59 15,-2 4-38-15,0 2-15 0,1 0-8 0,-3 0-13 16,1 4-12-16,2-2-15 0,-1 4-10 15,1-2-10-15,1-3-10 0,3 0-4 0,0 0-4 16,3-4-2-16,2 0 1 0,0-5-4 0,6-2 4 16,-2-2 2-16,3-2 3 0,3-3-1 0,0-4-1 15,2 0 1-15,2-5-5 0,-3 1-4 16,3-1 3-16,-3 1 3 0,1 0 0 0,-3 1 0 16,-1 1-1-16,-4 2 3 0,-1 2-4 0,0 2 1 15,-2 0 1-15,-3 2-1 0,1-2 0 0,-3 3-4 16,2 1 1-16,-3 0-4 0,2 0 0 0,-2 1 3 15,0 3 1-15,0-2 0 0,0 2 2 16,0 0 1-16,2 0 4 0,-1 1-4 0,-1 1 0 16,0 1 1-16,4 0 0 0,-3 0 0 0,2 4-2 15,2 1 0-15,-4 1 2 0,2 1 4 0,2 1-1 16,-1 2 10-16,0 1 11 0,0 5 8 0,-3-3 2 16,1 4 1-16,-1 1 28 0,-2 1 4 15,-2-1 1-15,-2 5 4 0,-2-3 5 0,-1 2 5 16,-2-1-20-16,-3 1-3 0,-3-3-3 0,3 2-8 15,-2-6-5-15,0 1-9 0,-2-5-7 0,3-2-11 16,0-2-6-16,-1-4-3 0,2-3-5 0,-1-1-3 16,3-2-2-16,2-4-3 0,1-5-2 15,1-1-6-15,3-4-13 0,0-4-34 0,4-3-47 16,4 0-50-16,-1-6-40 0,5 1-64 0,3-6-86 16,-2 2-79-16,4-1-65 0,3-3-85 0,1 1-191 15,1 1-201-15,2-1-52 0,1 1 147 0,1 0 267 16,1 2 276-16</inkml:trace>
  <inkml:trace contextRef="#ctx0" brushRef="#br0" timeOffset="46654.17">20498 1741 217 0,'3'-3'650'0,"-3"0"401"0,-1 0 154 16,-1 3-227-16,-2 0-256 0,-1 1-173 0,4 3-122 16,-4 0-96-16,0 1-72 0,2 6-50 0,-4-3-49 15,1 3-54-15,2 1-41 0,0 1-27 16,1 0-17-16,1 1-10 0,2 2-6 0,0-2-6 15,2-1-3-15,5-1-26 0,-3 1-47 0,9-4-47 16,0-3-56-16,0 0-95 0,5-4-137 0,3-4-159 16,1-1-247-16,-2-2-235 0,2 1-170 15,2-2 92-15,-3 1 377 0</inkml:trace>
  <inkml:trace contextRef="#ctx0" brushRef="#br0" timeOffset="46832.09">20868 1813 154 0,'-6'8'584'15,"-2"7"382"-15,-1-2 186 0,-1 4-168 16,-2 2-284-16,0 3-232 0,-1 3-139 0,1 0-95 16,-2 4-71-16,3 2-51 0,-3 2-29 0,0 2-21 15,-1 1-29-15,1 4-13 0,1-1-10 0,1 0-12 16,2 0-27-16,2-4-49 0,3-4-121 0,1-5-165 16,1-5-261-16,3-6-277 0,3-5-247 15,1-5-92-15,3-7 319 0,-1-7 450 0</inkml:trace>
  <inkml:trace contextRef="#ctx0" brushRef="#br0" timeOffset="47022.22">20884 1594 367 0,'-1'-27'868'0,"-4"6"333"0,-2 7 9 0,-2 1-297 16,1 5-295-16,0 1-232 0,2 5-145 0,-3 4-87 15,2 2-52-15,-1 2-40 0,2 4-35 0,1 2-10 16,-2 1-5-16,3 2-2 0,3 3-5 15,-1 0-18-15,4 3-25 0,-1 0-41 0,3 1-87 16,0 0-136-16,4-1-156 0,-2-1-285 0,2-1-258 16,5 2-194-16,-1-5 75 0,1-3 385 0</inkml:trace>
  <inkml:trace contextRef="#ctx0" brushRef="#br0" timeOffset="47185.09">21134 1763 78 0,'5'2'529'0,"-3"3"418"0,-2 1 227 15,0 3-94-15,-4 1-313 0,0 5-239 0,-1 2-171 16,-2 2-106-16,2 1-82 0,-2 1-44 0,1-1-42 16,1 0-39-16,2-2-25 0,-1 0-25 0,3 1-31 15,1-6-82-15,1-1-146 0,3-3-251 16,-3-4-288-16,6-3-271 0,2-4-216 0,-1-5 110 16,5-4 506-16</inkml:trace>
  <inkml:trace contextRef="#ctx0" brushRef="#br0" timeOffset="47358.16">21496 1398 630 0,'-8'-12'1415'0,"-4"3"214"15,-3 3-244-15,-2 6-361 0,3 0-448 0,-3 0-238 16,0 4-149-16,2 1-77 0,2-1-46 0,-1 4-33 16,4-2-17-16,2-1-16 0,4 3-26 0,-2 0-68 15,2 0-74-15,4-2-129 0,4 0-194 0,-2 1-314 16,3-3-337-16,2 3-238 0,-3-3-82 0,4 4 418 15,-3-3 579-15</inkml:trace>
  <inkml:trace contextRef="#ctx0" brushRef="#br0" timeOffset="48783.53">15578 3082 168 0,'0'5'329'16,"-2"-3"127"-16,2 0 66 0,-3 1-170 15,3-1-94-15,0-2-31 0,0 0 7 0,0 2 18 16,0-2 2-16,0 0-3 0,0 3-25 0,0-3-40 15,0 0-36-15,0 0-41 0,3 0-36 16,-3 0-30-16,5 0-19 0,-2-3 58 0,4 3 66 16,4-2 30-16,-2 2 11 0,4-2 3 0,3 2-3 15,1-3-31-15,2 0-39 0,3 2-21 16,3-4-14-16,1 2-8 0,3-1-6 0,4-1-22 16,3 1-21-16,2-2-11 0,1-2-3 15,4 1-3-15,1 0 71 0,2-2 38 0,2 1 16 16,-4 3 1-16,5-1-2 0,-3 0-2 0,1 2-63 15,-1-1-33-15,1 2-15 0,1 0-3 0,-2 2-2 16,3-1-2-16,-2 1 0 0,4 1-4 0,0-2-3 16,2 1-5-16,4-1-2 0,-2 1 0 15,4-1-2-15,-1 1 2 0,2-2 32 0,4 0 15 16,-3 2 11-16,4-3 6 0,3 2 3 0,0-2-2 16,2 2-27-16,4-2-12 0,1 2-12 0,0-3-5 15,3 3-7-15,1-4-1 0,0 1 0 0,1 3-1 16,4-3 4-16,-3 0-1 0,4 3 3 15,1-3 0-15,-1 1 0 0,1 1 0 0,1-2-6 16,-2 1-3-16,0-2 4 0,0 0 0 0,0-2 2 16,1-1 1-16,0-2 5 0,0 1 1 0,0-2-2 15,0 0-1-15,0 1-5 0,-2-1-2 0,-3-1 0 16,1 2 2-16,-2 1-2 0,-2 0 3 16,1 1 2-16,-3 0 1 0,0 2-2 0,-3-1 0 15,-2 3-3-15,1-2-2 0,-3 2-3 0,-5 0 1 16,1 1-2-16,-3 0 2 0,-2-2 2 0,-2 3 5 15,-1-2 0-15,-1 1 0 0,-5-1 2 0,2 1 0 16,-3-2 1-16,-2 2-3 0,-1-1 0 0,-4-1-1 16,0 4 0-16,-5-3-1 0,-2 3-3 15,-3 0 1-15,-1-1-2 0,-2 2 1 0,0-1 0 16,-3 0 1-16,-2 0-1 0,-1 0 1 0,2 0 0 16,-5 0-1-16,1-1 0 0,-4 0-2 0,3 0 3 15,-4-2-1-15,-1 1 1 0,-1-1 0 16,0 1 0-16,-4 0 2 0,1-2 0 0,-2 2-2 15,-4 1 0-15,2-1-3 0,-3 2-3 0,-2-3-21 16,-1 4-68-16,-1-2-64 0,1 0-122 0,-2 0-191 16,-2 0-310-16,1-2-326 0,-3 4-227 0,1-2-111 15,-3 2 386-15,0-2 580 0</inkml:trace>
  <inkml:trace contextRef="#ctx0" brushRef="#br0" timeOffset="50267.05">15872 3757 94 0,'2'-6'350'0,"-2"0"204"0,-2 2 199 0,2-1-16 15,-3 3-122-15,2 0-64 0,-3 0-60 0,1 4-61 16,0 0-71-16,-2 0-84 0,0 3-78 16,-1 0-47-16,2 3-24 0,0 1 0 0,1-1 9 15,1 3 21-15,-1 2 16 0,0-1 2 16,3 1-15-16,-2 2-18 0,-1 1-16 0,2 1-28 16,1 3-18-16,-5 2-16 0,2 2-6 0,0 3-5 15,0 2-10-15,-1 2-2 0,1 2-6 0,-2 3-4 16,2 0-6-16,0 0-6 0,0 0-2 15,0-2-5-15,3 0-6 0,0-4-1 16,2-2-2-16,-1-2-1 0,4-5 0 0,-2-2 0 16,0-2 1-16,3-6 1 0,-1 0 2 0,0-5 0 15,3-3 0-15,-2-5-1 0,2-3 1 0,3-6-2 16,0-4 3-16,-1-6-3 0,1-3 0 16,1-2 1-16,1-5-1 0,0-2-1 0,-4-1 0 15,1 2-2-15,1-2 1 0,-3 2-1 16,0 1-1-16,-2 2 1 0,2 4 0 0,-4 2 0 15,1 4 2-15,-2 4 0 0,-1 3 1 0,1 3 0 16,-3 1-1-16,2 4-2 0,0 1-2 16,-4 3 1-16,0 3-1 0,2 2-1 0,-1 5 2 15,-1 3 1-15,0 3 2 0,2 1-1 16,0 2-1-16,0 4 0 0,0 1 0 0,0 2 1 16,0 0-1-16,0 2 0 0,0-3-1 0,2-1 0 15,1 0-1-15,2-3-1 0,1-1-9 0,0-3-9 16,1-4-23-16,-1-3-48 0,2 0-61 15,1-6-61-15,0-4-100 0,0-3-146 16,0-4-175-16,-1-4-258 0,0-3-217 0,2-1-183 16,-2-2 114-16,-2-1 428 0</inkml:trace>
  <inkml:trace contextRef="#ctx0" brushRef="#br0" timeOffset="50826.08">16147 4039 60 0,'2'-3'311'0,"0"3"180"0,-1 2 161 0,-1-1-50 16,5 5-140-16,-4 2-81 0,2 2-29 15,2 4 5-15,-2 1 6 0,2 0-8 0,2 4-26 16,0 1-39-16,0 1-50 0,-1 1-53 16,1 0-54-16,-3 1-38 0,4 0-35 0,-3-4-25 15,1 1-14-15,-1-5-7 0,-2-2-3 16,2-3-2-16,-1-3 7 0,1-3 48 0,0-1 47 16,0-5 39-16,0-2 15 0,-1-4 4 0,2-5-16 15,-1-1-38-15,2-3-41 0,-3-3-33 16,1-1-21-16,0-2-12 0,-1-3-1 0,1 0-4 15,-2-2-3-15,1 3 0 0,-4-1 0 16,1-2 0-16,1 6-3 0,-1-2 2 0,-1 5 1 16,0 2-2-16,0 2 2 0,0 5-2 0,0 1-2 15,0 1-6-15,0 4-4 0,0 1-2 16,0 1-26-16,2 4-45 0,-2 0-37 0,3 2-31 16,-1 0-46-16,1 1-68 0,0 1-54 15,2-2-41-15,-2 1-52 0,0-1-58 0,3 1-40 16,1 1 5-16,-1 1 53 0,2 1 87 0,-2-1 96 15,2 4 97-15,0-1 86 0,0 1 70 16,0 0 62-16,-2 3 50 0,2 2 49 0,1 0 22 16,0 2 4-16,-1 0 45 0,2 2 6 15,-2 0-20-15,2 0-30 0,0-2-24 0,0-3-13 16,0 3-38-16,1-6 6 0,2-2 23 0,0-3 65 16,-1-2 54-16,-1-3 29 0,3-4-7 15,-3-4-27-15,1-2-22 0,-2-5-37 0,2-1-1 16,-3-3 31-16,0 0 15 0,-4 1 5 0,2-1-12 15,-7 0-29-15,0 3-41 0,-5 0-50 16,-2 3-37-16,-2-2-25 0,1 5-16 0,-2-2-9 16,-2 3-8-16,1 3-6 0,0 3-1 0,-3 2-3 15,-1 3-10-15,1 2-45 0,1 3-55 16,1 0-55-16,1 3-98 0,1-1-150 0,3 2-196 16,2-2-261-16,3 1-221 0,2 1-176 0,3-1 117 15,7-2 436-15</inkml:trace>
  <inkml:trace contextRef="#ctx0" brushRef="#br0" timeOffset="51914.79">16879 3610 95 0,'2'-19'296'0,"-2"1"149"0,-2 2 146 16,2 5-112-16,-3 0-87 0,2 3-43 0,-1 2-42 16,0 3-43-16,-1 2-51 0,3 5-40 0,-2 4-16 15,4 4 1-15,-2 6-6 0,3 3 38 16,1 5 36-16,-3 2-9 0,2 2-15 0,2 4-22 16,-2 3-11-16,1-1-29 0,2 4-35 0,-3 0-16 15,2 1-19-15,-2-1-21 0,0 3-13 16,0-3-12-16,2 1-14 0,-2-4-5 0,3-1-3 15,-3-3-4-15,2-3-2 0,0-3-1 16,2-3-5-16,-4-4-25 0,3-4-63 0,-5-4-101 16,1-2-132-16,-2-4-202 0,-2-6-287 15,1 0-228-15,-4-4-65 0,1-3 213 0,-3-4 370 16</inkml:trace>
  <inkml:trace contextRef="#ctx0" brushRef="#br0" timeOffset="52126.07">16751 3945 177 0,'3'-7'427'16,"-1"1"182"-16,1 2 105 0,1-1-203 0,0 3-213 15,5-2-139-15,-1 2-65 0,4-3-34 16,0 4-17-16,4-2-8 0,1 1-5 0,-1-1-8 16,3 2-8-16,0-1-5 0,-1 0 0 15,0 2-8-15,-1 0-1 0,1 2 0 0,-2 1-3 16,-2 0-4-16,1 0-38 0,-3 3-67 15,-2-2-130-15,-1 2-249 0,-1 3-139 0,-2-2-34 16,-2 0 105-16,-3 1 196 0</inkml:trace>
  <inkml:trace contextRef="#ctx0" brushRef="#br0" timeOffset="52626.1">17056 4195 244 0,'4'5'511'0,"0"-2"207"0,-2-3 123 0,1-2-188 15,2-1-117-15,-1-3-79 0,1-2-53 0,2-5-32 16,2-1-46-16,-1-5-73 0,5-1-72 16,-4-2-60-16,5-3-37 0,-1-1-25 0,4-2 8 15,-4 1 3-15,3 1 4 0,-2 2 27 0,-3 5 18 16,-2 1 30-16,0 4-4 0,-3 4-1 15,-3 1-10-15,0 3-28 0,-1 5-22 0,-2 2-31 16,-2 5-20-16,-1 3-16 0,-2 3-8 16,2 3-6-16,-2 2-1 0,0 5-2 0,-2 0 1 15,4-1 1-15,1 2-1 0,1 0 0 16,1-3-3-16,1-3 1 0,1 1-2 0,1-3-1 16,4-2 3-16,0-4 1 0,-1-3 2 0,4-4 3 15,1-4 2-15,0-2 1 0,3-6-4 0,0-1-1 16,2-4 1-16,0 0-3 0,0-2-1 15,0 0 0-15,-1 2-3 0,-2 0 3 0,-2 0 0 16,0 2-2-16,-1 3-1 0,-4 1 0 16,1 3 0-16,-1 0-1 0,-5 1-1 0,-1 2-3 15,0 3-3-15,0 2 2 0,-1 1 1 0,-3 3 1 16,0 0 0-16,-1 2 3 0,2 2 1 0,-2 0-22 16,2 2-42-16,-2 0-46 0,2 1-43 15,1 0-38-15,1-1-57 0,1 1-46 16,0-1-34-16,1-1-42 0,4-1-65 0,2 1-84 15,-1-3-80-15,4 2-104 0,0-6-121 0,3 1 23 16,1-2 159-16,1-3 214 0</inkml:trace>
  <inkml:trace contextRef="#ctx0" brushRef="#br0" timeOffset="52924.35">17613 4114 98 0,'10'0'304'0,"-4"2"175"0,0 0 94 0,-3 5-21 16,0-1-60-16,1 3-44 0,-3 2-44 0,4 0-22 15,-2 3-4-15,0-1-59 0,1 1-56 0,2-1-61 16,-2-1-46-16,1 0-30 0,0-3-47 15,1-1-21-15,4-2-2 0,-4-3 1 16,2-5 4-16,0-2-8 0,4-3-1 0,-4-7 4 16,2-4 1-16,1 0 21 0,-3-5 48 0,-2 2 60 15,-1 0 28-15,-2 0 4 0,-3 2-7 0,-3-1-27 16,-2 2-48-16,-4 0-51 0,-2 2-32 16,-4-1-20-16,3 2-14 0,-6 2-7 0,0-1-7 15,2 4-3-15,-2 2-2 0,2 2-2 16,-1 3-4-16,1 5 0 0,1 1-1 0,0 5 0 15,1 2-1-15,3 0-1 0,1 5 3 0,1 0-2 16,3 2-11-16,2 1-37 0,1 0-58 16,2-1-50-16,2 2-75 0,2-2-124 0,2-5-150 15,2 2-195-15,3-5-226 0,0-1-218 16,6-3-82-16,-2-5 247 0,5-4 424 0</inkml:trace>
  <inkml:trace contextRef="#ctx0" brushRef="#br0" timeOffset="53133.12">17896 3932 300 0,'2'-3'700'0,"-4"2"298"16,0 2 100-16,-1 2-242 0,-2 3-269 0,1-1-198 15,-2 3-118-15,2 2-67 0,0 2-60 16,0 2-41-16,1 1-33 0,2 0-16 0,-3 3-11 16,1 0-10-16,3 0-4 0,-1 4-10 15,1-1-6-15,-2 2-10 0,2-1-3 0,-2-2-2 0,2 1-4 16,0 0-13-16,0-3-27 0,-2-2-83 15,0-3-142-15,0-2-172 0,-1-4-282 16,2-3-261-16,-3-4-208 0,1-4 99 0,0-4 402 16</inkml:trace>
  <inkml:trace contextRef="#ctx0" brushRef="#br0" timeOffset="53322.06">17751 3704 495 0,'1'-19'982'0,"-1"2"250"0,-1 4-67 0,-1 4-346 15,2 2-333-15,0 4-222 0,0 1-128 16,3 4-59-16,-1 4-37 0,2 1-18 0,1 4-14 16,1 4-7-16,1-1-1 0,1 6-7 0,1 1 2 15,-1 3 0-15,0 1-3 0,3 6-33 16,-1-1-101-16,-2 0-140 0,2 3-240 0,2 0-278 16,-1-1-259-16,3 1-144 0,0-4 221 15,3 0 436-15</inkml:trace>
  <inkml:trace contextRef="#ctx0" brushRef="#br0" timeOffset="53497.26">18211 3949 503 0,'-2'-7'1293'0,"-3"1"299"0,-3 2-208 16,0 4-349-16,-2 0-451 0,-3 6-234 0,0 1-174 16,2 3-78-16,0 3-44 0,0 3-27 15,1 2-16-15,4 0-7 0,0 1-18 0,1-1-68 16,4 2-76-16,1-4-148 0,1 0-228 0,4-5-309 15,-1-2-345-15,4-4-224 0,2-7 5 16,4-2 544-16</inkml:trace>
  <inkml:trace contextRef="#ctx0" brushRef="#br0" timeOffset="53644.11">18356 3756 191 0,'-8'-20'832'0,"-6"4"418"15,1-1 17-15,-2 2-177 0,0 2-421 0,0 1-322 16,2 3-155-16,2 3-81 0,-2 0-39 0,5 3-31 15,0 3-53-15,1 1-45 0,2 4-111 0,0 1-151 16,3 3-237-16,1-1-286 0,2 3-248 0,4 1-169 16,4-2 217-16,4 2 467 0</inkml:trace>
  <inkml:trace contextRef="#ctx0" brushRef="#br0" timeOffset="54462.13">19203 3853 57 0,'-2'4'354'16,"-2"2"210"-16,3 1 184 0,-1 2 55 16,2 4-158-16,2 2-109 0,-1 5-76 0,1 1-55 15,0 1-61-15,0-1-90 0,2 1-96 16,0-3-70-16,3-1-43 0,-1-5-19 0,2 0-10 16,5-7-3-16,-4-2-2 0,5-4-4 0,1-8 1 15,0-4-5-15,3-4 1 0,1-5-6 16,-2-5-2-16,4-4-2 0,-2 0 10 0,-3-3 10 15,-1 3 5-15,-2-2 10 0,-5 4 7 16,0 1 2-16,-4 1-5 0,-4 2-5 0,0 4-6 16,-3 0-9-16,2 5 2 0,-5 2 1 0,2 2-1 15,0 4-5-15,-1 2-1 0,-2 5-1 16,3 2-9-16,-4 7-2 0,2 3-4 0,-1 2-3 16,2 6 1-16,-1 1 4 0,0 3 3 0,3 4 1 15,0 1 4-15,-1 6 4 0,1 1 1 16,0 5-3-16,-2 4-4 0,0 2-1 0,-1 4 0 15,0 1-4-15,0 1-3 0,-3 2 1 0,-3 0-1 16,2-2-4-16,-2-3-1 0,-4 0 5 16,2-4 5-16,-4 0 9 0,-2-5 20 0,2-4 23 15,0-3 20-15,-2-7 9 0,2-6 1 16,-3-4-7-16,5-7-17 0,-1-6-19 0,2-3-17 16,3-5-14-16,2-3-8 0,6-5-3 0,0-1 1 15,4-4 5-15,2 0 2 0,1-2 2 0,5-1-1 16,5-1-1-16,-1 0-3 0,6-3-4 15,1-2 0-15,5-2 0 0,4-2 6 0,4-3 0 16,1-3 5-16,5-3-4 0,4-3-2 16,1-4-1-16,2-1-5 0,0-2 2 0,1-4-7 15,-2 2 4-15,-1 1 4 0,-2-2 5 0,-5 1 4 16,-4 4 1-16,-5 1 0 0,-6 5 4 16,-2 1 20-16,-8 6 41 0,-4 3 23 0,-3 5 9 15,-6 2 6-15,-6 4-5 0,0 5-24 16,-5 5-34-16,-4 2-23 0,-3 7-11 0,-1 5-6 15,-3 4-1-15,1 5-2 0,-2 5 0 0,1 6-1 16,-2 2 1-16,4 2 1 0,0 5-1 0,5 2-1 16,0 1-2-16,4 1 1 0,0 2-1 15,5 0-3-15,5 0 0 0,1-1 1 0,4-2 0 16,5-3-8-16,3-4-50 0,1-1-58 16,7-6-82-16,-2-3-156 0,4-3-247 0,1-5-318 15,3-5-261-15,2-4-194 0,1-3 102 0,3-5 533 16</inkml:trace>
  <inkml:trace contextRef="#ctx0" brushRef="#br0" timeOffset="56314.88">19856 4065 200 0,'0'-5'382'0,"2"1"150"15,0-2 77-15,-2-2-149 0,1-2-86 0,-1-1-29 16,3-3 12-16,1-1 22 0,1-2 3 0,-2-3-18 15,4-3-43-15,0 0-48 0,-1-2-49 16,2-2-54-16,0 1-46 0,-2 0-27 0,1 3-17 16,-1 1 10-16,-1 3 28 0,1 5 35 0,-3 2 17 15,0 4-2-15,-1-1-11 0,-1 5-27 0,1 1-36 16,0 3-36-16,-2 3-26 0,0 4-15 16,0 1-9-16,1 4-5 0,-1 1-2 15,0 1-1-15,3 2 1 0,-1 2 3 0,0-1 0 16,1 1-1-16,0-1 2 0,1-3 0 0,0 1-3 15,0-4-4-15,1 0 4 0,2-4 1 0,1-3 2 16,2-4-1-16,2-3 0 0,0-5 2 16,2-6-1-16,5-5-2 0,1-5-2 0,2-5 4 15,-1 1 2-15,-1-2-1 0,-1 3-2 16,-2 1 1-16,-3 2 8 0,-3 6 12 0,0 4 8 16,-4-1 7-16,-3 8 0 0,0-1 0 0,-3 6-7 15,-1 0-14-15,-1 5-11 0,-3 5-7 16,0 4-1-16,-1 3-1 0,-3 3-1 0,3 4 1 15,2 0 0-15,0 4-1 0,1 0 0 0,1-3 2 16,2 3-2-16,1-4 1 0,1 3 2 16,2-6-1-16,3-2 0 0,0-3-1 0,1-3 0 15,5-2 0-15,1-6-1 0,0-5 0 0,3-2-6 16,-1-3-22-16,-1-6-34 0,1-1-44 0,-2-1-38 16,-1-3-29-16,-1 1-18 0,-1 1 9 15,-2-2 36-15,-2 0 54 0,-2 1 44 16,0-1 27-16,-3 2 9 0,0-1 7 0,-1 0 5 15,0 1 0-15,-2 1 1 0,0 3 1 0,0 1 2 16,0 1 6-16,0 3-2 0,-2 2 5 0,2 1-3 16,-2 1-1-16,2 1-1 0,-1 2-6 15,-1 3 1-15,1 1-1 0,1 3-3 0,-2 0-1 16,-1 3 1-16,2-2 4 0,-1 3 1 16,-1-1 1-16,0 0 1 0,-1 2 1 0,0 0-3 15,-1 0 0-15,-3-2-3 0,3-1-1 0,-3 1-1 16,4-2 3-16,-3-1 2 0,0 0 0 15,2-2 10-15,2-1 2 0,-2 1 1 0,3-1-4 16,1-4 2-16,1 2-1 0,0-2-13 16,0 0 0-16,1 0-3 0,1-2 4 0,3-2-5 15,-1-1 3-15,2-1 5 0,1-1 2 0,-1-2 1 16,2-3 2-16,0 0 1 0,1 0-5 16,-1-1 0-16,-1-1-3 0,-1 2-1 0,0 0 1 15,-1 3-1-15,-2 2 3 0,-1 1 0 16,1 2 1-16,-3 0-3 0,2 4-4 0,-1 2-1 15,-1 1 0-15,0 4-4 0,0 4 2 0,0 0-1 16,0 3 0-16,4 2 3 0,-4 3-2 16,1-1 4-16,2-1-5 0,2 2 8 0,-1-2 1 15,0-1-3-15,1-3 5 0,1-1 0 16,0-1 0-16,3-5-6 0,0 0 2 0,-1-5 0 16,2-3-4-16,3-7 2 0,0-1 4 0,4-2 5 15,-1-4-5-15,1 1 2 0,1-3 1 0,-2 3-4 16,-1 0-7-16,0 1 4 0,-1 4 5 15,-5 0-6-15,1 4 1 0,-2-1-2 0,-1 4 4 16,-2 1-4-16,0 4 3 0,-2 3 12 16,1 1 12-16,-3 3 17 0,-1 0 14 0,2 1 13 15,-1 2 3-15,-1-2-5 0,0 1-5 0,2-1-15 16,0-1-15-16,0-1-13 0,2 0-8 0,-3-2-4 16,4 0-5-16,0-2 0 0,0-1 2 15,1 0-1-15,3-2 0 0,1 1 2 16,1 0 0-16,3-2-1 0,2-2-1 0,1 0 2 15,4-1 1-15,-4 1-3 0,5-1-1 0,-2 0-1 16,2 0-1-16,-2 0-1 0,-1 2-1 0,2 1-4 16,-4 0-7-16,-3 0-12 0,0 1-12 15,-2 2-6-15,-4 0-3 0,-4 0-6 0,2 1-10 16,-1-1 0-16,0 2 9 0,-2-2-11 0,-1-2-1 16,1 1 6-16,-1-1 14 0,1-2 14 15,0-2 10-15,1 0 10 0,3-4 6 0,-1 2 8 16,1-4 5-16,1-2 4 0,-1 0-3 0,1 0-1 15,-1-1 2-15,-1-2 0 0,2 3-2 16,-2-2 0-16,0 3 5 0,-1-3 4 0,0 2 27 16,3 0 53-16,-7 1 69 0,2 3 28 15,-1 0 9-15,-4 4-8 0,-1 0-24 0,-4 3-41 16,0 3-49-16,-2 3-24 0,-4 2-12 16,0 4-7-16,1 0-4 0,-2 2-7 0,2 2-3 15,3 1-6-15,0-1-8 0,2 0-3 0,2 0-1 16,5 1-2-16,0-2-2 0,5 0 1 0,3-2 1 15,4-1 1-15,1 1-3 0,5-4 0 16,1-1 1-16,4-3 0 0,3-2-2 0,0 0-1 16,4-3 1-16,2 1 2 0,1-1-2 15,1 0 0-15,-3 0 1 0,-2 4 1 0,-3-1-1 16,-5 1 0-16,-3 4 2 0,-6 0 2 0,-2 5 2 16,-9 2 8-16,-2 1 11 0,-5 2 8 15,-2 4 10-15,-2 0 8 0,-1 2 4 0,-2-1-5 16,2 0-10-16,0 3-6 0,2-3-12 15,2 3-9-15,1 0-6 0,3 1-3 0,-2 1-3 16,5 1-1-16,5-2-2 0,-4 3-1 0,6-2-1 16,1-1-1-16,1 2-1 0,4-2-9 0,0-1-19 15,0-1-48-15,0-1-83 0,-1-2-154 16,2 2-274-16,-2-3-317 0,4 0-384 0,-2 2-349 16,4-4 21-16,-4 2 712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38:58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2933 7806 137 0,'-2'2'363'0,"-1"1"188"0,1-1 170 0,-1 1-119 15,3-3-89-15,-2 2-43 0,2-2-56 0,-1 0-59 16,1 0-62-16,1-3-54 0,-1-1-53 0,2 0-35 16,1-2-15-16,2-1-2 0,1-2-3 0,2-2-15 15,0-2-16-15,2 4-24 0,2-5 0 16,1 1 10-16,1-1 12 0,2 0 7 0,1-1-3 16,-1 2-4-16,1 0-21 0,-1 2-1 0,0 2-8 15,-2 1-11-15,0 2-3 0,-1 1 1 0,-3 1 12 16,1 2-5-16,-2 4 4 0,-1 2 7 0,-3 3 8 15,1 4 5-15,-3 4-4 0,-1 3-10 16,-4 2-10-16,-1 8-11 0,-5-1-13 0,2 4-14 16,-4 2-11-16,0 3-2 0,-2 3-1 0,1 1 1 15,-1 1 0-15,1 1 5 0,1 0 3 0,-1-1-4 16,5-1-5-16,-1-2-4 0,1-3 0 0,4-1-3 16,-1-6-2-16,3-3 0 0,2-3 0 15,1-3-1-15,3-4 0 0,1-2 1 0,1-3 2 16,4-5-1-16,1-5 2 0,4-3 3 0,1-3 0 15,4-6 0-15,0-1-1 0,3-3 2 0,-1-2-3 16,1-2-2-16,1-1-7 0,-1 3-12 16,-2-1-23-16,-5 2-60 0,2 2-69 0,-7 2-112 15,1 1-174-15,-4 4-298 0,-2 1-322 0,-2 0-259 16,-1 2-157-16,-4-1 289 0,-1 1 611 0</inkml:trace>
  <inkml:trace contextRef="#ctx0" brushRef="#br0" timeOffset="421.15">3388 7738 56 0,'6'-5'400'0,"-1"3"249"16,1-4 207-16,-1 1 107 0,1 1-241 0,2-4-189 15,0 1-100-15,0-2-49 0,1-1-63 0,3 0-82 16,0-1-67-16,1 0-38 0,2-1-20 0,0 0 13 16,2-1-1-16,-2 2-6 0,0-1-14 15,1 0-4-15,0 3-2 0,0 0-32 0,-2 0-16 16,-1 2-6-16,-1 4 4 0,-2-2-2 0,-1 5 7 16,-4 0 16-16,3 6 10 0,-5 1 0 0,-3 7-2 15,0 4-8-15,-6 3-12 0,1 6-13 0,-5 2-12 16,1 6-16-16,-2 3-9 0,0 0-5 15,1 6 0-15,-2 0-2 0,2 1 1 0,2 0 5 16,-1-1 3-16,4-3 4 0,-1-1 0 0,4-4-1 16,1-1-1-16,1-3-2 0,1-4 0 0,2-2-10 15,2-4-2-15,0-2-3 0,4-4 0 16,-1-4-3-16,2-1 4 0,2-3 0 0,1-6-6 16,1-3-12-16,2-2-29 0,1-6-72 0,-1-1-91 15,1-1-170-15,0-4-287 0,0 0-324 16,-1 0-360-16,1-4-198 0,-1 3 157 0,1-2 683 15</inkml:trace>
  <inkml:trace contextRef="#ctx0" brushRef="#br0" timeOffset="1079.55">3981 7416 207 0,'3'1'489'0,"3"-1"200"0,-1 0 105 0,1-3-116 15,2 2-150-15,3-2-84 0,0-2-28 0,4-1-29 16,2 1-31-16,-1-1-69 0,3-1-81 16,1 0-66-16,-1 0-49 0,3 0-27 0,2 1-16 15,-2-1-20-15,-1-1 8 0,1 2 26 16,0 1 3-16,-3-1 10 0,2 1 1 0,-3-1 1 16,0 4 17-16,-1-1-1 0,-2 1 2 15,0 1 5-15,-4 2 13 0,1 3 8 0,-3-1-22 16,-1 4-15-16,-2 3-3 0,-1 1-10 0,-3 4-10 15,1 2-10-15,-3 0-9 0,3 5-8 16,-3 0-7-16,0 3-2 0,-3 3-3 0,3 2 0 16,0 2-1-16,-2-1 4 0,1 2 2 15,1 3-1-15,-2-1-2 0,2 3-3 0,0-1-3 16,-1 1-6-16,-1-2-4 0,2 2-4 0,2-4-2 16,-1 2-2-16,-1-3-2 0,0 0-1 15,2-3-1-15,-2 1-4 0,-2-4-7 0,2-1-16 16,-3-2-32-16,0-1-67 0,-2-4-67 15,-2-1-124-15,1-4-180 0,-3-2-288 0,1-3-308 16,0-3-226-16,-1-5-130 0,1-3 346 0,-2-6 569 16</inkml:trace>
  <inkml:trace contextRef="#ctx0" brushRef="#br0" timeOffset="1361.6">4083 7806 48 0,'0'2'568'15,"2"1"440"-15,-2 1 171 0,3-1-92 0,-1-2-335 16,1-1-308-16,3 0-180 0,2 0-49 0,5-1-18 16,1 1 22-16,5 0-14 0,0-2-22 15,3 1-23-15,3-3-40 0,2 1-25 0,0-1-39 16,5-1-24-16,-1-1-13 0,4-2-7 15,2-1-4-15,1 0-1 0,2-2-7 0,2 1-1 16,-1-3-1-16,1 4-1 0,-2-2-31 0,0 3-61 16,-1 2-137-16,-3 1-236 0,1 5-289 15,-4 0-329-15,0 3-311 0,-1 3-87 0,-5-1 512 16</inkml:trace>
  <inkml:trace contextRef="#ctx0" brushRef="#br0" timeOffset="2929.59">5824 7508 233 0,'-6'3'459'16,"1"-1"183"-16,0 1 154 0,1-2-213 0,2 1-109 16,1 0-63-16,1-2-57 0,0 0-42 15,0 1-64-15,1-1-72 0,-1 2-67 0,2-2-50 16,2 1 9-16,1 1 27 0,3-2 13 16,2 1 13-16,4 0 20 0,0 1 10 0,5-2-38 15,3 1-33-15,-1-1 26 0,6-1 16 0,-1 1-3 16,3-3-5-16,3 2-1 0,-1-1-8 15,1 1-43-15,1-1-30 0,-1 1-18 0,-1-1-8 16,1 0-3-16,-4 2-2 0,1-1 7 0,-2 0-1 16,-4-1 0-16,-2 2 3 0,0-2-4 15,-7 1 4-15,2-1-3 0,-7 2 2 0,2-1 1 16,-5 0-2-16,-1-1 7 0,-2 2 1 16,-1-1 1-16,1 1 2 0,-4-2-24 0,-1 1-54 15,-3 0-65-15,-3-3-135 0,-1 1-181 0,-4 2-309 16,2-1-289-16,-5-1-228 0,2 0-71 15,-2 0 398-15,0-3 502 0</inkml:trace>
  <inkml:trace contextRef="#ctx0" brushRef="#br0" timeOffset="3227.55">6253 7244 151 0,'11'0'349'0,"1"0"185"15,-2 0 183-15,4 0-88 0,-1 0-52 16,1 0-5-16,0 3-5 0,2-1-63 0,2 3-76 16,-4 1-86-16,5 0-66 0,-2 2-63 15,2-1-18-15,0 0-8 0,-1 4-4 0,-1-1-18 16,0-1-31-16,-1 2-7 0,1 1-29 0,-4 0-21 16,-2 0-16-16,-2 1-6 0,0 2-4 15,-5 0-11-15,-2 2-6 0,-2 0-6 0,-3 2-10 16,-2 0-7-16,-5 1-7 0,0 1-2 15,-2 0-4-15,-3 0-2 0,0 1-3 0,-2-3-21 16,1 3-64-16,-1-4-72 0,1-1-145 0,-1-1-223 16,2-1-313-16,1-2-338 0,3 1-237 15,3-2-36-15,0-2 527 0</inkml:trace>
  <inkml:trace contextRef="#ctx0" brushRef="#br0" timeOffset="7693.3">9695 6963 134 0,'-2'-3'380'0,"2"2"229"16,-2-1 190-16,1 2-120 0,-1 2-119 0,1 0-85 16,-4 1-55-16,4 5-55 0,-2-1-48 15,-1 2-50-15,1 5-44 0,0 2-33 0,1 2-19 16,-1 6 8-16,0 2 11 0,0 5 10 0,0 4 5 15,1 2-10-15,2 3-17 0,-1 5-39 16,-1-1-33-16,2 4-32 0,0 3-20 0,0 0-14 16,2-2-13-16,-1 1-9 0,5-4-7 0,-1 1-2 15,0-3-5-15,3-7-2 0,0 0-1 16,3-7 0-16,-2-2 2 0,1-6-3 0,2-4 1 16,0-3 2-16,0-4 1 0,-1-6 4 0,0-3 1 15,3-4 2-15,-4-5 2 0,4-5 0 0,-3-2-3 16,-1-5 1-16,1 0-3 0,-3-2 1 15,-2-1-2-15,-1-2 2 0,-2 1-1 0,-3 1 2 16,-3-3 1-16,-2 4-1 0,0-1 1 16,-3 1-2-16,-4-1-1 0,2 5-1 0,-1 2 1 15,-3 1 1-15,1 2-3 0,-4 4 0 0,1 5-1 16,-1 3-3-16,-2 3-4 0,3 7-2 0,-3 0 1 16,3 6-1-16,-1 4 2 0,1 3-1 15,0 2 1-15,2 4 0 0,0 1-9 16,1 1-40-16,2 2-76 0,0-1-130 0,1 0-243 15,2 0-300-15,-1 0-360 0,4-4-342 0,-3 0-92 16,2-4 537-16</inkml:trace>
  <inkml:trace contextRef="#ctx0" brushRef="#br0" timeOffset="25323.96">9072 7016 122 0,'3'-5'375'0,"-2"3"229"15,-1-1 232-15,0 1-52 0,2 1-119 0,-2 0-88 16,-2 1-74-16,2-2-80 0,-3 1-87 0,-1-1-84 16,2 2-62-16,-1 0-30 0,0 0-7 15,-2 2 5-15,2 1-1 0,-2-2-9 16,0 2-17-16,-1 2-17 0,-2-3-29 0,3 4-26 15,-3-1-19-15,-1 1-10 0,3 0-7 0,-2 2-13 16,1-1 0-16,-3 2-6 0,2-2-3 16,0 4-3-16,-2-1 0 0,1 3 3 0,-1-1 0 15,0 0 3-15,1 3-1 0,0-2 2 16,-1 0-2-16,4 0 1 0,-2-1-2 0,3 0-4 16,2-2 0-16,-2 1-2 0,5-2 1 0,-3 0-5 15,3-2-1-15,3 2 2 0,-1-1-2 16,1 0-1-16,2 0 3 0,0 1 1 0,2 0 4 15,3 0 0-15,-2 0 4 0,4 1 1 16,-2 0-1-16,1 1 1 0,3-2-3 0,-1 4 0 16,-1-2 0-16,1 1 0 0,-2 1 4 0,3 2 0 15,-2-2-1-15,0 2-1 0,-1 1 1 0,-1-2-1 16,2 1-2-16,-2 0-1 0,-2 0-1 16,0 1 2-16,1-2-1 0,-1 0 1 0,-1 0-2 15,-3 0 3-15,2 0 2 0,-3-1 4 16,1 1-1-16,-4-2 2 0,0 3 1 0,-2-2 2 15,-3 2 2-15,-1 0-2 0,0 1 9 0,-2-4 5 16,-2 4 1-16,-2-5 5 0,-1 2 2 16,-1-1 2-16,1-3-8 0,2-2-4 0,-3-1-4 15,1-1-6-15,-2-2-5 0,2 0-5 0,-1-2-1 16,-1-1-3-16,1 0 0 0,2-1 1 16,-1-2 1-16,0 0 0 0,2-1-1 0,2 1 0 15,1-1-1-15,0 0-1 0,3-1-1 16,0 1-2-16,-1-2 0 0,3 0 1 0,0-1-3 15,1-2 1-15,2 2-1 0,0-3 2 16,2-3 0-16,1 2-1 0,0-3 2 0,3-1 0 16,1 0 0-16,-1-3 1 0,5 1 2 0,0-4 1 15,2-1 3-15,1 0 1 0,2-1 1 0,1-3 1 16,-1 3-1-16,3-3 2 0,-3-1 1 16,3 0-3-16,-2 0 0 0,-1 0 0 0,0 2 2 15,-2-3 1-15,-3 5-1 0,2-1 0 16,-4-1-1-16,-1 5 1 0,0-1 0 0,-2 3 4 15,-1 2 3-15,-3-2 8 0,-1 4 2 0,-1-1 2 16,-3 1 4-16,0 0-3 0,-2 1-2 16,0-4-6-16,-4 6-3 0,1-4-2 0,-2 3-6 15,1 0-3-15,-2-2 1 0,3 5 1 16,-3 0 0-16,3 2 1 0,-1 1 0 0,-1 0-1 16,1 3-4-16,-1 0-2 0,2 2-3 0,-3 2-3 15,3 0-1-15,0 2-9 0,0 3-17 0,-1 2-48 16,1-1-74-16,2 4-121 0,-1-3-191 15,-2 5-300-15,4-1-337 0,1 0-303 16,-1 1-125-16,0-1 379 0,3-1 633 0</inkml:trace>
  <inkml:trace contextRef="#ctx0" brushRef="#br0" timeOffset="26162.22">8753 8069 172 0,'-2'10'418'0,"0"-4"186"16,-1-2 127-16,3 0-176 0,-1-2-192 0,1 0-119 16,0 0-85-16,1-1-45 0,4-1-41 15,0 0-35-15,4 0 52 0,1 0 33 0,1 0 19 16,4 0 9-16,0-1 65 0,4 1 51 15,1-2-44-15,-1 0-28 0,0 1-15 0,2 0-14 16,-1 1-61-16,-1-2-50 0,0 0-25 0,-1 2-12 16,-2-1-8-16,-1 1-2 0,0 0 2 0,-3 0 1 15,-1 0-5-15,2 0 1 0,-5 0-2 16,0 1 0-16,-2 1-1 0,-1-2-11 0,1 2-37 16,-5-2-68-16,1 0-133 0,-4 0-142 0,-1 0-296 15,-3 1-248-15,0 0-158 0,-2-1 71 16,-2 2 351-16</inkml:trace>
  <inkml:trace contextRef="#ctx0" brushRef="#br0" timeOffset="26403.56">8786 8357 245 0,'1'15'416'0,"3"-4"145"16,0 3 83-16,2-3-202 0,-1 2-92 0,3-4-19 15,3-1-9-15,-1 1 46 0,1-2-19 16,3-3-28-16,0 0-36 0,2-3-48 0,-2-2-32 16,3-1-63-16,0-3-35 0,-2-1-29 15,1-1-35-15,-2-1-16 0,-3-1-12 0,1 0-4 16,-2 1-3-16,-2 1-27 0,-4 0-89 0,-3 1-155 16,-1 1-271-16,-5 2-268 0,-1 2-253 15,-5 1-130-15,-2 3 228 0,-5 3 452 0</inkml:trace>
  <inkml:trace contextRef="#ctx0" brushRef="#br0" timeOffset="26567.5">8735 8693 11 0,'10'11'273'0,"-1"-2"161"0,2-1 182 16,0-3 121-16,4-1-215 0,3-3-92 0,1-2-44 16,4-3-26-16,2 0-61 0,2-3-86 15,3-1-55-15,3-2-54 0,3-2-39 0,5-2-24 16,2-1-64-16,0-3-149 0,4 2-313 0,-4-1-241 15,-1 3-198-15,-5 3-96 0,-2 3 184 0,-4 5 399 16</inkml:trace>
  <inkml:trace contextRef="#ctx0" brushRef="#br0" timeOffset="29661.58">7353 10866 196 0,'-9'-9'516'0,"1"1"299"0,0 1 238 0,-2-3-135 16,-2 3-229-16,2 0-117 0,1-1-56 16,-2 4-68-16,3-2-85 0,-2 1-73 0,-4 1-50 15,1 0-53-15,-2 1-61 0,-3 2-41 16,-1 2-31-16,-3 2-18 0,0 4-12 0,-2 3-8 15,-4 2-3-15,-1 4-4 0,-1 5-1 0,0 4-1 16,2 3-2-16,0 5-4 0,2 2-2 16,2 3-3-16,2 0 0 0,2 1-1 0,4 2-3 15,0-2-1-15,5-1-2 0,4-1 2 16,4-1-2-16,5-4 2 0,6 0 5 0,2-4 1 16,7 1 2-16,2-4-1 0,8 0 0 0,5-3-1 15,2-2-3-15,7-4 2 0,2-3 0 0,4-1 3 16,-1-3 1-16,0-2 4 0,0-3 1 15,-2 1-1-15,-3-2 1 0,-1 0-1 0,-7 1-2 16,-3 0 0-16,-3 1 2 0,-7 1 0 16,-4 0 3-16,-2 3 3 0,-7 4 2 0,-4 1 1 15,-6 1-5-15,-4 6 2 0,-7 0-4 0,-2 5-4 16,-6 2-4-16,-3 4 0 0,-5 0 1 16,-3 4-2-16,-2 0 3 0,-1-1 0 0,-2-2 4 15,0-6 1-15,2-1 3 0,2-6 4 0,1-4 1 16,6-7-1-16,2-3-1 0,4-6-2 15,4-6-1-15,2-5-5 0,3-8-2 0,7-6-1 16,5-8-1-16,2-6-3 0,9-5-3 0,2-10-1 16,5-3-2-16,3-6 0 0,4-3 2 15,4-3 3-15,2-1 5 0,4-1 2 0,0 0 2 16,0 0 2-16,-2 6-1 0,0 1 0 0,-3 8-2 16,-6 4 0-16,-2 5 2 0,-3 8 6 15,-6 5 16-15,-5 9 9 0,-1 1 6 0,-9 5 3 16,-5 2-2-16,-2 5-8 0,-9 4-12 0,-4 0-9 15,-5 5-4-15,-3 3-5 0,-5 3 1 0,-4 1-1 16,-1 1-2-16,-1 1 1 0,3-1-1 16,2 1 1-16,3 1-2 0,4-2-3 0,5 0-2 15,4-1-2-15,4 0-5 0,5-2-3 16,3 1-11-16,5-1-20 0,4 0-56 0,4 0-60 16,5-1-77-16,7-1-148 0,4 1-223 15,6 1-303-15,3-2-254 0,3 2-207 0,3-1 22 16,2 0 499-16</inkml:trace>
  <inkml:trace contextRef="#ctx0" brushRef="#br0" timeOffset="30217.81">8395 10440 255 0,'-2'-12'576'0,"-4"4"309"0,2 0 204 15,-3 5-205-15,2 1-232 0,-3 3-167 16,-1 3-116-16,1 4-81 0,-2 3-66 0,1 4-35 16,1 4-19-16,0 3-9 0,0 7-11 15,1 4-20-15,2 3-19 0,0 5-19 0,3 8-16 16,2 7-6-16,2 6 2 0,1 7-4 0,1 6-16 16,2 6-13-16,1-1-7 0,3 4-8 0,3-2-9 15,3-5-4-15,2-6-1 0,-2-7 0 16,5-9-6-16,0-10-3 0,1-7-3 0,-2-9 1 15,1-8 1-15,1-9 4 0,-2-5 2 16,-2-8 1-16,-1-7 1 0,-4-7 2 0,-1-5-2 16,-4-5-3-16,-3-2 1 0,-3-2 2 0,-4-3 1 15,-3 3 2-15,-3 1 0 0,-6 1 3 0,-5 3-1 16,-3 0 0-16,-3 2-2 0,-2 5-2 16,-1 3-3-16,2 5-2 0,-2 5-1 15,1 5-4-15,0 5-3 0,3 7-2 0,1 4 1 16,3 5 2-16,3 1-3 0,6 3 2 0,0 0-6 15,8-1-42-15,3-1-67 0,3-2-97 0,3-2-152 16,5-4-265-16,5-1-323 0,3-4-289 16,5-5-183-16,3 0 156 0,3-6 559 0</inkml:trace>
  <inkml:trace contextRef="#ctx0" brushRef="#br0" timeOffset="30520.47">9676 10899 272 0,'-2'1'810'15,"-1"0"349"-15,0 1 33 0,1 0-202 0,2-1-429 16,0-1-251-16,2 0-139 0,1 1-78 0,4-1-40 15,3 2-15-15,0-2-4 0,4-2-4 16,4 2 4-16,0-1 0 0,3 0-3 0,4-3-11 16,1 2-7-16,2-3-5 0,2 1-3 15,2-2 0-15,1-2 1 0,3 0-2 0,-1-1-11 16,-3 1-65-16,1-1-172 0,-6 1-295 0,-3 0-269 16,-7 1-270-16,-3 2-218 0,-4-3 146 15,-5 2 560-15</inkml:trace>
  <inkml:trace contextRef="#ctx0" brushRef="#br0" timeOffset="30757.14">10019 10644 12 0,'12'0'274'0,"-2"0"163"0,1 0 172 16,3-1 85-16,1 1-215 0,4 0-130 15,1 0 25-15,2 0 31 0,2 0 0 0,1 1-24 16,2 2-37-16,1 1-25 0,-1 1-85 15,-1 2-46-15,2 2-42 0,-1 3-34 0,-2 3-26 16,1 2-15-16,-4 2-12 0,-3 3-19 0,-2 3-17 16,-4 3-4-16,-2 4-7 0,-5 1-1 15,-4 4-28-15,-4 4-75 0,-7 0-164 0,-2 6-278 16,-4-1-276-16,-2 1-297 0,3-2-211 16,-2-2 136-16,6-5 548 0</inkml:trace>
  <inkml:trace contextRef="#ctx0" brushRef="#br0" timeOffset="31305.88">12860 10189 251 0,'-19'6'829'0,"-1"2"346"15,2 1 20-15,-1 3-141 0,6 4-471 0,1 6-221 16,6 4-61-16,3 10-29 0,3 3-12 0,1 10-18 15,6 7-26-15,2 6-43 0,0 4-56 16,4 0-32-16,4 0-28 0,1-3-23 0,4-5-16 16,3-6-10-16,2-4-7 0,5-13-4 15,3-7 1-15,-1-9 1 0,6-11 3 0,-1-12 3 16,2-9 3-16,-1-13 0 0,-1-10-1 0,-4-6 0 16,-2-7-1-16,-3-5-1 0,-7-2 0 15,-3-2 0-15,-6 6 3 0,-9-1-1 0,-7 1 1 16,-7 7-1-16,-7-3-2 0,-7 6 2 15,-6 4-5-15,-4 1 1 0,-3 6 1 0,-3 6-1 16,-3 5 0-16,-1 8-3 0,-1 9 2 0,0 9 0 16,-1 3-4-16,3 9 0 0,1 6-1 15,3 5-2-15,4 2 0 0,4 3-4 0,5 3 0 16,6 0 0-16,6 2 2 0,4 3 0 0,6-4-11 16,6 1-38-16,5-2-64 0,5-1-60 15,4-6-109-15,4-3-148 0,4-1-180 0,7-7-261 16,2-4-216-16,4-5-176 0,3-4 104 0,2-6 393 15,4-2 396-15</inkml:trace>
  <inkml:trace contextRef="#ctx0" brushRef="#br0" timeOffset="31635.6">14193 10033 466 0,'-6'-18'978'0,"-8"2"299"0,-1 2 84 0,-2 4-290 16,-1 3-362-16,-4 3-234 0,-1 4-129 15,-2 4-86-15,-1 4-103 0,-1 7-65 0,-5 6-40 16,2 4-21-16,-4 9-13 0,-1 7-6 0,0 3-6 16,-1 9 0-16,1 6 0 0,2 5 2 0,1 3 2 15,4 1 2-15,4 2 1 0,4-2 0 16,5-4-4-16,6-2-3 0,3-6-3 15,6-6-4-15,6-3-2 0,3-7 0 0,2-5-1 16,8-5-1-16,2-3 1 0,3-9 0 0,4-4 0 16,5-3-4-16,5-6-7 0,0-5-23 0,2-5-57 15,4-4-61-15,0-4-84 0,5-4-142 16,0-4-209-16,3 0-300 0,3-4-242 0,-2-2-199 16,-1 0 33-16,-2-2 461 0</inkml:trace>
  <inkml:trace contextRef="#ctx0" brushRef="#br0" timeOffset="31903.46">14968 10026 380 0,'-3'-19'934'0,"-5"8"380"16,-6 3 106-16,-1 5-288 0,-4 6-359 0,-3 3-263 16,-2 6-143-16,-3 6-96 0,-3 2-98 0,2 7-56 15,-2 3-31-15,2 7-17 0,-1 5-9 0,6 4-5 16,0 7-6-16,3 2-5 0,2 4-6 15,7 3-5-15,0 1-5 0,3 1-5 0,5 3-6 16,3-4-6-16,3-1-4 0,7-6-6 16,2-4-2-16,6-8-4 0,3-4-4 0,2-7-7 15,6-8-10-15,1-8-10 0,1-3-15 0,2-8-25 16,2-8-59-16,3-4-64 0,1-6-98 0,1-4-165 16,3-3-292-16,1-6-320 0,1-2-252 15,0-1-154-15,-2-1 245 0,3-2 613 0</inkml:trace>
  <inkml:trace contextRef="#ctx0" brushRef="#br0" timeOffset="32231.68">16525 9805 108 0,'-12'9'708'0,"4"1"462"0,0-3 103 0,-2-3-155 16,6 2-397-16,2-3-362 0,2 0-133 0,3 0-63 16,6 0-30-16,1 0 5 0,4-2 33 15,5 1 9-15,3-4-27 0,2 1-26 0,6-2-14 16,2-1-30-16,6-2-37 0,1-2-18 15,3-1-12-15,3-1-6 0,0-2-5 0,-3 0-1 16,-2 0-35-16,-4 1-68 0,-3 0-97 0,-6 3-174 16,-3 2-291-16,-10 1-328 0,-3 3-313 15,-9 6-168-15,-8 0 236 0,-7 4 628 0</inkml:trace>
  <inkml:trace contextRef="#ctx0" brushRef="#br0" timeOffset="32424.86">16405 10180 347 0,'1'13'967'0,"1"-2"312"0,3-2-54 16,3-1-205-16,4-3-515 0,4-1-249 0,3-3-99 15,6-4-45-15,1-1-24 0,7-2-8 16,6-3-7-16,3-1-16 0,7-5-19 0,-2 5-14 16,8-8-10-16,-1 2-7 0,-1 0-38 15,-3-1-75-15,-1 2-183 0,-5-1-294 0,-4 3-277 16,-4 3-300-16,-4 0-201 0,-7 1 173 0,-3 1 603 15</inkml:trace>
  <inkml:trace contextRef="#ctx0" brushRef="#br0" timeOffset="35861.83">18666 9768 123 0,'-10'14'332'0,"0"3"171"0,0-4 180 0,-1 0-90 15,0-1-24-15,1-2 0 0,2 0-16 0,2 0-48 16,-2-3-79-16,4-1-93 0,0 1-99 16,1-3-85-16,2-1-56 0,-1 0-32 0,2-1-11 15,0 0 8-15,0-2 61 0,2 2 48 16,1-2 28-16,0-2 13 0,0 2-2 0,2-2-18 16,2-2-48-16,2-2-36 0,-1-1-23 0,2-4-18 15,2-4-11-15,2-1-9 0,3-6-7 16,4-4-5-16,0-6-6 0,5-2-5 0,3-4-2 15,2-1-2-15,3-7 2 0,0-1 1 16,4 3 0-16,-3-2 3 0,-2 4 0 0,0-1 1 16,-1 2-1-16,-4 4 0 0,1 2-2 0,-2 2-2 15,-2 2-3-15,-1 2-3 0,0 1-2 0,-2 0-2 16,-2 5-3-16,1-1 0 0,-2 1-2 16,-2 4 0-16,0 1-1 0,-2 1 1 0,-3 4-2 15,0 0 2-15,-3 3-1 0,-1 1 0 16,-2 3 0-16,-3 2-1 0,1 1 1 0,-1-1-1 15,-2 4 1-15,3 2 3 0,-3 3 5 0,-1 2 6 16,0 5 6-16,0 3 5 0,0 4 5 0,-1 4 2 16,-3 4 0-16,1 5 2 0,0 4 2 15,-2 3 2-15,0 4 0 0,-1 5-16 0,0 4-24 16,0-1 0-16,-3 6 0 0,0 2 0 16,0 0 0-16,-1 1 0 0,-1-2 0 0,3-1 0 15,-1 0 0-15,1-3 0 0,-1-2 0 0,0-2 0 16,1-6 0-16,4-1 0 0,-4-5 0 0,2-4 0 15,1-4 0-15,2-2 0 0,-2-6 0 16,2-5 0-16,-1 0-17 0,-2-6-122 0,2-3-95 16,-4-3-206-16,1-2-287 0,1-1-354 15,-3-5-424-15,1-2-286 0,1-5 262 0,1-5 904 16</inkml:trace>
  <inkml:trace contextRef="#ctx0" brushRef="#br0" timeOffset="36589.55">20668 9220 227 0,'1'9'666'0,"1"-1"309"0,-2 1 135 16,0 0-150-16,0-1-314 0,2 3-180 16,-2 0-66-16,1 1-43 0,2-2-62 0,3 1-60 15,-3-3-42-15,2 0-38 0,0-2-48 16,0 0-22-16,1-3-8 0,0-1 3 0,2-4 2 15,-1-1-7-15,1-3-4 0,-1-2-4 0,1-3-5 16,-3 0-3-16,0 0 1 0,-2-3 4 0,0 3 5 16,-3 0 4-16,0 4-1 0,0-2-6 15,-3 3-9-15,0 0-10 0,-2 3-12 0,-1 0-10 16,-1 2-8-16,0-1-5 0,-1 2-5 16,0 2-3-16,1 1-2 0,-2-1-2 0,3 2-1 15,1 0-1-15,0 1-1 0,0 0 0 0,4 1-2 16,-4 0-6-16,5 0-16 0,0-1-25 0,5-3-48 15,-2 4-78-15,0-5-132 0,2 1-213 16,0-2-301-16,1-2-353 0,2 1-333 0,-2-2-120 16,1-2 460-16,-3-1 682 0</inkml:trace>
  <inkml:trace contextRef="#ctx0" brushRef="#br0" timeOffset="40457.97">8598 6691 100 0,'-2'0'282'0,"0"0"119"0,-1 0 111 0,0 1-171 16,0-1-109-16,-2 4-66 0,3-3-39 0,-2 2-23 16,2 1-32-16,1 3-27 0,-1 1-22 15,2 5-12-15,0 0-7 0,0 2 0 0,2 4 64 16,-1 1 31-16,1 1 21 0,2 0 8 15,-2 1 5-15,0 3-2 0,-1-2-57 0,2 4 48 16,-3-1 33-16,2 2 14 0,-2 2 3 0,0-3 0 16,0 2-3-16,0 0-70 0,0 2-46 0,-2-2-22 15,1 3-12-15,-1-3-6 0,2 3-4 16,-3-1-5-16,3 0 5 0,-2 0-2 0,2-2 19 16,0 2 8-16,0 0 4 0,0 1 3 15,0-2 2-15,0 0-3 0,0 0-16 0,2 0-9 16,-2-4-5-16,0 1-22 0,2-4-14 15,-1-1-5-15,-1 2-7 0,2-6-2 0,-1 2-1 16,1-2 19-16,-2 1 12 0,2-2 3 0,-1 0 6 16,1 0 1-16,-1 0 1 0,-1 0-1 15,2 1 0-15,0-3-1 0,-1 4-1 0,1-2 1 16,1-3-3-16,-1 0 2 0,2-1-1 0,-2 0 2 16,1-4-2-16,-2 0 0 0,3-2 2 15,-3 0-1-15,2 1 2 0,-3-3 2 0,2 0-1 16,1 1 6-16,-1 0 1 0,0 0-1 15,-1 1 0-15,2 0-1 0,0 3-1 0,-1-3 0 16,-1 3-1-16,1 1 0 0,-1-1 0 0,1 1 19 16,1-2 8-16,-1 1 4 0,-1-1-1 15,1-1 2-15,1-1-3 0,-1-1-21 0,0-1-9 16,-1 0-6-16,1-1-1 0,-1-2 0 16,2 2 1-16,-3-2 5 0,2 1 0 0,-1-2-2 15,1 1 3-15,-1 1 2 0,1-3-3 0,-2 2-2 16,2 0 1-16,-1 1 0 0,1-2-1 0,-2 2-1 15,1-1 0-15,1 0-1 0,0-1-2 16,-1 0 0-16,1 1 0 0,0 0 1 16,-1-2 1-16,2 0 2 0,3 0-2 0,-3 0 4 15,2 0 0-15,0 0 1 0,0 0 0 0,0 0-2 16,2-2 5-16,-2 2-2 0,0 0 1 16,3-2-1-16,-2 1 2 0,2 1-1 0,-2-1 2 15,2 1-3-15,-1-2 2 0,2 2 0 0,1 0-3 16,-1 0-1-16,2 0 1 0,0 0 0 15,-1 2 30-15,4-2 29 0,-3 1 15 0,2-1 10 16,1 0 0-16,-3 1 1 0,3-1-27 0,-1 0-23 16,-1 0-10-16,1 0 17 0,0-1 14 15,-1 1 8-15,1-1 3 0,1-1 0 0,-1 0-6 16,1 1-25-16,0-1-14 0,-1-2-12 16,1 4-7-16,-2-2-3 0,1 0-2 0,-1 2 0 15,-3-3 0-15,4 1 0 0,-4 2 1 0,-1-1-5 16,2-2 2-16,-2 3 0 0,-2-2 0 15,2 2 0-15,-2 0 0 0,0 0 3 0,2 0-2 16,-3 0-2-16,2-2 0 0,0 2 2 16,-2 0-2-16,1-2 2 0,-1 2 3 0,-1-1 0 15,0 1-1-15,2 0-1 0,-3-1 1 0,1 1-1 16,-1-2-1-16,-2 2 1 0,3 0 0 16,-3-2 2-16,4 2-2 0,-2 0 5 0,-1 0-5 15,4 0 4-15,-3 0-4 0,2 0-2 16,-2 0 0-16,2-1-2 0,-2 1 1 0,2-1 2 15,-1 1 2-15,-2 0 3 0,1-2-4 0,2 1 0 16,-3-1-2-16,1 1-2 0,-2-1 1 16,1-1 1-16,0 1 2 0,-1 1 2 0,2-1 1 15,-1 1 2-15,0 0-3 0,0-2-2 16,0 1 0-16,1 0-2 0,-1 0 1 0,-1-1 0 16,1 0 2-16,0 0 1 0,-1 0-1 0,1 0 6 15,-1-3 6-15,-1 2 11 0,2-1 9 16,0-3 9-16,-2 2 12 0,1-3 6 0,-1 0-6 15,0-1-5-15,-1 1-7 0,1-3-9 16,-2-1-14-16,2-2-7 0,0 2 1 0,-2-1-9 0,2-3-6 16,-1 2 1-16,-1-3 2 0,2 0-3 15,-1 0 15-15,-1-2 23 0,0-1 12 0,2 0 7 16,0-2 4-16,-1-2-3 0,1 0-18 16,0-2-14-16,0 0-9 0,0-2-4 15,0 1-8-15,1-1 3 0,-1 1 3 0,2-3-4 16,0 3-1-16,-1 1-2 0,-1-1 7 0,2-1-1 15,-1 4-3-15,-1-2 3 0,0 1-1 0,0 3 2 16,0-2-2-16,-1 1 0 0,-1 0-3 16,-1 0 0-16,1 2-1 0,-1-1-2 0,0 1-3 15,-3 1 1-15,3 0 2 0,0 2-2 16,-1-1 0-16,0 2 2 0,0 0-4 0,-1 1-3 16,2-1-1-16,-1 2-2 0,1-1 0 0,0 3 1 15,-1-3 4-15,1 0-2 0,2 2-3 16,-1 0 4-16,0 0 1 0,-1 0-3 0,1 0 0 15,1 0 7-15,-1 0-1 0,2 0 0 0,-1 0 0 16,1 0 0-16,0 2 0 0,1-2-3 16,-1 2 4-16,2-2 4 0,-1 4-2 0,1-3 1 15,0 2 4-15,1 0-3 0,0 1-1 0,-1-1-4 16,1 0 5-16,-1 0-2 0,1 4-2 16,-2-4 2-16,4 1 1 0,-4 1 1 0,2 0-8 15,-1 0 2-15,1 0-1 0,-1 0 3 0,1 2-6 16,0-1 5-16,-1 3 3 0,-2 0 4 15,2 2 3-15,-1 0-2 0,-1 2 12 0,0-2 9 16,2 3 0-16,-2-2 1 0,0 3 6 0,0-3 2 16,0 3-7-16,0-2-7 0,-2 2 0 15,2-3-3-15,-1 1-5 0,-1 1-4 0,0 0 1 16,1-3 0-16,-2 3 1 0,1 0-1 16,-3-1 0-16,2 0 2 0,0 1-4 0,-3 0-1 15,-1-1 0-15,-1 2-1 0,0 0-2 0,-1 0-1 16,-2 0-2-16,-3 0-1 0,-1 2-1 15,1-1 1-15,-5 0 0 0,-1-1 0 0,1 2-2 16,-5 0 7-16,0-1 2 0,-4-1 1 16,1 1-2-16,-4-1 1 0,-1 0 3 0,0-1-12 15,-1 1-7-15,1 0-3 0,-1 0-1 0,3 0 0 16,2 0-3-16,1 0 4 0,2 1 3 0,2-1 2 16,3 2 1-16,-1 0-2 0,5-1 1 15,1 0 0-15,2 1 2 0,2 1-1 0,0-1-1 16,1 1-13-16,4 0-52 0,1 2-57 15,-1-1-123-15,3 2-172 0,1 1-303 0,2 1-319 16,0 1-271-16,0 0-159 0,0-1 343 0,0 3 587 16</inkml:trace>
  <inkml:trace contextRef="#ctx0" brushRef="#br0" timeOffset="48331.58">23254 7724 140 0,'7'-10'370'0,"-2"3"196"15,-3-3 203-15,2 4-70 0,-4-1-63 0,0 0-43 16,-2-1-55-16,0 2-51 0,-2-1-30 0,1 0-58 16,0 1-61-16,-1 1-53 0,0-1-35 15,-5 0-41-15,2-1-57 0,-3 1-48 0,1 2-34 16,-4-2-27-16,1 3-17 0,-6 0-9 15,2 2-7-15,-6 1-4 0,3 0-4 0,-5 3 0 16,1 0 0-16,-2 1-2 0,-1 1-1 0,1 3 0 16,-1 1 1-16,0-1 0 0,0 3-1 0,0-1 0 15,2 1 1-15,1 1-1 0,3 0-2 16,1 0 3-16,3 0-4 0,2-3 1 0,1 1-1 16,5 1 2-16,-1-4-2 0,3 1-2 15,3 3 1-15,1-4 1 0,0 2 3 0,4 0-2 16,1 0 2-16,1 0 3 0,5 1-1 0,-1 1-2 15,1 0 2-15,4 0 0 0,1 3 3 0,2-3-4 16,1 5 1-16,4-2 1 0,-4 2-3 16,4-1 1-16,-1 1-2 0,1 0 2 0,1 2 0 15,0 1 0-15,-1-1-2 0,-1 0 2 16,2 0-1-16,-2 1-1 0,-2-1-1 0,0 0 2 16,-2 1 0-16,-2-3 0 0,-5 1 3 0,3 0-2 15,-5-1 3-15,-1 1-2 0,-2 2 2 16,-3-4 0-16,-1 3 0 0,-1-2 3 0,-4-1-1 15,-3 0 0-15,0-2 2 0,-1 1 0 0,-4-1 1 16,-1-3-1-16,-2 0 1 0,-1-1 0 16,-2-3 0-16,-1-3 0 0,0-2-1 0,-2-1-3 15,0-2 0-15,-2-4-3 0,0-4-1 0,2 1 0 16,2-3 0-16,-1-1 1 0,4-1 0 16,3-1 0-16,2-1-2 0,3-1-1 0,3-1-2 15,2 0 1-15,6-1-2 0,1-2 0 16,7-4 4-16,2 0 1 0,4-2 0 0,6-4-3 15,2 0 2-15,3-3 0 0,1 0-2 0,2-1-2 16,3 1-2-16,1 1 1 0,-3 1 2 16,1 0-1-16,-4 2 0 0,1 4 3 0,-5 1 4 15,-2 3 4-15,-3 3 6 0,-5 0 10 0,-2 3 10 16,-3 3 2-16,-6 1 3 0,-2 1-3 16,-5 1-4-16,-3 1-12 0,-4 1-10 0,-1 3-5 15,-6 3-4-15,1 0-4 0,-4 4-4 0,2 0-6 16,-1 7-23-16,-2-2-65 0,1 2-67 15,0 2-120-15,3-2-186 0,0 4-307 0,1-3-321 16,4 3-230-16,-1 1-116 0,3 0 374 16,1-1 574-16</inkml:trace>
  <inkml:trace contextRef="#ctx0" brushRef="#br0" timeOffset="49591.48">21961 8824 14 0,'-6'2'219'0,"-1"2"110"16,1-2 104-16,1 1-62 0,2 0-113 0,-2-2-67 15,4 3-22-15,-1-3-6 0,1 0 0 0,-1 1-10 16,0 0-25-16,2-2-19 0,0 0-15 16,0 1-6-16,0-1-3 0,0 0 11 0,0 0 23 15,0 0 12-15,0 0 16 0,0 0 7 16,0 0-8-16,0 0-18 0,2 0-20 0,0 0-23 15,-2 0-35-15,0 0-24 0,1 0-16 0,1 0-7 16,1 1-6-16,2 1-4 0,1-1 79 16,3 2 44-16,1-2 28 0,4 3 49 0,0-3 30 15,4 2 9-15,-1 0-65 0,4-1-33 16,1-1-21-16,-1 1-39 0,4-2-19 0,2 1-8 16,3-1-5-16,0 0-9 0,3 0-3 0,0-1 25 15,4-1 43-15,-1-1 22 0,5 0 8 16,0-1 8-16,0-1-3 0,3 1-2 0,3-2-31 15,1-2-19-15,3 1-8 0,0-1-9 16,2 1-2-16,1-1-26 0,0-2-8 0,1-1-1 16,0 1-2-16,2 0-1 0,0-3 2 0,-3 2 0 15,2 1-6-15,0 0-6 0,-2-1-3 16,-3 1 0-16,1 2-4 0,0 1 0 0,-3-1 1 16,2 2 2-16,-3 3-1 0,-1 0-1 15,0 1-1-15,-3-1-3 0,0 2 1 0,-2 1-3 16,-3 0-2-16,2 0-1 0,-3 1 2 0,-5-1 2 15,1 3-3-15,-4-2 3 0,-4 0-2 0,0 0 1 16,-5 1-1-16,-3-2-1 0,-2 3 1 16,-2-3-1-16,-4 0 2 0,1 0 1 0,-7 0 2 15,1 0 4-15,-1 0 14 0,-3 0 14 16,1 0 6-16,-1 0 5 0,-1 0 2 0,0 0-3 16,0 0-12-16,0 0-10 0,-1 0-9 0,-1 0-5 15,1 0-7-15,-3-3-2 0,3 3-5 16,-3 0-4-16,0-2-10 0,-1 2-18 0,1-1-29 15,-1 1-66-15,-2-1-73 0,1 1-112 16,-3-1-167-16,-1-2-268 0,0 3-310 0,-2-1-223 16,1 1-141-16,-2-1 253 0,-3-3 554 0</inkml:trace>
  <inkml:trace contextRef="#ctx0" brushRef="#br0" timeOffset="79755.69">21963 9768 307 0,'-8'14'610'0,"-2"-2"283"0,1 1 158 0,2-2-248 16,1-3-201-16,1-2-132 0,2-1-103 16,1-1-84-16,2-2-53 0,0-1-21 15,4-4 9-15,0-1-7 0,3-4-10 0,2-5-7 16,2-4-31-16,4-4-41 0,3-3-43 0,0-4-25 16,4-5-16-16,3-3-15 0,2-2-7 0,2-2 1 15,-1-1 2-15,-2 2 4 0,1 3 0 16,-4 2 3-16,-1 4 7 0,-4 3-1 0,-3 4 0 15,-2 5 4-15,-4 5 6 0,-1 1 1 16,-3 5-5-16,-2 1-3 0,1 4-5 0,-4 4-8 16,0 4-6-16,-4 3-6 0,1 5-2 0,0 4-2 15,-2 2-2-15,0 5-1 0,-1 1 1 16,2 4-1-16,-3 1 5 0,1 2 4 0,-1 2 2 16,0-1 1-16,0 2-1 0,-1 0 0 15,2-1-3-15,-2-1-4 0,0 0-4 0,3-7-1 16,-1 2-1-16,0-2-1 0,0-4 0 0,1-2 0 15,2-2 0-15,-1-1 0 0,1-5 0 0,2 1-1 16,-3-3-2-16,3 0-6 0,-1-4-10 16,2-1-15-16,-1-2-24 0,1-1-55 15,0-1-71-15,0-2-88 0,0-3-146 0,1-2-195 16,2-2-311-16,2-3-256 0,0 0-191 0,0-5 42 16,0 0 480-16</inkml:trace>
  <inkml:trace contextRef="#ctx0" brushRef="#br0" timeOffset="80381.39">22816 9405 21 0,'5'-17'443'16,"-5"4"403"-16,0 0 289 0,-5-3 28 0,0 1-350 15,-4 0-201-15,1 2-109 0,0-1-91 16,-1 1-77-16,-4 5-60 0,2-1-41 0,-3 3-68 16,1 2-62-16,-2 2-36 0,0 6-27 15,0 2-14-15,0 5-12 0,2 4-6 0,-2 6-5 16,3 1-2-16,0 7-1 0,3 1 0 0,2 2-1 16,2-2 2-16,4-1-1 0,2 0 0 15,2-5 0-15,4-2 0 0,1-5 1 0,3-2-2 16,2-5 1-16,-1-4 2 0,6-5-3 0,0-6 3 15,0-3 0-15,2-3 1 0,-2-4-1 16,2-2 0-16,-1-3 0 0,-3 0-1 0,0-2-1 16,-3 3-1-16,-4 0 1 0,0 1 0 15,0 1 0-15,-5 2-1 0,0 0 3 0,-3 2-2 16,1-2 0-16,-1 6 0 0,-1-3 0 0,0 1 0 16,0 2-2-16,-1 2 1 0,1 1-2 15,-2 2 2-15,2-1-2 0,0 2 2 0,0 1-3 16,0 4 1-16,-1 1-2 0,1 2 0 0,0 3 1 15,-2 3 1-15,2 1 1 0,-2 4 2 16,2 1 2-16,0 4 2 0,-1 0 0 0,1 1 0 16,0 2 0-16,0 3 0 0,0 0-2 15,-2 2 2-15,2-1 6 0,0 1 3 0,-1-1 2 16,-3 2 2-16,3-1 6 0,-6-1 3 0,1-2-3 16,-2 2 0-16,-1-1-4 0,-5-1 0 15,1-2-5-15,-3-2-4 0,-1 1-2 0,-4 0-3 16,4-4 0-16,-4-1-1 0,1 0-2 15,2-3-2-15,-1-2 0 0,2-1-1 0,1-3 0 16,3 0-1-16,-1-4-1 0,6 2-3 0,0-5-7 16,2-2-13-16,2 0-31 0,2-2-67 15,2-4-67-15,2 0-101 0,1-3-158 0,4-3-221 16,1 0-301-16,2-1-220 0,2-2-166 0,1 0 143 16,4-2 492-16</inkml:trace>
  <inkml:trace contextRef="#ctx0" brushRef="#br0" timeOffset="81019.62">23289 9276 132 0,'0'-2'319'0,"0"2"162"15,-1-5 106-15,1 4-63 0,0-2-39 16,0 1-15-16,0 0-16 0,0-2-19 0,1 2-30 16,1-2-48-16,1 0-64 0,0 0-51 15,3-1-27-15,-1-1 7 0,3-1 18 0,0 1 2 16,4-3-3-16,1 0-11 0,1 0-30 0,-1-2-37 16,3 1-48-16,-2-3-31 0,3 4-24 15,-1-3-17-15,3-1-8 0,-1 5-12 0,1-2 2 16,-5 3-3-16,3 1-1 0,-1 0 0 15,-2 2 0-15,-1 2 3 0,1 2-4 0,-3 2 1 16,-3 3 3-16,1 1 4 0,-2 3 4 0,-4 5-2 16,-1 1 0-16,-4 2-3 0,-1 3-3 0,-4 4 0 15,-2 2-2-15,-2 2-3 0,0 4 4 16,-5 1 4-16,3 4 5 0,-4-1 1 0,1 3 4 16,-1 0 4-16,-2-1-1 0,3 2-3 15,1-5-4-15,0 2-7 0,2-4-5 0,3-3-6 16,2-1-5-16,-1-4-5 0,6-2-1 0,2-2-2 15,1-3-1-15,3-2 0 0,3-2 1 16,2-3 1-16,5-3 0 0,0 0 2 0,3-6 0 16,2 0 0-16,4-4-1 0,4 0-1 15,-1-4-3-15,4-2-11 0,2-1-21 0,3-3-41 16,-3-1-83-16,4-2-155 0,-4-2-268 0,2 1-324 16,-4 0-398-16,-3 3-407 0,-1 0-12 15,-3 3 752-15</inkml:trace>
  <inkml:trace contextRef="#ctx0" brushRef="#br0" timeOffset="83015.59">25276 8297 4 0,'5'8'479'0,"-2"3"431"0,1-5 223 16,-3-2-38-16,3 1-283 0,0-1-338 15,4 1-144-15,0-2-17 0,3 0-10 0,5 1-22 0,-2 1-17 16,3-3-31-16,3 0-50 15,0 0-66-15,2-1-40 0,3-2-17 0,-1-1-27 16,3 0-14-16,2-2-7 0,1 0-6 0,-2-1-2 16,-1 1-4-16,0-3-2 0,-4 3-1 15,-2 0-35-15,-2 1-66 0,-6 1-67 0,-3 0-140 16,-6 2-205-16,-4 2-320 0,-7 2-294 16,-7 1-207-16,-3 3-42 0,-9 1 466 0,-4 2 519 15</inkml:trace>
  <inkml:trace contextRef="#ctx0" brushRef="#br0" timeOffset="83205.86">25168 8588 184 0,'3'8'440'0,"4"0"238"0,1 0 242 16,4-1-113-16,3 0-149 0,4 0-101 0,3 0-89 16,5-1-74-16,5-2-110 0,3 1-87 15,0-3-79-15,4 0-41 0,4-2-32 16,0 0-25-16,0-2-16 0,2 1-11 0,1 0-13 15,-7 1-48-15,3 0-160 0,-8 1-297 0,0 4-260 16,-6 2-265-16,-4 4-216 0,-4 3 92 0,-9 1 552 16</inkml:trace>
  <inkml:trace contextRef="#ctx0" brushRef="#br0" timeOffset="103821.48">27048 7943 44 0,'-2'0'245'0,"2"0"127"15,0 0 121-15,0 0-85 0,0 0-102 0,0 0-58 16,0 0-15-16,0-2-6 0,-2 0 0 15,2 1 6-15,0 1 4 0,0-2 12 0,0 1 13 16,0 1 5-16,0-2 7 0,0 2-8 0,0 0-14 16,0 0-31-16,-1-1-33 0,1 1-23 15,0 0-21-15,-2 1 10 0,2-1 28 0,-2 2 32 16,2-2 12-16,0 1-3 0,0 1-18 16,0-1-35-16,0 1-40 0,-1-2-40 0,1 0-25 15,-2 2-16-15,2-2-6 0,0 0-7 0,0 0-3 16,0 0-2-16,0 0-2 0,0 0-2 15,0 0 0-15,0 0 0 0,0 0-3 0,0 0 0 16,0 0-1-16,0 0-1 0,2 0-1 0,-2 0-2 16,0 0-2-16,1 0 0 0,-1 0-3 15,0 0 0-15,0 0-1 0,0 0-1 0,0 0 0 16,0 0-1-16,2 0-1 0,-2 0 0 0,0 0 1 16,0 0 1-16,0 0 2 0,0 0 0 15,0 0 2-15,0 0 0 0,0 0-1 0,0 0-1 16,0 0-3-16,0 0-1 0,0 0-2 15,2 0 0-15,-2 0-2 0,0 0 0 0,0 0-1 16,0 0 0-16,0 0 0 0,0 0 0 0,0 0-2 16,0 0 0-16,0 0 0 0,0 0 0 15,-2 0-2-15,2 0 1 0,-2 0-2 0,1-2 1 16,-1 2-1-16,1 0-1 0,-3-2 1 16,1 2-1-16,-1-1 1 0,1 1-1 0,-2 0 1 15,2-2-1-15,-1 2 1 0,1 0-1 0,2-1 1 16,-4 1 0-16,2 0 1 0,-3 0-1 0,1 0-1 15,0 0 1-15,0 0 0 0,0 0-2 16,1 1 1-16,-2-1 0 0,2 2-1 0,0-2 1 16,-1 1-1-16,0 1 1 0,2 0 0 15,-4-1 0-15,1 2 0 0,2 0 0 0,-1 0 1 16,-2 1-2-16,1 0 0 0,-2 3 0 0,2-1 1 16,0 1 0-16,-3 0-1 0,2 2 2 15,1-1-1-15,1 0 0 0,-3 3-1 0,3-2 1 16,-3 1 0-16,4 2-1 0,-3 0 0 15,2 0 1-15,0 2 1 0,1-1-1 0,-2 2 0 16,-1 0 0-16,2 3 0 0,1-2-1 0,-1 2 1 16,0 0-1-16,1 0 0 0,2 1 0 15,0-4 0-15,1 3 0 0,1 0 0 0,1 0 0 16,1-2 1-16,1 0 0 0,2 1 1 0,-1-2 0 16,4 0 0-16,-1-2 0 0,4 1 2 15,-3-2-2-15,1 0 0 0,4-3 1 0,-2 2 0 16,0-4 0-16,5-1 1 0,-3-2 2 15,4-1 0-15,-3-3 2 0,5-3 0 0,-1-2 0 16,4-3-1-16,-2-4-1 0,1-1 0 0,1-4-1 16,2-1 1-16,-3-3 0 0,-1-1 0 15,0 0-1-15,-1 1 0 0,-3-2 0 0,0 2-1 16,-5 1 0-16,-1-1 0 0,0-1 1 0,-3 0-1 16,-3 0 0-16,0 0 1 0,-4-1-1 15,0-1 0-15,-4 0 0 0,1 3 0 0,-5-1 0 16,1 2 0-16,-5 0-1 0,0 2 0 0,-2 3 0 15,-2 0 0-15,-2 2 0 0,0 3 0 16,2 1 0-16,-3 2 0 0,3 3-1 0,-1 1 0 16,0 1 0-16,0 4-1 0,1-1-1 15,2 4 0-15,1 1-1 0,1 0 0 0,1 1-1 16,3 1 0-16,-1 1 0 0,2 0 1 0,2-1-1 16,2 3 0-16,0-2-5 0,1 4-9 15,2-3-13-15,0 0-19 0,2 1-31 0,0 0-71 16,1 0-69-16,-2 0-115 0,3 0-168 0,-1-1-301 15,2-1-321-15,1 3-222 0,-2-1-137 16,1 2 319-16,2-2 590 0</inkml:trace>
  <inkml:trace contextRef="#ctx0" brushRef="#br0" timeOffset="104149.58">27329 8553 153 0,'0'-4'807'16,"-2"0"578"-16,2 0 138 0,-1 1-210 15,1-2-447-15,-2 2-319 0,1-1-176 0,1 2-119 16,-2 0-86-16,0-1-56 0,2 3-38 16,0-1-26-16,0 0-20 0,0 0-13 0,0 1-9 15,0-3-6-15,0 3-3 0,0 0-5 0,2 0-21 16,0 0-65-16,-1 0-73 0,-1 0-145 16,3 3-245-16,1-1-321 0,-4-1-364 0,1 4-267 15,-2 0-37-15,-1-1 588 0</inkml:trace>
  <inkml:trace contextRef="#ctx0" brushRef="#br0" timeOffset="106593.72">28036 7936 205 0,'-2'-4'504'16,"1"0"262"-16,-3-2 195 0,3 3-137 0,-2 1-173 15,-1-4-119-15,3 4-61 0,-3-1-21 16,1-1-33-16,2 1-63 0,-4 0-59 0,2 0-40 16,0 1-51-16,1-1-54 0,-1 0-44 15,0 1-30-15,1 2-20 0,-1-1-15 0,0 0-9 16,0 2-11-16,-2 0-6 0,1 1-7 15,-1 3-4-15,-3 2-2 0,0 5-2 0,-1 1 1 16,-1 6-2-16,2 3 1 0,-3 1-2 0,3 4 1 16,2 1-1-16,1 3-1 0,2-3 0 15,-1 2 0-15,6-3-1 0,1-2 1 0,2-1-1 16,3-4 1-16,2-1 0 0,0-2 2 16,2-4 2-16,2-2 1 0,0-3 3 0,2-3 1 15,1-3 3-15,0-4-2 0,3-3-1 0,-1-2 0 16,-1-4 0-16,2-2 0 0,-3-1 0 15,-1-5 0-15,-1 2-1 0,-3 0 0 0,-3-4-1 16,0 1 0-16,-5-3 1 0,-3 1-1 0,-1-3-1 16,-3-1 0-16,-2-1-3 0,-4 0 1 15,-1 0-2-15,-1 3 0 0,-3 0 0 0,0 5 0 16,-2 1 0-16,2 3-1 0,-2 3 1 0,3 0-2 16,-1 5 0-16,3 1-1 0,-2 1 0 15,3 5-1-15,-2 5 0 0,-2 1-2 0,5 2 2 16,-3 3 0-16,2 1 1 0,2 3-13 15,1-1-41-15,4 3-66 0,0 0-75 0,3 0-141 16,1 0-205-16,3 0-315 0,0-2-287 0,1 0-214 16,3-2-37-16,1-1 460 0,3-2 526 15</inkml:trace>
  <inkml:trace contextRef="#ctx0" brushRef="#br0" timeOffset="107193.61">28516 7746 44 0,'0'-5'276'0,"2"-1"174"15,-1 2 186-15,-1 1 7 0,0 0-43 0,0 2-10 16,0-1-22-16,0 2-45 0,0-2-77 0,0 2-89 16,-1 0-93-16,-1 2-83 0,2 0-48 15,-1 2-5-15,-1 1 23 0,0 5 25 16,-1 2 7-16,-3 2 3 0,3 3-14 0,-3 1-35 15,1 2-36-15,-2 0-35 0,3 4-20 0,-2-4-17 16,1 3-10-16,2-2-4 0,-1-2-5 0,4-1-4 16,0-1-2-16,0-4-1 0,4 1 0 15,-3-3 0-15,6-3 1 0,-1-2 3 0,2-1 1 16,0-2 0-16,4-3 2 0,-1-3 1 16,2-2-3-16,3 0 0 0,-3-3-2 0,2 1 0 15,-2-1-3-15,1-1 1 0,-3 2-2 0,-1 1 2 16,-1 0-1-16,-3 2 0 0,-1 2-1 15,0 0-2-15,-2 0-3 0,-1 2-1 0,-1 0-2 16,-1 2 1-16,0 0 1 0,0 3 3 16,-3 5 2-16,0-2 1 0,-3 4 3 0,1 2-1 15,-3 2 3-15,-1 2-3 0,-1-1 0 0,0 6-3 16,0-3 0-16,-2 2-2 0,4-2-3 0,-1 0 2 16,3-1 0-16,-1-2 0 0,4-1-2 15,0 0-15-15,3-7-56 0,0 1-59 16,0-3-77-16,1-2-135 0,4-4-184 0,0-2-310 15,3-3-243-15,3 0-212 0,0-2-26 0,2-2 402 16,1 1 482-16</inkml:trace>
  <inkml:trace contextRef="#ctx0" brushRef="#br0" timeOffset="107707.61">28804 8182 162 0,'-1'1'467'0,"-1"1"270"16,0-2 209-16,2-2-124 0,-1 0-175 15,1-1-136-15,1 0-95 0,1-2-81 0,0-1-76 16,2-1-65-16,2-3-55 0,1-1-36 0,1 0-22 15,1-1-14-15,4-2-12 0,-2-3-8 0,3-2 32 16,0 2 15-16,2-4 9 0,-2 0 26 16,4-2 9-16,-1 0 6 0,0-2-30 0,0 1-19 15,0-2-18-15,-1 0-27 0,-1-1-14 16,-2 0-13-16,1 0-9 0,-3 3-1 0,-1 0 3 16,-1 3 9-16,-2 2 8 0,-3 5 6 0,1 1 5 15,-1 3-3-15,-1 3-4 0,-3 1-9 0,1 1-10 16,-1 2-8-16,0 2-7 0,0 2-5 15,-1 1-1-15,-2 4-2 0,-1 1 1 16,-1 4 3-16,1 2 1 0,-4 4 3 0,2 1 1 16,-2 2 5-16,1 0 2 0,1 3 0 0,-3-1 3 15,2 2-1-15,1-1 3 0,-1 4-3 0,2-2 0 16,1 0 0-16,-2 0-2 0,-1-2 0 16,3 2-4-16,0-3-2 0,-1 1-3 0,1-4-2 15,-1 3-1-15,2-3-1 0,-2-2-1 16,2 1 0-16,0-2-8 0,0 0-28 0,-1 0-71 15,1-5-87-15,2 0-161 0,-5-1-290 0,3-3-327 16,-1-1-355-16,-1-1-211 0,1 0 125 16,-1-1 672-16</inkml:trace>
  <inkml:trace contextRef="#ctx0" brushRef="#br0" timeOffset="109617.69">29688 7578 27 0,'6'-4'243'0,"1"-1"146"15,-1-1 161-15,-2 0 4 0,0 0-37 0,-3-1 23 16,-1 1 21-16,0 0-8 0,0 1-47 16,-1 0-77-16,-3-1-93 0,3 1-89 0,-4 2-71 15,1-1-30-15,-3 0-11 0,1 1-4 16,-1 0-5-16,1 1-17 0,-3 1-14 0,1 1-26 15,-2 3-33-15,-2 3-20 0,1 2-16 16,-3 5-8-16,-2 2-2 0,0 7 0 0,2 2 23 16,-4 3 12-16,5 3 5 0,1 2 11 0,-2 2 4 15,2 1-1-15,3-1-14 0,0 0-9 0,4 1-5 16,0-3-6-16,3-4-2 0,1-1-3 16,2-1-3-16,3-6-2 0,0-2 0 0,1-2 5 15,3-2-1-15,0-5 2 0,1-1 8 16,0-3-2-16,1-2 2 0,-2-3 2 0,4 0 1 15,-3-3-2-15,-1-2-4 0,0-1-2 0,-2 2 3 16,2-3 0-16,-5-1 0 0,2 0-4 16,-4 1 1-16,1-2 0 0,-2-2-6 0,-2 2-2 15,1 0-1-15,-3 0 0 0,1 0 0 16,-4 0-1-16,0 2 1 0,1 0 2 0,-2 2 0 16,-1-1-2-16,1 2-4 0,0 3-1 0,-2 0 0 15,-1 2-5-15,0 2-2 0,0 1 4 0,-2 2 1 16,2 4 2-16,-3 0 0 0,1 4 2 15,1-2-1-15,2 1-4 0,1 1 5 16,2-1 0-16,1 0-11 0,3-2-46 0,3 1-44 16,0-2-54-16,3 0-118 0,2-2-164 0,3-3-306 15,0 0-243-15,5-2-226 0,2-3-100 0,1-6 320 16,6 2 495-16</inkml:trace>
  <inkml:trace contextRef="#ctx0" brushRef="#br0" timeOffset="110073.65">30064 7549 69 0,'2'-2'359'0,"-4"2"218"15,1 0 177-15,-3 0-31 0,3 2-131 0,-6 4-70 16,1 3-57-16,-3 3-38 0,-1 4-35 15,-3 3-36-15,-2 6-20 0,0 2-32 0,0 3-33 16,-4 5-27-16,3-2-30 0,-1 5-33 0,1-1-56 16,2-1-46-16,1-1-30 0,5-1-22 15,-1-3-11-15,4-2-8 0,3-2-2 0,4-4-3 16,3 0-3-16,4-4 0 0,0-4 1 0,3-2 0 16,5-4 3-16,3-5-1 0,0-2 3 15,3-6 1-15,1-2 0 0,-1-2 4 0,-2-4-4 16,0 0 1-16,-4-3 2 0,0-1 0 0,-5 0-2 15,0 0-3-15,-6-2 1 0,-2-1-1 16,-3 1-1-16,-2 0 0 0,-4 1 0 0,-2-2 2 16,-3 4 5-16,-2 2 3 0,0 2 1 0,-6 3 1 15,1 2-1-15,1 3 1 0,-3 3-6 16,2 4-2-16,-4 2-2 0,1 3-1 0,1 2-1 16,2 2-4-16,0 0-2 0,2 0 1 0,4-1-3 15,1-1-2-15,2 0-12 0,5 0-44 0,3-3-59 16,2 1-70-16,3-5-127 0,5 0-186 15,2-4-312-15,3-1-269 0,3-4-221 16,2 0-82-16,4-3 387 0,-3 0 528 0</inkml:trace>
  <inkml:trace contextRef="#ctx0" brushRef="#br0" timeOffset="110499.57">30283 7591 210 0,'0'-1'471'16,"1"-3"192"-16,1 1 148 0,4 1-142 15,-2-1-122-15,6 0-87 0,0-2-38 0,4 1-25 16,2-2-46-16,1 0-74 0,5-1-68 0,0-2-47 16,4 0-35-16,0 1-30 0,1 0-16 15,-2 1-19-15,1-2 17 0,-7 1 22 0,0 2 9 16,-3 2 7-16,-2-1-7 0,-5 3-5 0,-1-2-31 15,-3 3-32-15,3 1-23 0,-5 0-15 0,0 0 11 16,-1 2 13-16,-1 3 10 0,1 1 3 16,0 2 9-16,-2 1 10 0,-2 2-10 0,0 3-7 15,1 2-4-15,-2 3 2 0,-2 0-3 0,0 4-3 16,-1 0-1-16,0 2-2 0,-2 2-5 0,1 0-5 16,0 1-5-16,-1 2-4 0,0-1-4 0,1-1-3 15,1 0 1-15,-3 2-2 0,4-2-2 16,-2-2 0-16,2 0-2 0,-2-2-1 0,2-1-2 15,0 1-1-15,1-3 1 0,0-1 0 0,-1-1-1 16,4-3-1-16,-2 1-10 0,0-5-26 0,1-1-55 16,1-5-58-16,1 2-57 0,-2-3-101 15,4-4-138-15,-2-2-150 0,1-2-183 0,4-5-228 16,-2 1-203-16,-2-4 37 0,-1-1 334 0,2-1 397 16</inkml:trace>
  <inkml:trace contextRef="#ctx0" brushRef="#br0" timeOffset="110707.61">30488 7801 21 0,'0'-2'329'0,"0"-2"224"0,0 3 172 15,1 0 15-15,4-1-199 0,-1 0-163 0,2 1-116 16,1-1-61-16,3 1-29 0,1-2-38 16,2 1-50-16,0 1-36 0,4 0-22 0,-1-1-10 15,1 0-8-15,1 0-4 0,-1 2-1 0,2-3 0 16,-3 3-1-16,1 0-7 0,-3 0-2 15,0-1-52-15,-2 1-79 0,-4-1-101 0,-2 0-161 16,1-2-253-16,-3 3-171 0,-1-2 10 0,-3 2 180 16,-2-4 249-16</inkml:trace>
  <inkml:trace contextRef="#ctx0" brushRef="#br0" timeOffset="111443.66">30257 7379 28 0,'5'0'232'0,"-4"-1"108"16,2 1 104-16,-1 0-86 0,1-1-89 0,-1 1-50 15,-1 0-16-15,1-2 41 0,0 1 70 0,-1 1 51 16,-1 0 33-16,2-2 17 0,-2 2-3 15,0-1-25-15,0 1-61 0,-2 0-55 0,2 1-54 16,-1-1-41-16,-3 2-37 0,3-1-39 0,-2 1-22 16,-2-1-20-16,0-1-6 0,-3 3-14 0,0-2-11 15,0 3-2-15,0-2-2 0,-2 3-5 0,-2 1-9 16,2 2-6-16,-2-1 0 0,3 3-1 0,-5-1-9 16,1 2 4-16,2-1-3 0,-2 3 3 15,2-1-3-15,0-2 0 0,2 2 1 0,1-2-29 16,0 1-49-16,0-1-158 0,-2 0-287 15,2-1-279-15,-2 0-281 0,-2 0-219 0,1-2 65 16,-4 2 555-16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48:57.1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10416 2920 238 0,'-5'-7'495'0,"-3"1"218"16,0 1 162-16,-4 1-160 0,0 0-132 0,-2-1-66 15,0 2-69-15,-2-1-54 0,0 0-60 0,-2 3-49 16,0 0-22-16,-4-2-20 0,-2 3-12 0,-2 0-13 15,-3 0-23-15,-3 4-34 0,-1-2-42 16,-2 3-31-16,-3 1-23 0,-3 3-13 0,0 0-9 16,-3 3-6-16,-3 0-7 0,-1 7-4 0,-4-1-5 15,-2 4-1-15,-3 3-2 0,0 3-1 0,-5 1-2 16,-4 5-3-16,-2 4-5 0,0 1-2 16,-2 4-5-16,-2 4-2 0,1 2 0 0,-2 3-2 15,-3 5 3-15,2 3-3 0,-4 2 3 16,4 5 1-16,-3 4 0 0,1 4-1 0,-2 4-3 15,5 4 1-15,-1 3-1 0,3 3-1 0,1 3 1 16,4 4 3-16,-1 4-3 0,3 3 0 0,0 3 3 16,1 4-1-16,0 5 2 0,3 0 0 15,0 3 5-15,1 2 3 0,4 0-4 0,1 3-3 16,5-2-4-16,0 3 0 0,6-3 1 0,1 1-1 16,4-4 3-16,3 1 0 0,3-2-1 15,4-2 2-15,1-5 0 0,5-4 2 0,3-5 0 16,2-5 0-16,4-4 0 0,2-6-3 15,6-7-3-15,5-8-2 0,2-5-2 0,4-8-1 16,8-3-1-16,2-7 3 0,5-4 1 0,4-6 1 16,5-4 3-16,6-2 1 0,4-2 3 0,7-4-3 15,1-2 2-15,7-2 0 0,4 0 0 16,1 0-1-16,3-5-1 0,0 3-1 0,4-1 0 16,-1-2 0-16,3 1 0 0,0-1 2 15,2 1 4-15,4 0 0 0,0 0-1 0,2 0 0 16,-2 2-1-16,-1 0-3 0,2 2-4 0,-3 6 0 15,-2-1 1-15,-5 6 2 0,-1 1 2 0,-3 5-1 16,-4 5 2-16,-3 2 0 0,-2 6 2 16,-3 7 0-16,-4 4 2 0,-2 5 1 0,-6 7 0 15,-1 4 0-15,-5 7-5 0,-4 1-4 16,-3 4 2-16,-1 2 0 0,-5 2 3 0,-2 1-1 16,-1 1 1-16,-3 2 0 0,-2-4-2 0,1-1-5 15,-4-1 1-15,0-3 3 0,0-3 2 0,1-2 0 16,-2-4 1-16,1-5 1 0,3-4-2 15,0-3-3-15,0-9-2 0,6 1-2 16,-1-7-1-16,6-2 0 0,0-7-1 0,5-2 1 16,2-5 1-16,2-4 2 0,4-3 2 0,3-3 1 15,3-6 3-15,8-1 5 0,3-5 2 0,4-3 2 16,6-2 0-16,5-3 2 0,3-2-4 16,3-2-2-16,4-2 1 0,2-4-2 0,5 1 2 15,1-4-1-15,7-1 0 0,5-1-1 0,2-3-1 16,1 0-1-16,2-3 0 0,1-2 2 15,0-3 0-15,3-1 0 0,0-2 1 0,3-2-2 16,0-5-3-16,0-2-1 0,-3-1 0 0,-2-3 1 16,-1-2-2-16,0-3 1 0,1-2 0 15,-1-1 0-15,-3-3-2 0,1-1-3 0,-5-1 1 16,-1 0 1-16,-3-3 3 0,-2 0-1 0,-1 2 3 16,-2-2 1-16,-2 3 0 0,-1-1-3 15,-4 3-1-15,-5 0-1 0,-5 3-2 0,-4 3 1 16,-6 3-1-16,-5 5 1 0,-6 1 1 15,-8 7-1-15,-7 3 1 0,-6 4 1 0,-6 2 3 16,-4 5 1-16,-8 2 1 0,-1 4 3 0,-9 1 3 16,-4 2 1-16,-2 2 0 0,-5 1 0 0,-3 1-1 15,-3 0-1-15,-3 1-3 0,-2 0-1 16,-1-4-3-16,-1 0-2 0,3-3-1 0,-2-3-1 16,1-4-2-16,2-3-1 0,3-5 0 15,1-6 0-15,4-2 0 0,2-6-2 0,5-3 2 16,4-7 2-16,2-4 1 0,7-4 0 0,4-3 1 15,3-7 1-15,4-5-3 0,5-1-1 16,6-8-1-16,3 1-3 0,5-7 2 0,5-2 3 16,3-1 2-16,4-7 1 0,7-2 1 15,5-6 1-15,4 0-2 0,2-3-2 0,2-3 1 16,4 0-1-16,-1 0-1 0,1-4 0 0,-3 1 2 16,2 0-4-16,-1-1 3 0,-3 3 0 0,-3 2 2 15,-1 0 1-15,-3 4 0 0,-4 2 1 0,-4 6-2 16,-8 3-2-16,-4 8 0 0,-7 6-2 15,-7 5 1-15,-5 6 1 0,-6 9 1 0,-6 5 2 16,-9 6 1-16,-2 4-1 0,-8 4 2 16,-5 5-2-16,-6 3-1 0,-6 1 1 0,-2 4-2 15,-6 1 1-15,-2 1-2 0,-4 4 0 0,-1-2-1 16,-2 3 0-16,-3-1 1 0,-1-1 1 16,0 3 1-16,1 0 0 0,-1-2 1 0,-2-2-1 15,2 0-1-15,2-1 0 0,0-1-1 16,1-2 0-16,1 0-1 0,2-3 1 0,2 0-2 15,0-3 0-15,5-1 0 0,3-3-2 0,4-5 0 16,1-1-1-16,3-2 1 0,2-4 2 0,2-2 0 16,4-3 2-16,1-2 2 0,2-2 0 15,0-4-1-15,3 1 0 0,-2-4-1 0,1 2 0 16,1 2-1-16,-1-2 0 0,-4 4-1 16,2 1-1-16,-2 2 2 0,-4 2 0 0,1 4 1 15,-1 3 1-15,-4 3 3 0,2 3 0 0,-4 2 0 16,-3 2 1-16,0 3-1 0,-3 1-1 15,-2 3-1-15,-3 1 0 0,1 3 0 0,-3 1-1 16,-1 1-1-16,-4 2-1 0,2 0 1 0,-3 2-1 16,-2-1-1-16,3 1 1 0,0-1 0 15,0 1 0-15,1-2 0 0,2 1-1 0,3-1 1 16,1-2-1-16,2-1 1 0,2 0-1 0,3-1 0 16,0-3 1-16,4 0-1 0,1-2 1 15,2-2-1-15,0 0 0 0,1-3 0 0,5-1 1 16,-2 1 0-16,3 0 2 0,1-2-1 0,-2-1 2 15,2-1 1-15,-2 2 0 0,3-4-1 16,1 3-1-16,-3-1 1 0,0 1-1 0,0 2 0 16,0 0-1-16,-1 1 1 0,-2 2-1 15,-1 2 0-15,1 0 0 0,-1 4 0 0,-2 1 1 16,-2 1-1-16,-1 3-1 0,0 1 1 0,-3 1 0 16,-1 3 0-16,-2 2-1 0,0 1 0 15,-1 0 0-15,-1 3 0 0,3-2 0 0,-3 2 1 16,3-1-1-16,0 5-1 0,-1-5 1 0,1 1-1 15,0 0 1-15,0-2 0 0,2 2 1 16,-2-3 0-16,3 1 1 0,-1-4 0 0,0 1 0 16,0-3-1-16,-1-1-2 0,2-3 0 0,1 1 2 15,-1-3 0-15,0-3-1 0,4 1 1 0,-1-4 1 16,-1-1 2-16,4-1-1 0,-2-1 0 16,1 1 0-16,3-3 0 0,-2 2-1 0,0-1 1 0,-1 1-1 15,1-1 0-15,0 3-1 0,-1 0 0 16,-1 2 1-16,0 2-2 0,0 1 0 0,0 4 0 15,-2-1 0-15,-1 3-1 0,-1 2 0 0,3 2 1 16,-4 4 0-16,2 0-1 0,-3 2-1 16,2 3 1-16,-3 0 1 0,2 3 0 0,-2 0 1 15,1 3 0-15,-1 0 2 0,-2 2 0 0,4-1 0 16,-4 1 0-16,2 1 0 0,-1 0 0 0,0-2 0 16,1 0 0-16,0 3 0 0,0-1-1 15,3-1 0-15,-1-1-5 0,0-1 2 0,1 0 1 16,0-1 1-16,3 0 0 0,-2-2 0 0,3 2 5 15,0-2-3-15,0 0-1 0,1 0-1 0,1 0 0 16,1 0 0-16,1-2 0 0,1 2 0 16,0 0 0-16,1-1 0 0,3 0 0 0,0-1-1 15,-2 2 1-15,4-2-1 0,-1 1 1 0,1 1 0 16,2 0-1-16,1-1 0 0,-2 1 0 0,1-2 0 16,2 2 1-16,-2 0 0 0,4 0 0 15,-2 2-1-15,2-2 1 0,-1 1 0 0,0-1-2 16,1 1 1-16,0 1-1 0,1 1 1 0,-1 0 0 15,0 0 0-15,0 1 1 0,0 2-1 0,-1 0 1 16,0 2 0-16,-1-1 0 0,2 0 0 16,-2 0 0-16,0 4 1 0,2-4-2 0,-2 2 1 15,-1-2 1-15,0 2 1 0,1 0-1 0,0 0 0 16,-3-2 1-16,1 5 0 0,0-2-2 0,-1-1 0 16,2 1 1-16,-3 1-1 0,1 0 1 0,0 0 0 15,-2 0 0-15,1-1 0 0,2 0 0 0,-1-2 0 16,-1 0 0-16,4-1 0 0,-1-1-1 15,1-2-1-15,2 1 0 0,0-2-1 0,0-1-1 16,-1-1-5-16,2 0-9 0,0-1-15 0,0-1-29 16,1-2-72-16,-1-1-76 0,-1-4-138 0,1 2-225 15,-1-1-313-15,2 1-338 0,-1 1-225 0,-3 2-38 16,0 3 516-16</inkml:trace>
  <inkml:trace contextRef="#ctx0" brushRef="#br0" timeOffset="9001.95">13124 2239 19 0,'16'5'222'0,"-2"-3"112"15,0-2 98-15,1 0-76 0,0-1-151 0,1-2-91 16,3-3-43-16,0 0-24 0,0-1-18 15,3-2-3-15,-2 2-34 0,2-4-18 0,-1 4-11 0,0 0-6 16,1 0-6-16,0-1-2 0,-1 2 24 16,1-2 8-16,0 3-6 0,-1-1-18 0,-2 0-38 15,3-2-98-15,-2 1-128 0,-2 0-32 0,2 1 36 16,-4 0 72-16</inkml:trace>
  <inkml:trace contextRef="#ctx0" brushRef="#br0" timeOffset="9213.18">14165 2140 20 0,'18'8'192'16,"0"-3"85"-16,2 3 78 0,-2-3-124 0,4-2-97 16,0-1-56-16,-1 0-33 0,4 0-20 0,-1-2-8 15,1-2-11-15,0 2-6 0,2-2-4 0,-3 1-6 16,5 1 3-16,-3-1-3 0,3-1 1 15,-1 1-8-15,-1-1-19 0,3 2-49 0,-2 0-114 16,1 0-82-16,-2 0-9 0,-2 0 44 0,2-1 68 16</inkml:trace>
  <inkml:trace contextRef="#ctx0" brushRef="#br0" timeOffset="9397.98">15913 2078 18 0,'51'0'186'0,"1"0"81"0,-5 0 74 16,1 2-107-16,-2-2-78 0,-2-2-44 0,2 1-33 15,-3-2-20-15,-1 0-11 0,2-1-27 0,-2-2-15 16,-1-2-46-16,0 1-182 0,-2-2-101 0,1-2-18 16,-1 1 32-16,-2-3 73 0</inkml:trace>
  <inkml:trace contextRef="#ctx0" brushRef="#br0" timeOffset="9571.08">17761 1977 114 0,'40'7'226'0,"3"-2"82"15,-1-2-70-15,1-3-83 0,1 0-53 0,2-3-23 16,0-2-40-16,0-1-39 0,3-3-74 0,-1 0-155 15,2-1-59-15,-1-1 0 0,3 0 46 0</inkml:trace>
  <inkml:trace contextRef="#ctx0" brushRef="#br0" timeOffset="9848.39">20313 1920 54 0,'46'3'195'16,"0"1"84"-16,-2-1-19 0,1 2-52 0,1-1-39 15,-4 2-52-15,2-1-29 0,-1 1-19 0,1-2-16 16,-1 0-6-16,0 1-34 0,4-3-24 15,-1 1-15-15,3-3-10 0,2-3-8 0,0 1-13 16,2-5 6-16,2-3-76 0,1 2-132 0,-4-4-47 16,3 0 17-16,1-1 57 0</inkml:trace>
  <inkml:trace contextRef="#ctx0" brushRef="#br0" timeOffset="11111.06">14599 10059 251 0,'22'4'441'0,"-1"1"145"0,1-1 79 0,0 2-292 15,3 0-195-15,1-2-96 0,-1 1-61 0,2-2-44 16,2 0-48-16,1-3-52 0,1 0-86 16,1 0-192-16,1 0-106 0,2-3 4 15,1 1 91-15,0 1 132 0</inkml:trace>
  <inkml:trace contextRef="#ctx0" brushRef="#br0" timeOffset="11304.1">16342 9944 121 0,'54'-4'213'0,"1"1"69"15,-1 0-84-15,-1-1-68 0,-2 0-46 16,1 0-20-16,2 0-16 0,-2-2-12 16,-1 0-3-16,-1 0-14 0,-1 0-6 0,-1-1-10 15,-2 0-3-15,-1 1-16 0,0-5-67 0,-3 3-149 16,1-1-52-16,-3-2 10 0,1 1 44 0</inkml:trace>
  <inkml:trace contextRef="#ctx0" brushRef="#br0" timeOffset="11487.04">18723 9792 79 0,'62'-4'223'0,"-1"0"67"0,2-4-20 16,-1 0-236-16,1-3-199 0,2-1-77 15,2-3-6-15,2 2 55 0</inkml:trace>
  <inkml:trace contextRef="#ctx0" brushRef="#br0" timeOffset="11605.87">20453 9549 29 0,'69'-3'159'0,"1"0"57"0,-2 1-19 16,-2-1-72-16,2 2-45 0,-1-1-35 0,2 0-54 16,-3 0-107-16,1 0-79 0,-2 1-16 15,-2-1 22-15</inkml:trace>
  <inkml:trace contextRef="#ctx0" brushRef="#br0" timeOffset="12848.06">22153 3166 45 0,'1'-2'231'0,"2"0"100"0,-3 0 96 15,3 0-123-15,-1 1-115 0,-1 1-65 16,1-1-30-16,-1 1-6 0,1 1 10 0,0-1 22 16,-1 1 35-16,2 3 40 0,-1 0 24 0,0 1 20 15,-1 3 1-15,1 3-7 0,0 3-13 0,1 1-9 16,-2 3 0-16,4 2 5 0,-4 3 10 15,2 3-7-15,1 2-18 0,-3 5-15 16,2 3-28-16,-1 3-25 0,0 3-31 0,-2 5-25 16,1 2-15-16,-1 3-13 0,-1 4-3 0,-1 1-7 15,2 2-6-15,-2 4-5 0,-1 2 1 0,2-1-4 16,-3 6-4-16,1-1 4 0,0 3 4 16,-1 2 9-16,1-1 13 0,-1 2 13 15,1 2 8-15,0 2-5 0,0 2-6 0,-2 1-4 16,2 4-20-16,-3 2-19 0,3-3-6 0,-1 1-1 15,1 2-3-15,1-3-2 0,1 3 3 0,-1 1-3 16,2 2-5-16,0 0-10 0,0 0 5 0,0 2 4 16,0-3 1-16,3 3 6 0,-3 0 4 15,0 0 3-15,0 1 13 0,2-2 11 0,0-2 14 16,-2-2 4-16,1 1 7 0,-1-3 3 16,2-2-14-16,0 0-14 0,-2-2-14 0,1 0-7 15,-1-5-8-15,2 0-2 0,-2-4-2 0,-2 0 5 16,2-5 7-16,-1 1 2 0,-3-2 4 15,1-2 5-15,-2-1 3 0,0 1-4 0,1-2-3 16,-2 1-7-16,-2-3-2 0,1-2-2 0,1 0-6 16,-1-1-1-16,-2-3-1 0,3-3 3 15,-1-4-2-15,2-1-2 0,-2-5 0 0,2-4-1 16,0-3-3-16,2-5-2 0,0-5-2 16,0-3-5-16,1-3-5 0,0-6-8 0,1-3-12 15,-1-3-21-15,1-1-26 0,1-3-36 0,0-1-33 16,0-4-22-16,0 1-16 0,0-3-19 0,-3-1-43 15,1-1-61-15,-1 0-83 0,2-2-107 16,-3 1-195-16,4 3-240 0,-3-2-97 16,2-1 116-16,-3 1 280 0,1-1 281 0</inkml:trace>
  <inkml:trace contextRef="#ctx0" brushRef="#br0" timeOffset="13293.99">21836 8301 72 0,'0'0'309'0,"0"3"164"0,-1-2 142 16,1 1-105-16,0 1-154 0,0 1-100 15,1 2-25-15,4 2 19 0,0 1 30 0,4 3 37 16,1 1 28-16,-1 4 1 0,5 1-29 16,1 1-42-16,0 2-53 0,3 0-53 0,1 2-50 15,-2-3-39-15,4 3-29 0,-1-3-20 0,-1-1-16 16,0-1-8-16,3 0-3 0,-3-4 0 15,0-1-2-15,0-1-2 0,-3-3 1 0,0-1-1 16,-2-4 0-16,0-1-1 0,-3-2 1 16,1-3 0-16,-2-3 0 0,-2-4 0 0,-1-5 0 15,-1 0-4-15,2-6-2 0,-4-5-5 0,1-2-4 16,0-4-2-16,-2-4-17 0,-1-4-51 16,0-4-91-16,-4-5-119 0,-1-4-156 0,0-3-295 15,-2-6-239-15,-3-1-99 0,-1-4 154 0,-3-3 346 16</inkml:trace>
  <inkml:trace contextRef="#ctx0" brushRef="#br0" timeOffset="14305.98">21969 3157 6 0,'-1'6'270'15,"1"0"187"-15,-2-2 182 0,0 1 36 0,1-1-163 16,1-2-123-16,0 0-80 0,0 0-63 16,0-2-43-16,1 0-19 0,1-2-13 0,1 0-8 15,0-4 7-15,3-1 1 0,1 0 2 16,-1-1-9-16,2-4-16 0,1-2-12 0,-1-1-15 15,0 1-11-15,2-5-15 0,1 1-16 0,-2 0-14 16,-1 0-16-16,1-2-13 0,1 1-12 0,0 1-5 16,1 0-6-16,-2 0 1 0,-1 2 4 15,3 1 0-15,-1-1 3 0,-2 1-1 0,0 4-3 16,-1-1-6-16,1 3-2 0,-1 0-5 0,-2 3 16 16,2 0 12-16,-1 1 10 0,-1 3 27 0,2-2 17 15,-1 4 27-15,2 0 2 0,-2 4 4 0,2 0 3 16,0 0-16-16,1 4-13 0,-1 1-23 15,0-1-16-15,0 6-14 0,2-1-12 0,-2 3-11 16,0 0-5-16,0 0-4 0,-1 1-1 0,1 2-2 16,-1-3-3-16,-1 0-1 0,2 2 1 15,-4-2 1-15,3 0-3 0,-2-1 0 0,0 1 2 16,-1-4-1-16,1 2-1 0,-2-1-27 16,0-2-55-16,-1 1-51 0,-1 0-57 0,-2-2-106 15,-1-1-157-15,-1 1-173 0,0 1-238 0,-3-1-227 16,1 0-164-16,-2-1 146 0,1-1 420 0</inkml:trace>
  <inkml:trace contextRef="#ctx0" brushRef="#br0" timeOffset="17698.05">22974 5245 193 0,'-1'3'383'0,"-1"0"164"0,1 0 106 0,1-1-166 15,-2-1-109-15,2-1-58 0,2 0-19 16,-1-1-1-16,2-2 9 0,1-2-2 0,1-1-10 16,1-1-9-16,3 0-23 0,-1-4-36 0,3-3-50 15,2-1-42-15,1-1-37 0,3-2-27 16,-1-2-17-16,3-3-12 0,2 1-7 0,-2-2 5 15,1 0 21-15,1 1 10 0,-2 0 25 16,1 0 20-16,-4 2 9 0,2 2 4 0,-2-2-11 16,-1 6-10-16,-4-2-25 0,3 2-23 0,-2 2-11 15,-3-2-18-15,0 5-12 0,-1-1-2 0,-3 2 2 16,2 1-1-16,-1 2 1 0,-3 2 4 16,-2 1 1-16,3 0-6 0,-3 1-5 0,-1 1-2 15,2 2-4-15,0 1-3 0,-2 4-2 16,0 1 0-16,-2 4-1 0,0 2 1 0,1 4 0 15,1 2-1-15,-4 2 1 0,1 1-1 0,2 4-2 16,-4 0 1-16,2 0 0 0,0 1 0 16,0-2 0-16,-2 1 0 0,2 0 0 0,-1 0-1 15,0-3-1-15,-1 2 0 0,1-1-2 0,-1-1 2 16,-2-2-3-16,2-2 3 0,2 0-2 0,-3-1-7 16,1 1-20-16,1-3-40 0,0-1-56 15,0-1-55-15,0-2-62 0,0-1-105 0,0-2-131 16,0-3-120-16,1-1-164 0,1-2-230 15,2-3-168-15,3-2 86 0,-1-2 340 0,4-6 344 16</inkml:trace>
  <inkml:trace contextRef="#ctx0" brushRef="#br0" timeOffset="18056.4">23623 4761 14 0,'1'-4'299'0,"-1"-2"214"0,0 2 205 0,-1 3 90 16,1-1-193-16,-2 2-146 0,2 0-97 15,0 0-72-15,0 2-67 0,0 0-77 0,0 3-63 16,0 1-40-16,2-1-20 0,-1 4-13 16,3 0-4-16,0 2-2 0,2 2 0 0,1 0 1 15,-1 2 48-15,2 2 25 0,5-1 12 0,-5 2 4 16,3 0 2-16,0 1 9 0,-2 1-28 15,-1-1-19-15,0 4-8 0,1-3-6 0,-2 1-9 16,-1 0-15-16,-2-2-12 0,0 1-6 16,-2-1-9-16,1-1-3 0,-3-1 2 0,0-1-6 15,-5-1 3-15,2 0-4 0,-2-2 0 0,-1 0 1 16,-2 0-1-16,-3-2-6 0,0-1-24 16,-2 1-49-16,-3-2-79 0,-2-2-100 0,0-1-115 15,-1 0-123-15,1-1-164 0,0-2-208 16,-1-3-56-16,1 0 115 0,0-3 235 0,3-2 245 15</inkml:trace>
  <inkml:trace contextRef="#ctx0" brushRef="#br0" timeOffset="18294.05">23594 4829 44 0,'17'-12'283'0,"-4"1"160"16,5 0 151-16,-2 0-31 0,1 0-167 0,0-1-108 15,2 4-68-15,2-1-44 0,-2 1-42 0,1 3-45 0,2-3-32 16,-2 2-26-16,2 2-13 16,-4 1-6-16,3 0-10 0,0 0-4 0,-1 2-5 15,-2-1 0-15,2 0-5 0,-4 1 0 0,3 0-4 16,0 1-4-16,-5-2-20 0,1 2-44 16,-1-2-50-16,-3 1-54 0,1 1-81 0,-2 0-158 15,0-2-139-15,-1 1-11 0,-1-2 92 16,0 1 141-16</inkml:trace>
  <inkml:trace contextRef="#ctx0" brushRef="#br0" timeOffset="18632.53">24187 4735 27 0,'0'22'241'0,"-3"3"133"16,2 3 125-16,-3 4-47 0,1 1-94 0,0 3-62 15,0 4-28-15,-1 1 2 0,1-1 1 16,3 0-26-16,0-3-43 0,2-1-41 0,3-5-28 15,1-4-27-15,4-1-20 0,4-5-10 0,0-5-5 16,7-4-1-16,-1-4-3 0,6-8-11 16,1 0-10-16,1-8-5 0,4-4-3 0,-1-3-5 15,2-4 0-15,-1-2-2 0,-2-4 0 0,-1 0 4 16,-7-2 21-16,-1 0 23 0,-4-1 26 16,-5-3 17-16,-6 1 5 0,-1-2-6 15,-3 2-21-15,-5-2-25 0,-4 0-30 0,-4 3-20 16,-1 0-14-16,-1 4-9 0,-6 1-4 0,-1 6-1 15,-1 2-3-15,-1 6-1 0,-4 4 2 0,0 6-2 16,0 3-4-16,1 5-9 0,-1 5-22 16,1 1-43-16,2 4-76 0,1 4-100 15,1 1-113-15,2 5-166 0,3 2-259 0,4 2-151 16,0-1 14-16,4 2 216 0,2 0 287 0</inkml:trace>
  <inkml:trace contextRef="#ctx0" brushRef="#br0" timeOffset="19652.13">25335 4926 166 0,'-2'3'391'0,"-2"-2"186"0,2 1 155 15,-1 0-168-15,2-1-155 0,1-1-100 0,-4 0-55 16,4 0-28-16,0 0-22 0,2 0-3 16,0 0 4-16,1-1 14 0,3-4 11 0,-2 2-7 15,5-3-23-15,-1-3-28 0,2 0-34 0,0-2-27 16,1-2-26-16,2-2-23 0,-2-1-14 16,2-2-12-16,-1 0-4 0,1 0 3 0,-1 3 9 15,-1-4 27-15,1 4 32 0,-2 2 28 16,-1-1 22-16,-1 4 7 0,-2 0-6 0,0 2-22 15,-1 1-25-15,-2 1-24 0,2 1-24 0,-4 1-15 16,1 3-10-16,0 0-5 0,-1 1-8 16,-1 1-5-16,0 4-4 0,0 1-2 0,0 6-2 15,-1 2-1-15,1 1-1 0,0 5 1 16,-4 1-1-16,4 4-2 0,-1-3 0 0,1 3-3 16,0-2 2-16,1-1-2 0,1 0-1 0,1-3 0 15,0-1-2-15,3-3 2 0,1-2-3 0,-1-3 2 16,2-2 4-16,3-3 2 0,-1 1 1 15,1-6 2-15,3-3 1 0,-1-2-2 0,1-6 0 16,2-2-1-16,-1-2-2 0,1-1-1 16,0-2 0-16,-2-2 0 0,0 1-3 0,-1 0 1 15,-2-3 3-15,-1 1-2 0,-2 2 2 0,0 0 0 16,-4 0 0-16,0 2 2 0,0 4 2 16,-1 3 5-16,-1 1 3 0,-1 2 2 0,-1 2 1 15,0 2-2-15,-1 3-5 0,1 0-4 16,-3 3-5-16,-2 4-4 0,4 3-1 0,-3 1-1 15,1 4 1-15,2 2 2 0,-3 3 1 0,1 0-1 16,2 3 1-16,1-2 1 0,0 4-1 0,0-2-2 16,0-1-1-16,1 0-3 0,4-2-11 15,-2-2-37-15,4 0-70 0,2-3-70 0,-3-3-107 16,1 0-170-16,1-3-288 0,-1-1-288 16,0-2-209-16,-1 0-125 0,1-4 256 0,-3 0 534 15</inkml:trace>
  <inkml:trace contextRef="#ctx0" brushRef="#br0" timeOffset="20604.04">26110 4879 182 0,'0'2'442'0,"0"-1"248"16,0-1 204-16,0 0-172 0,0 0-180 0,0 0-118 15,1-3-63-15,3 0-56 0,-3 0-61 16,2-3-37-16,1 0-28 0,-1-2-19 0,3-3-31 16,-2 0-35-16,5-3-26 0,-3 0-24 0,4-1-13 15,-1-3-14-15,2-4-5 0,0 2 2 16,3-4-1-16,2-1 3 0,-2 2 5 0,2-4 14 16,2 2 11-16,-6 2 14 0,4-1 25 0,-2 3 11 15,-1 1 2-15,-2 2 13 0,-1 0 7 16,-1 5 7-16,-3 3-9 0,1 0-8 0,-3 4-1 15,0 0-22-15,-3 3-15 0,4 2-21 16,-4 1-16-16,-1 4-11 0,2 2-8 0,-2 4-7 16,-2 3-3-16,2 1-2 0,-1 3 1 15,-1 1 3-15,-1 5 1 0,2-2 4 0,-1 3 1 16,0-1-2-16,-1 2 1 0,2-3-3 0,1-1-1 16,-2 0-3-16,2-3-2 0,2-1 0 0,-2-3-2 15,1 1 0-15,2-2 0 0,1-4 0 16,2 0 1-16,-3-4 2 0,2 0 0 15,1 0 0-15,1-4 2 0,2-1-1 0,-1-3 2 16,1 0-2-16,2-3 1 0,0-1-2 0,1-4 1 16,0-2 0-16,-1 3-1 0,0-6 1 0,3 1 0 15,-1-1 0-15,0-2-2 0,-1-2 1 16,0 1 2-16,-2 0-2 0,2-2 1 0,-3 0-1 16,2 5 0-16,-5 0-1 0,3 2-1 15,-5 2 4-15,2 3 2 0,-3 3 4 0,1 2 2 16,-3 1 0-16,-1 3 0 0,0 1-6 0,0 3-2 15,-1 6-3-15,-3 1-1 0,1 5 0 0,0 0 1 16,-1 2 0-16,-1 2 0 0,2 1 0 16,-2-1 0-16,2 2 0 0,1-3-2 0,0 0 0 15,2-2-1-15,0-2-1 0,2-2 1 16,0 0-1-16,1-2 1 0,2-3 1 0,0-2 1 16,-1-1 1-16,4-3 2 0,0-2-2 0,2-2 3 15,0-3 1-15,3-2-3 0,0-2 0 16,3-2-2-16,0-6 3 0,2 3-4 0,1-5 0 15,-1-1 1-15,1-2 1 0,-3 3-1 16,2-3 3-16,0-1-1 0,-4 1 0 0,2 1-1 16,-3 3-1-16,-1-1-1 0,-1 5-1 0,-3 3 0 15,-1 1 0-15,-3 2 3 0,2 4 1 0,-4 1 0 16,0 3 0-16,-2 1-1 0,0 5 1 16,-2 3-3-16,0 3 0 0,0 3 0 0,-2 1 0 15,4 1 0-15,-1 2 0 0,1 1 1 16,1 1-2-16,1 0 0 0,2 2-1 0,0-4 0 15,-1 2-12-15,2-3-39 0,3-1-73 0,-4-3-72 16,4 1-146-16,0-4-252 0,2-1-321 16,-1-3-311-16,4-3-194 0,-4 0-7 0,4-2 542 15</inkml:trace>
  <inkml:trace contextRef="#ctx0" brushRef="#br0" timeOffset="22368.01">24102 6473 98 0,'-5'0'326'0,"1"0"186"16,-1 0 188-16,0 2-69 0,0-2-93 0,0 0-30 15,2 0-24-15,-1 2-42 0,0-2-60 0,3 0-69 16,-1 0-80-16,2 0-70 0,0 0-59 15,0 0-40-15,0 0-31 0,2 0-18 0,3 0-12 16,1 0-4-16,3 0 13 0,3-2 12 0,5 0 9 16,0 0 4-16,5-2 6 0,4 2 2 15,4-3-11-15,1-1-13 0,4 0-6 16,2-1-7-16,2-2-2 0,-1 3-5 0,-3-1-3 16,-1 2 0-16,-4 0 0 0,-4 2 6 0,-4 0-1 15,-6 3 13-15,-2 0 29 0,-5 0 60 0,-1 3 58 16,-3 0 22-16,-2 5 2 0,-4-1-10 15,-4 5-28-15,-1 2-49 0,-6 2-45 0,-3 2-25 16,-1 2-14-16,-2 1-4 0,0 0-5 16,0 1-1-16,-1-1-1 0,3 1-2 0,-1 1-3 15,3-2-3-15,0 0-1 0,1 0 2 16,2-1-2-16,3-1-1 0,2-1 4 0,1-1-1 16,1-2 2-16,4 0-5 0,2-2 1 0,1-2 0 15,2-1-1-15,2 1 4 0,3-1 1 16,0-3 3-16,1 2 0 0,3-3-1 0,-1-2 2 15,3-1 0-15,-4 0-11 0,4-2-32 0,-2 1-54 16,-1-1-50-16,3-2-69 0,-5-1-135 0,3-1-174 16,-4-1-262-16,1-2-229 0,0-1-213 15,-5-3-52-15,2-2 366 0,-1-3 462 16</inkml:trace>
  <inkml:trace contextRef="#ctx0" brushRef="#br0" timeOffset="22598.06">24880 6339 376 0,'6'5'699'15,"-1"0"244"-15,-2 5 106 0,2-2-253 16,1 6-253-16,-1 1-162 0,-1 0-83 0,1 6-60 16,0 0-70-16,0-1-66 0,-1 4-41 15,1 2-24-15,-2-1-16 0,1 1-13 0,-1 0-9 16,-2-1 0-16,3 1-3 0,-3-4-6 0,1 1-24 15,-1-2-75-15,-1-3-131 0,-1-2-158 0,-1-1-262 16,2-3-267-16,-1 1-211 0,-3-5 51 16,0-2 356-16,-1-2 369 0</inkml:trace>
  <inkml:trace contextRef="#ctx0" brushRef="#br0" timeOffset="23010.04">25186 6846 46 0,'12'1'510'0,"-4"0"432"16,-2-2 237-16,0-2-35 0,-1-3-388 0,0-1-270 16,1-5-191-16,2-3-113 0,1-3-73 0,1-5-41 15,2-2-34-15,4-7-11 0,1-2-7 16,1-4-8-16,3-7-3 0,0 0-3 0,-1-5-2 15,0 1-6-15,-1-2-1 0,-1 4-1 0,-3 0 2 16,1 3-3-16,-2 5 8 0,-2 6 9 16,-4 3 4-16,1 6 11 0,-3 3 11 15,-1 6 8-15,0 3-1 0,0 3-8 0,-4 0-4 0,7 6 22 16,-4 3 24-16,1 3 25 0,3 6 24 16,0 2 16-16,2 2 7 0,-2 5-22 0,1 2-25 15,-1 2-26-15,3 5-19 0,-1 2-19 16,-2 0-9-16,1 5-8 0,-1-1-5 0,-2 2-2 15,1 2-5-15,0-3-2 0,-2 1-2 16,0-4-3-16,0 1 0 0,0-4-10 0,-2-2-45 16,3-4-61-16,-6-1-52 0,0-4-87 0,0-3-147 15,-5-2-180-15,1-5-219 0,-1-1-218 0,-3-3-201 16,0-2 31-16,-5-2 372 0,-1-4 401 16</inkml:trace>
  <inkml:trace contextRef="#ctx0" brushRef="#br0" timeOffset="23185.79">25371 6453 21 0,'2'-2'392'0,"0"2"282"0,-1-1 182 15,1 1 32-15,3-2-336 0,3 2-264 0,2-3-141 16,3 0-69-16,8 0-33 0,1-1-19 0,2-2-11 16,4-1-12-16,5 2-8 0,3-1-12 0,1 1-45 15,1 1-97-15,0 0-159 0,0 2-258 16,1 0-172-16,-2 0-70 0,-1 2 115 15,-3 0 259-15</inkml:trace>
  <inkml:trace contextRef="#ctx0" brushRef="#br0" timeOffset="24013.94">26091 6086 234 0,'-2'-1'559'15,"2"1"286"-15,-1-1 168 0,1-1-198 0,0 2-242 16,0 2-159-16,0-1-123 0,0 2-81 16,1 3-50-16,-1 3-45 0,2 5-22 0,0 4-4 15,-1 3-1-15,2 4 0 0,-1 4-22 0,1 3-11 16,-2 4-4-16,2 2-9 0,1 1-8 15,-3 2-10-15,3 1-4 0,-3-3-6 0,2-2-9 16,2-3-5-16,0-2-1 0,1-5 3 0,0-3-2 16,-1-4-1-16,-2-4 0 0,2-2-2 15,-2-4 3-15,1-4 3 0,-2-1 0 0,2-5 1 16,-3-5 2-16,1-4 1 0,-2-1 2 16,-2-5-7-16,1-1 3 0,-3-4-5 0,-2-3 0 15,2-1-2-15,-3-3-1 0,1-1 2 0,-1-3-2 16,1 3 4-16,3-2 1 0,3 3-1 15,0 2-3-15,0 1 3 0,3 0-1 0,3 4-2 16,1 1-2-16,1 1-1 0,1 0 0 16,4 1-2-16,1 1 3 0,2 1-1 0,2 1 3 15,0-1 1-15,0 2-3 0,2 1 3 0,-1 0-3 16,0 1 2-16,-1 3-3 0,0-2 3 0,-2 1 5 16,2 3 0-16,-2 0-1 0,-2 1-3 15,-3 1 0-15,0 1-2 0,-2 2-3 0,-1-1-2 16,0 2 2-16,-1 0 1 0,-1 2 5 15,-3-1 0-15,-2 2 4 0,-1 1-2 0,0 2 1 16,-3 0 2-16,2 1 1 0,-7 4-2 16,2-1 2-16,-4 0 5 0,-2 2-3 0,0 1 2 15,-2 1-3-15,-2 2 3 0,-2-2-3 0,-2 3 4 16,2 1-7-16,-2 0 1 0,0 3-5 16,0 0-2-16,0 0 0 0,3-1-3 0,1 2 3 15,2-1-4-15,3-2 5 0,2 0 1 0,2-5-4 16,6 1 1-16,1-1 0 0,4-1 3 15,1-5 1-15,6 1-3 0,2-3 3 0,1-2-1 16,4-2 1-16,0-1-1 0,4-2-3 16,-1-2-3-16,3 0-13 0,1-1-15 0,2-2-49 15,-2 0-110-15,-2-1-154 0,2-2-257 0,-2 1-264 16,-1 2-252-16,-2 1-75 0,-2-1 283 16,-3 0 439-16</inkml:trace>
  <inkml:trace contextRef="#ctx0" brushRef="#br0" timeOffset="24804">26858 6119 152 0,'-3'-4'423'15,"-1"-2"259"-15,1 3 248 0,0-1-94 0,1 0-162 16,1 3-127-16,-2 0-102 0,1-1-96 16,2 0-109-16,-1 2-85 0,-1 2-64 0,1 0-35 15,1 2-22-15,-4 2-13 0,3 5-7 16,-1 1-2-16,0 4-3 0,-1 2-1 0,2 5 2 16,-3 1-1-16,1 2-2 0,2 3 0 0,-5 1 0 15,3 0-4-15,1-1 2 0,0 1-5 0,1-3 0 16,-1-3-1-16,2-3-4 0,0-4 0 15,0-1 2-15,2-2 2 0,-2-6-2 16,1-2 3-16,1-3 5 0,0-3 2 0,2-6-4 16,1-1 0-16,1-7 4 0,0-2-3 0,1-4-2 15,-1-2-3-15,2-2 2 0,-2-2-2 0,1 0-4 16,-4-4-3-16,0 1-1 0,2-2 3 16,-1 2-1-16,-1-1 4 0,1-1 2 0,-3 3 0 15,4 5 1-15,-3-1 3 0,1 6 0 0,-1 4-3 16,-1 2 1-16,-1 3 4 0,2 1 0 15,-1 4-4-15,-1 1 0 0,2 6-4 0,1 1-3 16,-3 6-3-16,1 0 6 0,2 5-1 16,2 1 3-16,-1 4 7 0,0 1 2 0,3 1 4 15,0 2-6-15,0 4 1 0,1-3 0 16,-2 0-1-16,5 1-2 0,-3-5-1 0,2 0 0 16,-1-5 2-16,0 0-7 0,3-5 2 0,-4-2 6 15,4-3 4-15,-2-5 3 0,-1-2-1 16,5-3 2-16,-2-4-3 0,1-4-3 0,0-2-5 15,1-5 0-15,-2 0-3 0,-1-4 0 16,1-2-1-16,-4-1-2 0,0 0 3 0,-1-4-1 16,-1 1 4-16,-3-2-2 0,-2-2 3 0,1 1 1 15,-4-1-4-15,2 0-2 0,-1 1 0 0,-1 4-5 16,1 4-5-16,-1 4-7 0,-1 3-16 16,0 4-48-16,0 2-74 0,0 6-95 15,-2 2-114-15,2 4-138 0,1 4-243 0,0 4-201 16,1 1-61-16,2 3 151 0,-1 0 287 0</inkml:trace>
  <inkml:trace contextRef="#ctx0" brushRef="#br0" timeOffset="25162.03">27474 6096 286 0,'5'6'702'0,"-2"-2"334"15,1 5 115-15,-4 0-261 0,2 5-274 0,-2 1-202 16,0 3-130-16,3 3-91 0,1 1-70 16,-1 2-44-16,2-1-29 0,1 4-25 0,3-4-12 15,1 0-6-15,1-2-1 0,5-1-1 0,-2-4-4 16,7-3 7-16,1-2-4 0,0-4 3 16,3-7-1-16,2 0 1 0,2-8 2 15,-1-3-2-15,4-6 2 0,-2 0-4 0,0-5-2 16,-4-2 1-16,-1-1 0 0,-5-1 7 0,-3 1 8 15,-6-2 17-15,-2 1 16 0,-6-1 6 0,-2-1-2 16,-4 0-5-16,-3 2-8 0,-2 0-13 16,-5 3-19-16,-1 2-2 0,-3 4-13 0,-4 4-3 15,-1 7-25-15,-5 5-26 0,0 3-24 16,-1 7-29-16,-2 5-62 0,-4 0-132 0,4 8-143 16,0-1-246-16,0 3-250 0,5 3-214 0,-2 1 15 15,-3 4 368-15,1 0 397 0</inkml:trace>
  <inkml:trace contextRef="#ctx0" brushRef="#br1" timeOffset="35104">22208 14749 11 0,'-2'5'429'0,"2"-1"385"0,-2 2 230 0,2-6-3 16,0 2-330-16,2-4-281 0,1-1-154 0,1-1-85 16,5-4-37-16,-1-1-17 0,1-1-4 15,4-2-23-15,1-2-27 0,3 1-22 0,-1 1-18 16,3-1-16-16,0 2-14 0,0 0 3 16,2 4 6-16,-5-1 5 0,2 3 21 0,-3 4 55 15,0 2 59-15,-2 2 30 0,-1 5 4 0,-2 1-7 16,-2 2-22-16,-1 4-39 0,-4 4-49 0,-1-2-32 15,-2 6-18-15,0 0-9 0,-4 2-4 16,1 2-5-16,-2-2-3 0,1 2-3 16,-3-2 0-16,2 1-1 0,-1-2-4 0,3-3 0 15,2-1-2-15,1-3-3 0,0 0-1 0,1-4-1 16,6-1 2-16,0-2 1 0,1 0 0 0,2-3 4 16,2-1 1-16,3-2-2 0,0 0 2 0,1-3 1 15,1 0-1-15,1-1 1 0,-1 3-2 16,-1-3 1-16,2 0 0 0,-1 0-3 15,-4 2 2-15,-4 2 1 0,4-2 2 0,-5 4 0 16,-2 0 3-16,-3 2 2 0,0 2-2 0,-3 2 3 16,-3 2-2-16,-2-1 1 0,1 4-2 0,-6-1-1 15,-2 4-1-15,0-3-2 0,-3 5 0 16,0-3 0-16,-3 3-1 0,1 0-1 0,-1-1 0 16,-3-2 1-16,4 0-1 0,-2 0 0 15,1-1 0-15,3-3-1 0,0-2 1 0,3-3-2 16,2-1-5-16,4-1-16 0,-1-3-36 0,1-2-53 15,3-2-50-15,2-1-46 0,1-1-75 0,1-2-117 16,2-3-106-16,3 1-141 0,1-2-239 16,-1-1-229-16,2 1-60 0,3-2 249 0,-1-2 380 15</inkml:trace>
  <inkml:trace contextRef="#ctx0" brushRef="#br1" timeOffset="35752.33">23104 14683 216 0,'0'-17'565'0,"-5"3"303"16,-1 3 171-16,-5 1-153 0,2 1-240 15,-3 3-173-15,-2-1-112 0,2 5-83 0,-4 0-64 16,2 4-59-16,-4 0-38 0,2 5-13 0,-1 1-3 15,-1 5 9-15,1-1 2 0,1 1 3 0,1 4-4 16,2-3-14-16,0 5-13 0,2-4-23 16,5 1-18-16,-2 0-22 0,3 2-7 0,5-4-9 15,2 1-5-15,2 1-2 0,4 0 0 16,0-2 2-16,4 0-3 0,0 0 1 0,2-1 0 16,0-1-1-16,3-1 1 0,1 2 2 0,-2-1-2 15,3-1 3-15,0 0-1 0,-1 2 0 16,-1-2 4-16,-3 4 0 0,3-2-2 0,-4 1 0 15,0 0 3-15,-4 1 2 0,-2 0-2 16,-1 2 0-16,-3-1 3 0,2 2-2 0,-5-1-1 16,-5 4 0-16,2-2-2 0,-3 1 0 0,-1 0-3 15,-1 0 3-15,-4 0 0 0,1 1-2 0,-5-4 1 16,2 2 0-16,1-3 3 0,-4-1 0 16,1-3 0-16,1-1 1 0,3-4-2 15,-1-2-1-15,5-5-5 0,-1-3-2 0,3-5-5 16,3-4-2-16,1-3 0 0,4-4 0 0,1-6 3 15,4-1 4-15,1-4-1 0,2-5 2 0,2-1-3 16,3-2-4-16,0-2-1 0,0-2-11 16,2-1-5-16,1-1-1 0,-1-1 0 0,0 1 3 15,1-3-4-15,-2 2 9 0,-1 1 6 16,-2 3 4-16,-2 3 5 0,-3 1 3 0,-3 7 3 16,-4 1 6-16,-1 2 5 0,-5 7-2 0,1 2-1 15,-6 4 0-15,-2 4-4 0,-1 4-7 16,-3 6-7-16,0 4 3 0,-1 3 3 0,-1 6-1 15,0 4 3-15,-3 2-3 0,5 2-20 16,-3 4-33-16,5 1-29 0,0 0-29 0,4 1-29 16,2-1-62-16,1-1-103 0,4-3-126 0,3 1-265 15,1-4-253-15,5 1-220 0,0-5-4 16,4-3 363-16,1-3 416 0</inkml:trace>
  <inkml:trace contextRef="#ctx0" brushRef="#br1" timeOffset="36799.96">23885 15259 239 0,'2'-5'439'0,"-1"-1"185"0,1-1 108 15,-1-3-148-15,-1 0-93 0,4-4-48 0,-3-3-17 16,2 1-21-16,1-6-46 0,-1 2-64 16,2-4-62-16,1 0-53 0,-2-2-47 0,1 1-36 15,0 1-22-15,0-1-5 0,-2 3 18 0,0 3 30 16,2 0 29-16,-1 4 29 0,-2 3 4 15,0 2-5-15,-1 3-23 0,1-1-27 0,-2 4-28 16,2-1-30-16,-2 4-19 0,0-2-13 16,1 3-13-16,-1 3-8 0,2 0-8 0,-2 4-4 15,1 4-2-15,3 2-1 0,-1 2 1 0,3 5-2 16,-3 1 0-16,2 3 0 0,0-1 3 16,1 3-1-16,0 1-2 0,2 2 2 0,0-4-2 15,0 1 4-15,0-2-4 0,1-3 0 0,-1-3 1 16,0-1-2-16,0-2 1 0,3-5 0 15,-3-1 0-15,2-3 2 0,-3-2 0 0,1-2-1 16,2-2 1-16,-2-2 2 0,3-2 0 0,-3-4 0 16,-2-2 0-16,3-1 2 0,-1-3 1 15,-1-2-2-15,-1 0-1 0,2-3 0 0,-4-2 1 16,1-1-1-16,0 0 0 0,2-3 0 0,-3 2-2 16,2-1 0-16,-1 0 0 0,0-1-1 15,-2 5 1-15,2 1 0 0,-2 2 0 0,0 5 2 16,1 3-2-16,-3 1 0 0,-1 4 0 15,3 2-1-15,-1 5 2 0,-1 3-2 0,-1 5 1 16,3 4 1-16,-3 0-1 0,4 4 0 0,-3 2-1 16,2 1 1-16,1 4 1 0,-1-2-2 15,2 1 0-15,1 1 1 0,-2-2-1 0,3-1-1 16,-2 1-3-16,1-3-19 0,2-2-48 16,-2-2-63-16,0-2-61 0,-1-2-110 0,3-4-170 15,-2 0-255-15,2-3-253 0,0-1-217 0,2-1-133 16,1-4 246-16,0 0 496 0</inkml:trace>
  <inkml:trace contextRef="#ctx0" brushRef="#br1" timeOffset="37998.08">24778 15302 118 0,'3'-11'346'16,"-1"-3"178"-16,0 2 161 0,-1-4-101 0,-1-2-102 16,4-4-46-16,-3 0-18 0,1-5-8 15,1-1-22-15,-1-4-53 0,1-2-56 0,0 1-54 16,1-2-52-16,1-1-49 0,-2 1-40 16,2-1-27-16,-2 5-17 0,1 1-8 0,-1 5 2 15,-2 1 6-15,3 2 10 0,-3 4 7 0,4 4 3 16,-4 2 6-16,-1 1 4 0,2 4 2 15,-1 1 4-15,-1 1 1 0,0 2-2 0,2 0-13 16,0 3-9-16,-2 0-12 0,1 3-15 16,2 3-8-16,1 2-4 0,-3 3-4 0,4 2-2 15,-2 2-5-15,3 4-1 0,-1 3 1 0,0 0-1 16,1 5 2-16,-1-1-2 0,3 3 2 16,0 1 1-16,-2 2-5 0,1-1 0 0,2 1-5 15,-5-2 1-15,5 0-1 0,-1-3 0 16,-2-4 2-16,1 2-3 0,2-6 1 0,-3-2 0 15,0-3-3-15,2-3 1 0,-2-2-1 0,-1-4 4 16,2 0 5-16,-1-4 2 0,0-5 3 0,-1-2 0 16,0-2 4-16,-1-6 0 0,1 1-4 15,-1-4 0-15,0-2-1 0,2 0 0 0,-3-1 0 16,1 1-1-16,-3-3 1 0,2 2 2 0,1 3 1 16,-3-1-2-16,1-1-1 0,0 4 0 15,-2 1-2-15,3 0 0 0,-3 4-1 0,1 3 5 16,2 1 2-16,-3-1 6 0,2 4 2 15,-2 1 3-15,1 6-1 0,1 1-3 0,1 4-4 16,-1 5-6-16,1 1 0 0,2 5-2 0,-4 0-3 16,4 3-1-16,0 1-1 0,1 1 0 15,-1 1-3-15,0 0 1 0,1 0 1 0,0-1 0 16,0-3 0-16,2-1-1 0,-1-2-1 16,-1-4-2-16,3-4 1 0,-2-4 2 0,-1 0 2 15,1-6 1-15,-1-2 2 0,2-6 2 0,-4 0-3 16,3-4 4-16,-1-6 0 0,-1-3 1 0,1-1-1 15,-3-1 0-15,4-5 2 0,-4 1-3 16,2-1 1-16,0-2 1 0,-2 1 0 0,3-1 1 16,-2 3-1-16,1-1-1 0,-2 5-4 15,2 0-1-15,-1 4-1 0,-3 3 1 0,2 5 7 16,-3 0 9-16,5 5 4 0,-5-1 2 0,1 6 1 16,2 2 2-16,-1 3-9 0,0 3-7 15,-1 2-4-15,1 4-3 0,1 1-1 0,0 1-1 16,1 4 0-16,-3 1 0 0,2 1-1 15,3 2-1-15,-3 2-2 0,1 1 0 0,1-1-4 16,-1 3-27-16,1-1-47 0,0 1-44 0,2 1-39 16,-2-1-81-16,2-1-138 0,-1-2-162 0,3 0-241 15,-2-1-232-15,1-3-221 0,1 0 25 16,1-5 409-16</inkml:trace>
  <inkml:trace contextRef="#ctx0" brushRef="#br1" timeOffset="39792.03">24217 12981 45 0,'2'0'254'0,"-2"-2"125"16,-2 0 108-16,2-5-84 0,-1-4-138 16,1-1-60-16,1-5-2 0,1-7 17 0,2-5 34 15,1-5 16-15,2-7 18 0,2-8-17 0,4-4-8 16,-1-6 0-16,4-5-39 0,-2-6-6 15,4-4-7-15,-2-6-10 0,1-2-36 0,-3-3-24 16,2-4-7-16,-3-2-26 0,-2-1-40 0,0-2-13 16,-5-1 0-16,-1-1-9 0,-3 0-10 15,-2-1-2-15,-4 2 10 0,0 2 10 0,-4 2-3 16,-3 3-1-16,0 3 4 0,-1 6 25 0,0 0 13 16,1 8-1-16,0 4 18 0,1 5 7 15,1 4 0-15,-1 5-18 0,-1 5-15 0,3 5-16 16,0 1-22-16,-1 9-15 0,3 1-11 15,-1 5-8-15,2 3-4 0,1 4-4 0,-1 4-1 16,2 2-1-16,1 4-2 0,-1 3-1 0,2 1-6 16,1 0-3-16,-4 3-2 0,4 2-3 15,0 2 1-15,-1 6 1 0,-1 3-10 0,1 5-44 16,-3 6-46-16,0 1-43 0,-4 6-77 16,2 0-149-16,-4 1-168 0,0 1-210 0,0-3-232 15,-2 3-210-15,3-4 22 0,-4-1 379 0,2-6 404 16</inkml:trace>
  <inkml:trace contextRef="#ctx0" brushRef="#br1" timeOffset="40080.26">24083 10387 9 0,'6'-15'272'16,"1"0"162"-16,0-3 150 0,0-2 50 15,-1-3-207-15,2-3-104 0,3-2-27 0,0-2 12 16,0-2 8-16,5-1 8 0,-2-2-18 15,4 1-31-15,-4 1-31 0,2 0-29 0,0 3-40 16,-2 3-44-16,-1 2-23 0,-3 4-16 0,0 3-28 16,-2 3-15-16,-2 2-11 0,0 5-1 15,-3 2-16-15,1 4-7 0,-1 4 1 0,-2 5-8 16,3 5 0-16,-3 7-1 0,-1 3 1 16,0 5 0-16,0 5-1 0,0 3 4 0,-1 7-3 15,-1 3-4-15,0 5-9 0,2 1-26 0,2 1-62 16,0 1-106-16,-2 1-129 0,1 0-151 0,3-2-242 15,-3 2-249-15,2 0-103 0,-1-1 145 16,-2-2 316-16,0 0 300 0</inkml:trace>
  <inkml:trace contextRef="#ctx0" brushRef="#br1" timeOffset="40850.08">24106 12645 281 0,'5'-2'546'0,"0"0"202"0,-2 2 78 0,1-1-292 15,-1 2-207-15,0 3-110 0,1 2-50 0,-1 2 5 16,2 8 21-16,0 0 26 0,-2 5 11 15,2 6-29-15,-2 0-26 0,2 3-30 0,-1 2-34 16,0 1-19-16,1 0-14 0,-1-2-16 16,1 0-6-16,3-3-11 0,-4-3-8 0,5-2-14 15,-1-3-10-15,2-6 1 0,2-5 8 0,-3-3 4 16,5-6 2-16,-1-6 4 0,-2-4 0 16,5-7 0-16,-2-4-11 0,2-1 0 0,-2-5-5 15,2-2-1-15,-2-1 0 0,4-3 0 0,-4 0-4 16,3-1-1-16,-1-1-3 0,1-2-3 15,2-1-6-15,-3 2-25 0,3 0-79 0,-4 1-147 16,2-1-220-16,-3 5-283 0,0 2-269 16,-3 3-199-16,-1-1 125 0,-1 2 449 0</inkml:trace>
  <inkml:trace contextRef="#ctx0" brushRef="#br1" timeOffset="84726.13">25473 11681 11 0,'1'-5'218'0,"3"1"123"16,-1 2 126-16,-2-3-54 0,4 2-87 0,-4-1-47 16,1 1-18-16,-1-1 14 0,-1 1 23 0,2 2 29 15,-2 0 19-15,2 1 6 0,-2 0-5 16,0 0-19-16,1 0-37 0,-1 0-44 0,0 0-43 15,0 0-46-15,0-2-38 0,0 2-32 16,0 0-25-16,0 0-15 0,0 0-10 0,0 0-10 16,0 2-3-16,0-1 0 0,2 3 32 0,0 4 13 15,-1 3 9-15,1 1 10 0,-1 4 34 16,3 2 6-16,-3 3-22 0,2 4-13 0,-1 2-13 16,1 0-13-16,-2 4-30 0,2 0-17 15,-1 3-7-15,0-2-10 0,-1 0 1 0,1 1-3 16,1-3-1-16,-1-3-1 0,3-2-2 0,-4-1 1 15,4-5 1-15,-1 0-1 0,-1-4 2 16,1-3-1-16,-1-2 1 0,-1-3-1 0,-1-1 0 16,2-1 2-16,-1-4 3 0,1-1 6 15,0-1 2-15,3-5 1 0,-2-1 0 0,2-4-1 16,0-2-4-16,1-2-4 0,4-4-4 0,-3 0 2 16,0-2-1-16,1-1-3 0,2-4 3 0,0 2 0 15,2-1-2-15,-4-1 0 0,4 0-1 16,-1 0 2-16,0 0-3 0,-1 1 4 0,1-1-2 15,0 3 0-15,-2 1 0 0,2 1-2 16,-4 1 2-16,0 4-1 0,1 1 1 0,-3 2 0 16,1 1 1-16,-4 3 1 0,2 2-2 0,-4 1 1 15,2-1 1-15,-1 4 8 0,-1 0 3 16,-1 2 3-16,0-2 0 0,0 3 0 0,0 0-3 16,-1 3-4-16,-4 1-5 0,0 1-3 15,1 3 2-15,-4 2 0 0,0 4 0 0,-3-1-2 16,0 3 1-16,-1 3 2 0,2-2-2 0,-3 4-3 15,0 1 2-15,1 1-1 0,-1 2-2 0,0-2-1 16,4 2 0-16,-1-2 3 0,3 0-4 16,-2-3-1-16,5 2-1 0,0-3 1 15,1-1 2-15,2-3 0 0,-1 2 2 0,4-3 0 16,-2-1 1-16,3-1-3 0,0-2 2 0,0-1-1 16,5-2-1-16,-1 0-1 0,3 0 4 0,0-2-1 15,0 0-2-15,4-4 1 0,-1-1 2 16,2 0 2-16,1-3-2 0,0 0-17 0,0-2-44 15,-1-2-57-15,1 3-58 0,0-2-114 16,-3-3-171-16,-1 3-260 0,-1-1-255 0,1-2-217 16,-2 2-132-16,-1-2 268 0,-1-2 501 0</inkml:trace>
  <inkml:trace contextRef="#ctx0" brushRef="#br1" timeOffset="85448.12">26118 11708 234 0,'3'0'413'0,"0"0"147"16,0 1 39-16,-1 2-162 0,1 1-125 15,-2 2-64-15,1 2-10 0,-1 4 15 0,3-1 12 16,-3 5 5-16,-1 2 3 0,4 0-11 0,-3 3-22 16,2 1-26-16,-1 2-35 0,0 1-40 15,-2 1-34-15,1 2-31 0,-1 2-26 0,0-2-24 16,2 0-13-16,-1-1-8 0,1-1-7 0,0-2-1 16,0-4 0-16,2-1-2 0,-3-6 4 15,1 1 1-15,-1-5-1 0,3-3 4 0,-3-2 3 16,2-4 5-16,2-3 0 0,-2-3 2 0,2-6 0 15,1-1 1-15,1-4-1 0,-3-3-2 16,3-2 1-16,-2 0 0 0,1-4 2 0,-2-1-4 16,0 0 0-16,0-1 0 0,0 0-4 15,-1 2 2-15,2-3-2 0,-2 2-1 0,1 2-1 16,1-2-3-16,0 2-1 0,1 0 0 0,-1 3-4 16,4-1-1-16,-2 2 0 0,1-1 1 15,-2 5 0-15,3 1-1 0,-1 1 0 0,2 1-1 16,-2 1 0-16,1 1 4 0,-1 1-2 15,0 1 2-15,0 2 0 0,1 1 0 0,-2 2 3 16,-1 1 0-16,1 3 9 0,0 1 7 0,0 0 4 16,-3 2 3-16,1 4 1 0,2-1 2 15,-3 3-6-15,-1-1-6 0,-1 3 2 0,-1 1 2 16,-1-2 1-16,-1 6 3 0,-1-3 0 16,-1 1 3-16,-1 2-4 0,-3 0-3 0,-1 1-2 15,0 1-1-15,-2 1-7 0,0 2 2 0,-1-3-1 16,-3 5 1-16,2-3 0 0,-2 2 2 15,2-1 3-15,-1-1-2 0,0 1-1 0,4-3-7 16,-4 2 2-16,5-1-4 0,2-4-2 16,1 2-3-16,0-4-1 0,4 3 4 0,-4-5-5 15,5 1 0-15,5-2 5 0,-5 0 1 0,4-2-1 16,0-1 0-16,2-2 3 0,1 1-1 16,2-1-2-16,-1-4 1 0,1 0-1 0,4 0-2 15,0-4-6-15,-1 1-13 0,1 0-39 0,0-2-105 16,-4 1-141-16,5 0-223 0,-2 1-279 15,-2-1-255-15,-2 4-134 0,2 0 216 0,-1 2 422 16</inkml:trace>
  <inkml:trace contextRef="#ctx0" brushRef="#br1" timeOffset="85720.3">26584 12197 241 0,'5'-4'532'0,"-2"-2"298"0,5-4 199 16,-3-2-192-16,3-1-190 0,4-6-143 0,-1-2-103 16,5-2-90-16,3-4-69 0,1-1-45 15,0 0-23-15,2-2-6 0,1-2-6 0,-2 0-14 16,3 0-26-16,-1 0-27 0,-1 0-25 16,-1 3-24-16,-2 0-18 0,-2 2-13 0,-1 4-5 15,-2-1-5-15,-2 4-1 0,-3 2-3 0,-1 1-1 16,-2 0-25-16,-3 4-51 0,-3 1-46 15,0 0-57-15,-3 3-120 0,-4 2-158 0,-1 1-203 16,0 1-239-16,-4 4-227 0,2 2-115 16,-2 1 242-16,-2 1 431 0</inkml:trace>
  <inkml:trace contextRef="#ctx0" brushRef="#br1" timeOffset="85958.13">26728 11595 141 0,'-2'2'503'0,"-1"0"340"0,2 0 221 15,-3 3-148-15,4-4-252 0,0 1-202 16,0 1-147-16,0 3-97 0,4-2-74 0,-3 2-51 16,2 3-22-16,1 0-16 0,-1 4-10 0,-2 0-14 15,3 4-12-15,0 2-9 0,0-1-4 0,-2 3-6 16,2-1-42-16,-1 2-109 0,-2-3-148 15,3-1-263-15,-1 1-273 0,2 0-254 16,-1-2-89-16,1-2 275 0,4-2 430 0</inkml:trace>
  <inkml:trace contextRef="#ctx0" brushRef="#br1" timeOffset="86566.23">27689 11481 135 0,'0'-6'367'16,"-1"1"214"-16,-2 1 220 0,-1 0-107 0,-1 0-106 16,1 2-68-16,-2-3-55 0,-1 3-77 15,-1 0-84-15,2 1-76 0,-3 1-61 0,-2 1-45 16,1-1-41-16,-2 2-21 0,0 0-15 0,-2 4-10 15,1-1-7-15,1 1-7 0,-4-1-4 0,2 3-4 16,-2 1-7-16,1 1 0 0,0 1 3 0,2-1-1 16,-1 2 0-16,3 0 3 0,1 1 0 15,0-2-7-15,1 1-1 0,5 0-1 0,-1 1 0 16,2-1-1-16,1 1 1 0,2-1-2 16,2 0 0-16,-1 0-3 0,4 2 2 0,0-1-2 15,1 1-4-15,4-1 3 0,1 0-4 0,-2 0 2 16,1 2-3-16,4-4 2 0,-3 1 4 15,3-1 3-15,-1 1 0 0,-1-2 0 0,1 0 2 16,-2-1 1-16,2 2-2 0,-5-3-2 16,0 2 3-16,-2-3-2 0,0 3 0 0,-4-3-2 15,-1 2 2-15,-1 0-2 0,-3-1-1 0,-3-1 1 16,2 3-6-16,-5-2 5 0,1 1-2 16,-4 0-1-16,-1 0-6 0,0-1-23 0,-2 3-52 15,-4-3-87-15,1 0-97 0,0 1-112 0,0-3-135 16,1 1-234-16,1-1-175 0,2 0-10 15,2-2 153-15,2 0 262 0</inkml:trace>
  <inkml:trace contextRef="#ctx0" brushRef="#br1" timeOffset="87250.09">27968 11472 60 0,'5'-2'338'0,"-1"1"212"0,-1 1 180 0,-1 0-21 15,-1 1-155-15,-1 2-85 0,2 2-40 0,-2 2-35 16,0 2-27-16,0 3-53 0,-2 0-56 16,2 3-65-16,-1 3-53 0,-1 0-41 0,-1 5-33 15,2 1-17-15,-1 1-18 0,-1 4-9 0,1 1-9 16,-1 0-8-16,1-1-1 0,-1 2-3 0,2-1-1 15,-1-2-2-15,0 0 1 0,2 2-1 16,0-7-10-16,-1 1-18 0,1-3-49 16,-3-1-79-16,1-5-112 0,-2-1-127 0,1-3-159 15,-2-4-273-15,1 1-181 0,0-4-2 0,-1-1 222 16,0-6 311-16</inkml:trace>
  <inkml:trace contextRef="#ctx0" brushRef="#br1" timeOffset="87510.14">27858 11548 148 0,'2'-3'458'0,"-2"-1"236"0,1 0 134 0,-1 4-164 16,0-3-251-16,4 2-154 0,-3-1-75 0,6-3-42 15,-1 5-21-15,3-4-13 0,3 3 27 0,-1-2 15 16,3 0-17-16,0 2-15 0,3-1-9 0,0-1-8 15,0 3-31-15,-1-1-31 16,1 1-17-16,2 1-11 0,-3-1-2 0,1 3-2 16,-1 0-4-16,0 0-3 0,0 1-42 0,-2 0-81 15,-2 2-112-15,0-1-139 0,-2 2-285 0,-2 0-229 16,1 1-91-16,-5 1 134 0,2-1 296 16</inkml:trace>
  <inkml:trace contextRef="#ctx0" brushRef="#br1" timeOffset="87952">28252 12058 78 0,'0'8'375'0,"2"-1"229"0,1-2 200 15,-3-5-18-15,1 0-171 0,4-5-139 16,0-2-88-16,0-2-50 0,1-3-51 15,5-2-66-15,-1-3-51 0,-1-2-42 0,4-2-27 16,-4-2-21-16,4 0-19 0,-1-4-12 0,-2-1-8 16,1-1-13-16,0-3-5 0,-1 1-8 0,-2-3-7 15,2 1-3-15,-1 0-8 0,-3-2 0 16,0 3 0-16,2 2-1 0,-3 2 1 0,-2 3 3 16,0 3 10-16,-1 3 10 0,-1 4 6 15,1 2 8-15,0 2 1 0,-2 5-5 0,0 0-10 16,1 1-7-16,-1 4-9 0,0 1-4 0,2 1-2 15,-1 4-1-15,3 3 1 0,-2 3 2 16,2 3 2-16,-1 3 2 0,-2 0-1 0,4 5 6 16,-2 3 1-16,1 3-1 0,0 0-2 15,0 4-3-15,2 1-1 0,-3 2-1 0,0-1-4 16,2 1 3-16,0-1-2 0,0-1-3 0,-1-3 1 16,4-2-4-16,-2-2-10 0,-1-4-12 15,0-1-20-15,0-4-50 0,1-3-94 0,-5-2-106 16,1-4-94-16,-1-1-112 0,-1-3-150 15,0-1-197-15,-1-1-56 0,-2-4 105 0,-2-1 199 16,2-1 231-16</inkml:trace>
  <inkml:trace contextRef="#ctx0" brushRef="#br1" timeOffset="88165.03">28353 11865 49 0,'7'1'298'0,"-3"-1"194"16,5 0 204-16,0-1 8 0,0-2-114 0,4-1-81 16,3-3-70-16,0 1-71 0,4-2-79 15,1-1-77-15,1 1-74 0,2 0-55 0,-1-1-35 16,2 2-42-16,2 0-70 0,-1 2-97 0,1-1-125 16,3 1-216-16,-2 2-265 0,2 2-183 15,0 1-6-15,-1-2 224 0,-2 4 310 0</inkml:trace>
  <inkml:trace contextRef="#ctx0" brushRef="#br1" timeOffset="88764.05">29028 11426 152 0,'0'4'334'0,"-1"-3"161"0,1 1 78 0,0-1-129 15,-3 2-99-15,3-1-45 0,0-1-8 16,3 2 23-16,-3 1 24 0,0 2 13 0,1 0-4 15,-1 3-17-15,2-1-39 0,-1 1-56 0,-1 2-54 16,-1 1-45-16,-1 1-30 0,1 3-28 16,-4 0-17-16,1 4-5 0,0 2 0 0,0 1 8 15,0 2 15-15,-1 2 22 0,1 1 18 16,-4 0-3-16,3 3-13 0,2-1-10 0,-2-3-22 16,4 0-26-16,1 0-25 0,0-5-11 0,1 0-3 15,3-1-3-15,0-3-6 0,3-1 0 0,0-1 4 16,1-2 1-16,2-3-3 0,1-1 0 15,0-1 4-15,0-3-1 0,2-3-2 0,-1 0 1 16,1-3-1-16,1-1 1 0,1-2-23 16,-1-3-42-16,-1-2-42 0,0 0-43 0,-1-3-84 15,-1-1-135-15,0-3-135 0,0 0-163 0,0 0-248 16,-2-2-209-16,-1 0-4 0,-1 0 293 16,0-2 366-16</inkml:trace>
  <inkml:trace contextRef="#ctx0" brushRef="#br1" timeOffset="89024.09">29413 11478 135 0,'1'3'432'0,"1"0"266"0,0 0 241 0,-2 1-69 15,1 2-173-15,1 0-148 0,-1 2-108 16,3-1-89-16,-2 1-96 0,2 7-82 0,-1-3-58 15,0 4-42-15,0 2-21 0,0 2-17 16,-1 1-12-16,-2 4-9 0,0 3-8 0,0 0 0 16,-2 2-3-16,1 1 1 0,-1 2-5 0,-1 1-15 15,1-2-18-15,-2 0-61 0,-2-2-121 16,2-3-154-16,0-2-235 0,-1-4-271 0,0-2-239 16,2-3-50-16,-1-3 303 0,1-3 404 0</inkml:trace>
  <inkml:trace contextRef="#ctx0" brushRef="#br1" timeOffset="89504.11">29925 11434 138 0,'3'2'432'0,"-1"-1"278"0,-2 2 236 0,0 0-92 15,0 1-166-15,0 0-140 0,0 3-117 16,0 1-94-16,0 2-89 0,1 3-76 16,1 1-52-16,-1 4-25 0,3 4-18 0,-3 0-18 15,4 3-9-15,-2 3-10 0,3-2-12 0,-3 4-9 16,1 0-7-16,1 2-1 0,-2-1-6 15,-2-1-4-15,3-1-1 0,-1 1-6 0,-2-5-7 16,1 1-15-16,1-5-12 0,-2-1-21 16,-1-3-52-16,0-4-93 0,-1 0-117 0,-4-6-120 15,4-2-170-15,-2-2-275 0,-2-3-158 0,2-3 59 16,-2-3 263-16,-2-4 306 0</inkml:trace>
  <inkml:trace contextRef="#ctx0" brushRef="#br1" timeOffset="89722">29791 11426 268 0,'12'0'586'0,"1"0"332"0,3-1 184 16,0-1-270-16,4 0-219 0,2-1-153 0,1 0-136 15,2-3-112-15,2 1-90 0,-1-1-52 0,1 1-28 16,0-1-14-16,-1 1-9 0,1-1-2 15,-2 2-10-15,-2-1-63 0,-2 2-119 0,-4 0-154 16,1 1-274-16,-6 2-275 0,2 0-244 0,-6 3-35 16,0-1 314-16,-4 1 421 0</inkml:trace>
  <inkml:trace contextRef="#ctx0" brushRef="#br1" timeOffset="93206.08">28701 14383 7 0,'3'0'225'15,"1"0"134"-15,-4 1 142 0,-2 1-14 0,0 1-105 16,-1-3-55-16,-2 2-10 0,2 0 8 16,-3 2 2-16,0-3 4 0,3 3 8 15,-2-2-16-15,-2 2-29 0,3-2-36 0,-2 3-33 16,-1-1-38-16,1 1-41 0,-2 2-35 0,1-1-25 15,0 2-21-15,-1 0-12 0,0 3-5 0,0 2-2 16,-1-1 1-16,0 2 14 0,1 3 13 16,-2 2 5-16,-2 1 11 0,3 2 5 0,-3 2 6 15,0 4-16-15,1 0-9 0,-1 2 9 16,-1 4-10-16,-3 0-12 0,2 3-11 0,-3 0-2 16,-1 2-5-16,1 0-17 0,-4 2-9 0,2 0-8 15,-1 3-4-15,-2 0-5 0,1-3 1 0,0 2-2 16,-1-3 3-16,3 1 1 0,-1-2 3 15,1 0-2-15,1-3-2 0,0-2 0 0,1 2 1 16,0-3 0-16,0 0 2 0,-1 0-1 16,2-3 9-16,-2 2 4 0,0-2-2 0,1 0 3 15,-4 0-2-15,2 0 2 0,-3 0-9 0,2 2-5 16,-2-4-3-16,2 0-1 0,-2 1-1 16,5-2-1-16,-2-2 2 0,3-1-1 0,2-3 2 15,3 1-1-15,-2-7 1 0,5-1 1 0,2 0-2 16,-2-5-2-16,5-1-2 0,0-2-2 0,1-1-1 15,1 1-1-15,-3-4-2 0,4 1 2 16,0-2 3-16,0 1 1 0,2-1-1 0,0 3 3 16,-1-2 4-16,3 0-4 0,-1 1 2 0,-2-2 2 15,4 3-1-15,-2-3-1 0,-2 2-3 0,3 0 2 16,-3-1 1-16,2 2-1 0,-1 0 0 16,1 1 2-16,-1-2 0 0,1 1 1 0,-1 0-2 15,1 1 1-15,1 1 4 0,-1 0-2 0,1-1-2 16,-1 3 2-16,0-2-1 0,0 0-2 0,4-1 1 15,-4 3-2-15,3-1 3 0,0 0-1 16,1 3 0-16,-1-3-1 0,3 1-1 0,-1 3 2 16,2-1-3-16,2 0 3 0,0 1 1 0,0-1-2 15,2 3 0-15,-1-3 1 0,3 3 0 0,-2 1 0 16,2-2-1-16,0 1 0 0,3 2 1 16,-3-1-2-16,3 1 1 0,-1 1-1 0,0 2 0 15,2 2 0-15,0-1-1 0,0 4-1 0,0 0-2 16,1 0 1-16,0 3-1 0,-3 0 0 0,2 1-1 15,2-1 3-15,-3 4 0 0,0-1 0 0,1-1 1 16,1 3 0-16,-4 0 3 0,2 0 0 16,-1-1 0-16,1 0 2 0,-1 0 0 0,-2-1 1 15,5-1-2-15,-4-2 0 0,1-1 1 0,-1-1-2 16,2 0 0-16,0-3 2 0,-3-1-1 0,1-2-1 16,-2 0-1-16,2-3-1 0,-4-2-1 0,1 0 1 15,-2-2 0-15,0 0 0 0,-2-2 0 0,0-2 1 16,-2-1-2-16,0-1 0 0,-2 1 0 15,-1-3 0-15,0 0 1 0,-4-1-1 0,3 0 1 16,-1 0 2-16,-2-1-2 0,2 0 0 0,-1 1-1 16,-2 0 0-16,3-2 1 0,-3 1-2 0,1 0 1 15,3-1 0-15,-3 2 0 0,2 0 0 0,1-1 2 16,-3 0-2-16,3 1 0 0,-1 1 0 16,3-3 0-16,-5 2 1 0,2-2-1 0,2 3 1 15,-1-2 0-15,-1 1 1 0,-2-1-1 0,3 1-2 16,-1-2 0-16,-2 2 1 0,1-2 1 0,1 0-3 15,-2 0 2-15,1 2-1 0,-1-2 1 16,-1 0-1-16,2 0 1 0,-2 0 1 0,2 0 1 16,-2 0-1-16,0-2 0 0,1 0 1 0,1-1 0 15,0-3 0-15,1 4 0 0,-2-5 2 16,3 1-1-16,-1 0-3 0,-2-2 1 0,3 2-1 16,-2 0 0-16,0 0 0 0,0 1 2 0,1-1 0 15,-2 0 0-15,1 1 0 0,0 2-3 0,1-2-1 16,-3 2 1-16,1 0 1 0,1 0-1 0,0 1 2 15,-1 0 0-15,1 0-1 0,-1 0 0 16,3 0-3-16,-2 0 3 0,0-2-3 0,3 1 1 16,-4 0 1-16,6-2 3 0,-4 0-1 0,3 0 0 15,-1-1 1-15,4-2 1 0,-2-2 1 0,3-1 1 16,-1-1 2-16,2-3 2 0,2-2 4 16,2-6 2-16,1 0-2 0,5-4-2 0,1-5 2 0,1 0-1 15,1-4-2-15,2-2-1 0,2-1 2 16,0-2 0-16,1 0-1 0,1-1-1 0,-2-2-1 15,2 1-1-15,-1 1-1 0,1 0-2 0,-3 1 0 16,-5 4-1-16,2 1-3 0,-5 4 1 16,-3 5-2-16,-2 3 1 0,-3 4 1 0,-3 0 0 15,-2 3 0-15,0 4 1 0,-3 2 0 0,-3 3 1 16,0-2-3-16,-1 3 0 0,-2 3-1 0,-3-2-1 16,1 2 1-16,0-1-5 0,-1 3-4 0,1-3-14 15,-3 1-23-15,2-1-50 0,-1-1-62 0,3 0-57 16,-4-1-96-16,0-3-144 0,2-1-167 15,-2 1-242-15,3-3-214 0,-3 0-190 0,0 1 87 16,0-3 417-16,0-4 402 0</inkml:trace>
  <inkml:trace contextRef="#ctx0" brushRef="#br1" timeOffset="94278.1">28813 14524 74 0,'0'2'233'0,"2"-1"101"16,-1 2 34-16,-1 0-93 0,2-2-82 0,0 4-48 15,-1-1-24-15,1 1-3 0,1 1 0 16,0 2 7-16,1-1 12 0,-1 3 17 0,2 1 8 16,2 1 7-16,0 2 25 0,1 4 7 0,0 0-7 15,2 2 1-15,2 1 10 0,2 2-8 16,-2 1-10-16,1 2 6 0,4 1 3 16,1 0-22-16,-2 2-25 0,-1 2 4 0,3-3-11 15,-1 4-31-15,-2-2-11 0,2 2-5 0,-3-3-12 16,3 2-23-16,-4 0-18 0,3-2-9 0,-5 1-12 15,2-2-3-15,-1-1 0 0,0 0-5 0,-2 1 2 16,2 1-2-16,-3-2 2 0,0 0-3 16,1 1-3-16,-2 1-2 0,2 1 0 15,-1 1 0-15,0 1-2 0,-1 0 1 0,3-1-1 16,-1 2 1-16,-2 0-3 0,1 1-2 0,1-1-1 16,-2 0 0-16,1-1-5 0,0 2 1 0,1-2-1 15,0 0-1-15,-1-3 2 0,-1 0 1 16,2-1 3-16,-1 0-1 0,0 0 1 0,-1-1 6 15,2-2-4-15,-1 1 3 0,-1-2 0 0,0-1 1 16,0 0-1-16,1 0-1 0,-1-1 0 16,-1-2-2-16,-1 1-3 0,2-5-1 0,-3 0 1 15,-1-2-11-15,0-3-22 0,-3 0-50 0,1-5-91 16,-2-4-113-16,-2-2-129 0,2-2-171 16,-1-4-275-16,-3-2-173 0,0-3 42 0,-1-4 243 15,-4-3 308-15</inkml:trace>
  <inkml:trace contextRef="#ctx0" brushRef="#br1" timeOffset="95276.06">28154 16021 108 0,'2'2'343'0,"0"-1"180"0,-2 1 156 0,0-2-124 15,-2 0-151-15,0 0-103 0,2 0-75 0,-1-2-54 16,1 1-52-16,-2-1-45 0,2 1-30 15,0-1-24-15,0 1-9 0,0-3-8 0,2 2-4 16,-2 0-4-16,1 1-1 0,1-2 2 16,0 0-2-16,-1 1 0 0,1 1 5 0,-1-2-2 15,2 1-15-15,-1 0-39 0,-1-2-56 0,-1 3-67 16,0-2-75-16,0 0-123 0,0 1-208 16,0 0-65-16,0-1 63 0,0 0 148 0,-1-1 165 15</inkml:trace>
  <inkml:trace contextRef="#ctx0" brushRef="#br1" timeOffset="95628">28278 15795 95 0,'1'1'320'0,"2"-1"163"16,-1 2 133-16,0-1-132 0,0 1-163 15,-2-2-108-15,0-2-72 0,2 1-44 0,-2 1-38 16,0-2-29-16,0 1-15 0,2-3-7 0,-2 3-5 15,0-2-3-15,1 2 0 0,1-2 0 16,-1 1-3-16,-1 0 1 0,4-2-2 0,-4 3-16 16,1-2-31-16,1 0-39 0,-2 0-47 15,0 0-83-15,0 0-159 0,0 0-138 0,1 1-20 16,-1 0 79-16,0-2 133 0</inkml:trace>
  <inkml:trace contextRef="#ctx0" brushRef="#br1" timeOffset="95906.98">28446 15534 37 0,'4'1'269'0,"-3"1"161"16,1-2 146-16,0 1-67 0,-2-1-157 0,1 0-120 16,-1-1-82-16,0 1-54 0,0-2-43 15,0 1-27-15,0 0-18 0,2-1-10 0,-2 0-25 16,1 0-35-16,-1-2-47 0,2 2-77 16,0-3-168-16,-2 5-154 0,1-4-29 0,-1 2 69 15,0-3 131-15</inkml:trace>
  <inkml:trace contextRef="#ctx0" brushRef="#br1" timeOffset="96157.08">28622 15180 57 0,'0'1'267'0,"0"-1"131"0,0 2 108 0,0-2-120 15,2-2-159-15,-2 2-99 0,3-1-63 0,-3-2-40 16,1 0-39-16,1-2-41 0,-1 2-86 16,3-1-169-16,-4 1-113 0,1-2-11 0,-1 3 69 15,4-4 107-15</inkml:trace>
  <inkml:trace contextRef="#ctx0" brushRef="#br1" timeOffset="96398.08">28777 14886 129 0,'5'-5'323'0,"-4"3"131"0,1-3 86 16,-1 2-184-16,-1-2-160 0,2 2-92 0,-2 2-53 15,2-2-25-15,-2 2-14 0,0-1-14 16,0 2-28-16,0-2-50 0,0 4-138 0,0 0-179 16,-2 0-71-16,0 1 25 0,1 3 94 0</inkml:trace>
  <inkml:trace contextRef="#ctx0" brushRef="#br1" timeOffset="97200.19">28420 16192 15 0,'1'-1'229'0,"3"-3"128"16,-3 3 124-16,-1-2-57 0,2 0-128 0,-2-1-94 15,0 1-61-15,1 0-33 0,-1-2-30 0,0 2-24 16,2 0-17-16,-2 0-12 0,2 2-9 16,-2-2-6-16,0 0-5 0,1 2-3 0,-1-1-2 15,0 0 0-15,0 1-2 0,0 0-2 0,2 1-13 16,-2-2-25-16,0 0-40 0,0 1-58 15,0-1-122-15,0 2-177 0,0-1-57 0,0-2 44 16,-2 1 111-16</inkml:trace>
  <inkml:trace contextRef="#ctx0" brushRef="#br1" timeOffset="97454.04">28541 15967 29 0,'4'4'265'0,"-3"-3"159"0,1 1 147 16,-1 1-37-16,-1-3-174 0,0 2-127 0,0-2-75 16,0 2-57-16,0-2-38 0,0 0-37 0,0 0-13 15,0 0-11-15,2 0-2 0,0-2-17 0,-1 0-36 16,1 2-44-16,1-4-58 0,-1 2-113 15,2-2-200-15,-2 1-75 0,1-1 35 16,-2-1 115-16,1 1 139 0</inkml:trace>
  <inkml:trace contextRef="#ctx0" brushRef="#br1" timeOffset="97685.01">28651 15801 66 0,'0'4'281'15,"-2"-1"134"-15,1-1 114 0,-1 0-126 0,0 2-160 16,2-4-107-16,-1 0-64 0,1 0-32 0,0 0-23 16,0 0-9-16,1-4-6 0,1 3-14 0,1-2-21 15,-1 0-45-15,1 0-91 0,-1 2-166 16,2-2-110-16,-2 0-5 0,1-2 73 15,-2 2 119-15</inkml:trace>
  <inkml:trace contextRef="#ctx0" brushRef="#br1" timeOffset="97892">28739 15666 28 0,'0'0'236'0,"2"2"118"0,-2 1 106 16,0-3-95-16,0 0-141 0,2 0-101 0,-2-3-58 15,3 1-36-15,-2 0-27 0,4-1-35 0,-2 0-75 16,0 0-137-16,0-1-130 0,2 1-32 0,0-2 45 16,-2 0 97-16</inkml:trace>
  <inkml:trace contextRef="#ctx0" brushRef="#br1" timeOffset="98132.2">28988 15362 95 0,'3'-2'339'0,"-2"0"171"0,4-1 123 15,-5 0-127-15,1-1-202 0,-1 1-140 0,3-2-78 16,-3-1-44-16,4 2-23 0,-1-2-15 16,0 1-21-16,-1 1-27 0,1 1-36 0,-1 0-47 15,1 0-77-15,-2 3-154 0,-1 0-134 0,0 2-16 16,2-1 74-16,-2 3 124 0</inkml:trace>
  <inkml:trace contextRef="#ctx0" brushRef="#br1" timeOffset="98848.64">28578 16446 28 0,'1'-3'260'0,"1"0"155"0,0 0 143 0,-2 0-29 16,0 0-162-16,-2 1-117 0,2-1-69 0,-2 1-52 15,2 0-43-15,0 1-33 0,-1-2-29 0,1 1-11 16,1 0-11-16,-1 0-2 0,2 1-6 15,0 0-24-15,-1-1-31 0,1-1-37 0,0 2-51 16,1-1-88-16,-2 1-179 0,-1-1-110 0,5 1-2 16,-4-1 87-16,-1-1 136 0</inkml:trace>
  <inkml:trace contextRef="#ctx0" brushRef="#br1" timeOffset="99071.96">28673 16256 72 0,'0'2'271'0,"1"0"133"16,-1-1 95-16,2-1-129 0,-2 1-133 16,2-1-98-16,-2 0-60 0,1 0-36 0,-1-1-19 15,3-2-17-15,-1 1-10 0,1 1-21 0,0-2-23 16,0-1-44-16,0 1-70 0,1 0-121 15,-1-2-125-15,-2 2-16 0,3-1 62 0,0-1 102 16</inkml:trace>
  <inkml:trace contextRef="#ctx0" brushRef="#br1" timeOffset="99296.01">28828 16087 223 0,'0'0'356'0,"1"0"132"0,-1 0-30 0,4 0-142 16,-4 0-106-16,0 0-70 0,1 0-51 0,-1 0-32 15,2 0-24-15,-2 0-14 0,1-1-11 0,1 1-4 16,0-2-2-16,0 1-2 0,0-1 0 16,0 0-16-16,1 0-19 0,-2-1-33 0,1 0-57 15,0-1-118-15,-1 0-173 0,1 1-66 0,-1-1 31 16,1 2 103-16</inkml:trace>
  <inkml:trace contextRef="#ctx0" brushRef="#br1" timeOffset="99518.15">28916 15952 94 0,'2'2'297'0,"-1"-1"154"0,-1 2 113 0,2-3-125 15,-2 2-139-15,0-2-93 0,0 1-63 16,0-1-54-16,0 1-39 0,0-1-26 0,2 0-12 16,-2-1-7-16,0 1-6 0,1-1-11 15,1-1-26-15,0-1-35 0,-2 0-59 0,0 0-105 16,0 0-184-16,1-1-102 0,1 0 11 16,-1 0 99-16,-1 0 138 0</inkml:trace>
  <inkml:trace contextRef="#ctx0" brushRef="#br1" timeOffset="99712.16">29095 15712 92 0,'1'1'311'0,"-1"1"147"15,0-2 112-15,-1 1-158 0,-2 1-159 0,3 0-110 16,-2-2-66-16,-1 1-54 0,2-1-41 15,1 2-50-15,-2-2-65 0,0 1-134 0,2 1-168 16,-1-1-47-16,1 2 46 0,-2 0 110 16</inkml:trace>
  <inkml:trace contextRef="#ctx0" brushRef="#br1" timeOffset="100428.96">28756 16752 57 0,'0'0'268'15,"2"0"135"-15,-2-2 113 0,-2 2-119 0,2-1-154 16,0 1-105-16,-1-1-60 0,1 1-38 0,0-2-19 16,0 0-9-16,1 2-16 0,-1-2-25 0,4 0-44 15,-4 0-80-15,1-1-129 0,2 2-139 0,-1-2-25 16,0 1 61-16,1-1 107 0</inkml:trace>
  <inkml:trace contextRef="#ctx0" brushRef="#br1" timeOffset="100670.1">28893 16527 144 0,'4'-3'387'0,"0"2"202"16,-3-3 165-16,2 3-152 0,-1 0-158 0,-2-3-116 16,1 3-83-16,-1 1-65 0,0-2-59 15,2 1-55-15,-2 1-33 0,1 0-18 0,1-3-8 16,0 3-8-16,-1-2-31 0,2 2-43 0,1-3-61 16,1 1-66-16,-4 1-72 0,2-1-123 0,2-1-158 15,-2 1-105-15,-2-2 28 0,3 2 128 0,-1-3 168 16</inkml:trace>
  <inkml:trace contextRef="#ctx0" brushRef="#br1" timeOffset="100832.98">29021 16377 161 0,'3'-3'314'0,"1"0"124"16,-2 0-7-16,-1 0-122 0,3 0-119 0,-3 0-74 15,1 0-55-15,0-2-26 0,1 2-17 16,-3-2-8-16,1 1-10 0,3 0-24 0,-3-1-37 15,1 1-78-15,-1-1-145 0,3 1-128 0,-2-1-25 16,0 2 62-16,0-1 108 0</inkml:trace>
  <inkml:trace contextRef="#ctx0" brushRef="#br1" timeOffset="100967.98">29144 16187 80 0,'2'-2'268'0,"-1"-3"126"16,-1 2 57-16,0 0-103 0,0 0-130 15,0 2-91-15,0-2-62 0,0 1-51 0,-1-1-75 16,1 0-167-16,0 2-155 0,0-2-53 0,0 2 31 16,-2-3 94-16</inkml:trace>
  <inkml:trace contextRef="#ctx0" brushRef="#br1" timeOffset="106772.05">28883 14534 38 0,'-2'0'221'0,"2"0"108"0,0-1 65 16,0 1-72-16,0 0-97 0,0-1-70 15,0-1-41-15,0-1-24 0,0 2-11 0,0-3-1 16,2 3 7-16,-2-2 7 0,0 0 9 16,0 0 27-16,0 2 20 0,-2-2 17 0,2 0 12 15,0 1 9-15,0-1 7 0,-1 2-12 0,1-2-13 16,0 1-9-16,-2-1-13 0,1 2-9 15,-1-2-15-15,0 0-16 0,2 0-15 0,-2-1-16 16,0 0-15-16,0-1-14 0,2 1-15 0,-1-1 7 16,-1 1 28-16,2 0 19 0,-1 0 10 15,1 0 2-15,-2 1 0 0,0 0-14 0,2 0-30 16,-1 0-24-16,1 0-9 0,0 0-5 0,-2 0-5 16,1 2-2-16,1-2-1 0,-2 1-1 15,0 0-2-15,2 0-3 0,-1 0 10 0,1 1 17 16,-2-2 11-16,1 1 10 0,1 0 0 15,-2 2-1-15,2 0-5 0,-2-3-19 0,2 2-10 16,0 1-9-16,0 0-3 0,0-1 1 0,0 1-2 16,0 0-2-16,0 0 0 0,0 0-1 15,0 0 2-15,0 0-1 0,0 0 2 0,0 0-1 16,0 0-1-16,0 0 3 0,0 0-1 16,0 0-1-16,0 0-1 0,0 0 2 0,0 0 0 15,0 0-1-15,0 0-3 0,0 0 2 0,0 0 2 16,0 0-1-16,0 0 0 0,0 0 0 15,0 0 1-15,0 0-1 0,0 0-2 0,0 0 3 16,0 0-1-16,0 0 0 0,0 0 1 16,0 0 1-16,0 0 0 0,0 1-3 0,0-1 2 15,2 0-4-15,-2 0 3 0,0 0 0 0,0 0 0 16,0 1 1-16,0-1-1 0,0 3 3 16,2-3-5-16,-2 2 0 0,1 2-1 0,1-2 1 15,-2 3-2-15,1-1-3 0,3 2 4 0,-4 0-1 16,3 2-1-16,0-1 0 0,0 2-1 0,0 0 3 15,1 0 0-15,2 2 2 0,-2-1 1 16,0 1-1-16,0 0 3 0,1 0 2 0,2 3-2 16,-1-3 2-16,-2 3-12 0,1 1-32 15,0 0-62-15,0 0-89 0,0 1-103 0,-1-2-120 16,1 3-153-16,-4 1-236 0,3-1-146 16,-3 4 28-16,2-1 197 0,1 1 270 0</inkml:trace>
  <inkml:trace contextRef="#ctx0" brushRef="#br1" timeOffset="120212.27">14056 5361 144 0,'0'0'299'0,"1"3"125"0,-1-2 36 0,0 1-81 16,0-2-49-16,0 0 10 0,0 1 35 15,0-1 29-15,0 2 3 0,0 0-22 0,0-2-35 16,0 2-43-16,0 0-47 0,-1 0-44 16,-1-2-39-16,1 1-28 0,-3 2-11 0,1-1 16 15,1-1 29-15,2 2 21 0,-3 0 7 0,3-1-5 16,-3 0-19-16,1 1-38 0,-1 0-41 0,2 0-32 16,-4-1-17-16,2 1-12 0,1-2-7 15,-1 2-3-15,-2-1-3 0,2-1-2 0,0 2-5 16,-2 0-2-16,0-2-2 0,-1 3-6 15,2-2-4-15,-3 3-2 0,2-3-1 0,-3 1-1 16,1 1-2-16,0 1 1 0,-1 0 1 16,0-1 0-16,-1 2 0 0,0-2 0 0,-1 2-2 15,-1 0 0-15,0 0 0 0,0 1-1 0,-3 3-1 16,1-1 0-16,-3 2 1 0,0-1-1 0,-1 3 0 16,-3-1 0-16,0 2-1 0,-2 1-6 15,-1 3-5-15,-1-2-2 0,-2 4-3 0,1-1 1 16,-2 0 5-16,1 0 8 0,-1 0 5 15,-2 1 2-15,4-1 2 0,-2 1 0 0,0 1-7 16,0 0-3-16,2 0-2 0,-2 0-2 0,2 1-2 16,1 0 1-16,0 0 0 0,-1-1 0 15,1 1 0-15,4-1 2 0,-2 0 2 0,1-2 0 16,3 1 0-16,0-3 1 0,3 1 0 16,0-2-1-16,2-1-1 0,1 0 0 0,0 0 0 15,3 0 1-15,-1-2-2 0,4 0 0 0,-2 0 2 16,3 1 0-16,-1-2 0 0,3 1-1 0,0 1 2 15,1-1-1-15,-1 2 1 0,3 0 0 16,-2 0 0-16,2 2-1 0,0-1 0 0,0 2 0 16,0 0 1-16,0 1 0 0,0 0 0 15,0 2 0-15,0 0 0 0,0-2-1 0,-1 2 0 16,-1 0 0-16,1 0-1 0,-1-1 0 0,-1 3 1 16,0-3 0-16,-1-1 1 0,0 2-2 15,-1-1 1-15,0 1 0 0,-1-2 0 0,-1 3 0 16,0-3-1-16,-1 2 1 0,0-1 0 15,-2-1 1-15,-2 1 1 0,-1 1 1 0,-1 0 1 16,1 0 0-16,-4 0 0 0,1 1-1 0,-1 0-1 16,-1-1 1-16,-1-3-2 0,-1 3 1 0,2 0 1 15,-2-2-1-15,1-1-1 0,-2-1 0 16,3 2 0-16,0-2 0 0,-1-3-1 0,5 1 0 16,-4 0 0-16,5-1-2 0,-2-1 1 15,4 1 0-15,-2-1-1 0,4-1-1 0,-1 1 1 16,1-2 0-16,3 0-1 0,1 1 1 0,0-2 0 15,0 1 2-15,3-2-2 0,-1 2 1 16,0-1 0-16,3 0 1 0,-3 1-2 0,3-3 1 16,0 3-1-16,3-2 0 0,-3 2 1 15,2-2-1-15,-1 1 1 0,1 1 0 0,-1-2 1 16,1 1 0-16,-2 1 1 0,0-2-1 0,0 4-1 16,-2-1 1-16,-1 2-1 0,0-1 0 15,-1 2 1-15,-3 1 0 0,2 3 1 0,-3 0 0 16,-2 1 0-16,0 0 1 0,0 2-1 15,-2 0 0-15,2 0 0 0,-1 3 0 0,-3-3 0 16,3 2-1-16,0-1 0 0,0-1 1 0,0 1-2 16,-2-3 0-16,2 3 1 0,1-2-1 0,-2-1 0 15,2 1 0-15,-1-2 1 0,-1 1 0 16,2 0 0-16,-1-1 2 0,0-3-1 0,2 2 1 16,-1-1-2-16,-1-2 0 0,3 0 0 15,2-2-1-15,-1 1-1 0,1-2 1 0,0-1 1 16,1-1-1-16,2-1 1 0,0-1 0 0,-1-1 0 15,3 0 0-15,-1 1 0 0,-2 1 0 0,2-2-1 16,1 0-1-16,-1 2 0 0,1 1 1 16,-3 1 0-16,3 0 0 0,-1 1 0 15,0 0-1-15,-1 1 0 0,2-3 0 0,-1 5 1 16,2-5 0-16,0 1 0 0,0-2 1 0,2 1-1 16,-1-3 0-16,2 2-1 0,-1-2 0 0,3-1 1 15,-2 2 0-15,0-2 0 0,3 1 1 16,-3-3-1-16,-1 4 2 0,3-2 0 0,-3 1 1 15,1 0 0-15,-2 4 2 0,1-2-1 16,-2 3 1-16,0 1 0 0,-2 1-2 0,2 1 1 16,-3 3 0-16,2 1-1 0,-3 0-1 0,1 0 1 15,0 1-2-15,-3-1 2 0,3 2-1 16,0-1 1-16,-1 2-2 0,1-1 0 0,0 1 0 16,0 1 0-16,-1 1-2 0,1 0 0 15,0-1 2-15,-1 4 0 0,1-4-2 0,-1 2-1 16,3 2 1-16,-1-4-1 0,0 2-1 0,2-2 1 15,0-3 0-15,0-1 1 0,2 0 1 0,0-2 0 16,-1-3 0-16,4-1 1 0,-2-1 1 16,2-1-2-16,-1 0-1 0,1-2 2 0,0 0-1 15,0-2 0-15,0-1-1 0,1 2 2 16,-2-4 0-16,1 2-1 0,-1-2 1 0,-1 2 0 16,0-1 0-16,2 1 0 0,-2 1 1 0,1-1 1 15,1 1 0-15,-2 0 0 0,1 1 1 16,-1 1-2-16,0 1 0 0,0 0 0 0,0 3-1 15,-1 0 1-15,2-1-1 0,-4 2 2 16,2 1-1-16,-2 0 0 0,-2 0 0 0,2 2 0 16,-4 3 2-16,2 1-2 0,-1-1 1 0,-2 2-2 15,2 0 1-15,0 2-1 0,0-3-1 16,-1 2 0-16,1 0 0 0,3-3 1 0,-4 0-1 16,2-2-2-16,2 0 2 0,0-1 0 15,0-1 0-15,0-1-1 0,0-1 2 0,0-1 0 16,2 0 1-16,-2-2 0 0,4 1 0 0,-4 0 0 15,0 0-1-15,2-1-1 0,-1 0 1 0,-1 2 0 16,0-3 0-16,2 1 0 0,-2 0 2 16,0 1-1-16,0-1 1 0,0 2-1 0,0-2 0 15,-2 1 1-15,2 2-1 0,-3 0-1 16,3 0-1-16,-4 2 1 0,2 0 0 0,1 0-1 16,-2-1 1-16,1 1-1 0,0 0 1 0,-1-1-1 15,2-2 1-15,1-1-2 0,-2-1-7 0,0-3-17 16,2-1-51-16,0-1-66 0,0-3-85 15,0-2-152-15,0-1-257 0,2-4-317 0,0-3-274 16,-1-4-194-16,-1-4 70 0,-1-3 556 16</inkml:trace>
  <inkml:trace contextRef="#ctx0" brushRef="#br1" timeOffset="121099.04">12419 9991 108 0,'3'-1'245'0,"3"-1"87"0,-2 1 4 15,-1-1-135-15,2-2-94 0,-1 1-47 0,1 0-43 16,0-2-59-16,3 3-142 0,-4-2-112 0,1-1-26 16,0 3 31-16,3-4 72 0</inkml:trace>
  <inkml:trace contextRef="#ctx0" brushRef="#br1" timeOffset="121302.5">12637 9867 24 0,'6'-2'235'15,"-2"0"122"-15,-1 1 109 0,0 1-84 0,0-3-140 16,0 1-107-16,1 0-60 0,0 0-32 16,1-1-18-16,1 0-11 0,1 0-12 0,-3 0-33 15,3-1-97-15,-1 0-205 0,2 2-95 16,-2-3-5-16,2 1 66 0,0-2 116 0</inkml:trace>
  <inkml:trace contextRef="#ctx0" brushRef="#br1" timeOffset="121472.58">12983 9693 21 0,'5'3'239'16,"-2"0"123"-16,-1-1 105 0,1 0-66 0,0 0-172 15,-1-2-111-15,1 0-61 0,2 0-43 0,1-2-57 16,-1-1-110-16,0 0-185 0,1 0-78 16,0-1 5-16,4-1 78 0</inkml:trace>
  <inkml:trace contextRef="#ctx0" brushRef="#br1" timeOffset="121631.93">13365 9524 61 0,'6'-6'246'0,"2"0"106"16,-1 1 92-16,0-1-148 0,-2-1-127 15,0 1-80-15,-1 2-70 0,2 0-123 0,-2-1-194 16,-1 2-78-16,-2 0 1 0,-1 0 58 0</inkml:trace>
  <inkml:trace contextRef="#ctx0" brushRef="#br1" timeOffset="122109.12">12543 9771 177 0,'3'0'327'16,"0"-3"115"-16,3-2 26 0,-1 0-192 15,1-2-125-15,2-1-70 0,3-5-34 0,0 2-16 16,0-1-17-16,3-1-40 0,1 0-109 0,0 1-208 16,-2-2-91-16,4 1-4 0,-4 1 70 15,3 0 119-15</inkml:trace>
  <inkml:trace contextRef="#ctx0" brushRef="#br1" timeOffset="122285.94">12906 9520 28 0,'5'2'218'0,"0"0"99"0,2-2 88 0,-2-2-104 15,3-2-137-15,0-2-78 0,1 1-43 0,3-1-22 16,-3-3-7-16,5 1-10 0,-3 0-24 16,3 1-44-16,-2-2-100 0,2 0-141 0,0 2-48 15,-1 0 24-15,2-1 76 0</inkml:trace>
  <inkml:trace contextRef="#ctx0" brushRef="#br1" timeOffset="122408.1">13274 9310 53 0,'0'-4'157'16,"0"-2"9"-16,-3 3-113 0,0 0-132 0,0 2-58 15,-2-1-5-15</inkml:trace>
  <inkml:trace contextRef="#ctx0" brushRef="#br1" timeOffset="122707.15">12479 9409 107 0,'2'-3'189'0,"-1"0"29"0,3-1-62 15,0-1-120-15,-1-1-148 0,0 1-69 16,2 1-8-16,0 1 23 0</inkml:trace>
  <inkml:trace contextRef="#ctx0" brushRef="#br1" timeOffset="123057.15">13078 9083 124 0,'8'-1'193'16,"0"0"10"-16,-1-2-45 0,0 1-32 0,0 1-30 15,-1 0-14-15,-1-1-9 0,1 0-10 0,2 1-10 16,-2-2-11-16,1 0 1 0,-1 0-6 16,3-2-11-16,-1-1-5 0,2-1-4 0,0-1 2 0,0-2-2 15,2-1-38-15,0-1-155 0,-2 0-112 16,1-1-33-16,0-1 28 0,-2-1 62 15</inkml:trace>
  <inkml:trace contextRef="#ctx0" brushRef="#br1" timeOffset="123409.87">12543 9015 120 0,'-9'7'362'15,"-2"-1"200"-15,2-2 166 0,3 1-149 0,-1-1-172 16,4-3-118-16,0 0-97 0,1-1-64 16,1-1-59-16,2-3-36 0,1 0-19 0,3-2-4 15,1 0-3-15,2-3-1 0,1 0 1 16,4-1-29-16,-2-1-48 0,5 2-61 0,-2-4-74 16,4 2-144-16,-1 1-232 0,0-1-93 0,1 2 37 15,-1-1 149-15,0 1 181 0</inkml:trace>
  <inkml:trace contextRef="#ctx0" brushRef="#br1" timeOffset="123614.66">13099 8667 99 0,'17'-6'226'0,"-1"1"90"16,-2-1-1-16,1 0-97 0,0-3-69 0,0 2-39 15,2-1-24-15,-1 0-22 0,1-3-25 16,-1 3-18-16,3-3-3 0,-2 3-6 0,1-3-5 15,-1 1-3-15,1 0 0 0,1 0-2 0,-5 1-2 16,3-2 0-16,0 3 0 0,-2-3-2 16,-2 2-29-16,-1-1-99 0,-1-1-173 0,0 2-69 15,-5-2 9-15,-1 3 63 0</inkml:trace>
  <inkml:trace contextRef="#ctx0" brushRef="#br1" timeOffset="123843.04">12653 8591 132 0,'-17'8'325'0,"2"-3"133"0,3-2 91 0,4-2-201 16,3-2-170-16,4-2-93 0,2-5-46 15,4 0-23-15,1 0-30 0,5-3-47 0,2-2-169 16,3 1-166-16,-2-2-65 0,3 1 21 16,1-3 97-16</inkml:trace>
  <inkml:trace contextRef="#ctx0" brushRef="#br1" timeOffset="124168.07">13086 8263 6 0,'12'3'355'0,"-3"2"254"0,-1-2 187 0,1-2 54 0,-1-2-314 16,3-4-252-16,4-2-131 0,2-2-61 15,2-5-33-15,5-3-15 0,2 0-8 0,4-5-11 16,4 2-5-16,2-7-6 0,3 4-17 16,1-4-13-16,3-2-24 0,-1 3-27 0,1-4-28 15,-2 3-36-15,3-2-24 0,-4 1-28 16,-2 1-6-16,1 1 0 0,-5 0 8 0,-1 3 24 15,-3 1 33-15,-2 1 32 0,-5 2 29 0,-1 1 24 16,-4 3 14-16,-3 3 13 0,1 1 6 16,-7 0 12-16,1 6 20 0,-3-1 15 0,0 2 17 15,-4-1 7-15,2 2 3 0,-2-2-14 16,0 3-13-16,-1-1-20 0,1-1-14 0,-1 0-5 16,-1 0-25-16,2 1-50 0,-3-2-102 0,0 2-228 15,-4 2-110-15,0 0-13 0,-2-1 89 0,0 0 143 16</inkml:trace>
  <inkml:trace contextRef="#ctx0" brushRef="#br1" timeOffset="124418.95">12805 8018 161 0,'-4'13'367'16,"0"-3"147"-16,1-2 93 0,1-4-209 0,2-1-192 15,2-2-105-15,2-2-50 0,-1-2-24 0,2-1-14 16,3-4-3-16,-1-2 21 0,2-2 0 16,-1 0-25-16,3-2-51 0,0-1-82 0,0 2-222 15,2-1-166-15,1 1-42 0,-1-1 76 0,2 1 146 16</inkml:trace>
  <inkml:trace contextRef="#ctx0" brushRef="#br1" timeOffset="124600.95">13534 7624 85 0,'17'-2'286'0,"-4"-1"124"0,-1 1 98 16,0-4-150-16,2 1-162 0,-2-2-90 0,6-2-49 15,-4-3-22-15,5 0-21 0,-1-1-31 0,0-4-50 16,3 2-92-16,-2 0-159 0,5-3-107 16,-2 2-5-16,-2-2 75 0,4 2 114 0</inkml:trace>
  <inkml:trace contextRef="#ctx0" brushRef="#br1" timeOffset="124989.18">12838 7628 107 0,'3'8'325'0,"0"-1"141"0,1-3 107 15,2-4-156-15,3-3-189 0,4-3-116 0,1-4-56 16,5-5-24-16,3-1-13 0,3-5-11 15,2-2-8-15,5-5-10 0,0 2-21 0,2-5-30 16,1 1-29-16,0-1-27 0,2 1-31 16,-1 0-48-16,3 0-88 0,-1-2-96 0,-3 4-2 15,2 0 56-15,-3 2 89 0</inkml:trace>
  <inkml:trace contextRef="#ctx0" brushRef="#br1" timeOffset="125136.17">13735 6941 171 0,'18'-13'269'0,"-2"1"98"0,2 2-58 15,-4-1-91-15,3 1-52 0,-1-1-42 0,3 0-30 16,-3 1-26-16,4-3-33 0,1-1-13 0,0 1-6 16,2-3 1-16,1-2-1 0,1 0-2 15,2 1-28-15,-3-1-86 0,0 1-213 0,-4-1-97 16,-1 2-11-16,-5 1 59 0,-2-1 110 16</inkml:trace>
  <inkml:trace contextRef="#ctx0" brushRef="#br1" timeOffset="125364.13">13554 6550 53 0,'-23'4'252'0,"3"1"124"0,2 0 110 0,3-2-126 15,5-2-142-15,1 0-93 0,6-1-52 16,5-1-37-16,4-3-23 0,5-4-5 0,5-1-6 15,6-3 0-15,3-3-2 0,5-2 0 0,5-7 26 16,2 1 7-16,2-4-11 0,4 0-46 16,0-3-90-16,-2 1-180 0,1-1-141 0,-4 2-34 15,0-1 67-15,-6-2 124 0</inkml:trace>
  <inkml:trace contextRef="#ctx0" brushRef="#br1" timeOffset="126304.99">12525 7401 277 0,'-17'-2'612'15,"-1"0"301"-15,-4-1 144 0,-2-3-204 16,-2 2-251-16,-3-2-139 0,-4-1-98 0,-2 2-45 16,-1-1-23-16,-4 0-29 0,-4 2-31 15,-1 1-23-15,-5 1-19 0,-2 1-40 0,-2 1-40 16,-5 1-35-16,-1 3-21 0,-3 0-15 0,1 1-15 15,1 4-5-15,-3 2-5 0,1-1-1 16,0 3-2-16,-3 0-5 0,1 4 1 0,0-2-3 16,-1 2-2-16,-1 3-6 0,-1 0-3 15,-1 1 1-15,1-1-5 0,3 3 1 0,0 1 0 16,2-2 5-16,-2 6 2 0,3-3 2 0,-1 3-5 16,1 2-2-16,-1-1-2 0,3 1-6 0,2 0 0 15,-1 1-3-15,4-1 8 0,1-2 8 16,5-1 6-16,0-3 1 0,6-1 0 0,2-2 1 15,3-2-1-15,2-3-6 0,1-1-3 16,2-3 0-16,3-2 3 0,0-3 1 0,0-1 0 16,1-2-4-16,1-2-5 0,3-1-3 0,1-2-1 15,-2 1-2-15,4-3-1 0,-1 1 5 0,4 1 4 16,-2-2 1-16,2 0-5 0,3 1-16 16,-1 0-56-16,4-1-57 0,-1 1-94 0,3-2-153 15,0 2-203-15,0 0-315 0,3-1-244 16,0 3-205-16,3 0 87 0,-1 3 479 0</inkml:trace>
  <inkml:trace contextRef="#ctx0" brushRef="#br1" timeOffset="127343.04">11507 7603 128 0,'1'8'511'0,"2"-2"283"0,-3-1 135 0,2 1-120 16,-2-4-316-16,3 1-224 0,-1-1-135 16,-1 1-65-16,3-2-33 0,-1 3-15 0,0-3-5 15,0 2-4-15,3 0 0 0,1 0 3 16,-1 1 0-16,1 2 1 0,2-1 2 0,-1 2-26 15,1 0-76-15,-1 3-96 0,1-1-125 0,1 3-263 16,-2 0-218-16,1 1-90 0,1 2 122 16,-2 0 246-16</inkml:trace>
  <inkml:trace contextRef="#ctx0" brushRef="#br1" timeOffset="127506.91">11812 7992 125 0,'3'7'275'0,"0"-2"101"0,0-1 20 16,1 1-147-16,0-2-116 0,1 0-61 0,0 0-33 16,2-1-18-16,-2 0-7 0,3 0-10 0,-1 1-32 15,0-3-75-15,1 2-145 0,0 0-107 16,2-1-20-16,-1 3 52 0,1-1 93 0</inkml:trace>
  <inkml:trace contextRef="#ctx0" brushRef="#br1" timeOffset="127649.01">12146 8291 27 0,'9'14'164'15,"-3"1"65"-15,1-3-16 0,-1-1-57 0,-1-3-66 16,2 0-37-16,-2-1-41 0,-1-4-72 0,0 0-117 16,-2 1-48-16,1-4 4 0,-3 0 34 0</inkml:trace>
  <inkml:trace contextRef="#ctx0" brushRef="#br1" timeOffset="128024.02">11171 7894 141 0,'0'5'337'0,"0"-2"131"0,2-2 98 15,-2 2-223-15,3 0-153 0,0-1-97 0,-1 0-48 16,3 3-24-16,1-1-9 0,3 2-2 0,0-2-8 16,-1 2 29-16,4 0 16 0,-1 1-1 0,5 2 5 15,-2-1 1-15,1 2-11 0,2-2-57 16,0 3-73-16,-1 0-125 0,3 0-212 0,-3 1-101 16,1 0 10-16,-1 1 104 0,1 0 147 15</inkml:trace>
  <inkml:trace contextRef="#ctx0" brushRef="#br1" timeOffset="128185.05">11709 8374 114 0,'5'14'282'0,"1"-2"115"0,-3-2 51 0,2-1-158 16,0 0-135-16,0-1-69 0,1-2-41 15,0-1-19-15,2-1-32 0,-2 0-65 0,1 1-141 16,1-1-146-16,4 1-49 0,-2 0 29 15,2-1 91-15</inkml:trace>
  <inkml:trace contextRef="#ctx0" brushRef="#br1" timeOffset="128661">10771 8190 95 0,'0'3'352'0,"2"0"169"0,0 0 121 16,1-2-110-16,0 2-230 0,4 0-155 0,3 2-70 16,0 1-39-16,1-1-18 0,3 2-8 15,2 2-5-15,3-2-1 0,1 4-1 16,1-2-1-16,4 2-4 0,-1 0-24 0,1 1-50 16,-1 1-73-16,0 0-201 0,0 0-170 0,-1 2-60 15,-2 1 61-15,-1 0 142 0</inkml:trace>
  <inkml:trace contextRef="#ctx0" brushRef="#br1" timeOffset="128828.99">11437 8722 49 0,'9'16'276'0,"-2"0"141"0,-1-1 115 16,1-1-79-16,0-1-196 0,-2-2-119 0,2 0-64 15,-1 0-33-15,2-2-15 0,3-2-11 16,-2 1-5-16,1-3-23 0,2 2-50 0,0-3-106 15,0 2-184-15,2 0-115 0,-1 0-18 0,1 0 80 16,2 0 131-16</inkml:trace>
  <inkml:trace contextRef="#ctx0" brushRef="#br1" timeOffset="130860.29">14286 7603 27 0,'0'6'286'0,"0"-2"171"16,0 0 137-16,0-2-33 0,3 1-200 0,1-3-119 15,2-5-38-15,5-1 16 0,0-2 58 16,8-3 32-16,0 0 24 0,5-6 0 0,3 0-38 16,1-5-49-16,2 0-70 0,5-3-43 0,-2-1-48 15,5-1-42-15,-1-1-22 0,3-3-19 16,0 1 2-16,1-2-3 0,2 2 2 0,-2-2 2 16,2 0 2-16,4 0 2 0,-4 0-4 0,3-1 0 15,-2 1-5-15,0 2-2 0,-3 1-2 16,-1-1 1-16,-2 2 1 0,-7 5 0 0,-1-2 2 15,-6 4 4-15,0 2 1 0,-5 2 0 0,-5 2 2 16,-1 3 3-16,-4 2 0 0,-4 1-2 16,0 1 0-16,-4 2-2 0,-1 1-1 0,-1 3-2 15,-4 1 0-15,0-2-4 0,-1 6 0 16,-3-2 2-16,-1 1-3 0,0 3-4 0,-2 0 4 16,-1 1-3-16,0 0 0 0,-4 1-3 0,0 1 5 15,-1 1-3-15,1 1 3 0,-1-1 1 0,1 0 0 16,1 1 1-16,-1 0 10 0,4-1 17 15,1 0 8-15,2-2 1 0,2-1 0 16,3 0 0-16,-1-2-14 0,3 1-15 0,3-3-6 16,3 0-1-16,3 1 1 0,-1-3 2 0,5-3 2 15,1 1 0-15,1-3 0 0,3 1-2 0,0-1-1 16,1 0 0-16,0 1-2 0,-1 0 0 16,-2 1 11-16,0 1 6 0,0 2 3 15,0 2 4-15,-4 1 1 0,3 1-1 0,-3 2-8 16,-1 3-5-16,-2 4-2 0,0 1-4 0,-4 3-4 15,-1 2 1-15,-2 3 1 0,-3 3-18 0,-2 0-38 16,-3 4-92-16,-3 1-143 0,-1 0-237 16,-4 2-284-16,-3-3-244 0,0 1-127 0,-1-3 207 15,-3 0 428-15</inkml:trace>
  <inkml:trace contextRef="#ctx0" brushRef="#br1" timeOffset="131772.12">15558 7286 346 0,'-4'-3'721'0,"0"1"324"0,0-4 103 16,0 1-309-16,-4-2-238 0,3 1-141 15,2-2-71-15,0 3-39 0,0-1-51 0,-1 2-37 16,1-1-32-16,0 3-39 0,0-1-56 16,-2 1-51-16,-1 2-29 0,1 3-21 0,-3 1-15 15,-1 3-11-15,1 6-3 0,-2 1-4 0,2 4-5 16,1 0 2-16,0 2-2 0,2 2 1 15,4-2-1-15,-1 0-1 0,5-2-1 0,1 0 2 16,2-4 0-16,3-3 0 0,3 0-1 16,0-5 4-16,4-4-1 0,0-4 3 0,4-5 2 15,2-4 1-15,-1-5-2 0,1-2 1 0,0-3 0 16,-4 0 0-16,2 0-1 0,-3 1 1 0,-4 2 2 16,-3 2 0-16,-1 2 1 0,-1 4 1 15,-3 1-2-15,-2 3-1 0,0 2 0 0,-1 0-3 16,2 5-1-16,-4 2-3 0,0 5-2 15,-2 3 2-15,0 2 0 0,0 0 0 0,2 4 2 16,0 0 1-16,2-1-1 0,0 0-1 0,2 0 0 16,1-4-12-16,0-1-55 0,-1-1-63 15,1-3-67-15,2-2-119 0,0-5-161 0,-2-3-190 16,1-3-200-16,-1-1-222 0,-1-4-141 16,-1-3 152-16,-2-3 385 0,-1-2 351 0</inkml:trace>
  <inkml:trace contextRef="#ctx0" brushRef="#br1" timeOffset="132021.97">15683 7009 161 0,'-5'-15'472'0,"2"5"299"0,-2 1 209 0,1 3-177 15,3 0-206-15,-1 0-172 0,2 3-130 0,0-2-107 16,3 3-83-16,2-2-53 0,0 2-26 16,3-3-14-16,3 3-5 0,0 2 1 0,0-3 1 15,3 1 0-15,-1 1-1 0,3 1 1 0,-2-1-1 16,0 1-1-16,1 0 0 0,-1 0 0 15,-2 0-2-15,1 1 1 0,-2-1-5 0,-3 0 0 16,0 1 3-16,0-1 2 0,-4 0 2 0,-2 0 6 16,1 2 1-16,-3-2 0 0,0 3-3 15,-3-3-11-15,-2 2-42 0,-1 4-85 0,-2-1-119 16,0-1-146-16,-1 2-289 0,-2 1-231 16,1 3-98-16,-4-3 139 0,1 0 313 0</inkml:trace>
  <inkml:trace contextRef="#ctx0" brushRef="#br1" timeOffset="132940.03">11665 8995 217 0,'3'12'381'0,"0"-1"151"0,2-1 57 0,0 3-139 16,1-3-73-16,5 5-15 0,-1-3 3 15,2 3-17-15,2-2 17 0,4 0-7 0,-1 1-53 16,4 0-56-16,1-1-49 0,0 1-29 16,2-1-62-16,-1 1-48 0,3-1-24 0,-2 1-15 15,1-2-9-15,0 1-4 0,0-1-4 0,-1-1-6 16,-3 1 1-16,-1 0 1 0,-1-4-1 16,-3 2 2-16,-2-3-2 0,-3 0-16 0,-3-2-49 15,-3 0-97-15,-2-4-124 0,-3 0-146 0,-1-1-215 16,-4-1-262-16,0 0-134 0,0-4 102 15,-4-2 300-15,-2-2 296 0</inkml:trace>
  <inkml:trace contextRef="#ctx0" brushRef="#br1" timeOffset="133216.07">12044 9094 11 0,'7'2'194'0,"0"1"100"16,1-1 110-16,2 3-76 0,1-2-78 15,0 1-33-15,0 0-7 0,0 0 20 0,0 1 16 16,1 1 38-16,-2-1 57 0,1 1 60 0,-2 1 44 16,-3 1-8-16,1 0-32 0,-2 2-45 15,-1 2-14-15,-3 1-6 0,-1 0-34 0,-1 2-39 16,-3 2-25-16,-1 0-32 0,-4 2-53 16,-2 0-61-16,1 1-36 0,-3-1-21 0,0 1-16 15,-3-2-7-15,2 1-5 0,-2-1-3 0,2 0-9 16,-2-1-29-16,3-1-59 0,2-2-55 15,-1-2-102-15,2 0-158 0,3-4-234 0,-2 2-292 16,6-3-237-16,2-1-197 0,1-1 150 0,1-2 503 16</inkml:trace>
  <inkml:trace contextRef="#ctx0" brushRef="#br1" timeOffset="133796.04">12251 9812 70 0,'-1'-7'531'16,"-4"1"395"-16,-3 1 218 0,0 1-20 16,0 1-392-16,0 0-262 0,-4 1-158 0,2 1-91 15,-2 1-68-15,1 1-38 0,-1 1-27 16,2 2-20-16,0 1-16 0,2 1-7 0,0 0-8 15,-1 3-19-15,2 1-10 0,1-1-7 0,1 2-9 16,2 2-1-16,0 1 1 0,3 2 0 0,3-2 6 16,0 1 0-16,2 0 1 0,1-2 1 15,4 1 1-15,1-2 0 0,0 0-4 0,3-3-1 16,-3-1 4-16,4-4-1 0,2-2-1 16,-1-4-1-16,1-1 5 0,2-4 4 0,-3-4 1 15,1-1-4-15,-2-1 2 0,-1 0 3 0,-3 0-2 16,-1 3-2-16,-3 1-1 0,1 1 3 15,-3 3 0-15,-2-1-6 0,0 2 0 0,1 2-5 16,-1 2 4-16,-2 2-5 0,4 3-1 0,-4 2 6 16,2 2 0-16,-1 3 3 0,1 0-2 15,1 3 8-15,-3 0-2 0,2-1 0 0,2 1-4 16,-2-2-18-16,3-1-27 0,-1-1-52 16,0-3-104-16,-2-2-131 0,0-4-148 0,1 0-189 15,-3-4-270-15,2 0-174 0,-3-4 80 0,0-5 301 16,0 0 327-16</inkml:trace>
  <inkml:trace contextRef="#ctx0" brushRef="#br1" timeOffset="134063.99">12324 9674 203 0,'0'-10'416'16,"0"3"163"-16,0-1 103 0,2 2-184 15,0 0-150-15,1-1-93 0,1 1-6 0,4 0 21 16,0-2 3-16,2 2-12 0,0 1-23 15,3-1-19-15,1 0-49 0,-1-1-20 0,4 3-27 16,-4 2-28-16,4-1-11 0,-4 1-6 0,2 4-8 16,0 1-29-16,-3-1-14 0,0 2-9 15,-3 3-5-15,1-1 14 0,-1 2 10 0,-4 1 2 16,0 2 2-16,-3-1 2 0,-2 2-1 0,0 0-18 16,-4 2-11-16,1-2-8 0,-2-2-28 15,-4 0-74-15,3 1-118 0,-1-4-147 0,-2 3-224 16,0-4-281-16,0 2-215 0,1-6-7 15,2 2 289-15,-2-6 369 0</inkml:trace>
  <inkml:trace contextRef="#ctx0" brushRef="#br1" timeOffset="135374.21">10838 7152 155 0,'-5'-8'363'0,"-4"-2"153"0,-1-5 113 15,-1-1-196-15,0-8-159 0,0 1-77 0,1-7-43 16,-2-4-5-16,1-3 22 0,0-5 25 16,0-4 22-16,-2-2 5 0,-1-4-1 0,1 1-18 15,-6-4-19-15,0 0-20 0,-3 1-14 0,-3 1-13 16,1 2-2-16,-3 1 2 0,-1 5-13 15,-3 1-17-15,1 2-10 0,0 3-11 0,-1 1-16 16,-1 4-14-16,-1-3-11 0,3 3-11 16,-2 0-11-16,2-2-10 0,2-1-7 0,1-5-5 15,3-1-3-15,6-3 0 0,3-4-5 0,4-2 0 16,3-2 4-16,7-2-5 0,4-1 6 0,5 2 1 16,1-1 0-16,4 2 2 0,4 2-2 15,2 1 4-15,2 2-5 0,1 3-3 0,0 1 2 16,0 2 0-16,2 1 2 0,1-1 3 15,0 4-3-15,-1-5-2 0,0 2-2 0,-2-3-5 16,2 0-4-16,-5-2-1 0,0 1 5 0,-2-2 2 16,-4 1 7-16,-4 0 4 0,1 3 7 15,-6-1 4-15,-2 3-4 0,0 1 4 0,-4 0 0 16,0 1-3-16,2 3 0 0,-3-1-1 0,2 1-2 16,1 2-6-16,1 0-3 0,2-1-2 15,2 3-4-15,3-2-7 0,0-1 1 0,6-2 1 16,1 1 6-16,2-2 8 0,3-1 2 0,1-2 6 15,4 0 5-15,2 1-2 0,0-3-4 16,1 2-7-16,2 0-1 0,-1 2-13 0,-1 1-56 16,-2 0-110-16,-1 1-142 0,-3 2-192 15,-3 5-294-15,-3 4-257 0,-5 3-90 0,-5 4 220 16,-3 4 394-16</inkml:trace>
  <inkml:trace contextRef="#ctx0" brushRef="#br1" timeOffset="138627.25">11371 3726 131 0,'0'16'313'0,"-2"2"127"15,2-1 111-15,-3 1-190 0,1-2-139 0,2 1-73 16,-1 1-38-16,-1-1-23 0,1-1-28 16,1 0-23-16,-2 1-12 0,2-1-40 0,0 1-69 15,-2 1-165-15,2-2-195 0,-1 1-85 16,-1 2 10-16,-1 0 115 0</inkml:trace>
  <inkml:trace contextRef="#ctx0" brushRef="#br1" timeOffset="138820.22">11336 4542 181 0,'0'19'335'0,"-2"-1"131"16,1-3 37-16,-1 0-167 0,2-2-125 0,-1-3-80 16,1-1-39-16,0 0-33 0,1-2-24 15,-1 1-20-15,2-2-3 0,-1 1-14 0,1 1-37 16,0 3-76-16,-1-1-191 0,-1 0-154 0,0 4-48 15,0-3 45-15,0 6 123 0</inkml:trace>
  <inkml:trace contextRef="#ctx0" brushRef="#br1" timeOffset="139008.79">11316 5445 143 0,'-2'28'220'0,"0"-4"55"0,1 1-89 16,1-4-78-16,-2-1-45 0,2 1-28 0,0-2-17 16,0-2-18-16,0 1-22 0,2-2-15 0,-2 4-30 15,1-2-28-15,-1 1-18 0,0 4-26 16,0-2-19-16,0 2-16 0,-1 1 27 0</inkml:trace>
  <inkml:trace contextRef="#ctx0" brushRef="#br1" timeOffset="139504.15">11766 3835 104 0,'0'13'303'0,"2"0"139"0,-4 4 142 0,2-2-95 16,-2 5-107-16,-1 3-66 0,0 2-14 0,1 2-28 15,-2 3-51-15,-1 3-64 0,1 0-59 16,0 3-43-16,1-3-21 0,0 2 11 0,1-2 1 16,2 0-26-16,2-2-78 0,1-1-107 0,0 0-191 15,1-4-267-15,0 1-177 0,2 0-22 16,-1 0 185-16,0 0 261 0</inkml:trace>
  <inkml:trace contextRef="#ctx0" brushRef="#br1" timeOffset="139705.94">11799 5153 55 0,'-8'44'282'0,"0"1"148"16,-2-1 141-16,0 2-72 0,0-2-145 15,0-1-113-15,1 1-62 0,3-4-37 0,0 2-41 16,1-1-40-16,2-1-28 0,1-1-16 0,4-1-10 16,0-1-7-16,2-1-37 0,-1-1-24 15,2 2-27-15,1-1-27 0,1-2-22 0,-2 1-33 16,1-2 24-16,-2 0 3 0,0 2-12 15,-1-3-44-15,0 4-97 0,-1-4-88 0,-1 0-15 16,1-4 62-16,-2-1 98 0</inkml:trace>
  <inkml:trace contextRef="#ctx0" brushRef="#br1" timeOffset="140092.03">12171 4586 142 0,'-2'37'204'15,"2"0"6"-15,-1 2-59 0,2 2-54 0,-1-1-45 16,4 1-20-16,-1-2-15 0,3-1-12 0,-2 0-5 16,3-1-5-16,-1 0-2 0,1-1-5 0,0-2 0 15,1-1 0-15,-1 1 7 0,-1-2 4 16,3 0 9-16,-2-1 22 0,-1 3 13 0,2 0 9 16,-3 0 10-16,-2 4 7 0,2-1-2 15,-4 3-11-15,-1-1-4 0,0 2 2 0,0 4-6 16,-1-3-6-16,-1 2-2 0,-1 1-9 0,0-1-8 15,1 0-12-15,-1 0-22 0,-2-2-58 0,2-3-119 16,-2-2-120-16,2-2-35 0,0-7 31 16,-3-3 77-16</inkml:trace>
  <inkml:trace contextRef="#ctx0" brushRef="#br1" timeOffset="140588.03">12310 4173 197 0,'-5'11'521'16,"-1"-4"340"-16,3 0 231 0,-2-2-191 0,3-2-226 15,-1-3-172-15,-2-3-136 0,2-2-115 16,0-5-102-16,0-2-64 0,2-5-33 0,-1-4-20 16,2-3-5-16,0-2-7 0,0-5 8 0,0-2 12 15,0-3 22-15,0-1 25 0,0-4 29 16,-2 1 22-16,1-1 12 0,-4 0-2 0,3-1-14 15,-2 5-17-15,-1-1-26 0,2 6-23 16,-3 2-18-16,2 3-11 0,1 6-13 0,0 2-7 16,1 4-5-16,1 4 0 0,-1 2-7 0,2 0-3 15,0 3-4-15,-1 2-4 0,1 0-2 16,0 2-5-16,0-1 1 0,0 2-2 0,1 1 1 16,-1 4 2-16,2-2 2 0,-1 3 3 0,1 2 0 15,-2 4 3-15,2-1-8 0,-4 4-48 16,0 1-55-16,-1 3-58 0,-2 0-107 0,-1 0-148 15,-3 1-176-15,-1 0-190 0,0-3-235 16,-2 0-185-16,2-4 86 0,-1-3 347 0,2-4 369 16</inkml:trace>
  <inkml:trace contextRef="#ctx0" brushRef="#br1" timeOffset="140770.34">12114 3596 216 0,'8'-26'369'0,"-2"-3"186"16,2-1 77-16,2-2 28 0,0 3 18 0,0 2-27 15,1 0-58-15,0 2-94 0,2 5-110 16,-1 1-134-16,1 1-99 0,0 4-67 0,1 2-41 15,-1 1-26-15,2 4-15 0,-2 2 3 16,3 3-3-16,-2 3-3 0,3 4 1 0,-2 2 0 16,2 3 0-16,-1 5-2 0,-2 3-2 0,2 2-1 15,-2 4-14-15,-1 1-100 0,-1 2-167 16,-4 3-294-16,-1 1-270 0,-2 3-268 0,-4 2-192 16,-1 0 266-16,-5 1 523 0</inkml:trace>
  <inkml:trace contextRef="#ctx0" brushRef="#br1" timeOffset="155711.5">14160 5346 207 0,'3'-2'474'0,"-1"-1"219"0,-2 2 184 16,0-3-119-16,0 2-144 0,-2 0-83 0,0-1-69 15,2 2-30-15,-3-2-17 0,3 0-49 16,-2-1-58-16,-1 2-42 0,2-1-32 0,-4-1-36 0,2-1-52 16,0 2-37-16,-2-1-21 15,0-1-13-15,0-1-9 0,-2 4-9 0,1-4-5 16,-1 4-6-16,-1-2-8 0,-1 1-5 0,-1 0-4 16,2 2-4-16,-3-1-3 0,0 2-6 0,0 0-1 15,-1 0-3-15,0 2-4 0,0-1-1 16,-2 2-1-16,2 0-1 0,-3 2-2 0,2 2-1 15,-3-2-1-15,4 3-1 0,-6 0 0 0,2 1 1 16,-1 2 2-16,-1-1-1 0,1 3 0 16,0 0 1-16,-4 0 0 0,-1 2 0 0,3 2-1 15,-3-1 0-15,0 1 1 0,-2 3-1 0,3-1 0 16,-4 1 0-16,2 2-1 0,-1-1-1 16,1 1-1-16,0 1 2 0,1-2 0 0,0 3-1 15,1-3 0-15,2 1 0 0,2 1-1 16,-4-3 0-16,4 3-1 0,1 0 1 0,-1-2-1 15,1-1 0-15,0 4 1 0,3-4-1 0,-1 3 1 16,1-2-2-16,1 1-1 0,-1 0 2 0,0 3-1 16,3-2 0-16,-2 0 2 0,4-1 0 15,-4 3 1-15,4-1 0 0,0 0 0 16,2-2 1-16,-4 2-1 0,6 0 0 0,-3 1 0 16,4-2 0-16,-2 3 1 0,0-3 0 0,1 2 0 15,2-2 1-15,-1 2-2 0,2-1 0 0,-1-2 0 16,0 1 1-16,1 1-1 0,-1-3-1 15,2 0 1-15,-1-1 0 0,1 0-1 0,-2 1 0 16,0-3 1-16,2 0 0 0,0 0 0 16,-1 0-1-16,-1-3 1 0,0 1 0 0,2-2 0 15,-1 0 1-15,-1-2 0 0,1-1 1 0,-2 0 0 16,0-1 0-16,0 3 1 0,-1-3-3 16,-2 1 1-16,1 1 0 0,-3 0-1 0,1 1 0 15,-2 0 0-15,0 3 1 0,-2-1-1 0,1-1 1 16,-1 5 0-16,0-1 0 0,-1 1 1 15,0 0 0-15,-2 2 0 0,1 1 0 0,-2 2 1 16,0-2-1-16,-2 2 0 0,1 0 0 16,-3 1-2-16,2 3 2 0,-2-1-1 0,-1 0 0 15,-2 1 0-15,1-1 0 0,-1 1-1 0,-2 0-1 16,2-1 0-16,-2-2-1 0,0 0 0 0,2-2 1 16,2-1 0-16,-2-2 0 0,1-1 1 15,3 0 1-15,1-4 0 0,3-3 0 16,-2-2 1-16,3 1-1 0,1-3 1 0,2-1-1 15,2-1 0-15,2-2-1 0,-2-1 1 0,2 0 0 16,3 0-1-16,-2-1 0 0,3-2 0 0,-1 2 0 16,2 1 1-16,-1-2-1 0,2-1 0 15,-2 1-1-15,2 0 0 0,0-1 0 0,-2 3-2 16,0-3-1-16,2 4 0 0,0 0 0 0,-2 2 0 16,1 2 1-16,-1 1 0 0,1 1 1 15,-1 1 2-15,2-1-1 0,-2 3 2 0,2 0-1 16,-1 1 1-16,1-2 0 0,0 4-1 0,0-2 1 15,0 2 0-15,1-1 0 0,-1-1-1 16,2 3 0-16,1-1 0 0,0 1 1 0,-1 0-2 16,2-1 2-16,0 1-1 0,-3 1 0 15,2 0 1-15,-1 0-1 0,1 1 0 0,-1 0 1 16,-1 0-1-16,-1 0 1 0,0 1 0 0,0 2 0 16,-3 1 0-16,0-1-1 0,0 1 0 15,-2 2 0-15,-3 0 1 0,0 0-2 0,0 3 1 16,0-1 0-16,-4 2-1 0,-1-2 1 0,1 3 0 15,-1-2-1-15,-3 2 1 0,3 0 1 16,-1 3 1-16,-3 1 0 0,1 0-1 0,0 1 1 16,1 0 0-16,0 2 0 0,4 1-1 0,-3-2 0 15,4 1-1-15,2-4-2 0,2 1 1 0,0-6 0 16,4 2-2-16,1-5 0 0,1 0 0 16,1-3 1-16,3 0-2 0,0-2 1 15,4-1 1-15,0 0-1 0,0 0 1 0,0-1 0 16,4-1 0-16,-2 2 0 0,1-5 1 0,3 2 1 15,-2 1 2-15,0 0-1 0,-1 2 2 0,3-1 0 16,-1 1-1-16,0 0 0 0,1 5 0 16,-3-3 0-16,3 2 1 0,-3 3-1 0,0-1 0 15,3 0 0-15,-4 3-2 0,2-3 1 16,-4 3-2-16,0 0 1 0,0-1 1 0,0-1 0 16,-3 2 1-16,-2 0-1 0,0 1 1 0,-1-2-1 15,-2 3-1-15,-2-2-1 0,-1 1-1 16,1-1 0-16,-2 1 1 0,-1-3-1 0,0-1 2 15,2 0-1-15,-2-2 2 0,1-1-1 16,0-2 2-16,0-1-1 0,0-1 0 0,0 0 1 16,2-2-1-16,-2 1 0 0,0 1-1 0,3-2 1 15,-2 3 0-15,1-2-1 0,0-3 1 0,-1 3-1 16,3-3 0-16,-1 1-1 0,1 1 0 16,1-3 0-16,1-1-2 0,1 0 1 0,0 0-1 15,2-3 1-15,3 1 0 0,1-2 0 16,2 0 1-16,-1-2-1 0,4-2 2 0,2 1 0 15,1-3 0-15,-1 2 0 0,3-3 0 0,1 0 2 16,0 1-1-16,0-2 0 0,1 0 0 16,-4 0-1-16,2 0 1 0,0 0-1 0,0 0-1 15,-2 0 0-15,1 0 1 0,1 0 0 16,-2 0-1-16,1 0 1 0,0 0-1 0,0-2 1 16,1 1-1-16,-1 0 0 0,0-4 1 0,3 1-1 15,-2-2 1-15,5-3-1 0,-3-2 0 16,2-2 1-16,-1-2-1 0,3-1 1 0,-1-3 0 15,1-1 0-15,-1-4 0 0,3-1 0 0,1-1-1 16,1-5 3-16,-1 1 0 0,4-3 1 16,-1 0 0-16,1-3 1 0,3 0 0 0,-2-1 0 15,0 2-2-15,1-1 1 0,-1 0-1 0,-3 2-1 16,3-1 0-16,-4 3-1 0,-1 0-1 16,1 2 1-16,-3 3 0 0,-1-1 0 0,-1 5 1 15,1 0-3-15,-4 2 2 0,-2 2-1 0,0 3-1 16,0-1 1-16,-2 2 0 0,-1 1 2 15,-2 2-1-15,-1 2 0 0,-2-1 1 0,2 1-1 16,-4-1 1-16,-1 4 3 0,1-3 3 0,0 0 3 16,-3 1 1-16,-1-1 3 0,2-2-1 15,-3-3-2-15,0 2-3 0,0-1 0 0,-3-4-2 16,2 1-1-16,-1-1-2 0,0-2 2 0,-1 0-1 16,-1-1-1-16,0-1 0 0,0 0 0 15,-1 0-1-15,-1-1 1 0,-1-2-1 16,-2 1 1-16,0 1 0 0,-4-5 0 0,3 2 0 15,-2 0 0-15,-4 0-1 0,0 1 0 0,-1-1 1 16,1 0-1-16,-3 1-1 0,1 1 1 0,0 1 1 16,-2 1-2-16,3-1 0 0,1 2 0 15,-4 1 0-15,5 0-1 0,-2-1 1 0,2 1-1 16,1 1 0-16,1-2-1 0,1 1 1 16,2 1-1-16,1 0 1 0,3-4 0 0,-1 3 1 15,3-3 0-15,2 2 1 0,1-3-1 0,2 1 0 16,1-1 0-16,4-4-1 0,2 3 0 0,1 0-1 15,4-4 0-15,1 1-1 0,4-2 0 16,0 0 0-16,3-2 0 0,1 0 1 0,2 1 0 16,1-2 1-16,2 0 0 0,-1 2 0 15,2-2 0-15,-2 1 0 0,0-1 0 0,0 2 1 16,0 0 0-16,-3 3 1 0,-2 0 0 0,-1 1 1 16,-3-1 0-16,-1 3 0 0,-1-1 0 0,-3 2 0 15,-2-1 0-15,-3-1 0 0,0 1 0 16,-1-2-1-16,-4-1 1 0,0-2-1 0,-2-1-1 15,-3-2-1-15,2 3 0 0,-3-2 0 16,0 0 0-16,0 2 0 0,-1 2 0 0,-1 1 0 16,1 1 0-16,-1 1-1 0,0 1 1 0,-1-1-1 15,2 3 0-15,-1-1 1 0,2 0 0 16,0-2 0-16,0 2 0 0,3-4 1 0,0 2 0 16,2 0 0-16,0-2 1 0,4 0-1 15,-1 0 1-15,0-1-2 0,5 1 1 0,-1-1-1 16,1 0-1-16,3 0 1 0,0 1-1 0,1 1-1 15,3-1 0-15,0 2 0 0,3-2-1 0,-1 2 0 16,4 0 0-16,-1 0-2 0,1 0 2 16,0 0 0-16,1 1 0 0,-2 2 1 15,1-1 1-15,-6 4 1 0,2-1 0 0,-3 4 1 16,-3-1 0-16,0 2 0 0,-3 2 1 0,-4 1 0 16,2 0 0-16,-4 1 0 0,-1 0 1 0,-3 1 1 15,2-3-1-15,-2 1 0 0,-2-2 0 16,2 3 0-16,-3-4 0 0,-1 0-1 0,-1 2 1 15,1-3 1-15,-4 1 1 0,2-2 1 16,0 1 0-16,-2-1 0 0,0-1 1 0,0 2-2 16,-2-1 0-16,1-2-1 0,-1 1 0 0,-1 0 0 15,-1 0 0-15,3-2-1 0,-3 2 0 16,1-1 0-16,-2-1 0 0,2 2 1 0,-2 0-1 16,-1 0 1-16,3-1 1 0,-3 4 1 0,1 0 0 15,-2-2 1-15,2 2 0 0,-2 0 0 16,-1 0 0-16,-1 0-1 0,-2-1-1 0,-3 1 0 15,-2 1 0-15,-1-1-2 0,-3 2-1 0,-3 0-2 16,-4 2 0-16,-1 2 0 0,-4 1 0 16,-2 4-1-16,-4-1 0 0,1 3 1 0,0 2-1 15,-2 2 0-15,3 1-2 0,-1-3 1 16,2 2 1-16,4 1 0 0,-1 0 2 0,2 0 0 16,5-1 1-16,0 0 0 0,5 0-2 0,0 1 0 15,3-2-2-15,2 4-1 0,3-1-10 0,1 4-16 16,2 1-26-16,1 2-70 0,-1 6-109 15,3 2-244-15,2 3-294 0,-1 5-367 16,2 3-457-16,0 4-207 0,0 3 450 0,2 1 896 16</inkml:trace>
  <inkml:trace contextRef="#ctx0" brushRef="#br1" timeOffset="174738.11">6843 3445 76 0,'20'18'245'0,"2"1"99"16,-1-2 82-16,2 4-175 0,4 1-116 15,0 4-39-15,3-2-22 0,0 1-17 0,3 1-4 16,-1-2-8-16,3 0-2 0,0-1-22 0,3-1-7 15,1-1-24-15,2 1-9 0,2 2-15 0,4-2-1 16,1 1-4-16,2 2-10 0,4-2 22 16,-1 7 11-16,2-2 12 0,0 0 26 0,2 5 40 15,1 0 30-15,-2 1-7 0,-1 2-11 0,4 3-5 16,1-3-26-16,2 5-41 0,2 0-29 16,1 2 33-16,4 2 13 0,-2 2 17 0,1-3 7 15,-1 3 4-15,-1 0 0 0,3 1-16 0,1-1-23 16,0 5-20-16,2-1 32 0,1 1 15 15,3 1 13-15,3-1-5 0,1 1 45 0,1 0 14 16,1-1-44-16,-1 0-3 0,1-1 2 0,2-1 4 16,1 2-48-16,1-1-18 0,6 2 1 15,-1 0 72-15,4 2 66 0,-3-1 24 0,1 0 43 16,1 1 21-16,-3-1 4 0,4 0-75 16,-2 1-71-16,3 1-30 0,-1 1-23 0,0-2-13 15,-3 2-11-15,3 2 3 0,-2-2 4 0,1 3 1 16,0 0-19-16,3 2 10 0,0-3 8 0,-1 5 73 15,3-3 38-15,-2 2 10 0,-1-1 36 0,-1 0-1 16,0 1 1-16,0 1-64 0,0 0-36 16,1 1-13-16,2 0-24 0,0 0-19 0,-3 3-19 15,2-1-3-15,-1 2-1 0,-1 0 7 16,1-1 10-16,-1-1 36 0,3 2 31 0,-3-1 4 16,0-3-3-16,-2 2-13 0,-3 0-5 0,0-2-26 15,-1-2-17-15,-2-3-11 0,0 0 0 16,0-2-1-16,-2-2 0 0,-1-2-4 0,-2-1 0 15,0-3-1-15,-5 2 1 0,-2-4 8 0,-4-2 3 16,-2-1 2-16,-3-2 1 0,-3 1 1 16,-1-3 6-16,-2-4-7 0,-3-2-5 0,-4 1-4 15,-2-5-1-15,-7-3 0 0,-1-1-4 0,-5-1 2 16,-5-4 1-16,-1-2 1 0,-5-2 3 16,-7-3-2-16,-1-2-1 0,-3-2-4 0,-3-1 13 15,-4-2 53-15,2-3 66 0,-5 2 48 16,-1-3 29-16,-2-1 13 0,1 0-13 0,-3-2-37 15,3 1-44-15,-4 0-34 0,1-1-22 0,-1-1-16 16,0 0-7-16,0 0-11 0,0 0-9 16,0 0-8-16,0 0-6 0,0 0-5 0,0 0-2 15,0 0-2-15,0-1-2 0,0 1-1 16,0 0-1-16,0 0-2 0,0 0 0 0,0 0-3 16,0 0 4-16,2 0-1 0,-2 0-1 0,0 0-1 15,1 0 1-15,-1 0-1 0,0 0 2 0,0 0 1 16,-1 0 2-16,1 0-3 0,-2 0-7 15,2 0-14-15,0 0-32 0,-1 0-50 16,-1 1-56-16,0-1-61 0,-3 0-113 0,1-1-153 16,-1 1-192-16,-3 0-251 0,-1 0-222 0,1 0-140 15,-5 1 231-15,0-1 450 0</inkml:trace>
  <inkml:trace contextRef="#ctx0" brushRef="#br1" timeOffset="175296.04">14617 8818 139 0,'1'0'401'0,"2"0"202"0,-1 0 130 0,-2 0-152 16,2 0-171-16,-1 0-77 0,-1 0-16 15,2 0 19-15,-2 0 31 0,1-1 0 0,-1 1-35 16,-1-4-56-16,-1 0-61 0,1-2-62 0,-3-4-53 15,0-4-33-15,-4-3-10 0,2-4 8 16,-1-5 14-16,-1-1 13 0,-1-5 11 0,-1 0 22 16,1-5 1-16,-2 0-12 0,0-6-20 15,1 2-13-15,-4-4-15 0,5 0-28 0,-3 1-10 16,3 3-9-16,1 1-6 0,0 5-5 0,3 2-3 16,-1 5-2-16,3 4-8 0,2 6-2 15,-1 4-2-15,4 0-6 0,-1 5-1 0,7 5 0 16,1-1 1-16,6 6 3 0,5 3 2 15,5 4 1-15,4 1 0 0,2 3 0 0,4 3 1 16,3 1 2-16,2 1 0 0,1 0 5 0,-2-1 1 16,3 1 3-16,0-5 0 0,-4 3 0 0,2-2 1 15,-1-2 0-15,-3-3 4 0,-1-1-1 16,-1-3 1-16,-4-1 0 0,-2-1-11 0,-3-4-53 16,-6-1-61-16,-5-3-140 0,-4-1-212 15,-7-4-300-15,-6-4-316 0,-7 1-234 0,-8-6-69 16,-8-1 478-16</inkml:trace>
  <inkml:trace contextRef="#ctx0" brushRef="#br1" timeOffset="176193.98">7589 4285 87 0,'-5'-1'370'0,"2"-1"219"0,0 1 188 16,0-1-1-16,1 1-200 0,2-1-123 16,0 2-85-16,0-1-75 0,0 1-67 0,3 0-76 15,0-2-72-15,4 2-45 0,0 0 26 0,3 0 25 16,3 0 16-16,2 0 8 0,0-2 16 16,5 1 6-16,-1-2-37 0,2 0-9 0,3 0-11 15,-1-1-5-15,2 0-17 0,-1-4-11 0,0 2-5 16,1-4-20-16,-3 2-9 0,-1 2-3 15,1-3-4-15,-3-1 15 0,-3 2 53 0,1-2 28 16,-1-1 42-16,-2-3 12 0,-3 2 9 16,-1-3-15-16,1-1-40 0,-5-1-24 0,-1 1-33 15,-2-2-14-15,-1 1-11 0,-2-1-6 0,-3 1-3 16,-1 1-3-16,-2-2 0 0,0 0-4 16,-4 1-6-16,1 0-19 0,-1-1-49 0,-2 0-42 15,-1 0-45-15,2-1-84 0,-2 0-114 0,4 3-133 16,2 1-105-16,1 3-259 0,5 2-232 15,2 1-70-15,1 4 187 0,4 0 370 0</inkml:trace>
  <inkml:trace contextRef="#ctx0" brushRef="#br1" timeOffset="200298.17">27470 10251 318 0,'0'13'764'16,"0"-2"323"-16,0-5 68 0,3-2-247 0,2-1-243 16,3-3-125-16,4-3-90 0,2-1-67 0,5-7-48 15,6-4-42-15,1-4-67 0,5-5-63 0,4-5-39 16,5-3-23-16,3-3-18 0,5-5-14 15,3-2-11-15,1-1-9 0,4-4-10 0,-3-2-8 16,4 0-7-16,-3 2-8 0,-2-3-4 16,-1 2-4-16,-7 5-2 0,-3 4-2 0,-6 5 0 15,-7 2-2-15,-5 8 0 0,-6 3-2 0,-3 5-3 16,-5 2-14-16,-4 2-21 0,-3 2-35 16,-5 3-78-16,-4 1-97 0,-3 1-176 0,-3 2-288 15,-4 1-325-15,-4 4-364 0,-6 0-175 16,-3 0 186-16,-2 2 680 0</inkml:trace>
  <inkml:trace contextRef="#ctx0" brushRef="#br1" timeOffset="200554.1">27694 9531 78 0,'3'7'598'15,"3"1"430"-15,1-1 190 0,-1-1-65 0,2 2-286 16,3-1-260-16,2 1-145 0,1 3-82 15,0-1-67-15,2 2-45 0,1 1-80 0,1 3-52 16,-2 2-37-16,2 3-25 0,-1 1-16 16,0-1-16-16,-1 4-13 0,1-1-11 0,1 2-9 15,-3-1-2-15,4-1-4 0,-1 2 0 0,-1 1-1 16,1 0-2-16,-1 1-7 0,0 1-15 16,1-1-34-16,-2 1-82 0,-1-4-92 0,-4-1-172 15,2 1-276-15,-4-6-330 0,0-3-348 16,-5-1-163-16,2-4 162 0,-3-3 651 0</inkml:trace>
  <inkml:trace contextRef="#ctx0" brushRef="#br1" timeOffset="201194.08">28523 9637 95 0,'3'-3'654'0,"-1"1"452"15,-1 4 135-15,-2 0-96 0,1 0-307 16,-2 4-263-16,0 1-155 0,2 4-82 0,-1 1-50 16,-3 1-43-16,4 3-72 0,-3 0-53 0,2 6-32 15,-3-3-18-15,3 3-12 0,-1 1-8 0,1 1-9 16,-1-2-8-16,-1 3-5 0,3-2-7 16,0-1-5-16,0 0-5 0,0-1-3 0,0-1-3 15,3-4-1-15,-1-1-1 0,-2-1-1 16,0-4 0-16,1 0 1 0,-1-5 0 0,-1 0 0 15,1-1 1-15,-5-1 0 0,4-3 1 0,-3-1-2 16,0-4-1-16,0-1-1 0,3-3-1 16,-2-4 0-16,3-2-2 0,0-5 1 0,1-2 1 15,2-4 0-15,2-4 1 0,2-2 0 0,0-6 1 16,1-1-1-16,5-2 0 0,1 1-1 16,2-2-1-16,3 1 0 0,1 1-1 0,3 2 0 15,2 3 0-15,2 3 1 0,0 3-1 0,1 2 1 16,0 6 1-16,2-2 0 0,-1 4 0 15,1 3-1-15,-2 1-1 0,1 1 0 0,0 3 0 16,-2 4 1-16,-2 1-2 0,-2 1 1 16,-1 5 2-16,-4 0 0 0,-2 5 1 0,-4 1 2 15,-4 3 1-15,-3 5 2 0,-5 1 1 0,-5 3 0 16,-3 3 1-16,-4 2-1 0,-6 3 1 16,1 1 4-16,-7 2 1 0,-3 1-1 0,-1 0 4 15,-4 2 2-15,1-1 1 0,-3 0-1 0,3 1 1 16,-1-1 1-16,4 0-1 0,-1-4-4 15,6 1-3-15,1-3-1 0,6-3-4 0,2-2-1 16,2-2-3-16,6-1 0 0,3-2-1 0,1-2-1 16,4-1 0-16,3-1 0 0,3-2 0 15,2-1 1-15,5-3-1 0,2 0 0 0,2-2-1 16,3-2 0-16,2 1 0 0,-2-4-2 0,4 1-3 16,-1-2-7-16,-2 0-10 0,3-2-20 15,-6 1-29-15,2 0-82 0,-1-2-94 0,-3-1-161 16,-1 1-253-16,-3-1-328 0,2-1-371 15,-2 0-173-15,0-2 107 0,-3 1 628 0</inkml:trace>
  <inkml:trace contextRef="#ctx0" brushRef="#br1" timeOffset="201448.14">29391 9460 285 0,'0'3'795'0,"-3"3"372"0,-1 0 72 0,3 3-154 16,-4 1-277-16,2 4-228 0,-1 3-151 0,1 1-93 16,-3 1-66-16,2 2-89 0,-3 3-64 15,1 3-40-15,-2 1-24 0,-1 0-15 0,2 1-13 16,1 3-9-16,-1-1-7 0,1-1-3 16,2 1-4-16,2 0-2 0,0-5-13 0,2-2-24 15,0-2-67-15,2-4-67 0,-2-4-99 0,0-4-154 16,0-4-187-16,0-3-238 0,0-3-226 15,2-3-201-15,-2-6 27 0,-2-2 375 0,0-5 415 16</inkml:trace>
  <inkml:trace contextRef="#ctx0" brushRef="#br1" timeOffset="201716.17">29414 9376 139 0,'18'-27'408'15,"-4"3"256"-15,2 5 249 0,-4 6-78 0,4 0-136 16,-2 7-127-16,2-1-93 0,0 3-84 15,3 4-67-15,-3 5-36 0,3 1-10 0,-2 5-15 16,2 4-16-16,-2 0-19 0,-1 4-32 16,2 4-40-16,-4 3-41 0,0 4-23 0,-1 4-16 15,0 1-10-15,-3 7-9 0,2-3-11 0,-3 6-10 16,0 2-9-16,0-1-8 0,-1 3-7 16,-4-3-6-16,2-1-3 0,-3-2-2 0,-1 1-2 15,-2-4 1-15,-2-2-2 0,-2-3-9 0,-4-4-14 16,-1-2-27-16,-4-4-64 0,-4-1-74 15,-5-5-122-15,-4-1-179 0,-4-4-284 0,1 0-330 16,-7-3-248-16,0 1-133 0,-4-1 313 0,-5-1 585 16</inkml:trace>
  <inkml:trace contextRef="#ctx0" brushRef="#br0" timeOffset="209944.94">28428 2994 138 0,'9'2'343'0,"0"-2"143"0,-2 2 120 0,-2-2-141 16,0-2-73-16,-1 1 34 0,2 0 87 16,-2-2 37-16,-3 0 1 0,-1 0-3 0,-1-2-43 15,-3 1-88-15,-2-2-100 0,0 0-65 0,-4-1-48 16,-5-2-56-16,-3 5-53 0,-4-5-31 0,-3 1-11 16,-3 1-7-16,-3 1-7 0,0 2-17 15,-2 1-8-15,-2 1-2 0,-2 2-7 0,2 0-4 16,-1 2-3-16,-2 1 5 0,4 1 11 0,0 2 1 15,4 0-2-15,0 0-2 0,7 3 1 0,0-2-2 16,3 2-10-16,4 1-4 0,2 0-4 16,6 2-3-16,1 1-2 0,3 4 3 0,7-2 2 15,0 2 4-15,7 2 2 0,2-1 4 0,6 3 2 16,4 0 0-16,-2 1-2 0,7-1 2 16,2 1-1-16,1-3 1 0,0 2-1 0,0-2-1 15,-3 1 0-15,-1-2 0 0,0-1 0 0,-5 0-3 16,-3-3-1-16,-2 1 1 0,-2-1 0 15,-4-1 2-15,-4 1-1 0,0-3 6 0,-4 2 0 16,-4-1 1-16,-4-1 1 0,0 2 0 0,-5-1-1 16,-2-2-2-16,-3 2 0 0,1 0-1 0,-5 0 0 15,0 0-2-15,-2 0 0 0,1 1 0 16,1-1-2-16,-2-2 1 0,4 1-1 16,-1-3-2-16,5 0-10 0,0-4-25 0,4 1-57 15,4-1-57-15,1-3-68 0,1 1-119 16,4-5-158-16,1 0-203 0,5-3-234 0,2-2-227 15,4-2-128-15,1-2 226 0,4-1 440 0</inkml:trace>
  <inkml:trace contextRef="#ctx0" brushRef="#br0" timeOffset="210306.33">28771 2953 179 0,'11'-9'482'15,"-3"3"280"-15,-3 0 226 0,-2 1-132 0,-3 3-211 16,0 0-150-16,-2 0-113 0,-1 4-91 16,-2 1-98-16,-4 3-68 0,-1 1-40 0,-3 2-26 15,0 4-11-15,-4 3-7 0,0 1 2 0,0 2-3 16,-2 4-2-16,-2 1 0 0,4 1-1 16,0 4 2-16,-1 1-6 0,2-1-7 0,3 2-6 15,1 0-7-15,2-1-1 0,6 0-9 16,-1-2 1-16,2 1 0 0,3-4-6 0,3 1 4 15,2-2-2-15,-1-3 0 0,6 0-2 0,2-1 1 16,0-2 4-16,3-2-2 0,1-1-2 0,5 0 6 16,0-4 0-16,2-1-2 0,2-2 1 15,1-2 0-15,0-2 2 0,0-1-4 0,-1-3-1 16,1 0-5-16,-1 0-9 0,-3-3-12 16,-1 0-25-16,-1-1-58 0,-1-2-97 0,-5 0-114 15,0-2-134-15,1 2-226 0,-6-2-264 0,2-1-139 16,-3 1 86-16,-1-1 295 0,-3-2 321 15</inkml:trace>
  <inkml:trace contextRef="#ctx0" brushRef="#br0" timeOffset="210620.52">28579 3042 8 0,'-11'6'396'16,"1"3"352"-16,1-3 240 0,5-2 27 0,-1 0-342 15,2 1-265-15,3 0-132 0,0-4-76 16,3 4-41-16,3-3 9 0,1 3 2 0,2-1 0 16,5 1-30-16,2-1-35 0,3 2-21 15,5 0-36-15,-1-2-21 0,5 0-12 0,-2 1-8 16,5-1-5-16,-3 1-1 0,2-1-1 0,-2 1-1 15,2-3-2-15,-1 3 3 0,-1-2-2 16,-1 0 2-16,-2 0-6 0,-2 0-39 0,-3-1-104 16,-3-2-153-16,-2 0-237 0,-4 0-283 15,0 0-265-15,-6 0-133 0,-1 0 241 0,-4 0 444 16</inkml:trace>
  <inkml:trace contextRef="#ctx0" brushRef="#br0" timeOffset="210875.16">28535 3176 157 0,'-14'10'386'0,"4"-2"163"0,4-1 108 16,3 1-170-16,3-1-225 0,8 2-128 0,-2-2-47 15,9-1 7-15,0 2 4 0,9-3-11 0,3 1 14 16,3-2 87-16,5-1 30 0,3-2-3 15,1 1-4-15,5-4-8 0,1 0-11 0,0-2-68 16,-2-1-41-16,-1 2-40 0,-3-2-24 16,-8 3-39-16,1-3-82 0,-6 3-107 0,-4 0-132 15,-2 1-283-15,-2 1-216 0,-4 1-86 0,-1-1 129 16,-3 3 273-16</inkml:trace>
  <inkml:trace contextRef="#ctx0" brushRef="#br0" timeOffset="211568.47">29478 3026 324 0,'0'-3'632'0,"0"1"235"0,0 2 65 0,0 0-302 15,0 0-202-15,1 2-95 0,-1 2-43 0,-1 3-11 16,1 3-13-16,-5 0-2 0,2 6-21 16,-2 1-15-16,-3 3-4 0,2 5-10 0,-2 0-5 15,0 4-11-15,-5 1-24 0,4 2-40 16,-6 5-42-16,1-1-32 0,-2 4-23 0,1 0-17 16,-1 0-7-16,0-3-5 0,3-1-2 0,-1-4 1 15,5-7-4-15,1-1 1 0,0-6-1 16,3-2 1-16,0-3-2 0,4-6 3 0,-2 1 2 15,3-5 1-15,0-4-1 0,3-6 2 16,2-2 0-16,1-6 0 0,3-3-1 0,1-3-3 16,1-4 0-16,1-4-1 0,1-2 0 0,1-2-2 15,-1-3-2-15,0-3 0 0,-1 3 1 16,1-3-2-16,-2 3 1 0,-1-3-3 0,-1 6 1 16,-2 2 2-16,0 0 1 0,-2 6 1 0,0 2 3 15,-2 5 5-15,-1 3 4 0,-1 5-1 0,2 1 2 16,-3 2-3-16,2 2-2 0,-2 2-5 0,-2 3-5 15,1 3-3-15,-2 3-3 0,-1 3 2 16,1 4 1-16,-2 1 2 0,4 1 2 0,-4 4 1 16,1 1 2-16,0 1-1 0,3-1 1 15,1-1-2-15,0-1-2 0,1-2 0 0,5-1 1 16,2-2-1-16,0 0 0 0,5-4 2 0,4-3 1 16,2-3 0-16,1-2 1 0,1-2 1 15,1-3-1-15,-1-1 0 0,1-3-1 0,-1 2 0 16,-5 0 0-16,1 0-2 0,-4-1-1 15,1 5 0-15,-6-3-2 0,2 3 1 0,-3 0-3 16,-2 1 0-16,0 2 1 0,-1 2 1 0,0 3 1 16,-3 1 0-16,3 1 5 0,-4 4 1 0,-4 2-1 15,3 1 1-15,-6 1-1 0,2 2 2 16,-1 3-2-16,-5 0-3 0,3 1 2 0,-1 1-2 16,-5 2-2-16,1 2-4 0,-3 1-16 15,2 0-55-15,-2 0-65 0,0 1-108 0,1-2-177 16,-2 2-305-16,2-1-326 0,-1 0-264 0,0 0-158 15,-1-3 291-15,-1 0 617 0</inkml:trace>
  <inkml:trace contextRef="#ctx0" brushRef="#br2" timeOffset="-203638.75">1538 11616 272 0,'5'2'614'0,"-2"0"294"15,2 0 141-15,-2 1-198 0,0 0-226 0,-3 2-155 16,-3-1-105-16,3 2-58 0,0 2-23 0,6 5-41 16,0-1-28-16,1 5-20 0,-1 0-22 0,-1 3-21 0,1 1-38 15,-1 6-30-15,0 0-24 0,-2 2-16 0,0 3-8 16,2-1-14-16,-2 3-10 0,3-3-4 16,-3 1 5-16,-1-3-1 0,1 0-1 0,2 0 4 15,-2-2 0-15,0-2-1 0,-1 0-6 0,1-2-10 16,0-1-2-16,0 2-6 0,0-5-2 0,-3 0 1 15,2-1-8-15,-2-1-4 0,0-3-40 0,-2-5-50 16,2 1-60-16,-6-4-138 0,3-4-167 0,-2-3-235 16,2-3-267-16,-2-4-238 0,-1-4-127 0,-1-6 324 15,0-2 473-15</inkml:trace>
  <inkml:trace contextRef="#ctx0" brushRef="#br2" timeOffset="-203348.65">1381 11592 230 0,'5'-2'533'0,"0"1"326"0,3 1 215 16,-2 0-204-16,-3 0-206 0,0 0-158 0,-1 0-118 16,-2 0-119-16,0 0-98 0,3 0-70 0,-1 0-46 15,-2 0-24-15,5 0-14 0,-2 1-9 0,4 1-1 16,-2 1 14-16,0-1 24 0,1 0 11 0,4 0 11 15,4-2 8-15,2 2 0 0,3 1-19 0,0-3-20 16,0 0-13-16,5 0-7 0,-1-5-9 0,2 3-4 16,1-1 1-16,-1-1-4 0,2-2 7 0,-2 0-5 15,2-3 3-15,-2 2-3 0,1-1-26 0,-1 0-43 16,-1-1-144-16,-4 3-200 0,0-1-290 0,-2 3-294 16,-3 2-257-16,0 2-85 0,-3 0 437 0</inkml:trace>
  <inkml:trace contextRef="#ctx0" brushRef="#br2" timeOffset="-202752.13">2158 11532 98 0,'1'-6'335'15,"1"4"202"-15,-2 0 211 0,2 1-53 0,-1 0-72 16,1 1-53-16,-1 0-54 0,1 0-65 0,-2 0-79 16,0-2-89-16,0 2-75 0,0 0-57 0,0 0-34 15,3 2-3-15,-2 2 22 0,1 3 27 0,-1-1 4 16,1 4 9-16,1 1-9 0,-1 0-18 16,0 4-29-16,-1 2-31 0,1 2-16 0,-2 1-19 15,3 2-5-15,-3 0-8 0,0 3-10 0,2 0-4 16,-2 3-6-16,1 1-2 0,-1 1-8 0,2 0-4 15,-2 2-2-15,3 1-4 0,1-2 2 0,-2-2-5 16,1 4 0-16,0-5 0 0,2-1-1 16,0-1 1-16,0-2-1 0,4-4 5 0,-1 2-1 15,0-5 0-15,0 1 2 0,3-2 1 0,0-3-2 16,0 0-1-16,3-5-1 0,-2 1 1 0,3-3-1 16,-2-1-1-16,2-1 1 0,2-3 0 15,1-2 0-15,-2-2-1 0,3-1-1 0,0-2 1 16,0-3 0-16,0-1 1 0,0-4 1 0,0-2 1 15,-2 2 1-15,-1-4-4 0,2 1-12 0,-4 0-37 16,0 0-61-16,-3-1-57 0,0 0-81 0,0 0-150 16,-3 1-183-16,-1 1-268 0,-1-1-227 15,0 4-213-15,-1-3 13 0,-4 3 432 0,1-2 446 16</inkml:trace>
  <inkml:trace contextRef="#ctx0" brushRef="#br2" timeOffset="-202418.72">2099 11676 274 0,'0'-2'532'16,"0"0"216"-16,2 0 153 0,0-1-176 0,1 0-155 15,3 0-121-15,-3 0-72 0,3-2-61 0,1 0-52 16,-1 1-78-16,3 1-65 0,1-1-30 0,1 1 3 16,1 0 5-16,3 0-20 0,-1 0-11 15,2 1-6-15,3 1-4 0,0-1-21 0,3 2-18 16,0 0-8-16,-1-1-3 0,4 1-4 0,-1-1-1 16,1 1-2-16,0-2 4 0,-4 0-1 15,4 0-2-15,-3-1 2 0,-4 2-3 0,2 0-5 16,-4 0-27-16,-3 1-56 0,-4-3-140 0,-1 3-178 15,-3 0-293-15,-4 0-281 0,1 3-240 0,-4-1-35 16,-2-1 423-16</inkml:trace>
  <inkml:trace contextRef="#ctx0" brushRef="#br2" timeOffset="-202198.6">2300 11859 306 0,'3'10'526'16,"0"-1"167"-16,-1-3 68 0,3 0-296 0,1-1-206 16,2-3-103-16,0 0-48 0,1 0-17 15,4-4 16-15,0 0 9 0,1 0-15 0,2-3-9 16,0 1-5-16,2-2-3 0,1-2-30 0,-1 1-15 16,2-2-9-16,-2 1-46 0,1-1-96 0,-2 2-131 15,-1-1-284-15,0 2-206 0,-2 0-128 16,-2 2 64-16,-2 1 252 0</inkml:trace>
  <inkml:trace contextRef="#ctx0" brushRef="#br2" timeOffset="-201224.52">3081 11626 66 0,'-3'-4'316'16,"1"0"193"-16,-1 0 195 0,1 2-19 0,1-1-102 15,1 2-60-15,1 1-40 0,1 0-43 0,-2 0-62 16,0 0-69-16,0 0-76 0,2 1-67 0,-1-1-49 16,-1 3-30-16,2 3-18 0,-2-1-1 15,3 6 25-15,0 1 33 0,1 3 19 0,0 2 1 16,2 5-2-16,-1 1-1 0,-2 3-24 0,1 1-33 16,-1 3-20-16,0 1-14 0,0 3-12 0,0 1-19 15,2-4-11-15,-2 0-6 0,-2-2-4 0,3-3 0 16,-3-4 0-16,1-1-2 0,0-6 4 15,-1-2-2-15,1-2 3 0,-2-4 0 0,0-1 0 16,1-2 5-16,-1 0 2 0,-1-4 2 0,1-4-1 16,-2-2 0-16,-1-2 2 0,1-6-5 0,-1 1-4 15,-2-6-1-15,1-2 0 0,-1-1 1 0,-1-2-2 16,-1-1 1-16,1-4-1 0,-2-3 0 16,0-1-1-16,0-2-4 0,0 0 1 0,-1-2-3 15,-1-1 0-15,2 0-1 0,-1-2 0 0,3 5 3 16,-1-2 0-16,3 4 1 0,-1 2 1 0,2 4 0 15,1 5 5-15,-1 0 2 0,0 6 2 16,3 1 1-16,-2 3-1 0,2 3 2 0,0 2-6 16,0 2-6-16,2-1-4 0,-2 4-1 0,3 0 1 15,2 2-1-15,-1 0 3 0,3 2 3 0,1 2 2 16,1 2 3-16,2 3 10 0,-1 1 7 0,2 2 5 16,1 3 5-16,-2 0 10 0,3 2 6 0,-2 4-5 15,1-1-4-15,-1 1-6 0,1 2-9 16,-1-1-14-16,1 1-9 0,-1-3-7 0,-1 1-2 15,2-4-3-15,-2 0 4 0,0-3 4 0,0-4 3 16,0 0 0-16,-1-2 0 0,-2-3 1 0,1-1 0 16,1-3 2-16,-2-2-1 0,1-2 10 15,-1-3 3-15,-2-2 2 0,1-2 2 0,0-5-2 16,0 3 0-16,-1-6-8 0,1 1-4 0,-1-3-4 16,0 3-2-16,0-4 0 0,-1 3-2 0,-2-2 1 15,2 2-1-15,-2 1 2 0,2 0 1 0,-2 2 1 16,0 0 2-16,0 3 0 0,-1 1 0 15,1 2-1-15,-1 0 2 0,-2 2-2 0,1 2 0 16,1 2 0-16,-2 1 2 0,2 0-2 0,-2-2-1 16,1 4-1-16,-1 0-1 0,0-3 0 15,0 3 0-15,2 3 2 0,-2-3-1 0,0 4 0 16,2 0 2-16,-2 4 0 0,1 4 9 0,-1 1 6 16,2 2 4-16,-1 4 4 0,2 3-6 0,-3 2 2 15,3 2-3-15,-1 4-3 0,1 2-1 0,2 5 3 16,-2 0 8-16,2 5 0 0,-2-3 1 15,2 6 0-15,1-2-2 0,-3-1-5 0,2 0-5 16,1-1-3-16,-1-2-7 0,0-3-3 0,1-2-1 16,0-2-2-16,-1-5-1 0,0-1-10 0,-2-4-18 15,0-1-34-15,-1-3-77 0,1-3-102 0,-6-2-191 16,3-2-287-16,-3-3-334 0,0 0-353 16,-2-1-169-16,-2-4 263 0,1-3 708 0</inkml:trace>
  <inkml:trace contextRef="#ctx0" brushRef="#br2" timeOffset="-198929.69">2493 15465 326 0,'23'-42'608'0,"-5"3"201"16,-1 3 59-16,-2-2-277 0,2 1-298 0,-1-2-102 15,3-4-19-15,1-1-8 0,4-4 29 0,5-6 22 16,2-4 23-16,7-2-30 0,2-4-40 0,4-5-25 16,5-3-38-16,4-3-43 0,6-3-39 15,4-1-21-15,4-2-13 0,2-1 5 0,6-1-3 16,2-2 14-16,4 2 12 0,0 2 12 0,2 2 3 15,4 4-9-15,0 5-20 0,2 4-9 0,1 5 6 16,0 6-3-16,0 7 0 0,-3 9-2 16,-2 5 21-16,-1 10 11 0,-5 7-10 0,0 12 2 15,-4 6 21-15,-2 13 10 0,-1 8-1 0,-2 10 0 16,-4 8 1-16,-4 6-3 0,-2 11-20 16,-5 6 10-16,-1 10 25 0,-5 6 11 0,0 8 1 15,-5 4-7-15,0 3 6 0,-2-1-15 0,-3-2-25 16,0-5-10-16,1 0-3 0,0-5 1 15,4-6-3-15,0-6-6 0,5-5-1 0,2-9-4 16,4-5-6-16,5-8-2 0,2-6-3 0,3-8 2 16,3-7-3-16,4-7 5 0,1-7 4 15,6-7 5-15,2-4 5 0,6-7-3 0,6-6-2 16,4-2-5-16,4-5-6 0,0 1 5 0,2-5-4 16,1 1 3-16,0 2 4 0,1 2 3 0,2 4 1 15,-4 1-7-15,1 5-8 0,-6 4-2 16,-1 5-1-16,-4 4 5 0,-1 4 5 0,1 3 0 15,-3 4 7-15,2 5-3 0,-2 0-3 16,0 1-5-16,-3 0-7 0,-3 3 5 0,1-2 2 16,-3 2 1-16,-1-3 0 0,3-1 6 0,1-1 6 15,-1-1-8-15,0-1-5 0,-2-5 7 0,2-1-3 16,-3-2-3-16,1-4 1 0,-2-5 8 16,1 0 1-16,0-5-2 0,0-5 4 0,1-5 2 15,-2-1-3-15,0-6-4 0,-2-1 0 16,-3 0 2-16,-3-2-2 0,-4 4-1 0,-6 0 2 15,-5 4 1-15,-5 5-2 0,-6 1-1 0,-3 5-3 16,-5 2 3-16,-4 6 35 0,-4 3 19 0,-4 4 21 16,-4 7 10-16,-5 4 4 0,-4 1-1 15,-3 9-24-15,-3 3-17 0,-2 3-10 0,-5 6-7 16,2-1-4-16,-4 6-6 0,2 3-5 16,0 1-2-16,0 1-7 0,2 2-3 0,1 3-2 15,0 1 0-15,2 0-1 0,4 2 0 16,-1-1-1-16,2 3-2 0,1-2-2 0,3-2 0 15,0 0-2-15,2-1-2 0,2-2 1 0,0 3 2 16,1-3 1-16,-1 1 2 0,-1-2 1 0,-1 1 2 16,-2 2-1-16,-1-3 1 0,-1 4 0 0,-4-1-1 15,-1 2-1-15,-4-1 0 0,0 2-2 16,-6 1-2-16,-2-1 1 0,-1 5 0 0,-7-1 1 16,-1 1 1-16,-6 1 2 0,-3 5 0 0,-4-3-1 15,-3 3-3-15,-6-1-2 0,-5-2-3 0,-2 0 1 16,-6-3-2-16,-6-3 2 0,-5-2 3 15,-5-2 2-15,-6-5 3 0,-7-4 0 0,-9-3-2 16,-3-6-2-16,-5-4 1 0,-7-4-5 0,-3-2-6 16,-7-7-1-16,-5-2 6 0,-8-7 1 0,-3-4 2 15,-3-3-1-15,-4-4 1 0,-2-4 7 0,-1-2-3 16,-4-3-3-16,4-1-1 0,1 2 7 0,4-2 4 16,2-1-6-16,0 2-1 0,3 0 2 0,3 0-4 15,5 3-1-15,3 1-2 0,4 1 3 16,4 2 2-16,6 0 0 0,2 1 2 0,0 1-3 15,6 2-1-15,5 3-1 0,4 0-2 0,1 1 1 16,3 6 1-16,6 1-5 0,0 1-3 0,5 3 0 16,4 2 0-16,1 4-1 0,4 0-1 0,1 3 4 15,2 4 2-15,1 2 1 0,1 3 1 16,3 1-1-16,-1 1 1 0,6 0-1 0,-2-1 8 16,5-2 4-16,-1-4-5 0,1-3 0 0,2-5-1 15,1-5-2-15,3-6-6 0,-2-9-4 16,1-7 6-16,-2-9 0 0,2-7 3 0,3-7 0 15,-2-8 0-15,1-7-1 0,1-6-1 0,-2-3 6 16,2-6-1-16,-1-2-1 0,1-4 0 0,-2 1-1 16,1 0 1-16,1-1-6 0,0 5 9 0,0-1 6 15,0 8-3-15,-1 2-2 0,2 5 1 16,1 7-1-16,-2 2-5 0,0 6-4 0,-1 5 5 16,-1 3-1-16,-4 5 1 0,1 7 1 0,-3 2-1 15,-3 4-1-15,-1 4-1 0,0 2-1 16,-2 4 1-16,0 2-2 0,1 2 7 0,-1 2-2 15,2-1 0-15,-1 2 0 0,1 0-1 0,2-3 1 16,-1 1-7-16,2-6 2 0,1 0 1 0,3-4-1 0,-3-2 1 16,4-4-1-16,-1-5-2 0,2-3 1 0,1-4-1 15,-2-4-1-15,4-2 0 0,1-5 6 0,1-2 4 16,4-2 2-16,-1-2 3 0,3 0 2 16,2-5 1-16,1 1-5 0,0-3-1 0,2 0-11 15,1 1-2-15,2-3-4 0,0 2 0 0,1-2-2 16,4 3 2-16,-2-1 4 0,4 0 2 0,0 3 8 15,2-1 4-15,-1 5 2 0,1-2 1 0,-1 3 1 16,3 3 4-16,0 2-6 0,-2 0-2 0,0 3-7 16,1 2-1-16,-2 3-5 0,-2-3 0 0,3 2-4 15,-6 1 0-15,3 0 6 0,-4-3 2 16,1 2 1-16,-5-2 0 0,0-4-1 0,-1 2 0 16,-3-2-1-16,1-1 0 0,-3-1 0 0,3-2 1 15,-2 1-1-15,1-2-1 0,1 1 1 0,2 0 0 16,0-2 5-16,1 1 5 0,3 0 1 0,-1-1 0 15,2 1 0-15,2 0 2 0,1-2-7 16,4 0-2-16,-1-1-1 0,3 0 1 0,1 1 0 16,1-1 0-16,1 0 2 0,3 1-1 0,2 1-1 15,0 2 0-15,1 1-2 0,2 2-1 0,3 5-2 16,-1 2 1-16,0 4-1 0,1 2-2 16,2 6 2-16,-1 3 0 0,4 2 1 0,2 4-4 15,-1 5-22-15,2 4-66 0,2 6-77 0,0 0-154 16,1 7-269-16,0 0-318 0,3 6-345 0,-1-1-227 15,2 1 48-15,0-1 624 0</inkml:trace>
  <inkml:trace contextRef="#ctx0" brushRef="#br2" timeOffset="-197004.61">2843 15409 87 0,'9'0'505'0,"-5"0"336"0,1 0 168 16,-2-1-98-16,1-1-326 0,-3 0-244 0,3-3-170 15,-3-1-85-15,2 0-42 0,2-4-23 0,-2 1-11 16,0-1-5-16,0 0-23 0,2-2-86 0,-2 0-118 16,1 0-205-16,-1-1-259 0,0 3-202 0,0-2-69 15,-3 1 193-15,-3 1 316 0</inkml:trace>
  <inkml:trace contextRef="#ctx0" brushRef="#br2" timeOffset="-196860.62">3007 15066 84 0,'4'0'201'0,"3"-4"68"0,-1 0-73 16,-1 1-212-16,3-3-143 0,-2 0-51 0,-1-1 6 16</inkml:trace>
  <inkml:trace contextRef="#ctx0" brushRef="#br2" timeOffset="-196694.01">3253 14799 148 0,'2'0'257'16,"1"0"85"-16,0 0-52 0,-1-3-114 0,4-3-81 15,-2-1-69-15,2-3-106 0,0 1-167 0,2-1-64 16,0-3 6-16,0 2 53 0</inkml:trace>
  <inkml:trace contextRef="#ctx0" brushRef="#br2" timeOffset="-196528.7">3535 14477 137 0,'6'0'245'16,"-1"-5"88"-16,0 1-57 0,4 0-102 0,-3-5-63 15,1 1-36-15,1 1-29 0,-2-3-29 0,3-1-59 16,1 0-178-16,-2-1-90 0,1-1-12 0,-1 1 35 16,0-1 77-16</inkml:trace>
  <inkml:trace contextRef="#ctx0" brushRef="#br2" timeOffset="-196375.65">3870 13864 17 0,'5'-11'204'0,"-2"3"96"0,0 0 87 16,2 1-102-16,-2-2-138 0,2 2-157 15,-1-1-213-15,1 1-93 0,-2 3-9 0,1 3 47 16</inkml:trace>
  <inkml:trace contextRef="#ctx0" brushRef="#br2" timeOffset="-195757.69">2928 15546 179 0,'6'-2'400'15,"-3"1"162"-15,3-2 101 0,-3 0-224 0,2 0-154 16,0-4-106-16,0 1-55 0,-2-3-23 15,2 1-17-15,1-1-10 0,0 0-28 0,1-2-20 16,-1 1-6-16,1 1-15 0,2-1-47 0,-1-1-51 16,0 2-85-16,1-1-239 0,1 3-177 0,-1 0-67 15,-2-1 80-15,2 2 157 0</inkml:trace>
  <inkml:trace contextRef="#ctx0" brushRef="#br2" timeOffset="-195580.5">3309 15195 194 0,'9'-7'301'0,"-1"2"97"0,-3-1-54 15,3 0-140-15,-1-2-95 0,0-1-51 0,1 1-25 16,0-4-13-16,1 2-12 0,1-3-1 0,-1 1-5 16,2-3-11-16,-1-1-46 0,-2 2-88 15,4-2-165-15,-4 0-59 0,2-2 14 0,1 0 70 16</inkml:trace>
  <inkml:trace contextRef="#ctx0" brushRef="#br2" timeOffset="-195391.49">3655 14696 94 0,'8'-3'381'0,"-3"1"217"0,-2 2 148 15,0 0-114-15,-1-2-224 0,1-1-148 0,1 0-92 16,-2-3-60-16,3 0-32 0,0-1-15 0,1-2-12 15,0-2-27-15,2 1-44 0,0-2-66 0,2-2-73 16,0 2-99-16,0-1-156 0,-2-1-210 0,3 1-72 16,0-2 80-16,0 1 172 0,0-1 186 15</inkml:trace>
  <inkml:trace contextRef="#ctx0" brushRef="#br2" timeOffset="-195241.68">4109 14066 113 0,'16'-19'230'0,"-2"1"81"0,0 0-31 16,0 0-71-16,2-1-48 0,-3 1-34 0,1 1-25 15,0-2-40-15,0 1-122 0,-1 1-216 0,0 2-92 16,1 0-2-16,-3 1 55 0</inkml:trace>
  <inkml:trace contextRef="#ctx0" brushRef="#br2" timeOffset="-194705.59">2983 16006 153 0,'0'9'385'0,"-2"-3"164"0,1-1 101 0,1-5-191 15,1-5-215-15,1-4-117 0,3-4-61 0,1-5-50 16,7-3-26-16,-2-6-11 0,6-4-6 0,2-4-30 16,3-1-59-16,0-4-65 0,1 3-172 15,0 1-132-15,1 2-38 0,1 2 73 0,-4 3 134 16</inkml:trace>
  <inkml:trace contextRef="#ctx0" brushRef="#br2" timeOffset="-194513.52">3570 15377 8 0,'11'-4'194'0,"3"-1"99"0,-5 3 100 0,3-4-81 15,0 1-75-15,-1-2-40 0,0-4-25 16,2 1-27-16,0-5-29 0,1-1-10 0,0-3-47 15,0 0-32-15,2-4-13 0,3-1-3 0,-3-3-7 16,4-1-31-16,1-1-51 0,0-2-93 0,1-3-196 16,1 3-107-16,-1-2-2 0,-1 1 86 15,3 0 130-15</inkml:trace>
  <inkml:trace contextRef="#ctx0" brushRef="#br2" timeOffset="-194360.46">4183 14652 43 0,'11'-9'245'16,"0"1"125"-16,-1 0 117 0,-1 2-91 15,-2-1-127-15,2 0-89 0,-3-3-54 0,2 0-38 16,-1 0-31-16,2-2-30 0,1-1-17 16,-1 0-10-16,3 0-2 0,0-2 0 0,-1-2-12 15,3 2-29-15,-1-3-60 0,2 2-147 0,0-2-170 16,-1-3-65-16,2 1 33 0,-2-2 108 16</inkml:trace>
  <inkml:trace contextRef="#ctx0" brushRef="#br2" timeOffset="-194253.61">4749 13915 150 0,'19'-21'232'0,"-3"0"64"16,1 1-90-16,-4 4-92 0,1 0-109 0,-3 1-177 15,-3 3-74-15,0 1-4 0,-2 4 36 0</inkml:trace>
  <inkml:trace contextRef="#ctx0" brushRef="#br2" timeOffset="-193655.95">3441 16026 188 0,'8'1'409'16,"-1"-1"163"-16,-2-1 94 0,2-1-228 0,0-1-192 15,-1-1-120-15,1-5-58 0,2 0-28 0,-1-3-16 16,1-2-7-16,-1-1-4 0,5-1-4 0,-4-2-3 15,5-2-27-15,-2 1-56 0,0-1-98 0,2 1-250 16,-1 0-137-16,1 0-37 0,-4 1 88 16,1 1 163-16</inkml:trace>
  <inkml:trace contextRef="#ctx0" brushRef="#br2" timeOffset="-193479.52">4020 15420 255 0,'8'3'497'0,"0"-2"176"0,-3 2 83 0,1-3-252 16,2 0-250-16,-2-1-133 0,1-4-94 15,1-1-71-15,1-3-51 0,1-3-74 0,1 1-151 16,1-4-208-16,1-1-76 0,4 0 37 16,-2-4 120-16,2 0 163 0</inkml:trace>
  <inkml:trace contextRef="#ctx0" brushRef="#br2" timeOffset="-193290.66">4455 14927 171 0,'11'-11'312'0,"-3"2"113"0,0 3 35 15,-2-2-144-15,-1 2-86 0,3-1-51 16,-3-1-31-16,2-1 10 0,1 2-29 0,0-3-27 16,2-2-21-16,2-1-19 0,0 1-7 15,2-1-33-15,-2-2-15 0,1 2-8 16,3 0-12-16,-2-2-23 0,2 2-28 0,0-2-42 0,0 0-68 15,2-2-145-15,-3 1-178 0,4-1-56 16,-3-3 54-16,1 1 122 0</inkml:trace>
  <inkml:trace contextRef="#ctx0" brushRef="#br2" timeOffset="-193197.66">5041 14187 5 0,'15'-21'135'0,"-1"4"-31"0,-3 4-60 0,-3 4-122 16,-3 1-51-16</inkml:trace>
  <inkml:trace contextRef="#ctx0" brushRef="#br2" timeOffset="-192710.4">3718 16722 61 0,'0'12'287'0,"0"-2"148"0,-2-2 112 16,2-2-91-16,0-2-214 0,0-4-85 0,2-1-77 16,1-5-41-16,-1-3-20 0,1-3-9 0,2-5-4 15,1-2-29-15,4-2 7 0,-1-2 10 0,2-2 0 16,3-2 6-16,1-1 2 0,2-1-6 16,2-1-35-16,2-2-78 0,1-1-176 0,1 1-151 15,0 2-44-15,2 1 42 0,-1-3 121 0</inkml:trace>
  <inkml:trace contextRef="#ctx0" brushRef="#br2" timeOffset="-192369.74">4483 15698 188 0,'18'-8'823'0,"-4"2"423"16,-3 3 26-16,-3 1-186 0,0 0-443 0,-2 2-325 15,-3-3-160-15,2 2-80 0,-2-1-39 16,2-3-23-16,0 0-6 0,3-2-10 0,-2-6-4 15,5 1 3-15,0-5-5 0,3-4-3 0,1 0-11 16,2-1-22-16,2-5-56 0,0-1-80 16,0 0-90-16,3-2-95 0,-1 0-96 0,2-2-69 15,1 2-4-15,1 0 59 0,-2 2 103 0,0-1 109 16,-1 2 98-16,0 0 73 0,-4 4 57 16,2-2 38-16,-3 4 7 0,-2 1 26 0,0 4 30 15,-3 0 46-15,-1 1 50 0,-1 0 72 16,-1 0 63-16,1 1-18 0,-2 0-6 0,1-3-35 15,-1 3-50-15,0-1-72 0,0-3-52 0,3 1-5 16,-2-5-31-16,4 0-13 0,1-2-11 16,1-3-18-16,2 0-73 0,0-1-103 0,2 3-167 15,0-2-263-15,2 4-183 0,-1-2-63 16,1 3 154-16,-2 1 270 0</inkml:trace>
  <inkml:trace contextRef="#ctx0" brushRef="#br2" timeOffset="-192003.55">4632 16675 351 0,'0'9'647'0,"-1"0"210"15,-2-1 54-15,-1-3-291 0,3 1-284 0,-3-2-152 16,3-4-88-16,-1-4-45 0,2-2-25 15,2-2-17-15,3-7-7 0,1-6-5 0,5-4 4 16,0-3 4-16,6-5 0 0,-1-5-36 0,3-2-83 16,0-2-102-16,3-2-164 0,2 3-254 0,0-1-173 15,-2 1-9-15,-1 4 184 0,-1 1 253 0</inkml:trace>
  <inkml:trace contextRef="#ctx0" brushRef="#br2" timeOffset="-191806.53">5171 15891 194 0,'13'-8'552'0,"1"1"258"16,-6-1 107-16,2-1-197 0,-1-4-287 0,-1-2-228 15,2-6-121-15,2-3-60 0,1-6-11 16,2-2-9-16,3-5 17 0,2-4 7 0,4-3-3 16,2-2-14-16,2 0-50 0,1-2-52 0,1-1-44 15,1 2-50-15,1 2-60 0,1 0-56 0,-1 0-74 16,-1 4-150-16,1 3-101 0,-2 1 22 15,0 3 119-15,-1 4 162 0</inkml:trace>
  <inkml:trace contextRef="#ctx0" brushRef="#br2" timeOffset="-191311.39">4876 17173 121 0,'9'3'313'0,"-3"-5"127"0,2 0 98 16,-1-6-193-16,2-4-157 0,-1-6-92 16,5-3-44-16,1-6-25 0,0-3-11 0,5-4-8 15,0-4-8-15,3-1-18 0,0-1-61 0,0 1-245 16,-1-2-119-16,3 2-25 0,-4 1 52 15,0 1 110-15</inkml:trace>
  <inkml:trace contextRef="#ctx0" brushRef="#br2" timeOffset="-191142.2">5431 16401 268 0,'7'1'523'0,"-2"-1"184"0,0 0 77 16,-2 0-263-16,2-3-248 0,-2-3-137 0,2-1-74 15,1-5-49-15,0-2-57 0,1-3-56 0,1-2-62 16,3-3-68-16,0-4-97 0,2 1-134 16,2-3-103-16,0-3 16 0,2 0 106 0,2-1 141 15</inkml:trace>
  <inkml:trace contextRef="#ctx0" brushRef="#br2" timeOffset="-190981.93">5843 15743 74 0,'13'-13'281'16,"-1"3"127"-16,-4 2 103 0,-1 1-151 0,-1 1-124 15,-1 0-92-15,3 0-54 0,-4 0-25 0,3-2-14 16,1 1-4-16,-2-4-16 0,5-1-8 16,-3-1-9-16,3-4 0 0,2-3-7 0,0 0 21 15,2-4-19-15,1-2-53 0,1 1-120 0,-1-2-221 16,5 2-109-16,-1-5-32 0,-2 4 84 16,4-2 152-16</inkml:trace>
  <inkml:trace contextRef="#ctx0" brushRef="#br2" timeOffset="-190624.81">5880 17262 179 0,'-4'28'378'16,"1"-7"147"-16,3-10 97 0,2-10-237 0,1-10-182 15,3-10-100-15,1-11-49 0,4-9-29 0,1-8-13 16,6-9-12-16,-1-6 15 0,5-4-11 0,3-5-19 16,2-1-35-16,3-3-28 0,0 0-84 15,-1 2-197-15,4 0-129 0,-1 3-18 0,-1 2 79 16,-2 6 115-16</inkml:trace>
  <inkml:trace contextRef="#ctx0" brushRef="#br2" timeOffset="-190463.59">6566 15874 239 0,'6'-1'429'0,"0"-4"155"0,-1 0 60 0,0 0-246 15,1-5-181-15,-1-4-102 0,4-4-79 16,-1-3-46-16,0-5-41 0,4-4-35 0,2-1-90 16,0-4-247-16,0-1-100 0,4 1-8 15,-1-4 81-15,3 3 128 0</inkml:trace>
  <inkml:trace contextRef="#ctx0" brushRef="#br2" timeOffset="-190301.38">7148 15081 156 0,'22'-10'297'0,"-5"1"106"0,-1 5 10 0,-3-2-167 16,-1 3-110-16,-4 0-62 0,0 2-31 16,-3-3-17-16,1 3-10 0,-3-1-3 0,0 0 1 15,1-3-10-15,-3 1-14 0,1-1-35 16,1-1-68-16,0-1-131 0,-1 0-127 0,1-2-20 15,3 0 47-15,-1 1 97 0</inkml:trace>
  <inkml:trace contextRef="#ctx0" brushRef="#br2" timeOffset="-190020.14">7086 16594 21 0,'-11'49'436'0,"-5"-5"348"16,3-8 205-16,-2-4 1 0,5-7-337 0,-1-6-317 15,2-6-161-15,4-8-95 0,0-9-50 0,5-5-20 16,0-10-3-16,5-5-3 0,1-6-1 0,5-3-8 15,0-3-28-15,5-3-64 0,0-3-83 16,4 1-98-16,1-2-129 0,1 1-216 0,2-1-168 16,-2 2-14-16,2 0 136 0,1-1 230 0</inkml:trace>
  <inkml:trace contextRef="#ctx0" brushRef="#br2" timeOffset="-189861.66">7821 15637 215 0,'19'-7'433'0,"-3"0"165"16,0-1 93-16,-5-1-243 0,-1-1-209 0,-1-3-133 15,-3 0-110-15,2-3-117 0,-3 0-235 0,1 0-175 16,0 1-73-16,-1-1 57 0,0 0 156 16</inkml:trace>
  <inkml:trace contextRef="#ctx0" brushRef="#br2" timeOffset="-187898.57">8172 14986 145 0,'-11'1'418'0,"-2"-1"219"0,-1 4 173 15,3-4-109-15,-3 5-175 0,1-2-85 0,2 0-52 16,0 3-42-16,-2-2-54 0,1 0-57 0,2 1-60 16,-1 1-51-16,2 0-38 0,-1 1-28 15,2 0-9-15,0 1-8 0,-1 1 0 0,1 0-2 16,2 1-8-16,-1 0-2 0,1 2-10 15,0-1-3-15,3 3-4 0,-2 2-6 0,3 1 3 16,-1 1 3-16,0 2 17 0,3 1 11 0,0 1 7 16,0 2 31-16,0 4 13 0,3-1 4 0,-1 1 18 15,1 0 8-15,0 2-1 0,2 0-22 16,1 2-16-16,0-2-11 0,-1 2-31 0,2-3-17 16,-1 0-14-16,2 3-5 0,1-3-6 15,1 0 1-15,-2 1 0 0,1-4-4 0,1 2 3 16,-2-3-3-16,1-1 4 0,-1-1-5 0,-2-2 5 15,2-2 2-15,-1 2 0 0,-1-2 3 0,0-3 19 16,-1 0 8-16,-2 1 5 0,2-2 5 16,0 3 2-16,-2-2 3 0,0 0-15 0,-2 1-2 15,2 2-6-15,-3-2-5 0,0 3 1 0,-3-1 0 16,2 2-2-16,-2 0-2 0,0 1 2 0,-2 3 0 16,0-1-2-16,0 2-6 0,0 2 1 15,-1 2 1-15,-3-1 0 0,2 2 1 0,1 0 0 16,-2 1 0-16,2-1-4 0,1-1-2 0,0 0-3 15,2 0-4-15,2-1 0 0,-1-2 0 0,4 1 0 16,-1-2-1-16,2-2 0 0,2 0 1 0,0-2-1 16,4 1 1-16,-1-1-1 0,0 1 0 15,3-2 1-15,0 1 1 0,1 2 3 0,1-1-2 16,0 1 3-16,1-1-1 0,-2 5 1 0,0-3-1 16,2 4-2-16,-1-1 1 0,1 0-3 0,-3 4-1 15,2-2 0-15,0 2 0 0,-4 0-1 16,2 0-2-16,-3-2 0 0,0 0-6 0,0-4-17 15,-3-2-52-15,2-3-59 0,-3-5-90 0,-3-4-155 16,4-1-245-16,-5-5-313 0,3-4-263 0,-1-4-204 16,-2-4 107-16,-2-5 538 0</inkml:trace>
  <inkml:trace contextRef="#ctx0" brushRef="#br2" timeOffset="-187023.67">8523 15412 39 0,'11'3'391'0,"-1"-2"254"16,-1-1 162-16,-1 0 35 0,2-1-380 15,2-3-283-15,1-2-170 0,1-3-130 0,0 1-138 16,2-1-276-16,0 2-148 0,1 1-13 16,1-2 119-16,-1 1 195 0</inkml:trace>
  <inkml:trace contextRef="#ctx0" brushRef="#br2" timeOffset="-186841.68">9123 15349 113 0,'13'3'313'0,"-1"0"133"0,-1-1 100 16,0-1-178-16,0-1-170 0,0-1-93 0,0-1-52 15,0-2-26-15,3 1-11 0,-1-4-16 16,0 2-24-16,2-1-31 0,0 0-59 0,-1-2-106 16,2 2-167-16,-2 0-62 0,2 1 31 0,1-1 96 15</inkml:trace>
  <inkml:trace contextRef="#ctx0" brushRef="#br2" timeOffset="-186692.72">9666 15276 24 0,'13'1'170'0,"1"1"73"16,-1-1-10-16,1-1-52 0,0 2-50 0,2-2-37 16,-2-2-38-16,-1 2-17 0,3-1-23 15,-2-1-20-15,2 1-47 0,0-1-99 0,0 1-101 16,1-2-24-16,-1 1 30 0,2 0 62 0</inkml:trace>
  <inkml:trace contextRef="#ctx0" brushRef="#br2" timeOffset="-186531.57">10345 15156 109 0,'3'0'261'0,"-2"0"102"16,-1 2-5-16,0 0-85 0,0 0-100 0,-3 1-74 15,2 1-72-15,-3-1-91 0,1 2-174 16,0-1-116-16,-1 1-26 0,0-1 49 0,-2 1 90 16</inkml:trace>
  <inkml:trace contextRef="#ctx0" brushRef="#br2" timeOffset="-186163.54">8646 15843 62 0,'12'0'510'16,"-4"1"351"-16,-1-1 161 0,-2 0-37 16,1 0-387-16,1 0-289 0,1 0-159 0,3-1-79 15,0 0-35-15,4-1-21 0,2 0-36 0,3-1-61 16,4-1-61-16,1 0-75 0,2 0-87 0,5-3-121 15,1 1-225-15,3 0-124 0,0 0 3 16,2-1 136-16,1 3 212 0</inkml:trace>
  <inkml:trace contextRef="#ctx0" brushRef="#br2" timeOffset="-185966.65">9721 15787 35 0,'23'8'265'16,"-1"1"136"-16,-2-1 116 0,-3 1-59 0,0-3-199 15,-1-2-119-15,-1 2-66 0,1-1-30 16,0-4-17-16,-2-1-8 0,4 0-5 0,0-1-2 16,-2-3-2-16,2 3-3 0,-1-5 5 15,2 2-4-15,0 0 0 0,0-1 1 0,1-1-5 16,-2-1-4-16,1 1-29 0,-3-2-67 16,1 3-151-16,-2-2-177 0,-1 1-71 0,-1-4 28 15,-1 3 103-15</inkml:trace>
  <inkml:trace contextRef="#ctx0" brushRef="#br2" timeOffset="-185600.61">8680 16444 45 0,'13'4'228'0,"0"-4"109"15,0-4 94-15,6 0-168 0,-1-5-115 0,4-4-94 16,1-1-112-16,3-2-149 0,-1 1-122 0,4-4-18 16,-1 2 46-16,5 3 87 0</inkml:trace>
  <inkml:trace contextRef="#ctx0" brushRef="#br2" timeOffset="-185424.71">9581 16234 42 0,'38'4'210'0,"-5"3"100"0,3-1 58 0,-4 1-98 0,0 2-73 15,-1-2-48-15,2 3-44 0,-1-2-25 0,0-1-39 16,1 2-37-16,0-4-23 0,0 2-15 16,2-1-5-16,0-2-6 0,0-1 49 0,1-1 24 15,-1-1 13-15,1-1 6 0,-1 0-4 0,-2-3-8 16,2 0-53-16,-2 0-68 0,-1-1-143 0,-2-2-139 15,-1 0-34-15,-4-1 41 0,-2-3 93 16</inkml:trace>
  <inkml:trace contextRef="#ctx0" brushRef="#br2" timeOffset="-185064.61">9151 17004 49 0,'25'0'230'0,"0"-2"100"16,-1 2 89-16,3-1-143 0,0-2-118 0,3 0-70 15,2-2-37-15,-1 1-22 0,3 1-12 0,0-1 18 16,-1 0 8-16,2 3 2 0,-2 1 2 0,1 1 1 16,-3 3-7-16,1 0-20 0,-2 1-7 15,2 5-2-15,-4-2 8 0,2 3-9 0,-2 1-3 16,-1 1-10-16,2 0-4 0,-4 2-3 0,4 0-11 16,-1-1 10-16,2 2 6 0,-1 0 4 15,1-1 0-15,0 0-14 0,-2 0-45 0,4 1-119 16,-4-3-174-16,1 0-68 0,1 0 15 0,-2 1 81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56:42.6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5102 10221 150 0,'1'9'346'15,"1"-3"140"-15,-1 0 76 0,3-2-220 0,-1-1-141 16,0-1-74-16,2 2-18 0,1-1 6 16,3-2 44-16,-1 2 68 0,2-1 56 0,4 0 45 15,-1-2 31-15,4 2 10 0,1-2-21 16,2 0-46-16,2-2-46 0,-1 0-54 0,4 0-49 15,0-1-40-15,2-1-24 0,0 0-26 0,1 2-22 16,1-5-11-16,-1-1-8 0,2 0-2 16,-2 0-1-16,2-3-1 0,1-1 0 0,1-3-2 15,1-2-1-15,0 0-6 0,0-4-5 0,-1-3 0 16,1-1-4-16,0 0 0 0,-1-2-1 16,-2-4 3-16,0 0 2 0,0 0 0 0,0-1 4 15,-3 0 17-15,1-3 10 0,-2 2 3 16,1-3 2-16,-2 2 11 0,2-2 19 0,-2 0 14 15,2-2 11-15,-3 1 8 0,1-4 3 0,0 1-3 16,-1 1-17-16,1-2-25 0,-4-1-17 16,3 0-10-16,-4 0-9 0,1-3-1 0,1 0-2 15,-2-2 0-15,2 0-1 0,-4-2 2 0,2-1-2 16,-2-3-3-16,1 1-3 0,0-1-2 16,-2-1-1-16,0 0-2 0,0 1-3 0,0-3-1 15,-3 0 0-15,3-1 1 0,-2-1 2 16,0-1 1-16,0-1 1 0,0 0 1 0,-2-1-1 15,3 1-1-15,-2-3-5 0,0 1-2 0,-1-3-4 16,0 2-2-16,1-1-1 0,-3 1 3 0,3-1 2 16,-1-1 3-16,3 0 3 0,-4 2 2 15,1 1-2-15,1-1-3 0,1-2 0 0,0 2-2 16,-2-2-1-16,4 3-1 0,-2-1 0 16,0 1 1-16,1-1 2 0,0 0 1 0,0 0 2 15,1 0 0-15,2 0-1 0,-3 1-1 0,3-1-1 16,-1 1-1-16,0 0-1 0,0 2 1 0,2 0 0 15,-1 2 2-15,0-1-1 0,2 1 1 16,-1 2 3-16,-2-2-2 0,2 2 0 0,2 1-1 16,-2 1 1-16,0 0-2 0,2 1-3 15,-1 1-2-15,-1 1 1 0,2 1 0 0,1 1-2 16,-1 0 4-16,1 0 1 0,1 4 1 0,-2-1 1 16,2-1 1-16,0 3 0 0,-1 0-1 0,1 0 0 15,0 1 0-15,1 0-1 0,0 4-3 16,0-3 1-16,2 3-2 0,-1-1-2 0,1 3-2 15,1-1 1-15,1 3 0 0,-1-2-1 16,2 3 2-16,0 0 2 0,0 2 1 0,-1 0 0 16,1 4 0-16,1 0 2 0,-1-2 0 0,0 5 0 15,2-1 2-15,1 1 1 0,-1 1 2 0,1 2-1 16,2 0 1-16,-2 2 0 0,2 0-1 16,-2 2 0-16,2 1-1 0,-2 1 0 0,0 1 2 15,0 2-3-15,1 1 1 0,0-2 0 16,0 3 0-16,-1 1 0 0,0 1-1 0,2 0 0 15,-2 3 3-15,0 1 2 0,0 1 4 0,-1 2 0 16,-2 2 2-16,2 0 3 0,-1 2-2 16,-1 3 1-16,0-1-3 0,-1 3 2 0,1 3-1 15,-3 0 0-15,3 2-1 0,-3 2-1 16,3 1 0-16,-3 1-1 0,-1 2-1 0,1 0 0 16,0 2-2-16,-2 1 1 0,1 1-1 0,-2 1 0 15,-1 0 1-15,1 1 0 0,-2 2 1 0,0-1-1 16,0 3 1-16,0 0 0 0,-2 1 1 15,0 2-1-15,2 1-1 0,-3 0 0 0,0 4-2 16,0-3 0-16,0 5-2 0,1-1-1 16,-3 3 2-16,1 0-2 0,-2 1 0 0,2-1 0 15,-2 4-1-15,2-2 0 0,-2 1-1 0,0 1 0 16,1-1 1-16,-1 2 1 0,0 0 1 16,-2 2 1-16,2 1-1 0,0 1-1 0,1 1 0 15,-2 1-1-15,0 1-2 0,0 1 0 0,0 1-2 16,0-2-1-16,0 0 1 0,0 1 0 0,0-1 1 15,-2 1 1-15,3 0 2 0,-3-1 0 16,-1 2 0-16,4 0 0 0,-5 0-2 0,3 1 1 16,-1 0-2-16,1-1 0 0,-3 0-2 15,2-3 0-15,-1 4-1 0,1-4 0 0,0 1 2 16,-2 0 0-16,2-3 1 0,-1 0 1 0,1 1 2 16,-1 1-2-16,1-2 0 0,-2-1-1 15,2 2-1-15,-2-1 0 0,3-2-1 0,-3 0 0 16,2-1-1-16,-1-2 0 0,-2 0-1 15,3-2 1-15,-1 1 1 0,1-3 0 0,-1-1 1 16,1 2 1-16,0-2 1 0,-2-2-1 0,2 2 1 16,-1-1-1-16,-1-2 0 0,1 1-1 15,0-1 0-15,-1 0 1 0,2 0-1 0,-2 0 1 16,0 0 0-16,1-1-1 0,-2-1 1 16,3 0-1-16,-1 1-1 0,0 0 1 0,1-2-2 15,-1 1 2-15,-1 1 0 0,3-1 1 0,0-2 1 16,0 1 0-16,1-2 2 0,0 2-2 0,-2-1 1 15,4-1-1-15,-2 1 0 0,2-1-1 16,1-1 0-16,-1 2 0 0,-1-2 0 0,4 0 0 16,-1-2 0-16,0 2-1 0,0-1 0 15,2-2 0-15,-2-2-1 0,1 1 0 0,1-2-1 16,-2 0 0-16,1 0 0 0,0-3 0 0,0-1 1 16,2 2 0-16,2-3-2 0,-2-1 1 15,2 3 0-15,1-6 0 0,0 2 0 0,2-2 1 16,-1 0-1-16,1-2 1 0,1-2 2 0,2-1-1 15,0-2 0-15,2-1 1 0,1-4 0 16,2 0 1-16,2-4 0 0,0-2-1 0,2-3-1 16,1-1 2-16,2-4-1 0,0-3 0 0,-1-1 0 15,1 0-2-15,0-3-1 0,0 0-8 0,-4 1-20 16,-1 0-43-16,-3 1-85 0,-4 1-163 16,-4 2-270-16,-1 2-327 0,-4 4-401 15,-3 1-404-15,1 3 35 0,-4 3 782 0</inkml:trace>
  <inkml:trace contextRef="#ctx0" brushRef="#br0" timeOffset="4469.57">13941 5197 107 0,'-3'-5'367'0,"-1"3"210"16,-1 0 213-16,0-1-40 0,2 3-141 15,-2 0-69-15,0 3-59 0,1 3-53 0,-1 3-80 16,1 5-76-16,-3 3-40 0,2 6 13 0,0 6 4 16,1 5-5-16,-1 5-4 0,1 5-15 0,-1 4-29 15,1 3-54-15,3-2-39 0,1-1-28 16,1-3-21-16,4-4-13 0,2-5-10 0,3-4-7 16,3-7-5-16,1-5-3 0,2-7-1 15,3-2-2-15,0-9-3 0,3-6-1 0,2-7-2 16,1-7-2-16,-1-6-1 0,2-4-1 0,-3-5 0 15,1-3-1-15,-2-2 0 0,-3-1 3 16,0 2 4-16,-5-2 7 0,0 3 6 0,-6 2 6 16,-3-2 4-16,-2 5-1 0,-6 2-3 15,-2 0-4-15,-3 2-3 0,-3 3-4 0,-3 1-2 16,-2 4-3-16,0 1 1 0,-2 4 0 0,0 3-1 16,-1 6 0-16,0 2-2 0,0 3-3 0,2 3-1 15,1 2-1-15,0 5-2 0,2 3-2 16,0 2 0-16,3 0-1 0,3 5-1 0,-2-1-1 15,6 1 0-15,2-1 0 0,2 2-1 16,2 0 0-16,2 0-9 0,2 2-13 0,4-3-20 16,-2 2-53-16,4 0-77 0,-2-3-120 0,1 1-171 15,3 0-298-15,-1-3-338 0,3 0-296 0,0 0-144 16,1-2 332-16,-3-2 622 0</inkml:trace>
  <inkml:trace contextRef="#ctx0" brushRef="#br0" timeOffset="4693.74">14484 5689 549 0,'-1'3'1063'0,"-3"0"245"0,1 0-10 0,-2 2-255 16,2-2-392-16,1-2-216 0,-1 2-116 0,2-2-73 15,-1 1-82-15,2 0-74 0,-3-1-42 16,3-1-28-16,0 0-12 0,0 0-8 0,3 0-18 15,-1-1-42-15,1-1-61 0,0-1-57 16,3 0-119-16,1-1-179 0,-1-1-301 0,3-1-272 16,0 0-214-16,0 0-122 0,3-1 334 0,1-1 540 15</inkml:trace>
  <inkml:trace contextRef="#ctx0" brushRef="#br0" timeOffset="5451.52">14784 5115 152 0,'5'-2'365'0,"2"-1"193"0,0-1 202 16,4-2-96-16,-1-3-65 0,4 0-38 16,2 0-29-16,1 0-65 0,-1-2-83 0,3 0-92 15,1 3-70-15,-2-1-33 0,3 2-6 16,-4 2 11-16,2 2 0 0,0 0-5 0,-5 3-14 15,2 0-25-15,-5 4-31 0,0 2-29 0,-3 2-22 16,-5 2-13-16,0 3-11 0,-4 4-10 16,-3 0-11-16,-5 4-8 0,1-1-4 0,0 4-3 15,-3-3-6-15,0 3 2 0,0-1-1 16,3 0-1-16,-1-4-2 0,2 1 1 0,1-2-1 16,4-2-4-16,1-2 1 0,1-1 0 0,3-3-2 15,0 1 2-15,5-3-2 0,0-2 3 0,1-1-2 16,4-1 1-16,0-1 3 0,1-2-1 15,3 2 0-15,-1-1 1 0,3 0 0 0,-3 2 0 16,1-1-1-16,-1 1 3 0,0 1 2 16,-5 1-1-16,2 1 1 0,-7 2 0 0,0 0 1 15,-4 2 1-15,-4 1 1 0,-2 0 0 0,-3 3-3 16,-5-1 2-16,-1 4-1 0,-4-2-3 16,-1 2-1-16,-1 1 1 0,-3 1-1 0,1-2-1 15,-2 1 0-15,-1-1 0 0,2-1 0 16,1 0-1-16,1-4 0 0,2-1-1 0,3-4-4 15,2-2-10-15,-1-1-25 0,4-5-57 0,1-1-57 16,1-4-63-16,3-2-111 0,5-2-154 0,0-2-205 16,2-2-237-16,3 1-214 0,4-2-149 15,1 0 198-15,-1 1 451 0</inkml:trace>
  <inkml:trace contextRef="#ctx0" brushRef="#br0" timeOffset="6961.55">15931 4770 91 0,'9'10'349'0,"-3"2"181"0,2 0 151 16,0 1-57-16,2 4-188 0,-1-4-69 0,1-1-17 15,1-1-5-15,0-2-10 0,0-2-16 16,3-1-28-16,-3-1-42 0,3-4-43 0,-2-3-35 16,-3-3-30-16,4-2-32 0,-5-2-31 15,1-5-20-15,0 0-13 0,-4-4-7 0,2 2 8 16,-6-4 23-16,2 5 36 0,-3-4 40 0,-1 2 23 16,-2 4 4-16,-2-2-10 0,-2 5-23 15,-2-1-29-15,1 2-38 0,-1 3-26 0,-4 4-15 16,4-1-9-16,-3 6-7 0,2 3-7 15,-2 2-3-15,3 5 0 0,0 1-3 0,0 4-3 16,1 4-6-16,4-1-22 0,-1 1-54 0,2 1-55 16,3 2-87-16,2 0-150 0,2-1-245 0,1 1-297 15,1-2-239-15,4-1-204 0,1 1 108 16,0-3 513-16</inkml:trace>
  <inkml:trace contextRef="#ctx0" brushRef="#br0" timeOffset="13621.64">17985 9753 266 0,'-5'-4'556'0,"-2"-2"279"0,-3 0 187 16,-5 1-217-16,0 3-182 0,-6 1-137 16,-5 1-92-16,-2 3-81 0,-5 2-63 0,-5 3-31 15,-3 3-4-15,-2 2-2 0,-3 4-6 0,0-2-17 16,-1 6-27-16,1-3-30 0,0-1-38 0,4 2-24 16,0-2-16-16,5-1-10 0,3-1-7 0,6-3-7 15,6 1-9-15,3-5-6 0,4-1-5 16,6-1-5-16,4 0-3 0,7-1-4 15,4-2 2-15,5-2-1 0,5-1 0 0,6 0 2 0,5-1 0 16,3-2 2-16,5-2 0 0,1 3 0 16,4-3 1-16,4 0 0 0,-3 0-1 0,3 3-1 15,-4 0 0-15,0 1-2 0,-6 1 1 16,-2 1-1-16,-3 2 1 0,-6 1 2 0,-3 4 4 16,-5 1 5-16,-3 3 5 0,-5 0 2 15,-6 4 1-15,-4 2 0 0,-6 2-4 0,-2 4-3 16,-5 2-4-16,-6 2-3 0,-2 4-2 0,-3 1-3 15,0 1-2-15,-1 2 0 0,1-1-1 16,1-1 0-16,1-1 0 0,3-4 0 0,3-1 0 16,0-4-2-16,8-3-2 0,0-6-5 15,5-3-11-15,4-3-20 0,2-3-47 0,3-4-63 16,2-4-58-16,6-4-88 0,0-4-140 0,4-3-170 16,2-6-261-16,3-2-206 0,1-2-194 15,4-5 50-15,1-3 413 0</inkml:trace>
  <inkml:trace contextRef="#ctx0" brushRef="#br0" timeOffset="13837.57">18139 9835 14 0,'10'-4'500'0,"2"1"442"16,-7 3 232-16,-1 3-33 0,-3 1-315 16,1 4-263-16,-1 2-119 0,1 4-71 0,0 1-45 15,-1 4-45-15,-1 2-40 0,0 6-65 0,0 0-66 16,0 3-40-16,0 3-24 0,-1 2-18 0,1 3-10 15,-4-1-8-15,4-2-8 0,0 3-2 16,0-3-6-16,4-1-24 0,-4-1-63 0,1-7-64 16,2-1-103-16,-3-4-163 0,2-1-243 15,1-5-312-15,-2-3-238 0,-1-5-166 0,0-2 175 16,-1-7 516-16</inkml:trace>
  <inkml:trace contextRef="#ctx0" brushRef="#br0" timeOffset="14032.44">18211 9763 182 0,'-7'-30'786'0,"-2"9"417"16,-4 2 83-16,2 4-98 0,0 3-399 0,0 3-295 15,3 3-156-15,0 4-80 0,2-3-62 16,1 5-68-16,2 5-62 0,2-3-35 0,1 4-18 16,1 3-11-16,2-1-29 0,5 1-52 15,0 2-50-15,2 0-50 0,2-3-94 0,-1 3-148 16,6-3-166-16,-2 3-241 0,4-4-224 0,-3 1-178 15,2 0 109-15,-2-2 402 0</inkml:trace>
  <inkml:trace contextRef="#ctx0" brushRef="#br0" timeOffset="14445.56">18712 9670 311 0,'8'-4'756'0,"0"0"297"0,-2-3 77 0,-1 3-241 15,1 2-296-15,-3-3-219 0,0 3-109 16,2 2-12-16,-2 0 0 0,2 2-1 0,-2 3-14 16,2-3-14-16,-1 5-22 0,-2 1-41 0,3 0-43 15,-2 0-37-15,-1 1-20 0,1 1-11 16,0 1-10-16,0 1-6 0,3-1-7 0,-1 3-6 16,2-3-3-16,-1 1-6 0,2 0-3 15,1-2-1-15,-1 0-2 0,2-2-1 0,1 4-1 16,-2-4 0-16,3 1-1 0,-3-1 0 0,0 2 0 15,-2 0 0-15,-2 3 3 0,-2 0 1 16,-2 2 1-16,-1 3 1 0,-4 3-1 0,-1 4 2 16,-2 0 2-16,-1 2 5 0,-2 3 3 15,-2 1 5-15,3 0 2 0,-4 1 2 0,4 0-3 16,1-2-4-16,-2 0-3 0,2-2-6 0,5-4-5 16,0-1-3-16,1-3-3 0,4-1-3 0,1-4-2 15,4-2 1-15,-1-1-2 0,5-1 1 16,-2-4-6-16,4-1-8 0,1-1-14 15,-1-2-29-15,3-2-47 0,-2 1-69 0,2-4-66 16,-2-1-107-16,3-3-155 0,-1-2-174 0,2-5-262 16,0 0-211-16,-2-4-158 0,3-3 160 0,-3-5 443 15</inkml:trace>
  <inkml:trace contextRef="#ctx0" brushRef="#br0" timeOffset="14707.65">18991 9569 329 0,'-7'2'818'0,"2"1"341"0,0-3 19 16,2-3-269-16,2 1-354 0,1 0-224 0,4-2-137 16,1-2-78-16,6 0-33 0,0 1-8 15,4-3 1-15,2 1 2 0,2 1-3 0,0-1-2 16,4-1-10-16,1 2-12 0,1-2-14 15,-1 0-12-15,3 2-7 0,-2 0-2 0,2 4-3 16,-2-1-8-16,1 4-26 0,-4 2-31 0,0 3-70 16,0 1-140-16,-6 4-187 0,1 0-298 0,-2 1-266 15,-3-1-230-15,-1 3 20 0,-1-2 423 16</inkml:trace>
  <inkml:trace contextRef="#ctx0" brushRef="#br0" timeOffset="15235.57">19877 9871 160 0,'21'0'644'0,"-1"0"389"0,-1-2 150 0,7-2-80 15,4-2-455-15,5-3-227 0,4-1-104 0,5-4-82 16,1 0-55-16,2 1-48 0,-3-4-33 16,0 4-29-16,-2 0-35 0,-6 2-18 0,-3 3-17 15,2 1-38-15,-10 1-34 0,-1 3-78 0,-4 1-145 16,-5 2-182-16,-5 2-298 0,-5 1-245 16,-5 3-214-16,-5 1 68 0,-7 1 429 0</inkml:trace>
  <inkml:trace contextRef="#ctx0" brushRef="#br0" timeOffset="15392.55">20032 10094 330 0,'5'18'633'15,"-2"-6"216"-15,5-2 71 0,3-4-243 0,6-2-313 16,5-4-149-16,7-3-75 0,0-3-41 16,7-1-38-16,3-2-29 0,1-2-73 0,2-1-124 15,0 0-191-15,0 0-265 0,-2 0-195 16,-2 3-103-16,-3-1 133 0,-5 2 307 0</inkml:trace>
  <inkml:trace contextRef="#ctx0" brushRef="#br0" timeOffset="18491.68">22239 8851 49 0,'4'-6'478'0,"-3"-4"399"0,-1-1 261 15,3-4 12-15,2-6-378 0,3-1-187 0,3-7-89 16,6-5-80-16,2-6-74 0,7-4-59 0,0-3-37 15,4-3-59-15,2-2-64 0,-2-2-35 0,3 1-14 16,-3 3-11-16,-3 0-9 0,-2 5-4 16,-4 5 0-16,-3 4 2 0,-4 7 3 0,-2 5 0 15,-5 7-2-15,-2 1-5 0,-4 7-8 16,-4 5-9-16,-2 4-11 0,-1 6-8 0,-7 6-5 16,2 3-4-16,1 6-2 0,-2 3-2 0,2 2 1 15,2 3-3-15,-1 2 1 0,1 5-1 16,3-1 1-16,1 3 1 0,0-1 1 0,1 3 1 15,2-2 1-15,-1 1 1 0,-1 2-1 16,3-2-1-16,3-2-1 0,-1 0-1 0,-1-4 0 16,2-1-6-16,1-2-7 0,-1-5-15 0,2 1-18 15,0-5-30-15,-2-3-73 0,3-1-75 0,-3-5-117 16,0-5-170-16,0-2-300 0,0-5-320 16,2-5-214-16,0-5-109 0,3-4 337 15,-4-6 569-15</inkml:trace>
  <inkml:trace contextRef="#ctx0" brushRef="#br0" timeOffset="18981.57">22815 8263 9 0,'5'-9'372'0,"-4"2"320"16,2 1 278-16,-1 0 92 0,0 0-330 0,-1 3-198 16,1-1-133-16,1 4-91 0,3 0-64 0,0 0-18 15,1 4 32-15,1 5 3 0,3 1-12 16,-3 3-16-16,1 3-25 0,-1 3-39 0,3 4-50 15,-1 1-39-15,-2 4-18 0,1 3-11 16,0-2-7-16,0 5-8 0,0-2-6 0,-1 0-6 16,0 4-8-16,-2-2-7 0,2 1-5 0,-4-3-1 15,0 2-1-15,-3-3-2 0,-1-1 1 0,-1-3 1 16,-3-3 0-16,0-3-2 0,-4-2 0 16,2-5 0-16,-2-2-2 0,0-3 1 0,-5-5-1 15,4-4 0-15,-5-1 0 0,2-5-1 16,0-4 0-16,-1-3-1 0,2-4-1 0,1-6 1 15,0-4-1-15,3-2 0 0,6-5-1 0,-1-3 1 16,5-3 0-16,2 1 0 0,5-4 3 16,2 0 1-16,1-1 1 0,4 0 1 0,-1 1-3 15,4-1 2-15,-1 3-3 0,1 2-1 0,0 1 0 16,-1 5 0-16,-5 3 2 0,-1 3 1 16,-1 6 5-16,-4 3 10 0,-3 3 7 0,0 5 0 15,-3 3 2-15,-2 1 0 0,-5 6-5 0,-2 2-9 16,-1 6-4-16,-4 2-3 0,-1 4-1 15,-1 5-1-15,-3 3-1 0,-1 3-2 0,1 3-1 16,0 0 0-16,0 3-2 0,4 0-1 16,1-2-9-16,4-2-15 0,2-4-49 0,6 1-72 15,3-5-82-15,0-4-140 0,5-2-182 0,4-3-300 16,0-3-274-16,4-4-198 0,3-3-35 16,-2-3 394-16,4-5 491 0</inkml:trace>
  <inkml:trace contextRef="#ctx0" brushRef="#br0" timeOffset="19300.08">23305 8305 224 0,'6'15'592'0,"-1"2"310"16,-2 3 195-16,-1 5-187 0,0 3-232 0,-2 4-169 15,0 2-106-15,0 2-19 0,1 3-50 0,2 1-52 16,0-2-44-16,0 0-40 0,2-5-44 16,1-2-59-16,3-5-45 0,1-5-24 0,5-6-14 15,-1-5-7-15,3-6 1 0,0-4-2 0,1-6 0 16,3-4 1-16,-1-5-2 0,-1-6-1 15,2-2-1-15,-2-3 1 0,0-6 2 0,-4 2 4 16,-2-2 8-16,-2-2 5 0,-3 1 6 16,-3-1 3-16,-5-1 1 0,-4 1-3 0,0 0-6 15,-5 2-2-15,-3 5-6 0,-2 2-4 0,0 2-1 16,-3 4-1-16,-1 5-2 0,-1 3-3 16,0 7-3-16,0 4-1 0,2 4-1 0,-1 5-2 15,3 3 0-15,2 3-2 0,2 2-10 0,0 2-30 16,5 1-65-16,1 0-66 0,0 2-123 15,3 0-175-15,2 2-298 0,3 1-305 0,2-2-219 16,3 1-119-16,0-1 342 0,6-2 546 16</inkml:trace>
  <inkml:trace contextRef="#ctx0" brushRef="#br0" timeOffset="19487.77">24146 8496 541 0,'8'1'1453'0,"-8"1"239"0,-1-1-281 0,-6 0-329 16,-1 1-489-16,-3 0-289 0,2-1-138 16,1-1-70-16,0 0-41 0,-1 0-28 0,2 0-29 15,2 0-50-15,2 0-82 0,-2-3-104 16,4 0-171-16,1 0-282 0,0 0-329 0,1-1-314 16,4-1-153-16,0-1 228 0,1 1 605 0</inkml:trace>
  <inkml:trace contextRef="#ctx0" brushRef="#br0" timeOffset="20371.62">24848 7772 74 0,'2'-3'373'0,"-2"1"233"0,0 2 251 0,1 2 49 15,2 3-168-15,2 3-135 0,2 3-91 16,2 2-10-16,0 3-33 0,3 5-75 0,2 2-68 15,-1 4-41-15,0 2-38 0,2 2-56 0,-1 2-54 16,-1 3-32-16,0 1-22 0,1 3-16 16,-2-1-13-16,2 4-12 0,-2-2-10 0,0 0-7 15,-1 0-6-15,1-1-6 0,-2-1-4 0,-2-1-2 16,0-2-1-16,0-2-3 0,0-1 0 16,-3-7 0-16,-2-2 0 0,-1-4 0 0,-1-1 0 15,-1-4-1-15,0-5-1 0,-1-1 0 16,-3-5-1-16,-1-2-1 0,2-4 0 0,-3-3-1 15,2-4 0-15,-1-3 0 0,0-3-1 0,-2-3 0 16,3-3 0-16,-1 0 1 0,1-3-1 0,0 1 1 16,1 1 2-16,1-1-1 0,-1 3 1 15,2 3 0-15,-1 0 1 0,0 2 1 0,-1 2-1 16,3 4 1-16,-1-1 1 0,-1 4-1 16,-1 1-1-16,2 3-1 0,-4 4-1 0,0 1 0 15,0 5-2-15,-3 2 1 0,1 3 1 0,-1 2 1 16,0 3 1-16,-2 1 2 0,-1 6 0 0,0 0 1 15,0 2-1-15,-5 5 0 0,2 1-1 16,-2 0-1-16,2 3 0 0,-4 0 0 0,1-2 0 16,3 2-1-16,-2-4-2 0,5-1-2 0,1-2-11 15,0-4-17-15,2-3-36 0,0-3-74 16,3-2-77-16,-3-6-144 0,0-2-208 0,0-3-309 16,2-1-321-16,-7-4-197 0,4 0-47 0,-6-2 492 15,-2 0 552-15</inkml:trace>
  <inkml:trace contextRef="#ctx0" brushRef="#br0" timeOffset="20857.53">22421 9349 373 0,'0'6'871'16,"-1"1"274"-16,2-3-21 0,4 0-223 0,6 0-398 15,3-2-199-15,8 0-50 0,8-1 17 16,10-1 11-16,9 0-5 0,6-1-22 0,9-2-27 16,10-3-45-16,3 0-49 0,9-2-25 0,2 2-19 15,9-5-12-15,2 3-6 0,10-1-6 0,3-2-6 16,4 1-11-16,4-1-5 0,4-2-5 16,2 4-5-16,5-3-7 0,0 0-6 0,2 0-4 15,-1 0-3-15,-1 0-2 0,-3-1-4 16,-3 3-3-16,-2 1 0 0,-5 0 0 0,-3 0-2 15,-6 2-4-15,-7 0 1 0,-2 1-1 0,-5-2 1 16,-8 0 0-16,-2 0 0 0,-3 1 0 16,-6-3-7-16,-3 1-13 0,-7-2-17 0,-6 3-25 15,-9-3-70-15,-4 3-80 0,-12-3-146 16,-5 4-232-16,-8 1-308 0,-9 2-358 0,-6 1-239 16,-7 1-23-16,-7 1 579 0</inkml:trace>
  <inkml:trace contextRef="#ctx0" brushRef="#br0" timeOffset="21683.55">23406 9841 50 0,'5'-6'515'0,"-2"2"437"0,0-1 237 16,2 3-50-16,-4-2-364 0,2 4-171 16,1 4-118-16,1 1-96 0,-1 4-64 0,0 4-42 0,-1 5-48 15,-2 4-76-15,1 3-60 0,-4 3-31 16,1 6-22-16,-2 1-16 0,-1 5-10 0,0 1-8 16,-3 3-3-16,1 0-5 0,-2 0-2 15,2 2-2-15,-1-3-1 0,2-1-2 0,1-3-4 16,-2-1-12-16,4-5-33 0,1-3-72 15,1-5-71-15,0-5-130 0,0-5-183 0,1-4-311 16,2-5-303-16,3-6-202 0,-3-6-75 0,4-6 393 16,-1-8 530-16</inkml:trace>
  <inkml:trace contextRef="#ctx0" brushRef="#br0" timeOffset="21885.54">23696 9895 54 0,'10'-11'562'0,"-3"6"438"0,-4 2 200 15,-1 7-67-15,-4 0-370 0,0 7-283 0,-1 1-134 16,3 3-53-16,-1 3-43 0,1 4-36 16,-4 1-24-16,3 1-41 0,-1 4-50 0,1 1-42 15,-4 4-25-15,4-1-13 0,-3 4-10 0,1 0-5 16,0-1-6-16,0 2-28 0,1-1-54 0,1-4-50 16,-3-1-113-16,4-6-163 0,-1 0-255 15,-1-8-284-15,1-2-231 0,-4-3-158 0,0-4 253 16,1-8 500-16</inkml:trace>
  <inkml:trace contextRef="#ctx0" brushRef="#br0" timeOffset="22127.65">23375 9769 108 0,'8'0'618'0,"1"2"387"0,-1-1 160 15,0 1-55-15,6-1-397 0,-1 0-235 0,5-1-84 16,5 0-45-16,2-1-54 0,2 0-49 0,3-4-40 16,2 1-61-16,1-1-60 0,0-1-37 15,0 2-20-15,-1-2-9 0,0 1-6 0,-1 1-6 16,-1 1-40-16,-3 1-68 0,-2 2-109 16,-1 3-184-16,-3 1-292 0,-3 4-331 0,0 3-307 15,-5 1-147-15,-4 2 300 0,3 3 619 16</inkml:trace>
  <inkml:trace contextRef="#ctx0" brushRef="#br0" timeOffset="22308.82">24181 10101 128 0,'-2'18'796'15,"1"-6"516"-15,-1-2 48 0,-1-2-213 0,1-4-414 16,1-1-353-16,1-4-190 0,1-1-121 0,3-2-82 15,0-1-101-15,1-1-173 0,0 2-264 16,1-2-290-16,0 2-268 0,-1-2-191 0,2 0 158 16,-3 1 523-16</inkml:trace>
  <inkml:trace contextRef="#ctx0" brushRef="#br0" timeOffset="23031.59">24986 9847 274 0,'3'-4'588'0,"-1"-1"289"0,0 2 163 16,0 1-230-16,0 2-181 0,1 2-133 0,-2 4-78 15,3 3-8-15,0 3-47 0,0 2-54 0,0 5-38 16,0 2-37-16,-3 5-43 0,2 1-62 16,-1 3-40-16,-2 3-24 0,0 1-20 0,-2-1-12 15,-1 3-11-15,2-2-8 0,-1 1-5 16,0-3-3-16,2-2-4 0,0-5-2 0,0-1 1 0,0-5-2 16,0 0-9-16,2-6-19 0,-4-3-55 15,2-2-65-15,-3-5-84 0,2-3-143 0,-4-6-183 16,2-1-287-16,-4-4-253 0,0-3-195 0,0-4 0 15,-2-7 404-15,-3 0 468 0</inkml:trace>
  <inkml:trace contextRef="#ctx0" brushRef="#br0" timeOffset="23323.61">24751 9501 152 0,'4'9'496'0,"-3"1"306"0,3 3 236 0,2 4-54 16,2 2-295-16,3 5-171 0,2-1-54 0,2 4-28 16,1 4-62-16,3-2-65 0,-1 0-45 15,0-1-42-15,3 0-52 0,-2-4-56 0,2-1-37 16,0-3-23-16,0-4-11 0,3-4-7 0,1-2-5 16,-1-8-4-16,1-2-4 0,-1-2-4 15,1-8-4-15,-1-2-5 0,0-4-2 0,-2-4-4 16,2-3-1-16,-2-1-1 0,-5-2 1 0,4-1-2 15,-3-1-2-15,-1 2-11 0,-5-4-44 0,-2 5-73 16,-2-1-118-16,-5 0-181 0,-2 3-301 16,-2 1-338-16,-1 5-314 0,-1 1-147 15,-3 2 345-15,1 4 630 0</inkml:trace>
  <inkml:trace contextRef="#ctx0" brushRef="#br0" timeOffset="28117.51">24728 10594 113 0,'5'-3'321'0,"-4"0"160"0,1 2 143 0,-2-1-143 16,0 1-139-16,-2 2-71 0,1 1-35 16,-2 1-33-16,1 3-34 0,-1-1-24 0,-1 5-18 15,0 3-9-15,-1-3-9 0,2 5 4 0,0-2 3 16,1 1 0-16,1 2-2 0,-1-2-9 15,2 0-3-15,2 0-3 0,-1-2 0 0,3 1 0 16,0-1-1-16,5-1-1 0,-2-2 1 16,1 1-7-16,3-2-7 0,0-1-5 0,2 1-8 15,2-2-3-15,0-2-8 0,4 1-5 16,-2 0-4-16,4 0-6 0,1-3-6 0,3 3-3 16,2-3-3-16,-2-1-7 0,5 2-4 0,2-3 7 15,4 0 15-15,0 0 1 0,6 0 6 16,-3-4 1-16,5-3-3 0,-2 2-12 0,-3-4-15 15,0 2-9-15,0-4-2 0,-6 1-8 16,-2 0 10-16,-2-2 35 0,-2-1 24 0,-4 3 24 16,-2-3 9-16,-4 2 14 0,-1 0 1 0,-2 1-20 15,-6 0-18-15,0 2-12 0,-3-1-7 16,0 1-9-16,-2 2-9 0,-3-1-7 0,-2 1-8 16,1 1-6-16,-1 1-3 0,-2-1-5 15,2 1-5-15,-1 0-3 0,1 0-2 0,-1-2-1 16,1-1-5-16,-1 0 2 0,2-1 0 0,1-3 0 15,-4-1 0-15,4 0-1 0,-1-2 1 0,-1-4-1 16,1 2 0-16,-3-3 1 0,0 1-1 16,1-2-1-16,0 0 2 0,-1 4-1 0,0 1-12 15,0 2-37-15,-1 5-67 0,1 1-68 16,-4 3-133-16,3 8-190 0,-1 3-310 0,-1 6-293 16,-2 1-208-16,3 4-72 0,-2 1 408 0,-2 5 528 15</inkml:trace>
  <inkml:trace contextRef="#ctx0" brushRef="#br0" timeOffset="40249.19">13848 6211 198 0,'16'2'408'0,"3"-1"155"0,0-1 121 16,5 0-173-16,4 0-134 0,9-1-19 15,7-1 14-15,5-2 30 0,11-2-11 0,5-1-49 16,9-1-46-16,2-1-68 0,6-2-58 0,7 2-37 15,4-1-37-15,7 1-21 0,1 1-21 16,8-3-11-16,0 1-11 0,7-1-24 0,1-1-1 16,1 1 0-16,2-4 0 0,2 2-5 0,3-3 3 15,0 1 2-15,0-1-5 0,-2 1-1 16,0 2-9-16,-3 0-30 0,1-4-105 0,-6 6-153 16,-3-2-289-16,-1 2-272 0,-7 1-261 0,-4-1-126 15,-5 3 288-15,-5 1 475 0</inkml:trace>
  <inkml:trace contextRef="#ctx0" brushRef="#br0" timeOffset="43617.57">27994 8706 53 0,'2'4'317'0,"0"1"169"0,-1-1 135 0,1 1-21 16,3-1-264-16,1 2-142 0,2 1-62 0,1-2-27 15,4 0-12-15,0 1-18 0,3-3-11 16,1 1-10-16,0 0-16 0,1-2-11 0,0-2-11 16,2 2-7-16,-3-2-4 0,-1-2-5 15,1 2 0-15,-1-1 0 0,-3 0-4 0,-2-1-8 16,-1-1-35-16,-3 2-68 0,-2-1-117 0,-5 2-254 16,-3 0-143-16,-2 0-36 0,-8 2 107 15,1-1 189-15</inkml:trace>
  <inkml:trace contextRef="#ctx0" brushRef="#br0" timeOffset="43778.57">27952 8967 25 0,'8'9'193'16,"1"-2"81"-16,4 1 75 0,-1-4-133 0,6 0-95 15,-1-3-51-15,4 0-33 0,2-2-12 0,0 0-21 16,2-3-83-16,-1 2-161 0,1-2-63 15,-4 2 9-15,-1-3 45 0</inkml:trace>
  <inkml:trace contextRef="#ctx0" brushRef="#br0" timeOffset="44447.59">29444 8956 230 0,'8'-9'429'0,"3"-1"190"15,-1-3 160-15,3-4-204 0,2-4-97 16,4-3-43-16,4-5-28 0,2-1-40 0,3-3-56 16,2-3-67-16,2-3-61 0,-1 0-42 15,3 1-33-15,-4-2-19 0,0 3-14 0,-3 1-11 16,-4 3-8-16,-2 3-13 0,-2 4-1 0,-5 5-12 15,0 5-2-15,-4 0-1 0,-1 6-1 16,-4 1 5-16,0 5 0 0,-2 1 3 0,-2 4 9 16,-1 5 6-16,0 3 11 0,-1 5 8 0,-1 1 4 15,1 4 5-15,-3 2-7 0,1 4-4 16,0 2-10-16,-1 0-4 0,-1 5 9 0,0 1 3 16,0 2 2-16,0 1-4 0,1-2-2 0,-2 2-10 15,-1-2-18-15,2-1-14 0,1-4-9 16,0-2-4-16,3-3-5 0,1-2-4 0,0-2-14 15,1-3-45-15,3-2-51 0,0-3-48 16,1-6-84-16,2-2-137 0,-1-5-154 0,0-4-193 16,2-2-238-16,2-2-206 0,0-5 12 0,-2-1 325 15,2-3 393-15</inkml:trace>
  <inkml:trace contextRef="#ctx0" brushRef="#br0" timeOffset="44765.6">30186 8638 117 0,'6'12'303'0,"0"4"144"0,-1 3 106 16,-2 2-142-16,-3 4-98 0,2 1-39 0,0 2 29 0,-1 0 3 16,1 0-13-16,-1-1-35 15,1-3-31-15,1-3-46 0,4-2-68 0,-1-2-48 16,2-4-6-16,0-1 25 0,4-4 23 0,1-3 20 16,0-5 8-16,2-5 2 0,3-3-10 0,1-4-15 15,-1-4-14-15,3-4-11 0,0-1-1 16,-2-3-2-16,-2-1 0 0,0-1-13 0,-5 2-12 15,-3-1-7-15,-1-1-8 0,-7 1-8 0,-1-1-11 16,-1 1-9-16,-7-1-7 0,0 4-6 0,-1-1-6 16,-5 2-5-16,1 2 3 0,-2 2-2 0,0 4 4 15,-1 4 0-15,-1 2 5 0,-1 3-1 0,2 4-3 16,1 4 0-16,0 0-8 0,1 7-24 16,3-1-57-16,0 3-94 0,2 1-115 0,1 0-136 15,1 5-243-15,4-1-255 0,1 1-134 0,4 0 100 16,3 0 292-16,0-2 314 0</inkml:trace>
  <inkml:trace contextRef="#ctx0" brushRef="#br0" timeOffset="45687.6">31019 8749 111 0,'7'2'332'0,"-1"1"149"0,-3-3 122 0,0-3-124 15,3 1-138-15,-1-4-41 0,3 0-1 16,1-3 17-16,3-1 13 0,-3-2-12 0,5 0-26 16,-2-2-37-16,1 1-30 0,-1-3-27 0,2 3-22 15,-5-1-19-15,1 0-18 0,-2 3-20 0,0-2-20 16,-2 2-19-16,-1 2-16 0,-2 1-4 15,0 3-1-15,-1 1 5 0,-1 0 3 0,-1 3 6 16,0 0-7-16,0 2-9 0,-1 0-14 0,-1 3-11 16,-1 1-13-16,0 4-11 0,-2 2-4 0,2 2-3 15,-2 4 1-15,1 1-1 0,-1 1 6 16,2 2-2-16,1 0 0 0,0 0 0 0,1 0 3 16,1-2-2-16,1 0-7 0,1-3 2 0,1-1 0 15,2-2-4-15,3-2-1 0,0-3-2 0,1-2 5 16,5-5 4-16,1-1 7 0,2-3 3 0,1-3-4 15,0-5 2-15,3-1 1 0,-4-1-7 0,4 0-4 16,-5-2-2-16,-1 1 3 0,-2 2 1 16,-2 0-1-16,-1 2 2 0,-4 2 6 0,1 1 4 15,-4 3 4-15,3-1 14 0,-3 2 1 0,-2 3 2 16,-1 0-5-16,0 0-4 0,0 3-4 0,-1 2-14 16,1 1 1-16,-2-1-5 0,1 1 0 15,-1 3-4-15,-1 0-1 0,3 1 0 0,-1 1-4 16,1 0 1-16,0-1-28 0,0 2-32 0,1-1-29 15,-1-1-54-15,3-1-98 0,-1-2-126 16,-2 0-125-16,3 4-235 0,-2-3-255 0,3 1-164 16,-1-1 90-16,-2-1 323 0,4-1 357 0</inkml:trace>
  <inkml:trace contextRef="#ctx0" brushRef="#br0" timeOffset="46345.6">31590 8892 49 0,'5'0'318'0,"-1"0"201"0,0-1 194 15,-1-3 19-15,2-2-148 0,1-1-92 0,2-4-57 16,1 1-36-16,4-4-49 0,-1-1-56 0,6-4-64 15,-1-1-49-15,2-2-45 0,0 0-28 0,3-3-23 16,0 2-15-16,-1-3-12 0,1 3-7 16,-1 3 2-16,-4 1 7 0,-1 5 11 0,-2 1 20 15,-3 4 29-15,-1 2 23 0,-5 1 7 0,-1 3-11 16,1 1-15-16,-4 4-26 0,-2 1-27 0,-2 4-23 16,0 4-19-16,-4 1-8 0,3 3-6 15,-3 0-3-15,1 1-3 0,-2 2-3 0,2-1-2 16,1 3 0-16,2-3-1 0,-1 1-2 0,1-2-1 15,2-3 1-15,1 4 0 0,0-7-3 0,3 0 2 16,0-2 2-16,4-1 2 0,-1-3 2 16,5 0 0-16,0-3 1 0,3-4 3 0,4-1-1 15,-2-4-1-15,4-1-3 0,2 0 1 0,0-2 1 16,1-2-3-16,-2 2-2 0,1-1-1 0,-1 2 2 16,-3 1-1-16,-2 0-2 0,-2 4 0 15,-3-1 0-15,0 1 1 0,-5 2-1 0,0 1 3 16,-2 4-1-16,1 1 1 0,-2 2 1 0,-3 2 1 15,0 1 2-15,0 5 0 0,0-2 1 0,0 3 0 16,0 0 3-16,0 0-3 0,0-3-2 0,4 3 0 16,-1-2-2-16,2-2-3 0,1-1-1 0,4-2 2 15,2-1 0-15,3-4-2 0,4-3 2 16,0-4 1-16,6-2 1 0,2-1-5 0,1-4 0 16,2-1-1-16,-1 1-2 0,-1 0 0 0,-1 1 0 15,-4 2 0-15,-1 0 2 0,-4 5 1 0,-2-1 1 16,-3 4 2-16,-4 1-1 0,0 2 2 0,-5 3 0 15,1 1-1-15,-2 5-2 0,-3 1-1 0,-3 1 1 16,-2 2-3-16,2 2 2 0,-2-1-3 16,0 1-14-16,1-1-56 0,-1-1-60 0,0 0-85 15,-1 1-147-15,0-2-260 0,-1 1-310 0,1 0-254 16,-1 3-193-16,-2-5 90 0,0 0 526 0</inkml:trace>
  <inkml:trace contextRef="#ctx0" brushRef="#br1" timeOffset="62989.5">6921 7750 98 0,'-1'2'259'0,"-1"-2"114"15,2 1 53-15,0-1-111 0,0 0-78 16,0 0-41-16,0 0-11 0,0 0 3 0,0-1-2 15,-1 1 17-15,-1 0 27 0,2 0 29 16,-3 0 24-16,3 0 24 0,0 1 13 0,-1-1-5 16,1 0-23-16,0 0-30 0,0 0-37 0,0 0-45 15,0 0-37-15,0 0-33 0,0 0-27 16,0 0-25-16,0-1-14 0,0 1-6 0,1 0-6 16,-1 0-3-16,0 0-2 0,0 0 3 15,3 0 5-15,-3 0 14 0,2 0 21 0,-1 0 23 16,2 1 19-16,-1 1 11 0,1-1-1 0,0-1-12 15,1 1-14-15,-1 1-22 0,3 0-16 16,-1-2-11-16,-2 0-9 0,3 2-8 0,-1 1-4 16,0-2-3-16,1-1-6 0,2 2-2 15,-3-2-2-15,1 3 0 0,1-3-3 0,-1 2-1 16,1-2 1-16,0 2 1 0,-1 0 0 0,1-2 0 16,0 1 1-16,1-1 0 0,0 0-1 0,-1 0 4 15,2-1 1-15,-1 1 1 0,2-2 3 16,-1 0 1-16,0 2 0 0,1-2 0 0,0 2-4 15,-1-3 1-15,0 2-3 0,1 0 0 16,1-3-1-16,-1 2-1 0,-1 2 0 0,0-2-1 16,1 0-2-16,-2 1 1 0,2 0-2 0,0-1 1 15,-2 1-2-15,0-1 2 0,3 1-1 16,-3-1 0-16,0 1 0 0,0-1 0 0,0-1 0 16,-2 2 0-16,2-1-1 0,-1 2 0 15,0-2-1-15,1 1 0 0,-1-1 1 0,-1 2-1 16,3-1-1-16,-2 0 0 0,-1-1 0 0,2 1-1 15,1 1-1-15,-2-2 1 0,1 1-1 16,-2 0 1-16,3 1-1 0,-1-2-1 0,0 0 0 16,-1 1 0-16,2 0-1 0,-1 1 1 15,0-2-1-15,0 0 1 0,3 1 0 0,-3 1-1 16,2 0 0-16,0-2 0 0,-2 1 0 0,0 1 0 16,0-2 0-16,1 2-2 0,1-1 1 0,-2 1-1 15,1 0 2-15,1-2-1 0,-2 2-1 16,0 0 2-16,1-1 0 0,-1 1 1 0,0-1 0 15,1 1-1-15,-2-2 1 0,2 2 0 16,-2-2-3-16,2 2 1 0,-3 0-1 0,2-2 1 16,1 2 0-16,-2 0 1 0,1 0 0 0,-2 0 0 15,1-3 0-15,1 3 1 0,-1 0-1 16,0-1 1-16,1 1-1 0,-2-1 1 0,2 1 0 16,-2 0-1-16,1-1 0 0,-1 1-1 15,2-3 1-15,-4 3-1 0,3 0 1 0,-2-2 0 16,0 2 0-16,-2 0 0 0,2 0 0 0,-1 0 0 15,-1 0 1-15,2 0-1 0,-2 0 2 0,0 0-2 16,-1 0 0-16,1 0 1 0,0 0 0 16,-1 0-1-16,1 0 0 0,2 0 1 15,-2 0 1-15,0 0-1 0,3 0 1 0,-1 0 0 16,0 0 0-16,1 0 0 0,0 0 1 0,1 0 0 16,1 0 1-16,-2 0-1 0,3 2 2 0,-1-2 0 15,2 0 1-15,-1 0 0 0,1 3 1 16,-2-3 0-16,3 1 0 0,-2-1 0 0,1 0 1 15,0 0 2-15,0 0-1 0,0 0 1 16,0 1 0-16,-1-1-2 0,-1 0-1 0,0 1-2 16,1-1 0-16,-3 0 0 0,2 0 0 0,-1 0-1 15,2 0 0-15,-3 3 1 0,1-3-1 16,-1 0 0-16,-1 0-2 0,0 0 1 0,2 0-2 16,-2 0 1-16,0 0-2 0,0 0 1 15,1 0-1-15,2-3 1 0,-2 3 0 0,1 0 0 16,-1-1 0-16,-1 1 1 0,4-1-1 0,-1 1 0 15,0-1-1-15,1-2 0 0,1 1 0 0,0 0 1 16,-1-1 0-16,2 0 0 0,-1 0 0 16,2 0-1-16,-2 0 1 0,-1 0-1 0,1 0-1 15,2 0 1-15,-2 0 1 0,-2 0-1 16,4 0 0-16,-4 1 1 0,2 0-1 0,-1-1 0 16,1 2-1-16,-1-3 1 0,2 3 0 0,-1-2-1 15,-2 0 0-15,3 1 0 0,-2 0 0 16,-1 0-1-16,0-2 1 0,1 4-1 0,-1-4 0 15,1 3 0-15,0 0 1 0,-1-2 0 0,1 1-1 16,-1 0 1-16,0 0 1 0,0 1-1 16,-2-1-1-16,1 1 1 0,0 0-1 0,-2 1 0 15,0-2 0-15,0 1 1 0,-2-1 0 0,2 2-1 16,-2-1 0-16,3 1 0 0,-3-2 0 16,0 2 0-16,1-2 0 0,-1 2 0 0,0 0 0 15,0-1 1-15,-1 1 0 0,1 0-1 16,0-1 0-16,0-1 0 0,0 2 0 0,-1 0 0 15,1-2-1-15,-1 1 1 0,1 1 0 0,-2-2 0 16,3 2 0-16,-1 0 0 0,0-1 0 16,0 0 0-16,0 1 0 0,0-2 0 0,0 1 0 15,-1 1 0-15,1 0 0 0,0-2 0 16,1 1 0-16,-1 1 0 0,0 0 0 0,0-1 0 16,0 1 0-16,0 0 0 0,0-2 0 0,-1 2 0 15,1-2-1-15,-1 2 1 0,-1 0-1 16,1-1 1-16,0 1 0 0,-1-2 0 0,1 2 1 15,-2 0-1-15,2 0 0 0,-1 0 0 0,-1 0 0 16,0 0 0-16,2 0 1 0,-1 0-1 16,-1 0 0-16,0 0-1 0,0 0 1 0,0 0 0 15,0 0 0-15,0 0 0 0,0 0 0 0,0 0 0 16,0 0 0-16,0 0 1 0,0 0 0 16,0 0-1-16,0 0 1 0,0 0 0 0,-1 0 0 15,-1 0 0-15,2 0 0 0,-1 0 0 16,-1 0 1-16,0 0-1 0,-1 2 0 0,-2-2 0 15,2 1 1-15,-2-1-2 0,-1 2 1 16,0 0 0-16,1-1 0 0,-3 0-1 0,2 1 1 16,-2 1-1-16,0-2 0 0,2 2 0 0,-1-2 1 15,-2 1-1-15,3 1 0 0,-1-2 0 16,-1 1 0-16,-1 1 1 0,1-1-1 0,0 1 0 16,0-2 0-16,0 2-1 0,0 0 1 0,-1-1 0 15,-2 0 1-15,3 2-1 0,-2-3 1 16,1 3-1-16,-2-2 1 0,1 0-1 0,1 1 0 15,-2-2 1-15,1 1-1 0,2-1 0 0,-1 1 0 16,-1-1 0-16,2 1 0 0,-2-2 0 16,0 1 0-16,2 1 0 0,0 0 0 0,-1-2-1 15,1 0 1-15,0 1 0 0,0-1 0 16,-1 1-1-16,1-1 1 0,-1 0 0 0,2 2 0 16,-1-2 1-16,1 2-1 0,1-2 0 0,-2 0 0 15,1 1 0-15,0-1 0 0,-1 0-1 16,2 0 1-16,-2 0 0 0,0 0-1 0,0 0 0 15,2 0 1-15,-2 0 0 0,0 0-1 0,0 0 0 16,0 0 1-16,0 1-1 0,0-1 0 0,2 0 0 16,-2 0 1-16,0 0 0 0,2 0-1 15,-2 0 1-15,1-1-1 0,-2 1 1 0,3 0-1 16,-2 0 1-16,0 0-1 0,-1 0 1 16,-1 0 0-16,4 0 1 0,-2 0-1 0,-1 0 1 15,0-1-1-15,1 1 1 0,-1 0 0 16,0 0-1-16,-1 0 1 0,0 1 0 0,1-1 0 15,-2 0 0-15,1 1 0 0,0-1-1 0,0 2 2 16,0-2-2-16,-2 0 1 0,2 1-1 0,-1-1 1 16,0 2-1-16,3-2 1 0,-3 0 0 15,2 1 0-15,-1-1-1 0,2 1 1 16,-1-1-1-16,-1 0 1 0,2 2 0 0,-2-2-1 16,0 1 0-16,2-1 1 0,-2 0-1 0,1 0 0 15,1 0-1-15,0 0 1 0,-1 0 0 0,-1 0 0 16,2 0 0-16,0 0 0 0,-1 0 0 15,1 0 0-15,0 0 0 0,0 0 0 0,1 0 0 16,0 0 0-16,2 0 0 0,-3 0 0 16,2 0 0-16,0 0 0 0,-1 0 0 0,1 0-1 15,0 0 1-15,-2 0-1 0,0 0 1 0,2 0 0 16,-1 2 0-16,-2-2 0 0,3 0 1 16,-1 2 0-16,-1-2-1 0,2 1 1 0,-2-1-1 15,0 0 0-15,2 2-1 0,-1-2 1 16,0 1 0-16,-1 1-1 0,0-2 0 0,1 1 1 15,-3 1-1-15,1-2 1 0,1 1-1 0,-2 1 1 16,0-1 0-16,2 1-1 0,-3-1 1 0,3 2-1 16,0-1 1-16,0-2-1 0,-1 2 1 15,1 1 0-15,0-2-1 0,-2 1 1 0,1 1-1 16,1-3 1-16,-2 2-1 0,1 0 0 16,0 1 0-16,-1-2 0 0,-1 1 1 0,2-1-1 15,-1 1 0-15,-2 1-1 0,0-3 2 0,1 3-2 16,-1-3 1-16,2 2 1 0,-3-1 1 0,1-1 0 15,-1 1 0-15,-1-1 0 0,3 0 0 16,1 2 1-16,-4-2-2 0,3 2 1 0,0-2-1 16,3 0 1-16,-1 1-1 0,1-1 0 15,-1 0 0-15,2 1 0 0,1-1 1 0,-1 2-1 16,1-2 1-16,1 0-1 0,1 1 0 0,0-1 0 16,0 2-1-16,0-2 1 0,-2 1-1 15,2 0 0-15,-1-1 1 0,-2 2 0 0,1 1 0 16,-1-1 1-16,0 1-1 0,-1 0 0 15,3-2 1-15,-3 2-1 0,2 0 0 0,-2 0 0 16,0 0 0-16,0-1 0 0,-1 3 0 0,1-3 1 16,1 2 0-16,1-4-1 0,-2 4 1 15,2-2-1-15,0 0 0 0,-1 0 0 0,2 1-1 16,-1 0 0-16,0-2 1 0,0 1-1 16,-1 0 1-16,2-1 0 0,1 0 0 0,-2-1 1 15,1 2-1-15,0 0 0 0,2-1 0 0,-2-1 1 16,0 1-1-16,2 1 0 0,-1-1 1 0,0-1-1 15,1 2 0-15,0-2-1 0,1 0 1 16,1 1 0-16,-1-1-1 0,1 1 1 0,-1-1 0 16,2 0 0-16,0 0 1 0,0 0-1 15,-2 0 1-15,2 0-1 0,-1 0 1 0,-1 0-1 16,0 2 0-16,1-2 0 0,1 0 0 0,-2 1 0 16,1-1-1-16,-2 2 1 0,1-2 0 15,-1 0 0-15,2 2-1 0,-1-1 1 0,0-1 0 16,-1 2-1-16,3-2 1 0,0 0-1 15,-1 1 1-15,1-1-2 0,0 0 0 0,1 0 0 16,-1 2-1-16,3-2 1 0,1 0 0 0,0 1 1 16,2-1 0-16,2 2 1 0,0-2 0 15,0 0 0-15,5 0 0 0,-2 0 0 0,3 0 0 16,0-2 0-16,-1 2 0 0,3-1-1 16,1 1 1-16,-1 0 0 0,1-2-1 0,-1 2 1 15,3-1-1-15,0 1 0 0,2 0 0 0,-1-2-1 16,-1 2 0-16,2 0 1 0,1-1-1 0,-1 1 1 15,1-2 0-15,0 2 0 0,0-2 1 16,0 1 1-16,0 1 0 0,0-2 1 0,-2 0-1 16,1 0 1-16,1 1-1 0,-1-1 1 15,1 1 0-15,0 0-2 0,0 1 1 0,-1-2 0 16,0 0-1-16,-1 1 0 0,-1 1 0 0,3-1 0 16,-4 1 0-16,2 0 0 0,-1-2 0 15,0 2 0-15,-1 0 0 0,0 0 1 0,-2 0-1 16,0 0 0-16,0-2 0 0,-2 2 0 15,2-1 0-15,-3 1-1 0,3-2 1 0,-4 1-2 16,2-2 2-16,-1 1 0 0,-1 1 0 0,0 0-1 16,-1-1 1-16,1 0 0 0,0 0 0 0,0-1 0 15,-2 2-1-15,1 0 0 0,0 0 1 16,-2-2-1-16,1 1 1 0,1 2-1 0,-2-2 0 16,1 2 0-16,2-2 0 0,-2 1 0 15,1 0 0-15,0-1 0 0,-3 2 0 0,3-1 0 16,-2-1 1-16,-1 1-2 0,2 1 2 0,-2-2-1 15,3 1 1-15,-2-1 0 0,-2 1 0 0,2 1 1 16,1-2 0-16,-2 2-1 0,0 0 1 16,1-1-1-16,-1-1 0 0,2 0 1 15,0 1 0-15,0 1 0 0,0-2 0 0,0 1 0 16,0 0 0-16,-2-1-1 0,0 1 1 0,4 1-1 16,-2-3 0-16,0 2 0 0,2-1 1 0,-1 0-1 15,2 0 1-15,-2 0-1 0,-1-1 1 16,0 0 0-16,0 1-1 0,0-1 0 0,0 2 0 15,-2-2 0-15,2 1 0 0,-2 0 0 16,1-1 0-16,-1 2 0 0,0 0 0 0,1 0 0 16,-1-2 0-16,0 1 0 0,2 0 0 0,2-1-1 15,-2 2 1-15,1-2 0 0,0 1 0 16,0-1 0-16,0 2 0 0,-3-2 0 0,0 1-1 16,0 1 2-16,1-1-1 0,-1-1 1 15,-1 1-1-15,-1 1 1 0,3 0-1 0,-4 1 0 16,3-2-1-16,-3 1 1 0,1-1 0 0,0 1 0 15,-1 1 0-15,0-1 0 0,-2 1 0 16,2 0 0-16,-2-2-1 0,0 0 1 0,3 2 0 16,-2 0 0-16,0-1-1 0,0 1 1 0,-1-1-1 15,0 1 1-15,0 0-1 0,2-2 1 16,-2 2 0-16,3 0 1 0,-3-2-1 0,2 1 0 16,-2-1 0-16,2 1 0 0,0 1-1 0,1-2 1 15,-3 1 0-15,2-1 0 0,0 2-1 0,-2-1 1 16,2 0 0-16,-2-1-1 0,3 0 1 15,-3 2 0-15,2-2 0 0,-2 2 0 0,-1-3-1 16,1 2 0-16,0 0 1 0,-1 1 0 16,1 0 1-16,0-1-1 0,-1 1 0 0,1-3 1 15,-2 3-1-15,2 0-1 0,-1 0 1 0,0 0 0 16,-1 0 0-16,1 0 0 0,-2 0 1 16,2 0-1-16,-1 0 0 0,1 0 0 0,-1 0 0 15,-1 0 0-15,2 0 0 0,-2 0 0 16,0 0 0-16,2 0 0 0,-1 0-1 0,-1 0 1 15,0 0 0-15,0 0 0 0,2 0 0 0,-1 0 0 16,-1 0 0-16,0 0 0 0,0 0 0 16,0 0 0-16,2 0 1 0,-2 0-1 0,0 0 0 15,0 0 0-15,0 0 0 0,0 0 0 0,3 0 0 16,-3 0 0-16,0 0-1 0,0 0 1 16,0 0 1-16,0 0-1 0,0 0 0 0,0 0 0 15,0 0 1-15,0 0-1 0,0 0 1 0,0 0-1 16,0 0 0-16,0 0 1 0,0 0-1 15,0 0 0-15,0 0 0 0,0 0 0 0,0 0 0 16,0 0 0-16,-3 0 0 0,3 0 0 16,0 0 0-16,-2 0-3 0,-1 0-4 0,2 3-9 15,-3-2-16-15,1 1-26 0,-2 1-48 0,-1-1-81 16,-5 3-149-16,3-1-258 0,-2 1-315 16,0 1-377-16,0 0-355 0,-1 0-27 0,-1-1 679 15</inkml:trace>
  <inkml:trace contextRef="#ctx0" brushRef="#br2" timeOffset="70039.64">8871 7581 141 0,'0'0'268'16,"3"1"104"-16,-3-1-21 0,2 0-75 0,0 0-45 15,-1 0-21-15,1 0-2 0,-1 0 8 0,-1 0 7 16,0-1 11-16,2 1 12 0,-2 0 12 16,0 0 3-16,3 0-3 0,-3 0-11 15,1 0-18-15,-1 0-29 0,0 0-27 0,2 0-23 16,-1 0-20-16,-1 0-11 0,0 0-16 0,0 0-6 15,0 0-9-15,0 0-10 0,0 0-14 0,0 0-14 16,0 0-15-16,0 0-13 0,0 0-5 16,0 0-3-16,0 0 2 0,0 0-2 15,0 0 6-15,0 0 1 0,0 0 6 0,0 1 0 16,0-1 5-16,0 1 8 0,0 1 0 0,2-2 7 16,-2 1-5-16,0-1-3 0,0 2-3 0,0-2-12 15,0 0-6-15,2 2-9 0,-1-2-2 16,-1 1-2-16,2-1-4 0,0 0 15 0,1 1 27 15,-2-1 13-15,4 2 11 0,-2 0 18 16,3-1 9-16,-1 1-2 0,0-2-18 0,1 0-10 16,1 1-7-16,0-1-16 0,0 2-11 0,-1-2 0 15,2 0 2-15,1 0 0 0,-1 0 0 0,-1 0 1 16,1 0-1-16,1 0-5 0,-1 0-3 16,2 0-1-16,-1 0 0 0,0-2-1 15,-2 2 1-15,1-1-3 0,3 1-2 0,-5 0-5 16,2-2 0-16,0 1-1 0,0 1 0 0,-2-2 0 15,2 0-1-15,-1 1 0 0,-1 1-2 0,0-1-2 16,0-1-1-16,1 0 2 0,-2 1-3 16,-1 1 2-16,2-2 0 0,-1 1 1 0,-2 0 1 15,2 1-2-15,-2-3 1 0,1 3-3 16,-1-2 0-16,0 2 0 0,0-1-3 0,2 1 2 16,-1 0 0-16,-2-1 0 0,1 1 1 0,0 0-2 15,2-2 1-15,-3 2-1 0,3-2-2 16,-1 2 4-16,-1-1-2 0,2-1 0 0,-2 2 1 15,0-1 0-15,1 1 0 0,-1-2-2 16,0 1 0-16,0-1 2 0,3 1-1 0,-3 1 0 16,1-2-1-16,-1 2 1 0,0-1 1 0,0-1 0 15,2 2-1-15,-2-1-1 0,2 1 0 16,-1-1-1-16,-2 1-1 0,1 0 0 0,2-2 0 16,-2 0 0-16,-1 2 1 0,1 0 2 15,0-2-1-15,2 2 0 0,-2 0 0 0,0 0 0 16,0 0 0-16,-1-3-1 0,1 3-1 0,0 0 1 15,-1-1-1-15,1 1 2 0,-1-1 0 0,1 1 0 16,1 0 1-16,-2 0-2 0,1 0 1 16,-1-1-1-16,-1 1-1 0,1 0-1 0,1-3 1 15,0 3 0-15,-1 0-1 0,1 0 2 16,0-2-2-16,1 2 2 0,0 0 0 0,-1 0-2 16,2 0 1-16,0 0-1 0,-2 0 1 0,2 0-1 15,1 0 0-15,0 0 1 0,-1 0-1 16,0 0 1-16,0 0 0 0,0 0 0 0,-1 0 1 15,2 0 0-15,-1 0 0 0,0 0-1 16,0 0 0-16,0 0 0 0,-1 0 0 0,2-2-1 16,-1 2 0-16,0 0 0 0,0 0 0 0,0 0 0 15,-1-2-1-15,2 2 3 0,-3-1-1 16,2 1 1-16,0 0 0 0,0-2-1 0,-2 2 2 16,2-1-2-16,-1 1 0 0,1 0-1 0,-2-1 1 15,2 1 1-15,-2 0-1 0,-1-2 1 16,1 2 1-16,0-1-1 0,-1 1-1 0,1 0-1 15,0-2 1-15,0 2 1 0,0-1-2 0,-1 1 2 16,1 0-1-16,0-2 1 0,-1 2-1 16,1-2 0-16,0 2 0 0,-1-1 0 0,4 1 0 15,-4-1 0-15,1 1 0 0,-2-2 0 16,3 2 0-16,-3 0 0 0,2-2 1 0,-1 2-1 16,0-1 0-16,-1 1 0 0,1 0 0 0,-2 0 0 15,3 0 0-15,-3 0 0 0,2 0 0 16,-1 0-1-16,2 0 0 0,-3 0 0 0,2-2 1 15,-1 2 0-15,1 0-1 0,-1 0 2 16,1 0-1-16,1 0-1 0,-3 0 0 0,2 0-1 16,-2 0 1-16,3 0 1 0,-3 0-1 0,2 0 2 15,-1 0 0-15,-1 0 1 0,2 0-2 16,-2 0 1-16,0 0 0 0,2 0 0 0,-2 0-1 16,0 0 1-16,0 0 1 0,0 0-1 0,0 0 2 15,0 0 1-15,-2 0 0 0,2 0 0 16,0 0 1-16,-2 0 0 0,1 0-1 0,-1 0 0 15,0-1-1-15,-1 1 0 0,2 0 1 0,-3 0-1 16,1 0 2-16,-3-1 1 0,3 1-1 16,-2 0-1-16,0-2 0 0,1 2 2 0,-1 0-2 15,0 0-1-15,-3-1 2 0,2 1-2 16,1 0 2-16,-3 0-1 0,2 0 0 0,0 0 1 16,-1 0-2-16,-1 0 1 0,0 1-1 0,1-1 0 15,-1 2 0-15,0-2-1 0,0 0 1 16,0 1-1-16,0-1 1 0,0 1-1 0,-1-1 0 15,1 0 0-15,0 2 1 0,0-2-1 16,-1 0 1-16,1 1-2 0,-2-1 1 0,2 0 0 16,-3 0-1-16,3 0 0 0,-1 0 0 0,-2 0 1 15,3-1 0-15,0 1 0 0,-3 0 0 16,1-2-1-16,1 2 0 0,-2 0 0 0,1 0 0 16,1 0 0-16,-2 0 0 0,1 2 2 0,2-2-2 15,-4 0 1-15,4 1 0 0,-2-1-2 16,2 2 0-16,-2-2 0 0,1 2 0 0,1-1 0 15,-1-1 0-15,1 1 0 0,2-1 1 0,-1 2-1 16,1-2-2-16,-2 2 2 0,2-2 0 16,0 0-1-16,1 1 1 0,-2-1 1 0,1 2 0 15,0-2 0-15,1 0-1 0,-1 1 1 16,-1-1-1-16,1 2 0 0,0-2 0 0,0 0 0 16,-1 1 0-16,1 0 1 0,-2-1 0 0,3 2 0 15,-1-2-1-15,-1 1 0 0,1 1 0 16,-1-2 0-16,2 0-1 0,-2 2 1 0,2-2 0 15,-1 0 0-15,0 0-1 0,1 0 0 16,0 2 1-16,1-2-1 0,-1 3 1 0,0-3 0 16,-1 1 0-16,3-1 0 0,-2 0-1 0,0 1 1 15,0-1 0-15,2 1 0 0,-2-1 0 16,1 0 0-16,-1 3 0 0,0-3 0 0,1 2 0 16,-1 0 0-16,0 0 1 0,-3-1 0 0,2 2 0 15,1-2 0-15,-3 2 0 0,2 0-1 16,-2 0-1-16,0 0-1 0,3 1 2 0,-3-2-1 15,-1 3 0-15,1-1 0 0,0-1 2 0,2 1 0 16,-2 0-1-16,2 0 1 0,-1-1-1 16,2 0 0-16,-1 0 0 0,2-1 0 0,-1 0-1 15,2 1 1-15,-1-2-1 0,3-1 0 0,-1 1-1 16,-1 0 1-16,1 2 1 0,2-3-1 16,0 0 1-16,0 0 1 0,0 0-1 0,0 0 0 15,0 0 0-15,-1 0-1 0,-1 0 1 16,2 0-1-16,0 0 0 0,0 0 1 0,0 0 0 15,-1 0 0-15,1 0-1 0,0 0 0 0,0 0 2 16,0 0-1-16,0 0 0 0,-2 0 1 16,2 0 0-16,0 0 0 0,0 0-2 0,0 0 0 15,0 0 1-15,0 0 0 0,0 0 0 16,0 0-1-16,0 0 0 0,2 0-1 0,-2 0-1 16,1 0 0-16,-1 0 0 0,3 0 1 0,-1 0 0 15,1 0 2-15,2 0-2 0,-2-3 1 0,2 3 0 16,3-1 0-16,-2 1 1 0,0-1-1 15,1 1 0-15,2 0 1 0,-1-1-1 0,0-2 1 16,0 3 0-16,3-2 0 0,-3 2 0 16,3 0-1-16,0-2 2 0,-1 2 0 0,-1 0 0 15,2-2 0-15,0 1 1 0,0 1-1 0,0-2-1 16,2 1 0-16,-1 1 0 0,-2-1 0 0,3-1 1 16,-1 1 0-16,1 1-1 0,1 0 3 15,-3-2-2-15,2 2-1 0,-1-1 0 0,1 1 1 16,0 0-1-16,-2-2 0 0,2 2 0 15,-1-2 1-15,1 2-1 0,-1 0 1 0,1 0-1 16,-2 0 0-16,3 0 0 0,-4 0 0 0,1 0 1 16,0 0 1-16,0 0-2 0,2 0 1 15,-2-1-1-15,0 1 0 0,0 0 0 0,-1-1 0 16,-1 1-1-16,2-2 1 0,-3 2 0 16,2-2 0-16,0 1 1 0,-2 1 1 0,0-2-1 15,0 2 0-15,2-1-1 0,-2 0 0 0,1-1 0 16,-1 1 1-16,1-1-1 0,-1 1 1 0,-1 0 0 15,2-3 1-15,-3 3-1 0,1-1 0 16,-1 1 1-16,2-1-1 0,0 1-1 16,-2-1 1-16,-1 1-1 0,3-2-1 0,-3 1 1 15,2 1 0-15,0 0 0 0,-1-1 1 0,-1 0-1 16,0 0 1-16,1 2-1 0,0-3 0 0,-1 2 2 16,0 0-1-16,-2 1 1 0,2-1 0 15,-2-2 0-15,3 3-1 0,-3-2 0 0,-1 2-1 16,1 0 0-16,-1 0 0 0,-1 0-1 15,1 0 1-15,-2 0 0 0,2 0 0 0,-1 0 1 16,-1 0-1-16,2 0 0 0,-2 0 1 0,1 0-1 16,1 0 0-16,-2 0 0 0,2 0-1 15,-1 2 1-15,-1-2-1 0,3 3 0 0,-3-3 0 16,0 1 0-16,2-1-1 0,-2 0-2 0,0 1-4 16,0-1-2-16,0 0-9 0,0 0-11 15,-2 0-20-15,2 0-45 0,-3 0-64 0,0-1-62 16,0 1-107-16,0-1-155 0,-2-2-216 0,0 1-263 15,0 2-204-15,-1 0-163 0,0 0 186 16,1-2 471-16</inkml:trace>
  <inkml:trace contextRef="#ctx0" brushRef="#br0" timeOffset="76831.64">9810 7483 154 0,'-3'0'290'16,"2"0"118"-16,-1 0 1 0,-1 0-71 16,1 0-57-16,1 0-16 0,-1 0 6 0,0-1 22 15,1 1 12-15,1 0 15 0,-2 0 9 16,2-2-1-16,0 2-13 0,2 0-23 0,-2 0-34 15,0 0-38-15,0 0-42 0,0 0-42 0,0 0-33 16,0 0-28-16,0 0-23 0,0 0-19 16,0 0-10-16,0 0-5 0,0 0-7 0,0 0-3 15,1 0-7-15,-1 0 4 0,2 2-5 0,0-2 0 16,-1 0 0-16,3 1 1 0,0 1 3 16,1-1-4-16,-1 1 4 0,3-2 5 0,-1 0 0 15,1 1 2-15,2-1 1 0,-1 0 4 16,3-1 4-16,0 1 4 0,0-2 4 0,0 1 9 15,3-1 8-15,-2-1 3 0,2 1-3 0,-2-2-3 16,1 2-5-16,1-1-8 0,1 1-3 16,-1-2-10-16,-1 2 0 0,0-2-7 0,0 1 1 15,1 1-2-15,-2 0-1 0,0 1 0 0,-1-2-4 16,2 1 3-16,-1 0 5 0,-2 2-6 16,-2-1 5-16,3 0 3 0,-2-1 1 0,-1 2 1 15,2-2-8-15,-1 1 2 0,-1-1-4 0,-1 1 2 16,-1 0-3-16,3-1 0 0,-4 1 3 15,1 1-1-15,-1-2 0 0,0 1 0 0,0 1 1 16,-1 0-2-16,-1 0 5 0,-1 0 0 16,1 0 21-16,-3 0 39 0,2 0 29 0,-2 0 25 15,2 0 13-15,-2 0 8 0,-2 0-19 16,0 0-31-16,1 0-22 0,-3 0-19 0,0 0-18 16,-4 0-12-16,3 1-7 0,-3-1-5 0,0 2-3 15,-2-1-4-15,-2 1 1 0,1-2-2 16,-5 2-1-16,2 0-1 0,-2-1 0 0,0 1-1 15,-2 1-1-15,0-2 0 0,2 3 0 0,-1-3 0 16,-1 2 0-16,1-1 0 0,1 0 0 16,-1 0-1-16,3 1 0 0,-2-1 1 0,2-2 1 15,-2 2-1-15,3 2 2 0,-1-4-1 0,3 1 1 16,0 0-1-16,0 2-1 0,1-3 0 16,1 0 2-16,0 2-1 0,0 0 3 0,3-2 1 15,1 2 1-15,-1-2 1 0,0 0-3 16,4 1 1-16,-1-1-2 0,1 1 0 0,1-1-1 15,-1 0-1-15,2 0 0 0,-1 0-2 0,1 0 1 16,0 0-3-16,0 0 0 0,1 0-1 16,-1 0-1-16,3-1 1 0,-1 1 2 0,3-1 1 15,1 1 1-15,2 0 2 0,0-2 2 0,3 0 2 16,1 0 0-16,1 2 1 0,4-3 3 16,0 2 0-16,1 0-1 0,0-3 1 0,4 2-2 15,-2 2 1-15,1-2-1 0,3 0-2 16,-2 1-2-16,1-1-1 0,-2 2-1 0,3 0-1 15,-2 0-2-15,-3 0 0 0,0 2-2 0,1-1-11 16,-2 3-25-16,-1-2-75 0,-2 3-94 16,-3 1-166-16,-1 0-290 0,-3 2-331 0,0-1-378 15,-3 1-199-15,0-1 174 0,-1-1 680 16</inkml:trace>
  <inkml:trace contextRef="#ctx0" brushRef="#br0" timeOffset="81419.56">10414 7263 60 0,'2'-3'257'0,"0"0"122"0,-2-1 121 15,1 0-107-15,-1-1-116 0,-1 3-80 0,1-4-26 16,-2 1-2-16,0 1 29 0,1-1 27 16,-1 0 30-16,0 1 49 0,-1 0 22 0,0 1 8 15,1 0-17-15,-1-1-25 0,2 0-35 0,-4 1-37 16,2-1-37-16,0 1-33 0,1 0-37 16,-3-1-29-16,2 0-21 0,0-1-12 0,0 3-8 15,-2-2-7-15,-1 0 1 0,3 1 0 16,-2-1-11-16,0 1 1 0,0 0 2 0,-1-2 6 15,0 2-7-15,0-1 3 0,1 1 1 0,-2-2 22 16,1 3 3-16,-2-2-2 0,2 1 5 16,-2 0 0-16,1 0-7 0,0-1-21 0,-1 2-8 15,2 0-6-15,-1-2 11 0,-2 2 8 16,3-2 7-16,-1 3 0 0,-1-3-4 0,0 2-2 16,-1 0-15-16,2-1-10 0,-2 1-6 0,0 1-1 15,1 0-1-15,0-1 0 0,0 1 0 16,-2-1-2-16,2 1 0 0,0 1-1 0,0-2 1 15,1 2 2-15,0-2 0 0,-1 2-1 0,3 0 1 16,-4 0-1-16,3 2 1 0,0-2-3 16,-1 2-4-16,1-2 2 0,-2 1 0 0,2 1 0 15,-1-1 0-15,1 1-3 0,-2-1 2 16,0 2 1-16,0 0-1 0,0-1-1 0,-1 3-2 16,3-2 2-16,-2 0 0 0,1 1 3 0,-2 0 0 15,3 1 1-15,-1-2 0 0,-1 1 2 16,3 1 1-16,-4-2-5 0,4 1-1 0,-1 1-1 15,-2-3-2-15,2 2 2 0,1-2-3 0,-1 3 3 16,1-2-2-16,-2 0 1 0,3 3 1 16,-2-4-3-16,1 0 3 0,0 3 1 0,0-1 0 15,0 0 2-15,2 0 1 0,-3 1-2 0,3-2-1 16,-2 1 0-16,2 1 0 0,-2-1-3 16,2 2 2-16,0-2 4 0,-2 2-2 0,2 1 0 15,-1-2 1-15,0 2-1 0,1-1-4 16,1-1 0-16,-1 2 3 0,0-1 0 0,1 0 0 15,-1 0-1-15,0 0 2 0,0 1 1 0,2-1-1 16,-3 2-1-16,3-3-3 0,-2 2 6 16,1 0-2-16,-1-1 0 0,1 2-1 0,-3 1 3 15,2-1 1-15,0 0-2 0,1 1-1 16,-4-1 0-16,3 2 4 0,0-1-4 0,-2 1 0 16,2-2 1-16,-2 1-1 0,2 0 1 0,-1 0-1 15,0 0-1-15,1-2 1 0,0 2-3 0,0 0 0 16,1-2-1-16,-1 0 2 0,1-1 0 15,1 2 1-15,-1-2-1 0,0-1 0 0,1 3 2 16,1 0-6-16,-2-3 1 0,2 4-1 16,2-3 2-16,-1 1-2 0,-1 0-1 0,2 1 3 15,1-1 1-15,1 2-2 0,-1-2 1 0,0 3 4 16,2-1 0-16,0-1 0 0,-1 2 0 0,2-1 0 16,-1 0 0-16,0 1-2 0,3 1 4 15,0-2-2-15,-2 0 0 0,2 4 2 0,0-1-1 16,1 1 0-16,-1-4-2 0,0 4 0 15,0-2 1-15,1 1 0 0,-1-1 3 0,2 2-1 16,-1-3 0-16,-1-2-1 0,0 2 0 0,2 0 2 16,-1-3-3-16,1 2 1 0,-2-1-1 15,1 0 2-15,1-2 0 0,-1 0-1 0,0 0 0 16,1-2 0-16,0 2 1 0,-1-1 0 16,2-2 0-16,-1 1-1 0,-1-1 2 0,2 0 2 15,0-1 2-15,-1 0 0 0,2 2-3 0,-2-3-2 16,1 0 0-16,0-1-1 0,0 0-3 15,1 0-2-15,0 0 3 0,-1-1 1 0,1 0 0 16,0 0-3-16,0-2 4 0,-1 1-1 16,-1 0 0-16,2-1 2 0,-1-1-2 0,-1 1 0 15,2-2-1-15,-2 1 1 0,0-3 2 0,0 2 1 16,0 1-1-16,1-4-2 0,-2 2 2 0,1-1-3 16,0-2-2-16,-1 1-2 0,-1 2 4 15,2-2-1-15,0 1 2 0,-2-2 2 0,-1 2 1 16,1-1 2-16,1-3-1 0,-3 3 1 15,2-3 0-15,-1 2 1 0,2-2 2 0,-3-1-3 16,2 1 0-16,-3-3 4 0,2 1 0 0,-1-3 2 16,-2 1 1-16,1 0 3 0,-3-1 3 15,1-2 1-15,-3 4 3 0,0-2 1 0,0-1-1 16,-3 0 0-16,1 1-1 0,-3 1 1 16,1-1-2-16,-4-1-3 0,3 2-1 0,-3 0 0 15,0 0-3-15,-1 1-4 0,1-3-2 0,-2 2-1 16,1 0-7-16,0-1-7 0,1 2-3 15,-2-3-1-15,1 3-2 0,-1-2 2 0,2 1 6 16,-1 0 5-16,1 2 2 0,0-1 2 16,1 2 1-16,0 0-4 0,2 2 0 0,-1 1-2 15,1 0 0-15,2 2 0 0,-1 1-2 0,1 0 3 16,-1 1 0-16,2 1 7 0,2 2 0 0,-3 0 4 16,3-1 3-16,-1 1-3 0,-1 1-2 15,2 1-5-15,0 0-20 0,-2-1-46 0,2 2-58 16,-1-1-61-16,-1 1-145 0,2 4-196 15,-2-3-300-15,-1 4-268 0,0 1-224 0,-3-1-62 16,-2 3 458-16,2-1 507 0</inkml:trace>
  <inkml:trace contextRef="#ctx0" brushRef="#br0" timeOffset="82769.67">10303 7231 30 0,'-4'0'219'0,"2"0"99"16,-1 0 97-16,2 0-78 0,-1-2-127 0,0 1-72 15,2 0-1-15,-3-2 4 0,2 1-1 16,-1-1-5-16,2 0 5 0,-2-3 5 0,1 2 4 16,-1-2 13-16,2-2 22 0,0 2 23 15,0-2 7-15,2-2 31 0,1 1 22 0,0-4 12 16,2-2-3-16,1-2-7 0,4-3-8 0,1-2-42 15,0-1-45-15,3-7-43 0,0 2-26 0,4-4-31 16,-1-2-22-16,5 0-15 0,0-4-1 16,0-1-1-16,2 0-7 0,0 0-4 0,1-1-6 15,0 3-1-15,-4-1-7 0,1 3 0 16,0 3-4-16,-4 4 1 0,-1 3-1 0,-1 2 2 16,-5 4-2-16,0 4-4 0,-2 1-2 0,-2 3-1 15,-1 3 3-15,-3 1-3 0,2 1 5 16,-2 2 0-16,-1 1-1 0,0 2 3 0,-1-3-4 15,2 3 3-15,-3 0 0 0,0 1 0 16,2-2-1-16,-2 2 5 0,0-1 0 0,0 1-2 16,0 0 0-16,-2 0 2 0,2 0 1 0,-3 0-5 15,2 1 0-15,-1 2 1 0,-1 0-1 16,-2 0-2-16,0 2 1 0,0 2-2 0,-1-1-8 16,-2 0-19-16,0 1-13 0,2-1-13 15,1 0-17-15,-4-1-14 0,4 1-18 0,0-1-19 16,-1-1-23-16,-1-1-27 0,3 0-17 0,-2 0-3 15,1-1 9-15,3-1 28 0,-1 0 37 16,0-1 38-16,3 0 28 0,-2 0 19 0,2 0 10 16,2-1 4-16,0-2 5 0,-1-1 8 15,4-2 12-15,0 0 16 0,2-3 21 0,1-1 24 16,0-1 25-16,2-3 16 0,4-3 13 0,-3 1 5 16,3 0 5-16,-1-2-1 0,3-1-12 15,-2 0-14-15,0 1-15 0,0-1-11 0,-1 4-19 16,0 0-20-16,-2 1-11 0,0 4-7 15,-2 0 0-15,-1 2-4 0,-3 3 4 0,3-1 10 16,-4 5 13-16,1 1 12 0,-3 1 10 0,1 5 0 16,-3-1-9-16,0 3-9 0,0 2-17 0,-3 0-8 15,1 2-13-15,-1 1-8 0,1 1 0 16,-2-1-1-16,-1 3-6 0,2-3-32 16,0-1-25-16,3 1-37 0,-2 0-90 0,-1-2-127 15,2-3-141-15,-1 1-242 0,0-1-265 0,2-2-199 16,0 0 51-16,0-5 332 0,2-2 368 0</inkml:trace>
  <inkml:trace contextRef="#ctx0" brushRef="#br0" timeOffset="83139.6">11115 5734 65 0,'1'0'270'0,"1"-3"144"0,-1 1 154 0,-1 1-70 16,0 1-58-16,0-1-10 0,0 1 10 15,0-2 24-15,0 2-22 0,0 2-50 0,0-1-56 16,0 5-58-16,-1-1-53 0,-1 3-60 15,1 5-35-15,-1 0-26 0,0 5-20 0,-1 0-11 16,0 3-15-16,1 2-8 0,-4-1-10 16,3 0-6-16,0-1-12 0,1-1-9 0,-1 1-7 15,2-4-4-15,-1-1-3 0,0-2-1 0,2-1-3 16,-3-3-4-16,3 1-14 0,0-4-16 16,-1 0-36-16,1-4-95 0,-4-3-131 0,2-2-139 15,0-2-225-15,0-4-272 0,-1-4-200 16,2-2 78-16,-1-3 324 0,-1-4 343 0</inkml:trace>
  <inkml:trace contextRef="#ctx0" brushRef="#br0" timeOffset="83451.6">10996 5421 97 0,'-2'-4'306'15,"1"2"137"-15,-1 2 117 0,1 0-107 16,-1 2-129-16,2 3-52 0,0 1 37 0,2 2 73 15,-1 1 53-15,2 1 18 0,1 3-17 0,1 3-46 16,-1 0-59-16,4 2-68 0,-2 2-50 16,2-1-36-16,0 2-31 0,1 0-24 0,-2-2-17 15,1-1-23-15,2-2-24 0,0-1-20 0,-2-4-17 16,2-3-7-16,2-1 19 0,-2-2 14 16,0-3 21-16,2-2 9 0,-1-3 4 15,0-5 0-15,0 1-23 0,-1-5-14 0,2-2-20 16,0-1-13-16,-4 0-7 0,2-1-5 0,-2-1 1 15,0 1 1-15,-3 0 1 0,3 3-14 0,-4 0-52 16,1 1-55-16,-3 0-106 0,-2 4-169 16,0-1-307-16,0 3-304 0,-2 3-248 0,1 2-162 15,-3 2 282-15,1 2 571 0</inkml:trace>
  <inkml:trace contextRef="#ctx0" brushRef="#br0" timeOffset="96377.65">6568 7686 8 0,'1'-2'219'0,"-1"0"114"0,0 1 114 15,0 0-33-15,0-1-143 0,-1 2-73 16,-1-1-27-16,0 1-12 0,-1 0-15 0,0 0-14 16,0 1-21-16,-1 2-24 0,1 0-18 0,0 1-19 15,0 2-5-15,0 3-9 0,0-1-6 16,1 5-28-16,1-1-21 0,-1 4 1 0,2 1 9 15,0 3 11-15,0-1 7 0,0 4 34 16,0-1 22-16,3 1 8 0,-3 0-6 0,2 0-6 16,0 0 0-16,-1 0-6 0,2-3-7 0,0 2-8 15,0-3-6-15,0-1-8 0,1-2-7 16,-1 1-5-16,3-2-7 0,-1-2 1 0,0 0-6 16,2-2 0-16,2 0 0 0,-1 0-4 15,2-2 2-15,0-2-1 0,1 1 3 0,2-3 2 16,1 2-2-16,0-1-2 0,2-1 2 0,1 0 0 15,1 0 0-15,1-3 0 0,0 2 0 0,1-2 0 16,-1 1 2-16,0-1 3 0,3 0 0 16,-1-2-3-16,0 0 6 0,1 3 2 0,-2-2 25 15,4-1 10-15,-2 0 21 0,0 0 20 16,3 0 10-16,-1 0 2 0,0-1-18 0,1-2-13 16,2 1-13-16,-2 0-13 0,2-1-5 0,-2 1 1 15,1-4 1-15,1 2 6 0,1 0 5 16,-1-2 9-16,0 2 2 0,3-3 3 0,-2 2-2 15,-1 0-5-15,2 1-12 0,-1 0-12 16,-1-1-9-16,0 0-10 0,0 2-3 0,0-1-2 16,-2 0 0-16,2 1-4 0,-2 2-3 0,-2 0 3 15,2-3-1-15,-2 2-3 0,1 2 0 16,0-2 1-16,-2 0-1 0,2 1 0 0,-1-2 0 16,-2 3 4-16,-1-2 0 0,2 1-2 15,-4 0 1-15,1 1 1 0,0 0-1 0,-3 0-2 16,-1 0-2-16,1 0 1 0,-3 0-1 0,1 1 1 15,-1 0 0-15,1 1 1 0,-3 0 6 0,2-1-1 16,-2 2 2-16,0-1-3 0,1-2-1 16,-3 2 1-16,0-2-4 0,0 3 1 15,1-2 0-15,0-1 2 0,0 1 1 0,-2-1 1 16,2 0 0-16,-2 0-1 0,3 0 0 0,-3-1-1 16,0 1 1-16,-2-1 2 0,2-2-2 0,-2 1 0 15,-1 2-1-15,-2 0 0 0,2-2-2 16,1 0-2-16,-1 1 1 0,-2 1 1 15,2-1-2-15,0 1 1 0,-2-2-4 0,3 2 3 16,-1 0 0-16,-1-2 0 0,1 2 4 0,0-1 0 16,-2 0 0-16,2 1-2 0,-2-2 1 0,2 1 1 15,-2-1-2-15,0-1 1 0,0 0 4 16,1 0 18-16,-1-1 25 0,0-1 28 0,0-1 14 16,0 0 9-16,3-1 2 0,-4-1-11 15,1 1-23-15,0-3-20 0,2 2-14 0,-2-1-7 16,1 0-8-16,0-2-2 0,2 1 3 0,-1-1-5 15,-2 0-3-15,2 1 2 0,0-2 1 16,0 2 0-16,1-3-5 0,0 0 1 0,-3 2 1 16,2-1-4-16,-2 1 3 0,1 1-1 15,-3 2-4-15,-1 0 1 0,0-1-4 0,0 2-1 16,-1 0-12-16,-1 2-22 0,-3-1-67 0,0 2-133 16,-1 2-160-16,0 0-297 0,-2 2-267 15,3 2-229-15,-1-1 19 0,1 2 383 0</inkml:trace>
  <inkml:trace contextRef="#ctx0" brushRef="#br0" timeOffset="97795.6">8869 7821 121 0,'-1'-2'260'0,"-1"1"109"0,2 1-8 0,0-2-85 16,0 1-62-16,-1-1-29 0,-1 2-16 0,2-2 0 15,0 1 9-15,0-1 16 0,0 2 21 16,0 0 26-16,0 0 19 0,0 0 17 16,0 0 8-16,0 0-4 0,0 2-19 0,0-2-26 15,0 0-33-15,0 1-31 0,0 1-35 0,0 0-31 16,0-1-27-16,-2 2-23 0,2 2-16 0,0-1-14 15,0 2-8-15,0 1 2 0,2-1 0 16,-2 2 6-16,0 3 1 0,2-2 3 0,-1-1 4 16,-1 3-6-16,2-2-6 0,1 1-5 15,-1 1-7-15,1-2-4 0,-1 1-3 0,1 0 2 16,0-3-3-16,1 2-3 0,1 0 0 0,-2-1 1 16,2 0-3-16,0-1-1 0,1 2 3 15,0-1 2-15,-1-2 0 0,0 1 2 0,0-2-1 16,0 2 2-16,1-1 0 0,0-2-3 15,0 2 0-15,-1-2 1 0,0 2 0 0,1-3-1 16,2 1-1-16,-2 0 1 0,1-1 7 0,-1 0-6 16,1-1 1-16,2 1 1 0,-1-3 1 15,0 0-2-15,1 0-3 0,2-2 4 0,-3 1-4 16,5-2-4-16,-4 0 1 0,1 0 3 16,2-2 0-16,-2 3-1 0,0-3 2 0,0-1 0 15,2 4 1-15,-3-2 1 0,2 0-1 0,-1 0 0 16,-1 1-2-16,2 0 1 0,0 0 1 0,-1 0-3 15,2 1 1-15,-1 1 0 0,2 0 0 16,0 1 0-16,-2 0-4 0,3 1 4 16,-3 0-1-16,2 1-4 0,-1-1 5 0,1 3 0 15,0-3 3-15,-2 2-2 0,0-1 1 0,1 1-2 16,1-1 2-16,-2 0 2 0,0 1-1 0,-1 0-2 16,2-1-1-16,-2-2 2 0,1 2 0 15,0 1-3-15,-3-2 0 0,0 0-1 0,0 0 1 16,1-1 0-16,-2 0-1 0,-1 0 1 15,0 0 2-15,0-2 3 0,-1 1 0 0,0-2 0 16,0 1 0-16,0-3 2 0,-1 0-5 0,0-2 2 16,0-1 4-16,-1 0 0 0,2-2 0 15,-2-3 0-15,2 0 3 0,-2-3-1 0,0 1 0 16,2-2 3-16,-2-3-1 0,-1 1-1 16,-1-3-1-16,1 2-5 0,-1-2-8 0,-1 0 0 15,2 3 1-15,-2 1-1 0,0 3 1 0,0 1-3 16,0 4-20-16,-2 2-117 0,1 5-166 15,-4 3-292-15,1 3-273 0,-1 5-255 0,0 2-139 16,-3 4 318-16,0 1 491 0</inkml:trace>
  <inkml:trace contextRef="#ctx0" brushRef="#br0" timeOffset="117211.67">23568 12933 23 0,'-4'-6'373'0,"-1"1"279"0,-3 2 235 16,-4 2 108-16,4 2-304 0,-2 1-228 0,-2 4-120 16,4 1-75-16,-2 5-66 0,1 6-60 0,3 3-33 15,-1 6-16-15,3 6-5 0,0 3-3 16,1 3-4-16,2 3-11 0,-1 2-15 16,4-1-18-16,-1-2-14 0,4-3-12 0,1-2-5 15,4-7-6-15,2-3 0 0,5-5 1 0,0-5 5 16,5-4 4-16,-1-6-1 0,2-6-2 0,4-4 0 15,-3-7-2-15,0-4-2 0,-2-4-3 16,0-5-1-16,-5-4 2 0,0 0-1 0,-4-3 3 16,0 0 5-16,-5 0 8 0,-2 0 22 15,-3 1 32-15,-3 4 35 0,-3 0 31 0,-2 1 18 16,-1 0 10-16,-4 2-12 0,0 1-23 0,-3 2-25 16,-1 4-25-16,1 1-21 0,0 3-18 15,-3 4-13-15,5 1-9 0,-3 2-8 0,5 3-6 16,1 2-6-16,-2 5-2 0,4-3-2 15,1 9 2-15,2-1 0 0,1 1 0 0,1 5 2 16,2 0-7-16,1 2-38 0,1 0-57 0,0 0-52 16,2 1-116-16,4 1-168 0,-2-2-304 0,-1 0-265 15,2 1-226-15,3 0-134 0,-3-2 315 16,2-4 525-16</inkml:trace>
  <inkml:trace contextRef="#ctx0" brushRef="#br0" timeOffset="117415.72">24051 13277 399 0,'2'12'909'0,"-4"-1"281"15,-3-2-29-15,2 0-248 0,-2-1-415 16,3-4-228-16,-2 0-116 0,3 1-61 0,-1-3-38 16,2 1-28-16,0-3-10 0,3 0-10 15,1 0-4-15,2-3-16 0,2 1-32 0,-2-4-74 16,4 0-109-16,0-3-125 0,0 0-151 15,1 2-264-15,2-2-219 0,-4 0-51 0,5 0 183 16,-2 0 312-16</inkml:trace>
  <inkml:trace contextRef="#ctx0" brushRef="#br0" timeOffset="117777.7">24446 12983 311 0,'-4'14'523'0,"-1"4"197"0,0 1 123 0,2 5-231 16,3-2-152-16,0 3-77 0,2-2-47 15,1 1-50-15,3-4-65 0,0 2-69 0,2-4-61 16,2-3-40-16,2-3-19 0,1-4-11 16,1-2 5-16,2-2 14 0,1-6 10 0,1-2 4 15,-1-6 9-15,-1 0 9 0,2-5-1 16,-2-3-7-16,-1 0-4 0,0-4-2 0,-1 1 6 15,-3 0 20-15,-2 0 44 0,-4 1 42 0,0 3 22 16,-5 0-1-16,-4-2-13 0,0 3-29 0,-4-1-44 16,-2 1-39-16,1 2-28 0,-2 1-13 15,-2 3-12-15,2 1-5 0,-3 3-3 16,1 4-7-16,-2 2-1 0,2 3-3 0,-4 5-2 16,2 2-8-16,0 2-36 0,2 5-45 0,-1 1-47 15,1 0-69-15,3-1-123 0,1 2-159 0,3-4-233 16,2 0-236-16,4-2-222 0,0-2-63 15,5-3 311-15,2-3 445 0</inkml:trace>
  <inkml:trace contextRef="#ctx0" brushRef="#br0" timeOffset="118258.38">24777 12784 292 0,'4'-4'697'16,"1"-1"291"-16,-1 1 67 0,-1 1-259 15,2 0-286-15,-2-2-212 0,2 1-126 0,4-2-68 16,-1 0-38-16,1 1-31 0,2-2-12 16,4 1-11-16,-1 0 16 0,2 1 23 0,1-1 13 15,1 3 11-15,0-1 3 0,-2 0 1 0,3 3-18 16,-2 1-24-16,-4 1-10 0,2 3 0 16,-5 0 1-16,0 5 5 0,-3 0 2 0,-3 6 2 15,1-1-2-15,-5 4-11 0,-5 2-6 16,1 3-8-16,-1 0-10 0,-3-1 5 0,-2 3 6 15,-1 0 4-15,2-3 2 0,1-1 0 0,0 0 6 16,2-3-8-16,-1-3-10 0,4-1-1 16,1-4-5-16,2 1-4 0,2-2 3 0,1-3 1 15,4 0 2-15,-3-3 1 0,6 0-3 0,-1-2 2 16,2-1-4-16,3 0 0 0,-2 0-5 16,3 0-1-16,0 0-9 0,-1 0-4 0,-2 2 1 15,0-2 0-15,-2 2 2 0,0 2 4 16,-3-1 11-16,-4 3 7 0,-2 1-2 0,-2 2-1 15,-4 3 2-15,-1-1 17 0,-4 3 40 0,-2 2 68 16,-3 3 52-16,0 2 26 0,-5 2 5 16,-2 0-14-16,-1 2-32 0,-3 3-55 0,2-2-38 15,1 1-29-15,-3-3-15 0,5-2-12 0,1-1-9 16,1-6-13-16,7-3-57 0,-1-1-67 16,5-5-122-16,3-3-190 0,5-3-303 0,0-3-336 15,5-3-267-15,-2-3-128 0,2-1 380 16,3-3 602-16</inkml:trace>
  <inkml:trace contextRef="#ctx0" brushRef="#br0" timeOffset="119047.67">25753 12330 206 0,'0'15'442'0,"-4"-1"175"15,1 4 146-15,2 1-139 0,1 1-137 0,0 3-52 16,1 0-24-16,1-1-29 0,3 1-61 0,-1-2-79 15,2-2-85-15,1-1-65 0,2-5-46 16,1 0-21-16,2-2 10 0,1-5 11 0,1-2 12 16,1-4 16-16,-1-3 11 0,-2-3 11 0,1-2 0 15,1-4 18-15,-2 0 33 0,-3 0 32 16,-1-3 12-16,-3 2-5 0,-2 1-14 0,-5-1-29 16,-1 2-39-16,-4 0-39 0,-2 2-27 15,0 2-16-15,-3 1-14 0,-3 3-5 0,0 3-20 16,-3 5-48-16,2 2-58 0,-2 3-80 0,1 5-145 15,1 5-221-15,1 1-308 0,2 3-259 16,1 4-204-16,0-2 38 0,4 2 488 0</inkml:trace>
  <inkml:trace contextRef="#ctx0" brushRef="#br0" timeOffset="128027.67">12408 5128 145 0,'-14'-24'350'0,"-4"-2"137"15,-4 0 134-15,-1-3-141 0,-3 1-110 16,-1-1-10-16,-1 1 13 0,-4-4 25 0,0 1 0 16,-1-2-26-16,-3 0-39 0,1-3-58 0,-3-1-41 15,0 0-41-15,-1-1-35 0,-4 1-25 16,0-2-13-16,-2-1-10 0,-1 1 14 0,-3-2 10 15,1 1 0-15,-1 1-4 0,-1 1-12 0,-1 1-10 16,-3 1-25-16,-1 3-22 0,-2-2-13 16,-3 2-14-16,0 0-10 0,-5 2-9 0,-1 0-5 15,-2 2-2-15,-2 0-3 0,-1 2 3 16,0 0 2-16,1 2 3 0,-1 0 1 0,-3 3 1 16,-1 1 2-16,-2 1-5 0,-2 1-2 0,-3 2-5 15,-2 3-3-15,0 2 0 0,-3 2-2 0,0-1 1 16,-3 7-1-16,0 0 2 0,-2 4 3 0,-3 0-2 15,1 4-6-15,-1 2-2 0,-2 3-1 16,2 1 2-16,0 1 4 0,-1 2 0 0,1 2 8 16,-1 0 0-16,1 4 2 0,2 2-2 15,-2 0-8-15,1 1 1 0,3 4 3 0,-1 0-8 16,0 2-3-16,2 2 0 0,-1 2 3 0,-1 4-4 16,0-1 1-16,-1 3 8 0,1 3 0 0,-1 2 3 15,1 2 0-15,1 2 0 0,1 1-4 0,1 0 2 16,2 3 4-16,-2 0-1 0,-1 2-2 15,3 0-1-15,0 4 1 0,2 0-1 0,1 3-2 16,2-2 0-16,0 4-1 0,2 1-2 16,3 2 0-16,1 0 1 0,2-1 0 0,1 3 2 15,2 2 0-15,3 0 3 0,0 3-5 0,5 0-3 16,1 3 1-16,2 0-5 0,3 0 4 16,5 3 4-16,0 0 5 0,1 2-5 0,5-1-3 15,1 2 0-15,2-1 2 0,3 1-1 0,1-1-3 16,1 3 9-16,3-2 2 0,2 0 5 0,4 0-4 15,1-1-1-15,3-1-2 0,4 0-2 16,-1 1-2-16,5 0-8 0,2 2 0 0,1 1 2 16,3-1 3-16,3 3 4 0,2-2 1 15,0 1 5-15,4 2 0 0,0-1-3 0,2 1-6 16,2 0 0-16,0 2 1 0,2 0 2 0,2-1 4 16,1 0 1-16,1 1 4 0,4-1-1 15,-2 1-8-15,1-1-3 0,3 0 1 0,1-2-1 16,2 1-7-16,-1-1-2 0,4 0 2 0,-1-2 0 15,0 0 6-15,5 1-3 0,-1-3 5 16,1 1 7-16,3-1 1 0,0 0 4 0,3-1-7 16,0-1 1-16,3-1-1 0,2-1-3 0,3-1-2 15,0-2 0-15,0-3-1 0,4 0 0 0,1-2 1 16,3-3 3-16,2-3 3 0,2 0 1 16,1-3-7-16,4-3-5 0,0-1 7 15,1-4 0-15,2-1-1 0,1-3-6 0,1-4 5 16,0 2 4-16,3-4-3 0,-1-3-2 0,1-1 0 15,3-3 3-15,-1 1 4 0,3-4-1 0,0 0-4 16,-1 1-3-16,2-3-1 0,-1-1 1 16,0-1 0-16,-1 0 1 0,-1-1 5 0,1-2 3 15,0 2 5-15,1-2 0 0,-1 0 2 0,3-2 0 16,2 2-5-16,-1-1-2 0,-1-2-4 16,2 1-3-16,-2-2-5 0,1-1 0 0,-1 0 2 15,2-1 0-15,-2-3 3 0,0 1 2 0,2-1 5 16,0-3 0-16,-1 0 0 0,3-1-2 0,-4-3-3 15,-1-4-5-15,1 2-2 0,-1-4-1 16,-1-2 2-16,-3-1 2 0,0-1 4 0,-2-2 5 16,2-2 0-16,-2-1 1 0,2-1 0 0,0-2-3 15,-5-2 1-15,2-1-5 0,-2-1-2 16,0-2-1-16,0-3-1 0,0 0-2 0,-1 0-1 16,-1-2 4-16,1-1 2 0,-1-2 0 15,0 0 2-15,1-2 0 0,1-2-2 0,0 1 1 16,2-2 0-16,-1-4 2 0,-2 2-1 0,1-4 0 15,-1-2 1-15,-1 1-2 0,-1-3 1 0,2 1 2 16,-3-3 0-16,1 1 2 0,-1-2 2 16,1-2-1-16,-4 4 0 0,3-4-5 0,-3 1 1 15,-2 0-1-15,1-1 0 0,-3 0 2 16,-1 1-2-16,1 2 0 0,-7-3-1 0,1 2 3 16,1 0-2-16,-4 3-3 0,0-3 3 0,0 2 0 15,-2 0 0-15,-1 1 0 0,-1-2 2 16,2 1 1-16,-5 0-1 0,2 1 1 0,0 0-1 15,-2-1 1-15,0-1-5 0,1 1 1 0,0-1 1 16,-2 1-1-16,1 0 1 0,2-1-1 16,-4 1 3-16,-1-2 1 0,-2 2 0 0,0 3-2 15,-1-3 0-15,-2 3 1 0,0-1 0 16,-1 1-3-16,-3 1 0 0,1 2 3 0,-2 1 0 16,0 1-1-16,-3 1-3 0,0 0 2 0,0 2 0 15,-2-1-3-15,1 1 1 0,-4 2 1 16,2-4 1-16,-1 4-2 0,0-2 0 0,-1 0 3 15,-2-2 0-15,2 1 2 0,0 0 2 0,-3-3 0 16,2 0 0-16,0 1-3 0,0-2-2 16,-3 0 1-16,0 0-1 0,2-2 1 0,-1 2-1 15,-1-1 0-15,0 0 0 0,0 0 0 16,-1 0 0-16,2 1 1 0,-1 0 1 0,0-1-1 16,1 1-2-16,0-1-1 0,-1 0 0 0,3 0 1 15,-3-1-1-15,3-2 3 0,0 1 1 0,0 0 0 16,-1-1-1-16,2-1 0 0,0 1 0 15,-1-1 1-15,1-2-1 0,1 1 1 0,-1-1 0 16,1 0-3-16,0 2 1 0,-2-1-2 16,2 2 1-16,-1-3 1 0,1 1-3 0,-2 1 3 15,0 1-1-15,0 1 1 0,0 1 2 0,-3-1 0 16,2 2 2-16,-2 2-2 0,-1 0 2 16,1 0-1-16,-1 2-2 0,-2 1 0 0,-1-1-1 15,2 2 1-15,-3 0-1 0,1 1-1 16,-3-2 3-16,3 1 1 0,-3-1-2 0,2 1 2 15,-1-2-1-15,-2 1-1 0,3 0 0 16,-3-2-3-16,2 3 2 0,-1-3-2 0,-1 2 2 16,0-1-1-16,0-2-1 0,0 3 2 0,0-3 1 15,0 0 0-15,0 0-1 0,0-2 1 16,0 3 0-16,0-4 3 0,-1 2-1 0,-1-1-2 16,2 2 3-16,0 0-1 0,0-2 1 0,-1 1-1 15,-1-1-3-15,2 1 0 0,-2-1-2 16,1 2 1-16,-1-1-2 0,1 0-1 0,-1-1 1 15,0 0 2-15,-1 3 0 0,1-3-1 0,-1 2 4 16,-1 0 2-16,1-2 2 0,0 2 1 16,-1-1-1-16,1 2 1 0,-2-1-2 0,2 1 3 15,-2-1-2-15,1-1-1 0,-1 2 1 0,0-1 2 16,0 3-4-16,-1-3 0 0,1 2 0 16,-4 0 1-16,3 1 1 0,-2 2-1 0,0 0 3 15,-2 2 0-15,2 0 1 0,0 0 0 0,-2 0-2 16,0 1 1-16,2 0-1 0,-2 1-2 15,1 1-2-15,1-1-1 0,-2 1-1 0,1-1-1 16,1 1 0-16,-1-1 1 0,-2 1 2 0,3 1-1 16,0-3 4-16,-2 4-1 0,1-1 0 15,1 0 1-15,-2 0 1 0,1 2 0 0,1-1 0 16,0 3 0-16,0-3 2 0,-1 3 1 16,1 0 0-16,0 2 0 0,2-2 1 0,-4 3-2 15,2-1-1-15,2 0 0 0,-1 2-2 0,-2-1 0 16,3 2-1-16,0 0-1 0,-1 0 1 15,1 0-3-15,-2 2 2 0,3 0-1 0,0-1 0 16,-1 2 1-16,1-1-3 0,2 2 2 16,-3 0 0-16,3 2 0 0,0-1 0 0,-1 1-1 15,1 2 1-15,0-2-1 0,1 2-1 0,-1 0-1 16,3 1-1-16,-3 1-1 0,0 2-1 16,3-3 0-16,-1 1-2 0,-1 1-14 0,1 1-38 15,-1 0-71-15,-1 3-130 0,-1 0-236 0,-2 5-299 16,0 1-348-16,-4 1-343 0,-2 4-109 15,-4-1 503-15,0 5 694 0</inkml:trace>
  <inkml:trace contextRef="#ctx0" brushRef="#br0" timeOffset="130103.68">18399 7711 76 0,'-5'5'272'16,"-1"-1"126"-16,-2 1 108 0,1-2-136 0,-2 1-137 15,3-1-56-15,-1-2-13 0,1 1 16 16,-2 0 18-16,2-1 13 0,1 1 14 0,-1-2 8 15,-1 1 3-15,1 1 0 0,3-2 13 0,-2 1 1 16,2-1-14-16,1 2-17 0,-1-2-30 16,3 0-40-16,-1 1-48 0,1-1-31 0,-2 2-29 15,2-2-19-15,0 0-20 0,2 0-5 0,-2 0-6 16,1 1 2-16,2-1 0 0,1 0 0 16,1 2 6-16,2-2 1 0,1 0 2 0,2 0 2 15,1 0-2-15,3-2 4 0,2-1 18 0,3 0 18 16,4 0 8-16,3-3 6 0,4 1 6 15,1 0 13-15,4-1-14 0,5 0-18 0,1-2-9 16,6 1-5-16,2-1-9 0,0 1-14 16,3 2-12-16,2-2 5 0,0 1 16 0,1 1 11 15,2-2 6-15,2 2 8 0,-3 1 3 0,-1 0-3 16,-2-1-20-16,-1 0-4 0,-1 2-5 16,-7 1-5-16,-3-2 0 0,-1 2-2 0,-7-1 0 15,-5 2-2-15,-2 0 0 0,-4 1-1 16,-5 0-1-16,-1 0-4 0,-3 0 4 0,-5 0 4 15,-2 0 0-15,1 0 3 0,-4 0 3 0,-2 0 5 16,4 0 0-16,-5 0-3 0,1 0-1 16,-2 0-3-16,1 1-16 0,-5 0-22 0,1 2-32 15,-3-3-87-15,1 0-142 0,-4 0-172 16,1-3-286-16,2 1-256 0,-1-4-200 0,2-1 99 16,-2-3 406-16</inkml:trace>
  <inkml:trace contextRef="#ctx0" brushRef="#br0" timeOffset="130429.7">19684 7244 137 0,'13'3'670'0,"-5"1"384"16,-2-2 94-16,1 0-113 0,2 1-434 0,-3 2-303 16,5-1-157-16,2 3-73 0,1 0-36 15,3 0-2-15,1 2 0 0,2 2 4 0,4-1 19 16,0 1 17-16,1 1 6 0,1 0-9 0,0 1-5 15,3-1-6-15,-1 2-19 0,1-1-15 0,-4 2-10 16,4-2-4-16,-1 1-5 0,1 0 0 16,-3-1-4-16,-2 1-2 0,-2-2 5 0,-4 1 21 15,-1 1 47-15,-4 1 53 0,-4 0 42 16,-3 2 16-16,-6 1-2 0,-6 6-20 0,-3-1-38 16,-7 3-41-16,-5 1-34 0,-6 3-17 0,-1 0-11 15,-4-2-7-15,-2 2-3 0,-3-2-12 16,-1 0-29-16,-3-3-51 0,2-3-46 0,-1 0-64 15,-2-4-130-15,3-5-166 0,1-3-246 0,3 0-239 16,2-3-225-16,5-1-74 0,3-4 326 16,1 1 460-16</inkml:trace>
  <inkml:trace contextRef="#ctx0" brushRef="#br0" timeOffset="140331.66">29195 9644 125 0,'8'5'322'0,"-4"-5"141"0,5 0 119 15,-2 0-178-15,1 0-123 0,2 0-55 16,2 0-26-16,-1 0-5 0,6 0 12 0,1 0 13 15,2 2 12-15,4-2 15 0,3 0 9 0,1 0-1 16,6 3-12-16,0-2-12 0,4 2-18 16,4 1-24-16,3-2-25 0,3 2-26 0,4-2-27 15,3 0-18-15,5 0-6 0,2-2 11 0,4-2 13 16,4 0 23-16,6 0 21 0,5-4 12 16,2 2-3-16,8-3-22 0,-1 0-27 0,5 1-24 15,-1-1-26-15,6 1-20 0,3-1-15 0,3-3-9 16,3 3-4-16,3-1-8 0,2 0-1 0,1-1-4 15,4 1 0-15,0 1-2 0,2-3-14 16,4 2-30-16,-1-3-48 0,-3 3-44 0,3-2-44 16,-6 0-87-16,-1-2-129 0,-2 1-171 0,-4-1-242 15,-3-1-237-15,-5 0-211 0,13-4 60 0,-9-3 423 16</inkml:trace>
  <inkml:trace contextRef="#ctx0" brushRef="#br0" timeOffset="153867.56">10248 7126 78 0,'2'0'285'0,"-2"-1"138"0,0 0 125 16,0 1-112-16,0-4-117 0,-2 3-52 0,2-1-9 15,0 1 8-15,-2-1 16 0,2 1 13 0,-1 1 12 16,1-2 7-16,-2 2-4 0,2-1-11 16,0 1-27-16,-1 0-39 0,-2-1-41 0,3-1-49 15,0 0-35-15,-2 2-24 0,2-1-15 0,0 0-4 16,0 1 4-16,-1 0 15 0,1-2 17 15,-2 2 16-15,2 0 16 0,0 0 3 0,-1-2-8 16,-1 2-13-16,0 0-19 0,2-2-20 0,-1 2-19 16,-1-3-13-16,0 3-10 0,1-1-6 15,-1 0 0-15,-1-3-2 0,1 2-4 0,-1 2-2 16,0-2 2-16,0-1-1 0,-1 0-3 16,0 2-3-16,1-2 0 0,-2 0-1 0,0-1 0 15,1 2-2-15,-1-2-1 0,-1 2 0 0,1-1 0 16,0 0 0-16,0 0 0 0,1 0-1 15,-2 0 2-15,1 0 0 0,0 0 1 0,0 1-1 16,0 0 0-16,-1 0-1 0,0-1-3 16,1 2-1-16,0-3-1 0,2 2 1 0,-2 2-3 15,0-3 2-15,1 1 0 0,-2 1 0 0,1-2-3 16,0 1 1-16,2 2 1 0,-2-2-2 16,0-1 0-16,1 1-1 0,-1 1 1 0,0 1-1 15,0-1 0-15,2-1 1 0,-2 1-1 16,1 1 2-16,-1-2 0 0,-1 1 0 0,3-1 0 15,-2 2-1-15,0-2 2 0,0 2-3 0,2 0 0 16,-3-1-2-16,1 1 2 0,2 0 0 0,-2-1-1 16,0 1 0-16,1-2 1 0,-1 2 0 15,0 0-1-15,-1-2 0 0,1 2 0 0,0 0-1 16,1 0 2-16,-2 0 0 0,1 0-1 16,0 0 0-16,0 0-1 0,0 0 0 0,0 0 0 15,2 0-2-15,-3 0 1 0,2 0 0 0,-1 2 1 16,0-2 0-16,0 0 1 0,2 0 0 15,-3 2 0-15,1-2-1 0,2 1-1 0,-2 0-1 16,0-1 0-16,0 2 1 0,2 0 0 16,-3-1 1-16,2 1-1 0,0-2 1 0,-1 1 0 15,2 1 0-15,0-1 0 0,-2 0-1 0,2 1 1 16,0 1 0-16,-1-1 1 0,0 0-1 0,1 1 0 16,-2-1 0-16,2 2-1 0,-2-2-1 15,2 2 1-15,-3 0 1 0,3-1 0 16,-2 1-1-16,0 2 1 0,0-1 1 0,1 1-2 15,0-2 0-15,-2 1 0 0,2-1 1 0,0 1 0 16,0-1-1-16,0 2 1 0,1-4-1 0,0 4 2 16,-1-1-1-16,0-1 0 0,1 0-2 15,0 1 0-15,1-1 2 0,-1 1-2 0,2 0 1 16,-1-1 0-16,0 2 1 0,1-2 2 16,-1 0-2-16,0 1 0 0,-1 0 0 0,2-1 0 15,-2 1-2-15,1 0 2 0,-1-2 0 0,3 4 2 16,-3-3-1-16,1 2 1 0,1-1 0 15,-1 1-2-15,-1 0 1 0,3 0-1 0,-2 0 0 16,-1 0-1-16,1 0 0 0,1 1 1 0,-1 0-1 16,-2-1 0-16,2 2 0 0,1-2 1 15,-1 2 0-15,1-1 0 0,-1 2-1 0,2-2 2 16,-2 3-1-16,1-3 0 0,-1 2 0 0,2-1 0 16,-3-1 0-16,3 1-1 0,0 0 1 15,-2-3 0-15,2 1 0 0,0 1 0 16,0 1 0-16,0-1-1 0,0-1 0 0,0 3 0 15,-1-1 0-15,-1 0-1 0,2-1 2 0,0 2 0 16,-2 0 0-16,2-1 0 0,0 2-1 0,-1 0-1 16,1-2 1-16,-2 3-1 0,2-2 0 15,0 0 0-15,0-1 0 0,0 2 0 0,2-2 0 16,-2 1 0-16,1 0 1 0,-1 1 1 16,2 0 0-16,-2-1 1 0,3 0 0 0,-3 0 0 15,2 0 1-15,-2-1-2 0,3 3 0 0,-3-3 1 16,3 3-1-16,-1-2 0 0,0-1-1 15,-1 2 2-15,2-1-1 0,-1 0-1 0,-2-1 0 16,4 2 1-16,-2-1-1 0,-1 0 0 0,1 0 0 16,1 0 1-16,-1 0 0 0,1-1-1 15,-1 2 1-15,1-3 1 0,0 2 0 0,0 1-1 16,2-2 0-16,-1 1 0 0,0-1 0 0,-1 1-1 16,0-2 0-16,2 1 0 0,-2-1 0 15,2 1 0-15,-1 1 1 0,1-1 0 0,-2-1 0 16,1-2 0-16,0 3 0 0,0 0 0 0,0-3-1 15,0 1-1-15,0 3 1 0,-1-3 2 16,2-1 0-16,-2 1-1 0,2 0 1 0,-2 0-1 16,2-1-2-16,1-1 0 0,-3 2 0 0,2-1 1 15,0-1 0-15,0 1 1 0,0-1 2 16,2 0-1-16,-2 0 0 0,1-2 0 0,-1 3 1 16,2-3-2-16,-1 2 1 0,1 1 0 15,0-2 0-15,1 0-1 0,0 0-1 0,1 0 1 16,-1 0-1-16,2 0 1 0,-1 0 0 0,1-1 1 15,-1 0 0-15,2 1 1 0,-1 0 1 16,1 0-2-16,0-1 0 0,-2 1 0 0,1-1 0 16,-1 0-1-16,2 0 0 0,-3-1 1 15,2 2-1-15,-1-3 0 0,1 2 0 0,-2-2 0 16,2 0-1-16,-3 2 1 0,1-2 0 0,3 0 1 16,-3 0-1-16,0-2 0 0,0 2 0 0,1 0 0 15,-1-2-1-15,-2-1 1 0,2 2 0 16,2-3 0-16,-4 2 1 0,2-3-1 0,0 1 1 15,1-3 0-15,-1 2-1 0,0-3 0 16,0 2 0-16,3-1 0 0,-5-1 0 0,3 0 0 16,-3-2 0-16,3 3 0 0,-1-2 0 0,0 0 0 15,1 0 0-15,-2 0 0 0,-1-1 0 16,2 0 0-16,-1 1 0 0,0-1 0 0,1-1-1 16,-1 1 1-16,-1 1 0 0,3-2 1 15,-4 0-1-15,1 0-1 0,2 2 1 0,-3-2-2 16,3 1 1-16,-2-1-1 0,-1 1 2 0,0-1-2 15,1 0 1-15,0 1-1 0,-1-2 0 16,1 2 1-16,-1-1-1 0,0-1 3 0,-2 1 0 16,3 0 0-16,-1-1 1 0,-2 1-1 15,-1-2 1-15,3 2 1 0,-2 0-1 0,-1 0 1 16,1-2 0-16,-2 1 0 0,1 1-3 0,2-1 0 16,-2 0 0-16,-1-1 0 0,1 0-1 0,0-1 1 15,-1 0 1-15,1 0 1 0,-2-1 1 16,2 0-2-16,-2 0 1 0,1 0 0 0,-1-1-1 15,0 2 0-15,0-1-1 0,0 0 1 16,0 2 0-16,0-1 0 0,0 0 1 0,-1-1-1 16,-1 4 0-16,2-5-1 0,-2 5 0 0,1-3 1 15,-1 0-1-15,2 1 0 0,-2 0 1 16,-1-1 0-16,-1 1-1 0,2 1 0 0,-1-2 1 16,0 0-1-16,1 1 0 0,-1 0 1 15,-2-1-1-15,2-1-1 0,-2 2 1 0,1-1-1 16,1 2 1-16,-2-1-1 0,0 1 1 0,2-1 1 15,-2 2 1-15,0 2-1 0,-1-2-1 0,2 2 1 16,-1 1 0-16,0-3 0 0,0 3 0 16,0 0 0-16,-1-1 0 0,1 5-1 15,-1-5 0-15,1 1 1 0,0 2-1 0,-1 1-1 16,0-1 1-16,0 1-1 0,1-1 2 0,-2 2-1 16,1-1 1-16,0 1 2 0,-2 0-1 0,3 1 0 15,-3 0-1-15,2-2 0 0,-2 3 1 16,0-1-2-16,0 0 1 0,2 2 0 0,-3-3 1 15,2 3 0-15,-1-2 0 0,0 1 0 16,-1 1 0-16,2 1 2 0,-1-1-2 0,-1-1 0 16,3 2 1-16,-4-2-1 0,2 2-2 0,-1 0 0 15,1 0 0-15,0 0 0 0,-2 2 0 16,1 0 0-16,-2-1 0 0,3 0 0 0,-3 1 0 16,2 1 0-16,0 0 0 0,-3 0 0 0,4 0 1 15,-2 2-1-15,1-3 0 0,0 2 0 16,-1 1 0-16,2-3-1 0,-3 3 1 0,3 0-1 15,-3-1-1-15,2 0 1 0,-1 1 0 16,1-1 1-16,-2 1-1 0,1 0 1 0,2 0 1 16,-3 1-1-16,3 0 0 0,-1 0 1 0,-2-2-1 15,3 2 0-15,-2 1-1 0,1-1 1 0,-2 0-1 16,1 1-1-16,2 1 1 0,-2-2 0 16,1 1 1-16,3-1-2 0,-2 0 2 0,-1 2 1 15,4-2-2-15,-1-1 0 0,-1 2 0 16,2-1 0-16,-1 0 0 0,2 0-1 0,0 1 1 15,-2-1 1-15,3 0 0 0,-2 2 0 0,1-3-1 16,0 2 0-16,1 1 0 0,0-1 0 0,1 1-1 16,-1 0 1-16,0 0 0 0,1 1 0 15,1-1 0-15,-1 3 1 0,0-1-1 0,1 1 1 16,-1 0 1-16,1 1-1 0,-2-2 1 16,3 2-1-16,-2 0 1 0,2-1 0 0,0 2-2 15,0-1 1-15,0 0-1 0,0 0 0 0,0 0 0 16,0 2-1-16,2-2 1 0,-2 1 1 15,4 1-1-15,-4 1 1 0,2-2-2 0,-1 2 1 16,1-1-1-16,-2 1 0 0,3-2 1 16,-1 0 0-16,0 2 1 0,-1-2 0 0,2 0 0 15,-1 2 0-15,1-1 0 0,0-2 0 0,-1 3 0 16,2-2-1-16,-1-1 1 0,1 2-1 16,-1-2 0-16,0-1 0 0,0 4 2 0,1-4-1 15,0 0 1-15,0 0-1 0,0 2 2 0,-1-3-2 16,2 0 0-16,-2 1-1 0,2 2 1 15,-2-3-1-15,0 0 1 0,2 2 0 0,0-1 0 16,-1 0 0-16,0-1 0 0,-1 1 0 0,0-3 0 16,2 2 1-16,-2 0 1 0,0 0-1 0,3 0 1 15,-3-2-2-15,1 1 1 0,0 1-1 16,0-2-2-16,-1-1 2 0,3 1 0 0,0 0 1 16,-1 0-2-16,0-2 1 0,1 3 0 15,-1-3 0-15,0 1-1 0,2-1 0 0,0 2 1 16,-1-4 1-16,-1 3 1 0,4-1 0 0,-4 0-1 15,3 0 0-15,-1 0 1 0,-1 1-2 16,3-4-1-16,-2 2 0 0,-1 1 0 0,2-3 0 16,0 2 0-16,0-2 0 0,0-1 0 15,0-1-1-15,2 0 2 0,-2-1 1 0,2 2 0 16,1-4 0-16,-3 2-1 0,3-1 1 0,0 0-1 16,0-3-1-16,-1 0 1 0,0 1 0 15,2-3 1-15,-1 2-1 0,1-1 0 0,-2-1 1 16,0-2-1-16,0 2 1 0,0 0-1 0,0-2 0 15,0 0 0-15,0-1 0 0,-2 0 0 16,1-1-1-16,1 1 0 0,-2-1 1 0,0 0 0 16,1-1 1-16,-2 1-1 0,1-2 0 0,1 1 0 15,-3-2-1-15,2 4 0 0,-1-5 0 16,-1 2-1-16,3 0 1 0,-4 1-1 0,3-4 0 16,-2 4 2-16,0-3-2 0,-1 1 2 15,0 1 0-15,1-4 0 0,-2 3 0 0,0 0 1 16,1-2 2-16,0 2-2 0,-1-1 0 0,-2-2 1 15,1 2-1-15,0 0 1 0,-1-1 0 0,1 0 0 16,-3-2 0-16,2 3 1 0,1-2 0 16,-3 2-2-16,2 0 1 0,-1 0 0 0,-1-2 0 15,0 1 1-15,3 2-1 0,-3-2 1 16,0 2-1-16,-3 0 0 0,3-1 0 0,0 3-1 16,-1-1 0-16,1-2 0 0,-2 2 0 0,2-2-1 15,-1 1 1-15,-1 0-1 0,0-2 0 16,2 1 1-16,-3-1 0 0,1 2 1 0,2-2-1 15,-3 0 1-15,0 2 2 0,1-4-1 16,-1 3 0-16,0-1 1 0,-3 0 2 0,4 3 2 16,-1-1 3-16,0-1 3 0,0 3 6 0,-2 1 4 15,2 0 2-15,-2 1 1 0,1 0 0 16,-1-1-2-16,-2 2-4 0,1 1-2 0,0 2-4 16,-2-2-3-16,0 3-4 0,0 0 1 15,0-2-2-15,-1 3-1 0,1-2-1 0,0 2-2 16,1 0 0-16,-2 2 0 0,3-2-2 0,-1 2-1 15,2-1 1-15,-1 2-1 0,0-2 0 16,3 2-1-16,-2 0 1 0,3-1-2 0,-1 1 0 16,0 0-1-16,0 0-2 0,1 0-10 0,-1 1-17 15,0-1-23-15,0 0-46 0,0 2-77 16,1-2-118-16,-1 0-180 0,3 3-290 0,0-2-332 16,0 1-318-16,3-1-154 0,-1-1 334 0,4-1 652 15</inkml:trace>
  <inkml:trace contextRef="#ctx0" brushRef="#br0" timeOffset="155106.12">11439 5379 87 0,'-2'-3'299'0,"1"-1"161"16,-2 0 171-16,1 1-76 0,-1-1-47 0,-2-1 3 15,3 2 9-15,-3-2-16 0,1 1-53 16,-2 1-71-16,-1-3-85 0,2 3-69 16,-3-1-50-16,1-1-22 0,-1 2-2 0,1 0 10 15,-1-1 11-15,2 1-3 0,-5 0-9 0,3 0-25 16,0 2-28-16,-3-3-23 0,3 2-20 0,-3-2-17 15,0 3-14-15,-1-1 2 0,-1 1-2 16,-1-2-3-16,-1 3-7 0,-2-2 0 0,0 2-4 16,2 0-10-16,-5 0-3 0,2 2-5 15,-2-2 0-15,-2 4-4 0,0-1 3 0,-2 2 0 16,0 0 0-16,-2-1-2 0,0 0 1 0,1 2-1 16,-1 2-2-16,1-1-1 0,0 2 1 15,1-2 3-15,3 4-1 0,-1-3 0 0,1 3 1 16,1-1 1-16,3 2-3 0,-2-2 0 15,3 3-1-15,-1 0 2 0,3 0-2 0,-2 2 2 16,5 2 0-16,-1-2-2 0,-1 3 1 0,1 0 1 16,4 1 2-16,-2 1-1 0,1 2 1 0,3-1 0 15,0 3-2-15,-2-1 1 0,3 2-1 16,2-1 1-16,0 2-2 0,1 1 0 0,1 0 1 16,2 0-3-16,2 1-1 0,1 0-2 15,1 2 0-15,4-1 4 0,0 0-1 0,3-1 3 16,1-1 1-16,2 0 1 0,2-3 2 0,2 1 0 15,3 0-2-15,2-3 2 0,1-1 0 16,2 0 1-16,3-1-2 0,-3-4 2 0,3 1 1 16,2-3 0-16,0-3-1 0,-1-1-1 15,2-1-1-15,-1-5-2 0,-1-1-4 0,-1-3 3 16,0-3-2-16,2-1 1 0,-2-5-1 0,-3 1-1 16,3-3 0-16,0-1 0 0,-3-3 0 0,2 1 2 15,-3-3 2-15,0-2 3 0,-1 2 1 0,-3-4 0 16,2-3 3-16,-2 1-2 0,2-2 1 15,-4-2 0-15,1 1-2 0,-1-2 0 0,-4-1 0 16,1 1 1-16,-2 0 0 0,-1-2-1 16,-3 2 2-16,0-2 1 0,-2 2 2 0,-2-2-3 15,-2-2 2-15,-2-1 2 0,-1-1 1 16,-4-1-1-16,0-3-1 0,-4 1 3 0,-1-1 0 16,-2 1-3-16,-2-2 1 0,-2 3 2 0,-1 3-1 15,-2-1-1-15,-3 4 1 0,-1 2 0 0,2 3-1 16,-4 5 0-16,0 0-1 0,1 3-1 15,-2 4-2-15,3 2 0 0,-1 4 0 0,-1 1-4 16,1 3-2-16,2 0-1 0,-1 3 0 16,-1 3-2-16,3 0-4 0,-2 3-11 0,1 1-37 15,2 4-70-15,-4 1-90 0,2 2-176 0,0 5-291 16,-3 0-327-16,3 5-327 0,0 2-184 16,-3 4 185-16,1 1 673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59:5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6983 2617 209 0,'0'8'461'0,"-3"0"186"16,1 3 127-16,-2 2-127 0,2 0-160 0,1 5-26 16,-1 1-4-16,2 6-9 0,0 4-26 15,0 4-39-15,0 0-30 0,0 4-60 0,0 3-46 16,-3 0-27-16,1-1-26 0,-1 1-41 0,-2 0-40 0,2-5-37 16,0 0-20-16,-3-2-17 15,1-3-11-15,2-5-5 0,0-2-1 0,-2-3 6 0,3-4 5 16,-1-2 2-16,1-2 2 0,-1-5-1 15,2 1 0-15,-1-3 1 0,2-3-1 0,0-1-2 16,-3-1-4-16,3-3-5 0,-1-4-4 16,-1-5-7-16,2-3-8 0,2-6 2 0,-1-4-2 15,4-4 2-15,-1-4 0 0,1-3-4 16,2-3-1-16,-1-1-7 0,5-1-2 0,-3 1-2 16,0-2-1-16,3 1 3 0,-2 5 3 0,1-1-1 15,2 1 1-15,-2 7 0 0,1 1 0 0,0 2-1 16,2 5-1-16,-2 0 0 0,1 3 0 15,1 3-1-15,1 2 0 0,-1 2 6 0,3 1 4 16,-2 4 1-16,-1 2 2 0,1 2 1 0,0 2 2 16,-1 2-4-16,-2 0-9 0,3 4-3 0,-4 0-2 15,-1 0-1-15,-1 3 0 0,1 1 0 16,-2 1 6-16,-2 2 4 0,-2-1 4 0,-1 2 7 16,-2 1 3-16,-2 1 2 0,-3 4 0 0,-1 0 1 15,-2 2-1-15,-3 1-5 0,-2 1-2 0,1-1-2 16,-3 2 1-16,1 2-3 0,-2-4 0 0,2 2-1 15,-2 0 0-15,2-1-2 0,0 0-1 0,1-3 1 16,1 0-1-16,0-1 0 0,4 0-2 16,-1-2 0-16,3-1 0 0,1-1-1 0,2-2-2 15,1 2 0-15,2-6 1 0,2 2-3 16,2-3 0-16,1-1 0 0,2 0 1 0,3-2 1 16,2-2-2-16,3-2 2 0,3-2 0 0,2-3 1 15,4-3 0-15,3-1 1 0,0-4-1 16,3 1-4-16,0-4-9 0,3 1-21 0,-1-1-63 15,2 2-71-15,-6 0-120 0,0 2-196 0,-1 2-304 16,-2 2-345-16,-1 5-262 0,-5 1-141 16,1 3 382-16,-1 1 637 0</inkml:trace>
  <inkml:trace contextRef="#ctx0" brushRef="#br0" timeOffset="409.82">7927 3499 64 0,'0'5'569'16,"0"-2"428"-16,0-3 206 0,0-3-59 0,0-5-375 15,2-2-290-15,2-5-135 0,-1-2-47 16,2-2-33-16,2-7-33 0,1-1-25 0,1-3-30 16,1-3-41-16,1-6-43 0,0 0-33 0,1-4-19 15,0-1-13-15,2-1-8 0,-1 0-4 16,0 0-2-16,0-1-1 0,0 4-2 0,-4 1 0 15,1 7 4-15,-2 1 4 0,1 6 1 0,-4 2 0 16,1 5 0-16,-1 3-2 0,-2 2-5 16,-1 3-5-16,2 5-3 0,-2-1-2 0,-1 4-2 15,1-1-1-15,-2 4 1 0,2-1-2 0,-1 4 2 16,1 1-1-16,-2 4 3 0,3 3-1 0,-1 4 1 16,-1 4 2-16,1 3 3 0,-2 5 2 0,2 0 2 15,-1 5 2-15,-1 2 0 0,0 3 0 0,0 1-3 16,0-1-2-16,3 3 0 0,-1-1-3 0,0-1 0 15,2 1 0-15,1-1-4 0,-2-1 0 16,3-2-1-16,-2 0-9 0,-1-5-20 16,0 1-49-16,-1-5-64 0,0-3-60 0,-4-5-121 15,0 0-165-15,-1-6-248 0,0-3-256 0,-1-5-213 16,-2-2-148-16,1-5 248 0,-4-2 504 0</inkml:trace>
  <inkml:trace contextRef="#ctx0" brushRef="#br0" timeOffset="606.1">7993 3126 181 0,'-4'-5'490'0,"2"4"232"16,1 1 136-16,2 1-122 0,1 2-189 15,2 0-118-15,1 2-56 0,3-2-28 0,2 1-34 16,2 1-53-16,1-1-62 0,3-1-57 16,1 0-42-16,4 0-32 0,1-2-22 0,3-1-16 15,2 0-12-15,0 0-4 0,5-1-8 0,-1 0-11 16,3-1-72-16,-3-1-146 0,2 0-253 15,-3 1-274-15,-1 1-273 0,1 0-228 0,-5-1 93 16,0 1 484-16</inkml:trace>
  <inkml:trace contextRef="#ctx0" brushRef="#br0" timeOffset="1191.85">8612 2884 116 0,'1'-5'427'0,"-1"-1"282"15,0 2 230-15,0-1-56 0,2 1-162 0,-2 0-155 16,1 0-110-16,-1 2-83 0,0-2-47 0,2 4-38 0,-2-1-27 16,2 0-23-16,-2 1-14 15,1-2-18-15,-1 2-36 0,0 0-39 0,0 0-38 16,0 2-27-16,0-1-20 0,0 2-15 0,0 3-4 15,0 3-2-15,-3 5 0 0,1 5 1 0,-1 2 0 16,-3 6 3-16,0 2-6 0,-1 4-4 16,1 1-3-16,0 2-4 0,-2 2-7 0,5-2-2 15,1-2-1-15,2-4-2 0,2 0-2 0,1-4-1 16,5-4 4-16,0-2-3 0,1-5-1 16,5-3-2-16,-1-5-3 0,3-2-2 0,1-4-3 15,2-4-3-15,-1 0 0 0,2-1-1 16,-1 0 2-16,0 0 2 0,0-1 2 0,0 3 3 15,-2 1 1-15,2 1 1 0,-3 0 3 0,1 2 3 16,-2 2 0-16,0 2 1 0,-2 1 0 0,1 0 2 16,-2 2-2-16,-3 0-1 0,2 2 0 15,-3-3 2-15,0 1-1 0,0 0-1 16,-2-1 1-16,0-2-1 0,-1 2 1 0,0-5-2 16,0 0 2-16,-2-2 1 0,3-2 2 0,0-2 2 15,-1-5 1-15,2-2 2 0,-1-3 2 0,3-4 3 16,-1-3 1-16,0 0 2 0,-1-3 3 15,0-3 0-15,1 1 0 0,-3-4-1 0,2-1-3 16,-3-2-3-16,2-1-1 0,-1 0-3 16,-2-3 0-16,-1 4-3 0,1 0-1 0,-3 4-1 15,-1 2 0-15,-3 2-2 0,-1 3-2 0,1 3-6 16,-4 0-14-16,-1 3-39 0,-1 3-76 0,-4 2-90 16,1 1-161-16,1 3-283 0,0 1-325 0,1 5-329 15,2 0-184-15,1 3 138 0,3 0 626 16</inkml:trace>
  <inkml:trace contextRef="#ctx0" brushRef="#br0" timeOffset="11013.8">14625 2096 167 0,'-8'2'303'0,"-2"0"115"0,2-2 9 0,2 0-120 16,1 0-61-16,-1 0-12 0,1 0 13 0,2 0 3 16,0 0-10-16,1-2-25 0,1 2-34 0,-1-2-37 15,2 2-34-15,-1 0-21 0,1-1-19 16,1 1 2-16,1 0 23 0,1-1 26 15,2-2 47-15,4 0 38 0,1 0 28 0,2-4 5 0,7 3-1 16,0-1-25-16,4-3-46 0,3 2-35 0,1 0-27 16,2 1-17-16,-1-2-34 0,2 1-15 15,0 2-5-15,-2 0-26 0,1 2-13 0,-5 1-13 16,0 1-2-16,-2 1-3 0,-2 1-4 0,-4 2 62 16,0 1 60-16,-4 1 48 0,0 2 27 0,-2-1 18 15,-5 4 0-15,-2 2-37 0,-3 1-39 16,-4 2-27-16,-3 4-17 0,-5-1-17 0,-3 5-14 15,-3 0-8-15,-4 2-4 0,-2 2-12 0,-3 2-5 16,-2 2 0-16,-1-1-3 0,0 1-2 0,0-1-2 16,0-1-1-16,3 0-3 0,2-3-2 0,4-1 4 15,3-4 1-15,0-3 1 0,5-2-2 16,4-2 0-16,0-3-2 0,2-1-3 0,4-4 3 16,1 0-2-16,2-2 3 0,0 1 1 0,5-3-2 15,0 0 3-15,4-1-1 0,2-2 8 0,2-2 2 16,5-3 1-16,0 1-1 0,3-5 1 0,4 0-11 15,1-3-34-15,0-1-53 0,3-1-54 0,-1-1-63 16,2-2-101-16,-1 1-136 0,-2 0-138 16,1-2-139-16,-1-1-242 0,-2 5-180 0,1-3 17 15,-3 3 295-15,-3-4 355 0</inkml:trace>
  <inkml:trace contextRef="#ctx0" brushRef="#br0" timeOffset="11356.05">15210 2326 123 0,'-4'12'311'15,"0"3"143"-15,-1 3 143 0,0 2-145 0,2 3-48 16,0 5 15-16,1 0 16 0,2 4 61 16,-1 1 1-16,1 1-55 0,1-2-75 0,-1-2-89 15,4-2-61-15,0-2-88 0,6-4-61 0,-2-2-32 16,5-3-19-16,0-4-3 0,4-4-7 0,1-5-1 16,3-3 1-16,1-5 0 0,0-5 0 0,3-4 4 15,2-6 1-15,-3-3 5 0,3-3 9 16,-2-4 12-16,-1 0 34 0,-2 2 40 0,-3-3 40 15,-2 4 20-15,-4-3 4 0,0 1-14 0,-7-1-28 16,-3 1-36-16,0-4-33 0,-6 1-19 0,-2-1-14 16,-4-1-7-16,-4 3-7 0,1 2-4 15,-6 3-5-15,-2 1-6 0,-1 6-4 0,-2 2-3 16,-4 6 2-16,0 4-2 0,0 3-3 0,1 6-1 16,0 6-1-16,-1 3 7 0,2 4 1 0,1 4 2 15,3 4-5-15,-1 1-32 0,5 1-56 0,2 5-61 16,1-2-93-16,6-1-159 0,4-1-214 15,4 0-281-15,4-1-230 0,4-2-195 0,6-2 106 16,2 0 482-16</inkml:trace>
  <inkml:trace contextRef="#ctx0" brushRef="#br0" timeOffset="12510.27">16057 2667 85 0,'6'9'441'16,"-3"-2"257"-16,1-2 151 0,1-1-63 0,-2-2-307 15,3-4-173-15,1-1-81 0,2-4-21 0,0-1 7 16,3-3 35-16,2-6 12 0,0 0-23 0,5-2-34 15,0-5-33-15,2 0-36 0,-1-2-42 16,0 1-29-16,1 2-20 0,-2-1-13 0,-3 5 0 16,0 2-1-16,-4 2 0 0,-2 4 4 0,-2 3 0 15,-2 2 0-15,-3 1-3 0,1 4-3 16,-4 1-1-16,0 4-6 0,-2 5-3 0,-1 3-2 16,-1 2-1-16,0 5 2 0,-1 2-5 0,0 0-1 15,-1 0 0-15,3 0-3 0,0 0 0 0,1-2-3 16,0-1 2-16,4-4-3 0,1 0-1 0,0-3-2 15,2-3 0-15,4-2 3 0,1-4 5 16,1-4 3-16,6-4 2 0,1-4 0 0,1-5-3 16,3-3 0-16,1 1-1 0,-2-6-6 0,1 4 0 15,0 1 4-15,-1 0 0 0,-2 2-5 16,-2 4-6-16,-1 0 4 0,-3 3-2 0,-4 1-1 16,-1 3 1-16,0 1-1 0,0 4 6 0,-3 0-4 15,0 3 4-15,-1 3 2 0,0 2 4 0,-1 1 4 16,0 1 0-16,-1 0 6 0,4 1-1 0,-5 1-6 15,2-3-2-15,4 1-3 0,-2-3-6 16,3 0-3-16,2-1-2 0,0-1 6 0,4-4-3 16,0-1 9-16,2 0-1 0,0-1 3 0,0-2-2 15,0 1 3-15,1 1-3 0,-3-1-1 0,3 4 1 16,-4-1-6-16,1 4 3 0,-2 1-6 0,-3 2 7 16,2 3 0-16,-5 4-3 0,-1 3 3 0,-2 3-1 15,-1 0-1-15,-2 2 2 0,-2 1-5 16,-1-1 1-16,-2 1-1 0,2-4 2 0,2-2-2 15,-4-1-10-15,2-3-26 0,3-4-23 0,0-2-40 16,2-4-93-16,-1-4-152 0,4-4-158 0,-4-4-270 16,6-2-258-16,-3-6-175 0,5-3 124 15,-2-3 417-15</inkml:trace>
  <inkml:trace contextRef="#ctx0" brushRef="#br0" timeOffset="12695.89">17086 2171 325 0,'0'-22'703'0,"-1"5"369"15,-1-1 108-15,-1 8-309 0,-3 1-253 0,4 3-191 16,-2 2-135-16,-1 2-118 0,0 2-75 16,0 2-46-16,0 2-24 0,-1 3-16 0,2 1-7 15,-3 2-3-15,4 4-5 0,-2 0-5 0,3 2-3 16,-1 3-10-16,3 0-28 0,-1 4-66 0,-2 0-93 16,3 1-114-16,0 4-134 0,0-1-238 0,-2 4-246 15,2 2-112-15,-1 3 108 0,1-2 284 16,0 2 298-16</inkml:trace>
  <inkml:trace contextRef="#ctx0" brushRef="#br0" timeOffset="13053.92">17055 2707 47 0,'6'9'236'0,"2"1"129"16,1-4 121-16,-1-4-93 0,0 0-16 15,-1-2 35-15,2-2 55 0,1-4 54 0,1-3 28 16,4-3-31-16,2-3-80 0,1-3-97 0,0-2-78 16,4-2-76-16,-2 1-52 0,-2 0-26 0,2 2-13 15,-2 0-5-15,-6 5-12 0,1 0-8 16,-2 4-12-16,-3 3-15 0,-1 2-15 0,-3 2-13 15,2 3-3-15,-1 1-5 0,0 3 0 0,-2 5 27 16,0 1 23-16,1 3 11 0,-3 2 5 0,1 3 1 16,-1-3-4-16,4 2-27 0,-4-1-19 0,2-1-11 15,2-1-6-15,2-1-7 0,1-2 4 16,2-2 0-16,2-5 2 0,3-2 3 0,1-4 0 16,3-4 0-16,2-2 0 0,1-4-2 0,2-1-2 15,-1 1-1-15,-2 0-1 0,0 2-4 16,-4-1-2-16,-3 6 0 0,-3-1-1 0,0 2 0 15,0 2 1-15,-3 2 2 0,0 2 1 0,-2 2 1 16,-1 2 1-16,0-1-2 0,-2 4 1 0,2 0 3 16,1 1-4-16,-1 1-4 0,1 0-1 0,2-1-48 15,2 1-48-15,2-1-40 0,1-1-57 16,1 0-117-16,1-1-153 0,2-1-160 0,0-1-247 16,2 2-240-16,2-1-115 0,-2 1 219 0,3-2 416 15</inkml:trace>
  <inkml:trace contextRef="#ctx0" brushRef="#br0" timeOffset="18360.88">24894 2136 113 0,'-3'8'428'0,"0"-3"281"0,-2-2 214 0,2 0-53 15,-1-1-267-15,4-1-145 0,-1-1-102 16,2-1-77-16,3-3-61 0,-1 0-48 0,3-1-27 16,2-5-19-16,5-3-21 0,1-1-16 0,3-1-13 15,1-3-9-15,4-1-13 0,2-4-10 0,2-1 0 16,4-2 6-16,0-2 1 0,4 1 0 15,-3-1 18-15,3-1 34 0,-3 3 14 0,-1 1 9 16,0 0 6-16,-3 1 1 0,-3 3-22 0,-3-1-25 16,-3 5-17-16,-2 2-15 0,-2 2-16 0,-2 0-9 15,-4 4-2-15,-1 1-3 0,0 2-5 16,-4 2-2-16,0 1 2 0,0 0-3 0,-1 2-3 16,0-1-7-16,-2 2-3 0,1 0-5 0,-1 2-2 15,-1 2 0-15,-1 2 1 0,-1 5 1 0,-1 2 3 16,0 1 2-16,-3 4 0 0,1 2 3 15,-2 3 0-15,0 3 1 0,0 0-1 0,-3 2 1 16,0 1-1-16,1 0-3 0,-3 2 1 0,0-2-2 16,0 3 0-16,2-4 6 0,0 1 3 0,-1-3 3 15,2 2 0-15,0-6 0 0,0 3 0 16,1-5-7-16,1 1-2 0,-1-3-5 0,3 0 0 16,-1-3 0-16,1 0 0 0,0-2 1 0,0-1-8 15,2-2-13-15,0-2-34 0,0-1-51 0,1-2-51 16,2-1-57-16,-1-3-97 0,0-1-128 0,2-3-132 15,2 1-198-15,1-6-234 0,2 0-196 0,1-1 68 16,4-6 344-16,-2 0 381 0</inkml:trace>
  <inkml:trace contextRef="#ctx0" brushRef="#br0" timeOffset="18949.96">25814 1671 221 0,'3'-8'544'0,"1"2"288"0,-4 1 197 0,0 1-167 16,0 1-227-16,-4 0-156 0,3 3-108 0,-2-1-93 16,-4 2-86-16,1 2-70 0,-7 2-43 15,2 2-21-15,0 5-8 0,-5 1 3 0,3 1 1 16,-4 4-2-16,1 1-2 0,-1 3-6 0,3-1-14 15,0-1-12-15,2 0-7 0,3-2-6 16,1-1-8-16,7-4-2 0,-3 0 3 0,6-2-1 16,0-3 3-16,3-1 1 0,2-3 4 0,1-2-1 15,3-4 2-15,2-3 1 0,1-3-2 0,2-4-2 0,0-1-3 16,2-4 1-16,0 1-6 0,1-1 1 16,-1-2 2-16,-3-1 1 0,0 3 1 0,0-2 2 15,-3 2 3-15,0 3-2 0,-3 0-3 16,1 1 3-16,-1 2-3 0,-2 0 1 0,-2 3 0 15,-1 2-1-15,0 1 1 0,-3 2 0 0,1 0-4 16,-1 0-2-16,1 2-1 0,1 1-1 0,-2 1 2 16,-1 2-2-16,2 2 4 0,-1 1 1 0,-1 2 2 15,0 3 0-15,0 3 0 0,2 1 3 16,-2 4-3-16,0 1 1 0,-2 4 2 0,2 1 19 16,-3 2 10-16,2 4 7 0,-4-4 0 0,1 5 0 15,-1 0-5-15,-2-1-10 0,1 1-5 16,-2-3-8-16,0 3 0 0,-1-3-2 0,1-3 2 0,-5 2 23 15,4-1 20-15,-5-2 15 0,2-2 10 16,0-2 3-16,-2-1-2 0,1-1-25 0,0-2-20 16,1-3-12-16,-1-1-7 0,0-2-5 0,4-2 1 15,1-1-4-15,-1-4-4 0,2-3-22 16,1-1-45-16,-1-2-46 0,6-4-43 0,-1-3-56 16,2-3-101-16,3-3-115 0,4-1-105 0,1-7-173 15,1 3-251-15,4-4-178 0,0 0 65 0,0 0 309 16,4-2 341-16</inkml:trace>
  <inkml:trace contextRef="#ctx0" brushRef="#br0" timeOffset="19267.96">26053 2014 174 0,'-2'24'420'16,"1"-3"204"-16,-3 2 162 0,1-1-164 0,2 1-127 15,1-4-120-15,0 1-76 0,0-4-58 0,4-2-57 16,0 3-65-16,2-6-21 0,4-2 4 0,0-3 1 15,3 0 10-15,1-6 8 0,4-1 5 0,2-4-21 16,2-2-23-16,-1-4-2 0,4-3-6 16,-1 1-5-16,0-6 4 0,-2 1 1 0,0-1 8 15,-2 0-2-15,0-4 13 0,-3 1 18 0,-3-2 11 16,2-3 5-16,-5 0-9 0,2 0-11 16,-5-4-22-16,-4 2-27 0,1 1-23 0,-5-1-12 15,-5 4-6-15,-3 2-3 0,-2 4-1 0,-6 3-4 16,-5 4-2-16,0 4-5 0,-4 5-5 0,-2 6 0 15,-1 3-6-15,-1 4 2 0,3 3-5 0,-3 4-33 16,2 2-37-16,3 6-47 0,2-1-97 16,0 1-144-16,2 1-217 0,4 1-263 0,0 1-243 15,7-3-174-15,2 0 169 0,6 0 438 0</inkml:trace>
  <inkml:trace contextRef="#ctx0" brushRef="#br0" timeOffset="20368">27792 2250 207 0,'5'4'431'0,"-2"-2"172"0,2-4 125 0,3-2-232 15,3-4-158-15,5-2-80 0,2-3-38 0,3-6-24 16,4 0-19-16,1-4-2 0,2-1-5 0,2-3-2 16,0 0 13-16,0 0 33 0,-1 0 13 0,-4 3-7 15,0-1-13-15,-3 2-24 0,-4 4-20 16,-2 3-14-16,-7 2 13 0,2 3 27 0,-4 4 9 15,-3 1-8-15,-2 2-18 0,-2 2-35 0,-2 4-43 16,-2 3-45-16,-5 4-27 0,-1 5-12 0,-2 2-10 16,1 5-1-16,-3 1 1 0,5 3 0 0,-5 0-4 15,4 2 0-15,0-1 0 0,1 1-1 16,4-2-2-16,1-4 0 0,0 0-1 0,4-5-2 16,0 1 2-16,5-4 2 0,2-1 3 0,3-5 4 15,3-3 6-15,6-4 2 0,0-3-1 0,3-4 2 16,4-4 0-16,-1-2-3 0,-2 0-3 0,1 0 0 15,-2-2 0-15,0 2-1 0,-2 1 6 16,-5 1 8-16,-3 0 6 0,0 4 11 0,-4 1 7 16,-2 3 5-16,-1-1-3 0,-2 2-6 0,2 1-9 15,-5 1-10-15,0 1-6 0,0 4-8 0,-5 0-4 16,4 3-2-16,-2 0 1 0,-1 1 0 16,1 2-2-16,0-3-1 0,1 1-1 0,2-1 1 15,0-1-1-15,4 0 1 0,-1-1 2 0,3-1 1 16,2-2 3-16,3-3 3 0,2-2 1 0,4 0 1 15,1-4 1-15,4 0 1 0,-2-2-3 16,-1 0-1-16,3 3 1 0,-3-1-2 0,-1 0-1 16,-3 2-3-16,1 2 0 0,-2 0-3 0,-2 1 0 15,-2 2 0-15,0 3-3 0,-2-2 3 0,-2 4 1 16,-1 3 1-16,0 0 0 0,-2 3 1 16,-2 0 0-16,-1 0-2 0,0 1 1 0,-1 1-3 15,1 0 0-15,0-1-1 0,0-1-14 0,0-1-40 16,0 2-58-16,1-2-50 0,-1-2-67 0,4-2-108 15,-3-1-135-15,2 0-120 0,1-2-151 0,0 0-240 16,1 0-166-16,1-1 80 0,-1-2 308 16,1 1 349-16</inkml:trace>
  <inkml:trace contextRef="#ctx0" brushRef="#br0" timeOffset="20583.93">28869 2182 99 0,'12'-27'330'0,"-2"-1"206"0,0-3 217 0,-1-1-56 15,-1-1-27-15,0-2-41 0,-2 2-67 0,2-2-82 16,-5 6-87-16,0 0-77 0,-1 7-62 16,-1 1-48-16,-1 6-40 0,-1 1-28 0,-1 4-25 15,-1 2-33-15,0 4-35 0,0 2-26 0,-3 2-15 16,1 3-9-16,0 5 2 0,0-1-16 0,0 5-32 16,1 0-27-16,-1 4-35 0,0 0-88 15,2 0-132-15,0 1-143 0,0 1-212 0,0 0-263 16,1 0-212-16,0-1 41 0,1 2 320 0,-2-1 382 15</inkml:trace>
  <inkml:trace contextRef="#ctx0" brushRef="#br0" timeOffset="21048.06">28843 2389 243 0,'8'-6'573'15,"4"-1"342"-15,0-4 202 0,4-2-230 0,4-4-225 16,1-2-152-16,6-3-110 0,2-1-83 0,1-3-61 16,1-2-34-16,4 0-26 0,-2 0-21 0,2 1-23 15,-5 0-23-15,0 5-29 0,-5 0-17 16,-3 3-10-16,-3 4-5 0,-4 3-9 0,-3 2-9 16,-2 2-11-16,-4 3-11 0,-1 0-9 0,-3 5-9 15,-1 3-4-15,-2 1-4 0,-4 5-1 0,-2 3-1 16,1 2 0-16,-3 1-1 0,1 2-3 0,-2 0 2 15,4 1 0-15,-4-2 1 0,6 0 0 16,0-2 0-16,3-1 2 0,2-3-1 0,4 0 0 16,3-2 1-16,5-4 2 0,3-2 2 0,4-4 2 15,5 0 0-15,5-6-1 0,4-1 3 0,0-3-2 16,3 0-2-16,-1 2 0 0,-1-2-1 16,-4 1-1-16,-7 0-2 0,0 4 0 0,-5 1 0 15,-5 2-1-15,-1-1 0 0,-5 3 0 0,0 1-1 16,-3 1 0-16,-1 1 1 0,1 3 1 0,-4 0-1 15,1 2 1-15,-2 2 2 0,-2-1-1 16,2 2-2-16,0 0-1 0,0 0 0 0,2 1-1 16,1-2 1-16,2 1-3 0,1 0 1 0,1 0-18 15,2 0-45-15,-3-1-65 0,4-1-85 16,-4-1-163-16,3 0-266 0,-4-1-307 0,-1 1-286 16,0-2-196-16,-2 2 113 0,0 0 588 0</inkml:trace>
  <inkml:trace contextRef="#ctx0" brushRef="#br0" timeOffset="23663.81">4156 4501 140 0,'-15'10'335'15,"0"0"134"-15,5-2 91 0,0-1-211 0,5-3-168 16,0 1-95-16,2-3-47 0,3 0-49 16,2 0-23-16,1 0-10 0,3-1-10 0,6-1 0 15,1 0 0-15,5 0 21 0,1-1 13 0,3 1 11 16,3-2 2-16,2 0 0 0,4 2 6 16,3-1 37-16,2 0 46 0,4 1 17 0,4-2 8 15,0-1-1-15,5 1 8 0,-1-2-22 16,7 2-66-16,2 0-29 0,6-4-15 0,5 1-3 15,2-1-12-15,6-2-11 0,0 2 45 0,4-2 19 16,4 0 26-16,-3 1-15 0,6-3-7 0,3-1-7 16,3 1-28-16,5-2-7 0,6 2 84 15,-1-4 102-15,3 1 61 0,2-1-1 0,1-1-1 16,3-1-7-16,2 1-98 0,1 0-75 0,2-1-28 16,2 1 18-16,1 1-14 0,0-1-8 15,3 1-1-15,2 1-4 0,-1 0 2 0,-1 0-16 16,0 1 23-16,2 0-7 0,-3 2-4 0,3 1-3 15,0-1-1-15,0-1 4 0,0 2-3 0,-2 0 22 16,-1-2-8-16,1 3-3 0,2-3-26 16,-2 2 9-16,2-2-8 0,0-1 1 0,1 3 23 15,1 0 15-15,-1 0 5 0,3 2-15 16,-3 1-7-16,2 0-16 0,-3 1 2 0,0 1 2 16,-2 2 2-16,-1 0 2 0,3-1 5 0,0 2 2 15,0 1-17-15,1 0 1 0,-1 0 3 16,0 0 0-16,-2 0 1 0,1 1 4 0,-1-1 5 15,-3 0-16-15,-1-1 3 0,-2 1 3 0,0 0 3 16,-2-1 3-16,-1 0 3 0,2-2 6 16,-1 1-15-16,-1-2-4 0,-5 2-1 0,3-3 5 15,-1 2 2-15,1-1 1 0,0-1 2 16,-2-1-5-16,0 2-10 0,-1-2-2 0,-1-2 5 16,-2 4 5-16,1-2 5 0,-1-1 6 0,3 1 3 15,-3-1-7-15,3 1-16 0,-4-1-2 16,0-1 2-16,0 2 5 0,-1-1 5 0,4 0 4 15,-2-1 7-15,1-1-10 0,-1 1-10 0,0-1-2 16,-2 0 3-16,-1 0 10 0,1 1 7 16,3 3 4-16,-2-3 9 0,0 1-8 0,-1-1-11 15,0 0-7-15,-4 2 1 0,1-1-1 16,2 1 5-16,-2 0 5 0,2-1 4 0,1 0-4 16,-3 2-5-16,2-1-13 0,-2 0 6 0,-3 1 7 15,2-1 6-15,-2 0 3 0,5 0 4 16,-4-1 6-16,1 3-10 0,1-1-12 0,-1 0-7 15,-4-1 2-15,1 1 4 0,-1 1 4 0,2-2 3 16,0 2 4-16,2-2 5 0,-2 0-11 16,0 0-8-16,0-1 1 0,0 2 5 0,-1-1 2 15,2-1 2-15,-1 0 7 0,0 1 6 16,4 0-5-16,-3 0-11 0,-1-1-11 0,0 1 6 16,-2-2 2-16,-1 3 3 0,0-4 0 0,2 3 8 15,2-1 4-15,-3-2-6 0,3 2-12 0,-3-1 3 16,-1 1 3-16,0-1 2 0,0-1 2 0,1 2 3 15,2-2 8-15,0 0-9 0,0 0-6 16,0 0-7-16,-1-2-1 0,1 2 4 16,0 0-1-16,0-1 5 0,1 1 2 0,1 1 5 15,1-2-7-15,-1-1-6 0,-1 2-11 0,0 0 8 16,-3 0 8-16,3 2 1 0,-1 0 7 0,1-2 3 16,0 2 6-16,1 0-11 0,-1-1-11 0,-1 2 0 15,0 0 0-15,-1 1 3 0,0 0 3 16,1 2 3-16,1-2 4 0,1 3-4 15,-1 0-6-15,1-1-11 0,-1 0 5 0,1 1 6 16,0 0 5-16,-1 2 2 0,2-3 6 0,1 3 8 16,-1-1-14-16,0 0-8 0,2 0-5 0,-4 1 2 15,1-3 4-15,1 1 1 0,0 2 4 16,1 0 5-16,-3-2-3 0,4 2-9 0,-3-3-12 16,-1 0 6-16,-2 3 5 0,-1 0 4 15,2 0 7-15,0 1 5 0,-1-1 8 0,1 0-10 16,-2 0-12-16,-1 0-11 0,0-1 10 0,-2 1 0 15,1-1 5-15,-3-1 5 0,3 1 2 16,-3-1 7-16,1 1-11 0,0-3-6 0,-4 2-8 16,-1-2 1-16,-2 2 5 0,-4-1 4 0,1 0 17 15,0 1 64-15,-2 1 41 0,0-2 15 16,1 1 2-16,-5 1-1 0,-1-1-14 0,1-1-58 16,-3 0-35-16,0 1-15 0,-4 0-7 0,0-1 1 15,-1 0 0-15,1-1 4 0,-1-1 25 16,0-1 19-16,0 4 6 0,1-4-1 0,-2 0-2 15,-1-1-2-15,1 1-23 0,-2-2-20 16,0 1-1-16,-2-1 3 0,2 1 7 0,-4 0 1 16,3-2 5-16,2 2 3 0,-2-1 1 0,5 0-3 15,-5 0-5-15,5 1-1 0,-1-1-4 0,1 0-5 16,-3 0-5-16,2 0-5 0,1 1 0 16,-5-2 3-16,6 1 1 0,-4 0 2 0,1 1-3 15,-3 0-3-15,3 1-2 0,-2-1-3 0,-4 1-3 16,0 0 0-16,-1 2 2 0,-4-1-3 0,0 3 1 15,-4 0 0-15,-3-3 4 0,0 3-2 0,-6 0 1 16,1 0 0-16,-3 1 6 0,-1 0-3 0,-4 1 0 16,-3-2 0-16,2 0-8 0,-10 2-13 0,2-1-28 15,-6 0-68-15,-3-3-134 0,-6 3-170 0,-4 0-289 16,-4-2-264-16,-5 1-217 0,-7-1 31 0,-7-1 392 16</inkml:trace>
  <inkml:trace contextRef="#ctx0" brushRef="#br0" timeOffset="26362.2">3061 5572 279 0,'-2'-5'509'0,"1"1"244"16,-3 0 167-16,3 1-160 0,-4 0-120 0,2-2-107 15,-4 0-80-15,1 1-84 0,-2 1-80 0,0 1-62 16,0 0-50-16,-1 0-27 0,-1 4-26 16,1 1-19-16,-4 1-26 0,2 4-29 0,0 1-19 0,-3 2-12 15,4 6-7-15,-2 3 0 0,2 4-1 16,-1 1-7-16,2 4-3 0,1 2-4 0,3 3-3 16,0 0 1-16,2-1-4 0,0 0 4 15,3-3 1-15,3-3-4 0,-1-3-3 0,1-4-2 16,3-1 4-16,-1-4-8 0,4-2 0 0,-2-4 11 15,2-2 7-15,1-2 4 0,1-5 14 0,0-3 22 16,3-6 13-16,0-3 6 0,2-6-3 16,0-4 4-16,0-5-13 0,-2-1-15 0,3-3-9 15,-2 0-9-15,0-1 1 0,-2 1-6 0,-2-1-2 16,0 3 12-16,-1 3 10 0,-4 0 6 0,-1 2 6 16,-1 2 5-16,-2 1 2 0,-2 1-7 0,-2 4-6 15,-2-2-5-15,-1 4-4 0,0 1-2 16,-1 2-4-16,1 3-4 0,0 1-3 0,-1 3-3 15,3 2-7-15,-2 2-5 0,0 3 0 0,2 3-1 16,0 3-3-16,1 5 2 0,2 4 2 0,2 4 1 16,1 2-8-16,0 4-3 0,4 0 1 0,-1 2-4 15,5 1 0-15,0 0 0 0,3 1 7 16,-1-2 4-16,2 0 0 0,2-3 8 0,0-3 5 16,4-1 0-16,1-2 2 0,3-6 0 0,0-4 0 15,5-1-4-15,-1-4-3 0,0-6-3 0,1-2 1 16,0-4-23-16,0-2-67 0,-2 0-78 0,-3-3-164 15,1-1-283-15,-4-1-322 0,-3-1-350 16,1-1-230-16,-5 2 94 0,-1-2 664 0</inkml:trace>
  <inkml:trace contextRef="#ctx0" brushRef="#br0" timeOffset="27687.93">3954 5320 106 0,'6'-3'355'16,"-1"0"218"-16,-2 0 222 0,-1 2-10 0,-1-2-86 15,-1 0-73-15,-1 2-82 0,-1-3-79 16,-3 3-74-16,2 0-64 0,-3-1-52 0,1 2-41 16,-1-2-27-16,-2 1-28 0,-1-1-27 0,-1 1-42 15,0 1-32-15,-2 0-22 0,1-3-12 16,-2 3-7-16,1 0-9 0,0 0 1 0,1 0-6 16,0 0-1-16,0 0-5 0,3 0-2 0,-1 0-2 15,2 0-4-15,3 0-6 0,-1 0-3 0,2 0-2 16,1 0-2-16,-1 0 0 0,0 0-4 0,3 3-2 15,-2-3-1-15,2 1 0 0,2 2-1 16,-2 2 1-16,3 1 1 0,0 3 2 0,0 0 2 16,0 1 3-16,2 4 3 0,0 1 2 0,0 3 2 15,1 1 0-15,2 4 0 0,-2-1 1 0,-1 3 0 16,0 3 1-16,0 4-2 0,1-1 2 16,-3 3 0-16,0 1-1 0,-3 1-3 0,3 1 1 15,-3 1 0-15,0-2-3 0,0 0-1 16,-1 1-2-16,-1-1-3 0,2-2 1 0,0 0 0 15,0-4 2-15,-2 1 3 0,1-4 1 0,1-1 2 16,0-4-3-16,1-1 2 0,1-2-2 16,-2-3-4-16,3-3 1 0,-1 1-2 0,-1-4 0 15,3-1 1-15,-1 0-2 0,0-1 1 16,2-2 1-16,1-2 0 0,2 2 3 0,-2-3-1 16,2 0 1-16,3 0 0 0,-1-1 2 0,1-1 2 15,1-2-2-15,0-1 0 0,2 1 2 0,-2-2 0 16,4-2 0-16,-3 1-2 0,1-2 1 15,2-2 1-15,0 0 1 0,0-3-3 0,-2 3 1 16,3-3 0-16,-1 0 1 0,-2 0-1 0,1 0 1 16,-1-1 3-16,-2 1 0 0,1 0 0 15,-4 1-2-15,1 1-12 0,-1-2-45 0,-4 4-62 16,0 1-61-16,-2 0-131 0,0-1-182 16,-3 2-308-16,0 0-264 0,0-1-218 0,-3 1-92 15,0 1 382-15,-2-2 519 0</inkml:trace>
  <inkml:trace contextRef="#ctx0" brushRef="#br0" timeOffset="28246.26">4268 5884 18 0,'2'5'290'16,"-2"-2"185"-16,0-2 158 0,0-1 20 0,0-1-165 16,0-5-99-16,1-2-24 0,-1-4 5 0,2-1 30 15,1-4-17-15,-1-4-41 0,1-2-59 16,0-2-59-16,2-3-51 0,-2-1-55 0,3 1-32 16,-1-2-15-16,0 0-11 0,-2 1-12 15,0 1-3-15,1 2-6 0,-1 4 13 0,-2 1 15 16,1 4 24-16,0 4 23 0,0 2 9 0,-2 3 1 15,0 1-18-15,0 3-24 0,0 2-26 0,2-3-29 16,-2 4-18-16,0 2-5 0,2 4-4 16,-1 0-5-16,2 4 0 0,2 4 3 15,-2 1 4-15,4 3-2 0,-2 2 3 0,2 0 0 16,1 4 1-16,0-3 0 0,-1 5 1 0,2-3-1 16,-1 0-3-16,0 0-1 0,1-1 2 0,-1 0 1 15,0-2-3-15,0-1 0 0,1 0-6 16,-1-3-32-16,-1 1-46 0,-1-2-42 0,-1-3-65 15,-1 0-118-15,-1-4-152 0,-1 0-180 16,-2-1-248-16,-2-3-234 0,-1 0-97 0,-1-1 233 16,-1-4 415-16</inkml:trace>
  <inkml:trace contextRef="#ctx0" brushRef="#br0" timeOffset="28439.91">4305 5713 45 0,'1'2'234'0,"1"-1"100"0,1 0 92 0,0 1-129 16,2 1-133-16,2-2-75 0,0 3-27 16,1-3-7-16,0-1-6 0,3 0-4 15,0 0 2-15,-1-1 0 0,4-4-18 0,-1 0-7 16,1-2-2-16,0-2-6 0,-1-1 1 0,1-2 5 16,-1-2-50-16,-1-1-141 0,-2 0-186 15,-2-2-80-15,-1 2 5 0,-2-4 71 0</inkml:trace>
  <inkml:trace contextRef="#ctx0" brushRef="#br0" timeOffset="28696">4311 5157 114 0,'-6'3'309'0,"-1"1"140"0,1 2 133 15,3 2-152-15,0 0-108 0,3 3-57 0,-2 1-21 16,4-1-26-16,0-1-37 0,-1 2-44 15,4 0-40-15,-1 0-29 0,3-1-30 0,-1-2 6 16,2 2 9-16,3-4 0 0,-1 0 4 16,1-1 27-16,1-3 24 0,1 0-6 0,-2-3-7 0,3-3 1 15,-1 0-3-15,1-1-23 0,-3-4-24 16,3 0-11-16,-4-3-32 0,1 2-79 16,0-2-96-16,-1-2-123 0,-2 2-223 0,-2-1-238 15,0 0-124-15,-1 0 78 0,-4 0 233 16,-1 0 257-16</inkml:trace>
  <inkml:trace contextRef="#ctx0" brushRef="#br0" timeOffset="29200.86">4449 5046 124 0,'4'2'328'0,"-2"2"137"0,3-3 97 15,-2 0-182-15,3 1-164 0,1-2-91 0,2-2-15 16,2 1 16-16,0-1 64 0,3-2 51 15,-1 1 35-15,4 0 64 0,-2-2 0 0,4 1-26 16,-2 0-63-16,0-1-48 0,2 0-48 0,-3 1-67 16,3-1-37-16,-3 0-17 0,1 0-10 15,-4 3-6-15,1-3-2 0,-1 2-5 0,-3 0-1 16,-1 1 3-16,-3 2 36 0,1-3 22 16,-4 1 8-16,2 2 7 0,-1-1 2 0,-2 1-6 15,-1 0-33-15,1 0-19 0,-1 1-10 16,1-1-8-16,-2 2-4 0,3 1-1 0,-1 2 1 15,1-1-5-15,2 4 12 0,0 2 13 0,1 2 11 16,0 3 2-16,2 1-1 0,0 2 3 16,3 1-14-16,-1 3-12 0,1 1 10 0,4 4 7 15,-2 1 7-15,3 3 3 0,-2 0 4 0,0 0 1 16,1 3-17-16,0 1-4 0,-2 1-7 16,0 2-6-16,1-2-4 0,-3-2 1 0,0 3 1 15,-3-4-2-15,2 3 32 0,-4-4 45 0,0 1 26 16,-3-1 18-16,-3-3 3 0,-3 2 3 15,1-3-23-15,-5-1-33 0,0 0-21 0,-2-4-15 16,-2-2-9-16,-2 0-7 0,2-3-7 16,-3-3-6-16,-1-2-4 0,0-2-5 0,-1-3-2 15,-1-1-3-15,-1-2-4 0,2-4-4 0,0 0-13 16,-1-1-23-16,0-1-60 0,4-2-58 16,2-1-73-16,-1-2-132 0,2 1-164 0,2-1-245 15,3-1-232-15,1 1-217 0,2-1-68 16,4 0 324-16,-1-1 450 0</inkml:trace>
  <inkml:trace contextRef="#ctx0" brushRef="#br0" timeOffset="30001.96">7639 5603 459 0,'19'17'855'0,"-4"-1"211"0,-1-2-22 15,0-3-299-15,3 2-361 0,1-3-199 16,2-5-92-16,4 1-44 0,2-6-22 0,0-2-14 15,3-3-13-15,1-4-69 0,2-3-114 16,-1-3-138-16,1-1-276 0,1 0-240 0,0 1-174 16,0 0 67-16,-1 0 299 0</inkml:trace>
  <inkml:trace contextRef="#ctx0" brushRef="#br0" timeOffset="30146.58">8591 5481 294 0,'24'5'659'0,"-5"0"243"0,-2 0 59 0,-4 1-243 15,1-2-316-15,-1 1-204 0,1 1-102 16,-3-1-48-16,5-3-34 0,-2 0-65 0,5-2-94 16,-1 0-109-16,2 0-150 0,2-2-261 15,2 2-171-15,1 0 15 0,2-1 187 0,3 0 250 16</inkml:trace>
  <inkml:trace contextRef="#ctx0" brushRef="#br0" timeOffset="30767.38">16247 5079 44 0,'-5'9'535'16,"1"-2"396"-16,-3-2 171 0,2-2-65 0,0 0-342 15,2-2-370-15,2-1-168 0,1 0-86 0,1-1-70 16,2-2-82-16,2-2-98 0,2-1-120 16,1-1-167-16,2 1-282 0,-1-1-173 0,0-4 1 15,0 4 198-15,-4-1 285 0</inkml:trace>
  <inkml:trace contextRef="#ctx0" brushRef="#br0" timeOffset="31020.07">16527 5134 18 0,'16'17'360'16,"-1"-2"248"-16,-4-2 176 0,1-1 49 0,0-1-337 0,1-2-242 16,1 0-119-16,0-5-59 0,3 1-24 15,1-5-15-15,3 0-8 0,2-5 0 0,1 1-3 16,5-5-7-16,1 0-2 0,1-1-19 16,4 0-34-16,-2-2-40 0,-1 2-38 0,-1 1-36 15,-1 0-34-15,0 1-9 0,0 2 14 16,-4 1 21-16,1 3 23 0,-2 2 19 0,-1 1 21 15,1 3 13-15,-1-1 8 0,1 4 11 0,0-1 4 16,1 1 2-16,0-1-8 0,3 2-21 16,1-1-32-16,1 1-61 0,1-2-123 0,3 0-74 15,1-2 15-15,4 0 67 0,4 0 93 16</inkml:trace>
  <inkml:trace contextRef="#ctx0" brushRef="#br0" timeOffset="31615.88">25191 5492 114 0,'10'10'575'0,"-4"-1"331"0,2-3 123 0,-3 0-57 15,3-1-429-15,0-4-276 0,2 0-136 0,5-2-64 0,4 0-32 16,0-4-43-16,6-1-80 0,0-2-104 15,4-1-121-15,-1 0-215 0,2 0-248 16,0 0-139-16,0 0 68 0,0 0 242 0,-1 1 270 16</inkml:trace>
  <inkml:trace contextRef="#ctx0" brushRef="#br0" timeOffset="31797.85">26485 5470 182 0,'60'9'412'0,"-4"0"227"0,0-1 177 15,-5 0-171-15,1-1-203 0,0 0-116 16,-5-1-61-16,0 0-84 0,0 0-70 0,-2-3-48 16,-2 1-26-16,-2 0-17 0,2-1-13 0,-5-3-11 15,0 0-53-15,-2 0-78 0,0-2-100 16,-2-1-142-16,-4 1-257 0,0-2-164 0,-5 1 4 16,1-1 171-16,-4 0 238 0</inkml:trace>
  <inkml:trace contextRef="#ctx0" brushRef="#br0" timeOffset="36217.94">1789 7622 96 0,'2'-5'337'0,"-2"1"166"15,0 2 125-15,2 0-131 0,-1-1-140 0,1 1-83 16,1 1-22-16,1-2 29 0,0 0 14 0,-1 0 21 15,3 0-12-15,-1-2-31 0,0 2-51 0,2 1-26 16,0-3-18-16,-1 3-38 0,1-2-28 16,-1 1-20-16,2 2-10 0,-2-1-32 0,2 1-4 15,-1 1 2-15,3 0-1 0,-2 3 1 0,2-2-1 16,4 4-4-16,-3 1-4 0,5-1 33 0,-2 4 15 16,3 1 8-16,-2-1 2 0,2 6 2 0,-1-2-10 15,1 1-14-15,-1 2 6 0,0 1 6 0,0 2 0 16,-2 1-3-16,0 1 0 0,0-1-13 0,-2 2-15 15,-1 0-8-15,-1 0-5 0,0 3-3 0,-3-1-4 16,-1 1-8-16,2-1-5 0,-4 2-6 0,1-2-1 16,-3 1 0-16,-1-1-2 0,1 0 0 15,-4 2 1-15,1-2 2 0,-1-1 2 0,-1 0-1 16,-2 0 0-16,-4-1-3 0,3 1-4 0,-4-2-5 16,0-2-1-16,-2 0-1 0,-1-1-1 0,-1 1 1 15,0-4 3-15,-3 1 0 0,2-3-2 0,-4-1 1 16,3-1 1-16,-3-2-2 0,3 1 0 0,-4-5-2 15,1-1 0-15,0 1-1 0,-3-3-1 0,3-2 0 16,-2-2 0-16,1 1 0 0,-2-4 0 16,3-1-1-16,-2 0-1 0,-1-4 0 0,3-1-5 15,-3-1-5-15,3-1-3 0,0-3 0 0,-2 2-2 16,4-4-2-16,3 1 7 0,-2-1 4 0,3 2 1 16,2-2 1-16,0-1 2 0,2 5 1 0,2-4-1 0,1 3 1 15,0-4-1-15,1 3 1 0,2 0-1 16,1-2-1-16,1-3 0 0,1 2 1 0,1 0 1 15,1-1-1-15,3-4 0 0,2 1 1 0,-2-3-1 16,3 0 2-16,2 0-1 0,2-1 1 0,1-1-2 16,-2 0 2-16,5 3 7 0,-3-1 2 0,2 0 3 15,-2 4-6-15,3-3-2 0,-2 5-3 0,2-1-6 16,-2 2-3-16,3 0-3 0,-2 3 7 0,0 1 3 16,0 2 0-16,2-1 1 0,-3 3 0 0,2 1 0 15,-1 3-1-15,2-1-1 0,-1 1 1 0,1 1 2 16,2 0 6-16,-2 1 5 0,2 1 1 0,-1-1 0 15,2 3 2-15,2-4-2 0,-2 3-5 0,1 1-2 16,1-2 0-16,1 2-1 0,-1-2-7 16,3 0-1-16,-1 3-3 0,-2-2-3 0,0 1 0 15,0 1-1-15,0-3 7 0,-1 3 2 0,0 0 1 16,-1-1 0-16,-2 2 0 0,0-2 0 0,0 1-1 16,1 1 1-16,-2 0 1 0,2 0-1 0,-2 0-31 15,1 0-69-15,-1 1-82 0,-2-1-157 16,2 2-240-16,-1-2-325 0,-2 0-331 0,-1 0-211 15,-1-2 55-15,-2 1 571 0</inkml:trace>
  <inkml:trace contextRef="#ctx0" brushRef="#br0" timeOffset="37240.31">3260 7150 86 0,'1'-1'304'0,"-1"-2"178"0,0-1 208 16,-3 3-36-16,1-2-9 0,-1 0-17 0,0 0-44 16,-4-1-71-16,0 1-94 0,-1-2-93 0,-3 1-87 15,2-1-57-15,-1 3-20 0,-1 0 6 16,-2 0-2-16,2 0-13 0,-3 2-10 0,1-4-14 15,-2 4-20-15,2-2-33 0,-3 2-20 0,3-3-3 16,1 2-12-16,-1 0-12 0,2 1-8 0,3 0-4 16,-3-1-2-16,3 1-8 0,0 0-2 15,-1 1-4-15,3-1 2 0,1 0-2 0,0 1-1 16,0 0 0-16,0 2-3 0,1-1-1 0,1 2-1 16,0 0 1-16,-1 2 0 0,3 1 0 0,-2 1-1 15,1 2 2-15,0 1-1 0,-1-1-1 16,1 5 4-16,1-1 1 0,1 2 2 0,-2 1-3 15,1 3 2-15,-2 0 0 0,3 1-3 0,-3 3-1 16,1 2-2-16,-1 2 3 0,0 3 0 0,0 0 0 16,-2 3 1-16,0 2 0 0,-1 0 2 0,1 3 2 15,-1 1-1-15,-1 2 3 0,1-3 1 16,0 1 1-16,1 0-2 0,0-2 0 0,0-1-1 16,2-1-1-16,0-2-1 0,0 0-1 0,1-5-2 15,1 2-1-15,1-3 1 0,1-4-3 0,-1 0-3 16,3-1 1-16,2-4-1 0,-2-1-1 0,2-1-1 15,2-2-1-15,0-2 1 0,0-1-1 16,1-3 0-16,0 0 5 0,2-1-2 0,0-1 3 16,0-2 0-16,2 0-1 0,-2-1 5 0,5-1-2 15,-3 0 3-15,0 0 0 0,2-2 1 0,1 0 1 16,-1-1 1-16,2 0 1 0,-1 0-1 0,0-1 2 16,2 0 0-16,-1-2 1 0,1 0-2 15,1-2 0-15,-1 3 2 0,2-3-3 0,-1-1-5 16,0-2-45-16,0 2-57 0,-1-1-66 0,1-1-147 15,-1-1-179-15,0-2-315 0,-2 3-269 16,2-4-221-16,-3 0-54 0,2-3 440 0,-3 0 482 16</inkml:trace>
  <inkml:trace contextRef="#ctx0" brushRef="#br0" timeOffset="37603.98">3655 7180 88 0,'-5'8'560'0,"-1"4"356"0,0-2 171 0,-1 4-6 16,2-4-369-16,2 3-296 0,0-3-143 0,0 0-68 16,3 1-55-16,0-1-51 0,0 1-41 0,3-4-20 15,0 0-16-15,-1-1-3 0,3 1-3 16,-1-3-5-16,1-2-3 0,0 1-3 0,3-3 9 15,-2 0 8-15,0-3 22 0,1 0 16 0,-2-2 17 16,2-2 29-16,0-2 6 0,-2-2 2 0,-1-1-18 16,0-1 2-16,-1-2 6 0,-2 1-19 15,1 0-8-15,-2 1-2 0,-2 1-1 0,1 0-15 16,-2 4-17-16,-1-2-9 0,1 3-8 0,-2 1-9 16,0 4-6-16,1-1-8 0,-4 3-7 0,3 3-10 15,-1 1-37-15,1 5-52 0,0 3-47 16,2 1-73-16,-1 3-134 0,1 2-145 0,1 4-166 15,0 0-245-15,4 3-228 0,0 1-89 0,2 1 270 16,2 1 384-16</inkml:trace>
  <inkml:trace contextRef="#ctx0" brushRef="#br0" timeOffset="37879.85">4079 7888 33 0,'16'5'239'15,"-5"-2"122"-15,1 0 136 0,-2-2-26 0,1-2-25 16,-2-1 43-16,1-2 49 0,-2-3 47 0,-2 0-24 16,2-2-66-16,-3-1-90 0,-2-1-38 15,-2 4-28-15,1-1-43 0,-2 2-38 0,-2-1-32 16,-1 2-34-16,0 0-56 0,-2 2-53 16,-1 1-35-16,0-1-20 0,-1 1-14 0,1 2-9 15,0 0-4-15,-2 2-3 0,3 1-2 0,-3-1-2 16,3 1 0-16,-1 2 0 0,0-2-23 0,1 3-52 15,0-1-50-15,-1 1-65 0,1-1-130 16,0-2-179-16,-2 4-294 0,0-1-238 16,1 0-224-16,-2 0-51 0,-1-1 378 0,-1-1 486 15</inkml:trace>
  <inkml:trace contextRef="#ctx0" brushRef="#br0" timeOffset="38137.87">3658 8104 255 0,'0'7'881'16,"-2"-2"372"-16,1-3-19 0,1-2-180 0,0-3-473 15,1-5-302-15,3-4-132 0,-1-3-58 16,3-6-16-16,1-3 15 0,3-4 25 0,3-3 7 16,0-2 0-16,1-5-12 0,3-1-17 0,-2-3-25 15,4-2-27-15,-2-1-14 0,2-2-8 0,0 2 0 16,2-4-2-16,-1 2-1 0,-2-1-6 0,2-1-1 15,-1 2 3-15,-3 0-12 0,1 2-46 16,-2 1-51-16,-1 5-84 0,-3 2-151 0,-1 5-208 16,-3 2-305-16,-2 8-248 0,-2 1-206 15,0 9 87-15,-4 1 468 0</inkml:trace>
  <inkml:trace contextRef="#ctx0" brushRef="#br0" timeOffset="38919.96">4335 6773 102 0,'3'4'409'0,"0"-3"214"16,0 0 106-16,1 1-114 0,-1 1-211 15,3-3-167-15,3 2-32 0,-1-2 59 0,4 5 48 16,3-4 17-16,1 0 1 0,3 0-4 0,1-1-51 16,1 0-81-16,3 0-48 0,1-1-26 15,0 0-56-15,1-3-32 0,-2 2-17 0,1 0-8 16,0-1-2-16,-1 1-1 0,-1 1 4 16,-2 0-1-16,0 1 0 0,-4 0-1 0,-1 0-3 15,-2 1 2-15,0-1-3 0,-4 3 0 0,-2 0 0 16,1-3 2-16,-4 2 12 0,0 0 21 15,-2 2 31-15,0 1 21 0,0-1 11 0,-1 0 1 16,-2 1-10-16,3-1-17 0,-2 2-29 0,-1-1-19 16,0 1-14-16,0 1-5 0,2 1-4 15,-2 0-1-15,1 4-2 0,1 0-1 0,1 1 5 16,1 2-2-16,-1 1 0 0,3 4-2 0,-1 1 5 16,2 2 1-16,2 2-5 0,0 5 1 15,4 3 4-15,-2 0-3 0,2 4-3 0,2 3-1 16,-2 1-1-16,4 3 2 0,1 0-2 15,-1 3-2-15,0 0 2 0,-1-2 2 0,3 2 4 16,-3-3 1-16,0 1 1 0,-2-1 2 0,0-2 3 16,-1-3-4-16,-3 0 0 0,0-3 1 15,-2-2-2-15,-3-1 5 0,0-2 1 0,-3 0 36 16,-4-5 26-16,1-1 20 0,-4-1 14 16,-3-5 6-16,-2 1 4 0,-4-4-21 0,-2-2-17 15,-4 1-15-15,-2-5-12 0,-4-1-9 0,1-3-13 16,-4-1-9-16,-1-4-10 0,-1-1-5 0,-1-1-3 15,3-2-3-15,1-1-1 0,1-2-2 16,2-2-1-16,0 2 0 0,6-1-1 0,0 1-9 16,2-1-13-16,2 1-37 0,4-1-68 15,0 1-78-15,3-3-144 0,3 0-199 0,2 0-310 16,3-3-306-16,3 2-212 0,1-5-27 0,2 4 471 16,2-1 524-16</inkml:trace>
  <inkml:trace contextRef="#ctx0" brushRef="#br0" timeOffset="40133.9">7464 6964 203 0,'2'12'707'0,"-1"-3"358"16,-1-2 69-16,0 0-118 0,0-2-492 0,0 0-258 16,3-3-126-16,-1 0-76 0,-1 2-37 15,4-4-20-15,0 1-7 0,3 0-1 0,4-1 2 16,1-1-1-16,4 1 3 0,3-1 2 0,2 1 1 15,3 0-2-15,0-1-13 0,2-2-76 16,2 3-112-16,-1-2-137 0,2 2-245 0,0-2-261 16,0 2-194-16,-1 0 48 0,-3 0 284 15,1 0 330-15</inkml:trace>
  <inkml:trace contextRef="#ctx0" brushRef="#br0" timeOffset="40341.93">8256 6953 39 0,'16'1'420'0,"-7"4"286"0,-1-3 167 0,0 1 17 16,0-1-359-16,-2 1-270 0,1-2-136 0,1 1-62 16,1 0-32-16,2-2-14 0,0 0-4 15,3-4-2-15,2 0-2 0,3-2-2 0,3 0-4 16,2-4-2-16,3 2-5 0,0-3-6 0,3 1-1 16,0-1-1-16,0-1-24 0,-2 2-41 15,2 0-51-15,-1-1-69 0,-1 2-78 0,1-2-90 16,-4 4-113-16,-1-1-151 0,1 2-15 0,-1 2 105 15,-2 1 159-15</inkml:trace>
  <inkml:trace contextRef="#ctx0" brushRef="#br0" timeOffset="41370.82">15393 6489 8 0,'16'24'344'0,"1"-3"241"0,-1-7 182 16,2 2 53-16,0-2-328 0,5-3-241 0,2-2-133 15,5-1-58-15,2-7-26 0,3-2-12 16,-1-5 0-16,7-2 6 0,2-4-15 0,3-1-52 15,1-4-77-15,2 1-88 0,0-2-155 0,0 1-236 16,-1 2-115-16,-1-2 41 0,-2 6 160 16,-3 0 195-16</inkml:trace>
  <inkml:trace contextRef="#ctx0" brushRef="#br0" timeOffset="41517.85">16685 6513 84 0,'25'10'266'16,"-3"1"109"-16,0-3 96 0,0 2-175 0,-1-1-131 15,3-2-75-15,0-1-39 0,-1-2-22 0,4-3-13 16,-1-1-2-16,2-1-3 0,1-5-24 16,1 0-52-16,1-4-121 0,2 2-161 0,2-2-59 15,1 0 16-15,-1-2 88 0</inkml:trace>
  <inkml:trace contextRef="#ctx0" brushRef="#br0" timeOffset="42254.94">25310 7125 10 0,'25'10'374'0,"-3"-3"270"0,-1-2 183 0,-1-3 35 15,1-2-342-15,3-2-324 0,2-1-196 16,1-1-137-16,2-1-127 0,1-1-203 0,1 1-176 16,-1-2-40-16,2 1 91 0,-4 0 169 0</inkml:trace>
  <inkml:trace contextRef="#ctx0" brushRef="#br0" timeOffset="42435.85">26768 7199 173 0,'61'10'371'0,"1"-2"145"16,0 2 97-16,-2-3-233 0,0 0-180 15,-2-4-104-15,2 0-54 0,-1-1-30 0,-1 0-12 16,1-2 0-16,-4-2-2 0,2 0-25 0,-2-1-57 16,2 0-172-16,-2-2-183 0,0-2-74 0,-3 2 19 15,-2-4 115-15</inkml:trace>
  <inkml:trace contextRef="#ctx0" brushRef="#br0" timeOffset="46037.8">2885 10060 113 0,'-8'-4'389'0,"0"-1"247"16,-3-1 246-16,-3 2-22 0,1 0-174 0,-4-3-97 15,1 1-94-15,-4-1-91 0,0-1-91 0,-2 0-85 16,-3 1-56-16,-2 0-15 0,-1-1-15 0,-2 3-10 16,-3-1-17-16,-2 0 11 0,0 3-9 15,-2 1-30-15,1 0-17 0,-2 2-9 0,2 2-8 16,1 3-27-16,2 1-11 0,1 1-8 0,1 5-2 15,2 1-4-15,4 2 5 0,0 4 1 0,2 1-1 16,1 4 3-16,2 3-10 0,4 2-9 0,0 4-7 16,5 1 5-16,0 3 3 0,5 4 0 15,1 1 6-15,3 2 8 0,4-2-2 0,3 1-8 16,1-2-10-16,7-2-6 0,1-3 5 0,6-5 6 16,4-2 8-16,6-4 2 0,3-4 11 0,4-5 3 15,4-3-3-15,3-6-1 0,4-6-3 0,2-3-1 16,-1-6-2-16,0-4 4 0,-2-4 4 0,0-4-3 15,-2-5 6-15,-4-1 2 0,1-4-2 0,-5-2-2 16,-2-2 0-16,-5-1 2 0,-3 0-6 0,-6-5 1 16,-1 3-2-16,-5-1 1 0,-3 3-1 15,-5 0 2-15,-4 4 3 0,-3 0 2 0,-5 1 2 16,-2 4-1-16,-5 2 2 0,-1-1-3 0,-4 5-2 16,-4 1-2-16,-1 2-3 0,-1 2 1 15,-3 3-3-15,2 3 0 0,-1 1-2 0,0 4-2 16,3 2-1-16,1 2-1 0,1 3-2 0,-1 3-1 15,5 0-1-15,-1 3 0 0,4 2 0 0,-1 2-9 16,3-3-2-16,3 5-16 0,-3-5-42 0,5 2-47 16,1-2-47-16,0 1-70 0,2-2-116 0,0-2-131 15,0-1-112-15,6-2-170 0,-2-2-250 0,4-2-120 16,-2-2 126-16,2-7 309 0,0-1 322 16</inkml:trace>
  <inkml:trace contextRef="#ctx0" brushRef="#br0" timeOffset="46347.88">2473 9351 112 0,'-5'6'299'16,"0"0"124"-16,0 5 119 0,2 0-142 0,1 5-91 15,2 4-14-15,2 3 59 0,1 4 74 16,2 3 46-16,1 6 21 0,5 1-31 0,-3 8-48 15,3 4-45-15,3 2-33 0,-2 6-53 0,-1 4-60 16,3 2-29-16,-3 3-25 0,-1 2-43 0,0 3-41 16,-3 0-28-16,-1 4-8 0,1 0-15 0,-3 0-8 15,-1 5-11-15,-1-4-5 0,-1 0-5 16,-1 0-6-16,-1-1-2 0,-1-2-8 0,1-2 14 16,-1 0 4-16,0-6 3 0,-2 1-8 0,1-5-12 15,0-2-37-15,-1-8-61 0,1-1-60 0,0-7-131 16,0-7-170-16,1-7-260 0,-1-4-270 0,1-11-232 15,-2-4-129-15,2-10 337 0,-1-8 500 16</inkml:trace>
  <inkml:trace contextRef="#ctx0" brushRef="#br0" timeOffset="47305.97">4033 9533 106 0,'-2'-4'322'0,"-1"0"189"15,-2-2 242-15,-2-1-42 0,-3-1-51 16,0-2-21-16,-5 0-57 0,0 0-87 0,-5-2-116 16,-4-1-96-16,0-1-62 0,-4 3-55 15,-2-4-7-15,-2 3 6 0,-1 0-3 0,-5 1-12 16,2 0-15-16,1-1-18 0,0 3-31 0,2 1-27 15,3 2-18-15,3 2-16 0,0 2-13 0,4 1-10 16,3 1-3-16,0 3-5 0,4-2 0 16,0 2 3-16,5 3-2 0,-1-2 0 0,4 4-2 15,1 1 0-15,3 4 0 0,2 1 1 0,4 3 0 16,-1 2 3-16,4 2 0 0,0 3 5 0,3 0-1 16,1 1 1-16,-1 4 0 0,0-1-1 15,2 4 9-15,-1 1 0 0,0 3 2 0,0 0-2 16,0 2 5-16,-3 0 2 0,1 4-6 0,-3-3-2 15,1 2-8-15,-2 1-3 0,2 0-5 0,-4 2-1 16,1-2-3-16,1 2 0 0,-3-3 6 16,3 3 5-16,-3-1 0 0,0 2 6 0,2-2 2 15,-2 3 0-15,0-4-1 0,3-1 0 0,-1 0-2 16,-1-3-3-16,3-1 0 0,-1-3-1 0,0-2 0 16,3-3 2-16,0-2 1 0,-1-2-2 0,2-2-1 15,-1-4-1-15,5 0-2 0,-3-3 0 16,3-1-2-16,0-2-2 0,2-1 0 0,2-2 1 15,-2-1 1-15,3-3-1 0,0 0-1 0,1-4-1 16,-1-2 2-16,4 0 0 0,0-2-2 0,0-4 3 16,2-3 2-16,0-1 2 0,-1-2 1 0,-1-3-6 15,2-1-52-15,-2-3-51 0,-2-1-70 16,-2-1-114-16,0-1-161 0,-2-1-246 0,0 3-247 16,-1-1-227-16,-2 2-94 0,-3-3 247 15,-2 2 450-15</inkml:trace>
  <inkml:trace contextRef="#ctx0" brushRef="#br0" timeOffset="47877.84">3976 10476 44 0,'5'-2'297'0,"-2"-5"158"0,-3 1 129 16,3-4-7-16,-3-1-220 0,3-4-93 15,0-4-24-15,0-5 18 0,2 1 64 0,0-7 17 16,3-3-14-16,1-1-33 0,-1-3-45 16,2-1-46-16,1 2-73 0,0 3-49 0,-3-1-36 15,4 6-19-15,-4 4-13 0,-1 3-7 0,-1 4-3 16,-1 4-3-16,1 4-3 0,-3 1 2 15,2 6 3-15,0 2 43 0,1 6 28 0,1 2 15 16,0 6 8-16,-2 2-3 0,1 4 0 16,1 3-39-16,-2-1-20 0,2 1-12 0,-2 3-8 15,1-2-3-15,-1-1-2 0,3-1-4 0,-2-2-3 16,1-4 0-16,-3-1-1 0,1-4-1 0,2 0 2 16,-1-5 0-16,-2-2 0 0,3-2 0 15,-1-6 4-15,1-4-1 0,0-3 1 16,1-3-1-16,0-7 3 0,-1 0-5 0,3-5 0 15,0 1 0-15,-2 1-1 0,3 0 2 0,-3 2-3 16,2 1 2-16,-2 2 0 0,-1 4-3 0,1 3 2 16,-3 4-3-16,0 0-1 0,-2 4 4 15,3 2 0-15,-3 2 4 0,2 6-3 0,-2 0 5 16,2 4 6-16,-2 2 0 0,-1 3 3 16,1 1-1-16,3 0 2 0,-3 2-2 0,-1-3-5 15,3 4-4-15,-2-3-4 0,2-1 0 0,-2-1-1 16,2 2-2-16,2-2 1 0,-2-3 1 15,3 0-7-15,-3-2-45 0,1-1-118 0,2-2-146 16,0-1-252-16,-2-2-280 0,1 0-264 16,2-3-102-16,-1 0 279 0,-3 0 435 0</inkml:trace>
  <inkml:trace contextRef="#ctx0" brushRef="#br0" timeOffset="48755.81">4890 10255 21 0,'1'7'382'15,"1"0"290"-15,-2-2 210 0,0-3 69 16,0-2-325-16,0-2-230 0,0-4-126 0,0-4-61 16,0-4-29-16,2 0-9 0,-1-7-2 0,2-4-9 15,-1 0-4-15,3-5-12 0,-2 0-26 16,3-4-31-16,0-1-27 0,2-2-13 0,2 1-9 16,-1 0-11-16,1 2-1 0,0 4-6 15,-3 5-3-15,1 5-8 0,-3 2-4 0,-2 5-3 0,0 1-2 16,1 5 1-16,-1 3 8 0,0 3 17 15,1 6 27-15,1 4 34 0,0 4 23 16,-2 4 7-16,2 6 1 0,0 2-13 0,-2 2-21 16,1 3-8-16,1 0-11 0,-2 3-2 0,-1-1-7 15,3 1-2-15,-2-1-7 0,2-5-18 16,-2-1-12-16,1-5-12 0,-2-4-3 0,3 0-6 16,-2-9-1-16,2 1-1 0,1-5 6 0,-1-4 4 15,3-2 1-15,0-9 4 0,0-4 2 16,1-3-3-16,2-5-5 0,0-2-3 0,3 0-5 15,-1 0-3-15,1 0-1 0,-1 5 0 16,1 2 0-16,-1 2 1 0,0 3 2 0,0 3 0 16,0 3 3-16,1 3 3 0,-2 4 1 0,-1 4 5 15,1 3 1-15,-2 3 2 0,1 5-3 16,0 2 2-16,-3 1-2 0,2 3-2 0,-1 0 0 16,-1 2-1-16,0-4-1 0,-2 2 0 0,3-3-2 15,-4-1-3-15,2-3 2 0,-1-1-6 16,0-5 2-16,2 1-1 0,-2-7 4 0,2-3 2 15,-1-4 0-15,2-8 5 0,-1-1 2 0,0-5-1 16,0-4-2-16,4-4-1 0,-2 0 0 16,1-2 1-16,0-1-5 0,0 4 2 0,0 2-1 15,-1 4-3-15,-2 2-1 0,0 5-3 0,-1 1 1 16,1 5-1-16,-1 0 2 0,-1 3 3 16,3 7 2-16,-2 0 4 0,-1 6 0 0,2 0 3 15,0 4-2-15,-2 0 1 0,1 3-2 0,1 1-2 16,0 2 0-16,2 0-2 0,-3-3-12 15,1 1-51-15,1-2-52 0,-1-4-61 0,-2-1-110 16,1-4-155-16,2-3-194 0,-1-3-251 0,0-3-230 16,0-3-145-16,0-4 177 0,-2-3 421 15</inkml:trace>
  <inkml:trace contextRef="#ctx0" brushRef="#br0" timeOffset="49308.39">5671 9257 271 0,'-5'-19'612'0,"0"3"254"0,2 4 83 16,1 3-257-16,1 2-275 0,1 5-173 0,1 2-110 15,3 2-59-15,-1 3-31 0,3 1-15 0,2 2-8 16,2-1-7-16,1 1-4 0,0-3-1 16,3 2 0-16,-1-3-1 0,4-1 42 0,1 0 51 15,2-2 25-15,0-1 10 0,3-2 4 16,-1-3-4-16,2 1-37 0,-1-3-48 0,-2 0-23 15,-1 0-14-15,1 0-6 0,-5-1-2 0,-1 0-3 16,-2 3 2-16,-3 0 11 0,-3 0 28 0,0 2 15 16,-2-1 25-16,-2 2 30 0,-1 1 54 15,1-1 39-15,-2 2-2 0,1 0-8 16,-2 0-20-16,2 0-30 0,0 0-44 0,-2 0-47 16,0 0-25-16,0 2-19 0,0-2-6 0,0 1-10 15,0 2-2-15,2 0-1 0,-2 1 2 0,2 2 1 16,-1 5-1-16,2-3 1 0,1 5 4 15,0 2 2-15,1 5-1 0,4 1 0 0,-1 4 3 16,2 5 1-16,1 5 0 0,5 2-4 16,1 7-2-16,-1 2 2 0,3 5-5 0,0 4 0 15,0 1 3-15,1 4 5 0,0 1-2 0,-2 3 2 16,0-3 3-16,-1 2-1 0,-1-3-1 0,-2 0-2 16,-1-3 2-16,-2-3-4 0,-3 0 1 15,-2-6 1-15,-4 0 1 0,-2-3-2 0,-2-1 1 16,-4-4 16-16,-2-2 7 0,-4-1 7 15,-3-5 3-15,-4-1 3 0,0-2 1 0,-3-5-11 16,-2-2-8-16,-1-2-6 0,0-3-4 0,-1-6-5 16,-1-2-6-16,2-4-5 0,-2-5-17 0,2-5-39 15,2-2-58-15,2-4-54 0,0-3-80 16,5-4-134-16,2-2-166 0,3-1-254 0,3-1-224 16,4 0-204-16,2 0-7 0,2-1 367 15,3 1 441-15</inkml:trace>
  <inkml:trace contextRef="#ctx0" brushRef="#br0" timeOffset="49870.84">7780 9871 246 0,'19'8'796'0,"-2"-4"335"0,-4 0 16 16,0 0-145-16,-2-4-496 0,0-2-263 0,1-3-123 15,3 0-61-15,0-6-27 0,0-2-13 16,4-2-13-16,0-1-38 0,3-1-67 0,0-2-89 15,2 2-104-15,1 0-123 0,2 0-242 0,2 4-214 16,1 1-88-16,-2 3 107 0,2 2 257 16,0 2 266-16</inkml:trace>
  <inkml:trace contextRef="#ctx0" brushRef="#br0" timeOffset="50028.97">8719 9876 70 0,'22'15'251'0,"0"-3"109"0,-1-2 84 15,1-2-153-15,2-5-137 0,-2-2-67 0,2-2-42 16,-2-5-16-16,5-3-1 0,-2-5-1 16,-1-1 0-16,3-2 3 0,0 0-14 0,-1-1-46 15,1 0-101-15,0 1-197 0,-2 0-79 0,1 3 0 16,-2 1 74-16</inkml:trace>
  <inkml:trace contextRef="#ctx0" brushRef="#br0" timeOffset="50914.87">15349 9546 27 0,'14'-5'363'0,"-1"1"212"16,-1-1 172-16,-1-1 52 0,5 0-343 0,0-2-234 16,4 1-112-16,3-4-63 0,2-1-83 15,2 1-87-15,1 0-83 0,2 1-172 0,0 1-213 16,2 1-75-16,-2 1 58 0,2 5 157 0,-2-5 177 16</inkml:trace>
  <inkml:trace contextRef="#ctx0" brushRef="#br0" timeOffset="51133.86">16724 9396 234 0,'27'3'427'0,"-2"-1"153"0,-4 2 85 0,0-3-287 16,-1 2-176-16,-2-1-97 0,1-1-45 15,1-1-30-15,-1-1-13 0,3-1-4 0,0-1-11 16,1 0-2-16,4 1-2 0,-1-2-5 0,1 1-3 15,2-3-9-15,1 0-21 0,-2 0-32 16,0-1-47-16,1 0-58 0,-1-1-72 0,2 0-83 16,-1 0-93-16,0 0-24 0,-1-1 62 15,2 0 109-15</inkml:trace>
  <inkml:trace contextRef="#ctx0" brushRef="#br0" timeOffset="52247.96">24228 9201 368 0,'24'15'955'0,"-5"-5"285"0,-5-1-55 15,-3-1-182-15,1 0-539 0,1-2-240 0,0 0-115 16,4 0-53-16,1-1-28 0,4-3-24 15,5-2-63-15,1-2-104 0,2-3-133 0,4 1-154 16,1-2-301-16,1 0-258 0,0 0-113 0,4 2 173 16,-4-1 356-16</inkml:trace>
  <inkml:trace contextRef="#ctx0" brushRef="#br0" timeOffset="52433.93">25727 9263 20 0,'79'11'470'0,"-4"-6"367"15,-3-1 200-15,-4 1-16 0,-1 0-319 0,-4-3-359 16,0 2-172-16,-3-4-87 0,0 0-46 16,0-4-29-16,-1 0-9 0,1-2-2 0,-2 0-1 15,4-4 4-15,0 2-1 0,-1-4-19 0,1 1-70 16,0 1-101-16,-2 0-118 0,-3-1-155 16,-2 3-266-16,-1 1-167 0,-2 2 22 0,-3-1 214 15,-1 1 266-15</inkml:trace>
  <inkml:trace contextRef="#ctx0" brushRef="#br0" timeOffset="143715.91">17820 13024 84 0,'5'-4'387'0,"-5"-1"227"0,-2 5 164 0,-3 3-11 15,-1 3-226-15,0 4-84 0,0 6-46 16,-3 3-24-16,2 3-26 0,1 7-50 16,-1 7-63-16,2 8-62 0,0 7-43 0,4 6-12 15,-1 8 13-15,1 6 15 0,1 7 3 16,0 3 14-16,-3 6-13 0,3 5-25 0,-2 3-38 16,1 3-34-16,-2 4-15 0,-1 2-24 0,-1 2-9 15,1 3-7-15,-3 1-2 0,-2 5 0 0,-1 1-5 16,1 1-2-16,-4 0 0 0,1 0 0 0,-4 3-1 15,0 1 1-15,-3-1-3 0,1 2 2 16,-2-2 0-16,1-1-1 0,0-2 2 0,0-2-2 16,2-1 1-16,-2-3-2 0,2-4 2 0,1-2-1 15,0-5-2-15,2-4 3 0,-2-8 0 16,3-5-6-16,0-9-8 0,1-8-12 0,2-9-12 16,1-11-21-16,1-6-45 0,2-11-37 0,-1-8-37 15,2-10-70-15,1-9-106 0,-2-9-125 0,2-6-162 16,1-8-255-16,2-7-224 0,-1-6-41 15,0-5 243-15,2-5 382 0</inkml:trace>
  <inkml:trace contextRef="#ctx0" brushRef="#br0" timeOffset="144552.99">17556 13101 141 0,'-3'4'351'15,"-2"-1"148"-15,2 3 122 0,0-4-160 16,-2 2-119-16,2-1-69 0,2-1-41 0,1 0-25 16,-2-2-16-16,4 0-4 0,1-2 22 15,3-3 19-15,0-4 18 0,5-3 10 0,3-4-12 16,1-7-30-16,3-3-56 0,3-3-42 0,3-4-35 16,1-2-17-16,4-2-12 0,-1-1-9 0,0 1-9 15,-1 1-3-15,-1 3-8 0,-1 3-3 16,-3 4-8-16,-1 4-5 0,-4 3-3 0,0 6 0 15,0 6 10-15,-2 4 9 0,0 7 1 16,-2 7 3-16,-3 7-2 0,1 7-4 0,-2 7-14 16,0 6-11-16,-5 4 2 0,1 2 0 15,-2 4 1-15,1 3-10 0,0 3-55 0,-1 2-114 16,-1-1-161-16,-1 2-297 0,-1-1-270 0,2 1-240 16,-4-2-13-16,-1-3 339 0,-2 0 424 15</inkml:trace>
  <inkml:trace contextRef="#ctx0" brushRef="#br0" timeOffset="146047.92">17088 16894 189 0,'18'4'320'16,"0"-2"105"-16,3 2-6 0,0-2-185 0,2 1-82 15,3-1-52-15,0-1-31 0,4-1-10 0,0 0-2 16,5 0-24-16,0 0-39 0,3 0-6 16,5 0 7-16,1 1-5 0,5 1-2 0,2 0 43 15,2-1 24-15,4 1 6 0,0 1 2 0,3-2 1 16,0 1 41-16,2-1 19 0,-1 1 8 0,4-1-23 16,2-1-11-16,3 1-13 0,4-1-45 0,0-1-34 15,5 1-24-15,0-1 71 0,3-1 41 16,4 1 19-16,-4-1 22 0,3 1 13 0,2-1-24 15,3 1-61-15,2-2-40 0,1 1-16 0,2 0-4 16,0 1-6-16,2 0 27 0,-1-1 14 0,2 2 7 16,3-1-16-16,2 1-29 0,0 0 10 0,3 0-6 15,-2 0-4-15,2 1 3 0,-2-1 26 16,1 0 14-16,2 3-39 0,1-3-13 0,1 1 15 16,1 1 1-16,-2 0-7 0,3 1 4 0,-2-2 28 15,1 2 13-15,1 0-35 0,0 1 6 0,1 0 5 16,-3-2-10-16,3 2-12 0,-4 0 2 0,3-1 28 15,-4 3-27-15,2 0-18 0,-1 1 0 16,1-1 17-16,-1 1-2 0,-3 0-10 0,-2 1 28 16,0-1 15-16,-4 1-16 0,0-2-25 0,-5 1-11 15,0-1-4-15,-4-1-13 0,-3 1 17 16,-2-3 29-16,-6 0 11 0,-1-1 14 0,-9-1 7 16,-1-1 6-16,-3 0-20 0,-5-1-27 0,-3-1-12 15,-3 0-12-15,-7 0-8 0,-3-3-4 0,-4-1-2 16,-5 4 18-16,-3-4 10 0,-6 1 9 15,-2 1 53-15,-6 1 76 0,-3 0 78 0,-3-1 52 16,-3 1 27-16,-3-2 19 0,-3 1-6 0,-1-1-26 16,-2 1-36-16,-2 1-29 0,-3-2-20 0,1 1-27 15,-2 0-38-15,-1-1-34 0,-1-1-26 16,0 1-14-16,1 1-15 0,-3-1-7 0,0 0-6 16,1 1-4-16,0 1-2 0,-3 0-7 0,2-1-1 15,-2 1-4-15,3 1 1 0,-5-1-2 0,3 1-1 16,-2 1-1-16,0 1 0 0,0 0 2 0,1 0 2 15,1 0 4-15,1 1-2 0,0 1 3 16,3 1-2-16,1-1-2 0,1 1-2 0,2-2-6 16,1 1-1-16,-1 1-2 0,6 1 1 0,0 0 1 15,4 1 0-15,-1 1 4 0,4 0 2 0,0 0 0 16,3 1 0-16,3-3 1 0,-2 2 0 0,7-2 0 16,-4 1 1-16,2-1 2 0,3 1-1 0,-3-2 1 15,3 1-2-15,-1 0 0 0,-2 1 0 16,0-2-3-16,-3 1 2 0,0 1 0 0,-4 1-1 15,1-1 1-15,-4 3 3 0,-1-1-1 0,-2 0-1 16,-2 2 1-16,-1 3 1 0,-6-2 1 16,-1 4-6-16,-5 2-12 0,0-2-37 0,-4 3-50 15,-4 1-49-15,-4 1-62 0,0 1-125 0,-4 1-168 16,-3 0-266-16,1 1-234 0,-2 1-224 0,3 1-95 16,0-3 355-16,2-2 496 0</inkml:trace>
  <inkml:trace contextRef="#ctx0" brushRef="#br0" timeOffset="146565.95">24804 17554 196 0,'8'-6'425'0,"-4"1"171"15,-4 3 112-15,2 0-193 0,-4 4-176 0,2-1-82 16,-1 4-31-16,-2 2-14 0,1-1-12 0,-2 5-8 16,2 1-5-16,0 3 5 0,-1 1-1 0,3 1 3 15,-1 6-6-15,1-1-14 0,0 1-24 16,0 3-28-16,1 1-23 0,2 2-20 0,1-1-15 15,2 0-15-15,-2 2-14 0,4 1-12 0,0 0-9 16,3-4-10-16,0 0-3 0,2-4-1 0,1 1-2 16,1-5 0-16,3-1-2 0,0-4 4 0,-1 1 2 15,5-5 1-15,-2-1 3 0,2-4 0 16,0-2-3-16,0-2-33 0,-5-2-80 0,2-4-125 16,-3-1-143-16,0-2-210 0,-3-2-284 0,0-3-208 15,-3 2 16-15,-2-3 291 0,-3 0 349 0</inkml:trace>
  <inkml:trace contextRef="#ctx0" brushRef="#br0" timeOffset="146778.14">24802 17837 215 0,'10'12'843'15,"-2"-1"407"-15,-4-4 8 0,1 0-185 16,2-4-455-16,0-1-315 0,1-4-144 0,2-2-75 15,2-5-39-15,-1 1-20 0,7-5-5 0,-4 1-7 16,3 1-5-16,1-4-4 0,1 2 2 0,0 0-7 16,1 1-21-16,-1 1-90 0,-1 3-148 0,-1 0-246 15,-2 2-279-15,0 2-276 0,-4 3-208 16,2 1 159-16,-5 0 477 0</inkml:trace>
  <inkml:trace contextRef="#ctx0" brushRef="#br0" timeOffset="148407.91">15890 12502 199 0,'1'-11'413'0,"-1"1"164"16,3 1 130-16,-3 2-210 0,2 2-130 0,-2 1-71 15,0 0-41-15,3 2-29 0,-3 0-43 16,2-1-43-16,-1 3-51 0,1 0 30 0,2 0 33 16,1 3 39-16,2 1 47 0,-1 2 19 15,2 1 5-15,1 3-49 0,2 2-43 0,-1 4-38 16,4 4-25-16,-3 1 8 0,3 5 23 0,-3-1 17 16,1 2 6-16,0 2-7 0,-2 1-21 15,-2 0-21-15,-1 0-27 0,0 0-28 0,-2-2-15 16,-4 1-6-16,2-1 1 0,-3-1-10 0,0-2-1 15,-1-3 4-15,-2-3 1 0,-1 1 0 16,-2-5-2-16,-2-1-2 0,-3-1-6 0,1-3-6 16,-5-1-3-16,-1-3-2 0,-3-1-1 15,-1-5-3-15,-1 0-2 0,-3-5-2 0,1-1 0 16,-1-3-2-16,-2-3-1 0,1-4 0 0,-2-4-1 16,2-1 1-16,0-3-2 0,2-2-1 0,3-2 0 15,1 1-1-15,5-1 0 0,1-1 0 16,4 1 0-16,2-1 1 0,2 1-1 0,4-2 0 15,2-2 0-15,3 1 0 0,0-3 0 16,6 2 1-16,2 2 1 0,3-3 0 0,0 2 0 16,5 0 1-16,2 1-1 0,1 3-1 0,4 2 0 15,2 1 0-15,2 3 2 0,1 3 0 16,1 1 3-16,4 5 0 0,-3 4-2 0,3 0 3 16,-1 5-1-16,0 2 1 0,-1 2 0 0,0 2 2 15,-2 3 0-15,1-2 0 0,-1 1 0 16,-2 1 1-16,1-2 0 0,0 1 1 0,-2-2-1 15,1-2 1-15,-1-1 0 0,0-3-2 16,-1-1-1-16,-1-2 0 0,2-3 0 0,-3-1-1 16,0-3-6-16,-3 0-60 0,-4 1-79 0,-1-2-175 15,-3 4-277-15,-2 3-311 0,-4-1-385 16,-4 4-269-16,-3-1 84 0,-3-1 722 0</inkml:trace>
  <inkml:trace contextRef="#ctx0" brushRef="#br0" timeOffset="158872.03">18312 16455 347 0,'1'3'688'0,"-1"-2"246"15,0 1 60-15,2 0-251 0,-2 0-249 16,1 0-155-16,-1-1-107 0,2 1-56 0,1-1-41 15,0 1-52-15,-1-2-43 0,3 1-20 0,0-1 6 16,1-1 13-16,0-1 8 0,2-1 20 0,-1-3 10 16,3-2 3-16,-2-3-11 0,0-1-12 15,0-3-11-15,1 0-17 0,-2-2-8 0,-1 2-7 16,-1 2 0-16,-2 3 2 0,1-1 16 0,0 3 38 16,-2 2 37-16,-2 2 21 0,0 0 3 0,0 3-8 15,-4 2-21-15,0 3-31 0,-1 2-36 16,0 1-30-16,1 2-45 0,-1 3-43 0,0 0-32 15,2 0-79-15,-2 0-123 0,2-4-153 0,3-1-202 16,3-3-250-16,2-2-236 0,1-4-33 16,2-3 301-16,3-6 410 0</inkml:trace>
  <inkml:trace contextRef="#ctx0" brushRef="#br0" timeOffset="159572.04">19714 14222 9 0,'0'14'380'0,"0"2"322"0,-3-2 282 0,-2 1 123 15,2-1-307-15,-2 0-229 0,1-1-151 16,-1-2-99-16,4-3-85 0,-3 1-85 0,3-3-57 15,-1-3-37-15,2 2-28 0,-2-4-10 0,2-1-10 16,2 0-3-16,-2-3-4 0,3-3 1 16,1 0-2-16,-3-3-1 0,2 2 0 0,3-3 0 15,-1 2 0-15,-2 0 0 0,2 1 1 16,0 2 1-16,-2 2-3 0,5 3-8 0,-4 2-29 16,1 0-104-16,-1 6-158 0,-1 1-270 0,2-1-274 15,-1 1-263-15,2-1-158 0,2-3 252 16,2-2 484-16</inkml:trace>
  <inkml:trace contextRef="#ctx0" brushRef="#br0" timeOffset="160616.07">22699 13240 330 0,'-8'18'688'0,"0"1"294"0,-1-2 119 0,3 0-266 15,-1-1-253-15,2 1-184 0,1-3-113 16,-1-1-88-16,2-3-71 0,2-1-54 0,1-2-35 15,1-2-13-15,2-2-6 0,3-3 4 16,-1-3 4-16,2-3 13 0,1-3 15 0,2-1 35 16,0-3 44-16,0-1 36 0,-2 0 24 0,-1 0 0 15,0 4-3-15,-6 0-21 0,4 1-31 0,-3 1-30 16,-2 1-27-16,0 2-19 0,0 1-15 16,-2 1-17-16,0 1-12 0,-1 2-10 0,-2 0-5 15,1 2-3-15,-2 2-5 0,-1 3-1 16,1 1-9-16,-1 1-27 0,3 2-73 0,-4-1-110 15,2 2-194-15,2 2-292 0,1-3-334 16,0 3-364-16,-2 0-164 0,0 1 323 0,-1 4 692 16</inkml:trace>
  <inkml:trace contextRef="#ctx0" brushRef="#br0" timeOffset="163794.04">18200 16780 42 0,'1'6'290'0,"-1"1"166"16,0-1 128-16,2 1-56 0,-1-1-167 0,1-1-105 16,1 1-35-16,0-2-13 0,3 0 39 0,-1 1 32 15,3-1 38-15,0 1 27 0,5-2-23 0,-1 0-25 16,1-3-24-16,1 1-42 0,1-2-56 0,0 1-53 15,1-2-35-15,2 1-15 0,0-2-32 16,-2 1-16-16,3-1-11 0,-1 0-7 0,1 0-1 16,-2 0-2-16,2-1-1 0,1 0-3 0,-2-2-9 15,2-1-51-15,-2 1-123 0,-4-1-139 0,-1-1-229 16,1 0-282-16,-3 1-260 0,-2-2-89 16,-1 0 270-16,-3-3 406 0</inkml:trace>
  <inkml:trace contextRef="#ctx0" brushRef="#br0" timeOffset="165198.97">19469 15308 182 0,'0'0'439'0,"2"0"196"0,0 0 143 15,-1 0-154-15,2-2-116 0,3 2-86 0,-1-2-27 16,3 0 6-16,3 2-33 0,0-4-57 0,4 3-58 15,0-3-51-15,1 2-52 0,5 0-6 16,1-1 11-16,-2 2-5 0,4-1-10 0,1 1-9 16,-1-1-9-16,0 1-38 0,0-1-40 15,-1 2-18-15,-1 0-15 0,-1 0-5 0,-1 0-3 16,1 0-1-16,-3 2-14 0,0-2-53 0,-2 1-59 16,-3-1-129-16,0 0-168 0,-4 0-291 0,-1-1-297 15,-2 1-231-15,1-2-93 0,-3-2 360 16,-2-1 490-16</inkml:trace>
  <inkml:trace contextRef="#ctx0" brushRef="#br0" timeOffset="165530.68">19581 13999 150 0,'8'0'340'0,"2"0"158"16,2 3 130-16,1-2-140 0,3 3-121 0,0-2-14 15,3 3 0-15,-2-3-32 0,5 2-38 0,4-1 3 16,-3 1 14-16,6-2-44 0,-4 0-36 15,2-2-22-15,2 0-11 0,-3 0-68 16,3-4-52-16,-1 0-24 0,1 0-13 0,-3-1-11 16,1-2-19-16,2-1-88 0,-4-1-149 0,1 2-261 15,0-4-268-15,0 3-256 0,0-2-173 16,-5 0 177-16,1-4 453 0</inkml:trace>
  <inkml:trace contextRef="#ctx0" brushRef="#br0" timeOffset="166336.01">22862 12865 174 0,'0'7'402'0,"-1"4"215"16,-1 1 204-16,1 3-107 0,-3 3-111 15,3 3-66-15,-1 3-45 0,1 5-63 0,-3 2-76 16,-1 5-78-16,1 2-61 0,-2 3-52 0,1 2-39 16,-1 2-29-16,-3 0-20 0,2 0-27 15,1-2-21-15,-1-1-9 0,2-1-9 0,0-2-4 16,2-3-8-16,-1-4 7 0,2-2-1 16,1-4-26-16,-1-5-22 0,2-1-24 0,0-7-71 15,-1-1-139-15,1-4-174 0,-4-4-258 0,3-2-253 16,-1-2-220-16,-1-6 22 0,0-3 389 0,-4-3 408 15</inkml:trace>
  <inkml:trace contextRef="#ctx0" brushRef="#br0" timeOffset="166596.01">22592 12790 264 0,'4'-4'538'0,"5"-1"228"16,-3 2 165-16,5-2-186 0,3 3-184 0,3-3-127 16,3 3-72-16,2-2-61 0,1 2-79 0,1-3-71 15,3 4-64-15,3-1-39 0,-1 0-19 16,-1 2-15-16,0 2-5 0,-1 1-4 16,2 0-2-16,-3 1-2 0,0 1-6 0,-4 1 3 15,0 3 1-15,-1-2-36 0,-5 3-105 0,-1 1-147 16,-4 1-257-16,-3 2-267 0,-3 0-247 0,0 2-95 15,-5 1 268-15,-5-3 421 0</inkml:trace>
  <inkml:trace contextRef="#ctx0" brushRef="#br0" timeOffset="187668.39">18296 16774 82 0,'-2'-3'283'0,"2"-1"133"0,-1-1 117 16,-1-1-129-16,1 0-120 0,1-1-60 0,0-2-24 16,0 1 9-16,0-2 12 0,1-1 4 0,2-1 2 15,1 2 5-15,1-4 4 0,-2 1-6 16,3 0-6-16,-2 0-8 0,1 0-4 0,0 0-21 16,0-1-24-16,-2 0-13 0,5-1-20 0,-5 2-25 15,2-2-26-15,0 0-19 0,-1-2-10 0,1 2-14 16,3-1-8-16,-4-2-5 0,3 0-6 0,-1 0 3 15,-1 0-4-15,4-1-9 0,-2 0 2 16,-1 0 5-16,2 1 7 0,1-1 1 0,-1-1 1 16,2 2 3-16,-2-2-9 0,1 3-4 0,1-3-8 15,0 2-3-15,0-2-1 0,0 1-1 0,0 1-2 16,0-2 0-16,1 1-2 0,1 1 1 16,0 0 4-16,-1-2-3 0,3 1 8 0,-2-2-1 15,0-1 1-15,2 0 1 0,1-2 1 16,-1 2 1-16,-1-2-3 0,1 0-4 0,-3 1-2 15,0 1-2-15,3-3 1 0,-3 5-1 0,2-2-3 16,-4 2 4-16,3-1-1 0,-2 0 3 16,0 0-5-16,0 1-2 0,0 1 0 0,2-2-1 15,-1 0 2-15,1-1-2 0,-1 2 2 16,-1-2-3-16,2 0 2 0,1 0 1 0,0 1-4 16,-1-2 4-16,0 1-3 0,0-1 1 0,1 3-2 15,-1-2-1-15,1 3 5 0,-2-2-2 0,3 0-1 16,-2 1 4-16,-2 3 2 0,2-4 4 15,-3 3 0-15,4 0-1 0,-4 1 2 0,1-1-6 16,1 1 2-16,-2 0-1 0,-1 0-2 16,5 0 1-16,-4-3 1 0,3 3 5 0,0-3-1 15,-1 2-1-15,2-2 3 0,-1 3-4 0,1-1-1 16,0-2-6-16,-1 3 3 0,0-2 0 16,2 3-1-16,-1-2 1 0,0-1 0 0,2 2 2 15,0-1-4-15,2 1-1 0,-2-3 1 16,1 2 0-16,5 0-2 0,-3 1 3 0,2-1 1 15,0 1-1-15,-1-2-3 0,2 1-1 0,1 0 1 16,-5 0 0-16,4 1 0 0,-1-1 5 0,-1 2-1 16,2-2 3-16,-1 1 0 0,-1 1-2 15,3-2 1-15,0 1-2 0,-2-1-5 16,0 2 3-16,2 1-2 0,-1-3 2 0,-1 3 4 0,1-2-4 16,-2 2 0-16,1 0-2 0,1 0 7 15,-2 1-4-15,1-2-1 0,2 1 4 0,-1-1 2 16,1 1 0-16,2-3-3 0,1 1 5 15,-1-1-4-15,3-1-1 0,0-2 6 0,0 2-1 16,1-1-1-16,2-1-5 0,0-1 2 16,-1 3 1-16,-3 1-5 0,1-2 1 0,-1 4 2 15,-2 0-1-15,-1 1-2 0,-1 1-3 0,-3 0 4 16,0 3-1-16,0-3-2 0,-3 3 2 16,0 1 2-16,-2 1 0 0,2 1-3 0,-2-2-1 15,2 1 1-15,-2 3 2 0,-1-5-1 16,1 4-2-16,0 0-2 0,0-1 2 0,3 1-2 15,-2-1-4-15,1 0 2 0,3-1 1 0,0 1 1 16,-2-1 2-16,4-1 1 0,-2 0 7 0,3 1 3 16,2-1 4-16,-1-2 4 0,1 0-1 15,2 1 1-15,-1-2-4 0,0 1-1 0,0 0 50 16,2 0 24-16,-3-2 12 0,1 2 6 16,2 0 3-16,0 0-3 0,0 0-45 0,-1-1-26 15,1 1-9-15,-1-1-9 0,1 1-5 0,0 2-2 16,-2-2-3-16,2 2 1 0,-4-1-3 15,0 2 1-15,0 0-4 0,1 0 0 0,0 2 2 16,0-1 2-16,1-1-2 0,0 0 0 0,4 2 24 16,-3-3 9-16,4 3 8 0,0-2 1 15,0-1 0-15,4 0 2 0,-3 2-19 0,3-2-10 16,0 1-3-16,1-1-3 0,2 0-1 0,0 0 1 16,1 0-2-16,0 1-1 0,1-1 0 15,0 1-3-15,-1 0-3 0,0-1-2 0,1-1-1 16,1 3-1-16,1-3 3 0,0 1 1 15,2 0 2-15,-1-1 3 0,0 3 1 0,0-3 2 16,-1 0-2-16,1 2 1 0,2-2-3 0,-1 1-1 16,0 0-2-16,0 1 0 0,3-1 1 0,-2-1-2 15,4 0 1-15,-5 1-1 0,1-1 1 16,2-1-1-16,-3 2-1 0,0-2 1 0,0 1 0 16,0-2 3-16,0 1-1 0,-4 0 1 15,3-1-1-15,-2 1 0 0,-2-1 1 0,2 1-3 16,-2 0 0-16,-2 2 1 0,1-4 0 0,-3 4 2 15,1-1-2-15,0-1-1 0,-2 1 0 0,3 0-1 16,-4 0 2-16,0 1-1 0,-1-2 0 16,-1 3 0-16,-4-1-3 0,-1 0-40 0,-1 2-72 15,-5 1-130-15,-3 0-214 0,-2 1-294 16,-6 1-345-16,-4 3-321 0,-4-3-110 0,-3 4 457 16,-3 1 640-16</inkml:trace>
  <inkml:trace contextRef="#ctx0" brushRef="#br0" timeOffset="196367.51">2038 13328 70 0,'1'-8'236'15,"-1"0"116"-15,0 1 73 0,0 0-75 0,-1 2-24 16,-1-1 0-16,2-2 27 0,-2 2 68 0,2-1 61 16,0 5 19-16,0-5-23 0,0 2-46 0,-1-1-66 15,-1 1-74-15,2 1-56 0,0 3-29 0,0-1-19 16,2 1-11-16,-1 1-9 0,1-2-17 0,-2 2-27 16,2 2-29-16,-1-1-19 0,1 1-15 0,1 2-6 15,0 5-3-15,2 3-1 0,-1 5-3 16,1 3-1-16,2 8-3 0,-1 2 0 0,3 5-4 15,-1 7-5-15,-1 2 1 0,-1 4-2 0,3 4 0 16,-2 1-3-16,-1 4-2 0,-1 5-1 0,-2 1-3 16,2 2-7-16,-2 2-5 0,-2-3-3 0,-1-1-5 15,2-3-3-15,-2-4-3 0,-2-4-1 0,2-5 1 16,0-6 1-16,-1-6-1 0,1-6 0 0,0-4 0 16,-3-5-2-16,3-5 0 0,0-2-3 0,0-4 0 15,0-1 0-15,0-2-1 0,0-3-3 0,0-3-9 16,0-3-12-16,0-7-29 0,0 1-65 0,-3-7-67 15,1-2-126-15,-1-2-167 0,-2-5-298 16,0-3-306-16,0-2-226 0,-2-4-121 0,2-3 361 16,-3-1 547-16</inkml:trace>
  <inkml:trace contextRef="#ctx0" brushRef="#br0" timeOffset="197010.11">1914 13419 34 0,'2'6'322'0,"1"-4"222"0,-1 2 201 0,1-1 11 0,1-3-170 16,-2 0-130-16,1-3-79 0,0-1-33 16,2-4-3-16,-3-2-29 0,3-3-39 0,-1-3-36 15,2-2-32-15,-1-5-34 0,3-1-41 0,0-2-20 16,1-4-16-16,3 1-15 0,-3-1-12 0,4-2-18 15,-2 1-16-15,0-1-14 0,1 0-4 0,1 6 0 16,-2-1-4-16,0 3 1 0,-3 5 4 0,0 0 2 16,0 4-7-16,-2 3-4 0,2 3 21 0,-3 2 23 15,0 1 15-15,2 3 11 0,-2 3 15 16,2 2 6-16,-1 2-17 0,2 3-14 0,-2 2-11 16,2 3-6-16,-1 0-10 0,3 5-4 0,-3-1-3 15,2 5-4-15,1 0-5 0,-1 4-7 0,-1 0-9 16,2 0-8-16,-1 2-4 0,1 0-5 0,-1 0-5 15,2-1 0-15,-1-2 10 0,-1 1-19 16,4 1-64-16,-2-1-78 0,-3 5-156 0,4-3-273 16,-4 2-321-16,2 1-343 0,-2 1-225 0,1-1 87 15,-1 2 629-15</inkml:trace>
  <inkml:trace contextRef="#ctx0" brushRef="#br0" timeOffset="198341.9">1848 14559 93 0,'-2'1'289'15,"2"1"138"-15,-3 0 119 0,3-1-158 0,0-1-143 16,0 1-84-16,0-1-57 0,0 0-40 0,3 0-32 16,-1 0 3-16,4 0 1 0,-1 0 11 0,4 0 5 15,4 0 106-15,1 2 108 0,4-2 32 16,4 0 84-16,1 0 39 0,3-2-1 0,4 1-69 0,0 0-75 16,3-4-43-16,5 2-69 0,2-4-33 15,2-1-17-15,7 1-26 0,5-1-18 0,0-2-9 16,3 0-12-16,1 0-21 0,2-1-14 0,2 0-6 15,0 1-4-15,-1-2 0 0,1 1 0 0,1 3 3 16,2-3-1-16,0 3 47 0,6 0 28 16,-1 1 10-16,1 1 3 0,3 2 2 0,-1-3-4 15,1 2-44-15,2 2-26 0,-3-1-11 0,4 0-3 16,-2 3-3-16,3-2 6 0,0 2 6 0,4-2 2 16,0 1-4-16,1-1 19 0,2-1 5 15,2 1 0-15,-2-2 0 0,-1 3 6 0,3-2 1 16,0 0-19-16,0 0-8 0,3 0-4 0,0 2-5 15,2-3-9-15,-4 3-1 0,1-3-1 16,1 1 1-16,0 0 4 0,2 0 3 0,-2-2 5 16,2 2 0-16,-2-2 10 0,0 0 1 0,2 0-3 15,-4-3-2-15,1 1-1 0,-2 0 2 16,-2-2-7-16,4 0-3 0,-2-2 1 0,0 2 1 16,-2-2-3-16,-3-1-5 0,2 2-1 0,-3 0-5 15,-2 1 3-15,-2-2 0 0,-2 3 1 16,-1-1 3-16,-3 2 2 0,-1 0 2 0,-4 1-4 15,-1 0-1-15,-2 3-3 0,-4 0 0 16,-4 0-2-16,-3 2 1 0,-4-2-1 0,-3 3 1 16,-2 1-1-16,-4 0-1 0,-4 0 1 0,-5 1-2 15,-1-1 1-15,-4 4-1 0,-4-3 4 0,-3 0 3 16,-3 1 0-16,-1 0 1 0,-3-1 0 16,-4 0 9-16,-1 1 7 0,0 0 8 0,-3-2 7 15,0 0 11-15,-1 0 8 0,0 0-1 16,-1 0-5-16,-1 0-5 0,2 1-5 0,-2-1-7 15,0 0-6-15,0 0-2 0,0 0-3 0,-2 0-3 16,1 0-3-16,-1-1-1 0,-1 1-4 16,0 0-3-16,-2 0-3 0,0-2-1 0,1 2-1 15,-1 0-1-15,-2 0-1 0,1 0 0 16,0 0-1-16,-2 0 1 0,0-2-1 0,0 2-1 16,-3-1-8-16,2-2-10 0,-3 1-11 0,-2-2-17 15,3-2-19-15,-4 0-30 0,0-1-43 16,-2-2-47-16,2-2-38 0,0 1-26 0,2-1-12 15,-3 0 19-15,4 1 61 0,0 0 66 0,0-1 55 16,2 4 30-16,2 0 19 0,-1 0 10 16,4 1 0-16,-1 0 5 0,1 1 4 0,3 1 2 15,-1 1 1-15,2 2 3 0,-2-3 5 16,7 3 2-16,-1-2 18 0,2 3 14 0,3-1 41 16,0 2 27-16,5-1 29 0,1 2 17 0,0-1-10 15,2 0-3-15,3 3-27 0,0-3-24 16,0 0-19-16,1 3-16 0,0-2-8 0,0 3-14 15,-1-2-9-15,-1 2 3 0,0-1-5 0,-2 0-5 16,0 3 5-16,0-1 9 0,-2 3 2 16,-4 0-2-16,-1 0 3 0,-1 1 2 0,-3 0-8 15,-4 3-8-15,-1-1-5 0,-3 3-6 0,-5 0-6 16,-1-1-6-16,-4 2-2 0,-4-1-3 16,-1 0-7-16,-7 0-15 0,-3-2-25 0,-6-1-62 15,-5-3-73-15,-7 1-137 0,-6-3-203 0,-2-1-303 16,-8-3-343-16,-3 0-266 0,-5-2-110 15,-5-2 454-15,-1-2 618 0</inkml:trace>
  <inkml:trace contextRef="#ctx0" brushRef="#br0" timeOffset="199433.95">7084 12105 146 0,'5'-9'385'0,"-5"2"207"15,2-1 208-15,-2 4-72 0,0-3-103 16,0 3-70-16,2 0-69 0,-1 1-73 0,-1 3-94 15,2 0-88-15,-1 0-70 0,5 7-44 16,-1 0-5-16,3 4 17 0,0 5 39 0,3 4 8 16,0 1 5-16,-1 7-6 0,-1 2-22 0,2 2-30 15,-3 3-33-15,1 3-20 0,-1 1-16 16,-1 3-15-16,-2-1-5 0,-2-1-6 0,0-3-7 16,1-1-5-16,-2-5-6 0,0-4-2 0,-2-5-1 15,1-4-2-15,-1-4 1 0,0-1 0 16,0-7 0-16,0 1 2 0,-3-6-1 0,1-6 1 15,-4-4-4-15,0-6 0 0,1-4-2 0,0-7-4 16,0-2 1-16,1-5-2 0,-2-2-1 16,1-2 0-16,3-3 1 0,-1-1 1 0,3 0-1 15,2 0 1-15,1-1 1 0,2 4 1 0,2 1 0 16,0 2 0-16,2 3-1 0,-2 2 1 16,4 2 1-16,-2 5-3 0,-1 1 0 0,0 2 2 15,3 3-2-15,-3 3-2 0,-1 2 1 16,2 1 3-16,-3 3-2 0,2 2-1 0,0-1 3 15,0 4 0-15,1 0-2 0,-1 3 1 0,0 0 5 16,3 3 0-16,-1 2 0 0,-1 1 2 16,2 1 0-16,-3 3 2 0,0 1-4 0,-3 1 0 15,1 3 0-15,-1 0-1 0,-4 3 0 16,1 1-2-16,-2 2 3 0,-2 1-1 0,1 2 0 16,-2 0 0-16,-1 0 1 0,-3 1-2 0,4 1 1 15,-2 0 0-15,2-1 1 0,-1 0-4 0,1-2 0 16,3-1 0-16,-2-1-2 0,2-4 1 15,2 1 0-15,0-4 0 0,-1 0-1 0,4-5 2 16,-2 1-1-16,4-5 0 0,0-2-2 16,0-1 3-16,2-4 0 0,-2-3 0 0,5-3 0 15,-1-2-9-15,-1 0-41 0,2 0-67 0,-2-2-74 16,1 1-141-16,0 4-198 0,-3-1-316 16,3 2-282-16,-2 5-211 0,0-1-19 0,-1 5 447 15,1 1 505-15</inkml:trace>
  <inkml:trace contextRef="#ctx0" brushRef="#br0" timeOffset="199808.03">7660 12566 122 0,'-2'4'409'0,"1"-4"210"15,-1-2 182-15,-1-2-48 0,3-2-181 16,-1-5-100-16,2-1-53 0,-1-4-28 0,3-4-47 15,0-4-69-15,0-3-66 0,2-3-55 0,0-1-33 16,0-3-16-16,1 0-1 0,0-1 3 16,-1 3-4-16,1-1-9 0,1 3-16 0,-1 1-15 15,2 6-1-15,-3 1-4 0,-2 5-4 0,2 3 2 16,-2 3-2-16,0 2-4 0,-1 3-24 16,1 1 11-16,3 4 9 0,-1 1 6 0,1 5 13 15,1 2 5-15,2 2-2 0,-1 3-20 16,1 3-14-16,-1 3-6 0,3 3-11 0,0 4-4 15,-1 1-2-15,1 3-2 0,-2 2 0 0,1 3-3 16,1 1-2-16,-3 2-2 0,3-3 2 16,-2-2-1-16,1 2-3 0,-2-4-7 0,-2-2-17 15,2-5-39-15,-2-1-59 0,-2-4-46 16,-3-4-66-16,-1-1-115 0,-3-3-144 0,-2-5-146 16,-1-3-212-16,-3-1-236 0,-1-4-134 0,0-1 190 15,-4-5 396-15</inkml:trace>
  <inkml:trace contextRef="#ctx0" brushRef="#br0" timeOffset="199978.7">7788 12372 63 0,'6'-3'299'15,"-1"0"155"-15,0 6 117 0,3-2-74 16,-2 2-196-16,2 1-130 0,2-3-62 0,0 2-38 16,0 0-21-16,4 0-25 0,-3 0-12 0,4-2-5 15,0 1-7-15,1-2-1 0,2 0 2 16,0 0-19-16,0-2-50 0,2 1-122 0,0-2-232 15,-2 1-116-15,1-2-20 0,-1 1 88 0,-1-3 154 16</inkml:trace>
  <inkml:trace contextRef="#ctx0" brushRef="#br0" timeOffset="200377.93">8176 12154 79 0,'-4'-9'402'15,"1"1"330"-15,-2 3 310 0,2 0-44 16,-2 2-223-16,2 1-187 0,-2 2-152 0,1 2-121 15,2 1-104-15,-1 3-53 0,2 2-14 16,-1 5 1-16,2 1 10 0,-2 1-4 0,2 4-11 16,2 1-12-16,-2 4-20 0,3 0-27 0,0 3-22 15,-1-1-16-15,2 2-10 0,1-2-18 0,2-3-10 16,-1-1-2-16,2-3-5 0,3-1 0 16,0-4 3-16,1-1-1 0,1-4 0 0,0-5 0 15,3-1 0-15,-2-3 4 0,2-5-3 16,-2-1 0-16,3-1 1 0,-1 0 1 0,0-4-2 15,0 3-1-15,1-2 3 0,0 1-2 0,-4 1 0 16,0-2 0-16,-1 3 1 0,-4-1-1 16,-1 4 1-16,-1-2 3 0,0 0 4 0,-3 0 7 15,-1 0 9-15,-2 1 8 0,-2-2 8 16,1-1 3-16,-2-1-1 0,-3 0-5 0,1-1-8 16,-2-2-8-16,-1-3-7 0,-1 1-5 0,1-4-5 15,-1-3-2-15,-1 0-1 0,-2-2-2 16,2-2-2-16,0 3 0 0,0 0-10 0,0 1-27 15,-1 3-66-15,-2 4-66 0,-3 2-133 16,-4 2-195-16,0 4-309 0,-3 2-310 0,-4 5-221 16,-4 4-88-16,-4 3 427 0,-6 3 550 0</inkml:trace>
  <inkml:trace contextRef="#ctx0" brushRef="#br0" timeOffset="202545.93">2613 13734 114 0,'-2'5'305'0,"-1"-1"157"0,0 0 167 15,-1 1-115-15,-1 1-50 0,3-2 9 0,-1 2-10 16,0 0-42-16,3 0-67 0,-2-2-73 0,2 3-91 15,2-1-67-15,1-1-38 0,0 2-26 0,2 0-15 16,4-1-7-16,-1 0 36 0,2 0 17 16,2 0 0-16,3 0-1 0,0-1 8 0,1-3 8 15,5 2-28-15,-2-3-15 0,3 0-10 0,0-1-7 16,3-1-14-16,-2 0-13 0,2-3-10 0,-2 2-8 16,3-2-2-16,-3-2 2 0,1 2 0 15,0-2 0-15,0 0 1 0,-1 0 5 0,-2-1-2 16,-2 1-2-16,0-1 3 0,-2 2 0 0,-1-3-1 15,-3 2-4-15,1 0 3 0,-5 0 0 0,1 0-4 16,-2 0-1-16,0 0 3 0,-2 0 0 16,-1-1 3-16,0-3-3 0,-2 3-1 0,-2-4 6 15,1 1-3-15,1 0 2 0,-3-2-3 0,0-3 3 16,3 0 0-16,-3-4-4 0,0 0 3 16,0-3-4-16,0-6 3 0,0 0-3 0,2-3 4 15,-1-4-3-15,1-3 1 0,1-5-2 0,2 0-3 16,0-5 3-16,1-2-5 0,3-2 6 0,-1 2 1 15,0-1 3-15,3 0 2 0,0 2 0 0,-1 0-3 16,1 6-4-16,-2 3 3 0,-2 2-4 16,-1 5-1-16,2 4 3 0,-4 2 20 0,1 2 18 15,-1 8 26-15,-1 0 25 0,-2 3 28 0,1 3 21 16,1 4 1-16,-3 1-9 0,0 3-23 0,2 2-17 16,-2 1-27-16,0 6-25 0,-2 1-17 0,2 3-12 15,0 3-5-15,0 8-6 0,2-2 0 16,-2 6-2-16,1 0 1 0,1 3-2 0,2 2-3 15,-2 3 3-15,1 2 5 0,0 1 3 0,1 2 1 16,0 2 4-16,1 3 4 0,0 2-2 0,1 2-4 16,0-1-2-16,-1 4 0 0,2 0-3 0,-1-1-1 15,2 2-4-15,-2-1-2 0,2-1 0 16,0-3-3-16,3-2 3 0,-3-1 1 0,0-4 1 16,4-3 3-16,-4-4-1 0,2-4 1 0,2-6-2 15,-2 1-1-15,1-10-1 0,3 3 1 0,-1-6 1 16,1-4-1-16,-1-1 2 0,4-4-2 0,-1-2-1 15,1-4 0-15,1 1 2 0,2-5-1 16,-2-2 0-16,4-1 3 0,-2 0 0 0,2-3 4 16,-1 0 0-16,3 0 0 0,-1 1 2 0,1-2-3 15,-1 1 1-15,0 0-2 0,2 3-2 16,-1-1-1-16,-3 1 1 0,2 0 1 0,1 0 0 16,-2-2 0-16,-3 2 2 0,0-1 1 0,-3-4 1 15,1 0 1-15,-4-2 0 0,1 0 1 16,-4-6-1-16,-2 2 2 0,-1-3-1 0,-2-1-1 15,-2-1-1-15,-3-2 1 0,0 0-2 0,-3-1-4 16,0 0-2-16,-1 1 3 0,-1 0-4 16,0 2-1-16,0 2 3 0,2 1 1 0,-2 1 0 15,2 2 0-15,-3 5 3 0,3 2 0 16,1 1-1-16,-1 3-4 0,1 3 4 0,1 2-2 16,1 0 3-16,-2 1-3 0,2 3 1 0,0-2 2 15,0 3-4-15,0-2-1 0,0 3-2 16,0-2 4-16,0 2-3 0,0 2 1 0,2 0 2 15,-1 0 0-15,1 4 3 0,1 3-1 16,-1 2 7-16,4 2 5 0,-3 4 5 0,0 4 1 16,-1 1 1-16,1 2 3 0,-1 3-5 0,1 2-2 15,0-2-6-15,0 3-2 0,0-2-4 16,3 1-1-16,-1-2-3 0,2-2 0 0,-1-3-1 16,2-1 0-16,1-1-3 0,1-4 0 15,0-2 0-15,0-2-1 0,0-1 0 0,-2-4 1 16,3-1 2-16,-2-3 1 0,1 0-1 0,-2-3 1 15,4-1 1-15,-2-2-2 0,1-2 1 0,0 1 0 16,0-2-1-16,3 0-1 0,-1 0 0 16,3-1 2-16,-2 0 0 0,3 1 0 0,1 1 0 15,1 3 0-15,-2 0-1 0,4 2-2 16,-1 3-1-16,1 3 2 0,1 0-1 0,2 3 2 16,-1 2 1-16,1 1-1 0,3 1 3 0,0 0-2 15,1 3 0-15,1-2-2 0,1-1 2 16,1-1 0-16,1-2 1 0,1-2 1 0,2-4 2 15,0-1-2-15,1-3 0 0,2-3 1 16,-3-3-2-16,3-2 0 0,0-3 0 0,-2-3 1 16,2-2-1-16,-3-2 0 0,1-2 0 0,-1-2-1 15,0 1 0-15,-2-2 0 0,0 0-2 0,-4 2 1 16,1-3 2-16,-2 4 0 0,-1 1-2 16,-3-1 1-16,-1 2 3 0,-2 1-1 0,-4 2-1 15,-2 4-1-15,-1-2 2 0,-6 7 2 16,0-1 0-16,-2 2 2 0,-1 0 0 0,-4 4 1 15,1 1 0-15,-4 1-4 0,2 1-1 0,-3 1-2 16,1 3-2-16,1 0 0 0,-1-1-3 16,2 1 1-16,-4 2-1 0,4-1 1 0,0 1 0 15,0 0 0-15,4 2 3 0,-2 0 0 16,-1 0-2-16,3-1 1 0,1 2-1 0,-1-2 3 16,3-1 0-16,3 0 0 0,0 0 0 0,1-2 0 15,3-2 0-15,1-1 0 0,4-2 0 0,1-2 0 16,1 0 1-16,4-4 1 0,2-1 0 15,3-1 0-15,2-3-2 0,1 1 0 0,2-2 1 16,1 2-1-16,2-2 0 0,0 0 0 16,-2 1 0-16,2 3 1 0,0-2-1 0,0 4 1 15,-2 1-1-15,1 2-2 0,-2 4 2 0,0 1-2 16,-1 3 1-16,2 1 0 0,-2 4 2 0,0 1 2 16,1 3-2-16,0 0 1 0,0 2-1 15,0 0-1-15,1 2 1 0,0-1-2 16,1 1 1-16,-2-1 0 0,-1-2-2 0,1-1 2 15,0 0-1-15,1-3 0 0,-1-1 0 0,-2-3 3 16,0-2 0-16,-1-1-1 0,1-2 1 0,-1-3 2 16,-1 0-2-16,1 0-7 0,-2-3-24 15,-1 0-68-15,-3 0-69 0,-2 0-145 0,-3 0-240 16,-1 2-311-16,-5-1-328 0,-3 1-219 16,-2 1-31-16,-5 1 537 0</inkml:trace>
  <inkml:trace contextRef="#ctx0" brushRef="#br0" timeOffset="203318.13">2316 15273 9 0,'5'-7'255'0,"1"3"181"0,-3 4 196 0,-3 3 83 16,3 3-75-16,-3 5-49 0,2 3-35 0,-1 0-51 16,-1 6-63-16,2-1-90 0,-2 4-74 0,3 1-56 15,-1 4-28-15,4 2 2 0,-1 3-16 16,2 1-13-16,0 3-12 0,1 3-11 0,0 3-24 15,0 4-40-15,-2 2-17 0,0 1-8 0,1 3-20 16,-1 0-18-16,0 2-11 0,1-1-4 0,-3 0-5 16,0 2-4-16,-1-3 4 0,-2-1 1 0,1-3 1 15,-2-3 1-15,0-2 0 0,-2-4-5 0,1-2-11 16,-2-5-35-16,-2-3-47 0,2-3-50 0,-4-5-86 16,0-4-135-16,0-3-162 0,-2-6-177 0,-1-3-248 15,-1-6-223-15,0-4-26 0,1-7 312 0,-5-4 398 16</inkml:trace>
  <inkml:trace contextRef="#ctx0" brushRef="#br0" timeOffset="203584.23">2083 15587 220 0,'-3'-31'410'0,"0"4"151"0,2 2 105 15,-1 1-229-15,2 3-120 0,2-1-59 0,2 1-38 16,-1 3-22-16,2-1-25 0,3 2 5 0,0 1-35 15,3 1-21-15,2 0-11 0,1 1-6 0,0 1-15 16,3 1 20-16,1 1 10 0,1 4 2 0,2 2 1 16,1 1 32-16,1 3 22 0,-1 2-33 0,1 4-20 15,2 2-13-15,0 5-8 0,0 3-31 16,-1 4-29-16,0 3-12 0,1 3-26 0,-3 4 5 16,0 2-17-16,-1 2 7 0,1 0-27 0,-1 2-71 15,-4-2-112-15,2 1-163 0,-1-1-282 0,-1 2-281 16,0-5-203-16,-4 1 32 0,0-2 357 15</inkml:trace>
  <inkml:trace contextRef="#ctx0" brushRef="#br0" timeOffset="204490.44">2463 16558 155 0,'1'3'371'16,"1"-2"149"-16,3 1 97 0,1 0-193 0,5-4-211 15,5 0-110-15,3 1-24 0,6-4-12 0,4 1 54 16,4-3 65-16,5-2 34 0,3 0 21 0,8-1 65 0,1-1 34 16,3-2-37-16,5 3-58 0,4-3-37 0,1 1-20 15,4 0-36-15,5 0-27 0,-1 1-17 16,4-1 8-16,4 3-5 0,1 0-4 0,0 2-32 15,5 0-20-15,3 1-12 0,2 0-18 0,7-1-6 16,1 1-9-16,5-1 54 0,1-1 32 0,-1 2 19 16,4-1 10-16,-1-1 2 0,5-1 0 0,0-1-54 15,4 1-34-15,0-2-24 0,2 0-10 16,-4 1-2-16,4 1-2 0,-2 0 6 0,4 2 2 0,-2-2 0 16,0 0-1-16,0 0 26 0,1 2 13 15,-1 0 4-15,-1 1 6 0,1-3 4 0,0 2-4 16,-4-1-27-16,-1 1-13 0,-2 0-5 0,-4 1-5 15,1-2-3-15,-2 1 2 0,1-2 1 16,-3 3-3-16,-2 0-3 0,-3 1 1 0,0 0 2 16,-5 1-2-16,-3 0-2 0,-6 3 3 0,0-2-1 15,-5 2 0-15,-3-1-2 0,-5 1 4 0,-3 0-1 16,-7-1-1-16,-5 2-1 0,-6 0-2 0,-7-2-1 16,-4 2-1-16,-7 0 3 0,-5 0 3 0,-8 0 16 15,-2 0 22-15,-5 0 12 0,-6 0 10 16,-3 0 0-16,-3 0-1 0,-3 2-11 0,-5 0-18 15,-2-1-12-15,0 0-8 0,-3 1-5 0,-3-1-2 16,2-1-2-16,-3 2 0 0,1-2-3 0,-2-2 0 16,2 1-2-16,-1-3-1 0,3-1-2 0,-3-1 0 15,2 0-1-15,1-2 0 0,1-3 2 16,4 3-1-16,-2-1 1 0,4-2 0 0,3 1 0 16,0 3 0-16,1-3-2 0,3 1 2 15,0 2 0-15,3-1-1 0,2 0 1 0,3 3 1 16,0 0 1-16,3 1 0 0,0 0 2 0,2 2-1 15,1 0-1-15,-1 2 1 0,4 2 0 0,-1 2-2 16,0 1 1-16,1 2 1 0,-1 2 2 16,1 2 2-16,-2 2-1 0,0 1 1 0,-2 0 0 15,3 3 0-15,-5 1-1 0,2 1 0 0,-3-2 0 16,0 3 0-16,-3-1 0 0,-3 1 1 0,2-1 0 16,-3 0-2-16,-3 2 2 0,0-4-2 15,-3 0 1-15,-3-1-2 0,0 0-7 0,-4-3-13 16,-4 0-32-16,-2-2-68 0,-4-3-64 0,-5-1-125 15,-7-4-173-15,-3 0-293 0,-6-5-307 16,-6-1-224-16,-4-3-144 0,-8-4 339 0,-6-3 554 16</inkml:trace>
  <inkml:trace contextRef="#ctx0" brushRef="#br0" timeOffset="205480.04">8259 14754 16 0,'-3'-11'342'0,"1"2"230"0,1-3 178 0,-1 0 110 15,4-2-273-15,1-2-150 0,5-2-57 16,3-3-35-16,0 1-32 0,5-4-30 0,1-1-51 16,2 1-58-16,2 0-54 0,1 2-27 0,2 1-19 15,-2 4-29-15,-1 2-11 0,0 3-7 0,0 5 13 16,-2 4 45-16,0 1 63 0,-3 5 38 15,1 5 8-15,-4 1 6 0,-1 4-13 0,-4 6-36 16,-3-2-53-16,0 5-30 0,-3 5-18 16,-4 2-17-16,2 3-11 0,-5 1-5 0,0 1-3 15,-1 1-2-15,0 0-3 0,-2 1-2 0,0-1-2 16,3-4-3-16,0-2-2 0,-1-4-2 16,4-4-3-16,-2-2-2 0,4-6-1 0,0-1-1 15,4-4 1-15,-1-2 1 0,4-5 2 0,1-2 5 16,0-3-1-16,4-3 3 0,0-2-1 15,3-3-1-15,-2 1-1 0,4-4-3 0,1-1-1 16,-1 2 0-16,2 1 1 0,2 1 0 0,-1 3 0 16,-1 1 4-16,3 3 0 0,0 3-2 15,-2 4 2-15,0 3 0 0,2 1 1 0,-1 1 0 16,-1 3 0-16,1 2 1 0,-2 0-1 16,0 0 2-16,0-1-1 0,-2 0-1 0,0-1-2 15,0-4 1-15,-2 0 0 0,0-3 1 0,-2-3-1 16,0-3 4-16,-3-3 2 0,2-4 0 0,-4-5 2 15,-3-2-1-15,0-4 1 0,-1-3-3 16,-2-3 1-16,-2-2-1 0,-3 0-4 0,-3-1 2 16,-1 1-1-16,-4 0 1 0,-1 2 1 15,-3 2 0-15,-2 1 2 0,-1 1-4 0,-2 4 1 16,0 2-2-16,0 3-1 0,-2 4 1 0,0 2-2 16,0 6 1-16,0 2-2 0,2 2 0 15,0 6-2-15,-2 2-14 0,2 5-53 0,1 2-60 16,-2 3-96-16,1 2-167 0,0 5-279 0,0 0-319 15,3 2-260-15,1 2-182 0,3-1 197 16,1-1 584-16</inkml:trace>
  <inkml:trace contextRef="#ctx0" brushRef="#br0" timeOffset="206225.88">9541 14921 261 0,'5'0'565'16,"-2"-3"245"-16,1 1 161 0,-1-5-181 0,0-1-202 15,0-3-139-15,2-2-79 0,-1-2-66 0,1-1-73 16,2-3-73-16,-1 3-61 0,3-1-39 15,-1 0-27-15,0 4-15 0,0-2-8 0,3 5-4 16,-3 2-4-16,3 4-1 0,0 2-1 16,0 4 4-16,3 4 2 0,-4 4 4 0,1 4 5 15,1 1 5-15,0 3-1 0,-1 1 2 0,1 1-4 16,-2 0-5-16,1-1-6 0,0-1-1 16,0-3-1-16,0-3 0 0,0-3-2 0,-1-2 0 15,2-3 2-15,-2-3 3 0,0-4-1 0,2-4 0 16,-1-1 0-16,0-4 3 0,2-2-1 15,-2 1-4-15,1-4 5 0,1 3-5 0,-2-2-1 16,0 2-4-16,0 3-2 0,-1 2 3 16,-1 0-2-16,-1 3 2 0,0 2 2 0,0 4 0 15,1 2 3-15,-2 3-3 0,-1 4 0 0,2 0-1 16,0 3 1-16,-2 0 3 0,2 3 1 16,0-2-2-16,1 2 1 0,-2-3 2 0,3 0-3 15,-2-3-10-15,1-2-20 0,-3 0-70 16,-1-7-124-16,-2-2-148 0,2-4-207 0,-2-3-285 15,0-3-242-15,0-3-41 0,-3-3 283 0,0-4 385 16</inkml:trace>
  <inkml:trace contextRef="#ctx0" brushRef="#br0" timeOffset="206386.59">10084 14483 61 0,'-3'-19'561'0,"-2"6"468"16,0 2 211-16,-1 4-78 0,1 4-332 0,-1 0-276 15,3 4-189-15,0 2-114 0,-1 3-69 0,4 2-53 16,-1-1-54-16,2 5-34 0,-1-2-18 15,4 3-13-15,0 0-5 0,2 2-36 0,1 2-43 16,1 3-80-16,0-3-143 0,2 4-187 16,-3 3-306-16,4-3-260 0,0 3-216 0,0 0 35 15,0 1 436-15</inkml:trace>
  <inkml:trace contextRef="#ctx0" brushRef="#br0" timeOffset="206722.01">10276 14991 281 0,'2'0'648'0,"0"-5"323"16,-2-2 152-16,0-6-223 0,0-1-276 16,0-3-187-16,1-2-98 0,1 0-69 0,1 1-62 15,2-2-41-15,-2 2-32 0,2 3-27 16,1 0-24-16,0 1-23 0,1 4-28 0,-1 0-22 16,3 4-6-16,-1 1 2 0,2 5-1 0,0 0-5 15,2 5 3-15,-1 1 2 0,3 6 0 16,-1 1-6-16,-2-1-3 0,3 1 1 0,-1 1 1 15,1-1-3-15,-1 1 1 0,1-2 5 0,0-2 0 16,0-3-2-16,-1 0 0 0,0-3 3 16,3-3 2-16,-3-1-3 0,2-1 4 0,-2-2-1 15,4-1 4-15,-2-2-6 0,0 1 1 0,0-1-4 16,0 1-4-16,0 0 7 0,0 2 2 16,-2 1 2-16,-2 4-2 0,3 1-27 0,-4 3-19 15,-1 1-35-15,-3 3-37 0,-4 1-94 16,-2 2-153-16,-2-1-153 0,-4-1-279 0,-1 3-246 15,-2-2-198-15,-5 0 118 0,-6-3 432 0</inkml:trace>
  <inkml:trace contextRef="#ctx0" brushRef="#br0" timeOffset="208518.11">2978 15992 77 0,'3'1'257'0,"2"2"121"0,-2-1 88 16,1-1-119-16,-1-1-94 0,0 1-37 0,-1 1 16 15,2-2 34-15,-1 2 45 0,2-1 38 0,0 0 46 16,1 1 30-16,2-2-19 0,0 1-45 0,0-1-53 16,2-1-55-16,0 1-58 0,0-2-48 0,3 1-21 15,1 0-21-15,0-1-15 0,3-1-12 16,-1-2-7-16,3-1-20 0,2-1-23 0,-1-1-5 16,2-3 41-16,2-2 26 0,1-2 13 0,-2-1 4 15,2-4-3-15,0 1-8 0,-1-2-41 0,-2-3-24 16,0 0-12-16,-1 0-8 0,-2-2-1 15,0 1-3-15,-2-2-1 0,-1 0-2 0,1 0-3 16,-4 0 0-16,-1 2-1 0,-2-1-1 0,1 0 0 16,-3 3 0-16,0 1-2 0,-2 1 0 0,2 3 1 15,-3 1-2-15,-2 3 1 0,3 2 0 0,-4 2 1 16,1 3 1-16,0 1 1 0,-3 2 0 0,2 1 2 16,-1 1 0-16,1 4 1 0,-2-1 1 15,2 4 0-15,-1 2 1 0,1-1-1 0,1 3 1 16,0 0-2-16,0 2-1 0,0 0-2 0,2-1 0 15,-2 1 0-15,2 0-5 0,2 1 3 16,-1 0 1-16,3 1-2 0,-1-1 0 0,0 1 3 16,3-1 1-16,0 1-4 0,-1-1 0 0,2 1 1 15,-1-3-1-15,2 2-2 0,0-1 2 0,-1-3 2 16,2 1 1-16,1 0 0 0,-1-2 1 16,-1-1 4-16,2-1-3 0,-2-1 2 0,3-2 1 15,-3 0-1-15,1 1-1 0,0-3-2 0,2 0 0 16,0-3-1-16,-2 3 1 0,3-2 2 15,2 0 0-15,-3-2-1 0,3 2 2 0,0-3 0 16,0 0-2-16,1 2 2 0,-2-1 2 16,2 1 0-16,1 0-2 0,-2 0-2 0,1 1-2 15,0 0 0-15,0 2-1 0,-1-1 0 0,0 1 0 16,2 0-2-16,-1 0 2 0,-1-2-3 0,2 1 0 16,-1-2 0-16,-1-1 1 0,0-2-1 15,-1-2 0-15,2 1 0 0,-1-5 4 0,-1 0-3 16,0 0 3-16,0-2 0 0,-1-1 1 15,2 2-1-15,-1-2-4 0,-1 1 3 0,-1-1-3 16,3 1 4-16,-3 0-4 0,1-4 6 0,-1 4-1 16,1-1 0-16,0-3 0 0,-2 3-1 0,2-3 0 15,-3 2-2-15,2 1 0 0,-3-2 2 16,1 6-2-16,0-2-2 0,-4 3 1 16,2 2 1-16,-2 2 2 0,-2 3 0 0,0 3 3 15,1 1 4-15,-2 4-1 0,-1 3-1 0,2 2-3 16,0 1 0-16,-2 2 0 0,4 1-4 0,-2 0 1 15,2 3 1-15,2 0 1 0,0-1 0 16,1 2 1-16,0 2 1 0,2-3-1 0,0 3 0 16,0 0 0-16,1-1-2 0,3 1 0 15,-2-1 0-15,1-1 0 0,1 0 0 0,-1-2 0 16,0 0-2-16,1-4 0 0,-1-2-2 0,0-3 0 16,0 0 0-16,-1-4 1 0,1-2 2 15,-1-2-1-15,-1-4 2 0,3-1 4 0,-2-1-2 16,1-4-2-16,1 1 0 0,-2-3 0 15,4 0-3-15,1 1-1 0,-1 0 0 0,2 2 4 16,1-1 0-16,1 4-1 0,0-1 5 0,-1 3-2 16,3 1 2-16,0 2-1 0,1 1-1 15,-1 2 0-15,2 3-2 0,-1 1 1 0,0 1-1 16,1 1 4-16,1 2 0 0,0 0-1 0,-3-2 1 16,2 4-4-16,-1-4 1 0,2 2-4 15,-1-2-1-15,-1 2 0 0,2-5-3 0,-2 3 5 16,2-4-3-16,0 0 1 0,-1-1 2 0,1-2 0 15,2-2 2-15,-1-1-1 0,-1-3 1 16,3-2 1-16,1-3 1 0,2 2 0 0,-1-5-1 16,6 1 1-16,0-4-2 0,2 2 1 15,3-1-1-15,0-1 3 0,1 1-1 0,2 1 0 16,-2 2 0-16,1 0 0 0,-1 3-2 0,-1 2 0 16,-2 4 1-16,0 2-2 0,-1 2 3 0,-1 3 2 15,-2 1 1-15,-2 3 0 0,0 0 0 16,-3 4-1-16,0 0-3 0,0-1-1 0,-1 2 2 15,-4 0-1-15,-1 0 0 0,-2-2-12 16,0 0-51-16,-5 1-56 0,-2-3-110 0,-4-1-173 16,-3-1-303-16,-4 0-309 0,-1 0-253 0,-3 0-153 15,-2-1 293-15,-3-1 578 0</inkml:trace>
  <inkml:trace contextRef="#ctx0" brushRef="#br0" timeOffset="209533.99">2591 17413 159 0,'0'0'432'0,"2"2"304"0,-2 0 264 15,-2 0-140-15,2 2-136 0,0 0-122 16,0 2-119-16,-2-1-110 0,1 3-69 0,1 1-37 16,0 3-40-16,-2 2-34 0,2 4-21 0,0 1-21 15,-1 4-37-15,1 5-40 0,0 2-23 0,-2 6-5 16,2 3-9-16,0 4-7 0,-2 1-8 0,2 3-1 16,-1 4-5-16,-1 2-7 0,2 3-3 0,0 3-3 0,-1-2 1 15,1-2-3-15,-2-4 1 0,2-3 0 16,0-6 1-16,-2-3-1 0,2-4-2 0,0-6-1 15,-2-1 0-15,0-6-1 0,2-1 1 0,0-6-7 0,0-1-8 16,0-2-21-16,0-3-40 0,0-2-50 0,-2-2-42 16,1-1-44-16,1-1-72 0,-2 0-97 0,-3 0-94 15,1-6-86-15,-3 1-125 0,1 1-213 0,-3-3-125 16,-1-1 99-16,0-3 248 0,-2-3 271 0</inkml:trace>
  <inkml:trace contextRef="#ctx0" brushRef="#br0" timeOffset="209893.96">2297 17464 216 0,'3'-12'379'0,"0"0"169"0,0 2 73 0,-1-1-105 15,1 1-51-15,0-1-23 0,-1 0-8 16,3 1-11-16,-2-2-40 0,3 1-56 0,-1-1-53 15,-2-1-51-15,2-2-34 0,1 2-39 0,2-2-29 16,0 0-24-16,0 0-25 0,0 0-17 0,4-3-18 16,-2 3-21-16,3-3-10 0,1 2-7 0,-2 2 2 15,4-1 5-15,-3 1-3 0,2 2 1 0,0-1 2 16,0 5 1-16,-2 1-1 0,3 2 26 0,-5 2 40 16,2 1 31-16,-1 4 17 0,1 1 14 0,0 2 4 15,-2 2-22-15,2 5-30 0,1 3-27 0,-3 3-16 16,1 5-15-16,-1 3-12 0,1 2-9 0,-2 3-2 15,2 4 0-15,-3 1 1 0,2 1-4 0,0 2-5 16,-1-3-29-16,-1 0-58 0,1-2-71 0,-2-5-144 16,3-2-185-16,-3-3-307 0,1-3-290 0,2-4-231 15,0-5-36-15,1-2 430 0,0-5 505 0</inkml:trace>
  <inkml:trace contextRef="#ctx0" brushRef="#br0" timeOffset="210975.88">8964 17065 114 0,'0'2'345'16,"0"-2"215"-16,-1 0 221 0,1 0-78 0,0 0-78 0,1-2-72 15,-1-1-67-15,2 0-66 0,-2-2-78 16,0-3-84-16,2-1-55 0,-1-4-35 0,1 0-23 16,-1-2-16-16,3-2-21 0,0-3-18 0,1-3-10 15,0-2-20-15,1-2-16 0,-1-2-21 16,4-1-6-16,-1 1 2 0,2-2-3 0,-1 3 1 16,0-1-2-16,-1 2 1 0,2 2 0 0,-1 5-7 15,-2 1-2-15,-1 2-3 0,-1 5 1 0,0 0-4 16,-2 4 0-16,1 2 31 0,-1 2 18 0,-1 0 12 15,1 1 5-15,-1 3 2 0,-2 0 3 16,3 4-16-16,0 2-12 0,2 5-5 0,-2 4-8 16,3 2-1-16,-1 2-4 0,-2 5-14 0,2 2-2 15,-2 2-3-15,1 2 0 0,0 4 2 0,0 2-8 16,0 0-2-16,-1 1-5 0,0 0-2 0,1-5-3 16,0 0-2-16,-2-5 5 0,1 0 3 0,-1-7 0 15,1-2-42-15,0-2-50 0,-3-4-71 16,3-3-120-16,-3-1-162 0,2-3-222 0,-2-4-268 15,1-2-242-15,1-3-98 0,-1-3 250 0,-1-4 438 16</inkml:trace>
  <inkml:trace contextRef="#ctx0" brushRef="#br0" timeOffset="211737.04">9371 16510 106 0,'0'3'310'0,"-2"2"158"16,-1 1 148-16,0 3-114 0,0 1-91 16,1 3-32-16,-1 3 29 0,1 2 10 0,1 1-6 15,1 5-31-15,1-1-38 0,-1 4-49 0,3 1-65 16,-1-2-56-16,1 2-51 0,-1-2-37 0,1-2-31 16,0-2-25-16,0-4-11 0,1-1-11 0,0-4-5 15,1-4-1-15,-2-1-2 0,3-2 1 16,-1-5-5-16,0-2 4 0,1-5 1 0,0-2-3 15,-1-5 1-15,2-1-3 0,-1-2 5 0,0-2 0 16,0-2 0-16,-1 0 1 0,2 1-1 0,-2 3 1 16,-1 0-1-16,2 3 0 0,-3 2-2 0,1 4-1 15,-1 0 2-15,-1 2 1 0,-1 2-1 16,2 2 0-16,-1 2-1 0,1 2 2 0,2 3 2 16,1 5-1-16,-1-1 0 0,0 6 0 0,-1 0 6 15,1 2-3-15,0 4 2 0,1 1 0 0,-3 1-2 16,0 3 2-16,1 0 7 0,-3 1 11 15,1 4 4-15,-2-1 2 0,-2 2 1 0,-1 2-1 16,1-2-5-16,-2 0-16 0,-2-2-8 0,1-1-2 16,0 0 0-16,-1-3 1 0,-1-2-2 15,2-4 2-15,-1-3 0 0,0-1-10 0,3-6-13 16,-2-3-27-16,2-4-61 0,-1-6-73 0,1-2-75 16,3-7-69-16,0-2-63 0,3-2-43 0,2-3 12 15,2-3 47-15,-1-2 57 0,5-1 60 16,0 1 54-16,0-2 47 0,3 3 44 0,1 0 35 15,2 3 35-15,-3 0 18 0,5 2 38 0,0 4 15 16,0 4 3-16,0 1 2 0,0 4 16 0,0 1-14 16,1 3-24-16,0 3 11 0,0 0 20 0,-1 2 18 15,-1 1-4-15,0-2 43 0,-1 0 16 16,-2-1-3-16,1 0 7 0,-2-3 46 0,-1 0 60 16,1-3 71-16,-1-2 35 0,-2-3 10 0,0-4-20 15,-2-4-47-15,-1-1-57 0,0-5-78 0,-2-1-40 16,-2-3-20-16,-1 0-14 0,-2-2-11 0,-1 0-3 15,-3-1 1-15,-2 3-6 0,-4 0-4 16,-2-1-3-16,0 3-4 0,-6 0-5 0,-1 1 0 16,1 2-1-16,-4 4-1 0,4 3-4 0,-4 2-2 15,5 5 3-15,-3 1-3 0,2 4-8 0,3 4-6 16,1 2-6-16,-1 4-3 0,4 1-6 16,2 5-3-16,-1 2-4 0,4 3 1 0,4 0 3 15,1 2 0-15,1 3-9 0,4 0-18 0,4 2-16 16,1-1-55-16,0-1-93 0,2 0-114 0,2-3-126 15,4 1-250-15,-1-3-260 0,7-1-143 16,-1-4 81-16,4 2 299 0,2-6 332 0</inkml:trace>
  <inkml:trace contextRef="#ctx0" brushRef="#br0" timeOffset="212364.49">10233 17187 72 0,'4'-6'264'16,"2"-2"136"-16,-1-4 146 0,-2-6-97 0,2-1-62 15,-2-6-7-15,2-1 4 0,0-3 22 0,2-3-7 16,0 1-28-16,1-1-45 0,-2 3-56 0,4 1-50 15,-4 2-66-15,0 5-46 0,1 1-43 16,-2 5-29-16,1 4 5 0,-2 4 15 0,1 2 13 16,0 5 11-16,1 6 10 0,-1 5 2 0,3 4-13 15,-2 4-15-15,-1 4-16 0,3 1-14 0,0 3-9 16,-2 0-2-16,2 1-8 0,-1-2-5 0,2-1-1 16,-1-1 0-16,0-3-4 0,1-1-4 0,0-4 1 15,0-2-3-15,0-3-5 0,0-4 2 16,1-2 6-16,1-5 0 0,0-3-3 0,2-6 1 15,-2-3 3-15,1-3-1 0,-2-2-8 0,4-4 4 16,-1 0 0-16,0-3 2 0,2 2 1 16,0-1-4-16,2 2 4 0,-3 2-1 0,2 2-1 15,0 4-1-15,-2 2 1 0,-1 4 4 0,1 5-1 16,-3 2 2-16,0 2 4 0,0 5-1 16,0 4-2-16,-3 3-2 0,1 3 0 0,-2 1-1 15,-1 3 2-15,1 2-2 0,-1 1 5 0,-2-2-7 16,0 1-10-16,-1-3-18 0,0 0-54 0,0-4-126 15,-3-3-158-15,0-1-225 0,0-5-276 16,-3-1-263-16,3-3-90 0,-5-5 302 0,2-3 428 16</inkml:trace>
  <inkml:trace contextRef="#ctx0" brushRef="#br0" timeOffset="212526.87">10718 16674 148 0,'0'-23'502'0,"0"7"323"16,0 1 201-16,1 3-162 0,-1 3-255 15,0 2-205-15,2 2-139 0,1 2-103 0,0 3-76 16,2 3-43-16,3 2-21 0,-2 3-9 0,2 4-39 16,0 3-100-16,1 1-133 0,-1 6-224 0,-1 3-263 15,4 2-219-15,-2 4-65 0,1-2 232 16,1 6 351-16</inkml:trace>
  <inkml:trace contextRef="#ctx0" brushRef="#br0" timeOffset="212866.08">11094 17206 32 0,'9'-8'345'0,"-5"-2"269"15,-1 1 277-15,0-4 109 0,0-1-213 0,0 2-189 16,1-3-121-16,0 0-103 0,1 0-103 0,1 1-103 16,1 0-68-16,-3 2-46 0,3 1-23 0,-1 1-10 15,2 0-14-15,-2 4-3 0,2 4-3 0,-1-2 5 16,3 6-5-16,-1 1-3 0,-1 0 5 0,2 3 0 15,-2 2-1-15,2 0-2 0,1-1 1 16,-2 0 0-16,1 0 0 0,-2 1 0 0,3-2 1 16,-2-2-1-16,-1 1-1 0,3-2 0 0,-1-1 0 15,0-1 0-15,0-1-4 0,1 0-1 16,-1-1-1-16,1 1 2 0,0 1-3 0,-1 0 3 16,0 1 1-16,0 2 4 0,1 3 5 0,0 0-3 15,-3 3 2-15,3 1 1 0,-1 1-1 0,-2 2-3 16,1-1-7-16,-2 1-27 0,0 1-80 15,-4-2-133-15,-1 2-149 0,-2 0-261 0,-2 0-282 16,-1 0-206-16,-3 0 37 0,0-1 354 0,-4-2 370 16</inkml:trace>
  <inkml:trace contextRef="#ctx0" brushRef="#br0" timeOffset="-212944.5">2629 18206 185 0,'-3'0'314'0,"1"0"135"16,-1 0-29-16,1-1-84 0,1 1-75 0,1 0-67 0,-2 0-51 15,4 0-56-15,-1 0-42 0,4 0-26 0,6 1-15 16,0 1 25-16,5 0 21 0,5-1 9 0,2 0 85 16,2 1 49-16,5-2 21 0,4 0 26 0,2-2 83 15,2 1 29-15,6 0-59 0,1-4-35 16,5 1-26-16,1-2-54 0,4-2-79 0,2 1-16 15,2-4 2-15,2 3-9 0,1-4 2 0,1 4-2 16,2-4-6-16,0 1-27 0,2 1-18 0,-1 0-12 16,3-1-8-16,-1 0 0 0,4 2 1 0,0-2-2 15,2 3 67-15,1-1 37 0,1 0 16 16,0 3 5-16,1 1 13 0,-1 0-7 0,1 3-61 16,1-1-32-16,1 3-16 0,-1 0-12 0,2 3-17 15,0-1 3-15,0 3 0 0,4 0-1 0,-1 0 8 16,1 0 2-16,0 3 2 0,3-1-1 0,0 0-3 15,1 1 22-15,4 0 5 0,-2-1 11 16,2 0 1-16,-2-1 13 0,-1 1-2 0,1-1-18 16,-3-2-16-16,0 2-9 0,-2-1-6 0,-1-1-8 15,1 1-1-15,-1-1 0 0,1 0 2 0,-4 1 5 16,1 0 6-16,-4-1-7 0,1 1 1 0,-2 1-2 16,-1-1-2-16,-3-3-7 0,1 3-4 0,-3 0 5 15,-4-3 1-15,-1 1 2 0,-4-1 3 16,-4 1-2-16,-1-2 7 0,-5 1 1 0,-4-1 4 15,-2 1-1-15,-7 1-3 0,-1-3 0 0,-3 1-5 16,-8 1-3-16,0-2-3 0,-5 1 3 0,-2-1 1 16,-5 0 2-16,-1 2-1 0,-5-2 0 0,-1 1 2 15,-1-1-3-15,-1 0 3 0,-2 0-1 16,-2 0 2-16,1 0 0 0,-1 0 1 0,0 0-3 16,-1 0-1-16,1 0-2 0,-1 0-2 0,-1 0 0 15,2 0-2-15,1 0 1 0,2 0 0 0,1 0 2 16,0 0 1-16,1 0-1 0,-1 0 1 0,-1 0 5 15,4-1 1-15,-2 1-1 0,-1-2 0 16,-1 2-2-16,4 0 0 0,-3-1-10 0,1 1-8 16,-1-2 2-16,-1 2 1 0,4-1-2 0,-4-1-4 15,0 2 9-15,1-1 6 0,-1 1 1 0,3-2-1 16,-2 2 4-16,0 0 1 0,1-1 0 0,-1 1-2 16,2-2 0-16,-2 2 0 0,-1 0 0 15,2 0 0-15,-3 0 2 0,4 2-1 0,-2-2 1 16,1 1 0-16,-1-1 1 0,-1 2 1 0,-1-1-1 15,1 1-1-15,0-2-2 0,-2 1 4 0,0 1-4 16,-1-2-2-16,0 0 2 0,-1 1 2 0,1-1 1 16,-1 0-3-16,1 0 2 0,-2 0 2 15,0 0-2-15,0 0 4 0,0 0 1 0,0 0 5 16,-2 0 10-16,1-1 9 0,-1 1 5 0,-1-2 0 16,-2-1-4-16,0 0 1 0,-1 0-10 15,-2 0-7-15,0-1-6 0,2-2-2 0,-2 0-1 16,0-1-1-16,2-1-3 0,1 0 0 0,0 1 1 15,0-1-2-15,2 1 0 0,-1 2-1 0,2 1-1 16,1-1-1-16,-1 1-1 0,4 1 2 0,-1-2-1 16,4 3 0-16,-1-4 2 0,3 2-1 15,-1 0-1-15,2 1 1 0,3 1 0 0,0-3 0 16,2 3 0-16,0 0 0 0,1 2 0 0,2 0-1 16,-2 2 1-16,0 0 1 0,1 3 0 0,-2 0 1 15,-1 0 4-15,-1 5 6 0,1-1 6 16,-4 1 6-16,0 2 9 0,-2 0 8 0,-3 2 4 15,-1-1 1-15,0 2-1 0,-4 0-4 0,0 0-6 16,-1 0-7-16,-3-2-7 0,-2 3-7 0,0-4-7 16,-1-1-3-16,-4 1-3 0,0-1-3 0,-4-1-5 15,1-1-11-15,-3-2-18 0,-3-3-25 0,0 2-70 16,-2-3-87-16,-6-3-169 0,-1 2-277 0,-4-2-314 16,-4 0-366-16,-4-2-222 0,-6-1 135 0,-4 0 694 15</inkml:trace>
  <inkml:trace contextRef="#ctx0" brushRef="#br0" timeOffset="-211225.66">3306 17668 20 0,'12'-6'180'16,"-2"2"95"-16,1-2 64 0,1 0-62 0,-2-3-24 0,4-2 2 15,-3-3-1-15,2 1 13 0,-1-2 28 16,1-2 35-16,1-2 30 0,-1 1-1 0,0-3 3 15,3 0-42-15,-2-1-50 0,0-1-58 0,2-1-64 16,0 0-45-16,0 0-40 0,1 1-23 0,0-3-15 16,1 2-10-16,-1-1-6 0,1 0-2 0,0 3-4 15,0 1 0-15,2 0 0 0,-3 3 15 16,0 1 10-16,1 4 6 0,-3 1 5 0,2 1-3 16,-1 4 3-16,1 0-35 0,-1 3-15 0,0 2-11 15,0 1-6-15,0 2-1 0,1 1-2 0,-3 1 17 16,1 0 12-16,0 2 2 0,-2 1 5 0,1 1 1 15,-1-1 1-15,1 2-2 0,-3-1-1 16,0 1 2-16,3 0-3 0,-4 2 1 0,2-3-3 16,0 4 4-16,-1-1 0 0,1 2 0 0,-1-1 2 15,3 2 0-15,-2 0 1 0,0 0-1 0,2 4 1 16,-1-3-5-16,1 1-3 0,-1 0 1 0,1 2-1 16,0-2-1-16,1 1 1 0,2-1 18 15,-4 0 10-15,4-1 2 0,-4 0 6 0,3-4-1 16,-4 0-2-16,2-1-15 0,1-1-10 0,-1-2-4 15,0-2-4-15,0-1 0 0,1 0-1 16,0 0-1-16,1-3-1 0,0 0-1 0,0 0 3 16,1-3 0-16,-1 0 1 0,1 0 1 0,1-1 2 15,-1-2 2-15,2-2-1 0,-1 1-2 0,-1-2-1 16,1 0 3-16,0-1-2 0,-2-1-2 16,3-2 1-16,-2 1 1 0,1 1 2 0,-1-1-2 15,-1 0-2-15,3 0 1 0,-3 1-15 0,1 0-5 16,1 1-9-16,-1 0-1 0,2 1-3 0,-3-1 0 15,4 0 14-15,-2 3 6 0,1-1 7 16,-2 1 1-16,2-1 4 0,0 2-1 0,-1 0 1 16,-1 2 1-16,3-1-1 0,-4 1 1 0,3 0-1 15,-3 0 0-15,3 2 0 0,-3-2 0 0,3 2 0 16,-2 2-2-16,1-2 2 0,-1 2-2 0,-1 0 1 16,3 0 1-16,-3 0 1 0,3 2 2 0,-1-2 12 15,-2 2 11-15,3 0 1 0,-1 1 3 16,1 2 0-16,-2-1 2 0,2 0-13 0,0 1-8 15,-1 1-3-15,0 1-4 0,2-1-2 0,-2 3-1 16,1 0-3-16,0-1 2 0,2 1-2 0,-1 0 3 16,-2 1 0-16,2-1-1 0,2 0 2 15,-4 0-1-15,4 3-1 0,-2-4-1 0,1 1 0 16,0 0 0-16,-1 1-1 0,1-2 2 0,1 0 0 16,0 2 1-16,-1-3-1 0,-1 1 0 0,2 1 0 15,-4-1-1-15,2-1 1 0,1-3-1 16,-4 2 1-16,0-1 0 0,1-1-1 0,-2-2-2 15,-2-1 1-15,2-1 1 0,-3-1 1 0,2-2-1 16,-4-2 0-16,3-2 1 0,-2 0 1 16,-1-3 3-16,0-3 1 0,0 2 0 0,0-1 0 15,0 0 0-15,0 0-3 0,0 1-2 0,2 1-2 16,-2 1 1-16,3 2 1 0,-3-1-2 0,2 4 1 16,-1-1 0-16,1 2 1 0,1 2 4 15,-1 1-4-15,1 1 1 0,0 2 2 0,2 3-2 16,0-1 1-16,0 2-2 0,0 1 2 0,1 3-2 15,-1-1 0-15,3 3 1 0,-2-1 9 0,2 0 8 16,0 0 0-16,-1 2 8 0,0-4 0 0,-1 2-2 16,0-1-7-16,0-1-8 0,-1 0-6 0,3 1-4 15,-3-3-3-15,1-1 3 0,-1-1-1 16,1 0 1-16,1-1 1 0,-1-1-1 0,-1-2 1 16,1-1 0-16,-1 1 1 0,0-4 1 0,3 1 2 15,-3-3 1-15,1 0-2 0,1 0 0 0,0-2-2 16,0-1-1-16,2 0 0 0,2 1-2 15,-2 0 2-15,2 3-2 0,0 0 1 0,1 2-1 16,1 1-3-16,3 1 2 0,0 2-4 0,1 1 2 16,2 3-1-16,1 0 5 0,0 3 2 0,4 0 3 15,-2 0 7-15,5 2 3 0,0 1 7 16,3 3 4-16,0-1 3 0,3 0-1 0,-1 1 1 16,3 1-4-16,-2-1-9 0,2 1-4 0,0 1-5 15,0-2-2-15,-2 1-5 0,1 0-1 0,0-3 1 16,1 1-2-16,-2-1 4 0,1-1 3 15,0-3 3-15,-2 1 3 0,3-2-3 0,-2-3 2 16,-1-3-5-16,3 0 0 0,-3-1-7 0,-1-4-98 16,-4 1-190-16,-1-1-291 0,-6-2-263 0,-4-1-274 15,-3 1-201-15,-5-2 265 0,-2-1 567 16</inkml:trace>
  <inkml:trace contextRef="#ctx0" brushRef="#br0" timeOffset="-204956.75">27556 13821 134 0,'-1'3'361'16,"-7"1"170"-16,2 4 131 0,-1 1-144 16,1 5-146-16,0 4-42 0,-2 5 3 0,2 4 14 15,1 5 12-15,-3 4-11 0,1 4-31 0,0 2-49 16,0 2-57-16,3-1-50 0,-1 1-46 0,-2 0-41 16,3-6-27-16,1-1-24 0,1-3-14 15,1-6-9-15,1-3-1 0,0-6 1 0,0-3 0 16,-2-4 12-16,2-2 11 0,-2-4 13 15,2-2 15-15,0-6 4 0,-1-3 8 0,1-5-9 16,1-5-8-16,-1-4-11 0,4-3-13 0,-3-6-7 16,2-2-5-16,3-4-3 0,1-2-5 0,-1-3 1 15,2-3-3-15,1-5-5 0,3 1-6 16,0-5 2-16,2 1-2 0,-1-3 4 0,4 4 3 16,-2-1 7-16,2 5 2 0,1 1 1 15,-3 4 3-15,3 6-4 0,-1 6-1 0,-1 0 0 16,-2 8 2-16,1 2-1 0,-1 3-4 0,0 6 3 15,2 1-1-15,-2 8-3 0,2 0 0 16,-2 5-1-16,2 3 0 0,-2 5 3 0,0 2 18 16,-3 2 21-16,2 5 41 0,-4 0 40 15,-2 3 32-15,-2 4 10 0,-4 0-14 0,-2 2-18 16,-3 3-35-16,-2-2-29 0,-2 1-29 0,-1 0-18 16,-2-4-9-16,-1 2-2 0,0-4-4 0,1-3-4 15,-2-3 1-15,2-1 1 0,0-4-2 16,-3-2-1-16,3-4-1 0,-2-2-5 0,2-4-16 15,0-4-31-15,2-2-45 0,-1-3-44 16,4-2-40-16,-1-1-40 0,2-2-39 0,1 2-29 16,2-2-11-16,1 3-6 0,1 1 0 0,1 2 11 15,1 2 38-15,2 2 61 0,-1 5 65 16,2 2 54-16,2 4 35 0,-2 1 16 0,3 3 12 16,1 4 11-16,-1 2 14 0,0 3 19 15,3 2 19-15,1 1 20 0,0 0 20 0,3 1 12 16,0-1 7-16,3 0 7 0,1-3 3 0,1-3 6 15,0 0 10-15,2-6 8 0,-1-1-2 16,1-2-5-16,0-6-6 0,-3-2-12 0,1-3-24 16,-1-3-15-16,-1-3-8 0,1-2 4 15,-5-4 18-15,2-3 33 0,-3 3 38 0,-4-6 17 16,0 1-1-16,-4-1-16 0,-2-1-28 0,-4 0-36 16,-2 0-36-16,-5 0-25 0,-2 1-15 15,-2-1-9-15,-2 2-4 0,1 4-5 0,-3 2-4 16,-3 4-4-16,0 3 1 0,1 3-3 15,-4 4-3-15,2 4 1 0,1 2 0 0,-3 3 3 16,1 4-3-16,5 0-4 0,-1 2-17 0,4-1-36 16,1 0-47-16,4 0-46 0,5-1-59 0,1-2-101 15,5-2-128-15,5-3-154 0,5-1-243 16,3-4-230-16,6-1-143 0,0-4 160 16,3-3 399-16</inkml:trace>
  <inkml:trace contextRef="#ctx0" brushRef="#br0" timeOffset="-204586.67">28428 14056 295 0,'-2'-9'572'0,"-3"5"253"15,-3 2 156-15,-2 5-226 0,-5 3-197 0,0 6-125 16,-3 2-80-16,-3 4-66 0,1 2-69 0,1 2-65 16,-2 1-51-16,5 3-32 0,-1 0-26 15,4-3-15-15,1 2-14 0,4-4-11 0,3-2-1 16,3-2-3-16,6-4 0 0,1-3-2 0,3-3-2 15,4-6 1-15,2-7-2 0,5-1-3 16,0-9 5-16,3-1 1 0,0-6 2 0,4-3 5 16,-2-2 3-16,-1-2 1 0,1-3 0 15,-1 2-2-15,-3-1 0 0,0 0-6 0,-4 3 2 16,0 0-3-16,-3 1-2 0,-3 2-1 16,-2 2 2-16,-3 2 2 0,-1 1-3 0,-4 4 2 15,0 4-1-15,-4 2-2 0,-1 5 2 0,-1 5 0 16,-5 3-1-16,2 8 1 0,-4 5 0 15,-3 4 3-15,2 5-3 0,-2 6-1 0,2 2 1 16,-2 4 0-16,2 3-3 0,0 1-4 0,1 2 1 16,3 1-13-16,1-2-50 0,4-1-114 15,4-3-140-15,2-4-186 0,6-5-289 0,2-6-251 16,4-3-94-16,2-4 241 0,3-9 386 0</inkml:trace>
  <inkml:trace contextRef="#ctx0" brushRef="#br0" timeOffset="-204140.08">28734 14070 13 0,'10'-23'386'0,"-2"5"373"0,-5 3 320 0,-2 3 37 16,-1 3-299-16,-1 3-237 0,-2 2-176 15,-2 4-129-15,1 3-96 0,-3 2-62 0,1 5-33 16,1 3-11-16,0 0-1 0,-1 4 16 16,1 1 19-16,0 0 15 0,1 4 7 0,-3-2-7 15,1 4-10-15,-2 1-24 0,3 1-23 0,-3 1-24 16,0 1-15-16,1 1-9 0,-1-1-9 0,0-2-1 15,1-2-1-15,0-1 0 0,-1-3 0 16,1-4 2-16,2-3 1 0,1-1-4 0,-2-3-4 16,3-2-5-16,1-2-7 0,0-5-14 0,4 0-14 15,3-9-8-15,1 0-11 0,2-3-2 16,3-6-5-16,4 0 1 0,2-4 6 0,1-4 8 16,6 0 9-16,-2-1 7 0,4 2 9 0,0-1 10 15,0 2 5-15,-4 2 6 0,-1 3 3 16,-3 4-2-16,-3 2 0 0,-1 5 2 0,-5 3 2 15,-2 5-1-15,-2 3-2 0,-4 3 7 0,-1 3 7 16,-1 4-5-16,-3 0 3 0,-2 3 10 16,0 2 12-16,-2 3 8 0,-3-1 5 0,3 2 7 15,-3 2 2-15,1 0-8 0,1 2-11 16,1-3-10-16,1 1-12 0,1-2-7 0,2-3-5 16,4-3-2-16,0-2 0 0,4-3-10 0,2-4-27 15,2-4-40-15,0-4-37 0,4-2-30 16,0-4-73-16,-1-3-121 0,2-4-135 0,-2 2-233 15,-2-2-241-15,1 0-227 0,-2-1-4 0,0 0 346 16,-3-2 417-16</inkml:trace>
  <inkml:trace contextRef="#ctx0" brushRef="#br0" timeOffset="-203230.76">29095 14451 382 0,'-3'10'770'0,"1"0"269"0,-1-4 32 0,6-6-295 15,-1 0-252-15,2-5-169 0,3-8-114 16,3 0-55-16,5-6-37 0,1-6-35 0,3 0-24 16,3-2-10-16,-1-1-5 0,2-3-9 15,1 5-5-15,0 0-7 0,-3 2-12 0,-3 3-14 16,-2 4-9-16,0 1-12 0,-5 6-2 0,-2 0 20 15,-1 8 22-15,-3 3 27 0,-2 5 16 16,-3 3 19-16,0 7 7 0,-1 0-12 0,-2 3-20 16,-1 3-21-16,1 2-17 0,-2 1-15 0,1-1-11 15,1-1-9-15,0 0-2 0,3-2-3 16,0 0-3-16,0-4-1 0,4-4-2 0,2-1 0 16,2-3 1-16,4-3 4 0,1-5 3 0,5-3 2 15,3-4 0-15,4-3-3 0,3-5-1 16,1 0-4-16,1 1 0 0,1-4-2 0,-1 4 2 15,0 0-1-15,-2 0-1 0,-5 2 1 16,2 3-2-16,-3 1-1 0,-4 1-1 0,-1 2 1 16,-2 2 0-16,-5 2 1 0,2 1 0 15,-7 2 1-15,1 3 4 0,-2-2 0 0,0 3 1 16,-3 1-1-16,-1 2-1 0,-1-3 1 0,1 2-3 16,-2 0 2-16,0 0-3 0,2-1 0 15,-2 0-1-15,2-1 0 0,2 0-1 0,0-1-2 16,1-1 1-16,2-4 2 0,1-1 1 0,4-1-1 15,2-6 1-15,1 1 3 0,3-6 1 16,0 2-3-16,3-2 1 0,-2-1 0 0,2 1-2 16,-2-1-1-16,-1 5-2 0,2 0 0 0,-6 3 0 15,0 3-1-15,-2 0 3 0,-2 4 3 16,-1 0 1-16,-2 4 1 0,-1 3 0 0,-2 2-1 16,-2 3-1-16,0 2-5 0,-2 2 2 0,-2 2 2 15,2-1-1-15,-1 4 3 0,1-1 0 0,1 1-1 16,-3-2 2-16,4 0-2 0,0-1-3 15,4-4-7-15,-3-4-34 0,3-2-57 0,-1-4-51 16,3-6-72-16,-2-3-126 0,4-5-162 0,-1-5-147 16,4-4-168-16,-3 0-234 0,1-4-119 0,1-3 189 15,1-4 361-15,-3 0 310 0</inkml:trace>
  <inkml:trace contextRef="#ctx0" brushRef="#br0" timeOffset="-203052.7">30208 14236 209 0,'13'-46'360'0,"2"-5"158"0,-3 1 52 0,2-2-117 15,-2-1-67-15,4 5 3 0,-5 3 51 0,2 5 46 16,-1 7-5-16,-3 4-26 0,-1 4 7 0,-4 5-15 15,4 5-62-15,-5 2-68 0,0 5-52 16,-1 2-44-16,0 3-67 0,-2 1-63 0,0 4-39 16,-2 4-23-16,-1 3-13 0,-1-1-8 0,1 5-1 15,2 1-2-15,-4 1-1 0,2 1 0 0,2 1-5 16,-1 0-19-16,4 0-66 0,-2 1-59 16,3-1-108-16,-2 1-164 0,4 1-280 0,-4 0-314 15,2 3-232-15,1 0-167 0,1 1 242 0,-1 2 543 16</inkml:trace>
  <inkml:trace contextRef="#ctx0" brushRef="#br0" timeOffset="-202766.68">30621 14272 40 0,'19'-1'346'0,"-5"-2"294"16,-2 0 314-16,0-3 56 0,-4-1-197 16,-1 1-182-16,-2-1-125 0,-2 0-96 0,0 1-87 15,-1-2-52-15,0 2-29 0,-2 0-24 0,-4 2-30 16,1-1-35-16,-2-1-33 0,1 2-39 0,-5-2-31 15,0 2-15-15,0 0-9 0,-5 0-4 16,1 1-3-16,-3 1 1 0,0 2-4 0,1 2 2 16,-3 3 1-16,1 1 3 0,1 6-1 0,0-2-1 15,2 5 0-15,0 1-3 0,3 2-4 0,1 3-4 16,1 1-2-16,2 3-3 0,1 0-1 0,3 2-1 16,1 1 0-16,2-2-2 0,3 1 0 15,2-3 1-15,3 0-2 0,5-3-18 0,-4 0-51 16,4-6-66-16,-1 0-118 0,1-4-192 0,3 0-302 15,-2-3-328-15,3-2-284 0,-2-2-136 0,1 1 365 16,0-3 614-16</inkml:trace>
  <inkml:trace contextRef="#ctx0" brushRef="#br0" timeOffset="-202546.77">31326 14702 218 0,'-2'6'927'0,"-2"1"563"0,-6-1 14 16,-4 0-261-16,-1-2-477 0,-2-1-309 0,1-1-173 16,-1-4-118-16,3 1-73 0,-4-3-44 15,6-1-26-15,1-3-11 0,3 1-9 0,1-3-10 16,4 0-30-16,1-2-61 0,6-1-54 0,1-1-67 16,1 1-107-16,4-3-146 0,4-1-145 0,2 0-154 15,1 1-231-15,5 1-164 0,-1 0 67 16,1 0 327-16,0-2 355 0</inkml:trace>
  <inkml:trace contextRef="#ctx0" brushRef="#br0" timeOffset="-201532.75">31426 13364 112 0,'0'-6'377'0,"1"0"252"0,-1 6 263 16,-1-4-54-16,1 4-144 0,0 0-110 16,0 0-93-16,-3 4-95 0,3 2-96 0,-2 2-41 15,2 3 5-15,0 3-6 0,0 4-10 0,0 4-18 16,0 3-19-16,2 2-36 0,-2 4-55 15,0 0-29-15,0 5-22 0,0-1-6 0,0 5-8 16,0 0-9-16,0 3-6 0,-2 2-7 0,-1 2-6 16,1 3-10-16,-1 1-6 0,0 1-4 0,-1-2-3 15,3-2-3-15,1-3-1 0,0-6-3 0,0-2 2 16,1-6-2-16,3-5 1 0,-1-3 0 16,2-5 0-16,0-5 1 0,-1-4 2 0,5-5 2 15,-1-2 0-15,1-4 2 0,3-4 0 0,-3-6-1 16,4 0-1-16,0-2 0 0,0-3-1 0,0-2 0 15,2-2-2-15,1-3 1 0,-4-1-2 16,6-5 1-16,-1-1-1 0,0-3-1 0,3-4 0 16,0-1-2-16,2-2 2 0,-1-2-2 0,1-1 2 15,2 1 2-15,-2-2 0 0,0 2 2 0,2-1 1 16,-1 1 1-16,1 2 0 0,-3 2 0 0,1 1 0 16,0 3-8-16,-3 1-2 0,0 5-3 0,0 0-2 15,-5 2-1-15,0 4-1 0,-1 0 7 16,-3 3 2-16,-1 2 4 0,-1 4 0 0,-4-2 2 15,0 2 6-15,-4 2 4 0,0 2 1 0,-4 1 0 16,0 0 0-16,-4 2-1 0,-3 1-8 0,-2 0-4 16,-6 1-3-16,2 4 0 0,-9-2-2 0,3 6-1 15,-6 1 1-15,-1 1 2 0,0 2 2 16,0 1 0-16,2-1 3 0,-2 2 0 0,5-2 1 16,0 3-1-16,7-3-1 0,-1-1 0 0,6-4-2 15,3 2-1-15,0-1-2 0,5-1 0 0,2 0-1 16,3-2 0-16,3-4 1 0,3 1 0 15,5-1 1-15,2-3 1 0,2 0-1 0,3 0 0 16,3-2 1-16,-3 0 0 0,2 1 2 0,2-1 0 16,-5 2 1-16,4 1 0 0,-4 0 0 0,-1 4 1 15,-2-3-3-15,-4 4 0 0,-2 1 1 16,-4 3 0-16,-2 2 0 0,-4 2 0 0,-4 4 0 16,-4 2 1-16,-4 2-2 0,0 5 2 0,-6 0 0 15,-3 1 0-15,-1 3 0 0,-1 2 0 0,-2-1 2 16,1 1-3-16,0 2 2 0,1-2-2 15,-1-1 1-15,4-1-1 0,5-1-1 0,3-2 0 16,4-3-2-16,5-3 0 0,5-3-2 0,5-1 2 16,5-4 1-16,4-2-1 0,5-4 3 0,3-1 0 15,2-3 2-15,0-1 0 0,-1 1-1 16,3 0 1-16,-6-1-2 0,-2 3-1 0,-1 0 0 16,-4 2 0-16,-5 2 1 0,-1 3 1 0,-5 3 1 15,-4 3-1-15,-5 2 0 0,-3 3 2 0,-4 0 1 16,-4 4 0-16,-4 2 0 0,0 1 1 0,-3 1 1 15,-1 2 3-15,1 0 2 0,0-2 2 16,4 1 1-16,1-2 0 0,3-3-1 0,4 0-5 16,1-6-4-16,3 0-3 0,6-1-2 0,2-4 1 15,1-1 0-15,1-2 0 0,4 0 0 0,2 0 0 16,-2-1 0-16,3-1-1 0,-1 1-1 0,0 0-1 16,0 0 1-16,-1 4-4 0,-3 0-13 0,1 2-42 15,-4 2-76-15,-5 2-148 0,0 1-270 16,-3 3-308-16,-3 0-378 0,-2 2-361 0,-2 0-37 15,-1 2 679-15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4F9009-1E10-46B6-A209-F9C333AB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8D1ACD-19AA-42B7-A552-320BD3F4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E4A77D0-BEE8-4351-BE7D-D2AF207B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23C7D51-F691-48D1-B9AC-B67E152E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1C3A80D-B3EA-47F7-A390-3DB96B70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1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891EC3-8FC5-4C95-90DC-31751DD6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C0C7CC-2DFA-4865-AAC8-9D6718DB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9D46C3-B558-481C-8A19-D507C6EC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9057AF-CBCF-44BD-917F-6C088599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8D4CAC-324D-46B0-8DEB-043FA8AD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7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79A53A-6717-4F0B-AD4E-97F565A6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3718B57-F26E-405D-A282-A632DEAFA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DB9508C-5BE9-4662-8E49-571C7BAE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BF0C37-FF88-4B07-902A-647B6A70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D8318E-CA5C-4E06-85D7-906BEB6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5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14265E-7827-47D7-82B7-3405A354D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4AC560-0558-48D3-B919-14128E811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69BC324-A33F-4AD5-A9E1-84E41A79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DA0C447-1544-4B58-B5DD-2840C3B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3592DF4-958B-4C6E-BA31-FAD6AE6D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DFA6506-C66C-43DA-BECF-88D8622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23DBE0-B51F-44E6-9C7F-D3642F35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A92900-FED3-4D60-896D-D4DB921B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977C6A7-457E-41A5-A089-55E3E738F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3139DDE-0C44-4C05-9498-9CD5A77B8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99C6ACD-2E96-4CF8-A29A-FBCCA2850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D7EC6C0-A7B4-4032-A46C-FA87D671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1FBD5F8-8E43-4A9D-A0E7-050B7C03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A407019-9DD0-4F0F-A928-AF093633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9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AC4818-4A96-4685-B1D8-804A7B0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687F70-0FAC-4463-8A65-A67D4DD7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A03260D-62B7-419E-982F-748513F0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9579763-A139-4686-8366-0CA859FE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8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F7EF5F3-D3B8-40ED-910C-3AD68690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005721D-A004-402B-9084-F3BC3729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5C8397-AE4C-4CD0-A8FD-E63521A6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9CAFC8-7547-4072-AE56-A3470E36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3DA597-20FC-4BC8-8231-64D011169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9B60207-3955-47FE-953C-5F5D1BCA5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6AA930D-6268-4D91-8BA4-AF2FA84B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71D9626-8211-4159-8CB3-B5201677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7E6FD62-DB54-4727-BDAB-B91E2F01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0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585F61-F140-4FB2-A6AE-2A50D5F6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10A6A3E2-08DE-4B6D-81D3-DA96584A0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5FF294-28A0-40A6-9641-C736A5887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2CD9FC-63E0-4D11-9DEF-C9D45836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3D9F832-339A-4F7E-8835-CDFBDD9E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35AC31A-DD42-4198-B990-372DB607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8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46CEBD-BCE4-40B6-B1E0-B40F8957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9B8A6E-D4D3-4D4B-8FE0-7E361C905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EBF6A45-C5A3-4F93-AFF3-E37A92F7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25B20B2-A2CD-4CC2-B93C-A1074ADD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9E84D7-4E4A-415B-8F4F-52E6F61F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5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FD155B1-CAAC-4E33-8A5E-88BD066D2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18ADF60-8F19-4398-B2D2-C44FD765B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389D7D-2309-4C25-8DCC-5BE97D6F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F1B0A7-D38F-435D-B4E2-506E4270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C428164-6D27-4042-91B6-DBC7E6B9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9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EDC3841-CF5B-4838-9571-000E34CE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F50A10B-8A58-4508-A2BA-EF338136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2D40FB-E787-42D2-94A7-70FE0B493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505E05-CF5C-4ABB-901D-A28C58D57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463D938-2F0C-4E35-8690-BD723F2F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4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EB75A3-CD7A-4EF4-BC82-7635F1BBA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AB035AC-3D95-457A-ACCE-44BFF5F5F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A24ECBE-18DD-474A-8A68-DA1A90A0CC41}"/>
                  </a:ext>
                </a:extLst>
              </p14:cNvPr>
              <p14:cNvContentPartPr/>
              <p14:nvPr/>
            </p14:nvContentPartPr>
            <p14:xfrm>
              <a:off x="461880" y="1047600"/>
              <a:ext cx="10038960" cy="52966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A24ECBE-18DD-474A-8A68-DA1A90A0CC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520" y="1038240"/>
                <a:ext cx="10057680" cy="53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28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512F927C-A58E-4110-BAED-6A05C6BE1273}"/>
                  </a:ext>
                </a:extLst>
              </p14:cNvPr>
              <p14:cNvContentPartPr/>
              <p14:nvPr/>
            </p14:nvContentPartPr>
            <p14:xfrm>
              <a:off x="264960" y="747720"/>
              <a:ext cx="10639800" cy="309744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512F927C-A58E-4110-BAED-6A05C6BE12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00" y="738360"/>
                <a:ext cx="10658520" cy="31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17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540A9E6-4C88-44D2-B55D-93E3B25EEE01}"/>
                  </a:ext>
                </a:extLst>
              </p14:cNvPr>
              <p14:cNvContentPartPr/>
              <p14:nvPr/>
            </p14:nvContentPartPr>
            <p14:xfrm>
              <a:off x="1232640" y="103680"/>
              <a:ext cx="6543360" cy="18097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540A9E6-4C88-44D2-B55D-93E3B25EEE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3280" y="94320"/>
                <a:ext cx="6562080" cy="18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A749A71-1DCD-4DCE-AD87-C1A83E0438EA}"/>
                  </a:ext>
                </a:extLst>
              </p14:cNvPr>
              <p14:cNvContentPartPr/>
              <p14:nvPr/>
            </p14:nvContentPartPr>
            <p14:xfrm>
              <a:off x="1051200" y="2353680"/>
              <a:ext cx="10023840" cy="19828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A749A71-1DCD-4DCE-AD87-C1A83E0438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840" y="2344320"/>
                <a:ext cx="10042560" cy="20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96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55D55AFB-9B63-44E0-8959-CC645E349BEC}"/>
                  </a:ext>
                </a:extLst>
              </p14:cNvPr>
              <p14:cNvContentPartPr/>
              <p14:nvPr/>
            </p14:nvContentPartPr>
            <p14:xfrm>
              <a:off x="497160" y="686520"/>
              <a:ext cx="10392480" cy="58179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55D55AFB-9B63-44E0-8959-CC645E349B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800" y="677160"/>
                <a:ext cx="10411200" cy="58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264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D631910-B5FC-443E-97DD-B74824051CED}"/>
                  </a:ext>
                </a:extLst>
              </p14:cNvPr>
              <p14:cNvContentPartPr/>
              <p14:nvPr/>
            </p14:nvContentPartPr>
            <p14:xfrm>
              <a:off x="1766520" y="1354680"/>
              <a:ext cx="10157400" cy="34963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D631910-B5FC-443E-97DD-B74824051C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7160" y="1345320"/>
                <a:ext cx="10176120" cy="351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381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E62A5CD-3012-4FD9-A15A-17062853F691}"/>
                  </a:ext>
                </a:extLst>
              </p14:cNvPr>
              <p14:cNvContentPartPr/>
              <p14:nvPr/>
            </p14:nvContentPartPr>
            <p14:xfrm>
              <a:off x="566280" y="587880"/>
              <a:ext cx="10976760" cy="608292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E62A5CD-3012-4FD9-A15A-17062853F6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920" y="578520"/>
                <a:ext cx="10995480" cy="610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83826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682F798B-E31C-48B2-B547-27713DDC5A2A}"/>
</file>

<file path=customXml/itemProps2.xml><?xml version="1.0" encoding="utf-8"?>
<ds:datastoreItem xmlns:ds="http://schemas.openxmlformats.org/officeDocument/2006/customXml" ds:itemID="{180AB633-4882-4A19-916A-40CC643F7D64}"/>
</file>

<file path=customXml/itemProps3.xml><?xml version="1.0" encoding="utf-8"?>
<ds:datastoreItem xmlns:ds="http://schemas.openxmlformats.org/officeDocument/2006/customXml" ds:itemID="{B438B116-99E8-413D-AABD-EAEB2B29193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1</cp:revision>
  <dcterms:created xsi:type="dcterms:W3CDTF">2021-10-26T15:04:15Z</dcterms:created>
  <dcterms:modified xsi:type="dcterms:W3CDTF">2021-10-26T15:04:30Z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