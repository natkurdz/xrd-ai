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3.xml" ContentType="application/inkml+xml"/>
  <Override PartName="/ppt/ink/ink7.xml" ContentType="application/inkml+xml"/>
  <Override PartName="/ppt/ink/ink5.xml" ContentType="application/inkml+xml"/>
  <Override PartName="/ppt/ink/ink2.xml" ContentType="application/inkml+xml"/>
  <Override PartName="/ppt/ink/ink6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5:59:38.44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6428 1546 83 0,'2'3'326'0,"-2"-1"177"16,-2 0 143-16,2 0-88 0,0 1-150 0,0 0-67 15,0 3-8-15,0-2 6 0,0 2 14 16,2 3-4-16,-2-1-17 0,0 1-34 0,0 2-47 16,0 1-43-16,-2 1-32 0,0 0-19 0,1 4 3 15,1 2 7-15,-2 0 17 0,2 5 13 0,0 2-4 16,-1-1-17-16,-2 3-30 0,0 4-29 16,1-1-29-16,1 3-24 0,-3 3-16 0,3 1-7 15,-2 0-5-15,-1 3-3 0,1 2-2 0,-2 1 0 16,-1-1 3-16,3 2-1 0,-2 3 1 0,1-1-2 15,-1 1-1-15,0 0-3 0,-1 1-4 0,3 2-4 16,-2 0-3-16,0 0-3 0,2 0-3 0,-2 1-4 16,2-1-1-16,0 1-1 0,-2-3 0 15,1 2 0-15,0-1 0 0,-2 3 3 0,1 0 0 16,0 4-1-16,-4 2-6 0,3 1 2 16,-2 1 0-16,-2 5-1 0,1-1-1 0,-1 2 2 15,0 0 6-15,0 1-5 0,0 0-2 0,0-1-2 16,1 1 0-16,-2 0-3 0,3-2-2 0,-3 2 9 15,3-3 2-15,-1-1 2 0,1 1-1 16,-1-4 2-16,-1 2 1 0,3-1-8 0,-2-1-5 16,1 2-1-16,0 2 0 0,0 1-1 0,-1 0-3 15,-1 1 9-15,4 1 3 0,-2 1 3 16,-1-2 2-16,2 1 1 0,1-1-3 0,1-1-7 16,0 2-3-16,1-2-2 0,-1 1-1 15,2 2-3-15,1-5 5 0,-1 4 6 0,0-2 2 16,0 0 2-16,1-1 3 0,-1-2-4 0,1 0-1 15,1 0-6-15,-2 1-2 0,0 2-1 16,1 2-3-16,-1-1 3 0,1 4 7 0,1 1 2 16,-1 0 1-16,-1 1-3 0,3 0 0 0,-2-4-1 15,2 1-4-15,-1-3-3 0,1-3 0 16,-2-2 3-16,2-3-1 0,0-6 2 0,0-4-1 16,0-7 0-16,-2-6-1 0,1-7-4 0,1-6-8 15,0-8-11-15,-2-4-22 0,-4-11-49 16,0-10-69-16,-2-6-83 0,-2-11-160 0,-4-7-238 15,1-14-313-15,-2-8-284 0,-3-10-198 0,-1-10 70 16,-1-13 581-16</inkml:trace>
  <inkml:trace contextRef="#ctx0" brushRef="#br0" timeOffset="858.55">6273 1599 246 0,'0'-3'511'0,"2"1"236"0,-1-1 206 16,1-1-162-16,0-2-151 0,-1-4-112 0,2 2-64 16,2-4-45-16,0-3-68 0,1 0-53 0,0-2-24 15,1-1-25-15,-1 1-35 0,2-3-37 0,0 0-34 16,-2 1-32-16,2 3-37 0,-3-3-20 0,3 5-9 16,-2 1-4-16,-3 1-7 0,2 3-6 0,-2 2-3 15,2 2-1-15,-2 1 1 0,5 4 2 0,-3 0 2 16,1 4 2-16,2 4 1 0,0 2-1 15,0 3 0-15,1 5-1 0,1 4 0 0,1 2 0 0,-2 3-1 16,3 0-3-16,0 1-4 0,-1 1-5 16,0 1-4-16,2-4-4 0,-2 0-3 0,0-2-4 15,0-1 0-15,-1-4-1 0,-1-2-3 0,-1-2 0 16,0-2-5-16,-2-4-11 0,-1 0-17 0,-4-3-27 16,1-3-67-16,-4 0-78 0,-7-8-156 15,1 1-254-15,-5-2-311 0,-1-2-360 0,-2-2-241 16,-6 0-3-16,-3-2 649 0</inkml:trace>
  <inkml:trace contextRef="#ctx0" brushRef="#br0" timeOffset="1279.77">5488 832 178 0,'3'6'605'0,"-2"0"386"0,1-1 176 0,-2-1-194 16,0 1-260-16,0-2-134 0,0 3-101 16,0 0-80-16,0 3-67 0,0 1-53 0,-2 2-50 15,1 3-65-15,-1 0-57 0,1 3-33 0,-1 1-21 16,0 4-9-16,-1 0-9 0,0 4-5 0,1 0-8 16,-3 1-7-16,2 0-4 0,-1 2-3 0,1-2-4 15,1-5-2-15,-1 2 0 0,1-5-2 0,2 0-1 16,-1-4-7-16,-1 2-18 0,2-6-36 0,0-4-65 15,-1 0-62-15,-1-5-128 0,0-2-182 0,1-2-296 16,-3-5-291-16,3-2-221 0,-1-2-123 0,-2-4 374 16,1 0 552-16</inkml:trace>
  <inkml:trace contextRef="#ctx0" brushRef="#br0" timeOffset="1498.83">5366 663 172 0,'0'-8'512'0,"0"2"254"0,-2 1 125 16,4 1-105-16,0 3-194 0,1 0-120 16,3-1-88-16,0 2-47 0,4 2-24 0,-1-1-63 15,5 2-57-15,-1-1-55 0,4 2-37 0,-1 0-19 16,2 1-23-16,0-1-9 0,0 2-21 16,1 0-7-16,-3 0-5 0,1 1-6 15,-1-1-1-15,1 1-5 0,-5 1-11 0,0-1-31 16,-4 2-59-16,-3 3-137 0,-4-2-185 0,-4 6-297 15,0-2-271-15,-4 5-244 0,-2-2-28 16,-2 1 418-16</inkml:trace>
  <inkml:trace contextRef="#ctx0" brushRef="#br0" timeOffset="1700.74">5203 1271 280 0,'0'12'454'0,"0"-1"152"0,3-2 68 0,2 1-217 15,1-2-151-15,2 3-65 0,3-4-34 0,0 4-20 16,5-4-35-16,-2 2-42 0,7-1-28 0,-1 0-27 16,3-1-14-16,2-1-11 0,2 1 19 15,0 2-6-15,1 0-12 0,0 2-62 0,-1 2-94 16,0 1-175-16,-3 4-290 0,1 2-184 0,-1 5-82 16,-1 5 127-16,-2 1 268 0</inkml:trace>
  <inkml:trace contextRef="#ctx0" brushRef="#br0" timeOffset="3305.33">5163 6781 272 0,'5'3'456'0,"0"-3"154"16,0 2 31-16,-2-2-198 0,0 2-94 0,3 2-11 15,-1-3 1-15,-2 3 16 0,3-2 14 0,1 2-18 16,-1 0-48-16,3-1-67 0,1 0-42 16,0 0-36-16,0 1-37 0,2-1-28 0,-1 0-26 15,3 2-20-15,-1-2-16 0,2 1-12 16,0-1 4-16,2 2 0 0,-1 1 0 0,1-2 1 16,1 1 1-16,1 0 0 0,1 1-8 0,1-2-9 15,1 2-2-15,0-2 0 0,2 1-1 16,0-1 3-16,1 1 0 0,2-1 3 0,1 1 0 15,2-1-3-15,0-1 0 0,2 2-1 0,1-1 0 16,0 0-1-16,2 1-2 0,0 2 2 0,1-1 21 16,0 0 10-16,1 0 6 0,1-1 1 15,0 3 1-15,1-2-4 0,1 0-14 16,1 0-15-16,1 0-2 0,0-2 1 0,-1 0 3 16,3 1 0-16,1-1 0 0,2 1 3 0,-1-1-7 15,4 2-1-15,2-4-5 0,1 3-4 0,2-1 1 16,0-1-3-16,2 4-2 0,0-3-4 15,0 2-1-15,3-2 4 0,0 4 3 0,2-2 3 16,1 1 6-16,3 1 7 0,1-1 3 16,1 1-3-16,0-1-4 0,3-1-1 0,3 2-2 15,-2-1-11-15,3-1-3 0,-2-1 6 0,3 1 1 16,2-2 5-16,2 1-1 0,-1 1 9 0,5-1 2 16,-2-1-6-16,2 0-2 0,1 1-8 15,1-1 2-15,-1 1-5 0,-1 1 7 0,3-2 1 16,0 2 1-16,3 0 3 0,0 2-1 15,2-3-2-15,-1 2-4 0,1 1-7 0,1 1 6 16,-1-1 56-16,1 0 19 0,1 1 15 0,-1-2 2 16,2 4 6-16,1-4 0 0,1 1-45 15,-2 3-16-15,1-3-8 0,-1 1-5 0,1 1-8 16,1-3-12-16,1 0-3 0,0 1 4 0,0-1-4 16,0-1-4-16,1 2 11 0,0-1 6 0,-1-1 3 15,2 2-11-15,-4-1-3 0,3 1 8 16,1-1-1-16,-4 0-5 0,1 3-2 0,0-1 8 15,-4-1 3-15,0 3-2 0,0-2-2 16,1 2 2-16,-1-1 1 0,0 1-2 0,2-1-5 16,-2 0-3-16,-4-2-1 0,3 0 1 0,-2-1 1 15,0-1 0-15,-2-1 3 0,2 1 2 0,-1-4-2 16,-1 1-3-16,-4 1-2 0,0-2-2 16,-2 0 2-16,-1 0-1 0,-4-1-1 0,-1 1 3 15,-1-1 2-15,-3 1 1 0,1-1-3 16,-3 0 0-16,-6 1 1 0,0-1-3 0,-6 1-1 15,-1 0-2-15,-5 0 1 0,-3 2-1 0,-3-3 0 16,-5 3 2-16,-6-4 0 0,-2 2 0 16,-3 2 1-16,-6-3 1 0,-4 0 1 0,-4 1 0 15,0-2 11-15,-6 1 15 0,-2-1 14 0,-2 2 11 16,0-2 8-16,-3 0 4 0,0 1-7 16,-3-1-11-16,0 0-12 0,0 0-12 0,-1 0-7 15,-2-1-7-15,1 1-4 0,-2 0-3 16,0-2-1-16,1 2-1 0,0 0-2 0,0-1 0 15,0 1-2-15,-1 0-7 0,1-2-12 16,2 2-18-16,-3-1-33 0,0 0-72 0,-1-1-76 16,2-2-122-16,-2 0-188 0,-1-1-304 0,-1-2-321 15,1 1-222-15,0-2-110 0,1 1 368 0,0-3 601 16</inkml:trace>
  <inkml:trace contextRef="#ctx0" brushRef="#br0" timeOffset="3608.33">14702 7457 130 0,'2'-3'584'16,"2"2"341"-16,-2 0 130 0,-1-1-113 16,4 1-303-16,0-1-234 0,2 1-137 0,-1 1-57 15,5 0-32-15,-2 0-29 0,5 0-35 16,-2 1-19-16,2 1-13 0,0 1-13 0,1-1 14 16,0 3 14-16,1-3-2 0,1 4 23 0,-1-1 24 15,2 3 24-15,-4 0-6 0,3-1-8 0,-6 4-9 16,3-1-28-16,-6 1-23 0,0-2-18 15,-3 4-8-15,0-1-3 0,-4 2-1 0,-2-1-1 16,-4 1-4-16,-3-3-7 0,0 5-7 16,-1-2-8-16,-7-1-7 0,1 2-8 0,-2-4-5 15,1 1-6-15,-2-1-2 0,0 0-3 0,2-2-2 16,-2-2-2-16,3 1-1 0,-1-2-1 0,5 0-4 16,2-2-14-16,-1 1-27 0,4-3-60 15,1 2-78-15,4-2-133 0,1 1-237 0,3 1-312 16,2-1-350-16,5 0-275 0,0 0-74 15,1-2 507-15,5 1 658 0</inkml:trace>
  <inkml:trace contextRef="#ctx0" brushRef="#br0" timeOffset="4659.54">15417 7708 226 0,'3'-3'580'15,"0"-3"269"-15,0 4 147 0,0-3-149 0,2-1-222 16,0 4-161-16,3-4-98 0,-2 2-44 0,2 1-52 16,2-2-37-16,2 2-37 0,-1 1-26 15,3 1 20-15,-1 1-2 0,0 0-10 0,3 1-24 16,-4 1-22-16,2 1-11 0,-1 2-35 15,1 1-17-15,-3-1-7 0,-1 5-4 0,2-1 2 16,-4 3 0-16,-1 1-3 0,-2 2-3 16,-2 3-4-16,-3 1-6 0,0 2-7 0,-3 1-5 15,0 0-5-15,-6 4-5 0,3-2-1 0,-5 2-1 16,2 2-2-16,-3-1 0 0,-1-2-2 16,1 1-1-16,-2-2-2 0,1-1-3 0,1 0-3 15,-2 0-2-15,2-3-2 0,0 0 0 0,2-2-2 16,2 0-1-16,0-3 0 0,2-2 0 15,2 0-1-15,0-1-2 0,1-3 0 0,3 1 0 16,2-1-1-16,1-2-1 0,0 2 1 0,2-3 0 16,4-2 1-16,-1 0 1 0,2-1-1 15,2-1 1-15,1-2-1 0,4-2 0 0,-1-2 0 16,3-3-1-16,0-2-7 0,3-1-4 0,0-2-10 16,2-3-11-16,-2 1-12 0,2-4-15 15,0 0-12-15,-1 0-31 0,-2 3-35 0,1-4-42 16,-2 2-32-16,-3 3-29 0,1-1-6 15,-5 3 22-15,1 0 48 0,-3 2 66 0,-1 2 49 16,-2 3 32-16,-4 2 19 0,3 3 21 0,-4 2 26 16,2 4 22-16,1 2 56 0,0 3 42 15,1 3 19-15,1 2 26 0,1 4-5 0,2 1-18 16,0 4-38-16,3 0-33 0,1 3-20 16,2-1-32-16,1-2-18 0,0-2-9 0,2-2-11 15,2-3-5-15,1-4-5 0,2-4-1 0,1-5-1 16,-2-5-1-16,1-5 2 0,-1-6 0 15,-1-4 2-15,-2-2 1 0,1-8-1 0,-2-2 2 16,-3-1 6-16,-2-5 3 0,-4 1 6 0,-3 0 4 16,-2-2 2-16,-3 0 1 0,-3-2-1 0,-4 1-1 15,-4-1-6-15,0 2 1 0,-3 1 0 16,-3 2 0-16,-1 1-3 0,0 7-4 0,-3 2-1 16,-1 3-4-16,-3 5-4 0,1 7-3 15,0 4-3-15,-5 4-1 0,1 7-2 0,3 4-5 16,-4 5-16-16,3 3-28 0,-1 2-68 0,6 2-79 15,0-1-155-15,2 2-285 0,2 1-319 16,4-5-365-16,2 0-241 0,2-2 38 0,1-2 679 16</inkml:trace>
  <inkml:trace contextRef="#ctx0" brushRef="#br0" timeOffset="4861.72">16123 8046 624 0,'7'1'1561'15,"-4"2"139"-15,0 2-329 0,0-1-340 0,1 0-476 16,0 5-289-16,4-5-127 0,0 5-57 0,3-1-30 16,3 0-14-16,2-1-14 0,6 1-10 15,2 0-7-15,0-4-3 0,6-1-2 0,0 0-2 16,3-3 0-16,2 0 0 0,-4-3-2 16,2 0-10-16,-2-1-47 0,-3-2-72 0,-5 1-110 15,-5-1-185-15,-3 2-300 0,-5 0-341 0,-5-1-313 16,-5 0-154-16,-5-1 303 0,-7-3 654 0</inkml:trace>
  <inkml:trace contextRef="#ctx0" brushRef="#br0" timeOffset="9426.73">6727 6430 196 0,'3'0'443'0,"-3"0"200"15,0 0 134-15,0 0-185 0,2 2-136 0,-1-2-70 16,1 0-37-16,-1 2-13 0,-1-2-15 0,2 0-59 15,0 0-39-15,-1 0-26 0,-1 0-31 16,2 0-26-16,1-2-28 0,0 2-3 0,2 0-15 16,-2 0-19-16,3 0-4 0,-1 0-9 15,0 0-4-15,1 0-8 0,-1 0-6 0,0 0-7 16,2 0-13-16,0 0 32 0,1 0 32 0,-2 0 18 16,2 2 9-16,0-2-5 0,0 1 0 0,0-1-36 15,1 1-31-15,-1 1-18 0,0-2-9 16,0 1-5-16,1 1-3 0,1-1-1 0,-2-1-3 15,1 2 0-15,-1-1-1 0,0-1-1 16,2 2 0-16,-1-2 0 0,2 1 1 0,-3-1 0 16,3 0 7-16,-1 2 4 0,-1-2-1 0,2 0 1 15,-1 1 1-15,-1-1-1 0,2 0-7 16,-1 0-4-16,-2 0 1 0,4 0-3 0,-4 2 0 16,2-2-2-16,1 0 3 0,-2 0-2 15,1 0-2-15,1 0 1 0,-2 0-1 0,1 0 0 16,-2 0-2-16,3 0 0 0,-2 0 0 0,1 0 2 15,1 0 4-15,-2 0 0 0,1 0 2 16,-1-2 0-16,1 2 2 0,-2 0-1 0,1 0-3 16,-1 0-1-16,0 0 0 0,0 0 2 15,3 0-1-15,-3 0 2 0,0 0-1 0,1 0 2 16,1 0-1-16,-1 0-2 0,-1 2 0 0,3-2-2 16,0 0 2-16,-1 0-8 0,2 0-3 0,1 1-3 15,0-1 0-15,-1 0 1 0,1 0-2 16,3 0 9-16,-2 0 3 0,2-1 2 0,1 1-1 15,-1 0 1-15,3-2 2 0,-3 1-1 16,1-1 0-16,1 2 2 0,-1-1 0 0,-1-1-3 16,3 1-1-16,-2-1-1 0,-1-1 3 0,1 2-3 15,1-2 1-15,-1 0-2 0,-1 0 2 16,1 0 7-16,-1-1 3 0,2 0 4 0,-2 0 1 16,-1-1 1-16,1 0-2 0,0 1-6 15,-2 0-4-15,0-1-4 0,1-1-2 0,0 2-2 16,-2-2 1-16,1 1 1 0,-3-1-2 0,3 2 1 15,-4-3 3-15,1 1 0 0,2 1 0 0,-2-1-2 16,-2-1-1-16,4 1 0 0,-2 0 1 16,0-1-1-16,0 1 2 0,0 0 1 0,0-1 1 15,0 1 0-15,-1 0 0 0,1-1 0 16,-2 0 3-16,1 1-2 0,1 0 1 0,-2-1 0 16,1 1 0-16,2-2 0 0,-2 1-2 0,1 1-1 15,0-2-1-15,0 0 2 0,0-1-2 16,2 1-1-16,-2-1 1 0,3-1 0 0,-1 0 2 15,1 1 0-15,0-1 2 0,-1 0 0 0,3-1 3 16,-2-3 2-16,2 3-2 0,-2 0 0 16,2-3 0-16,0 2 1 0,-1-1-1 0,0-1 7 15,0 1 5-15,-2-2 3 0,1 1 0 0,-1 0-1 16,0 1-8-16,-1-4-10 0,1 3-7 16,-2-1-4-16,0-1-1 0,0 3-1 0,0 0 8 15,-1-2 1-15,-1 1 4 0,2 0-1 16,-3-3 0-16,0 4-2 0,0-3 0 0,1 2-1 15,-2 0 7-15,-1-1-1 0,1 1 4 0,-1 0 4 16,0 1 2-16,-1 0 0 0,0 0-7 16,0 0 3-16,-1-2-4 0,2 3-3 0,-3-2 0 15,2 1-2-15,0 0 0 0,-2-1-2 16,2 1 0-16,0-2-1 0,-1 0-1 0,1 0 2 16,0-1-2-16,1 0 0 0,-1 0 0 0,2-1-1 15,0 1-1-15,-2-2 2 0,3 0-1 0,-2 0 3 16,2-2-1-16,0 2 2 0,0-1 1 15,0-2 0-15,3 0 0 0,-2 1-1 0,1-1 0 16,-1 0 1-16,1-1 0 0,1 1 0 16,1 0 1-16,-2 0 1 0,1-2 1 0,2 2 0 15,-4-1 0-15,3 0-1 0,0-1-1 0,-1 0-1 16,0 2 3-16,0-3-1 0,-1 2-2 16,2-1 1-16,-2 0-2 0,0-1 0 0,0 3-1 15,0-4-1-15,0 1 2 0,0 2 0 16,-2-2-1-16,0 1-1 0,0 1 1 0,1-1-2 15,-2 0 3-15,1 3-1 0,-2-1 2 0,2-1 2 16,-2 2 2-16,1 1 1 0,-1-1-2 0,-1-2-6 16,3 3-3-16,-4-1-6 0,3 1 0 15,-1-2-2-15,-1 3 0 0,3-1 6 0,-2 0 4 16,0 0 2-16,1-1 1 0,2 3-1 16,-1-2 1-16,0-2-1 0,0 2-1 0,3 0 1 15,-2-2-1-15,1 1 2 0,2-2 0 0,0 1-1 16,-1-1 0-16,1 1 0 0,0-1-2 0,0 1 1 15,1 0 1-15,-2 2 0 0,1-4 8 16,0 2 3-16,0 0 2 0,-1 1-2 16,1-1 2-16,-2-1 1 0,1 1-9 0,-1 0-1 15,2 1-2-15,-2 0 1 0,-2 1 0 0,3-1-6 16,-1-2-3-16,-1 3-4 0,2-2 0 16,-1 1-2-16,-1 0 0 0,2-1 7 0,-1 1 2 15,-1 0 3-15,2 0-2 0,0 2 3 0,-1-2-1 16,1 3-1-16,-2-2 6 0,3 4 5 15,-2-1 2-15,0 1 1 0,0 0-1 0,0 0 2 16,0 0-7-16,0 1-4 0,0 1-5 0,0 0 1 16,-2 0 1-16,4 1 0 0,-4 0 0 15,2 2 2-15,0 0 1 0,0-2 0 0,0 3 0 16,-2-1 0-16,3 1-2 0,-2 0 1 16,0 0 0-16,1 0-2 0,-2 1 1 0,2-2 0 15,1 2 0-15,-2 1 0 0,1-2-2 0,1 0-5 16,-2 2-4-16,1-1 4 0,0 2 3 0,0 0-4 15,0 1-3-15,0 0 7 0,0 2 1 16,0-1-5-16,0 0-4 0,0 2 5 0,2-3 4 16,-1 3 2-16,0 2 0 0,0-3 2 15,1 1 1-15,1 1 0 0,0 0 0 0,1-1-1 16,-3 2 1-16,3 0-2 0,-1 0 2 0,1 0-1 16,-1 2 0-16,-2-1 0 0,3-1 2 15,-3 3 2-15,2 0 1 0,-1-1 1 0,-2 3 1 16,2-2 1-16,0 2-2 0,-3 1-1 15,2 0 0-15,0 0-2 0,-1 1 1 0,2 0 1 16,-2 0 0-16,0 2-1 0,0 0 0 0,0 1 2 16,1-2-1-16,-2 3 2 0,1-2 0 15,-2 1 1-15,3 2 6 0,-2 0 0 0,-2-2 1 16,1 3 0-16,1 0-1 0,-1 1-1 0,-1-1-3 16,-1 2-3-16,1-2-1 0,0 1-2 15,-2 2 0-15,1-4 1 0,-1 2 5 0,1 2 3 16,-1-3 2-16,0 0 1 0,-1 2 0 0,1-1-2 15,0-3-6-15,-1 4-2 0,1-1-2 16,-2 0-1-16,2-1 1 0,-2 1 0 0,1 0 3 16,0-1 0-16,0 0-1 0,0 2 1 15,-1-1-1-15,0 1-2 0,-1 0 0 0,1 0-2 16,0-2 0-16,-1 4-1 0,1-2 0 0,-1 0 1 16,1 2-1-16,-1-3 1 0,-1 1 0 0,2 1 0 15,0 0 0-15,-1 0 0 0,-1 0 0 16,1 3-1-16,0-2 1 0,-1-1 0 0,2 2-1 15,-1-2-1-15,1 3 1 0,-1-2 0 0,0 1-2 16,-1 0 2-16,2-1-1 0,-1 4 0 16,1-3 0-16,-2 1 0 0,1 0 0 15,1 3 0-15,-1-3 0 0,-1 2-1 0,3 1 2 16,-3-1-2-16,2-1 1 0,-1-1-1 0,1 3 0 16,0-2 0-16,-1-1-1 0,2-1-1 0,-1 3 1 15,-1-3-1-15,1 0 1 0,-1 1-1 16,-2-1 2-16,3 1-1 0,-1-2 0 0,-1-1 1 15,1 3 1-15,1-1 0 0,-1 0 1 16,-1 0-1-16,-1 1 2 0,2-4-1 0,2 3 0 16,-4 0-1-16,2 0 1 0,-1-1 0 0,1 1-1 15,-2-2-1-15,2 1 1 0,-1-2 0 0,-1 3 0 16,2-2-1-16,-2 0 0 0,0 1 1 16,2 0-1-16,-1-1 0 0,-1 1 1 0,0 1-1 15,2-3 1-15,-2 4 0 0,1-1 0 16,-1 0-1-16,0 0 0 0,2 1-1 0,-2-2 1 15,2 1-1-15,-1 0 1 0,-1-1 0 0,3-1 0 16,-3 2-1-16,2-2 1 0,-2 3 0 16,4-2-1-16,-4 0 0 0,2-1 1 0,0 1-1 15,-1 2 0-15,1-4 0 0,-1 2 1 16,1 0-1-16,0-1 0 0,-1 1 2 0,2-1 0 16,-3 0-1-16,2 1 2 0,1-2-1 0,-1 0 1 15,-1 2-1-15,1-2 0 0,0 0 0 0,-1 0 0 16,2 0-1-16,0 0 1 0,-1-2 0 15,-1 2 0-15,1-2-1 0,1 0 1 16,0 0 0-16,-1-1 0 0,1 1 0 0,-1 0-1 16,1-2 2-16,-1 1-1 0,2-3 0 0,-1 4-1 15,-1-3 0-15,1 1 1 0,-1-2-1 0,1 3 0 16,-2-1 1-16,3-2 0 0,-3 4-1 16,3-3 0-16,-3 2 0 0,2 0 0 0,0 1 0 15,2-2 0-15,-2 0 0 0,0 2 0 16,0-3 0-16,-1 3 0 0,1-2 0 0,2 2-1 15,-2-3 0-15,-1 1 1 0,2 0-1 0,1 0 1 16,-2 1-1-16,2-1 1 0,-2-1 0 16,1 1-1-16,0-2 1 0,1 1 0 0,-1 1 0 15,-2-2 1-15,3 0-1 0,0 0 0 16,-2 0 0-16,2 1-1 0,0-1 1 0,-1 0-1 16,2 2 0-16,-1-2 1 0,0 2 0 0,0-1 0 15,0 0 0-15,2 1 0 0,-2-1 2 0,1 0-1 16,1 1 0-16,-1 2 0 0,2-3 0 15,-2 0-1-15,2-1 0 0,-1 1 1 0,0 1-1 16,1-2 1-16,-1 0 0 0,-1 0 1 16,2 1-1-16,-2-2 0 0,1 0-1 0,-1-1 1 15,0 2 0-15,2-2 0 0,-3 1-1 0,1 0 0 16,-1 0 1-16,1-1-1 0,0 0 1 16,1-1 0-16,-1 0 0 0,-1 2 1 0,0-4-2 15,0 3 1-15,1-1-1 0,-2-1 0 16,3 1 0-16,-2-1 0 0,1 0 1 0,0 0-1 15,0 1 1-15,-1 0-1 0,2 0 0 0,-1 0 0 16,2 0 0-16,-2 0 0 0,2 0-1 16,0-1 1-16,0 2 1 0,0-1 0 0,0-1-1 15,1 0 0-15,0 2-1 0,-2-1 1 16,1 0-1-16,3 0 0 0,-3 0 1 0,0 0 0 16,0-1 0-16,1 1 1 0,-1 0 0 0,0 0-1 15,0 1 0-15,1-2 0 0,-1 1 0 0,-1 0 0 16,1-2 3-16,1 2 4 0,-1-2 3 15,0 2 0-15,0-1 2 0,-1 1-1 0,3-2-4 16,-3 0-2-16,2 1-3 0,-3 0 0 16,2-3-1-16,0 3 0 0,1-3 0 0,-1 4 0 15,0-4 0-15,0 3 0 0,2-1 1 0,-2-2-2 16,1 3 1-16,-1-2 0 0,1 0-1 0,-1 0 2 16,1 0-1-16,-2-2 0 0,1 2 1 15,0-1 0-15,0 1 0 0,0-2 0 0,-2 1 0 16,2-2-1-16,-1 1-1 0,2 0 2 15,-3-1-2-15,2 2 0 0,0-2 0 0,1 2 1 16,-1-1 0-16,0 0 0 0,0-1-1 0,2 2 1 16,-1 0 1-16,-1-1 1 0,3 0 2 15,-1 1-1-15,-1 0 3 0,2-1 0 0,0 2 0 16,-1 0-1-16,1-3 1 0,-2 2-1 16,1 1 1-16,2 0-1 0,-2-1-1 0,1 1 1 15,0-1-1-15,-3 2-2 0,3-3 1 0,-2 2-1 16,1-1-1-16,0 0 1 0,0 0-1 15,-2-1 0-15,0 1 0 0,0-1 0 0,0 1-1 16,0-1 0-16,0-1 0 0,0 0 0 16,0 0 0-16,0 0 0 0,0 0 0 0,-2 0 0 15,3-1 0-15,-2-1 0 0,-1 1 0 0,1-1 0 16,-3 1 0-16,4-2 0 0,-5 2 0 0,2-1 0 16,-2 0-1-16,0 2 1 0,1-1-1 15,-3 0 1-15,2 1 0 0,-3-2 0 0,2 2-1 16,-2-2 2-16,0 2-1 0,0 0 0 15,0 0-1-15,-2 0 0 0,-1 0-7 0,-2 0-14 16,1 0-30-16,-5 2-79 0,-3-2-141 0,1 0-256 16,-3 0-317-16,1 0-405 0,-1-2-476 15,-2 2-94-15,3 2 715 0</inkml:trace>
  <inkml:trace contextRef="#ctx0" brushRef="#br1" timeOffset="22480.79">9069 5014 221 0,'-2'0'371'16,"1"0"142"-16,-1 0 20 0,2-1-141 15,-3 1-66-15,3-2 8 0,0 1 25 0,-2 1 28 16,2-1 13-16,0 1-7 0,0-2-22 16,0 2-54-16,-1 0-51 0,-1 0-47 0,-1 0-32 15,3 0-11-15,-2 0-5 0,2 0 10 0,0 0 18 16,0 0 3-16,0 0-12 0,0 0-26 16,0 0-31-16,0 0-32 0,0 0-29 0,0 0-20 15,-1 2-11-15,1-2-8 0,-2 0-3 0,2 0-2 16,-2 0-5-16,2 0-1 0,-1 0-2 15,-1 0 0-15,1 0-1 0,-1 0 0 0,2 0 0 16,-3 0-1-16,3 0 1 0,0 0-2 16,-1 0 0-16,-1 0-2 0,2 0 0 0,0 0-1 15,0 0 1-15,0 0-2 0,0 1 1 0,0-1 1 16,0 0-1-16,0 0-1 0,0 0-1 0,0 0 2 16,0 0-2-16,0 0-1 0,0 0-2 15,0 0-1-15,2 1 0 0,-1-1-4 0,-1 0-1 16,0 2 0-16,0-2-2 0,0 0 0 15,0 1-5-15,0-1 1 0,3 0 2 0,-3 0-5 16,0 0-1-16,3 0-1 0,-1 0 4 0,1 0 1 16,-1 0 0-16,1 0 6 0,0 2 4 15,2-2 1-15,-2 1 1 0,2-1-1 0,-1 0-1 16,-1 1-1-16,2-1-1 0,0 0 0 16,0 2 0-16,-2-2 0 0,0 0-1 0,3 0 1 15,-3 0-1-15,-1 2 1 0,3-2-3 0,-2 1 1 16,0-1-1-16,-1 0 1 0,1 2-2 0,0-2 1 15,3 0 1-15,-4 1-1 0,1-1-1 16,0 2 0-16,1-2 1 0,-1 0-2 0,0 1 1 16,0-1 0-16,2 2 0 0,-1-2-1 15,0 0 2-15,0 1-1 0,0-1 1 0,0 0-2 16,1 2 3-16,-2-2-1 0,2 1-1 0,1-1 1 16,-1 0-1-16,-2 1 1 0,2-1 0 15,0 2 0-15,0-2 0 0,-1 0 0 0,2 2 0 16,-2-2 0-16,0 0 1 0,0 0-1 15,-1 1 1-15,0-1-1 0,2 0 0 0,-1 0 0 16,1 0 0-16,-2 0-1 0,0 0 2 0,2 1-1 16,0-1 1-16,-2 0 0 0,3 0 1 0,-1 2 0 15,-2-2 1-15,2 2 0 0,0-2 0 16,0 0-1-16,1 1 0 0,-2-1 0 0,3 1-1 16,-2-1 1-16,0 0-1 0,-1 3 0 15,2-3 0-15,-1 1 0 0,0-1 0 0,1 0 0 16,-1 1-1-16,0-1-1 0,1 1 2 0,-1 1-2 15,0-2 0-15,-1 0 0 0,1 3 0 16,-1-3 0-16,0 0 0 0,2 0-1 0,-3 0 1 16,2 2 2-16,-2-2-1 0,1 0 0 15,-1 0 0-15,2 0 1 0,-1 0-2 0,-1 0-1 16,2 0 1-16,-2 0 1 0,0 0-1 0,2 0 1 16,-1 0 1-16,0 0-1 0,2 0 1 0,-3 0-1 15,2-2 0-15,0 2 2 0,-2 0 4 16,2 0 0-16,3-3 0 0,-4 3 1 0,1-2 0 15,0 1-3-15,0 0-3 0,1 1-2 16,0-1 0-16,-1-2-1 0,0 3 0 0,0-1 0 16,0 0 0-16,-1 1 0 0,1-2 0 0,1 2 0 15,1-2 0-15,-3 2 0 0,1 0 0 16,0-1 0-16,1 1 0 0,0 0 0 0,-1-1 0 16,0 1 0-16,0-2 0 0,0 2 0 15,1 0 0-15,-2-2-1 0,1 2 1 0,-2 0 0 16,2 0 0-16,0 0 0 0,-2 0 0 0,2 0 0 15,-1-1 0-15,0 1 0 0,-1 0 0 16,2 0-1-16,-2 0 1 0,0 0 0 0,0 0 0 16,2 0 0-16,-2 0 0 0,0 0-1 0,0 0 1 15,1 0-1-15,-3 0 1 0,2 0 0 16,1 0-1-16,-3 0 1 0,4 0 0 16,-3 0 0-16,2 0 0 0,-3 0 0 0,3 0 0 0,-3 0 0 15,1 0 0-15,1 0-1 0,-1 0 1 16,-1 0-1-16,1 0 1 0,-2 0-1 0,2 0 1 15,-1 0 0-15,1 0 0 0,-2 0 0 16,1-1 0-16,-1 1 0 0,0 0 0 0,2 0 0 16,-2 0 1-16,0 0-1 0,0 0 1 15,0-2 0-15,0 2 0 0,0 0 0 0,0 0 0 16,-2 0 8-16,2 0 5 0,-1 0 4 0,-1 0 2 16,-1 0 2-16,0 0-1 0,-2 0-10 15,0 0-11-15,-2-1 0 0,0 1 0 0,-1 0 0 16,0 0 0-16,-1-2 0 0,-1 2 0 0,-1-1 0 15,0 1 0-15,0 0 0 0,-2-2 0 16,-1 1 0-16,3-1 0 0,-5 2 0 0,4-1 0 16,-2-1 0-16,1 0 0 0,-2 1 0 0,1 0 0 15,1-1 0-15,0 2 0 0,0-1 0 16,0 1 0-16,0-2 0 0,1 2 0 0,-1 0 0 16,2 0 0-16,-1 0 0 0,0 0 0 15,1 0 0-15,-1-1 0 0,1 1 0 0,-1 0 0 16,0-1 0-16,-1 1 0 0,2-2 0 0,0 2 0 15,0-2 0-15,0 1 0 0,0 0 0 16,0 1 0-16,0-2 0 0,1 0 0 0,-1 1 0 16,0 1 0-16,3-1 0 0,-3 1 0 0,2 0 0 15,-1-2 0-15,2 2 0 0,-1 0 0 16,-1-2 0-16,4 2 0 0,-2-1 0 0,0 1 0 16,2 0 0-16,0 0 0 0,1 0 0 0,1 0 0 15,0 0 0-15,-1 0 0 0,2 0 0 16,2-2 0-16,-1 2 0 0,0 0 0 0,2 0 0 15,-1 0 0-15,-1 0 0 0,2 0 0 16,0 0 0-16,0 0 0 0,-1 0 0 0,1 0 0 16,0 0 0-16,0 0 0 0,0 0 0 0,0 0 0 15,0 0 0-15,0 0 0 0,0 0 0 16,0 0 0-16,0 0 0 0,0 0 0 0,0 0 0 16,0 0 0-16,0 0 0 0,1 0 0 0,-1 0 0 15,0 2 0-15,2-2 0 0,-1 0 0 16,3 0 0-16,-1 1 0 0,0-1 0 0,1 2 0 15,1-2 0-15,0 0 0 0,1 0 0 0,-1 0 0 16,4 2 0-16,-1-2 0 0,0 0 0 16,2 0 0-16,4 0 0 0,-1 0 0 15,2 0 0-15,0 0 0 0,2 0 0 0,2-2 0 16,0 2 0-16,0 0 0 0,0-2 0 0,0 2 0 16,1-1 0-16,-2 1 0 0,2 0 0 0,-2-2 0 15,1 2 0-15,0-1 0 0,-2 1 0 16,0-3 0-16,0 3 0 0,0 0 0 0,-3-2 0 15,3 2 0-15,-4 0 0 0,1 0 0 16,-1 0 0-16,1 0 0 0,-3 0 0 0,-1 0 0 16,2 0 0-16,-4 0 0 0,2 0 0 0,-2 0 0 15,-1 2 0-15,0-2 0 0,-2 0 0 16,0 0 0-16,-1 0 0 0,-2 0 0 0,2 0 0 16,-2 0 0-16,-1 0 0 0,-1 0 0 0,2-2 0 15,-2 2 0-15,0 0 0 0,0 0 0 16,0 0 0-16,0 0 0 0,0 0 0 0,0 0 0 15,0 0 0-15,0 0 0 0,0 0 0 0,0 0 0 16,0 0 0-16,0 0 0 0,0 0 0 16,0 0 0-16,0 0 0 0,0 0 0 0,0-3 0 15,-2 3 0-15,2 0 0 0,-1-2 0 16,-1 1 0-16,-2 1 0 0,2-1-43 0,-2-3-88 16,-1 2-115-16,-2-3-246 0,-1 2-304 0,-1 0-389 15,-1 2-479-15,2-1-196 0,-2 1 530 16,2-4 907-16</inkml:trace>
  <inkml:trace contextRef="#ctx0" brushRef="#br1" timeOffset="26989.99">1789 9835 387 0,'2'0'870'16,"1"-2"322"-16,-3 0 7 0,-3 0-306 0,1-1-275 16,1 1-139-16,-1-2-104 0,2 2-61 0,-3-4-42 15,0 1-34-15,-4-1-50 0,0 1-52 0,0-1-39 16,-1 0-17-16,-1-2-9 0,-2 3-6 0,1-1-2 15,-4 1-2-15,3 1-4 0,-2-1-7 16,-1 3-7-16,1-2-6 0,-1 3-6 0,0 1-6 0,0 0-5 16,0 1-4-16,1 3-4 0,-3 0-2 15,-1 1-4-15,2 3-2 0,1 1-2 0,-3 3-1 16,0 2 1-16,1 3 3 0,0 3 1 0,0 4-4 16,-1 3-1-16,4 3-1 0,-3 2-5 0,5 4-2 15,0 1-1-15,0 1 3 0,5 1 2 0,1 4 1 16,2 0 0-16,1 0 0 0,4 1 1 0,1-5-1 15,2 2 0-15,3-1 0 0,2-2 1 0,2-1-1 16,3-2 1-16,1-1 1 0,3-2 0 0,2-1 0 16,1-1-1-16,3-4 2 0,2-1-1 0,3-1 0 15,-2-4 0-15,1-2 0 0,1-1 0 0,0-4 0 16,-3-3-1-16,2 0-1 0,-1-3 0 0,1-4 0 16,-1-1 0-16,-1-4 2 0,-2-1 0 0,0-1 0 15,-2-2 0-15,-1-2 5 0,1-1 3 0,-5-1-1 16,1-3 2-16,-2 2 0 0,-3-3-1 0,2-3-4 15,-5 2-1-15,1-1-1 0,-2-2 0 0,-2-1 2 16,-1-1 0-16,-1 0 0 0,-3 0 0 0,3 1 0 16,-4-1-1-16,-2 2 2 0,-2 0-6 0,-2 3-1 15,-1-2-2-15,-1 2 0 0,-2 2-1 0,-2-1 0 16,-2 2 4-16,-1 0 2 0,-1 3 5 0,-2-3 2 16,0 5 1-16,0-1 1 0,-3 4 0 15,3-1-1-15,-4 2-3 0,3 2-1 0,1 1-1 16,-3 0-1-16,4 0-1 0,0 1 1 0,2 2 0 15,-1-1-1-15,3 1 0 0,1-2-1 0,1 2-1 16,-1-1 0-16,4 0 0 0,-1 0-1 0,3 0 0 16,-2-1 0-16,3-1 0 0,-1 1-2 0,1 1 1 15,0-2-2-15,3 0-1 0,-2 2-3 0,-1-2-7 16,1 1-9-16,1-1-11 0,1 1-18 0,3-1-27 16,0 4-64-16,1-2-77 0,0 0-137 0,1 1-218 15,0-1-307-15,2-2-349 0,3 3-253 0,0-3-26 16,2 0 528-16,-2 0 594 0</inkml:trace>
  <inkml:trace contextRef="#ctx0" brushRef="#br1" timeOffset="27461.86">2469 10725 449 0,'4'3'908'0,"-3"-3"282"0,-1-2-8 0,-1-5-329 16,-1-4-238-16,2-3-140 0,0 0-107 0,-2-7-62 15,2-4-46-15,-3-2-39 0,1-5-59 0,1-5-56 16,-1-1-32-16,1-3-19 0,-1-2-15 0,-1-2-7 15,1 0-6-15,1-2-3 0,-1-1-4 16,-4 0 1-16,3 2-2 0,0-1-2 0,-1 4 1 16,1-1-4-16,0 5-1 0,0 3-1 0,1 3 0 15,-1 5-2-15,0 2 0 0,3 7 0 0,-1 2 0 16,1 5-2-16,0 3 0 0,0 1-2 0,1 4 0 16,2 3 3-16,2 2 4 0,3 5 2 0,0 6 1 15,6 5 3-15,0 4 4 0,3 6 0 16,3 5 0-16,0 5 0 0,2 3-1 0,-3 5-2 15,2 3-3-15,1 2-6 0,-3-1-3 0,1 1-3 16,1-2-3-16,-5-3-2 0,3-1-3 0,-3-6-1 16,-1-1 4-16,-2-5 3 0,1-3-1 15,-4-4-5-15,-2-3-10 0,-1-4-21 0,-5 0-53 16,-2-5-80-16,-4-3-112 0,-3-1-176 0,-2-2-295 16,-3-3-337-16,-2-2-312 0,-2-2-152 0,-1-2 289 15,0-2 641-15</inkml:trace>
  <inkml:trace contextRef="#ctx0" brushRef="#br1" timeOffset="27671.97">2360 10434 229 0,'1'-3'559'0,"1"3"234"16,3-2 137-16,0 1-138 0,4 1-211 0,2 0-152 16,2 0-74-16,1 1-37 0,0-1-53 15,5 0-67-15,-1 0-70 0,4-1-44 0,3-2-32 0,-1-2-22 16,0 1-10-16,1-3 3 0,2 2 3 15,-2 0 3-15,2-6-1 0,0 3-1 0,-3-3-2 16,3 1-13-16,-4-4-20 0,1 1-22 16,-3 0-41-16,-4-1-92 0,0-3-139 0,-4 1-141 0,-2-5-222 15,0 4-273-15,-3-1-179 0,-2 1 66 16,-2-3 343-16,-1 0 324 0</inkml:trace>
  <inkml:trace contextRef="#ctx0" brushRef="#br1" timeOffset="28049.81">2898 9949 115 0,'-2'-13'467'0,"2"3"359"15,0 3 273-15,0 1-101 0,0 2-253 0,0 1-187 16,0 3-124-16,3 1-81 0,-1 5-47 0,1 2-23 16,2 3-16-16,1 6-24 0,2 0-33 0,0 4-37 15,3 3-41-15,0 2-36 0,0 5-23 0,3 2-16 16,-1 4-9-16,3 1-10 0,-2 5-6 0,2 0-8 16,0 0-6-16,-1-3 2 0,1-3-1 15,0-1-1-15,0-5-4 0,-1-4-2 0,0-3-2 16,-1-5-6-16,-1-6-3 0,-4-1-2 0,2-5 1 15,-4-1 2-15,-1-5 1 0,-3-3-4 0,0-5-3 16,-3-6-2-16,-1-4 1 0,-1-2-3 0,-3-5-1 16,1-3 5-16,-3-2 2 0,-2 1 2 15,1-4-1-15,-2 3 0 0,2-3 6 0,-2 3 1 16,2-1 3-16,-1 2-1 0,2 0-1 0,2 3 2 16,0 3-8-16,2 3-1 0,0 2-2 15,3 4-1-15,-2 1-1 0,4 5 1 0,-2-2-1 16,3 5-1-16,0-1 0 0,1 3 0 0,0 2-4 15,4 0-11-15,-2 2-17 0,-1 1-41 0,2 2-62 16,-1 1-64-16,-2 0-96 0,1-1-164 16,0 3-243-16,0-2-278 0,0 0-224 0,1-1-182 15,3 1 156-15,1-1 546 0</inkml:trace>
  <inkml:trace contextRef="#ctx0" brushRef="#br1" timeOffset="28545.68">3663 9776 84 0,'-5'-4'673'0,"0"1"501"0,-4-1 182 15,1-1-71-15,0 1-351 0,-3-1-327 16,0-1-195-16,-2 4-99 0,-1-4-70 0,0 4-69 15,-2-1-57-15,3 3-35 0,-2 0-18 0,0 3-14 16,0 1-15-16,0 2-11 0,0 2-7 0,0 1 0 16,1 3-2-16,1 0 1 0,2 1-1 15,-1 2 0-15,4 2-2 0,1-1-5 0,4 4-3 16,0-3-8-16,3 5-3 0,0-2-3 0,3 3-1 16,0-4-1-16,4 1-1 0,-1-2 3 0,5 0 4 15,0-1 1-15,2-2 0 0,1-2 1 0,2-1 1 16,1 0 1-16,1-4-1 0,2 3 2 15,1-3 4-15,-2 0 4 0,5-1 1 0,-1 1 0 16,-1-1 0-16,2-1 0 0,-2 0-5 0,0 1-3 16,-1 0-1-16,-5-1 0 0,1 1 0 0,-3 1 2 15,-1 1 0-15,-4 1 0 0,-2 0 4 16,-1 2-1-16,-4 1 1 0,-4 4 0 0,-1-1-1 16,-2 0 1-16,-1 2-2 0,-5 1 0 0,0 0-1 15,-2 1-1-15,-1 3 0 0,-2-3 0 0,2 1-2 16,-2-2 1-16,2 1-1 0,1-4 0 0,-1 1-1 15,3-3-1-15,1-2 1 0,0-1-2 16,1-3-2-16,3-1-7 0,1-2-10 0,2-2-21 16,-1-3-50-16,2-3-69 0,-1-4-82 0,3 1-144 15,3-7-229-15,0 0-314 0,2-4-279 0,1-1-204 16,0-1 10-16,3-1 514 0</inkml:trace>
  <inkml:trace contextRef="#ctx0" brushRef="#br1" timeOffset="29048">4186 9683 306 0,'-5'-8'1074'0,"-4"1"538"0,1 1-78 15,-5 1-325-15,1-1-463 0,-4 6-267 0,-1 0-170 16,2 0-108-16,-3 6-62 0,0-1-37 0,-1 3-29 15,0 1-22-15,2 3-17 0,-2 2-14 16,1 0-10-16,3 4-4 0,0 1-5 0,1 0-2 16,1 2 0-16,5 1-1 0,-1-2 1 0,3-1 0 15,1 3 1-15,3-2 0 0,1 0 1 16,1-2 0-16,1 0-1 0,3 1-1 0,0-5 0 16,3 1-1-16,3 0 1 0,2-1 0 15,1-2 0-15,2-2 2 0,2 2 0 0,3-3-1 16,2 0 1-16,1-1-1 0,1-1 1 0,5-2-1 15,-1 0 1-15,2 0 0 0,0 0-1 0,0 0 0 16,-1-3 0-16,-1 3-1 0,-3-1 0 16,0 2 1-16,-2 2 0 0,-3-1 0 0,-1 4 2 15,-3 1 1-15,-2 3 0 0,-4 1 0 16,-2 5 1-16,-3-1 0 0,-1 4 0 0,-4-2-1 16,-3 2 0-16,-1-1 1 0,-3 1-1 0,-1 0-1 15,0-2 0-15,-4 2-1 0,0-3 1 16,-3 1-2-16,0-2 0 0,-3-2-1 0,0 0 0 15,-1-4-1-15,-1 3-1 0,2-4 0 16,-1-3-1-16,2 0-7 0,-1 0-9 0,1-4-19 16,3 1-37-16,1-5-77 0,-1 4-96 0,1-4-159 15,-1 1-288-15,5-1-332 0,-1 0-354 0,2 0-176 16,2-1 153-16,-2 0 657 0</inkml:trace>
  <inkml:trace contextRef="#ctx0" brushRef="#br2" timeOffset="34142.22">9807 5010 240 0,'-3'1'453'0,"2"2"198"0,-1-3 78 16,2 2-151-16,0-2-104 0,0 0-54 15,2 0-26-15,-1 0-23 0,1 0-28 0,-1 0-42 16,-1 0-52-16,0 0-51 0,0 0-43 0,3 0-21 16,-3-2-16-16,0 2-14 0,3 0-9 15,-1 0 28-15,-1 0 8 0,1 0 8 0,1 0 18 16,0 0-2-16,2 0-6 0,-3 0-34 16,1-1-10-16,0 1-23 0,2-2-25 0,-2 2-12 15,0-1-2-15,0 1 1 0,1 0-9 0,0 0-4 16,0-1-9-16,0 1 0 0,2-2-5 15,-3 2-2-15,4 0-4 0,-2-2 0 0,0 2 5 16,-1-1-4-16,4 1-2 0,-2 0 0 0,1-1 5 16,-1 1 0-16,3 0 0 0,-1-2 2 15,2 2 0-15,0-2-3 0,2 2-3 0,-1 0 2 16,3 0 0-16,-3 0 1 0,4 0 0 0,0 0-1 16,0 2-2-16,2-2-3 0,0 0-1 15,-1 0-1-15,0 2-2 0,0-2 1 0,0 0 0 16,-2 1 0-16,2-1 0 0,-2 0 1 15,0 1 1-15,0-1 1 0,-1 2-1 0,1-2 1 16,-1 0-2-16,-1 2 1 0,-2-1-3 16,1-1 1-16,0 0-2 0,-1 1-1 0,-2-1 4 15,1 2-3-15,-3-2 4 0,1 1 1 0,-1-1 1 16,-1 0 1-16,1 2-4 0,-3-2 2 16,0 0-4-16,1 0-2 0,-3 0-1 0,2 0 0 15,-1 0 1-15,0 0-1 0,-1 0 2 0,-1 0 0 16,2 0 4-16,-2 0 3 0,0-2 1 0,0 2 5 15,0 0 3-15,0 0 5 0,0 0 2 16,-2-1 4-16,2 1 2 0,-3 0-3 0,1-2-2 16,-1 2-6-16,0-1-10 0,-2 1-11 15,-2-1 0-15,0-1 0 0,-1 0 0 0,-3 1 0 16,0 0 0-16,-2-1 0 0,-2 0 0 0,0 1 0 16,-2 0 0-16,-1-1 0 0,-2-1 0 15,-2 1 0-15,1 1 0 0,-1-2 0 0,0 3 0 16,1 0 0-16,-1 0 0 0,0 0 0 15,0 0 0-15,3 0 0 0,0 3 0 0,0-3 0 16,2 1 0-16,0 1 0 0,2-1 0 0,0 1 0 16,2 0 0-16,0-1 0 0,1 0 0 15,0 1 0-15,3 0 0 0,0-2 0 0,2 1 0 16,-1-1 0-16,3 1 0 0,-1-1 0 16,3 2 0-16,-2-2 0 0,4 0 0 0,-1 0 0 15,0 0 0-15,1 0 0 0,-1 0 0 0,2 0 0 16,-1 0 0-16,1 0 0 0,0 0 0 0,0 0 0 15,0 0 0-15,0 0 0 0,1 0 0 16,2 0 0-16,2 0 0 0,0 0 0 0,3 0 0 16,1-2 0-16,1 2 0 0,4-1 0 15,0 1 0-15,3-1 0 0,1-1 0 0,3 0 0 16,1 2 0-16,0-1 0 0,3 0 0 0,2-1 0 16,0 2 0-16,1-2 0 0,1 1 0 15,-1-1 0-15,1 2 0 0,-4-1 0 0,4 1 0 16,-2-3 0-16,-1 3 0 0,1 0 0 15,-2-2 0-15,-1-1 0 0,-1 1 0 0,0 0 0 16,-3 1 0-16,-2-3 0 0,-1 1 0 0,-1 0 0 16,-2 2 0-16,-1-3 0 0,-2 3 0 0,-3 0 0 15,0-1 0-15,-3 1 0 0,0 1 0 16,-1 0 0-16,-1-2 0 0,0 2 0 0,-1 0 0 16,0 0 0-16,-1 0 0 0,1 0 0 15,-2 0 0-15,1 0 0 0,-1 0 0 0,0 0 0 16,0 0 0-16,0 0 0 0,-1 0 0 0,-1 0 0 15,-1 0 0-15,-2 0 0 0,-2 0 0 16,0 2 0-16,-4-2 0 0,1 1 0 0,-5-1 0 16,-1 2 0-16,-3-1 0 0,-1 0 0 15,-1 1 0-15,-3 0 0 0,0-1 0 0,-1-1 0 16,0 1 0-16,-1 1 0 0,-1 0 0 0,-1-1 0 16,-2 0 0-16,2-1 0 0,-1 3 0 15,2-2 0-15,-1 0 0 0,4-1 0 0,0 1 0 16,2 1 0-16,2 1 0 0,2-3 0 15,1 0 0-15,3 0 0 0,1 2 0 0,2-2 0 16,3 0 0-16,0 0 0 0,2 0 0 0,1 0 0 16,0 0 0-16,2 0 0 0,0 0 0 0,1 0 0 15,2 0 0-15,-4 0 0 0,4 0 0 16,0 0 0-16,-2 0 0 0,2 0 0 0,0 0 0 16,2 0 0-16,-2 0 0 0,4 3 0 15,-1-3 0-15,4 0 0 0,1 1 0 0,4 1 0 16,1-2 0-16,3 1 0 0,5 1 0 0,2 0 0 15,2-2 0-15,4 1 0 0,1-1 0 16,0 0 0-16,3 0 0 0,-1 0 0 0,1-1 0 16,0 1 0-16,1-2 0 0,-1-1 0 15,-2 1 0-15,-1-2 0 0,0 2 0 0,-3-1 0 16,0-1 0-16,-3 0 0 0,-2 0 0 0,0 1 0 16,-3 0 0-16,-1 0 0 0,-3 0 0 15,-2 0 0-15,0 2 0 0,-4-2 0 0,-1 1 0 16,0-1 0-16,-3 3 0 0,-1-2 0 15,-1 1 0-15,-3 1 0 0,0 3-119 0,-1-1-171 16,-2 1-253-16,-3 1-324 0,1-1-425 0,0 3-508 16,2-2-76-16,3 1 786 0</inkml:trace>
  <inkml:trace contextRef="#ctx0" brushRef="#br2" timeOffset="35353.82">18656 771 6 0,'4'0'446'16,"-4"6"438"-16,1 0 289 0,-1-3-3 0,0-1-337 15,0-2-254-15,0 0-135 0,0 1-61 0,0 2-56 16,2-1-43-16,-1 0-38 0,-1-2-46 0,0 0-56 16,2-1-49-16,-2 0-26 0,0-1-16 0,0 2-10 15,2-2-5-15,-2 2-3 0,1-1-3 0,-1 2 1 16,2 1 3-16,0 2 2 0,-1 2 2 0,2 0 1 15,2 5-1-15,-4-1-3 0,-1 5-4 0,0 0-1 16,0 3-4-16,0 3-4 0,-1 2-1 0,-4 2-1 16,2 2-5-16,0 2-2 0,-2 2-3 15,0 0-1-15,0 1-2 0,-1 1-2 0,0-1-1 0,1-2-1 16,2-2-1-16,1-1 1 0,-1 0-2 0,3-4 0 16,0 1-1-16,0-3-1 0,3-1 0 0,2-3-1 15,0 0 1-15,3-2-1 0,0-2 1 0,0 0-1 16,1-3 5-16,4-3 2 0,0-1 0 0,2-1 1 15,1-4 0-15,5-1 1 0,-3-2-4 0,3-3-3 16,1-3 0-16,2-3-2 0,1-1 0 16,-1-1-2-16,1-2-1 0,1-1 0 0,-3-1-1 15,0 1 1-15,0-1-1 0,-2 3-4 0,-1 0-11 16,-4 0-22-16,0 2-42 0,-4 2-78 0,-2-2-123 16,-1 3-227-16,-2 0-301 0,-2 2-365 0,-1-1-366 15,0-2-133-15,0 2 453 0,1-2 752 0</inkml:trace>
  <inkml:trace contextRef="#ctx0" brushRef="#br2" timeOffset="35658.79">19243 1092 472 0,'6'22'959'0,"-1"0"268"0,2 1-48 0,0 3-309 15,1 1-252-15,0 0-177 0,5 1-95 0,-2-4-63 16,2-1-45-16,1-4-44 0,0-2-64 0,3-4-36 15,1-5-34-15,1-4-18 0,1-4-6 0,-1-6-4 16,3-6-7-16,-3-3-14 0,1-4-3 0,-2-4-1 16,-2-1-2-16,0-3 6 0,-3-3 7 0,-1 2 6 15,-4-2 6-15,-1 0 7 0,-6 1 6 0,-2 1-1 16,-3-1-1-16,-4 1-1 0,-4 0-3 0,-1 5-4 16,-1 1-3-16,-7 2-6 0,3 3-4 0,-3 4-6 15,-5 4-4-15,1 6-5 0,0 4-4 0,-2 5-1 16,0 6-2-16,2 6-2 0,1 1-1 0,0 3 0 15,6 5-3-15,3 0-9 0,4 3-16 0,2 0-28 16,4 1-65-16,3 1-67 0,2-2-110 0,4-1-175 16,0 0-296-16,6-2-315 0,1 0-233 15,3-1-152-15,5-4 292 0,3 1 605 0</inkml:trace>
  <inkml:trace contextRef="#ctx0" brushRef="#br2" timeOffset="36409.04">19993 919 29 0,'-4'-6'481'0,"4"4"440"0,-3-1 280 0,2 2-28 16,-3-2-348-16,3 1-232 0,-1 1-116 0,2 1-80 15,0 1-69-15,0-1-48 0,0 2-48 0,-1 0-64 16,1-1-60-16,0 5-45 0,1 0-21 0,-1 5-18 15,2 3-6-15,-1 2 0 0,3 6 1 16,-1 3 5-16,0 4-1 0,0 4 5 0,0 3 2 16,2 3 4-16,0 2 0 0,-2 1-4 0,2-2-3 15,-2 0-6-15,2-3-3 0,0-4-9 0,-1-3-5 16,2-4-1-16,-3-4-1 0,2-4 0 0,-2-5-2 16,-1-1 3-16,1-4 0 0,-1-3 2 0,0-8-1 15,-1-3 1-15,-1-4 0 0,2-5-1 0,-1-5-5 16,2-5-4-16,-1-4-2 0,-1-3-1 0,1 0 0 15,1-2-2-15,0-1 3 0,2 3 4 0,0 0 1 16,1 2 1-16,2 0-2 0,0 5 1 0,2 0 2 16,0 4-1-16,2 0-1 0,0 2 0 0,1 1 1 15,1 3 0-15,0 1-1 0,1 1 0 16,0 2 1-16,-2 2 0 0,1 3 1 0,-3 1-1 16,1 0 1-16,-3 0-1 0,-3 3 1 0,1 0 2 15,-3 0 1-15,0 2 3 0,-3 0 3 0,-1 4 2 0,-3-2 2 16,-2 4 0-16,-1 2 2 0,-2 1-1 0,-5 3-1 15,2 1-1-15,-3 1 0 0,1 4-2 16,-1 3-1-16,3 0-1 0,-2 1-1 0,1 3-2 16,1 1 0-16,1 2 0 0,-1 0-1 0,5-2 0 15,1 2 3-15,0-3 2 0,3 0 1 0,2 0-2 16,2-3 0-16,3 0 0 0,0-2-5 0,3 0-3 16,3-4 0-16,-2-1-2 0,4-3 1 0,3-1 0 15,-2-2 0-15,3-1 0 0,2-4 0 0,-1-1-1 16,0-2 1-16,2-2-1 0,0-2-6 0,2-3-7 15,-3-3-13-15,3-3-18 0,-3-1-43 0,2-3-61 16,-1-2-59-16,-1-1-60 0,1-4-97 0,-3-2-145 16,0 0-130-16,1-1-147 0,-2-3-227 0,-1 4-197 15,-2-2 41-15,1-2 351 0,-1 2 388 16</inkml:trace>
  <inkml:trace contextRef="#ctx0" brushRef="#br2" timeOffset="36675.06">20712 871 176 0,'6'-14'539'0,"-3"3"374"16,1 3 232-16,-3 2-176 0,-1 1-217 0,-1 4-87 15,-3 2-85-15,1 5-104 0,0 5-95 0,-5 0-67 16,4 3-59-16,-3-1-80 0,1 5-58 0,1 1-32 16,-3 1-27-16,4 2-5 0,0 5-6 0,1 2-4 15,1 2-7-15,-1 3-4 0,3 1 3 0,0 1-8 16,0 2-7-16,3-1-7 0,2 1-3 0,0-2-3 16,4-2-5-16,1-1-4 0,1-3 0 0,1-2-1 15,1-2 2-15,3-2 0 0,-2-5 1 16,4-1 0-16,-2-2 0 0,1-4-3 0,1-3-9 15,0-3-11-15,-2-5-17 0,2-2-35 0,-1-4-65 16,-3-3-69-16,-1-6-101 0,-1-2-169 0,0-2-284 16,-4-1-298-16,2-3-242 0,-3-1-169 0,-2 1 227 15,-4-2 599-15</inkml:trace>
  <inkml:trace contextRef="#ctx0" brushRef="#br2" timeOffset="36893.76">20693 829 24 0,'-8'4'573'0,"0"5"516"0,2-1 203 16,1 0-103-16,2-1-317 0,3 2-333 0,1 2-167 0,4 0-78 15,3 0-44-15,3 1-36 0,4-6-44 0,0 2-38 16,3-1-44-16,2-2-34 0,2-2-20 0,2-2-12 16,2-1-5-16,-1-1-5 0,2-1-6 15,-2 0-2-15,0 0-3 0,-3-1-28 0,-1 0-67 0,-4 0-61 16,-6 0-127-16,-1 0-211 0,-7 1-316 15,-3 2-307-15,-5 0-230 0,-3 3-105 0,-1 1 432 16,-9 0 587-16</inkml:trace>
  <inkml:trace contextRef="#ctx0" brushRef="#br2" timeOffset="37055.83">20685 1099 271 0,'-3'17'854'0,"-2"-2"364"0,4 0 3 15,2-3-216-15,1 0-418 0,4 0-277 0,2-2-145 16,2-2-71-16,3-1-39 0,0 0-22 0,5-2-9 15,1 0-11-15,4-4-4 0,3 1-4 0,4-4 0 16,1 1-3-16,4-4-3 0,3-1-3 0,0 1-12 16,5-1-46-16,-4-2-141 0,1 0-198 0,-2-1-284 15,-4 1-270-15,-2 2-242 0,-4 0-27 0,-2-1 428 16</inkml:trace>
  <inkml:trace contextRef="#ctx0" brushRef="#br2" timeOffset="37691.74">21186 1221 254 0,'13'-19'714'15,"1"0"361"-15,-4 0 105 0,-1-1-231 0,4-1-306 16,-5 1-151-16,0 3-81 0,1 2-48 0,-3 1-44 16,-1 2-34-16,0 2-30 0,-2-1-50 15,-1 4-48-15,1-1-33 0,0 2-22 0,-2 2-18 16,-1 1-18-16,0 3-15 0,-1 0-17 0,-2 3-13 16,0 3-9-16,1 2-4 0,-1 5-4 0,-2 3 0 15,4 5 0-15,-4 4 0 0,1 3 1 0,1 2 0 16,-3 4-1-16,3 0 5 0,0 1 1 0,1-1-1 15,1 0 1-15,1-5-2 0,1-4-1 0,-1 0-5 16,4-7-2-16,-3-1-1 0,4-7-1 0,-1-2 0 16,3-7 3-16,-4-2 1 0,2-9 1 15,1-4-1-15,2-6 1 0,-2-5-4 0,2-5-5 16,0-3-1-16,1-3-1 0,-2-1-1 0,-1 0-1 16,1 3 5-16,-3 0 2 0,-2 6 1 0,4 3 1 15,-3 3 0-15,-1 4 0 0,-1 4 0 0,3 3-1 16,-3 3 0-16,1 3 0 0,-1 4 0 0,4 3 1 0,-1 6 0 15,0 2 1-15,4 5 1 0,-2 6 1 0,2 2 3 16,0 2 3-16,1 5 2 0,1 0-1 0,-2 0 0 16,3 1 0-16,-1-5-5 0,-1 2-3 15,2-6-2-15,-1-4-1 0,1-3 0 0,0-5 1 16,-2-5 1-16,1-5 1 0,1-6 0 0,-3-6 2 16,0-5-1-16,-2-5 1 0,2-4 0 0,-4-3-1 15,0-4 1-15,-3-1-1 0,2 1 1 0,-3-4-1 16,-1 1 0-16,-1 1-2 0,1 1 0 0,-1 1 0 15,0 3-2-15,1 2 0 0,-1 3 1 0,1 6-1 16,-1 2-1-16,2 5-1 0,0 3 0 0,0 3 0 16,3 4-1-16,0 4-4 0,2 2-12 0,2 5-22 15,-1 1-63-15,3 2-73 0,-1-1-135 16,4-2-224-16,1 1-309 0,2-2-358 0,2 0-270 16,2-4-110-16,5 0 491 0,0-3 655 0</inkml:trace>
  <inkml:trace contextRef="#ctx0" brushRef="#br2" timeOffset="37875.51">22118 939 51 0,'8'21'931'16,"-2"2"785"-16,-5 5-34 0,-2 3-359 0,-4 4-404 15,-1 4-379-15,-2 3-247 0,-2 4-112 0,-1 3-53 16,0 5-34-16,-2-3-26 0,3 2-22 0,2-1-16 16,-1-4-11-16,5-6-8 0,1-1-7 15,6-11-4-15,-2-4-8 0,2-7-14 0,2-5-22 16,0-8-41-16,0-6-77 0,-2-7-101 0,-3-6-169 15,2-5-282-15,-4-5-335 0,1-2-339 0,-6-5-181 16,1-3 170-16,-5-1 663 0</inkml:trace>
  <inkml:trace contextRef="#ctx0" brushRef="#br2" timeOffset="38072.83">21891 832 110 0,'0'-12'726'0,"4"8"485"0,-3 1 111 0,4 3-130 16,1 6-361-16,5 0-319 0,0 2-146 0,2 3-85 15,1-2-54-15,2 1-52 0,3-2-50 16,0-1-44-16,0 0-37 0,6 0-21 0,1-3-12 16,0 2-5-16,4-2-5 0,4-3-2 0,-1 3-5 15,0-4-43-15,4 0-69 0,-4 0-73 0,0-4-163 0,-1 3-292 16,-2 1-326-16,0 0-296 0,-2 1-180 0,-1-1 103 16,-2 1 637-16</inkml:trace>
  <inkml:trace contextRef="#ctx0" brushRef="#br2" timeOffset="38529.76">22589 928 142 0,'-6'-4'576'15,"1"1"357"-15,0 1 150 0,2 2-130 0,1-5-317 16,0 4-207-16,2 0-134 0,0-3-70 16,0 0-23-16,5 2-6 0,2 2 10 0,-1 2 14 15,5 1 16-15,0 1-1 0,2-1-23 0,1 2-25 16,0-3-33-16,4 1-37 0,-2 1-42 0,-1 1-27 16,4 1-9-16,-3-1-8 0,1 0-8 0,-2-1-5 15,0 3 8-15,-2-1 7 0,-2-1 4 0,0 3 5 16,-3 0 4-16,-3 1 4 0,-2 3-1 0,-3 1-5 15,-1 2 4-15,-6 5-5 0,1 1-1 0,-1 3-4 16,-3 1-2-16,1 2 0 0,0 2-7 0,-2 0-5 16,5 2-3-16,-2-2-3 0,1 3-3 15,1 0-5-15,2-1-2 0,2 1-2 0,0 1-2 16,4-3-1-16,0-2-2 0,2 2 0 0,5-7-1 16,-1-1-1-16,2-3 0 0,6 0-1 0,-3-4 0 15,4-4-2-15,-1-1-5 0,3-3-11 0,-3-2-14 16,2-4-23-16,0-1-40 0,-2-1-77 0,-2-4-84 15,-2-1-151-15,1 2-246 0,0-4-321 0,-4 0-337 16,-1 0-194-16,1-1 25 0,-2 1 594 16</inkml:trace>
  <inkml:trace contextRef="#ctx0" brushRef="#br2" timeOffset="38858.73">22562 1219 186 0,'-8'-12'846'0,"7"5"591"0,-3 1 97 16,1 1-246-16,1 2-474 0,2 2-327 0,0-2-161 0,2 3-122 15,1 0-78-15,2 1-40 0,4 1-20 0,1 1-13 16,4 0-17-16,4 1-11 0,2-1-11 0,1 1-8 16,6 0-6-16,-1-3-3 0,1 3 4 0,5-3 1 15,-2-1-1-15,2 0 0 0,-2-1 6 0,0-2 2 16,0 2 0-16,-2-2 0 0,-3 0-12 0,-1 0-40 16,-2 0-81-16,-1 0-104 0,-7 0-196 15,0 0-301-15,-3 0-345 0,-1 2-343 0,-2-3-166 0,-4 4 282 16,0-1 717-16</inkml:trace>
  <inkml:trace contextRef="#ctx0" brushRef="#br1" timeOffset="52359.86">2643 11320 13 0,'0'-8'306'0,"0"2"214"16,0-1 209-16,0 1 92 0,-2 0-150 0,1 0-98 15,1 1-73-15,0 2-56 0,0 1-64 16,0-1-79-16,0 1-62 0,0 1-53 0,0 0-20 15,0 1 3-15,0-2 17 0,0 2 10 0,0-2-18 16,0 2-16-16,0 0-25 0,0 0-24 0,0 0-27 16,1 2-18-16,1-2-11 0,-2 2-8 15,0-1-7-15,2 0-7 0,-1 2-5 0,1 1 0 16,-1 4-3-16,3 3 0 0,-1 3 0 0,3 0 0 16,0 5 0-16,-1 1-3 0,1 3 0 0,1 1-2 15,1 3-3-15,-1-1-2 0,0 0-2 0,1 3-5 16,-2-4-2-16,2 1-5 0,0-2 0 0,-2-4-1 15,1 2 0-15,0-5-1 0,0 0-1 16,-2-1-1-16,-1-4 0 0,0-1 0 0,-1-1 0 16,0-2 0-16,1 0 1 0,-2-1 0 0,-2-2 1 15,2-1 0-15,-1-1-2 0,-1-1-2 16,-1 4-9-16,-1-4-14 0,0 3-25 0,-2-2-45 16,-2 2-68-16,-1-1-98 0,-1 1-157 0,-1-2-218 15,1 0-304-15,-2-1-290 0,1 0-200 0,-2-2 111 16,0-1 534-16</inkml:trace>
  <inkml:trace contextRef="#ctx0" brushRef="#br1" timeOffset="52722.94">2545 11651 162 0,'3'2'444'0,"-1"0"215"15,-1-1 127-15,1 1-162 0,0 1-146 0,1 1-53 16,0 2-23-16,2 1-15 0,4 2-8 0,-3 5-11 16,4 1-19-16,0 2-29 0,2 3-26 0,-1 3-29 15,3 1-25-15,-3 2-41 0,5 1-43 0,-3 0-49 16,0 0-39-16,2 0-23 0,-2-2-13 0,1-1-10 16,-1-1-7-16,1-4-3 0,-1-3-2 15,-2 0-2-15,0-4-4 0,-2-3-2 0,1-2 1 16,-1-1-1-16,-1-3 1 0,0-1 1 0,0-2 1 15,-2-5 4-15,1 1 1 0,-1-5 1 0,-1-3-1 16,-2-5 1-16,2-1-4 0,1-1-2 16,-3-2-1-16,2-4-3 0,-2 0 0 0,0 0 0 15,2 0 1-15,-2 0-1 0,3 0-2 0,-4 2 0 16,1 1-1-16,0 1 1 0,1 3-16 0,-3 1-43 16,1 3-60-16,-2 4-68 0,-2 2-139 15,1 1-220-15,-3 6-304 0,1 2-278 0,-2 2-226 16,-1 5-51-16,0 1 464 0,1 1 546 0</inkml:trace>
  <inkml:trace contextRef="#ctx0" brushRef="#br1" timeOffset="53352.67">2926 12741 12 0,'5'-10'451'16,"0"-1"416"-16,-4-1 279 0,-1 0 21 0,0 1-337 15,0 1-186-15,-1-1-121 0,-1 3-99 0,-1-3-74 16,0 3-60-16,0-2-43 0,-2 2-65 0,0 1-60 16,-1 1-22-16,1 2-11 0,0-1-8 15,-1 3-11-15,1 1-11 0,0 1-11 0,-4 1-13 16,3 2-12-16,-1 2-9 0,-1 2-6 0,1 2-5 16,0 3-2-16,1 4-1 0,-1 1-1 0,4 4 0 15,0 0-1-15,0 0 1 0,2 2-1 16,2-1 0-16,2 1-2 0,0-2 6 0,2-3 2 15,0-2 1-15,1-1 1 0,-1-4-1 0,1-3 1 16,2-1-6-16,-2-4 0 0,1-6-1 0,-1-2 1 16,2-7 1-16,-2-4-3 0,-1-7-2 0,0-4-3 15,0-4 0-15,1-2-3 0,-2-2 1 16,0 3 4-16,-1-4 2 0,0 5 1 0,-1 3 2 16,1 4 0-16,-3 3 0 0,3 4 3 0,-3 3 0 15,0 3 1-15,0 3 0 0,0 4-2 0,0 1 0 16,0 3-3-16,0 3 0 0,2 4-1 0,-2 4-1 15,3 4 0-15,1 4 2 0,-1 4 5 16,2 2 3-16,0 2 1 0,2 2 0 0,-1-2-1 16,2 3 1-16,0-2-7 0,0 0-3 0,1-5-2 15,0-1-13-15,1 0-14 0,1-6-33 0,-2 1-68 16,1-5-70-16,-2-5-119 0,-2-1-171 0,-1-2-298 16,1-7-310-16,-3-3-229 0,1-1-142 15,-3-6 300-15,-1-4 589 0</inkml:trace>
  <inkml:trace contextRef="#ctx0" brushRef="#br1" timeOffset="53769.73">3078 12534 202 0,'3'0'545'0,"0"5"276"0,2 0 170 0,0 4-115 16,4 2-206-16,-2 2-164 0,2 5-106 16,0 2-50-16,3 4-48 0,2 1-48 0,0 2-23 15,2 4-4-15,3 3-12 0,-2 1-28 0,-1 5-29 16,1 1-37-16,1 1-35 0,-1 0-34 0,-4-1-20 15,2 1-12-15,-2-6-7 0,0-3-2 16,-4-2-5-16,-2-5-2 0,1-7-1 0,-5 0 5 16,1-6 1-16,-2-2 2 0,-2-5 0 0,-2-3-2 15,-4-5 0-15,0-4-4 0,-4-4-4 0,1-6-1 16,-5-6-3-16,1-3 1 0,-3-3 7 0,2-6 3 16,0-1-5-16,1-5-2 0,2 0-1 15,0-2-1-15,3 0-6 0,0-4-4 0,0 4 4 16,5 0 2-16,0-1 3 0,3 3 0 0,0 0 1 15,3 5-1-15,-1 1 1 0,4 5 1 0,0 2 0 16,-1 2-2-16,1 6-1 0,1 1 0 0,2 5 0 16,-1 3-1-16,0 0 2 0,2 4 2 0,0 5 2 15,0 1 2-15,0 2 0 0,2 4 1 16,-2 5 1-16,-1 0-1 0,0 4 1 0,0-1-1 16,-3 4 1-16,-1 5-1 0,0-3 0 0,-1 4-2 15,-2 0-2-15,-1 0-1 0,-2 1-1 0,-3 1-3 16,0 0-6-16,-1-3-8 0,-1-1-34 15,-1 0-55-15,1-3-54 0,-3-4-65 0,1-2-131 16,1-2-168-16,1-3-217 0,0-4-236 0,3-2-224 16,1-4-107-16,1-2 309 0,2-4 464 0</inkml:trace>
  <inkml:trace contextRef="#ctx0" brushRef="#br1" timeOffset="54187.68">3454 12480 278 0,'5'-9'786'15,"-3"3"391"-15,-1 1 71 0,1 1-210 0,-2 2-254 16,-2 1-208-16,1 2-164 0,1 3-98 0,-3-2-66 16,-1 3-74-16,3 2-64 0,-1 2-41 15,-1 1-25-15,3 2-12 0,0 4-9 0,0 0-4 0,1 2-3 16,1 0-4-16,3 2-1 0,0-2-5 16,1-2-2-16,-2 0-3 0,3-4-3 0,-1-1 1 15,1-5-2-15,2 1 1 0,-1-6 2 0,-2-4 1 16,1-3 2-16,0-5 0 0,1-2-1 0,-3-4 2 15,0-2-2-15,-2-6-2 0,0 2 0 16,-1-4 1-16,2 0-1 0,-2 1 0 0,-2 1 2 16,2 3 0-16,-2 3 1 0,0 2 0 0,-2 3 1 15,2 3 1-15,0 4 2 0,-2 3-1 0,0 0-1 16,0 4-1-16,0 1-1 0,1 6-1 0,1 0-3 16,0 3 0-16,0 3 1 0,1 0 0 0,1 2 1 15,2 2 0-15,-2 0 0 0,1 0 0 16,2-1-1-16,-2 2 0 0,2 1-1 0,0-3-1 15,1 2 0-15,0-3-2 0,-1 2-2 0,1-3-6 16,1-3-18-16,-2 1-54 0,1-3-64 0,-3-2-76 16,2-2-151-16,-1 0-220 0,1-3-311 15,-1-2-250-15,3 0-207 0,-4-1 15 0,2-4 501 16</inkml:trace>
  <inkml:trace contextRef="#ctx0" brushRef="#br1" timeOffset="54704.7">3870 12349 35 0,'-9'-9'519'0,"2"0"462"0,-1 1 240 0,0 3-38 15,2-1-288-15,0 2-229 0,1-1-170 0,2 4-111 16,1 1-78-16,-1 0-60 0,3 0-79 0,-2 1-70 16,4 2-41-16,0 3-25 0,1 0-12 15,2 3-4-15,0 1 2 0,2 4 1 0,-1 1 1 16,2 0 5-16,1 4 3 0,1 1 0 16,-2 1-2-16,2 0-1 0,2 1-4 0,-2 0-4 15,1-1-5-15,0-1-4 0,0-1-11 0,-1-2-4 16,-1-3 2-16,1-3 2 0,-4-4 0 15,2-1 2-15,-2-5 7 0,-3-2 4 0,-1-5-4 16,-1-5-2-16,-1-2-1 0,-1-4-1 16,-1-1-2-16,-1-1 0 0,0-2-1 0,-3 0 1 15,3 1-1-15,-2-1 0 0,0 1-1 0,0 1 1 16,0 2 1-16,-1 0-1 0,3 2 1 0,-2 2 1 16,2 1 0-16,0 4 0 0,1-2 0 15,1 5 0-15,-1-1-1 0,2 3-1 0,-1-2-2 16,1 3-2-16,0 0 0 0,0 0 0 15,1 1 2-15,-1-1 0 0,3 2 2 0,-1 0 0 16,3-1 2-16,-2 1-2 0,3-3-7 0,2 3-19 16,-2 0-48-16,1-2-68 0,-1 2-62 15,2-5-96-15,0 2-151 0,0-1-214 0,0-1-255 16,3 3-206-16,0 0-187 0,2 0 83 16,2 1 457-16</inkml:trace>
  <inkml:trace contextRef="#ctx0" brushRef="#br1" timeOffset="55034.07">4215 12216 72 0,'1'0'623'0,"-1"0"495"0,0 0 246 16,-3 4-22-16,0 3-379 0,0 0-300 0,-2 2-204 15,-1 1-111-15,-1 2-88 0,1 4-82 0,0 0-56 16,-2 3-40-16,3 4-23 0,2 2-17 16,0-2-13-16,1 1-12 0,1-2-10 0,1-1-3 15,1-3-2-15,1-3-2 0,-1-3-2 16,4-3-1-16,-2-3 0 0,5-6 1 0,-3-6 6 0,1-5 2 15,1-5 2-15,-1-6-1 0,3-5-2 16,-2-5-2-16,-1-2-5 0,2 4-4 0,0 0 1 16,-2 2 1-16,1 5 1 0,-1 2 2 15,-1 3 0-15,-2 4 0 0,3 2 0 0,-3 3-1 16,0 3 0-16,1 3 0 0,0 3 1 16,0 3 2-16,-1 3 1 0,4 3 1 0,-2 3-1 15,0 2-1-15,1 4-2 0,2 0-8 0,2 1-15 16,-2 1-33-16,1 1-64 0,-1 0-67 0,1-1-102 15,-2 0-165-15,1 0-291 0,-2-1-305 16,5 0-237-16,-3-5-176 0,0 1 207 16,3-3 587-16</inkml:trace>
  <inkml:trace contextRef="#ctx0" brushRef="#br1" timeOffset="55511.66">4368 11775 69 0,'-2'-8'584'0,"2"3"469"16,-1 2 193-16,-1 0-93 0,2 0-367 0,0 1-243 15,2 4-151-15,-1 3-81 0,4-1-41 0,0 7-26 16,2 1-39-16,3 4-41 0,1 5-37 0,2 5-17 16,3 4-18-16,3 4-13 0,-2 4-12 15,0 3-11-15,1 2-9 0,1 2-16 0,-3-2-11 16,3 1-7-16,-2-2-5 0,-1-2-5 0,0-1-1 16,-2-5-3-16,-1-2-3 0,1-4-6 15,-1-3-17-15,-3-4-35 0,-3-3-69 0,-1-1-74 16,-6-6-139-16,-3-1-205 0,-5-3-310 15,-1-2-311-15,-4-4-221 0,0-1-71 0,-4-3 458 16,-2-3 572-16</inkml:trace>
  <inkml:trace contextRef="#ctx0" brushRef="#br1" timeOffset="55699.45">4404 12223 437 0,'-1'-17'950'0,"-1"0"277"0,2 1-52 15,0 7-315-15,0-1-342 0,0 3-212 0,2-1-119 16,-1 2-59-16,4 1-32 0,0-1-19 15,3 2-15-15,0-2-24 0,1 2-16 0,5-2-10 16,-1 1-4-16,4 1-7 0,-1 0-1 0,3 0 0 16,-1 2-2-16,2 0-18 0,-1 2-23 15,0 0-45-15,-3 2-129 0,0 0-183 0,-1 2-295 16,0 0-262-16,-1 0-231 0,-1 2-58 16,-2 0 389-16,1-1 472 0</inkml:trace>
  <inkml:trace contextRef="#ctx0" brushRef="#br1" timeOffset="56006.42">4760 12105 219 0,'0'0'760'0,"-3"1"399"0,0 2 70 16,1 2-193-16,1 1-292 0,1 0-207 0,0 1-136 15,3 5-77-15,-1-1-49 0,2 2-45 0,1 4-65 16,0-1-54-16,1 2-37 0,2 1-22 0,1-2-18 16,-1-1-11-16,2 1-8 0,-2-4-7 15,3-1-5-15,-2-4-2 0,-2-2 1 0,2-3 0 16,-1-3-2-16,0-1 2 0,-3-7 0 15,2-2 0-15,-2-7-2 0,0 0-1 0,1-2 1 16,-2 1 0-16,-1-1 0 0,0 3 2 0,1-1 0 16,0 1 0-16,-3 5-1 0,2 2 0 0,-1 0-1 15,1 2-2-15,-1 3 1 0,-1 2 0 16,3 2 2-16,-1 1 0 0,2 4-1 0,1 2 1 16,0 3 2-16,-1 4 2 0,3 1-3 15,1 1 0-15,-1 1-1 0,0 2-10 0,2-2-36 16,-1-1-66-16,-1-1-59 0,0-3-100 0,-2-3-155 15,2 1-247-15,-3-6-287 0,-2-1-221 16,2-3-194-16,-2-2 139 0,-1-5 499 0</inkml:trace>
  <inkml:trace contextRef="#ctx0" brushRef="#br1" timeOffset="56347.27">5076 12098 394 0,'4'-4'815'15,"0"1"297"-15,1 2 48 0,-2 2-297 0,5 4-273 16,-2 1-163-16,2 3-99 0,2 1-64 15,2 2-58-15,0 2-34 0,0 1-2 0,1 0-28 16,1 3-21-16,-1-4-18 0,0 4-11 0,-1-2-12 16,-1-3-37-16,0 1-19 0,0-2-14 0,-3-3-7 15,-1-2-3-15,-3-2-2 0,2-2 3 16,-2-1 1-16,-3-7 2 0,1 0 2 0,-4-4 2 16,1-4-1-16,-3-2-2 0,0-3-1 15,1-3 1-15,-2-2-1 0,0 1 1 0,0 1 0 16,0-2 2-16,1 4 0 0,-2-1 0 15,3 4 0-15,-1 0 0 0,1 0-3 0,3 4-4 16,-3 0-2-16,3 2-2 0,2 1 1 0,-1 1 0 16,2 4-3-16,2 0-30 0,0 1-53 15,4 3-51-15,-1 3-51 0,0-3-65 0,3 4-88 16,0-1-70-16,2 0-53 0,1 0-75 0,-1 0-179 16,2 2-208-16,2-3-89 0,-2 2 76 15,3-3 263-15,-1-1 306 0</inkml:trace>
  <inkml:trace contextRef="#ctx0" brushRef="#br1" timeOffset="56645.58">5519 11953 460 0,'0'-6'946'0,"0"0"306"0,-3-1 87 16,-2 2-271-16,0 1-292 0,-3 1-229 0,-1 0-138 15,1 0-87-15,-3 6-100 0,0-2-76 16,2 4-47-16,-1 1-30 0,-1 2-21 0,5-1-14 16,-1 3-13-16,4 0-8 0,1 2-7 0,4 1-3 15,0 4-2-15,3-2-3 0,1 1 0 16,0 1 1-16,3-1-1 0,0-3-1 0,0-2 0 15,2-2 1-15,-3-3-2 0,3-3 2 0,-2-5 0 16,-1-4 2-16,-1-3 2 0,-1-3 0 16,-1-3 1-16,1 1 0 0,-1-3-1 0,-2 1-1 15,-1 2 1-15,-1 2 0 0,1 2 0 0,-1 1 1 16,1 3-1-16,0 2 0 0,-1 1 0 16,1 3-2-16,-2 1 0 0,3 4 0 0,3 2 0 15,-3 4-1-15,4 1-2 0,-1 2-4 16,4 2-18-16,-1-1-37 0,2 1-77 0,0 0-85 15,-2-1-158-15,3 1-253 0,-3-3-325 0,4 2-335 16,0-2-193-16,1-1 50 0,0-2 589 0</inkml:trace>
  <inkml:trace contextRef="#ctx0" brushRef="#br1" timeOffset="56814.67">6041 12199 416 0,'6'0'1374'15,"0"0"363"-15,-1 2-269 0,-2-2-346 16,-1 1-480-16,0-1-276 0,-2 1-176 0,0 2-83 16,-2-3-39-16,2 0-26 0,0 0-23 0,0 0-22 15,-2 0-38-15,2-4-78 0,-1 1-79 0,-1-1-169 16,-1-4-290-16,1-1-326 0,-2-1-348 16,-1-4-192-16,0-1 92 0,-1-2 687 0</inkml:trace>
  <inkml:trace contextRef="#ctx0" brushRef="#br1" timeOffset="57078.11">5704 10932 158 0,'-5'-15'943'0,"2"5"639"16,-2 3-9-16,2 1-302 0,0 3-455 15,3 2-323-15,-2 1-201 0,4 4-113 0,0 3-63 16,1 6-34-16,2 5-19 0,1 3-16 16,0 6-13-16,5 2-9 0,-3 6-6 0,2 2-5 15,1 1-8-15,0 1-4 0,0-1-4 0,1-1-16 16,1-4-46-16,-3 0-85 0,2-3-164 16,-4-2-270-16,-1-1-322 0,0 1-401 0,-2-3-356 15,-2 2 27-15,-1-1 767 0</inkml:trace>
  <inkml:trace contextRef="#ctx0" brushRef="#br1" timeOffset="90271.16">1909 11401 185 0,'2'2'444'0,"0"-2"194"0,-1 1 109 16,-1-1-214-16,2 2-172 0,0-2-89 0,-1 0-29 15,1 2 0-15,1-2 0 0,1 1-7 0,-2 0-32 16,1 1 0-16,-1 0-10 0,1 0-8 0,-1 1-4 16,-1-1-6-16,1 0-4 0,-1 1-42 0,1 1-32 15,0 0-22-15,-1-1-7 0,2 2 14 0,2-1 25 16,-2 1 32-16,2 2 15 0,-2 1 5 0,2-1-11 15,-2 1-20-15,0 1-25 0,0-1-27 0,3 3-18 16,-4-2-14-16,1 1-8 0,0 3-4 0,1-1-6 16,-1 1-3-16,0 2-3 0,0-1 0 0,2 0-3 15,-1 2-1-15,0-2-2 0,-1 0-3 0,2 1-1 16,-2-1-3-16,2 1 2 0,-2 0-3 0,3-1 0 16,0 2 0-16,-1 0 0 0,0 1 3 0,0-1-1 15,0 2 2-15,-1-1 1 0,2 4-1 0,-1-2 0 16,1 2-1-16,1 1 1 0,-2 2 6 15,2-1 4-15,-2 3 0 0,2 1 2 0,-3 0-1 16,3 1 0-16,0 1-5 0,0 0-10 0,-1 3-5 16,1 1-2-16,-1-1-2 0,1 1-2 0,0-2-1 15,-2 2 6-15,3-2 2 0,-1 0 1 0,-2 0-1 16,2 1 3-16,-1 0-1 0,-1 1-1 0,1 0 0 16,0 0 0-16,-1 3 0 0,0-3 0 15,1 4 0-15,-1 0-1 0,1 1 0 0,-1 0 1 16,0 2 1-16,-1-1 1 0,1 3 0 0,0 2 2 15,1-2 2-15,-1 4-2 0,0 0 0 0,-1-1-2 16,1 2 0-16,-1-1-2 0,0 1-2 0,4-1 0 16,-3 2-2-16,0-1 0 0,-1 1-1 0,1 0 1 15,0-2 1-15,2 4 0 0,0 1 2 16,-2-1 0-16,3 3 1 0,-1 3-1 0,1-2-1 16,-1 1-1-16,-1 2 0 0,2 0-2 0,0 0 0 15,1 2-1-15,-1-2 1 0,3 0 1 0,-1 1 1 16,1 2 2-16,1 0 0 0,0 3 2 0,-1 0-3 15,1 2 0-15,-2 1-2 0,2 0-1 16,0 0-1-16,-3-2-1 0,4-1 3 0,-4-1 0 16,1-4 0-16,-1-2 2 0,-1-1 1 0,2-2 0 15,-2-3-2-15,-1 0 1 0,1-3-1 0,0-4-1 16,0-1 0-16,-2-1 0 0,1-4 0 0,-1 0 0 16,-1-6 0-16,0-2 1 0,-2-1-1 15,1-4 1-15,-2-2-1 0,1-5 0 0,-1-2 1 16,-1-3 0-16,1-2-1 0,-2-3 1 0,0 0-1 15,0-3 0-15,0-1-1 0,0 0 0 0,0-1 0 16,0-1-1-16,0 0 2 0,-2-1-1 16,2-2 1-16,-1 0 0 0,-1-1-1 0,-1-1 1 15,1 1-1-15,1-4 0 0,-2 3-1 0,0 0 1 16,3 0 0-16,-2-1 1 0,-1 0-1 0,1-1 1 16,2 3-2-16,-3-1-2 0,3 0-10 0,-2 0-14 15,1 2-21-15,-1-3-41 0,1 3-69 16,-1 0-70-16,0 1-112 0,1 0-168 0,-1-1-297 15,-1 2-281-15,0 0-203 0,-1-2-120 0,0 2 325 16,1-1 548-16</inkml:trace>
  <inkml:trace contextRef="#ctx0" brushRef="#br1" timeOffset="90787.82">2504 15702 175 0,'0'-3'469'0,"0"0"267"16,0 0 203-16,0 0-122 0,0 1-163 0,0 1-131 15,-1 1-93-15,1 0-76 0,0 0-71 16,0 1-69-16,0-1-53 0,1 2-29 0,-1-2-18 15,2 0-2-15,-1 0 16 0,4 1 31 0,-2 1 3 16,0-1-1-16,2 3-8 0,0 0-18 0,0 2-28 16,1-2-34-16,0 4-16 0,2 1-11 15,0 1-7-15,0 3-5 0,4-2-4 0,0 6-4 16,0-2-2-16,2 4-5 0,2 1-2 0,2 2-1 16,-1 2 0-16,2 0 1 0,0 2-2 0,0-1-1 15,0 1-2-15,1 1-2 0,-2-2-3 0,2 1-2 16,-1-2-2-16,-1-2-1 0,-1 0 0 0,-2-5-1 15,0-2-1-15,-2-1 1 0,-1-4-1 0,0-2 0 16,-3-2 0-16,2-4 0 0,-3 1 0 0,-2-7 1 16,1-1 5-16,-2-2 5 0,-1-3 3 0,-1-7 2 15,-1 0 5-15,-1-7 1 0,-1-2-2 0,-1-3-7 16,-1-3-4-16,2-1-4 0,-3-4-5 0,1-1-3 16,-2-4-3-16,1 3 2 0,1-4 2 15,-1 3 1-15,0-1-1 0,1 2 1 0,-1 1-1 16,1 6 0-16,2 0-1 0,-1 3-1 0,-1 2-12 15,2 2-21-15,0 3-51 0,0 2-71 0,0 1-135 16,-2 4-223-16,2 0-301 0,-1-2-349 16,1 3-306-16,-3 0-118 0,-3 0 495 0,1 2 664 15</inkml:trace>
  <inkml:trace contextRef="#ctx0" brushRef="#br1" timeOffset="96081.25">3527 16118 18 0,'1'-7'235'0,"1"-2"141"15,-2-1 142-15,0 2-45 0,0-1-85 0,0 2-28 16,0-1 10-16,-2 0 37 0,2 2 62 0,0-3 21 16,0 5-30-16,-1-2-55 0,1 2-51 0,0 1-25 15,0 0-37-15,0-1-32 0,0 3-18 16,1 1-19-16,-1 0-25 0,0-1-43 0,0 1-40 16,0 0-27-16,2 1-22 0,-2-1-13 0,1 1-6 15,1 1-3-15,1 1-1 0,-1 2-1 0,1-1-2 16,0 4 0-16,1-1-7 0,-1 0-5 0,0 4-4 15,3-2-5-15,-1 2-3 0,-2 1-1 0,2 0-4 16,0 0 0-16,-2 1-2 0,3 1 2 0,0-1 0 16,-1 2 1-16,0 0 0 0,0 3 0 0,0-3-1 15,-1 3-1-15,4 0 0 0,-2 3-1 0,-1 1-1 16,2 1 0-16,0 2-1 0,1 0 0 0,-2 2-1 16,1-1-2-16,1 2 0 0,1 0-1 0,-1 1-2 15,-1-2 1-15,2 1-2 0,-3 0 4 0,2-3 3 16,0 1 2-16,1 0-1 0,-2-3 2 0,-1-1-4 15,-1-1-6-15,1-1-4 0,2-1-2 0,-3-1-2 16,-2-4 0-16,2 3 3 0,-2-6 3 0,0 1 1 16,-1-3-1-16,-1-2 2 0,1-1 0 0,0-1-1 15,-1 1 1-15,2-4-1 0,-3 1 0 16,0-2-1-16,2 1 1 0,-1-1-1 0,1-1 0 16,1 2 0-16,0-2 1 0,-1-2 6 0,3 1 2 0,-2-1 0 15,2-2 2-15,1 2 0 0,0-3 0 16,-1-1-4-16,1 0-2 0,1-1-1 0,2-2-2 15,-1 0-2-15,0 1 1 0,0-2-1 0,1 0 0 16,-1 0 0-16,2 2-1 0,-1-3 2 0,-1 4-1 16,2-1 0-16,0 2 1 0,0 2 0 15,0-2-1-15,-1 3-4 0,4 0-16 0,-4 2-17 16,5-1-23-16,-4 2-50 0,3 0-73 0,-1 2-91 16,-4-1-134-16,2 0-211 0,0 1-311 0,0 0-285 15,0-2-198-15,-1 0 25 0,1-4 495 0</inkml:trace>
  <inkml:trace contextRef="#ctx0" brushRef="#br1" timeOffset="96609.6">4352 16462 202 0,'2'-6'581'0,"-4"0"357"16,1 0 189-16,1 2-206 0,-2 1-206 0,1 0-125 15,-1 0-84-15,0 1-79 0,1-1-73 16,-1 1-56-16,1 1-55 0,-3-1-59 0,1 2-56 16,0-3-31-16,-3 3-20 0,1 3-10 0,-1-3-8 15,1 2-9-15,-2 1-6 0,0 2-6 0,-1 1-8 16,0 0-4-16,-2 1-8 0,1 2-3 0,0 3-3 16,-1 0-2-16,2 2-2 0,0 1-3 0,2 0 0 15,1 0-3-15,0 1-2 0,2-1 0 16,3 4 0-16,0-2 0 0,0 1-1 0,5 1 1 15,1-2 0-15,-1 1 0 0,3-1 1 0,3 1-1 16,-3-3-1-16,3-2 1 0,1 1 0 0,1-4-1 16,1-1 0-16,-1-1 1 0,0-2 0 15,4-5-1-15,-2-1 1 0,0-3 4 0,1-3 1 16,0-4-2-16,-2-2 0 0,0-5-2 0,-1-3 1 16,-2-2-5-16,0-1-3 0,-3-5 5 0,0 0 0 15,-2-1 1-15,-1 1 1 0,-2-1 0 0,-1 5 2 16,-1 2-1-16,-1 2 1 0,0 4 1 15,0 3 0-15,0 2 1 0,0 3 1 0,0 3-1 16,0 1-1-16,0 2-1 0,0 2-3 0,0 4-2 16,0 1-1-16,2 3-1 0,1 5 1 15,2 0-1-15,1 5 0 0,2 0 2 0,0 4 4 16,3 2 2-16,2 0 1 0,-2 2-1 0,4-2 1 16,0 0-2-16,-1-3-5 0,2 0-12 0,1-5-18 15,-1 1-43-15,1-5-73 0,-2-3-91 0,0-2-158 16,0-3-289-16,0-3-329 0,0-2-326 0,0-4-195 15,0-3 135-15,0-5 633 0</inkml:trace>
  <inkml:trace contextRef="#ctx0" brushRef="#br1" timeOffset="97146.73">4945 15906 8 0,'2'-4'460'16,"-1"-2"465"-16,-1-1 287 0,-1 3-17 0,-1-1-335 16,2 2-218-16,2 2-154 0,-1-2-115 15,-1 1-77-15,2 1-54 0,-1 1-49 0,1 0-62 16,0 0-44-16,1 0-17 0,0 1-7 0,2 4 2 15,4-1 6-15,2 5 6 0,2 4 3 16,3 2-3-16,0 2-10 0,3 4-10 0,-1 5-11 16,2 2-11-16,-2 4-13 0,2 2-10 0,0 2-5 15,-1 2-2-15,0 0-2 0,0 2-2 0,1 0-1 16,-2 1-1-16,1-3 0 0,-3-1-1 0,1-4-1 16,-4-1 0-16,1-6-1 0,-5-3 1 15,-1-3-11-15,0-4-17 0,-3-6-20 0,-4-1-47 16,-2-5-73-16,-4-2-129 0,-3-5-178 0,-1-4-289 15,-2-4-337-15,-3-2-318 0,-2-5-152 16,-2-5 372-16,-2-1 639 0</inkml:trace>
  <inkml:trace contextRef="#ctx0" brushRef="#br1" timeOffset="97707.07">4926 15808 293 0,'2'-10'726'0,"-1"-1"316"0,1 1 124 16,0 1-244-16,-1 0-269 0,2 2-214 0,1-2-125 16,2 2-35-16,0-2-66 0,2 2-17 0,2-2-12 15,2 0-10-15,1 1-17 0,1 1-38 0,0-1-7 0,2 2-26 16,0-1-23-16,1 3-11 16,-1 2-1-16,0 0 4 0,-2 4-3 0,3 0 2 15,-2 4 1-15,-1 5 0 0,0 4 0 16,-1 3-5-16,-2 6-5 0,-1 2-9 0,-1 3-3 15,-3 7-4-15,1-2-5 0,-3 2-10 0,0 0-4 16,-1-2-3-16,-2-1-6 0,1-2-3 0,2-2-5 16,-2-3 4-16,-1-4 0 0,1-1-2 0,1-6 2 15,-1 0-1-15,1-1 0 0,2-4 0 16,-2-1 0-16,2-2 1 0,1 0 0 0,0-3 0 16,-1-1 0-16,2-1 0 0,1-2 1 0,1-2 1 15,-1 1 0-15,3-2 1 0,0-2 5 0,-2-1 2 16,3 0 1-16,0 0 1 0,1 0 0 15,1 2 0-15,-1-1-6 0,1 4-2 0,-3-1 0 16,2 4-1-16,1 1 0 0,-3 1 1 0,1 2 1 16,-4 2 1-16,0-1 1 0,-1 4 0 0,2-1 0 15,-4 2 1-15,-2 0 0 0,0 1 0 0,-3 2 0 16,0-1 0-16,-3 3-1 0,0-1 0 16,-2 1 0-16,-4 2 0 0,1-2-1 0,-2 0 1 15,-2 3-1-15,1-2-5 0,-3 0-2 0,1 1-3 16,0-2-1-16,-3 1-1 0,5-1 0 0,-3-2 2 15,4 0 2-15,1-2 1 0,0 0 0 0,2-3-1 16,1-1 0-16,1-1-2 0,3-1 0 16,-1-3-3-16,3 2-8 0,0-3-10 0,2-1-26 15,-1-1-60-15,3 1-68 0,-1-4-97 0,2 1-175 16,0-2-302-16,2-2-319 0,1 1-258 16,0-4-170-16,0 1 231 0,3-2 654 0</inkml:trace>
  <inkml:trace contextRef="#ctx0" brushRef="#br1" timeOffset="98450.69">6025 15996 127 0,'0'-3'495'0,"-2"2"347"0,2-3 257 16,-4 3-90-16,2-1-265 0,1 1-149 0,-1 1-72 15,-1 0-64-15,1 0-83 0,-1 1-65 16,0-1-45-16,0 2-55 0,-2-1-55 0,-1 1-43 15,1 1-23-15,-1 0-11 0,-1 0-9 0,-1 0-4 16,-1 1-6-16,1 1-6 0,0 1-4 0,-3 0-7 16,2 0-7-16,-1 2-6 0,-1 2-5 0,0-1-5 15,3 4-4-15,-2 1-2 0,1-1-2 0,3 3-7 16,-1 1-3-16,2 4-3 0,2 2 0 16,3 2-2-16,0 4-3 0,2 2 3 0,4 3 3 15,1 3 0-15,1 1 0 0,6 0 0 0,0 1 4 16,3 0 3-16,-1-1 1 0,5-4-1 0,-1 1 0 15,3-5-1-15,0-2-3 0,1-3-4 16,1-6-1-16,0-1-1 0,-2-6 0 0,4-5 0 16,-4-5-1-16,1-2 2 0,-5-5 1 0,0-3 0 15,-3-5 1-15,-2 0 1 0,-3-2 0 0,-2-2 1 16,-4 0 0-16,-2 1 2 0,-4 0 0 16,-1 1 0-16,-3 0 0 0,-2 2 1 0,-1 1 1 15,-2 4 3-15,-2-2 2 0,-1 5 2 0,2-1 4 16,-5 3 1-16,3 3-1 0,-2 0-2 0,0 3-4 15,0 3-1-15,0 3-5 0,1 3-2 0,1 2-2 16,-1 5-2-16,3 0-1 0,0 4-1 16,2 2 1-16,2 0-4 0,3 0-8 0,0 2-15 15,1 0-32-15,1-2-72 0,-1-2-130 0,2 0-252 16,-2-4-314-16,0-5-397 0,1 3-454 16,-1-4-146-16,0-3 620 0</inkml:trace>
  <inkml:trace contextRef="#ctx0" brushRef="#br1" timeOffset="100935.51">8190 14972 206 0,'3'-7'810'0,"-2"-2"413"0,-2 3 67 0,-1 0-51 16,1 3-419-16,-1-1-266 0,0 2-140 0,-2 1-76 15,-2 1-54-15,-1 0-83 0,2 0-58 16,-1 1-37-16,1 2-29 0,-4 2-22 0,4 1-19 15,-1 1-14-15,-1 7-9 0,4 2-8 16,-2 7-4-16,5 6-2 0,3 7 1 0,4 6 2 16,3 7-4-16,5 2-1 0,1 9 0 0,8 2-1 15,1 6-2-15,3 0-2 0,2 4 3 16,2-2 7-16,1-2-1 0,1 0-1 0,-1-6-1 16,-2-3 1-16,1-5-1 0,-3-7-6 0,-3-4 2 15,1-6 1-15,-4-4-1 0,-3-6 1 0,0-4 0 16,-3-4 1-16,-2-4 1 0,-4-3-1 15,0-2 0-15,-3-1-2 0,-3-5-8 0,0 2-11 16,-4-5-16-16,-1-1-25 0,-3-4-61 0,-2-1-63 16,-1-3-87-16,-3-2-150 0,-1-2-220 0,0 0-305 15,0-1-243-15,-2-2-203 0,1-1 77 16,-1-1 520-16</inkml:trace>
  <inkml:trace contextRef="#ctx0" brushRef="#br1" timeOffset="101560.72">8465 15383 39 0,'-2'-19'570'0,"2"3"488"0,-2 1 205 16,-1 1-77-16,0 4-284 0,-1-1-259 15,-1 4-175-15,2-1-98 0,-1 2-61 0,1 0-50 0,-2 1-67 16,2 1-58-16,0 1-34 0,-1 0-24 15,2 3-14-15,0 0-12 0,1 0-14 0,1 5-10 16,0 0-15-16,0 6-9 0,3 3-5 16,3 4-4-16,2 6 0 0,2 3-1 0,2 3 4 15,1 4 3-15,1 1 1 0,4 1 0 0,-1-2-1 16,-1-4 0-16,1 0-1 0,-3-4-1 16,2-5-1-16,-3-3 1 0,-2-6 0 0,0-1 0 15,-2-4 3-15,-2-4 0 0,-2-6 2 16,-1-4 0-16,-4-4 3 0,-3-7-1 0,-1-6-1 15,-3-3-1-15,-1-4 0 0,-3-1 0 0,0-3 0 16,-2 1 3-16,-4-1 4 0,2 1-1 16,-2 0 1-16,1 3 1 0,1 2 0 0,0 3-4 15,3 2-3-15,2 5 1 0,1 2-2 0,1 6-2 16,5 1-3-16,0 2 0 0,1 2-1 16,2 5-1-16,5 1 1 0,1 3-1 0,5 4 3 15,4 4 1-15,2 2-3 0,2 4-2 0,3 2-1 16,3 5 0-16,0 1 0 0,2 3-1 15,0-1 4-15,-1 0 2 0,-1-3 6 0,0-3 3 16,-1-4 1-16,-3-4 0 0,-1-4 1 0,-3-5-1 16,-2-2-3-16,-3-7-1 0,-2-2 1 15,-4-6-1-15,-3-6 1 0,-3-3 0 0,-3-6-1 16,-3-6 0-16,-2-1 1 0,-3-3 0 16,0-1 2-16,-5-1 0 0,3 3-5 0,-4-1-3 15,1 3-3-15,-3-1-1 0,5 4-3 0,-2 2-1 16,3 5 4-16,2 2 0 0,2 6 2 0,1 3-2 15,3 3-1-15,2 5-2 0,1 2 1 16,4 4-1-16,1 4-1 0,2 2-3 16,3 3-6-16,3 5-18 0,-2-3-45 0,1 5-69 15,2-1-74-15,0-1-128 0,-1 1-199 0,1 0-311 16,-1 1-282-16,1-3-210 0,0-1-78 0,1 0 404 16,-1-1 563-16</inkml:trace>
  <inkml:trace contextRef="#ctx0" brushRef="#br1" timeOffset="101767.21">8958 15018 385 0,'8'1'900'0,"-2"4"313"0,0 1-9 15,2 2-249-15,0 5-249 0,2 0-191 0,2 4-114 16,0 2-75-16,0 3-53 0,1 2-56 16,0 2-74-16,1 1-50 0,0 3-41 0,0 0-19 15,2 2-13-15,0 2-13 0,-3-4-8 0,2 2-5 16,-2-4 1-16,1-2-1 0,-3-4-4 0,-1-1-28 15,-1-4-70-15,-3-6-71 0,-4-1-153 16,1-5-238-16,-3-5-318 0,-3-6-334 16,3-5-219-16,-5-4-14 0,-1-5 577 0</inkml:trace>
  <inkml:trace contextRef="#ctx0" brushRef="#br1" timeOffset="102157.56">9301 14829 25 0,'-8'-11'634'0,"2"4"709"0,-5 1 266 16,1 1-208-16,-4 2-386 0,3 2-406 15,-2-1-203-15,-2 4-147 0,2 1-89 0,-1 2-55 16,1 0-36-16,3 1-28 0,0 3-20 16,2 1-13-16,3 4-9 0,0 0-5 0,5 3-3 15,1-1-3-15,4 2 0 0,3 0 0 0,2 0-1 16,7 1 1-16,2-3-1 0,2 2 0 0,2-1 1 15,4-3-1-15,2-1 0 0,-1-1 0 16,4-2 0-16,-1 1-1 0,1-2 2 16,-2 0 0-16,0-1 1 0,-3-2-1 0,-3 1 2 15,0 1-1-15,-4-1 1 0,-4 1 0 0,0-1 1 16,-5 4 1-16,-2-1 1 0,-3 1 1 0,-1-1 0 16,-3 2 0-16,-2 0 0 0,-2 1-1 15,-1 3 0-15,0 0 0 0,-2 1-2 0,-1-2 0 16,0 4-1-16,-1 0-1 0,1-2-3 15,-2 1-6-15,2-3-13 0,1 0-18 0,0-3-45 16,-1-2-71-16,-2-3-73 0,3-3-126 0,1-2-176 16,0-2-308-16,0-3-281 0,0-2-207 0,1-3-92 15,0 0 365-15,1-4 545 0</inkml:trace>
  <inkml:trace contextRef="#ctx0" brushRef="#br1" timeOffset="102603.54">9703 14696 194 0,'3'0'768'0,"2"1"412"0,0 4 101 15,0 5-88-15,4 2-362 0,0 4-260 0,2 5-159 16,2 2-89-16,0 4-70 0,1 3-82 16,0 1-59-16,2 4-42 0,0 1-22 0,1 1-13 15,-1 1-11-15,3-1-6 0,-2 1-7 0,1-4-7 16,0-1-14-16,-2-3-41 0,-2-4-76 16,-2-1-103-16,-4-4-176 0,-1-3-297 0,-5-1-338 15,-2-4-328-15,-3 0-169 0,-5-5 250 16,0-2 658-16</inkml:trace>
  <inkml:trace contextRef="#ctx0" brushRef="#br1" timeOffset="102812.52">9548 14839 126 0,'-7'-23'916'0,"4"6"624"0,0 2-31 15,1 3-298-15,2 1-421 0,0 2-351 16,4-2-213-16,2 4-109 0,2-2-47 0,3 0-25 15,5-1-15-15,3 0-10 0,2-2-11 0,2 0-3 16,4 2-2-16,3-2-3 0,-2 2-59 16,2-3-64-16,2 2-144 0,0 2-268 0,-1-1-301 15,4 0-359-15,-2 2-249 0,-1 0-35 0,0 2 592 16</inkml:trace>
  <inkml:trace contextRef="#ctx0" brushRef="#br1" timeOffset="103672.48">10651 14431 127 0,'13'-9'363'16,"1"1"189"-16,-4 0 184 0,-1 1-70 16,-1 4-54-16,-2-2-25 0,-2 0-31 0,0 2 25 15,-2 0 25-15,1 1-61 0,-3 1-95 16,-1 1-83-16,-3 1-58 0,1 1-73 0,-3 1-75 16,-1 3-48-16,-2-4-27 0,1 5-20 15,-2 3-16-15,-2 0-14 0,-1 3-11 0,-1 2-6 16,3 3-4-16,-3 5-2 0,0 2 0 0,1 4 1 15,-1 4 0-15,3 1-2 0,-2 5 0 0,5 3-4 16,3-1-3-16,1 1-1 0,2 1-3 16,4 0-2-16,2-2-1 0,3-2 0 0,2-1-1 15,4-4-1-15,0-3 2 0,2-4-1 16,1-1 1-16,3-5-1 0,1-4 2 0,1-6-1 16,1-2 0-16,2-7 2 0,0-7 1 0,-2-3 1 15,2-7 1-15,-1-6 1 0,-2-3 0 0,-2-5 0 16,-2-2-1-16,-4-1-1 0,-1 1-1 15,-2 0 0-15,-5 1 0 0,-2 2 1 0,-3 5-1 16,-2-1 2-16,-1 6-1 0,-5 1 0 16,-3 2 0-16,0 2 0 0,-3 1 0 0,-2 5 0 15,-1 1 0-15,2 3-1 0,-2 3 1 0,1 5 0 16,-1 4-1-16,4 4 0 0,-1 6-3 16,3 3 0-16,1 1 0 0,2 7-1 0,2-1 0 15,3 1-1-15,2 0 1 0,2 0 0 16,4-2-2-16,3-3-3 0,0-2-11 0,3-4-15 15,1-1-27-15,-1-8-55 0,2 0-75 0,1-8-101 16,-1-2-167-16,3-2-287 0,-2-8-325 16,3 0-280-16,-1-8-160 0,2-3 209 0,0-5 632 15</inkml:trace>
  <inkml:trace contextRef="#ctx0" brushRef="#br1" timeOffset="104095.8">11124 14449 8 0,'5'-15'499'0,"-2"3"490"0,0 2 260 16,0 2-45-16,-1 2-289 0,-1 4-262 0,1-1-179 16,1 6-108-16,0 0-67 0,-1 6-50 0,1 2-61 15,1 3-58-15,-1 2-44 0,1 3-25 0,1 4-13 16,0 2-7-16,1 5-4 0,-1 1-2 16,3 1-1-16,3 5 1 0,0 1-6 0,1 2-3 15,0 0-6-15,0-2-6 0,4-2-4 16,-2-5-6-16,2-4-1 0,-2-2-3 0,4-8-1 15,-2-1 0-15,1-7-1 0,-3-2 0 0,3-7 1 16,-4-5 1-16,1-4 1 0,-1-3 1 16,1-3 0-16,-3-3 0 0,-1 0 0 0,2-3-1 15,-4 1 0-15,-3-2 0 0,0 0 0 16,-2 1-1-16,-3 0 1 0,0 0 0 0,-3 1 0 16,0 4 1-16,-4 0 1 0,1 3-1 0,-2 1 2 15,-3 3 4-15,0 4 3 0,1 0 1 0,-4 3 2 16,3 4 2-16,-3 3-1 0,1 3-4 15,1 6-3-15,-1 1-1 0,3 8-4 0,1 0 0 16,1 6-1-16,3 2-1 0,2 2-2 16,0 0 0-16,3 3-1 0,3-1-1 0,0-3-2 15,2 1 1-15,3-1-1 0,1-4-1 0,1 0-4 16,1-6-12-16,2-1-15 0,-2-4-38 0,3-4-74 16,-3-2-71-16,0-5-119 0,3-3-171 15,-1-2-292-15,0-2-300 0,-1-2-201 0,1-3-128 16,1-3 299-16,-1-5 556 0</inkml:trace>
  <inkml:trace contextRef="#ctx0" brushRef="#br1" timeOffset="104467.81">11690 14526 64 0,'0'-17'643'0,"3"4"511"15,-1 2 171-15,-1 3-91 0,1 5-326 0,1 2-327 16,2 5-177-16,1 3-97 0,2 2-62 15,0 3-63-15,3 4-56 0,2 2-45 0,1 2-26 16,2 2-16-16,1 2-10 0,2 2-3 16,-1-2-5-16,2 0-4 0,-1-4-4 0,0-1-5 15,2-7-4-15,-4-5-3 0,2-4-1 0,-3-9 0 16,-3-4 0-16,-4-6-2 0,-4-8 1 0,1-4-1 16,-5-5 1-16,-2-3 0 0,-5-4 2 15,0-2 1-15,-2-4 0 0,-8 2 2 0,1-1 0 16,-3-1 0-16,-2 3 7 0,-2 3 9 15,-3 2 9-15,2 7 8 0,-2 6 5 0,0 6 2 16,0 6-7-16,0 7-7 0,1 7-9 0,0 8-9 16,-1 6-6-16,1 8-5 0,2 5-3 0,1 7-2 15,4 4-2-15,1 3 1 0,2 0 1 16,6 4-3-16,2-4-12 0,1 0-21 16,2 0-49-16,2-1-73 0,1-4-80 0,-2-3-146 15,4-5-219-15,-2-2-310 0,1-6-274 0,2-3-195 16,-1-4-17-16,-1-5 484 0</inkml:trace>
  <inkml:trace contextRef="#ctx0" brushRef="#br1" timeOffset="105081.65">11303 14259 183 0,'3'-3'478'16,"0"-1"279"-16,-1 1 214 0,-1 1-112 0,-1 1-168 15,0-4-131-15,0 5-46 0,-1-2-23 16,-1-1-47-16,1 1-74 0,-3 2-56 0,0-1-42 16,-3 0-60-16,2 1-58 0,-4 0-43 0,1 0-28 15,-2 1-15-15,-2 0-13 0,1 4-9 16,1-3-9-16,-4 3-8 0,3 1-6 0,-3 4-8 15,3 0-4-15,0 4-5 0,0 1-3 16,3 2-2-16,1 4-3 0,1 1-1 0,3 0-1 16,3 1-1-16,3 1-3 0,3-2-16 0,2 0-44 15,1 0-79-15,1-3-132 0,1-2-245 16,2-1-313-16,1-2-373 0,1-2-352 0,2-2-77 16,-1-3 559-16</inkml:trace>
  <inkml:trace contextRef="#ctx0" brushRef="#br1" timeOffset="105721.36">11881 13680 203 0,'2'-8'527'0,"0"1"241"0,1 1 149 16,0-1-116-16,2 0-197 0,1 1-129 0,3 0-75 16,1 1-35-16,4 4-24 0,2 0-30 15,4 2-8-15,1 5-25 0,3 2-20 0,1 3-29 16,5 6-34-16,0 4-40 0,0 5-51 0,3 5-28 15,-1 5-24-15,-2 5-14 0,3 5-11 16,-3 8-10-16,0 6-8 0,0 5-4 0,1 5-2 16,-3 5 0-16,2 3 1 0,-2 5-1 0,-2 3 1 15,-2 7-1-15,-4 4-4 0,-1 1-9 0,-5 0-14 16,-6 2-49-16,-2-3-68 0,-6-1-83 16,-4-2-165-16,-6-2-292 0,-3-7-320 0,-5-5-290 15,-6-10-187-15,-6-12 144 0,-6-9 637 16</inkml:trace>
  <inkml:trace contextRef="#ctx0" brushRef="#br2" timeOffset="153338.9">19733 2069 78 0,'3'-2'399'0,"2"0"260"15,-3 1 201-15,-1 0-25 0,3-1-154 16,-4 2-126-16,1 0-99 0,1 0-71 0,-1 0-52 16,-1 2-61-16,2-1-73 0,1 2-48 0,-3-1-8 15,0 2 21-15,-3 1 21 0,3 5 5 0,-2 0-2 16,1 2-18-16,-1 3-30 0,1 2-34 16,1 1-34-16,-2 3-20 0,0 1-9 0,1 3 1 15,-1 4 3-15,2 4-6 0,0 4 4 0,-1 5 1 16,-1 2-1-16,0 6-6 0,-1 2-6 0,0 4 8 15,0 0-3-15,0 3-3 0,0 1-6 16,1 1-2-16,-1-4-2 0,1 2-5 0,-1 0-3 16,2-1 0-16,-1-2-1 0,0 0-2 0,1-3-1 15,-1-1-5-15,0-2-4 0,-1-3-1 16,-1-3-3-16,1 0 0 0,0-4-2 0,-2-5 1 16,1 0 0-16,0-5 0 0,-1-2 0 0,2-2 0 15,-3-3 0-15,3-5 0 0,1-1-1 16,0-4 0-16,-1-2 0 0,3-2 0 0,-2-4-1 15,2-1 1-15,-1-1-1 0,-1-3 1 16,2-1 1-16,0-2-1 0,2-3 1 0,-1 0-3 16,-1-2-7-16,0 0-8 0,0-1-14 0,0 0-14 15,-1 1-23-15,-1 0-40 0,1-1-61 16,-4 4-59-16,2-2-92 0,-3 1-147 0,1 0-219 16,-2 2-277-16,3 0-219 0,-3 0-182 15,2 2 130-15,-1-3 492 0</inkml:trace>
  <inkml:trace contextRef="#ctx0" brushRef="#br2" timeOffset="153795.53">19404 3548 96 0,'2'-2'554'0,"0"2"408"0,-1-4 203 0,-1 3-95 16,2 1-328-16,-2-2-246 0,1 2-152 15,-1 2-95-15,2-2-2 0,1 3 14 0,2 1-3 16,-1 2-15-16,4 4-22 0,-1 2-16 0,2 4-44 16,1 4-45-16,-2 4-23 0,4 4-15 0,-2 4-10 15,-1 2-5-15,4 3-7 0,-4 3-5 16,3 1-7-16,-2 3-5 0,2 0-9 0,-1 1-8 15,3-3-6-15,-1-2-7 0,1-2-3 16,-2-4-3-16,1-5-1 0,3-4-2 0,-2-4 1 16,0-4-1-16,-1-5 0 0,1-3 5 0,-1-4 2 15,-1-7 3-15,0-3 1 0,-3-5 0 16,3-5 1-16,-2-2-5 0,-2-3-2 0,3-3-2 16,-1-3-1-16,-2 1-1 0,-2-1 0 15,3-1-1-15,-1 0-1 0,0 0 0 0,0 0-1 16,0 0-1-16,1-1 1 0,0-1-1 0,0 1 1 15,0-1 0-15,1 1 1 0,1-2-6 16,-2 1-9-16,3 2-15 0,-2 0-27 0,-2 1-54 16,2 4-78-16,-2 2-116 0,0 1-187 0,-2 5-299 15,0 3-340-15,-1 5-298 0,2 1-144 16,-1 5 339-16,-2 2 663 0</inkml:trace>
  <inkml:trace contextRef="#ctx0" brushRef="#br2" timeOffset="155193.72">17788 5500 396 0,'5'-12'795'0,"-2"2"300"0,-1 2 62 0,0-1-309 15,-2 2-241-15,1 2-94 0,-1 1-59 16,2 2-60-16,-2-1-59 0,1 2-49 0,-1 1-54 15,0-3-73-15,0 3-56 0,0 0-34 16,0 3-21-16,2 0-13 0,-2 2-10 0,2 2-1 16,-2 6-2-16,0 2-1 0,0 7-1 0,0 4 3 15,0 4 2-15,-2 5-3 0,0 2-4 16,-1 4-1-16,0 2-4 0,-2 1-4 0,3-2-3 16,-2-1-3-16,-1 0-1 0,4-7-2 15,-1 0 0-15,1-7 0 0,1-3-1 0,-2-5 0 16,2-2 1-16,0-5 0 0,0-2 0 0,0-3-1 15,0 0 0-15,0-3 1 0,0-1 1 16,0-1 1-16,2-4 1 0,-2-2 1 0,1-7 0 16,-1-1 0-16,2-7 0 0,-1-1-1 0,4-4 0 15,-4-4 0-15,2-4-1 0,-1-3 0 16,1-1-1-16,-1-1-1 0,0-3 0 0,-1-2-2 16,-1 0 0-16,0-2 0 0,0-1-1 15,0 0 0-15,0 2 2 0,0-1 1 0,0 4 0 0,0 2 0 16,0 4 2-16,0 1 1 0,0 6-2 15,0 4 0-15,0 2 0 0,0 5-1 0,0 3 0 16,0 3 0-16,0 3-1 0,0-1-3 16,0 5 1-16,2 1-1 0,1 4-1 0,0 3 1 15,5 6 1-15,-2 2 1 0,2 5 0 16,2 2 1-16,1 6 4 0,0 4-2 0,0 5 2 16,1 5 2-16,1 5 5 0,1 4 3 0,-3 6-1 15,1-1 1-15,0 0-1 0,-2 1-1 16,-1-5-5-16,2-5-3 0,0-3-2 0,-1-5 0 15,2-5-1-15,-2-6-2 0,0-4 1 16,0-4 0-16,-2-5 1 0,-1-4 0 0,-1-3 2 16,2-6 2-16,-3-6 1 0,-1-6 1 0,0-6-1 15,-1-6 0-15,0-6-1 0,-1-4-1 0,-2-5-2 16,0-3-1-16,-2-3 1 0,0-4-2 16,-1 2-1-16,0-5-1 0,1 5 1 0,-1-1 1 15,3 3-1-15,-1 3 1 0,1 9 0 16,0 3 2-16,-2 8-1 0,2 2-1 0,0 6-2 15,2 7 1-15,-2 2-1 0,1 7-2 0,2 5 0 16,-1 4 0-16,4 5-6 0,-1 2-12 0,1 5-18 16,2 2-41-16,0 2-74 0,-1 2-79 15,0-1-141-15,1 3-216 0,0-2-314 0,0 1-306 16,3-1-203-16,-1-1-37 0,-1-2 488 16,2-1 573-16</inkml:trace>
  <inkml:trace contextRef="#ctx0" brushRef="#br2" timeOffset="155550.91">18334 5754 93 0,'-5'-14'690'0,"-3"5"555"15,0-1 228-15,-1 0-117 0,-1 3-411 0,-1 1-343 16,0 0-181-16,0 3-119 0,-2 3-91 0,3 2-71 16,-2 4-41-16,0 3-29 0,1 4-20 15,1 2-15-15,1 5-11 0,1 1-7 0,2 2-6 16,1 1-5-16,1 1-3 0,4-1-1 0,0-3-2 15,2-2-2-15,3-2 0 0,1-5-1 16,2-4 1-16,1-3 1 0,1-5 0 0,3-7 2 16,1-5 1-16,0-8 0 0,4-4 0 0,-4-5-2 15,3-2 0-15,-1-3 1 0,0 1-1 16,-3 1 0-16,-1 4 1 0,-2 4 1 0,-4 4 0 16,2 3 1-16,-4 6-1 0,0 2 0 15,-3 3 0-15,-1 6-2 0,0 4 0 0,-1 7-1 16,-3 4 1-16,1 7-1 0,-3 3 0 0,2 7-1 15,-1 2 0-15,2-1-1 0,-1 4 1 16,1-3-1-16,3 0-5 0,2 0-11 0,1-4-18 16,-1-3-42-16,2-2-77 0,0-4-89 15,-1-2-161-15,3-6-259 0,-2-1-321 0,1-4-319 16,0-2-181-16,0-6 98 0,0-1 603 0</inkml:trace>
  <inkml:trace contextRef="#ctx0" brushRef="#br2" timeOffset="155994.89">18506 5811 269 0,'8'-5'763'0,"-1"3"378"0,0 4 69 16,1 3-232-16,0 6-265 0,0 5-203 0,1 0-106 15,1 7-70-15,-2 1-51 0,1 3-42 0,1 4-61 16,-4 2-36-16,2 2-44 0,-2 2-26 16,-1 2-15-16,-2 0-15 0,1 3-10 0,-3-4-8 15,2-1-8-15,1-4-7 0,-3-3-5 16,1-5-4-16,-1-5-1 0,-1-5 1 0,0-5-1 15,0-4 0-15,-3-6 0 0,2-6-1 16,-3-4 1-16,0-5-1 0,-3-8 0 0,2-2-1 16,-4-5-1-16,3-6 3 0,-1-4-2 0,1-6 0 15,0-2-1-15,4-3 2 0,1 0 0 16,2 2-2-16,1 1 2 0,5 5 0 0,0 2 0 16,3 5-2-16,-2 4 0 0,2 6 0 0,2 3 0 15,0 5 0-15,-1 3 0 0,2 5 1 16,1 1 0-16,-3 3 2 0,2 4-2 0,-4 2 0 15,3 5 1-15,-3 1 1 0,-1 3 0 16,-2 1 1-16,-1 2 2 0,-2 3 1 0,-1 3-1 16,-4 2-1-16,-1 1-1 0,-2 4 0 0,-1-1 0 15,-2 3-3-15,-1-1 1 0,-1 0-1 16,0-3 0-16,0-1-2 0,-2-2-6 0,4-4-22 16,-1-5-57-16,1-2-67 0,3-6-81 0,-1-3-143 15,3-4-207-15,-2-2-310 0,5-3-248 16,3 0-197-16,-1-2-15 0,2 2 445 0,0-4 508 15</inkml:trace>
  <inkml:trace contextRef="#ctx0" brushRef="#br2" timeOffset="156844.07">18846 5659 460 0,'2'-6'1013'0,"-4"5"302"16,2 1-10-16,0 0-262 0,-1 2-333 0,1 3-237 15,0-3-127-15,-2 4-81 0,2 0-75 16,-2 0-66-16,2 0-53 0,0 0-32 0,0 1-14 16,2 1-11-16,-2 1-4 0,2-1-5 0,-2 5 1 15,1 0-1-15,2 1-4 0,-3 4 0 16,4 1 0-16,-1 3 0 0,0 1 0 0,0 4-1 16,2 0 2-16,-2 0 0 0,3 0-1 15,-1-2 0-15,2-3-3 0,2-6 0 0,-1-3 0 16,1-3 1-16,4-7 1 0,-2-9 0 0,0-3 3 15,3-8-1-15,-1-4-2 0,-1-7-1 16,1-2-1-16,-2-4 0 0,3-2 1 0,-2 3 0 16,-4-3 0-16,2 3 1 0,-2 1 0 15,1 2 0-15,-2 3-1 0,-2 1 2 0,1 4 2 16,-3 4-1-16,1 0 1 0,-1 5 0 0,-1 5 1 16,-1 0-2-16,1 4 1 0,-1 1 0 0,-1 6-1 15,0 1 0-15,0 4-2 0,0 0 1 16,0 5 3-16,0 2 2 0,2 1 2 0,1 3 2 15,-2 4 1-15,2 0 0 0,-1 4-4 16,3 0 0-16,0 1-3 0,0 0-1 0,4 0-1 16,-3-5-2-16,5 0 0 0,3-5 0 0,-1-5 0 15,6-5 0-15,-1-4 0 0,2-8-3 16,2-4-6-16,-3-5-6 0,2-5-5 0,1-1-2 16,-5-6-1-16,0 0 2 0,-4 0 6 15,1 0 8-15,-6 0 4 0,-3 3 3 0,-5 1 0 16,-1 1 4-16,-6 3 1 0,-2 3 2 15,-1-1 8-15,-3 1 8 0,-2 4 10 0,0 2 6 16,-2 2 6-16,1 3 0 0,1 2-6 0,2 3-6 16,1 2-9-16,0 0-7 0,4 5-7 0,2 0-4 15,1 2-2-15,4 1-1 0,2 1-1 16,1 0-1-16,4 3 0 0,0 0 1 0,2-1-2 16,2 3 1-16,4-3-1 0,-1 4 0 0,2-3-1 15,-2-1 0-15,3 3 0 0,-3-3-1 16,1 3 1-16,-3 0 0 0,0 0 1 0,-2 1 0 15,-2 2 0-15,-2-1 0 0,-1 1 0 16,-2 0 0-16,0 0 0 0,-2 0 0 0,0-2 0 16,0 0 0-16,0-3 1 0,0-1-1 15,1-5 0-15,1-2 0 0,1-6 0 0,5-3 0 16,-2-6 0-16,2-7 1 0,2-5-2 0,4-4-6 16,-3-7-4-16,3-2-4 0,-1-2-3 15,1 0-1-15,0-1 1 0,2 1 4 0,-3-1 5 16,1 3 5-16,0 3 1 0,-3 3 1 0,3 4 1 15,-6 3 0-15,0 3 0 0,-1 6 1 16,-1 2 1-16,-2 4-1 0,1 4 1 0,-2 4 0 16,-1 5 1-16,-2 3-1 0,2 7 1 0,-1 1-1 15,-1 5 1-15,0 5-2 0,0-1 0 16,0 6-2-16,-1 2 0 0,1 1-1 0,-2-2-8 16,2-3-38-16,0-3-79 0,0-6-110 0,-2-5-170 15,2-6-294-15,0-5-351 0,2-6-352 0,-2-5-165 16,2-8 280-16,-1-5 646 0</inkml:trace>
  <inkml:trace contextRef="#ctx0" brushRef="#br2" timeOffset="157052.22">19722 5267 83 0,'5'-45'779'16,"-4"5"727"-16,-1 9 123 0,0 6-273 16,-4 5-427-16,-1 3-376 0,0 7-208 0,-1 4-139 15,-1 5-80-15,3 1-47 0,-5 4-32 0,4 2-20 16,1 3-13-16,1 3-7 0,2 1-5 15,1 2-5-15,1 2-15 0,1 1-43 0,-1 1-82 16,3-1-116-16,-1 3-201 0,0-2-305 16,0 3-356-16,5-1-349 0,-3 3-120 0,1 1 376 15,2 1 691-15</inkml:trace>
  <inkml:trace contextRef="#ctx0" brushRef="#br2" timeOffset="157304.04">19934 5884 355 0,'16'30'1023'0,"-3"-4"350"15,-1-5-86-15,-1-6-201 0,2-5-429 0,3-5-235 16,-3-8-139-16,0-5-72 0,0-7-37 16,3-6-51-16,-2-5-52 0,0-6-24 0,-1-1-14 15,-2-3-7-15,-2 0-2 0,-2 2 6 16,-2-2 2-16,-4 5 0 0,-1 3 8 0,-1 4 8 16,-2 3 7-16,-2 3 0 0,-2 4 1 0,-2 5-4 15,3 3-8-15,-4 6-7 0,4 5-10 0,-3 5-5 16,-1 7-6-16,2 2-4 0,-1 5-5 15,-1 2-2-15,4 6-4 0,-1 3-1 16,-2 0-2-16,4 2-2 0,0 1-2 0,2 1-15 16,2-2-36-16,1-3-86 0,0-2-135 0,1-3-259 15,6-4-312-15,-1-2-381 0,6-4-399 0,5-4-37 16,1-3 626-16</inkml:trace>
  <inkml:trace contextRef="#ctx0" brushRef="#br2" timeOffset="158297.99">20391 6044 256 0,'-3'3'706'0,"0"-1"354"16,-4-2 104-16,2-2-225 0,-1-2-321 15,3-3-185-15,2-2-105 0,1-3-72 0,0-3-32 16,3-5-12-16,0-1-1 0,6-7-16 0,-2-4-32 16,2-1-12-16,4-3-27 0,-2-2-27 0,0 3-22 15,3-1-17-15,-3 3-11 0,2 4-6 16,-5 2-4-16,0 6 7 0,-2 5-5 0,-1 2 2 15,-1 5-1-15,-1 4-5 0,1 5-1 16,-3 6-6-16,3 7-2 0,-3 6-3 0,-1 5-4 16,0 6-2-16,0 2-3 0,2 4-3 0,-1 1 0 15,-1 2 2-15,2 0 2 0,0-2 0 16,-1 0 0-16,2-5 0 0,2-1-5 0,-4-6-4 16,4-4-2-16,0-4-2 0,0-5-1 15,1-6-1-15,3-5 1 0,1-7 0 0,1-9 2 16,2-6-1-16,-1-6 1 0,1-6-1 0,1-1 0 15,1-5-2-15,-1 3 0 0,-1 0 0 16,0 3 0-16,-3 5-1 0,0 2 1 0,-1 3-2 16,-3 5 0-16,1 5 1 0,-2 1-1 0,-1 4 2 15,0 5-1-15,-2 3 2 0,2 3-1 16,-4 5 2-16,1 5 0 0,-1 4-1 0,0 1 1 16,0 2-1-16,0 4 0 0,0-2-1 0,0 1-1 15,0 1 1-15,0-1-2 0,0-2 0 16,3-3-2-16,-1-3 1 0,1-1-1 0,0-4-6 15,2-4-12-15,0-4-20 0,4-5-43 16,-2-5-77-16,1-5-80 0,1-5-118 0,0-2-139 16,1-2-133-16,1-3-69 0,3 1 40 0,-1-1 62 15,1 5 165-15,-1-2 191 0,-1 4 143 0,1 3 103 16,0 5 103-16,-1 2 122 0,0 4 116 16,-4 6 65-16,2 2 18 0,-2 6 21 0,0 5-12 15,-3 5-60-15,3 2-80 0,-3 5-61 16,-2 1-51-16,-2 4-57 0,3-1-53 0,-4 1-34 15,1 1-20-15,1-1-19 0,0-4-57 16,-1-3-67-16,-1-3-134 0,0-6-226 0,0-4-294 16,-1-4-325-16,1-5-244 0,-4-8-57 0,1-5 478 15</inkml:trace>
  <inkml:trace contextRef="#ctx0" brushRef="#br2" timeOffset="158453.95">20898 5372 398 0,'0'-16'878'0,"0"6"293"16,0 4-10-16,0 2-306 0,2 8-327 0,-1 2-227 16,3 2-133-16,1 3-68 0,3 2-38 0,2 0-27 15,2 2-18-15,0 0-8 0,7 3-4 16,0 0-23-16,0 0-93 0,3 3-163 0,2 1-296 16,0 2-263-16,3 1-259 0,1 5-156 15,4-4 253-15,1-1 498 0</inkml:trace>
  <inkml:trace contextRef="#ctx0" brushRef="#br2" timeOffset="158786.69">21676 5680 534 0,'-9'-13'1547'16,"-8"2"246"-16,-4 2-327 0,0 2-353 0,-4 1-461 16,-2 1-290-16,-3 4-135 0,0 4-62 0,0 1-36 15,2 3-27-15,1 5-23 0,2 2-57 16,5 2-22-16,2 0 0 0,5 0 0 0,2 2 0 15,5-1 0-15,4-2 0 0,4-2 0 16,4-1 0-16,3-5 0 0,4-2 0 0,3-4 0 16,1-3 0-16,5-6 0 0,0-4 0 0,2 0 0 15,2-3 0-15,-4-1 0 0,1 0 0 0,-4 4 0 16,2 4 0-16,-2 2 0 0,-3 4 0 16,-2 5 0-16,-2 5 0 0,0 5 0 0,-2 4 0 15,-1 4 0-15,-3 3 0 0,0 4 0 16,3 1 0-16,-2-1 0 0,-1 3 0 0,4-5 0 15,-1 1-42-15,2-5-53 0,1-2-86 16,-2-5-155-16,3-1-263 0,1-6-325 0,2-1-403 16,1-4-414-16,1-6 8 0,4 1 772 0</inkml:trace>
  <inkml:trace contextRef="#ctx0" brushRef="#br2" timeOffset="159850.6">23202 2657 52 0,'0'-5'451'0,"0"2"333"15,0 0 192-15,0 3-19 0,0 3-293 0,0 1-199 16,5 4-113-16,-1 4-64 0,1 6-19 0,3 5-7 16,2 8-6-16,2 6 5 0,3 5-5 0,0 10-4 15,5 4-14-15,0 13-13 0,4 9-31 16,-1 12-45-16,6 10-28 0,2 8-21 0,4 16-13 16,5 9-12-16,1 11-7 0,5 10 4 0,-3 10 0 15,1 10-2-15,-5 8-8 0,1 8-4 16,-2 11-6-16,0 2-49 0,-5 2-3 0,2 3 0 15,1-2 0-15,1-4 0 0,2-8 0 16,0-9 0-16,-1-12 0 0,1-12 0 0,0-11 0 16,-5-8 0-16,1-12 0 0,0-7 0 0,-3-7 0 15,-2-8 0-15,-3-11 0 0,-4-7 0 16,-3-4 0-16,-3-9 0 0,-4-4 0 0,-5-9 0 16,-2-9 0-16,-5-7 0 0,-1-7 0 0,0-10 0 15,-3-6 0-15,-3-6 0 0,0-5 0 16,-1-4 0-16,-1-4 0 0,-3-2 0 15,3-2 0-15,0 0 0 0,0-2 0 0,1 0 0 16,0 0 0-16,3 0 0 0,-1 0 0 0,1 0 0 16,1 0 0-16,-1 0 0 0,2 0 0 0,-1 1-2 15,2-1-54-15,-3 1-19 0,-1-1-29 16,1 0-66-16,-1 0-76 0,-3-1-139 0,0 0-228 16,0-1-311-16,0 0-348 0,-2 1-224 0,0-2-25 15,-1 0 549-15</inkml:trace>
  <inkml:trace contextRef="#ctx0" brushRef="#br2" timeOffset="160171.57">23903 7847 506 0,'3'-11'1284'0,"-1"5"291"15,-1 4-212-15,2 4-295 0,3 4-455 0,2 2-217 16,2 8-141-16,2 3-64 0,4 5-27 0,5 6-32 16,1 6-25-16,3 5-22 0,5 2-16 0,4 4-14 15,2 4-10-15,2 3-9 0,1 3-6 16,4 3-7-16,1 1-5 0,1 0-4 0,-1 0-6 16,-1-6-3-16,-4-5-2 0,-1-11-1 0,-5-9-2 15,-1-10 0-15,-9-13 0 0,-2-12 1 16,-2-9-2-16,-6-14 0 0,-2-9-1 0,-5-10 0 15,-1-9 1-15,-2-5 1 0,0-6-1 0,-1-5 0 16,0-3-3-16,1 0-9 0,1 1-15 16,1 4-24-16,0 3-49 0,-1 8-83 0,1 7-141 15,0 8-254-15,4 9-313 0,-1 8-374 16,0 11-346-16,0 7-35 0,5 11 625 0</inkml:trace>
  <inkml:trace contextRef="#ctx0" brushRef="#br2" timeOffset="161656.31">21722 10262 156 0,'0'-13'754'0,"0"-4"438"15,0 3 84-15,-1-1-100 0,1-1-361 16,1 0-272-16,-1 1-138 0,0-3-76 0,2 4-55 16,0-3-57-16,-2 0-65 0,2 2-51 0,2 0-32 15,-3 4-21-15,2-1-14 0,1 4-12 0,-3 3-4 16,2-1 3-16,2 5 2 0,3 1 4 16,3 7 6-16,0 2 8 0,5 7 1 0,-2 3-1 15,3 5-3-15,1 6-3 0,1 4-3 16,0 3-5-16,-5 1-5 0,5 3-5 0,-5-1-3 15,4-1-4-15,-6-3-4 0,1-3-4 0,0-3 1 16,-4-4-1-16,-1-3-1 0,1-6 1 16,-4-3 1-16,0-4 3 0,-2-1 2 0,1-5 2 15,-3-1 0-15,2-8 1 0,-3-4-2 0,2-7-1 16,-2-6-2-16,3-6-2 0,-3-4 0 16,1-5-2-16,-1-4-1 0,3-1-1 0,1-1-1 15,-3-1 0-15,6 2-1 0,-1 3 0 0,3 2 0 16,-1 4 0-16,2 4 1 0,0 5-1 15,0 4 0-15,2 4 1 0,2 3 0 0,-2 4 1 16,4 2-1-16,-2 3 1 0,4 2 0 16,-1 4 0-16,0 0 0 0,1 2 0 0,3 1 0 15,-5-1-1-15,2 2 0 0,0 0 0 0,-2-1-1 16,2 0 0-16,-3-1 0 0,0 0-2 16,0-2 2-16,-1-1-1 0,-3-2 0 0,0-1 1 15,2-1 0-15,-5-2 0 0,1 1 1 16,-3 0-1-16,-1-1 1 0,0-1-2 0,-3 0 0 0,-1 2-1 15,-1 0-2-15,-1-2 0 0,-3 1 0 16,0 2-1-16,-2 0 2 0,-1 1 0 0,2 2 3 16,1 0-1-16,-1 5 2 0,1 3-1 15,0 2 1-15,-1 3 1 0,5 5 0 0,0 3 0 16,2 5 0-16,2 4-1 0,3 2 1 16,-1 7 1-16,5 1-1 0,2 3 1 0,1-1 0 15,3 1 0-15,3-2 0 0,2-2-1 0,3-7 0 16,3-4 1-16,2-6 0 0,0-9 1 0,4-7-1 15,-3-6 1-15,2-7 0 0,-3-10-1 16,1-2 1-16,-6-4 0 0,-4-5 0 0,-3-4 0 16,0-1 0-16,-9-2 0 0,-2 4-1 15,-4-1 1-15,-5 1 0 0,-6 1-1 0,-3 1-1 16,-6 0 0-16,-5-1-1 0,-5 2 0 0,0 3-1 16,-6 1 1-16,0 3 0 0,-1 6 0 0,1 3 0 15,0 5-1-15,1 7 2 0,1 6-1 16,2 4 0-16,4 3 0 0,7 2 0 0,1 3 1 15,6 2-2-15,5-1 0 0,4 0-1 16,4 0 1-16,4 0 0 0,4-4 1 0,5 0 1 16,1-4 0-16,6-3 1 0,3-3-1 0,4-3 0 15,1-4 0-15,1-1 0 0,1-3-1 0,1 0 0 16,1-3 0-16,-3 0 0 0,3-1 0 16,-4-1-1-16,0-1 1 0,0 0 0 0,-4 0-1 15,3 2 2-15,-2-2-1 0,-2 1 0 16,1 3-1-16,-3-2 1 0,1 3 0 0,-2 0-1 15,0 1 0-15,-1 2 0 0,-2 0 1 16,0 0 0-16,-2 2-1 0,-1-1 1 0,-1 1 0 16,-2 1 0-16,-3-1 0 0,1 4 1 0,-3-1 2 15,-2 2 0-15,-3 3 1 0,1 3 0 0,-4 3 1 16,-4 1 1-16,0 6-2 0,-3 1 2 16,-1 5-2-16,1 5 1 0,-3 1-1 0,0 2 0 15,2-2-1-15,-1 2 0 0,4-1-2 16,2-4 0-16,2-2-1 0,1-3-1 0,4-5-2 15,3-3 0-15,3-4 0 0,3-1-8 0,3-6-17 16,0-2-42-16,3-4-83 0,0-4-146 0,5-2-267 16,1-3-323-16,3-6-403 0,2 1-405 15,4-3-16-15,4-4 710 0</inkml:trace>
  <inkml:trace contextRef="#ctx0" brushRef="#br2" timeOffset="162574.44">23654 10406 108 0,'0'-7'423'16,"0"-2"242"-16,4-1 204 0,-3-5-28 15,4-5-212-15,1-1-106 0,0-6-86 0,1-2-49 16,1-5-50-16,3-1-40 0,1-7-38 16,1 3-12-16,1-5 7 0,1 0-15 0,-1 2-22 15,-1 3-31-15,-1 5-30 0,-2 3-38 16,-2 6-30-16,-2 6-15 0,0 4-9 0,-1 2-7 0,-4 5-5 15,1 3-10-15,0 0-10 0,-2 10-10 16,-2 0-7-16,0 7-6 0,1 4-6 0,-2 3 0 16,-3 6-1-16,2 5 0 0,1 2 0 15,0 4-1-15,1 2 1 0,1 1 0 0,-1 0 0 16,2 0-1-16,3-1 1 0,-1-4-2 16,0-4 0-16,2-6-1 0,0-3-1 0,3-6 0 15,0-5-1-15,-1-5 1 0,4-6 1 0,-3-8 0 16,4-6 2-16,1-8-1 0,0-3-1 0,1-3 0 15,1-5 0-15,-1 2-2 0,1-4 0 16,-1 6 0-16,-1 0 0 0,1 2 1 0,-4 6 1 16,-1 1-1-16,1 6 1 0,-4 3 1 15,-1 3 0-15,0 3 1 0,0 3 3 0,-3 3 1 16,2 5 2-16,-1 2 2 0,0 5 1 0,0 1-1 16,0 3 0-16,0 2-1 0,-1 1-4 0,2 0 0 15,-1 3-3-15,1-3 0 0,-1-1-2 16,1-2 0-16,0-1 0 0,0-4-1 0,1 0-1 15,-3-4 0-15,5-1 1 0,-3-4-1 16,2-4 1-16,2-6 0 0,-2-2 0 0,4-6 0 16,-1-5 0-16,1-5 0 0,1-2 0 0,1-3 1 15,0 0 0-15,1-2 2 0,0 3-2 16,-3 4 2-16,3 1-2 0,-2 2 0 0,-2 7-1 16,1 5-1-16,-2 3 1 0,-1 4 1 15,1 4-1-15,-3 6 1 0,4 4 0 0,-2 3 0 16,-1 3 1-16,0 6 1 0,-2 2 1 0,2 1 0 15,-2 2-2-15,3 2 2 0,-1-1-2 16,0 1-1-16,0-4-1 0,0 1-4 0,4-4-11 16,-3-2-26-16,0-3-62 0,3-3-71 15,-5-3-108-15,4-3-179 0,-2-1-304 0,1-4-327 16,-1-3-261-16,2-3-155 0,1-5 261 0,1-1 631 16</inkml:trace>
  <inkml:trace contextRef="#ctx0" brushRef="#br2" timeOffset="162703.26">24548 10000 419 0,'14'-9'938'0,"-5"5"373"0,1 2 46 16,-2 7-293-16,1 4-322 0,-2 5-247 0,-3 5-144 16,1 5-106-16,0 1-86 0,-1 6-68 0,0 0-43 15,0 2-22-15,0-2-15 0,-1-1-57 16,2-5-70-16,-4-3-111 0,2-7-189 0,-1-5-296 16,0-6-344-16,-1-6-296 0,-1-8-155 15,-1-6 307-15,1-7 648 0</inkml:trace>
  <inkml:trace contextRef="#ctx0" brushRef="#br2" timeOffset="162872.51">24600 9531 366 0,'-3'-12'716'0,"-1"5"236"0,2 9 30 16,-2 6-297-16,4 3-292 0,4 5-189 0,0 2-98 16,2 0-52-16,2 3-24 0,4-2-30 15,2 0-65-15,0 3-97 0,2-3-135 0,0 1-274 16,2-1-223-16,3-2-129 0,-2-1 84 15,3-1 265-15</inkml:trace>
  <inkml:trace contextRef="#ctx0" brushRef="#br2" timeOffset="163108.49">25019 9766 18 0,'-2'-8'552'0,"1"3"551"16,-2 1 365-16,-4-1-52 0,2 4-383 15,-1-1-357-15,-3 2-217 0,1 2-125 0,1 0-112 16,-1 3-78-16,-1 1-47 0,4 1-31 15,-1 5-23-15,3 1-17 0,-1 4-11 0,4 4-6 16,0 0-2-16,2 3-2 0,1 4-1 16,4-2 0-16,-2 3-1 0,4-2-1 0,-1-2-1 15,0-2-1-15,1-3 0 0,4-6-1 0,-2-1-2 16,0-5-11-16,3-4-18 0,-4-5-53 0,2-4-75 16,-4-3-99-16,0-6-167 0,-1-1-262 15,0-4-330-15,-2 2-288 0,0-2-168 0,0-2 162 16,-4 1 584-16</inkml:trace>
  <inkml:trace contextRef="#ctx0" brushRef="#br2" timeOffset="163393.54">25172 9782 46 0,'6'14'545'16,"-2"2"472"-16,0 1 214 0,1 3-67 0,2 0-337 16,-1 4-231-16,3-1-187 0,-1 3-87 15,2 0-50-15,1 0-41 0,-2-1-61 0,3-1-51 16,-2-4-32-16,1-3-35 0,-1-4-24 0,2-5-11 15,-3-1-8-15,-1-7-3 0,1-4-3 16,-5-6-1-16,1-3-1 0,-1-5 2 0,-1-2 6 16,-2-6 5-16,-1 0 4 0,0-3 1 0,0-5 8 15,-1 1 7-15,-1 1 0 0,1 1 0 16,-4 0 0-16,1 6 0 0,1 2-6 0,-1 3-8 16,2 2-7-16,-1 4-7 0,3 3-2 0,0 2-3 15,0 4-2-15,3 3-1 0,2 3 0 16,1 2-5-16,2 0-22 0,2 1-63 0,4 2-67 15,-1-1-140-15,5-1-242 0,2 1-313 16,3-3-342-16,6 2-258 0,1-3-67 0,6-1 539 16</inkml:trace>
  <inkml:trace contextRef="#ctx0" brushRef="#br2" timeOffset="164530.51">26270 8871 112 0,'3'-11'658'0,"-2"1"448"16,-1 1 141-16,0 1-101 0,0 1-370 0,0 5-219 16,0-3-136-16,0 4-80 0,0 0-58 0,0 1-47 15,0 2-63-15,0 3-55 0,0 1-44 16,0 5-25-16,2 2-9 0,0 7-6 15,-1 5 0-15,2 4 0 0,-3 4-3 0,5 6 1 16,-2 4 1-16,-2 5 0 0,3 5-4 0,-3 4-5 16,1 5-2-16,0 3-6 0,1 1-7 0,-2-2-5 15,4-3-3-15,3-6-1 0,1-10-2 16,3-6 1-16,0-10 0 0,2-9-1 0,4-9 2 16,-2-10 0-16,2-7 1 0,0-11 0 15,2-7-1-15,-1-8 0 0,1-5 0 0,-2-5-1 16,2-1 0-16,-5-3 0 0,1 4-1 0,-2 2 1 15,-4 4 0-15,1 3 1 0,-5 7 0 16,-1 5 1-16,-2 3 2 0,-1 3-1 0,-2 6 0 16,-2 5 0-16,0 2 0 0,-1 5 0 0,-2 3 0 15,2 6-1-15,-4 4 1 0,2 3-1 16,0 5 1-16,0 1-2 0,0 4 0 0,2-1 1 16,0 3-1-16,0 0-1 0,3 0 1 0,3 0 0 15,-1-5 0-15,2-1-1 0,1-3-1 16,3-4 0-16,3-3-1 0,0-7 0 0,4-3 1 15,0-8 0-15,1-3 2 0,5-8 0 0,-3-3 1 16,3-6 1-16,3-2-1 0,0-6 2 16,-2 1-1-16,-1 1-1 0,-3 2-1 0,0 0 0 15,-2 3 0-15,-4 4 0 0,-1 3 0 16,-3 4 2-16,-3 4 0 0,-2 1 0 0,-3 6 1 16,0 2 0-16,-1 2-2 0,-4 6-1 0,0 2 1 15,-2 4-1-15,3 3-1 0,-4 4 0 16,2 2 0-16,-1 2 1 0,2 5 0 0,1-2-1 15,-2 2 1-15,3 2 1 0,-1-2-1 16,4 1 0-16,2-1-1 0,3-3 1 0,1-3-1 16,2-5-1-16,1-2 1 0,5-9-1 0,2-3 0 15,1-9 1-15,3-5 0 0,0-4 1 16,2-7-1-16,-2-2 1 0,1-4 0 0,-2-2-2 16,-1 0 0-16,-3 0 1 0,0 1-2 0,-3 2 2 15,0 2 0-15,-4 1 2 0,-2 3-1 16,2 0-1-16,-4 1 2 0,1 5 0 0,-2 1-1 15,1 0-1-15,-1 3 1 0,-2 3 0 0,3 1 0 16,2 5 0-16,-3 0 0 0,2 6 1 16,-1 2 0-16,1 4 0 0,3 4 1 0,0 2-1 15,-2 6 0-15,1 3 0 0,1 1 0 16,-1 6 1-16,1 1-1 0,-1 5-2 0,-2 1 0 16,-2 4-2-16,-2 2 2 0,1 4-1 0,-4 0 2 15,1 1 0-15,-2 1-3 0,-4 0-9 16,1-6-28-16,-7-3-55 0,4-6-73 0,-4-8-88 15,-1-10-152-15,3-7-221 0,-3-8-307 16,2-10-262-16,1-8-188 0,0-6 40 0,2-7 495 16</inkml:trace>
  <inkml:trace contextRef="#ctx0" brushRef="#br2" timeOffset="165026.38">27332 9013 35 0,'22'-37'530'0,"-1"7"463"0,-5 3 222 0,-2 7-52 15,-5 2-319-15,4 5-259 0,-4 3-133 0,3 5-85 16,-3 2-47-16,0 3-44 0,-1 4-54 16,2 2-51-16,1 5-52 0,-2 2-35 0,1 2-20 15,1 5-14-15,-2 2-10 0,3 5-12 0,-2 2-7 16,0 0-2-16,0 5-8 0,-3 2-2 16,0 0-3-16,-3 3 0 0,0 0 0 0,-3 2-3 15,-2 1-1-15,-1-3 0 0,-1 3-2 16,0-5 0-16,-2 1 1 0,2-5-2 0,-3-1 1 15,1-5 0-15,2-6 0 0,1-3 0 16,2-5 0-16,0-6 0 0,2-4-1 0,1-5 1 16,2-5 0-16,2-7 0 0,0-9 0 0,1-2 0 15,0-6 0-15,1-1-1 0,1-4 0 0,-1-3-2 16,2-4-1-16,-1-1 1 0,-1-4 1 16,3-6 2-16,-2-2 0 0,1-8 3 0,3-2 0 15,-2-6-1-15,3-3-1 0,0-3-2 0,2 2 1 16,-1 2 0-16,3 2 0 0,-2 6-1 0,1 9 2 15,-4 8 1-15,-2 8 0 0,-2 10-2 16,-4 8 1-16,-2 10 0 0,-2 8 0 0,-2 5-3 16,0 10 1-16,0 3 1 0,-2 8 0 15,2 4 2-15,-2 7 4 0,0 6 5 0,2 6 2 16,-1 5-1-16,-1 7 1 0,-1 4 1 16,0 5-6-16,0 4-4 0,-2 0-1 0,0-2-1 15,2 2-1-15,0-5 0 0,1-1-1 0,2-2-1 16,2-5-13-16,-2-5-37 0,3-4-79 15,-3-6-104-15,-3-5-187 0,1-5-298 0,1-8-348 16,-2-4-368-16,-2-5-170 0,2-7 274 16,-4-4 710-16</inkml:trace>
  <inkml:trace contextRef="#ctx0" brushRef="#br2" timeOffset="165202.29">27732 8962 318 0,'0'-31'882'0,"0"4"323"0,0 3-17 0,3 4-224 15,0 4-439-15,0 1-261 0,4 2-130 16,1 2-64-16,3 0-33 0,1 4-15 0,6 1-10 16,-2 0-3-16,4 5-7 0,1-1 1 15,3 2-7-15,-2 3-20 0,1 1-76 0,0 2-151 16,-1 3-251-16,1 2-274 0,-2 1-254 0,0 1-169 16,-1 1 159-16,-2 0 461 0</inkml:trace>
  <inkml:trace contextRef="#ctx0" brushRef="#br2" timeOffset="165862.46">28170 8946 101 0,'-3'-5'733'0,"1"2"637"0,-2 2 153 16,1-1-201-16,-1 2-419 0,3 0-350 16,-3 0-184-16,3 0-136 0,-1 0-79 0,1 0-55 15,1 0-36-15,0 0-25 0,1 2-16 16,1-1-10-16,1 1-5 0,0 2-1 0,1 3-2 15,0 1-2-15,4 4 0 0,-3 2-2 0,-1 1 0 16,1 3-2-16,0 1 0 0,-2 2 0 0,3 2 2 16,-1-3 0-16,-2 3 1 0,4-2 0 15,-2 0 1-15,-1 0 0 0,4-4-2 0,-2-2 0 16,-1-3 0-16,2-5 0 0,-3-4-2 0,2-3 0 16,2-8 0-16,-1-1 0 0,-1-8 0 15,1-3 1-15,2-5 1 0,-1-4 1 0,0-4 0 16,1-3 0-16,-1-2 1 0,0-3 1 0,0-1-2 15,1-2-1-15,-2-2 1 0,1-4-2 16,0-2-2-16,1-2 0 0,-1-5 1 0,3-1 1 16,5-5 2-16,-2-1 3 0,7-5-1 15,2 0 0-15,1-2 4 0,5 2 2 0,-2 4-1 16,1 4 1-16,0 3 1 0,1 7 5 0,-2 9 0 16,-2 4 0-16,-3 10 4 0,-3 8 5 0,-3 7 4 15,-4 9 2-15,-3 8 0 0,0 7 1 16,-8 8-3-16,2 7 0 0,-3 7-3 0,-4 8 1 15,-2 7 0-15,-2 6 1 0,-4 8 1 16,0 5-1-16,-2 7 4 0,0 3 0 0,-2 5 1 16,0 3-3-16,3 2-3 0,0-2-4 0,4-4-6 15,4-8-6-15,4-11-6 0,2-9-1 16,6-9-2-16,4-11-1 0,1-6 1 0,4-9-1 16,0-1 1-16,3-10-1 0,-3-2 1 0,3-5 0 15,-3-4-1-15,3-2 0 0,-2-5 0 16,-4 1-1-16,1 0 1 0,-2 1-1 0,-2 0 1 15,-2 3 0-15,0 0 0 0,-4 4 1 0,3 3-1 16,-4 3-1-16,0 4 1 0,-1 7-1 16,1 4 0-16,-1 2 0 0,2 5-2 0,-1 4 1 15,-1 2-1-15,-1 2-2 0,3 1-8 16,-3-2-12-16,2 1-23 0,-3-4-41 0,0-1-85 16,0-3-162-16,0-5-267 0,-1-3-325 0,-1-7-400 15,1-2-405-15,-1-5 10 0,2-7 791 16</inkml:trace>
  <inkml:trace contextRef="#ctx0" brushRef="#br2" timeOffset="166001.88">28962 8805 249 0,'0'-43'1305'15,"-1"5"534"-15,-2 3-260 0,-4 8-385 0,-1 5-431 16,0 4-381-16,-3 4-188 0,3 5-87 16,-1 1-46-16,-1 4-28 0,4 1-15 0,1 3-11 15,4 3-10-15,1 1-19 0,1-1-48 16,2 2-78-16,4 1-122 0,4 1-202 0,0-1-307 15,3-2-356-15,7 0-335 0,1 1-129 16,3-3 403-16,3 0 685 0</inkml:trace>
  <inkml:trace contextRef="#ctx0" brushRef="#br2" timeOffset="166453.91">29275 8151 176 0,'0'-30'594'16,"-3"-2"375"-16,0 4 185 0,-2 5-162 15,0 3-309-15,2 1-161 0,2 6-93 0,-3 2-55 16,4 2-42-16,0 3-36 0,0 3-34 0,2 3-46 16,0 1-46-16,1 7-39 0,0 1-28 0,0 4-17 15,5 6-9-15,0 3-7 0,1 4-5 16,1 4-7-16,2 6-7 0,0 3-5 0,-3 6-7 15,4 4-5-15,-4 4-6 0,1 3-5 16,1 6-6-16,-3 3-3 0,0-1-6 0,2 1-4 16,-1-2-2-16,0-2-4 0,2-4-3 0,-1-4-9 15,-2-5-14-15,0-3-20 0,-1-6-33 0,-4-5-71 16,-1-4-90-16,-2-5-159 0,-3-6-260 16,0-5-319-16,-3-2-361 0,-2-5-216 0,0-3 83 15,-4-5 656-15</inkml:trace>
  <inkml:trace contextRef="#ctx0" brushRef="#br2" timeOffset="166889.01">29259 8770 87 0,'4'-16'635'0,"0"0"443"0,0 4 142 0,2-1-107 16,-2 3-384-16,4 0-292 0,2 0-152 0,2 1-75 15,3-2-37-15,0 4-27 0,2-2-27 16,1 2-31-16,3-1-13 0,0 1-7 0,1 2-5 15,0 1-5-15,-2 1-1 0,-1 2-5 16,2 1-22-16,-4 0-10 0,2 1-9 0,-3 0-7 16,0 3-3-16,-5-2 3 0,-1 2 0 0,-1-3-4 15,-1 3-1-15,-3-1 5 0,-1 0-1 16,0 3 15-16,-2-3 32 0,2 2 25 0,-4 1 19 16,3 1 8-16,-3 0 6 0,0 4-8 0,0 2-19 15,0 0-13-15,1 2-9 0,-1 2-3 16,4 2-3-16,-3 0-4 0,2 2-8 0,1 1-6 15,-1 0-7-15,2-3-10 0,2-3-5 16,0 0-6-16,-1-7-4 0,4 0-1 0,0-6 0 16,-2-2-1-16,4-2 0 0,-2-5 0 0,2-2 0 15,-3-4-1-15,4-1 0 0,-2-1 1 16,1 1-1-16,-2-2 1 0,0 2-1 0,-2 3-1 16,-1 0 1-16,0 5-1 0,-3 1 0 0,1 4-1 15,-2 1 1-15,1 5-1 0,0 2-6 0,-2 3-13 16,-2 2-17-16,-2 3-37 0,-1 1-74 15,0 2-75-15,-2 1-129 0,2 3-191 0,0-3-312 16,0 3-306-16,-1-2-210 0,4 1-91 16,-1-1 409-16,2-1 580 0</inkml:trace>
  <inkml:trace contextRef="#ctx0" brushRef="#br2" timeOffset="168658.8">19031 6643 45 0,'0'0'565'0,"0"0"474"0,-3 1 208 15,-2-1-65-15,0 3-304 0,-1 1-257 0,0 2-157 16,-2 0-93-16,0 1-59 0,-3 2-47 15,3 3-61-15,-2-1-62 0,1 3-39 0,1 2-24 16,0 2-17-16,2 4-10 0,-2 3-8 16,4 7-3-16,-1 5-4 0,3 3-5 0,0 8-3 15,4 4-3-15,0 5-7 0,3 2-5 16,-1 1-5-16,4 0-5 0,0-3-3 0,3-5-1 0,1-2-3 16,3-5-1-16,0-3 1 0,0-6 0 0,2-5 1 15,-1-3 0-15,1-5 0 0,0-1-6 16,0-5-12-16,-3-2-21 0,2-3-49 15,-2-2-78-15,-2-1-99 0,0-3-168 0,-3 0-292 16,0-2-335-16,0-1-307 0,-3-2-163 0,-1 1 197 16,-2-2 649-16</inkml:trace>
  <inkml:trace contextRef="#ctx0" brushRef="#br2" timeOffset="171252.38">19261 7516 254 0,'1'0'550'0,"-1"1"233"0,0-2 114 16,0 1-219-16,3-3-159 0,-1 1-83 16,-1-1-63-16,1-1-38 0,1 0-27 0,0-2-39 15,2-2-54-15,2 1-48 0,-3-3-3 0,5-2 11 16,-1 1 16-16,2-4-3 0,2-2-16 0,-2 0-5 16,3-1-31-16,1-3-34 0,0-2-32 15,0-3-21-15,2-2-10 0,2 0-15 0,-2-4-7 16,1 0-5-16,2-1-3 0,-2 1-1 15,0-4 0-15,1 4-3 0,1-2-2 0,-3 3 1 16,0 1-1-16,-2 5-2 0,-2 0-1 0,0 6 0 16,-6 1 0-16,3 5 1 0,-2 4 1 15,-3-2 0-15,0 5 0 0,-3 0 1 0,1 2 0 16,0 2-1-16,-2-1 0 0,0 2-2 16,1-1 1-16,-1 1-3 0,0 1 1 0,0-2-3 15,-1 2 0-15,1 2-9 0,-2-1-38 0,0 1-65 16,1-1-61-16,-3 2-104 0,1 0-165 15,-3 2-245-15,1-2-282 0,-3 1-220 0,4 2-161 16,-3 0 182-16,-1 0 502 0</inkml:trace>
  <inkml:trace contextRef="#ctx0" brushRef="#br2" timeOffset="171597.56">19303 6888 104 0,'-3'0'420'0,"0"0"239"0,-2 0 148 16,5 1-61-16,0 2-202 0,3 2-91 0,0 2-53 15,0 2-36-15,4 1-21 0,1 3-41 0,3 0-54 16,0 4-64-16,3 2-35 0,2 2-6 15,0 3-7-15,4 3-6 0,-1 0-21 0,0 2-7 16,2 0 16-16,-1 3-3 0,0-3-6 0,-2-1-11 16,0-1-2-16,1-3-9 0,0 0-33 15,-2-4-27-15,0-2-13 0,1-4-5 0,-1 0-3 16,-2-2-4-16,0-3-15 0,-3-1-53 16,0-2-56-16,-4-2-67 0,-2-1-126 0,1 0-190 15,-1-1-306-15,-5-1-244 0,1-1-209 0,-2 0-60 16,0-3 377-16,-2-1 507 0</inkml:trace>
  <inkml:trace contextRef="#ctx0" brushRef="#br2" timeOffset="172038.61">19705 6610 375 0,'3'-4'669'0,"0"-1"210"0,0 1 70 16,1-1-265-16,0 1-196 0,1 1-119 0,-1 0-58 15,5 3-28-15,-1 0-28 0,1 3-48 16,4 3-26-16,-1 4-1 0,4 4 22 0,0 5 24 16,4 1-3-16,-1 4-6 0,1 4-26 0,0 4-36 15,0-1-38-15,0 4-36 0,0 1-16 16,0 2-12-16,0 1-5 0,-2 4-5 0,0 0-7 16,-1 4-7-16,2 0-3 0,-3 2-9 0,0 0-6 15,-3 3-4-15,-1-2-3 0,-1 2-2 16,-1-2-1-16,-1 0 0 0,-1 1 0 0,-3-4 0 15,0-2-4-15,-5 1-10 0,0-3-33 16,-4-4-70-16,0-2-75 0,-6-3-143 0,-1-4-228 16,1-4-315-16,-2-3-327 0,1-5-228 0,0-3-37 15,0-5 510-15</inkml:trace>
  <inkml:trace contextRef="#ctx0" brushRef="#br2" timeOffset="174242.37">26696 11462 71 0,'0'0'505'15,"0"-3"396"-15,0 3 227 0,-1 0-27 16,1 0-394-16,-4 0-231 0,4 0-131 0,0 3-58 16,0 3-16-16,2-1 1 0,1 5-10 0,-1 1-22 15,1 4-28-15,0 2-42 0,2 2-46 16,2 5-38-16,-1 2-22 0,-2 4-15 0,3 1-14 15,-2 6-8-15,1 1-5 0,2 1-7 16,-2 3-6-16,0 0-3 0,-1-1-2 0,2-1-2 16,0-3-1-16,0-3-1 0,-3-3 0 0,1-4 0 15,2-4 0-15,-1-4-2 0,-5-3 1 0,4-4 0 16,-3-1-2-16,-1-4-4 0,-1-3-19 16,-1-4-40-16,-1-3-62 0,-1-3-63 0,-2-4-77 15,-2-3-134-15,0-2-166 0,-3-4-236 16,1-2-218-16,1-3-198 0,-1-2-30 0,-3-4 341 15,0-3 449-15</inkml:trace>
  <inkml:trace contextRef="#ctx0" brushRef="#br2" timeOffset="174669.09">26437 11130 366 0,'0'-8'757'0,"0"2"285"0,0 2 30 16,0 1-310-16,3 0-259 0,-1 3-144 0,2 1-103 16,1 2-44-16,5 5-7 0,1 2 8 0,2 4 8 15,1 2 4-15,3 4-1 0,0 0-25 16,3 6-19-16,-2 1-27 0,2 2-38 0,-3 0-36 15,2 2-24-15,-2-3-13 0,0-1-15 16,0-1-8-16,-4-4-5 0,2-3-5 0,1-3-5 16,-5-4 1-16,2-4 7 0,-3-5 4 0,-2-6 2 15,0-2 0-15,2-9 4 0,-6-3-1 0,1-6-6 16,2-6-5-16,-4-3-3 0,2-5-2 16,-4-3-3-16,4-2-2 0,-2-2 0 0,0-1 0 15,0 1 0-15,2 5 0 0,2 0 0 16,-3 5-2-16,2 6 1 0,-3 2-4 0,2 9-12 15,0 2-34-15,-2 6-63 0,2 5-61 0,0 3-87 16,-1 4-140-16,3-1-181 0,-4 5-288 16,2 1-222-16,1 3-198 0,2-2 11 0,1 3 399 15,-1-2 463-15</inkml:trace>
  <inkml:trace contextRef="#ctx0" brushRef="#br2" timeOffset="175017.21">27131 10778 318 0,'2'-14'774'0,"-1"1"303"0,3 6 30 15,-1 1-249-15,2 5-297 0,4 4-198 16,0 3-129-16,4 4-54 0,1 5-10 0,2 3-18 15,5 7-2-15,-1 0 3 0,-1 5-4 16,5 4-5-16,0 4 11 0,-1 3-5 0,0 5-23 16,-1 0-23-16,-4 6-10 0,0 3-10 0,-2 1-30 15,-3 1-15-15,-4 5-7 0,-1 1-6 16,-5 3-7-16,-1 2-7 0,-4 2-5 0,-1 2-3 16,-4 0-4-16,0-2-2 0,-1 0-1 0,-4-6-7 15,-1-2-37-15,-4-5-60 0,-1-6-58 0,-4-5-97 16,-2-6-163-16,-2-9-261 0,-2-7-278 15,-2-6-227-15,-2-6-173 0,-1-6 162 16,-3-5 523-16</inkml:trace>
  <inkml:trace contextRef="#ctx0" brushRef="#br2" timeOffset="175462.47">26146 10858 280 0,'-8'-9'872'15,"-4"4"344"-15,-3 5-10 0,-2 7-172 0,-1 10-499 16,-2 5-252-16,1 7-116 0,3 14-54 15,1 7-29-15,2 14-17 0,3 9-10 0,1 11-9 16,4 9-16-16,4 7-12 0,2 11-12 16,6 5 5-16,2 6-6 0,2 0-2 0,6 3-5 15,3-2-20-15,1-3-25 0,6-4-101 16,2-6-141-16,-1-4-266 0,4-9-282 0,1-7-255 16,0-8-181-16,4-7 201 0,-2-5 470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6:02:52.3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1758 921 356 0,'-2'-2'678'0,"2"-3"272"16,0 4 93-16,0 0-275 0,-1 0-222 0,-1-3-118 15,0 1-38-15,2 1-2 0,0 2-20 0,2 0-41 0,-2 0-46 16,0 2-44-16,0-2-57 0,0 0-63 0,0 0-37 15,0 0-24-15,0 2-14 0,0 3-10 0,0-2-1 0,0 7-2 16,0 2-1-16,2 4 3 0,-1 2-1 16,1 3 3-16,-2 5-3 0,1 3 1 0,1 5-2 0,-2 3-3 15,2 4-4-15,-2 3-3 0,-2 5-3 0,2 2-3 16,-2 3-2-16,1 0-1 0,-1 1-1 0,1 1-1 16,-1 0 0-16,-1-1-2 0,1-5-2 0,-1-5-2 15,3-3-1-15,-2-7-1 0,2-5 2 0,0-6-2 0,0-3 1 16,0-6-1-16,0-2 0 0,0-3 2 0,0-3 1 15,0-1 1-15,0-1 3 0,0-4 2 0,0-1 1 16,2-3 2-16,-2-3 1 0,3-6 1 0,-3-3-1 16,3-4-1-16,-1-5-2 0,-2-3-2 0,2-3-2 15,-1-5-1-15,1-3-2 0,-2 0 0 0,1-1 0 16,1-3 1-16,-2-2 0 0,0 1 0 0,0-1-1 16,-2-1 1-16,1 2-2 0,1-1-1 0,-2 1 0 0,-1 2 0 15,1 1 0-15,1 2-1 0,-1 1 0 0,-1 5 0 16,1 1 0-16,1 2 1 0,-2 3 0 0,1 5 1 0,1 1 1 15,-1 3 0-15,1 4 1 0,-1 1 0 0,2 3 1 16,-2 1 0-16,2 4-1 0,0-1-1 0,0 3 0 16,0-2-2-16,0 3-1 0,2 1 0 0,0 2 0 15,1 3 0-15,0 3 0 0,4 4 0 0,0 1 1 0,3 4 0 16,0 2 0-16,3 4 0 0,0 2 1 0,3 5-1 16,2 2-1-16,-2 3 1 0,3 3-1 0,2 4 0 0,-1 2 0 15,2 1-1-15,-1 1 2 0,1 0 0 16,-1-2 1-16,-2 0 0 0,1-5 1 0,-1 0-1 0,-1-5 0 15,-1-4-2-15,-1-2 1 0,0-3 0 0,-3-4-1 16,-1-3 0-16,-4-3 0 0,0-5 1 0,-2-1-1 16,0 0 2-16,-3-3 1 0,2-2 1 0,-3-2 4 15,0 1 2-15,-1-3 3 0,-1-1 0 16,0-3-1-16,0-4-1 0,-3-4-2 0,3-4-3 16,-3-1 1-16,-1-5 2 0,1-3-1 0,-3-3 3 15,0-5-5-15,1-5-1 0,-1-4-5 0,-1-1-3 0,-2-5-2 16,1-3-2-16,0-2 3 0,2 1 0 0,-2-2 2 15,3 1 0-15,0 0 1 0,2 3 0 0,0 2 0 0,0 2 1 16,3 5-1-16,-2 5 1 0,2 5 1 16,-1 4 0-16,1 5-1 0,-2 4 0 0,2 4 0 15,0 3-1-15,-3 3 0 0,3 1-1 0,0 3 0 16,0 4 0-16,0 4-1 0,3 3 0 0,-3-1-4 16,3 3-8-16,-1 2-11 0,-1 2-16 0,3 2-25 15,-1 1-44-15,0 3-71 0,0 0-112 0,1-1-176 0,-1 1-287 16,3 0-331-16,-2 1-324 0,3 2-171 0,-1-1 320 15,1 2 659-15</inkml:trace>
  <inkml:trace contextRef="#ctx0" brushRef="#br0" timeOffset="438.99">2603 1390 444 0,'0'-13'976'15,"-4"-1"313"-15,1 1 30 0,-2 1-250 0,-3 1-335 16,2-1-228-16,-4 2-118 0,1 1-79 0,1 0-73 16,-5 3-71-16,4 1-45 0,-1 2-31 0,-2 3-26 15,0 2-18-15,1 4-16 0,-1 2-10 0,1 5-9 16,-2 5-6-16,2 3-1 0,1 4-4 0,1 5 1 16,3 5 1-16,1-1 0 0,2 3 1 0,3 1-1 15,0-2 2-15,5-1-3 0,-1-4-1 0,4-4-1 16,2-2-2-16,-1-8 0 0,4-3-1 0,-1-7 0 15,4-4 1-15,-3-6 1 0,1-8 0 0,2-5 0 16,-3-7 0-16,2-8 1 0,-2-5 1 0,0-3 1 16,-2-1 1-16,-3-1 0 0,1-1 1 0,-3 3-1 15,-1 3 0-15,-3 4 0 0,-2 3 1 0,0 3 1 16,0 5 1-16,-2 3 1 0,-1 5-1 0,0 2 1 16,1 4-2-16,-3 5-2 0,1 2-1 0,-1 6-1 0,0 5-2 15,2 2 1-15,-2 7 0 0,2 2 0 0,2 6 0 16,-1-1 1-16,2 4 0 0,2 2 0 0,1 3 1 15,0 0 0-15,0 1 1 0,2 2 0 16,1-1 0-16,2 1-1 0,-2-3-2 0,4-4-4 16,-2 0-16-16,3-4-25 0,-2-6-61 0,1-3-77 15,1-4-142-15,-2-6-226 0,1-1-306 0,1-5-354 16,-1-4-273-16,-2-5-64 0,1-5 518 0,-3-4 629 16</inkml:trace>
  <inkml:trace contextRef="#ctx0" brushRef="#br0" timeOffset="953.29">2873 1276 380 0,'4'1'846'15,"2"4"331"-15,-3 1 9 0,2 2-311 0,0 4-254 16,0 1-140-16,1 2-83 0,2 3-61 0,-2 2-40 16,1 1-38-16,1 1-50 0,-1 5-57 0,1 0-41 15,-1 3-30-15,2 5-19 0,1 0-10 0,-2 5-9 16,1 3-14-16,-1 2-8 0,3 2-8 0,-3 3-4 15,0 2 2-15,1-1 0 0,-1-4 0 0,0 1-1 16,-1-7 0-16,0-2 0 0,-2-6-7 16,0-4-2-16,0-4-2 0,-2-5 1 0,0-5-1 15,-1-2 1-15,-2-3 1 0,0-6-1 0,-2-4 1 0,-3-4-1 16,2-4 1-16,-3-7 0 0,-1-2 0 0,-2-5 0 16,1-3-1-16,-2-6 2 0,0-3-2 0,0-6 0 15,-1-3-1-15,0-3-1 0,3-5 0 0,0-4-3 16,0-3 1-16,2 0 1 0,4-1-4 15,2 2-3-15,2 1 0 0,2 4 1 0,3 4-1 0,-1 2-2 16,4 4 4-16,1 5 4 0,0 4 1 0,0 4 0 16,1 5 1-16,1 4 0 0,1 3 0 0,-1 6 1 15,0 3 1-15,1 2 0 0,0 6 0 0,0 2 2 16,1 2 1-16,-3 5-1 0,1 1 1 0,-2 5 1 16,0 1 1-16,-1 1-1 0,-4 3-1 0,0 2 0 15,-1 1 0-15,-4 3 0 0,-1 1-1 0,-1 1 0 16,-4 1 2-16,-3 1-1 0,0-2 1 0,-1 1 0 15,-4-2-1-15,-1-2-1 0,0-1 0 0,-2-1-1 16,-1-1 4-16,-1-3 4 0,-1 1-1 0,2-2-2 16,-2-1-8-16,3-2-16 0,0-2-44 0,-1-3-77 15,4-3-110-15,2-1-195 0,0-3-295 0,3-5-341 16,3-1-345-16,2-1-172 0,3-3 312 0,3-1 707 16</inkml:trace>
  <inkml:trace contextRef="#ctx0" brushRef="#br0" timeOffset="2041.99">3418 1253 14 0,'-3'-5'359'0,"-1"-3"309"16,1 2 252-16,3 2 54 0,-3-1-240 0,0 1-179 15,3 2-133-15,0-3-96 0,0 4-61 0,0-1-55 16,0-1-61-16,3 2-48 0,-3 1-33 0,3-1 0 16,-3 1-1-16,2 0 29 0,3 0 57 0,-2 1 24 15,3 0 18-15,1 2-16 0,0-1-12 0,1 4-27 16,0-1-41-16,-1-1-20 0,3 2-17 0,0 2-8 0,0-1-5 15,0 1-5-15,0 2-3 0,0 2-3 0,0 0-3 16,0 4-3-16,-2-2-5 0,3 3-5 16,-5 1-4-16,1 1-4 0,1 2-6 0,-3 0-2 0,1 0-2 15,-2-1-2-15,1-1 0 0,0-2-2 0,-2-3 0 16,1-1-1-16,-1-1-2 0,-2-5-2 0,2-1 0 16,0 0 0-16,-1-5 0 0,-1-2 8 0,1-5 3 15,1-1-2-15,-1-5 0 0,1-3-1 16,0-2-1-16,1-1-6 0,-1 0-2 0,1 0 2 0,1 0 1 15,0 3 0-15,1 1 2 0,-1-2-1 0,3 4-1 16,-1 2 1-16,3 0 1 0,-2 3-1 0,3 1 1 16,0 1 0-16,-1 4 1 0,4 0 0 0,-3 1 0 15,3 1 5-15,-1 0 4 0,0 3-4 0,1-1-2 16,-1 0-1-16,-1-2 0 0,2 2-6 0,0-3-4 16,-2 0 5-16,-1-3 1 0,1 0 2 0,-2-5 1 15,-1 1 0-15,1-3 1 0,-4-5 1 0,2 1 0 16,-3-1 1-16,-2-1 0 0,1-1 0 0,-4 2 1 15,0-3 0-15,0 2 1 0,-6 1-1 0,3 2-1 16,-3 0 1-16,1 0 2 0,-1 2 4 0,-2 2 4 16,3 1 2-16,-3 1 1 0,3 5-2 0,-1-2-1 15,-2 3-7-15,2 2-3 0,1 1-4 0,2 1-2 16,0 3-1-16,-1 1 0 0,3 2-1 0,1 1 0 16,0 2 2-16,0 4-1 0,3-2 2 15,0 2 0-15,1-1 0 0,0 1 0 0,1 2 0 16,3-1 1-16,-4-1 0 0,3-1-1 0,1 2 1 15,0-2-1-15,1-1 0 0,1 3 0 0,-1 0 0 16,4-1-1-16,-2 2 6 0,3 2 2 0,-3 0 1 16,4-1-2-16,0 3-2 0,0 1-1 0,0 1-5 15,0 1-2-15,0 2-2 0,-2 2 4 0,1 1 1 16,-1-2 1-16,-3 4 1 0,0-2 0 0,-3 0 1 16,-2-2 1-16,-2-1-2 0,-2-3 2 0,-1-3-1 15,0-5 1-15,-1 0 0 0,-1-4-1 16,-1-4 1-16,0-4-2 0,0-4-1 0,-1-2-2 15,0-4 0-15,0-6-2 0,-2-3 0 0,5-6 0 16,-1-2 0-16,-1-8 6 0,3-3 3 0,3-4 1 16,-1-2 1-16,1-3-2 0,5 2-3 0,-2 0-5 15,2 2-3-15,0 3-2 0,1 5-1 0,1 4 4 16,-2 3 1-16,1 5 0 0,-1 2 1 0,0 3 0 16,-1 3 1-16,-1 4 1 0,3 4 2 15,-2 3 0-15,-1 3 1 0,-1 4 0 0,2 3-1 16,-4 3 5-16,2 2 2 0,-3 4 0 0,1 3 1 15,-1-1-1-15,-1 3-3 0,-1-2-22 0,0 0-35 16,0 2-81-16,-1-4-131 0,-4-2-263 0,3-3-312 16,-1-3-377-16,1-4-416 0,1-6-88 0,-1-7 618 15</inkml:trace>
  <inkml:trace contextRef="#ctx0" brushRef="#br0" timeOffset="2234.63">4281 936 378 0,'-10'-28'1449'0,"-2"8"373"0,1 2-295 0,0 5-387 16,-3 0-430-16,1 5-357 0,-1 1-156 0,4 3-74 16,-1 0-45-16,2 3-22 0,1 0-22 0,1-1-17 15,3 2-9-15,0 2-6 0,4 0-3 0,2 2-2 16,1 2-1-16,2 1-6 0,1 1-16 0,2 5-30 16,3-1-72-16,-3 2-109 0,0-3-189 15,0 4-293-15,0-1-343 0,-2 3-391 0,1-2-206 16,1 3 288-16,1 1 738 0</inkml:trace>
  <inkml:trace contextRef="#ctx0" brushRef="#br0" timeOffset="2515.94">4558 1465 88 0,'13'9'608'0,"-1"-5"466"0,-2-2 179 0,-1-4-58 15,2-2-343-15,-1-3-212 0,-1-3-177 0,0-3-105 16,0 0-67-16,-3-4-58 0,0-1-68 0,2-3-54 15,-3 2-26-15,-2-4-15 0,2 1-10 0,-2 0-6 16,0 2-7-16,-1 0-5 0,-2 1-3 0,1 2-2 16,-1 0-1-16,-1 6-2 0,-1-3-4 0,-1 6-4 15,-2 0-5-15,0 2-6 0,0 1-5 0,-2 5-4 16,-1 0-3-16,2 5-1 0,-1 3-1 0,-2 2-1 16,1 3-2-16,1 5 1 0,1 3 0 0,0 0-1 15,-2 3 0-15,3 1-1 0,2 3-1 0,-2-3-1 16,4 2-1-16,-1 0 0 0,2-3-7 0,0 2-15 15,3-3-28-15,-1-3-67 0,1-2-80 16,2-4-152-16,1 1-275 0,2-5-321 0,3-1-371 16,0-1-248-16,7-2 25 0,0-4 655 0</inkml:trace>
  <inkml:trace contextRef="#ctx0" brushRef="#br0" timeOffset="3354.44">4885 1567 288 0,'5'4'790'0,"-2"0"358"0,0-2 47 0,0 2-277 15,-1-4-296-15,-2 0-228 0,0 0-111 16,3-2-30-16,-1-2-1 0,1-1-12 0,1-5-17 15,1-5-28-15,-2-3-42 0,4-3-49 0,-2-7-35 16,1 0-22-16,3-5-15 0,-1-1-4 0,0 1-5 16,3-2-2-16,-1 2 1 0,-1 2 0 0,-1 1 2 15,1 5-3-15,-2 6 1 0,-2 1 4 0,0 5-2 16,-2 3-3-16,-2 1 2 0,4 2 2 0,-4 3 5 16,1 2-4-16,-1 2-2 0,1 5-3 0,1 2-5 15,-1 5-4-15,0 7-4 0,1 1-3 0,-2 3-1 16,3 4-1-16,-1-1-2 0,4 4 0 0,-2 1-1 15,0-3 0-15,0 1 1 0,1-4 1 0,-1-1 0 16,1 0 0-16,-1-7-1 0,0-1 1 0,-1-2-1 16,3-4-1-16,-2 0 0 0,1-7-1 15,-2-3 7-15,3-1-3 0,-1-6 0 0,1-5 0 16,0-4-1-16,1-4 1 0,0-1-6 0,0-5 1 16,0 3 2-16,1-3 0 0,1 0 0 0,-2 5-1 15,0 0 0-15,-2 4 0 0,-1 4 0 0,0 1 0 16,-2 4 0-16,1 0 1 0,-1 4 0 0,2 0 0 15,-3 4 2-15,3 0 2 0,-2 5 1 0,2 1 2 16,-2 3 0-16,3 3 2 0,0 3-2 0,-1 1 0 16,0 4-2-16,0 1-2 0,1 3 3 0,0 2 1 15,-1-1 1-15,0 0 0 0,0 1 0 0,-1-2 0 16,4 0-8-16,-3-3-14 0,1-3-32 16,-1-2-75-16,0-4-91 0,1-4-168 0,0-3-289 15,-3-8-337-15,2-1-375 0,0-5-213 0,-2-3 146 16,4-6 697-16</inkml:trace>
  <inkml:trace contextRef="#ctx0" brushRef="#br0" timeOffset="3497.71">5573 1270 64 0,'8'5'623'0,"0"6"488"0,-2-1 163 16,-3 5-95-16,2 1-340 0,-2 2-289 0,0 1-176 16,1 1-95-16,-3 3-59 0,2-3-50 0,-3 2-52 15,0-1-48-15,2-2-33 0,-2 0-20 16,0-2-54-16,-2-2-58 0,-1-3-106 0,0-4-178 15,1-4-298-15,-4-4-320 0,3-3-276 0,-2-3-176 16,-1-5 274-16,0-5 611 0</inkml:trace>
  <inkml:trace contextRef="#ctx0" brushRef="#br0" timeOffset="3705.01">5481 790 127 0,'2'-13'677'16,"-2"7"413"-16,0 4 97 0,0 4-113 15,0 5-415-15,1 4-306 0,3 2-160 0,-1 2-80 16,0-1-41-16,5 1-27 0,0 2-17 0,0-2-14 16,4 3-6-16,-1 0-3 0,2 4 0 0,1-1-13 15,-1 1-47-15,4-1-110 0,-4 2-143 0,6-1-222 16,-3 2-285-16,6 1-245 0,1 0-99 0,1 0 244 16,3-5 405-16</inkml:trace>
  <inkml:trace contextRef="#ctx0" brushRef="#br0" timeOffset="4031.59">6161 1174 402 0,'-3'-5'1160'0,"-2"0"474"0,-3 0-143 0,-3 4-388 16,0 1-386-16,-3 1-261 0,-2 4-169 0,-3 2-107 16,0 4-50-16,-3 2-30 0,2 5-18 0,-1 2-16 15,-1 0-10-15,3 3-6 0,1 0-7 0,4 1-7 16,5-2-8-16,2 2-7 0,4-3-5 0,3 0-8 15,3-1-4-15,5-2-3 0,0-3-1 0,6-3-2 16,2-5 0-16,1-2 0 0,3-7 0 0,0-2 0 16,2-4 1-16,-1-5 1 0,1-2-1 0,0 0 1 15,-3-2 0-15,-2 1 1 0,1 0-1 0,-4 3-1 16,-3 0 1-16,0 2 0 0,-3 4 0 0,0 2 0 16,0 2 0-16,-4 3 0 0,1 5 0 0,0 1 0 15,0 3 0-15,-3 4 0 0,1 2-1 16,-2 3-1-16,1 2-1 0,2 1-4 0,1 0-9 15,0 1-19-15,3-1-36 0,0 2-80 0,1-3-116 16,1-1-225-16,1-1-304 0,5-3-367 0,1 2-401 16,4-6-133-16,2 1 430 0,1-3 784 0</inkml:trace>
  <inkml:trace contextRef="#ctx0" brushRef="#br0" timeOffset="4454.1">7252 571 398 0,'13'-18'1008'16,"-5"4"443"-16,-2 6 15 0,-3 3-343 0,-3 5-383 16,-3 5-256-16,-2 6-134 0,-3 5-109 15,0 4-77-15,-4 6-39 0,2 6-24 0,1 2-19 16,-1 7-12-16,4 2-7 0,-2 6-7 0,3 9-4 15,2 5-7-15,0 4-8 0,-2 6-8 0,4 2-8 16,-1 2-6-16,4 1-5 0,-1-3-5 0,5-5-3 16,1-5-3-16,2-6-3 0,3-8-13 0,3-7-25 15,1-7-42-15,3-9-82 0,1-5-163 0,1-6-268 16,1-6-333-16,2-3-402 0,3-4-400 16,-2-2 2-16,2-2 796 0</inkml:trace>
  <inkml:trace contextRef="#ctx0" brushRef="#br0" timeOffset="4880.32">8133 1350 16 0,'3'6'535'0,"2"-1"509"0,-2-3 220 16,1-1-96-16,-4 4-351 0,2-5-314 0,1 0-146 15,0-3-47-15,2 0-26 0,-2-2-15 0,2-1-32 16,0-5-33-16,3-3-58 0,0-4-58 0,1-3-32 16,2-6-24-16,3-1-6 0,-1-4-9 0,6-2-6 15,0-4-4-15,0-2-2 0,2-3-2 0,0 0 4 16,2-2-4-16,-1 1-1 0,0 1-1 16,0 3 1-16,-4 4-3 0,-1 4-16 0,-6 5-41 15,-1 4-69-15,-4 6-150 0,-5 2-265 0,-1 5-302 16,-4 6-362-16,-2 1-333 0,-3 5-58 15,-2-1 653-15</inkml:trace>
  <inkml:trace contextRef="#ctx0" brushRef="#br0" timeOffset="5112.84">8134 796 79 0,'-1'7'662'0,"2"0"493"0,-1 0 133 15,0-3-144-15,0 1-385 0,5 1-288 0,0 4-130 16,4 0-57-16,2 5-26 0,-1 0-30 0,4 1-31 16,2 3-42-16,1-2-57 0,2 2-43 0,0 1-27 0,3 1-8 15,3-2-8-15,1 1-4 0,-1-1-3 16,2 0-1-16,2-1-3 0,-1-2-2 0,-1-1-25 16,1-3-73-16,-3 0-94 0,1-3-179 0,-5-1-289 15,-1-2-332-15,-1 0-348 0,-2-3-187 0,-4-2 220 16,-2-1 681-16</inkml:trace>
  <inkml:trace contextRef="#ctx0" brushRef="#br0" timeOffset="5428.15">8621 280 291 0,'3'-9'870'15,"2"7"349"-15,-1 3 19 0,3 5-161 16,1 3-335-16,3 4-246 0,0 3-125 0,2 4-71 16,-2 1-50-16,5 3-62 0,-2 2-60 0,2 0-40 15,1 4-19-15,-1-2-9 0,2 2-14 16,0 3-7-16,1 1-10 0,-3 1-6 0,1 4-8 16,0 0-3-16,-2 1 0 0,-2 1-2 0,-1 0 1 15,-2 2-2-15,0 0-3 0,-4 1-3 0,3 1-1 16,-4 0-1-16,-2 2-3 0,0-3-1 0,-1 2-2 15,-2 1-4-15,-2-1-14 0,-1 0-41 16,-2-2-67-16,-1-4-85 0,-5-2-161 0,2 0-294 16,-3-4-325-16,0-6-315 0,1 0-208 0,-2-6 130 15,2-3 651-15</inkml:trace>
  <inkml:trace contextRef="#ctx0" brushRef="#br1" timeOffset="10697.71">2396 3504 108 0,'5'-2'375'0,"-3"1"195"0,1-1 149 15,-1 1-100-15,-1-1-121 0,1 2-67 0,1-1-27 16,-1 1-9-16,-1 0-19 0,-1 0-45 0,0 0-67 16,0 0-63-16,0 1-52 0,0-1-34 15,-1 3-22-15,1-1 14 0,1 2 20 0,-1 1 35 16,3 2 21-16,-1 1 3 0,-1 4-7 0,-1 2-28 15,2 2-23-15,-1 2-34 0,1 4-30 0,0 3-20 16,-1 0-2-16,-1 5-4 0,2 0-5 0,1 1-5 16,-1 3-4-16,1 1 0 0,0 2-9 15,0 2-2-15,0 4 5 0,2-1 3 0,-2 3 1 16,0 1 0-16,-1 3 1 0,1 4 3 0,0 2-3 16,1 3 2-16,-1 0-1 0,-2 4 1 0,2 2 1 15,0 2-2-15,-3 3-3 0,2 4-5 0,-2 2 4 16,0 1-2-16,-2 3 3 0,2 1-2 15,0 1-3-15,0-1-4 0,0 1-4 0,-1-2-3 16,1 2-4-16,-2-2-1 0,2-1 0 0,-3 0 0 16,2-1 3-16,1-2 0 0,-2 0-1 0,1 0-1 15,-1-2 1-15,0 2 0 0,-1-3-5 0,1 3 2 16,1 0-1-16,-2 0 2 0,1 3 3 16,-1-1 5-16,1-2-4 0,-1 0-2 0,0 0 0 15,2-2-2-15,-1-2-3 0,0-4-5 0,1-4 2 16,1-3 3-16,0-4-1 0,0-5 0 0,0-4 2 15,0-3 4-15,0-4 3 0,-2-4 0 0,2-3-8 16,-1-5-11-16,-1-5-15 0,-1-4-29 0,1-1-44 16,-1-5-61-16,0-2-54 0,-2-4-66 15,1-4-106-15,-1-3-144 0,2-3-167 0,-2-4-227 16,0-4-219-16,0-3-120 0,2-7 203 0,-3-4 441 16</inkml:trace>
  <inkml:trace contextRef="#ctx0" brushRef="#br1" timeOffset="11437.64">2328 3514 250 0,'2'-4'543'0,"1"1"284"0,0-2 154 0,-1 2-147 16,-2 2-170-16,0-1-118 0,0-1-72 0,2 3-65 15,-1-1-58-15,-1-1-51 0,2 1-39 16,-1-2-40-16,1 1-44 0,-2 0-36 0,3-1-37 16,-3 0-29-16,2-2-23 0,-1-3-16 0,1 1-13 15,2-4-8-15,-1 0-4 0,1-6-2 16,-1 1-1-16,2-6-3 0,1 0 0 0,1-3 0 16,2-1-1-16,-1 0-1 0,0 0-1 0,1 3 0 15,1 2 0-15,-2 1-1 0,0 3-1 0,-1 4 1 16,0 1 3-16,-1 5 4 0,-1 1 3 0,1 1 5 15,2 4 3-15,-2 4 1 0,2 1 0 16,-1 4-2-16,0 4-4 0,-2 1-1 0,2 4-5 0,-1 4-3 16,-1 1-1-16,2 2-3 0,-2 3-1 15,0 0-5-15,1 2-15 0,-1-1-53 0,0 2-77 16,-3 0-148-16,0 0-268 0,-2 2-312 0,2-1-366 16,0 0-302-16,-1 1-12 0,-1 1 642 15</inkml:trace>
  <inkml:trace contextRef="#ctx0" brushRef="#br1" timeOffset="12841.56">2306 7270 210 0,'-6'4'671'0,"3"-3"391"16,-3 0 123-16,4 1-220 0,-1-1-316 0,1 1-204 15,-1-2-163-15,3 0-103 0,-2 1-61 0,2-1-41 16,2 1-26-16,1-1-26 0,2 0-13 16,1 0-4-16,2 0 0 0,2 0-3 0,1-1-13 15,3 1-5-15,-1-1-4 0,4-1 44 0,1 1 24 16,0-2-6-16,3 2 13 0,0 1 9 0,2-2 0 16,-1 0-41-16,2 2-18 0,0 0 72 15,3 0 34-15,0 0 11 0,-1-1 1 0,3 1-2 16,-2-2-6-16,1 2-56 0,-1 0-31 0,1 0-8 15,0 0-3-15,0 2-4 0,-1-1-4 0,1-1 1 16,-1 4 3-16,0-3-7 0,3 0-5 16,-2 1 2-16,-1 1-7 0,3-1-3 0,-1 0-4 15,2-1-4-15,-1 1 0 0,2 0-1 0,0-1 8 16,1-1 1-16,-2 0 3 0,4 0 2 0,-3 0 2 16,1-1 0-16,2-1-2 0,-2 0 1 15,2 1-1-15,0 1 1 0,4-2 5 0,-2 2 4 16,1-1 1-16,0 1-2 0,1-1 1 0,2 1 3 15,-1 0-7-15,4-2-7 0,-1 2-3 0,2-1 1 16,1 1-3-16,3-2-2 0,-1 1-2 16,2 0 3-16,0-1 4 0,0 0 1 0,2 1-2 15,-3-1 9-15,3-1 2 0,-1 3 3 0,0-1-2 16,2 1 2-16,-1-2 4 0,-1 2-7 16,1 0-8-16,0 2-4 0,-1-2-2 0,1 1-3 15,2-1-1-15,0 2-3 0,-2-1 5 16,0 1 4-16,2-1 10 0,-3-1 3 0,2 0 0 15,-1 0 1-15,0-1-1 0,1-1 3 0,-1 1-6 16,1-1-1-16,0 1 3 0,1-2-8 16,1 1-3-16,-2 1-5 0,2-1-1 0,0 1-3 15,0 0-3-15,-1 1 16 0,-2 1 6 0,4 0 1 16,-3 1 0-16,2 1-2 0,-1 0 2 16,-3 0-6-16,4 0-2 0,-3 2 3 0,1-1 1 15,0 0-4-15,1 2-4 0,0-2-3 0,-2 3-4 16,3-3-2-16,-1-1 6 0,-2 2 13 15,1-3 1-15,-1 2 1 0,0-2 2 0,-3 1 0 16,3-1-9-16,-2 2-3 0,-2-3 2 0,1 0 3 16,-1 1 1-16,0-2 2 0,-3 0 3 15,2 1-9-15,-2 1-5 0,2-1-5 0,-3 1-1 16,2-1 5-16,-5 1-6 0,2-1 13 0,-2 2 6 16,-3 1 2-16,2-2 2 0,-4 1-8 15,1 1 3-15,0-1-9 0,-4 1 0 0,-1-2-2 16,-2 3 0-16,0 0 1 0,-2-3 2 15,-2 1 2-15,-2 1-2 0,-2-2 2 0,-2 2 2 16,-1-2-2-16,-3 1 2 0,-3-1-2 0,-1 0 2 16,-4 0 0-16,0-1 4 0,-3 0 1 15,-1 1 1-15,-2-2 2 0,1 1-1 0,-3 1-3 16,-3-2-4-16,1 3-4 0,-4-2-17 16,0-1-52-16,0 2-67 0,-3-4-117 0,-3 2-175 15,1-3-304-15,1 0-323 0,0-1-282 0,-2-1-139 16,1-2 335-16,-1 1 597 0</inkml:trace>
  <inkml:trace contextRef="#ctx0" brushRef="#br1" timeOffset="13207.72">7971 7174 239 0,'10'-2'445'0,"-2"-1"200"15,4 2 171-15,0 1-182 0,2 0-75 0,0 1-45 16,2 2-27-16,1-1-57 0,0 2-78 0,1-2-74 16,1 3-68-16,3 1-57 0,-1 2-19 0,2-1 4 15,-1 2 2-15,-1 0 37 0,3 1 7 16,-4-1-3-16,1 2-16 0,-4-1-22 0,0 0-9 16,-2-1-31-16,-3 4-10 0,-4-3 0 15,-1 1 1-15,-4 0-2 0,-1 0-7 0,-4 3-9 16,-1-1-12-16,-5 0-11 0,-3 1-12 0,-2 1-11 15,-1 1-8-15,-3-2-8 0,-1 0-5 16,-1 1-5-16,2-2-3 0,-1 1-3 0,1-2-1 16,3-2-2-16,-2 1 0 0,6-4-7 15,-2 1-15-15,4-3-26 0,2-1-55 0,-1-1-80 16,2-2-138-16,-1-1-226 0,6 2-312 0,0-2-358 16,0-2-304-16,5 2-76 0,-2-1 509 15,3 2 670-15</inkml:trace>
  <inkml:trace contextRef="#ctx0" brushRef="#br1" timeOffset="14136.9">8280 7825 148 0,'1'-1'588'0,"1"-1"341"0,-1 1 130 15,3 1-140-15,-3-2-273 0,4 1-197 16,-2 1-138-16,5-2-71 0,-2-1-32 0,4 1-21 16,-2 1-46-16,6 1 18 0,-3-2 18 15,5 2 4-15,-2-1-8 0,3 1 5 0,-1-1-5 16,0 1-47-16,0 0-28 0,-2-2-16 0,-1 2-5 15,1 2-15-15,-3-2-6 0,-3 1 2 16,3 0 0-16,-5 1 2 0,-1 3 1 0,0-1-1 16,-2 4-2-16,-1 1-8 0,-4 2-8 15,-1 3-5-15,-2 3-6 0,-1 1-8 0,-1 2-4 16,-3 0-4-16,0 2-3 0,0 1-5 0,-2 1-3 16,2-1-1-16,1-1-3 0,0 0 0 0,2-1 0 15,-1-1-1-15,3-1 0 0,2 0 0 16,-1 0 0-16,2-3 0 0,0 1-1 0,4-1 0 15,-2 0 0-15,3-2 1 0,2-3-1 16,-1 3 0-16,1-4 0 0,0-1 0 0,2-1-1 16,0-1-1-16,1-1 1 0,0 0 0 0,0-2 0 15,4-2 0-15,-2 0 0 0,1-1 1 16,2-2-1-16,0 1 0 0,0-3 1 0,2 0 0 16,1-1-1-16,-2-2 1 0,2-1-5 15,-2-1-11-15,2 2-20 0,-2-4-45 0,0 3-77 16,-3-4-121-16,1 2-208 0,-2 0-301 0,0-1-352 15,0-3-342-15,-1 2-138 0,-1-3 397 16,1 0 714-16</inkml:trace>
  <inkml:trace contextRef="#ctx0" brushRef="#br1" timeOffset="14502.04">8898 7899 15 0,'0'8'552'0,"3"4"503"15,-1 2 218-15,-1 3-74 0,3 2-279 0,0 4-268 16,4 4-190-16,0 1-104 0,0 4-55 0,4 0-53 16,-2 1-62-16,3 2-75 0,2-3-43 0,0-2-24 15,4-3-21-15,-2-3-10 0,4-4-6 16,-1-6-5-16,1-2-1 0,1-6-1 0,0-3 1 16,0-6 1-16,-1-4 1 0,-1-6 3 0,1-7 1 15,-4-6-1-15,0-2 3 0,-4-4 4 0,1-3 6 16,-6-1 9-16,-3 2 8 0,0 0 8 15,-7-1 4-15,-1 4 1 0,-5-1-3 0,-3 2-3 16,-3 1-6-16,-2 3-8 0,-3 4-3 16,0-1-4-16,0 4-7 0,-1 5-4 0,-2 3-4 15,2 5-3-15,-2 5-4 0,2 5-4 0,-2 5-2 16,4 6-1-16,0 4-1 0,3 3-5 16,1 2-12-16,6 1-21 0,0 1-32 0,3-2-70 15,0 0-79-15,1-3-146 0,2-1-232 16,1 0-310-16,1-1-342 0,1-3-234 0,-1-3-54 15,0-1 554-15</inkml:trace>
  <inkml:trace contextRef="#ctx0" brushRef="#br1" timeOffset="14687.91">8958 8069 360 0,'6'0'944'0,"-1"-1"303"0,0 0-43 16,1 1-227-16,0 1-417 0,2 0-207 0,4 2-69 15,2-3-38-15,0 0-25 0,3 2-28 0,-1-2-29 16,5 0-48-16,-1 0-54 0,4 0-26 16,-2 0-15-16,5 0-8 0,-2 0-6 0,2-2-14 15,-2 2-70-15,-4-5-86 0,1 1-175 16,-3 2-284-16,-3-4-315 0,-4 0-360 0,-4 0-185 16,-4-4 167-16,-6 1 660 0</inkml:trace>
  <inkml:trace contextRef="#ctx0" brushRef="#br1" timeOffset="15609.63">1655 2998 45 0,'3'-3'518'15,"0"0"452"-15,-3 0 235 0,0 2-53 16,-1 1-365-16,-1 0-263 0,0 0-176 0,4 0-93 0,1 3-50 15,2 1-6-15,0 2-21 0,0 3-14 0,2 4-18 16,-2 3-24-16,1 2-16 0,1 4-34 0,-2 3-19 16,4 3-16-16,-3 2-11 0,-1 0-7 0,0-1-7 15,0 1-2-15,2-2-5 0,-2-1 0 16,0-1-2-16,1-4-3 0,-1-1 0 0,0-2-1 0,-1-4-3 16,-1 2-23-16,-1-5-46 0,0 0-61 0,-2-2-95 15,-2-2-159-15,-1 0-255 0,-3-5-301 0,3 0-266 16,0-1-181-16,-2-4 162 0,0-4 534 0</inkml:trace>
  <inkml:trace contextRef="#ctx0" brushRef="#br1" timeOffset="15842.9">1411 2982 175 0,'7'-2'440'0,"-1"1"189"0,3 1 109 0,-2 0-142 0,4 1-140 15,3 1-67-15,-1-1-7 0,-2 1 9 0,0-1-5 16,0 1-48-16,-1 1-79 0,2-2-73 0,-1 2-59 16,3-2-49-16,1 3-37 0,0-3-19 0,1 0-9 15,2 1-8-15,-1 0-5 0,2-2-3 0,-1 1 4 16,0 0 18-16,1 1 5 0,-1 0 7 0,-1 2 2 16,-1-1-6-16,1 1-21 0,-2 1-91 0,-3-1-133 15,-2 3-165-15,-2 0-290 0,-3 2-274 0,1 0-226 16,-5 0 26-16,-1 0 366 0,-3 3 405 0</inkml:trace>
  <inkml:trace contextRef="#ctx0" brushRef="#br1" timeOffset="16085.97">1554 3554 347 0,'6'13'735'0,"0"-3"256"0,-1-1 32 0,2-2-293 15,-1 1-240-15,1 0-163 0,0-1-86 0,-1 0-44 16,2 2-28-16,3-2-14 0,2-1-51 0,1-2-41 16,2-1-29-16,1-1-18 0,-1-1-9 0,3 1-4 15,2-4 4-15,-1 1-6 0,4-1 17 0,-2-1 7 16,-1-1-3-16,4 1-52 0,-3 0-122 0,-4-2-155 16,2 3-311-16,-3 2-276 0,-2 0-266 0,0 0-55 15,-3 6 335-15,-3-1 453 0</inkml:trace>
  <inkml:trace contextRef="#ctx0" brushRef="#br1" timeOffset="20671.9">3016 6706 129 0,'-1'0'407'0,"-1"3"240"16,2-3 202-16,0 0-89 0,0 0-131 0,0 0-97 15,2 0-69-15,-2 0-68 0,0 0-69 0,0 2-67 16,0-2-62-16,0 0-43 0,0 0-17 0,1 0-10 16,-1 0 2-16,0 0 0 0,2 0-3 0,-2 0-3 15,1 0-14-15,1 0-18 0,0 0-17 16,-1 0-18-16,-1 0-11 0,2 0-19 0,-2 0-11 15,0 0-4-15,3 0-5 0,-3 0 15 0,3 0 10 16,0 2 5-16,0-2 4 0,-1 0 5 16,1 3-1-16,2-3-9 0,-2 1-4 0,2-1-3 15,0 0-4-15,1 1-4 0,0-1 0 0,0 1-6 16,1-1-10-16,1 0 2 0,1 0 5 0,-1 0 1 16,2 0-1-16,0 3 2 0,0-3 4 15,0 0-6-15,2 0-3 0,-2 0-1 0,-1 0-2 16,2 0-2-16,-1 0 0 0,-2 0 8 0,4 0 4 15,-2 0 2-15,1 0 1 0,0 0 0 0,-2 0 1 16,1 0-7-16,2 0-4 0,0 0-3 0,-1 0-2 16,1 0 0-16,0 0 0 0,0 0 0 15,-1 0-2-15,0 0 0 0,3-3 1 0,-2 3-1 16,0 0-1-16,1-1 1 0,-2 0 0 0,3 0 1 16,-1-2 0-16,1 3 1 0,-1-2-2 0,1 2 1 15,-3-2 1-15,3 2-1 0,0-3-1 16,-1 3 2-16,3-2-2 0,-2 1 1 0,0 0 0 15,-1 1 1-15,1 0 0 0,-1-2 6 0,1 0 2 16,-1 2 2-16,0-1 0 0,0 0-1 0,0 1 0 16,0-2-1-16,-2 0 0 0,0 1 0 0,0-2 0 15,0 0 1-15,-1 2-1 0,1-2-3 16,-2 0-3-16,-1 0-2 0,0 0 0 0,3-2-1 16,-3 2 0-16,2 0 0 0,-1-1 0 0,0 0 0 15,1 0 0-15,2-1 1 0,0 0-1 16,-1 0 1-16,1 0-1 0,1 1 1 0,0 0-2 15,-2-1-4-15,2-1-3 0,-1 2-2 0,1-1-1 16,-1 1 0-16,-1-2-1 0,2 1 5 16,-2-1 3-16,2 0 1 0,-1-1 1 0,-2-1 0 15,3-1 1-15,-1 0 0 0,-2-1-1 0,1-4 2 16,1 2-2-16,-2-1 1 0,2-2 0 16,-2 1-1-16,0-1 0 0,-1-1 0 0,2 1 0 15,-3 0 0-15,0-2 0 0,3 2 0 0,-3-1 0 16,0-2 0-16,0 3 5 0,1-2 3 15,-1 1 0-15,0-3 1 0,0 2 0 0,-2 0-1 16,2-2-5-16,-1 0-3 0,-1 0-1 0,0 0 0 16,2-1 1-16,-3-1 1 0,1 0 1 15,3 0 1-15,-4-1-1 0,0-1-4 0,1 1-3 16,-1-1-2-16,0-2-2 0,1 2 0 16,0-1-1-16,-2-1 5 0,-1-3 3 0,2 3 1 15,-2-2 0-15,2-3 1 0,-1 2-1 0,-1-2 1 16,2 1-1-16,-2-2 6 0,2 4 1 15,-2-3 3-15,-1-1-1 0,1 3 0 0,0-3 0 16,0 1-5-16,0-1-2 0,-1 0-1 0,1 0 0 16,-1-1 2-16,-1 1 0 0,1 1-4 15,-2-2-2-15,1 0-2 0,1 0-2 0,-2 0-1 16,2-2-1-16,-1 4 5 0,-1-4 2 0,0-2 1 16,0 3 1-16,0-3 1 0,0 1-1 15,0-1 5-15,0 0 1 0,0 2 3 0,0-3-1 16,0 5 0-16,-1-2 0 0,1 3-4 15,-2-1 0-15,2 2-1 0,0 2-5 0,-2 1-2 16,2 0-1-16,-1 0-1 0,1 1-2 0,0-1-1 16,0 1 5-16,0 0 2 0,0 0 0 0,0 2 2 15,0-3-1-15,0 2 1 0,0 1 0 16,0-2 1-16,0 2 0 0,0 0 0 0,0 1 0 16,0 3 0-16,0 0 0 0,0 1 0 15,0 2 0-15,0-1 0 0,0 3-1 0,0-2 0 16,0 3 1-16,-2 0-1 0,2-1 0 0,0 2-1 15,0-2 2-15,2 1-1 0,-2-1 0 16,1-1 5-16,1 1 2 0,-2 0 3 0,3 0-1 16,-3 1 1-16,2 1 1 0,-2 1-5 15,3 2-2-15,-3-1-2 0,2 2 0 0,-2 0-1 16,1 1 0-16,1 1 1 0,-2 1-6 0,0 0-3 16,3 0-1-16,-2 0 1 0,-1-1-2 0,0 3 0 15,2-1 5-15,-2 1 2 0,1-1 1 16,1 1 1-16,-2 0 0 0,2-2 0 15,-1 1 0-15,-1 1 1 0,2 1 0 0,-2 0 1 16,0 0 0-16,2 0-1 0,-1 0 0 0,-1 1 0 16,0 1 0-16,0-1 0 0,0 2 0 0,0-1 0 15,0 1 0-15,2 0 0 0,-2 0 0 16,0-2-1-16,0 2 1 0,0 0 0 0,0 0 0 16,0 0 0-16,0 0-1 0,1 0 1 15,-1 0 0-15,0 0 0 0,0 0-1 0,0 0 1 16,0 0-1-16,0 0 1 0,0 0 0 0,0 0 0 15,0 0 0-15,0 0-1 0,0 0 1 16,0 0 0-16,0 2-1 0,0-2 1 0,0 0 0 16,0 1-1-16,0-1 0 0,0 0-1 0,0 2 1 15,0-2-2-15,0 1 1 0,0-1 0 16,0 2 1-16,0-1 0 0,0 2 1 0,0 1 0 16,0-2 0-16,0 3 1 0,0-1-1 0,0 1 0 15,0-1 0-15,0 2 6 0,0 0 3 16,0-1 1-16,2 2 0 0,-2-1 1 0,0 2 0 15,0-1-6-15,2 3-2 0,-1-3-1 16,-1 2 0-16,2-2-1 0,-2 2 0 0,1 1-4 16,1-2-4-16,-2 1-1 0,3 2-2 0,-2-2 1 15,1-1-1-15,-2 3 6 0,1 1 3 0,1 1 1 16,0-2 1-16,-1 3-1 0,-1-3 2 16,2 2-1-16,-2 0-1 0,0 0 0 15,0 0 1-15,2-1-1 0,-1 1 0 0,-1-1 1 16,0 0 0-16,0 1-1 0,2 0 0 0,-2-1 1 15,0 1 0-15,0-1-1 0,0 2 0 0,0-1 1 16,1 1-1-16,-1 1 0 0,0-2 0 16,2 2 1-16,-2-2 0 0,0 3-1 0,2-2 1 15,-2 0-1-15,1 1 0 0,-1-1 1 16,0 1-1-16,2 2 0 0,-2-3-1 0,0 3 6 16,1-3 3-16,1 3 0 0,-2 0 1 0,4-2 1 15,-4 1-1-15,0 1-4 0,2-2-4 16,-2 0-1-16,2 0 0 0,-1 0-1 0,-1 0 1 15,2-2 1-15,-1 2 1 0,-1-1-1 0,0 0 0 16,2 1 1-16,-2 0-1 0,2-2-1 16,-1 2 1-16,-1-2 0 0,2 2 1 0,-1 0-1 15,1 1 1-15,-2-2-1 0,2 1 1 0,-2 0 0 16,1-1-2-16,-1 1 1 0,0-2 0 16,2 1-1-16,-2-2-4 0,0 1-4 0,0 0 1 15,0 0-2-15,0 0-1 0,0-1 0 16,0 1 5-16,0 0 3 0,0 0 0 0,-2 1 8 15,2-1-4-15,0-1 1 0,0 2 3 0,-1-5 1 16,1 4 2-16,0-1-4 0,-2 0 2 16,2 0 0-16,0-1-3 0,0-1-2 0,0 1-2 15,0 0 0-15,0-1 0 0,0-1 1 0,0 0-1 16,0 1 0-16,0 0 0 0,0 0-1 16,2-1 0-16,-2 0 0 0,0 1 1 0,1-1-1 15,-1 0 0-15,0 1 1 0,0 0-1 0,0-1-1 16,0 0 2-16,0 0 0 0,0-2-1 15,2 2 1-15,-2-1 0 0,0 0-1 0,0 0 1 16,0 1-1-16,0-1 0 0,0 1-1 16,1-1 0-16,1 0 2 0,-2-1 0 0,0 3-1 15,0-3 1-15,2 0 0 0,-1 3 1 0,-1-3-1 16,3 1 1-16,-3-1 0 0,0 1 1 16,2-1-1-16,-2 1 0 0,1-2 1 0,-1 1-2 15,0 0 1-15,0 1 0 0,0-2 0 16,0 2 0-16,0 0 0 0,0-2-1 0,0 1 0 15,0 0 0-15,-1 1-1 0,1-1 0 0,-2 1 1 16,2 0 0-16,0 3 1 0,-3-3 0 16,3 3 0-16,0-3 1 0,-1 3-1 0,-1-2 0 15,2 1-1-15,0-1 0 0,0 0 1 0,-2 2-1 16,1-2 0-16,1 1 0 0,0 1 0 16,-2-2 0-16,2 1 0 0,0 0 0 0,-1 1 0 15,1-2 1-15,0 2-1 0,0-3 2 16,-2 2-2-16,2 0 0 0,0-1 0 0,0 0 0 15,0-1-2-15,0 2 2 0,-2-2 0 0,2 1-1 16,0 0 1-16,-1 0 0 0,1-1 0 16,0 2-1-16,0-1 0 0,0 2 0 0,0-3 1 15,0 1 0-15,0 0 0 0,1 0 0 0,-1 0 0 16,0 0 0-16,2 0 0 0,-2-1 0 16,0 1-2-16,0 0 2 0,0-2-1 0,0 1 0 15,0-1 0-15,0-1 1 0,0 2 0 0,0-1 1 16,0-1 0-16,0-1-1 0,0 1 0 15,0 0 0-15,0 0-1 0,0 0 0 0,0-1-1 16,0 2 2-16,0-1-1 0,0-1 1 16,0 1-1-16,0 0 1 0,0 2-1 0,0-3-1 15,0 3 1-15,0-1 0 0,0-1 0 0,0 0 0 16,0-2 1-16,2 2 0 0,-2 0 0 16,0-1 0-16,0 1 1 0,0-2 0 0,1 2 0 15,-1 0-1-15,0-1 2 0,0 2-2 0,0-1 1 16,0 0-1-16,0 2 0 0,0-4 0 15,2 2 0-15,-2 2 1 0,0-3 0 0,1 1 0 16,1 2 0-16,-2-2-1 0,0-1 0 16,0 3 0-16,2-1 0 0,-1-1 0 0,-1 1 0 15,3-1 0-15,-3-1 1 0,2 1 0 16,-1 1-1-16,-1-3 0 0,0 2 1 0,0 0-1 0,2-1 0 16,-2 1-2-16,1-2 2 0,-1 3 0 15,0-3-1-15,0 1 1 0,2-1 0 0,-2 1 1 16,0-1-1-16,2-1 0 0,-2 0-1 15,1 2 0-15,-1-3 0 0,0 2 1 0,2-2-1 16,-2 2 1-16,0-2 0 0,1 3 0 16,1-2 0-16,-2 0-1 0,3 2 1 0,-3-2 0 15,2 2 0-15,1 1 1 0,-1 0-1 0,-1-1 0 16,2 3 0-16,-1-2 0 0,-1 0 0 16,1 1 0-16,1-1-1 0,-1 0 2 0,-1 2-1 15,1-2 0-15,-1 1 0 0,1-1 1 0,1 2-1 16,-1-1 0-16,0 1 1 0,-1-2 0 15,1 1-1-15,-1 0-1 0,2 1 1 0,0-3 1 16,-1 3-1-16,-1-3-1 0,1 1 0 16,0-1 1-16,-1-1-1 0,1 1 0 0,-1-1 0 15,1-1 1-15,-2 2-1 0,2-2 0 0,-1-1 0 16,1 2 1-16,1-2-2 0,-1 2 2 16,-1-2-1-16,1 3 1 0,2-2 0 0,-2 0 0 15,1 2-1-15,-1-2 1 0,1 2-1 0,0-1 1 16,0 0-2-16,-1 0 2 0,1-2-1 15,-1 1-1-15,1 2 2 0,0-2-1 0,0 0 1 16,-2 0 0-16,3 0 0 0,-3 0 1 16,3-1-2-16,0 2 2 0,-2-2-1 0,1 2 0 15,0-2-1-15,-1 2 1 0,2-3 0 0,-2 2-1 16,1 0 1-16,0-3 0 0,-1 2 0 0,1-2 0 16,0 3 0-16,1-1 0 0,-1-1 0 15,0 0 1-15,1 0-1 0,-2-1 1 16,1 0-1-16,0 3 1 0,1-3 0 0,-1 0 0 15,0 0-1-15,0 0 1 0,0 2 0 0,2-2-1 16,-2 0 0-16,3 0 1 0,-2 0 0 0,0 0-1 16,1 0 1-16,0 0 1 0,-2 0-1 15,3 0-1-15,-1 0 0 0,-2 0 0 0,2 2 0 16,0-2 0-16,0 0 0 0,-2 0 1 16,3 2 0-16,-1-2-1 0,-2 0 0 0,2 0 1 15,-2 0 0-15,0 0 0 0,2 0 0 0,-1 0 0 16,1 0 0-16,-2 0-1 0,1 0-1 15,0 0 1-15,0 0-1 0,-1 0 1 0,3 0 0 16,-3 0 1-16,2 0 0 0,0 0-1 0,-1 0 0 16,1 0 0-16,0 0 0 0,1 0 0 15,0 0 1-15,-1 0 0 0,2 0-1 0,-3 0 1 16,4 0-1-16,-2 0 0 0,-1 0 1 0,2 0 0 16,-1 0-1-16,2 0 0 0,-2 0 1 15,0 0-1-15,1-2 2 0,1 2-2 0,-1 0 1 16,0 0-1-16,-1 0 0 0,1 0 0 15,-1 0 0-15,0 0 1 0,-1 0 0 0,0 0-1 16,0 0 2-16,-2 0-1 0,4 0 0 0,-5 0-1 16,3 0 0-16,-2 0-1 0,2 0 1 15,-2 0 0-15,0 2 0 0,2-2-1 0,-1 0 1 16,0 1 1-16,0-1-1 0,0 0 0 16,0 1 0-16,1-1 1 0,0 0 0 0,1 0-1 15,0 0 0-15,-1 0 2 0,0 0-2 0,0 0 6 16,1 0 2-16,0 0 2 0,1 2 1 15,-1-2 0-15,1 0 0 0,0 0-3 0,1 0-4 16,-3-2-2-16,1 2 1 0,1 0-2 16,-1 0-1-16,0-1 0 0,-1 1 0 0,0-1 1 15,0 1 1-15,-1 0-1 0,2-2 0 0,-3 2 0 16,2-2 0-16,0 2 0 0,0 0-2 0,-2-2 1 16,2 2 0-16,1 0-1 0,0-3 0 15,-1 3 0-15,0 0 1 0,0-1 0 0,1 0 0 16,0 1 1-16,-1-1-1 0,0 1 0 15,-2-2 0-15,2 2 0 0,0 0 0 0,1 0 0 16,-2-3 0-16,1 3-1 0,-2 0 0 0,2 0 1 16,0 0 0-16,-2 0 0 0,3 0 0 15,-1 0 0-15,-2 0 0 0,0 0 0 0,2 0 0 16,-1 0 1-16,0 0 0 0,-2 3 0 16,4-3-1-16,-3 0 1 0,2 0-1 0,-2 0 0 15,2 0-1-15,-2 0 0 0,2 2 1 0,1-2-1 16,0 1 0-16,1-1 1 0,-1 1 0 0,3-1 1 15,-1 1-2-15,0-1 1 0,-1 0 0 16,2 3 1-16,-1-3 0 0,0 2-1 0,0-2 2 16,1 2 0-16,-2 0-1 0,1-2 0 15,-2 1 1-15,2-1-1 0,-2 1 1 0,-1-1 0 16,1 0 0-16,-1 2-2 0,0-2 1 0,-1 0-1 16,1 2 0-16,-2-2 1 0,-1 1 0 15,3-1 0-15,-2 0 1 0,0 1 0 0,2 1 1 16,-1-1 0-16,1-1 0 0,-2 3 1 15,2-1-1-15,-2-1 0 0,2 1-1 0,0-1 0 16,1 1 0-16,0-1 0 0,-1 1 0 0,0-1-1 16,0 1 0-16,0-2 1 0,-1 1-1 0,1 1 0 15,-2-2 0-15,0 0 0 0,0 1 0 16,1-1 0-16,-3 0 0 0,1 0 1 0,1 1-1 16,-3-1 0-16,2 0 0 0,-1 0 0 15,-1 0-1-15,0 0 0 0,0 0 1 0,0 0-1 16,0 0 0-16,-1 2 1 0,-1-2-3 0,-1 0-4 15,-2 2-12-15,0-1-20 0,-1 0-40 16,-1 1-83-16,0 0-154 0,0-1-265 0,3 0-316 16,-1-1-393-16,1 4-400 0,1-3-15 15,2 2 740-15</inkml:trace>
  <inkml:trace contextRef="#ctx0" brushRef="#br1" timeOffset="23013.98">5721 2980 259 0,'0'0'534'0,"2"0"279"0,-2 0 190 0,0-1-167 15,2 1-170-15,-2 0-119 0,0-2-59 0,0 2-55 16,1-1-66-16,1-1-68 0,-1 1-45 15,1-2-43-15,1 2-59 0,-1-3-51 0,3 2-34 16,-1-2-19-16,2 2-16 0,1-3-2 0,1 1 7 16,3 2 6-16,-2 0-4 0,3-3-4 0,0 3-2 15,2 0-7-15,0 0-3 0,-1 1-3 16,0 1-2-16,1 3-1 0,-1-1-2 0,1-1 0 16,-3 2-2-16,-1 2 2 0,0-3 1 0,-3 3 3 15,1 1 2-15,-2 0 3 0,0 2 1 0,-1 1 1 16,-2-2-1-16,-1 4-2 0,-1-1 3 0,-1 3-3 15,-1 0-5-15,-1 0-1 0,-3 4-4 16,-1-1-1-16,-1 3-8 0,-2-1 1 0,-2 1 0 16,-1 0 0-16,1 2-1 0,-3-1-1 15,2-1-1-15,-2 2 0 0,0-2-1 0,1 1-1 16,-2-2 1-16,3 1-1 0,-2 1 0 0,1-2 0 16,2-1 0-16,1-1 1 0,0-3-1 15,3 2 0-15,1-4 0 0,-1 0-1 0,3-3 1 16,-1 1-1-16,2-1 0 0,2 0 0 0,1 0 0 15,0-2-1-15,1 1 0 0,2-1 0 0,1 1 1 16,1 0-1-16,2-3 1 0,3 0 1 16,-1 0 0-16,2 1-1 0,2-2 2 0,0-1 1 15,2-1 0-15,1-1 0 0,2-1 2 16,0-1-1-16,0-1 0 0,-1-2-1 0,1 1-1 16,-1-2 1-16,-1-1-2 0,1-1 0 0,-2 1-2 15,-1 0 1-15,-3 1 0 0,1-2-1 16,-2 2-1-16,-2 0-10 0,-2 1-21 0,2 0-43 15,-5 2-76-15,0-1-128 0,-1 1-222 16,0 2-302-16,-2-2-351 0,0 3-346 0,-2-2-128 16,0 1 472-16,1-2 698 0</inkml:trace>
  <inkml:trace contextRef="#ctx0" brushRef="#br1" timeOffset="23627.41">6321 3144 26 0,'9'-12'547'0,"-1"1"492"16,-3 1 236-16,0 2 2 0,-2 1-294 0,0 2-292 16,-3 1-203-16,2-1-107 0,-4 2-69 0,2 0-78 15,-3 2-70-15,1-1-49 0,-3 2-34 16,2 2-25-16,-3 0-18 0,-2 4-13 0,0 5-11 15,0 4-5-15,-3 3-4 0,2 5-6 16,-1 5-4-16,1 4 0 0,-1 2-4 0,4 2 0 16,1 0-2-16,2-1 5 0,3-5 1 15,0-2-1-15,3-2 7 0,0-7 3 0,2-2 1 16,4-2 1-16,-4-6 2 0,5-5 2 0,-2-2-4 16,4-7-2-16,-2-7-1 0,1-4-1 0,1-9 0 15,1-4-1-15,0-6-1 0,-2-2 0 16,3-3-1-16,-1-1 0 0,-2-1 0 0,1 0 2 15,-4 1 0-15,2 1 3 0,-4 2-5 16,2 1-2-16,-2 1-1 0,-2 2-2 0,-1 2-1 16,0 2-2-16,-3 4 5 0,2 2 3 0,-2 5 3 15,0 2 0-15,-2 5 2 0,2 2 0 0,0 0-2 16,-2 5 1-16,1 0 0 0,-1 1-2 0,2 2-1 16,-3 1-1-16,1 2 0 0,2 1-1 0,-3 4-1 15,0 0 1-15,1 4 0 0,-2 0 6 16,1 5 2-16,-2 4 1 0,3 0 1 0,-1 3 0 15,-2 3-1-15,2 2-5 0,0 3 0 0,-3 0 0 16,3 1-1-16,-2 2 1 0,3 2 1 0,-1-3-1 16,2 2 0-16,1-4-2 0,0 1 0 15,1-2 0-15,1-3-1 0,-1 1-1 0,3-5-1 16,-1-1 1-16,0-2-2 0,1-2-5 16,-1-3-15-16,2 3-31 0,-3-8-69 0,1 2-72 15,-1-4-133-15,-1 1-210 0,-1-2-310 0,2-2-329 16,-2-1-235-16,3-2-94 0,0-1 438 15,3-1 616-15</inkml:trace>
  <inkml:trace contextRef="#ctx0" brushRef="#br1" timeOffset="24050.13">6828 3067 232 0,'3'-13'841'0,"-1"3"462"15,0-2 149-15,-4 6-201 0,2-1-403 0,-3-2-288 16,0 5-158-16,-1-1-100 0,-3 0-96 0,2 4-64 16,-3 0-43-16,1 1-29 0,-2 1-22 0,0 2-16 15,-1 1-12-15,-1 2-10 0,0 5-4 0,1-4-3 16,1 3-1-16,-2 0-2 0,3 1 0 16,0 1 1-16,2-2-1 0,1-1-1 0,0 1 0 15,2-1 0-15,2-1-1 0,-1 1-1 16,2-1-6-16,2-1-3 0,1 0 0 0,0 1-1 15,2-2 0-15,4 3 0 0,-1-5 7 0,2 2 2 16,2 1 1-16,1-1 1 0,0-2 0 16,1-1 2-16,0 2-1 0,0 0 1 0,1-1-1 15,-3-1 1-15,1 2 1 0,-4 0 0 16,1 1 1-16,-4 0 0 0,0 2 2 0,-4 3 0 16,-2-1 0-16,0 2-1 0,-3 1-1 0,-2 2 1 15,0-1-3-15,-4 4 1 0,-1-2 0 16,2 2 0-16,-4 3 0 0,1-4-1 0,-1 1-1 15,2-4-3-15,0 0-12 0,2 0-17 0,-1-6-24 16,4-1-61-16,0-4-68 0,-1-3-102 16,4-3-166-16,1-5-276 0,2-6-318 0,2-4-255 15,2-2-173-15,3-8 215 0,1 0 610 16</inkml:trace>
  <inkml:trace contextRef="#ctx0" brushRef="#br1" timeOffset="24235.98">7021 2938 479 0,'10'6'986'0,"-1"1"287"16,-3 6 17-16,-1 2-266 0,0 2-285 0,0 6-225 16,-2 2-128-16,0 0-78 0,-3 2-77 15,3 3-75-15,-6 0-51 0,3 0-32 0,-3-2-21 16,3 2-17-16,-2-3-14 0,1-2-9 16,1 0-8-16,0-2-7 0,1-6-15 0,1-1-35 0,-2-2-70 15,-2-3-75-15,1-4-143 0,-2-1-213 16,-1-4-316-16,1-4-325 0,2-2-223 15,-3-4-60-15,3-1 482 0,-1-9 574 0</inkml:trace>
  <inkml:trace contextRef="#ctx0" brushRef="#br1" timeOffset="24438.74">7016 2876 140 0,'0'-31'552'0,"0"7"429"16,0 4 222-16,0 4-165 0,-1 4-279 0,1 2-195 15,0 4-158-15,0 1-139 0,0 2-85 0,0 2-56 16,1 1-45-16,-1 3-37 0,0 0-22 0,2 3-13 15,1 0 0-15,-1 3-5 0,1-2 0 16,-1 5-16-16,1-2-26 0,-2 5-27 0,1-2-66 16,-2 1-117-16,0 3-186 0,-2-1-290 0,2 3-255 15,-1 0-239-15,1 2-35 0,-2 0 376 16,2 2 476-16</inkml:trace>
  <inkml:trace contextRef="#ctx0" brushRef="#br1" timeOffset="24859.76">7189 3409 266 0,'6'5'745'0,"0"-5"358"15,-2-1 86-15,-3-5-235 0,2-5-332 0,-1-1-201 16,1-5-109-16,0-1-57 0,3-3-34 0,-1-3-26 16,0-1-5-16,3-2-21 0,-3 1-24 0,1-1-24 15,3 1-20-15,-4 4-9 0,0 1-20 0,0 5-8 16,-2 3-9-16,0 0-1 0,0 4-7 15,-3 3-3-15,2 2-7 0,-1 1-5 0,-1 3-9 16,0 1-7-16,2 3-6 0,-2 4-4 0,0 2-3 16,0 4 1-16,0 3-2 0,0 2 2 0,0 2 0 15,1 1 1-15,-1 1-1 0,2 3 0 16,-2-4-1-16,3-1-1 0,-1-1-2 0,-1-2-3 16,4-4 0-16,0-4-2 0,1-2 0 15,0-6 2-15,4-4 1 0,-2-6 2 0,3-5-1 16,-1-4 1-16,1-4-1 0,1-1-1 15,-2-3 0-15,1 3 0 0,-2 2-1 0,-1 2 0 16,-3 3 2-16,1 3-1 0,-1 3-1 0,0 2 1 16,-1 2 0-16,-2 4 2 0,1 2 1 15,-1 5 2-15,-1 4 2 0,-1 4 2 0,0 4 0 16,0 3-2-16,-1 1-1 0,1 3-3 16,1 0-11-16,1 0-40 0,0 0-78 0,-1 0-103 15,1-2-180-15,-1-1-296 0,1-2-345 0,4-1-345 16,-3-1-169-16,4 0 264 0,-3-2 675 0</inkml:trace>
  <inkml:trace contextRef="#ctx0" brushRef="#br1" timeOffset="25607.01">7751 2752 352 0,'2'-8'721'0,"-2"2"350"0,0 0 103 16,0 0-304-16,0 1-217 0,0 3-125 0,0-1-77 15,0 1-85-15,0 1-66 0,0 1-50 0,0 1-56 16,0 1-59-16,0 1-43 0,0 4-31 0,0 3-15 16,0 3-6-16,0 4-1 0,0 5 4 0,0 5 5 15,2 3 6-15,-1 4 1 0,-1 6 3 16,2 2 2-16,1 4-1 0,-1 4-13 0,1 0-12 16,0 3-9-16,0 0-4 0,3-2-8 0,1-2-5 15,1-3 1-15,0-7-1 0,4-1-1 16,-1-6-4-16,1-7-3 0,2-2-1 0,-1-7-1 15,2-2-1-15,0-8 2 0,0-5 1 16,1-3 0-16,1-8 1 0,1-6 1 0,-1-5-1 16,0-7 0-16,-1-6-1 0,0-1-1 0,-2-5 0 15,2-1 0-15,-5-3 0 0,1 1 0 0,-2 2 1 16,-2 0 1-16,-3 1 2 0,-2 0 0 0,-3 3 1 16,0 1 0-16,-5 1 0 0,-1 1-1 0,0 3 1 15,-5 3 0-15,1 0 0 0,-1 7 2 16,-1 1 0-16,0 4 2 0,-2 4-1 0,3 2-1 15,-4 4-2-15,2 3-1 0,-2 3-5 0,1 3-1 16,0 1-4-16,0 5-2 0,1 0 2 0,1 2 2 16,2 4 4-16,0 0-1 0,1 0 3 0,1 1 1 15,3 0-4-15,-1 0-9 0,1 0-11 16,2-1-17-16,0 0-28 0,0-2-59 0,0 2-73 16,0-5-111-16,-1 0-181 0,4-1-297 0,-1-1-324 15,1-1-270-15,-2-1-142 0,2 0 317 0,-1 1 639 16</inkml:trace>
  <inkml:trace contextRef="#ctx0" brushRef="#br1" timeOffset="25857.9">7755 3077 158 0,'1'4'800'0,"1"0"444"0,-2-1 47 0,3-2-173 15,0 4-367-15,1-3-277 0,0 0-151 0,4 2-52 16,0-3-35-16,3 0-28 0,3-1-53 16,-1-1-56-16,4-1-29 0,1-3-30 0,2 0-16 15,1-1-11-15,0-2-4 0,2 1-2 16,-1-2-2-16,1-1-2 0,0 1 0 0,-1-1-2 0,-3 4-2 16,0-1-31-16,-2-2-72 0,-4 5-84 15,-3-1-166-15,-1 4-289 0,-4-1-331 0,0 4-337 16,-2 0-192-16,0 2 149 0,-1 0 651 0</inkml:trace>
  <inkml:trace contextRef="#ctx0" brushRef="#br1" timeOffset="26206.98">8343 3064 65 0,'0'0'611'0,"3"0"470"16,-1 0 160-16,1 0-103 0,0 0-373 15,2 0-287-15,4 0-191 0,1 0-96 0,1-1-9 16,3-1 7-16,-1 1-13 0,4-2-24 0,-2 0-20 15,2 1-11-15,0-1-39 0,-1 0-36 0,0 1-21 16,1 0-15-16,-1-1-4 0,-2 2-2 0,-1-1 0 16,-1 2-4-16,-2 0-5 0,-2 0-43 15,-2 2-58-15,-1-1-74 0,-4 0-154 0,-2 3-256 16,-2-3-312-16,-2 2-266 0,-1 1-205 0,-2-2 67 16,-2 1 550-16</inkml:trace>
  <inkml:trace contextRef="#ctx0" brushRef="#br1" timeOffset="26415.8">8411 3220 13 0,'2'7'553'0,"1"-2"532"0,-3 1 212 16,3-3-112-16,0 0-337 0,0-1-335 0,2 0-227 15,0-2-118-15,1 3-54 0,1-3-27 0,2-3-25 16,2 1-26-16,0 0-7 0,5-4-12 0,-2 2-6 15,3-3-8-15,1 1-33 0,2 2-31 16,-1-2-83-16,-1 2-165 0,-1-1-295 0,-1 2-283 16,1-1-260-16,2 3-180 0,-3-1 187 15,3 2 564-15</inkml:trace>
  <inkml:trace contextRef="#ctx0" brushRef="#br1" timeOffset="27376.56">9103 2649 223 0,'0'-3'548'0,"2"3"328"0,-1-2 183 16,-1 2-201-16,0 0-210 0,0 0-148 0,0 0-120 16,0 0-101-16,0 0-60 0,0 2-33 0,2 1-3 15,1 1 13-15,2 2 2 0,0 0-6 16,1 2-14-16,3 2-24 0,0 3-32 0,0 4-28 15,4 2-18-15,-2 4-7 0,0 3-2 0,3 0 0 16,1 5-1-16,0 0-7 0,1 1-5 0,1 0-2 16,-1 4-8-16,0-3-8 0,0 4-7 15,1-1-1-15,0 0 2 0,-4-1-7 0,2 3-3 16,-1-1-3-16,-1-1-3 0,0 1-6 0,-1-4-3 16,-3-1-2-16,2-3-2 0,-1-2-1 15,-1-3 0-15,-1-3-1 0,-2 1 0 0,-1-8 1 16,-2 1 1-16,2-3-1 0,-3-3 2 15,-1-2 0-15,1 0 1 0,-2-2 1 0,0-2-1 16,0 0 1-16,0 1 0 0,-2-2-2 0,-1-1 1 16,0-1-1-16,1 0 0 0,-1-1-1 15,0-1-1-15,1-2-1 0,-3-1 0 0,2-1-1 16,-3-3 0-16,3-2 0 0,0-1 0 0,-2-3 2 16,2-2-1-16,-2-1-1 0,3-3 2 15,-1 2-1-15,0-3 1 0,0 1-1 0,2 1 1 16,-1 1 0-16,1 0-1 0,-1 3 1 0,0 0-1 15,2 2 1-15,-1 1-1 0,1 1 1 16,-2 1 0-16,2 2 0 0,0 0-1 0,-2 2 1 16,2 0 0-16,0 0 0 0,0 1 0 15,0 2 1-15,-1 1 1 0,1-2-1 0,0 3 1 16,0-1 1-16,-2 1 2 0,2 1 4 0,0-2 3 16,0 3 2-16,0 0 2 0,0 0 2 15,-1 0-2-15,-1 3-3 0,2-2-2 0,-3 4-2 16,0-1-4-16,-2 4-1 0,-1 0-1 15,1 4 1-15,-1 3 2 0,-2 2 2 0,-3 4 3 16,0 1 4-16,-1 3 1 0,-2 5 3 0,0-3-1 16,-2 4-2-16,2 1-2 0,-2-2-3 0,3 2-3 15,-2-1-3-15,2-1-3 0,1-2-2 16,2-3 0-16,0-3 0 0,4-3-1 16,-2-6 0-16,4 0 0 0,0-3 0 0,0-5-2 15,0 1 1-15,1-1-5 0,2-1-10 0,-1-4-15 16,0 0-27-16,0-3-54 0,0 1-83 0,2-4-162 15,-2 2-272-15,2 0-324 0,2 1-391 16,-4 0-326-16,1 2 21 0,-4 2 747 0</inkml:trace>
  <inkml:trace contextRef="#ctx0" brushRef="#br1" timeOffset="29827.77">2258 11550 29 0,'3'1'566'0,"-2"-1"515"0,2 2 233 0,-1-2-15 16,-1 1-313-16,1 1-319 0,-2-2-201 0,1 2-116 15,1-1-85-15,0-1-85 0,-1 0-69 0,-1 1-47 16,2-1-33-16,-2 2-21 0,3-2-7 0,-3 0-3 15,3 0-1-15,-1 2-2 0,1-2 1 16,-1 1 0-16,4 0 1 0,-3 1 1 0,0-2-2 16,2 0 0-16,-4 0 1 0,3-2 0 0,-3 2-1 15,1-2 2-15,0 0 1 0,-1 0 3 0,-1 0 3 16,0-2 1-16,0 1 4 0,-1-1 10 0,-1 0 10 16,0-2 15-16,-1 3 9 0,0 1 8 15,0-2 4-15,-2 2-5 0,2 0-8 0,-3 0-12 16,1 2-9-16,2-1-7 0,-2 1-7 0,0 1-7 15,2-1-2-15,0 0-5 0,-2 2-2 16,4 0-4-16,-1-2-1 0,1 0-2 0,-1 2-1 16,2 1-2-16,0-3-1 0,0 2 1 0,0-1-2 15,0 2 1-15,3-1-4 0,0 2-11 0,3 0-16 16,-1 0-32-16,3 1-67 0,-1 1-87 0,0-3-156 16,1 1-276-16,-2 0-320 0,4-1-360 15,1 2-238-15,0-2 70 0,2 0 672 0</inkml:trace>
  <inkml:trace contextRef="#ctx0" brushRef="#br1" timeOffset="30517.76">3794 11578 173 0,'2'-5'443'0,"1"0"277"16,-1-1 252-16,-1 2-98 0,-2-3-144 0,-1 1-78 16,0 2-40-16,1-3-71 0,-2 4-104 0,-2-2-89 15,2 0-57-15,-2 1-62 0,0-1-60 0,-1 1-39 16,0 1-22-16,1-1-19 0,2 1-12 0,-1 2-15 15,1 1-15-15,0 0-13 0,1 0-12 16,2 0-9-16,-2 0-7 0,0 1-2 0,2-1-3 16,0 0-2-16,0 0 0 0,0 2 0 0,0-2-1 15,0 1 1-15,0-1 0 0,0 2 1 0,2 0 0 16,0-2 0-16,-2 1 0 0,0-1-2 16,0 2-1-16,0-2 0 0,0 1-2 0,2-1-1 15,-2 2 0-15,3-1 1 0,0-1-1 0,2 2-9 16,0-1-20-16,0 1-59 0,4-1-72 0,-3 1-112 15,2-1-168-15,2 2-306 0,2-1-336 16,1-2-273-16,3 5-153 0,0-3 269 0,4 2 606 16</inkml:trace>
  <inkml:trace contextRef="#ctx0" brushRef="#br1" timeOffset="31281.56">5402 11434 357 0,'0'5'725'15,"0"1"291"-15,2-2 98 0,-2 4-287 16,4-1-234-16,-2 2-159 0,1 1-79 0,2 0-57 15,0 0-61-15,1 1-50 0,-1-3-42 0,2 3-39 16,0-3-41-16,-1-2-30 0,-1-2-19 16,2-1-7-16,-2 1 6 0,0-3 38 0,2-2 26 15,-4-1 18-15,2-3 9 0,-2-2 1 16,-1 0-2-16,0-4-29 0,-2-1-11 0,-4 1-6 16,2-1-2-16,-1 0 7 0,0 2-4 0,-2 0 1 15,0 2-7-15,0 2-10 0,-2 0-7 16,2 3-10-16,0 1-9 0,-1 2-9 0,1 2-7 15,0 1-5-15,1 4-5 0,1 3-14 16,1 2-29-16,-1-1-71 0,1 4-86 0,1-1-160 16,-1-2-289-16,1 1-326 0,1-1-360 0,-2-1-217 15,2-1 112-15,-2 0 674 0</inkml:trace>
  <inkml:trace contextRef="#ctx0" brushRef="#br1" timeOffset="32284.76">2309 13383 49 0,'0'-3'474'0,"-1"1"449"16,1 1 276-16,0-1-83 0,-2 2-315 0,2 2-231 15,0-1-172-15,2 1-117 0,-1 1-74 0,4 0-45 16,-1 1-32-16,-1-1-28 0,4 0-33 0,-2 0-31 15,0 0-12-15,0-2-9 0,-2 1-7 0,2-2-6 16,1 0 33-16,-2-2 22 0,1 1 17 16,-1-4 13-16,-3 1 12 0,1 0 8 0,-1-4-19 15,-1 2-6-15,-1-1-8 0,-1-1-2 0,1 2-1 16,-3 0 1-16,1 2-3 0,0-1-7 0,-3 2-8 16,1 0-9-16,2 0-9 0,-2 1-10 0,0 1-8 15,2 1-6-15,0 0-4 0,-3 0-6 16,3 1-3-16,1 1-5 0,2 1-2 0,-1 0-1 15,1 2-1-15,1 2-7 0,2 3-13 0,3-2-26 16,-1-1-56-16,0 3-76 0,1-3-137 0,1 2-221 16,3-1-304-16,0-1-339 0,3-1-288 15,1-1-87-15,4-3 495 0,2 2 641 0</inkml:trace>
  <inkml:trace contextRef="#ctx0" brushRef="#br1" timeOffset="33343.23">5331 13375 249 0,'8'-2'573'16,"1"4"350"-16,-1 0 212 0,4 1-257 15,0 0-185-15,2 1-162 0,2 2-126 0,-3 0-119 16,2 0-92-16,1-2-21 0,-2 3-21 0,-1-4 15 16,0-2 1-16,-1-1 8 0,-4 0-1 0,-1-1-23 15,-1-4-13-15,-3-1-25 0,-3-3-17 16,0 0-13-16,-4-1-6 0,-1-4-7 0,-3 0-5 15,0 3-6-15,-3-3-7 0,0 3-8 16,-2 1-11-16,-1 1-9 0,3 2-9 0,-3 1-6 16,6 1-6-16,0 3-3 0,1 0-5 0,1 2-5 15,6 2-18-15,2 2-35 0,4 2-79 16,2 1-116-16,3-1-227 0,3 0-306 0,4-1-367 16,2-2-404-16,5-5-133 0,-1-2 452 0,6-2 779 15</inkml:trace>
  <inkml:trace contextRef="#ctx0" brushRef="#br1" timeOffset="34086.69">7279 11322 338 0,'-1'3'787'0,"-3"1"343"16,3 2 57-16,-1 0-288 0,0 1-224 15,1 1-151-15,2 1-107 0,1 2-80 0,0-3-58 16,-1 2-45-16,1-1-68 0,1-2-53 0,0-1-37 16,2 0-22-16,-2 0-13 0,0-1-10 0,0-2-3 15,0 0-5-15,1-2-4 0,-1-1 2 16,0 0 4-16,0-1 6 0,0-4 3 0,0 1 2 15,0-3 1-15,-1 2-6 0,1-4-6 16,-3 1-6-16,2 1-7 0,-2 0-5 0,1 2-3 16,-1-1-1-16,0 2-2 0,0 1-2 0,-1 2-3 15,1 1-10-15,0 3-34 0,-2 2-83 16,-1 3-124-16,0 5-238 0,-2 4-303 0,1-1-367 16,-1 5-389-16,0 4-93 0,0 0 510 0,0 2 738 15</inkml:trace>
  <inkml:trace contextRef="#ctx0" brushRef="#br1" timeOffset="34654.94">7372 13259 157 0,'-3'7'494'0,"3"2"256"0,-1-1 153 15,1 0-100-15,1 1-223 0,2 0-137 16,-1 0-79-16,2 0-50 0,-1-3-49 0,2 2-62 16,-1-4-61-16,0-1-42 0,1-1-25 0,-2-2 0 15,3 0 14-15,-1-2 22 0,-2-1 41 16,2-1 32-16,0-1 21 0,-2-1-1 0,-1-3-14 16,-2 0-22-16,0 0-33 0,0 0-37 15,0-1-30-15,-2-1-20 0,2 4-12 0,-3-1-6 16,3 2-5-16,-2 1-3 0,1 3-6 0,-1-3-3 15,2 4-5-15,0 1-5 0,0 1-9 16,2 4-25-16,-1 2-68 0,1 2-82 0,0 3-163 16,-1 2-284-16,1 2-325 0,1 2-361 15,0 5-231-15,0 4 95 0,0 1 689 0</inkml:trace>
  <inkml:trace contextRef="#ctx0" brushRef="#br1" timeOffset="35828.6">5608 15002 49 0,'-2'7'539'16,"-1"0"468"-16,0 2 224 0,-2 0-54 0,-3 2-302 16,4-1-216-16,-1 1-171 0,0 0-118 15,0-1-72-15,2-3-60 0,1-1-79 0,1-1-71 16,-1-1-44-16,2-1-24 0,2 0-11 16,1-2-5-16,2 3-3 0,1-3-1 0,1 0 2 15,2 3 1-15,0-4 0 0,1 1 0 16,-2-1 0-16,4 0 0 0,-4 0-1 0,-1-1 0 15,2-1-1-15,-4 0 1 0,-2 2 1 0,0-2 4 16,-3-2 2-16,0 3 0 0,-3-3 0 16,0-2-1-16,-2 0-2 0,-4-2-3 0,2 2-2 15,1 0-1-15,-2-1 1 0,-3 1-1 16,3 2-29-16,-2 1-72 0,-2 2-100 0,1 0-185 16,1 1-289-16,-4 0-336 0,1 0-361 0,-4 1-183 15,-2-1 252-15,-3 3 696 0</inkml:trace>
  <inkml:trace contextRef="#ctx0" brushRef="#br1" timeOffset="36420.1">3794 15018 13 0,'8'1'333'0,"0"1"269"16,0-1 263-16,2 1 92 0,0 1-180 0,0 0-161 16,0-2-132-16,0 2-99 0,-2 0-89 0,0 0-77 15,-3-3-58-15,4 0-6 0,-4-2 41 16,0-2 25-16,0 0 13 0,-2-2-9 16,-1-2-16-16,-2 1-39 0,-2-4-54 0,-1 0-35 15,1 1-26-15,-1-1-16 0,0 3-12 0,-1-1-9 16,3 1-7-16,-1 2-4 0,-2 2-4 0,4 0-2 15,-2 1-3-15,1 2-1 0,1 0-2 16,0 0 0-16,1 1-8 0,1 1-38 0,-2 0-73 16,0 3-128-16,-3 3-235 0,3-1-297 15,-2 1-361-15,-3 2-348 0,2 0-111 0,-3 0 505 16,-1 0 701-16</inkml:trace>
  <inkml:trace contextRef="#ctx0" brushRef="#br1" timeOffset="37074.98">2411 15037 54 0,'-7'-3'351'0,"1"-1"272"0,0-1 290 0,-4 2 37 16,1-1-157-16,-1-1-132 0,-2 2-72 0,2 1-61 15,-1-2-90-15,2 2-85 0,2 2-70 0,1-3-51 16,-2 3-60-16,3 0-52 0,-2 3-32 0,2-3-24 16,0 4-16-16,2-1-15 0,-1 0-8 15,3 1-9-15,-1 1-5 0,1-1-6 0,1 2-3 16,0 1 0-16,1 1-2 0,1 0-1 0,1-1 1 16,0 0-3-16,0 2 2 0,2-3-2 0,-1-1-1 15,0 0 1-15,2-2 0 0,-3 0-1 16,2-3 1-16,-3 0 1 0,1 0 2 0,0-3 0 15,-1-3 2-15,-2-1 1 0,-2-4 2 0,1 0-1 16,-3-1 1-16,1 0-2 0,-2 2 3 0,1-1-1 16,-2 4-1-16,1 0 1 0,0 2 0 0,0-1-4 15,-1 6-1-15,3 0-4 0,-3 0-14 16,1 6-36-16,3 1-69 0,-3 2-95 0,2 5-184 16,0 0-293-16,1 3-322 0,2-1-326 0,-1 3-176 15,1-1 238-15,0 1 675 0</inkml:trace>
  <inkml:trace contextRef="#ctx0" brushRef="#br1" timeOffset="37699.81">2392 16449 108 0,'1'3'363'16,"-1"-3"198"-16,3 2 158 0,-3-2-100 0,2 1-96 16,0-1-40-16,-1 0-12 0,-1 0-17 0,-1 0-3 15,-1 0 16-15,2 1-27 0,0-1-58 0,0 2-63 16,-2-2-49-16,-1 1-52 0,-2 2-60 0,1 0-49 15,-1-1-31-15,-1 1-20 0,1 0-12 0,0 0-9 16,0 1-10-16,1-1-5 0,-1 0-7 0,2-2-4 16,0 3-2-16,1-3-4 0,2 0-2 15,-1-1-2-15,1 3-3 0,0-3 0 0,0 1-3 16,0-1-1-16,1 1 0 0,1-1 0 0,1 0 3 16,0 1-1-16,2-1 2 0,1 2 2 0,-1-2-1 15,1-2 0-15,-1 1-1 0,3-1 2 0,-2-2 0 16,0-1 0-16,-1-2 0 0,0 0 1 0,-2-1 1 15,-1-1-1-15,-2 1 2 0,0-2-1 0,0 1 1 0,-2 2 1 16,-1 1 0-16,0 0 0 0,1 1 0 0,-1 2 1 16,-2 0-3-16,2 3-2 0,-1 0-1 15,0 3-6-15,1 0-12 0,2 3-29 0,-1 1-58 16,2 1-65-16,0 1-91 0,0 2-145 0,3-1-192 16,2 1-297-16,3-2-237 0,0 0-187 0,1-3 58 15,5 1 439-15</inkml:trace>
  <inkml:trace contextRef="#ctx0" brushRef="#br1" timeOffset="38248.91">3905 16668 393 0,'-2'0'932'0,"2"1"296"15,0-1-38-15,0 2-313 0,0 0-329 0,0-1-259 16,2 2-130-16,-1-1-65 0,1-1-35 0,1-1-18 15,2 1-8-15,0-1-10 0,-2-1 4 0,3 0 5 16,0-1 2-16,-1-2-3 0,-2-1 4 16,2-1 38-16,0-2 11 0,-1-3 4 0,0 3 0 15,-3-4 5-15,1 1-3 0,-1 3-6 0,-1-3-4 16,0 2 4-16,-1 1 2 0,-1 3-3 0,2 0-1 16,-3 1-26-16,3 2-15 0,-2 0-18 15,2 2-11-15,-2 0-9 0,4 3-3 0,-2 0-41 16,2 4-66-16,1-2-116 0,0 6-188 0,2 0-290 15,2-3-342-15,2 1-318 0,2-1-159 0,0-1 347 16,3-1 642-16</inkml:trace>
  <inkml:trace contextRef="#ctx0" brushRef="#br1" timeOffset="38800.76">5581 16461 467 0,'2'-2'977'0,"-1"1"279"0,-1-1-39 0,0 2-283 16,2 0-262-16,-2 0-198 0,1 0-116 0,-1 0-69 15,-1 0-49-15,-1 0-59 0,1 2-59 0,-1-2-43 16,-1 1-23-16,-2 1-16 0,0 0-11 0,2 0-4 16,-2 0-2-16,-1-1-1 0,3 1-2 0,-2 1 1 15,2 0-1-15,1-2-7 0,1 2-3 16,-1-2-6-16,4 3-4 0,-1-2-2 0,2 2-1 15,4 1 0-15,2 0-7 0,2 0-1 0,2 2-1 16,1-1-3-16,2-1-2 0,3 0-15 0,0-4-54 16,-2 0-72-16,1-2-172 0,-1-2-275 15,2 0-318-15,-3-3-378 0,3 0-269 0,1-2 52 16,0 0 736-16</inkml:trace>
  <inkml:trace contextRef="#ctx0" brushRef="#br1" timeOffset="39447.15">7437 16695 424 0,'5'-3'939'0,"-2"-1"276"0,0 3-35 0,2 1-311 16,1 1-304-16,2 3-237 0,3-1-120 0,0 1-61 15,3 1-36-15,-1-3-27 0,4 2-32 0,-2-3-25 16,0-1-9-16,0-1-9 0,0-3-3 15,-2 0-3-15,0-3 2 0,-2-1 2 0,-2-4-1 16,-2-1 1-16,-1-2 0 0,0-1 5 0,-3 0-9 16,1 0 3-16,-3 1-20 0,2 2-24 0,-1 0-63 15,0 1-132-15,-1 3-198 0,-1 2-295 16,2 2-272-16,3 4-242 0,-1 1-21 0,2 3 421 16</inkml:trace>
  <inkml:trace contextRef="#ctx0" brushRef="#br1" timeOffset="40063.81">9483 16513 243 0,'8'8'616'0,"-2"0"307"0,3 0 156 16,0 3-190-16,2-1-251 0,1 0-187 0,1 1-117 15,-2 0-87-15,5-3-74 0,-3-1-61 0,1-3-49 16,-3-1-21-16,1-2 1 0,-2-2 11 16,0-2 39-16,-4-2 42 0,1-3 42 0,-2-1 13 15,-3-4-1-15,-2 0-7 0,-2 0-29 0,-3-1-30 16,1 1-33-16,-4 1-21 0,0-1-13 0,0 3-13 15,0 0-9-15,-1 1-10 0,2 1-4 16,-1 4-4-16,2-1-7 0,-2 3-5 0,4-2-3 16,0 3-4-16,1 0-9 0,0 1-37 0,3 1-79 15,0 2-131-15,0 0-247 0,2 2-297 0,1-3-368 16,0 0-364-16,2-2-83 0,-2-3 547 16</inkml:trace>
  <inkml:trace contextRef="#ctx0" brushRef="#br1" timeOffset="40712.3">9614 15385 331 0,'-5'-4'655'0,"2"0"314"0,0 0 103 0,1 2-225 16,-1-3-217-16,0 3-142 0,-1-1-63 0,2 2-42 16,0 1-42-16,1 0-46 0,1-2-38 15,-2 2-42-15,2 0-53 0,0 0-52 0,0 0-41 16,0 0-21-16,0 0-14 0,0 0-6 15,0 0-7-15,0 0-4 0,0 0 2 0,0 0-3 16,0 0 2-16,2 0-3 0,-2 0 1 0,0 0-3 16,0 0-3-16,0 0-3 0,0 0-5 0,0 0-2 15,0 0-3-15,0-1-1 0,0 1 0 16,-2-2-1-16,1-1 1 0,-1-1 2 16,-3-4 2-16,2 1-1 0,-2-2 2 0,-2-2 0 15,0 0 1-15,1 2 1 0,-1 1 1 0,1 2 0 16,-2 0 3-16,2 3 1 0,1 1 2 0,0 2 0 15,2 3-2-15,1 3-1 0,2 2-1 16,0 0-3-16,2 5-2 0,1-1-1 0,2 1-1 16,0 2 0-16,1-1-3 0,2-2-2 15,-2-1-7-15,1-4-25 0,-1-1-67 0,-1-3-66 16,-2-3-122-16,2-3-193 0,-4-5-312 0,-1-3-328 16,-3-5-236-16,0-4-126 0,-3-5 375 15,-1-4 607-15</inkml:trace>
  <inkml:trace contextRef="#ctx0" brushRef="#br1" timeOffset="41300.87">9281 13324 179 0,'1'-4'536'0,"-1"-1"303"16,0 1 174-16,0-1-142 0,0 4-202 0,0-2-185 15,0-1-122-15,0 2-81 0,0 0-68 16,2 1-70-16,-2-1-52 0,3 2-40 0,-2 0-19 15,1 0-6-15,-1 0-5 0,4 0 0 0,0 0 1 16,0 2 1-16,0-2-3 0,2 1-8 0,-2-1 0 16,3 0-5-16,-3 0-4 0,1 0 0 15,0-1 3-15,-1-2 25 0,0 0 34 0,0-1 45 16,-2-1 32-16,2-1 22 0,-2-2 12 16,-3-1-15-16,3 0-19 0,-3-1-21 0,-1 1-12 15,-1 0-8-15,-1 1-6 0,0 2-5 0,-1 2-11 16,-2 1-13-16,0 3-15 0,-4 1-16 15,2 4-13-15,0 2-11 0,0 2-6 0,-1 5-4 16,1 0-3-16,3 3-3 0,0 0-8 16,2 0-25-16,2-1-71 0,1-3-79 0,0-4-145 15,1-4-270-15,2-2-325 0,1-6-371 16,2-5-230-16,-1-5 9 0,1-4 622 0</inkml:trace>
  <inkml:trace contextRef="#ctx0" brushRef="#br1" timeOffset="42029.03">9473 11329 312 0,'-6'0'754'0,"3"-1"371"0,0 1 79 15,0 0-285-15,-1 1-262 0,1 2-193 0,0 2-142 16,3 2-86-16,-2 2-35 0,1 3-18 0,1 4-31 15,1 0-26-15,-1 2-12 0,2 0-23 16,1-2-30-16,0 1-29 0,2-4-16 0,0-2-11 16,0-3-7-16,2 0-1 0,-2-5-1 15,0-3 4-15,0-3-2 0,1-2 6 0,0-3-1 16,-3-4 1-16,1 0 3 0,-3-1-1 0,1-1 7 16,0 0 12-16,-1 2 17 0,-1-1 13 0,-1 3 11 15,-1 1 4-15,0 1-3 0,1 3-13 16,-3 1-14-16,1 1-12 0,-3 3-12 0,2 0-11 15,-1 3-5-15,0 2-8 0,0 4-35 16,0-1-75-16,-4 3-95 0,4-1-174 0,-1 1-291 16,-1-1-337-16,-2 1-348 0,3-2-180 0,-1-1 213 15,-1-1 675-15</inkml:trace>
  <inkml:trace contextRef="#ctx0" brushRef="#br1" timeOffset="43403.98">2309 11545 125 0,'0'0'278'0,"-1"-1"103"0,1 1 13 0,0-1-139 16,1 1-105-16,-1 0-66 0,2-2-41 0,0 2-22 15,1 0-7-15,-1-2-8 0,1 2-6 0,4-2-2 16,-2 2-2-16,0 0 4 0,3 0-2 16,0 0 0-16,1 0 0 0,1 0 0 0,1 0 2 15,3 2 0-15,-1 0-2 0,4-2 4 0,-3 2 0 16,5-1 4-16,-3 0 6 0,3-1 3 0,0 2 5 15,0-1 1-15,0 2 1 0,1-1-2 0,-2 1-14 16,1-1-26-16,0 0-35 0,0 2-41 16,1 0-53-16,-2-1-118 0,2 2-94 0,-2-1 1 15,1 0 63-15,1-1 86 0</inkml:trace>
  <inkml:trace contextRef="#ctx0" brushRef="#br1" timeOffset="44689.08">3973 11566 148 0,'25'-1'236'0,"-1"0"34"0,-2 1-36 16,2 0-74-16,1 0-48 0,-2 0-26 0,0 0-15 16,1 0-5-16,-1 0-10 0,-1 0-14 0,1 0-15 15,-3-2-12-15,2 2-9 0,-1-2-4 16,-1 1-4-16,1 0 0 0,-2-1 2 0,0-1 6 15,1 1 5-15,1 2 7 0,-1-1-1 16,1-1-1-16,0 1-3 0,-1-1-9 0,2 1-6 16,-1 0-5-16,-1-1-3 0,2 2 0 0,-1-2 8 15,1 2-2-15,0 0 6 0,0 0 6 16,-1 2 4-16,1-2 11 0,0 0 8 0,-1 2 4 16,1-1 0-16,0 0 3 0,-1-1-1 0,-1 2-12 15,2-1-7-15,0 1-4 0,-4-2-4 16,4 0-7-16,-3 0-1 0,2-2 0 0,-1 1 0 15,1-1 6-15,-1 1 6 0,1 0 8 0,-2-1 3 16,1-2-3-16,-1 4 3 0,0-3-7 16,0 3-6-16,2 0-10 0,-4 0 0 0,2 0 2 15,0 3-2-15,0-3 0 0,-2 2 0 16,1 0-2-16,-1 0 0 0,-1-1-2 0,3 0-2 16,-3 2 0-16,1-1 0 0,-2-1 0 0,2 1-4 15,-3-1 2-15,2 1 0 0,0 1-2 16,0-2 0-16,0 1 5 0,-1 0 1 0,2 0 2 15,-2 1 4-15,2-1 1 0,-3 0 5 16,2 0 2-16,0-1-4 0,0 1 0 0,0 0 2 16,-1-2-4-16,1 0 1 0,0 0-3 15,0 0 4-15,1-2-2 0,-1 0 2 0,1-1-4 16,0 2 0-16,1 0 0 0,1-1-2 0,-3 1-2 16,4-1 0-16,-2 2-2 0,3 0 2 15,-1 0-2-15,-1 0 2 0,0 0 0 0,0 2 0 16,2-2 2-16,-1 1 0 0,-1-1 0 0,2 0-2 15,-1 0 0-15,-2 0 0 0,2-1-2 0,1 1-4 16,-2-2 0-16,1 1-4 0,-1 0 0 16,0-1-2-16,3 0 1 0,-4 1 1 0,2-2 2 15,1 1 2-15,-2 1 0 0,1 1 6 16,1-2 4-16,-2 2-2 0,0 0 8 0,1 0 0 16,0 2 3-16,0-2 1 0,0 0-2 0,-2 1 0 15,2 1 0-15,1-2 1 0,-2 0-5 16,1 0 2-16,0 0-2 0,0 0-2 0,-1-2 2 15,0 1-5-15,2 1 3 0,-1-2-2 16,-1-1-2-16,0 2 0 0,3-1-2 0,-3 1 0 16,0 0 0-16,0-1 0 0,0 0-2 0,1 2 2 15,-2 0 0-15,3 0-2 0,-3 0 0 16,0 0-2-16,2 0-1 0,-2 0 1 0,2 0-4 16,-1 0 6-16,-1 0-8 0,2-2 6 15,1 2 0-15,-2 0-4 0,1-3 0 0,-2 3-3 16,4-1-3-16,-2 0-2 0,0 0 0 0,2-2 9 15,-2 3 3-15,1-2 2 0,1 2 8 0,2 0 3 16,-1 0 5-16,0 0 0 0,0 0 0 16,4 0-1-16,-2 0-1 0,-1 0 0 15,4 0-2-15,-2 0 0 0,1 0-5 0,0-2 3 16,1 2-4-16,-1-2 2 0,1 2 2 0,-1-1-6 16,2 0-2-16,-4-1-2 0,4 2 0 0,-2-1-2 15,1 1-4-15,0 0-4 0,1 0-1 16,-1 0-1-16,2 1-2 0,0-1 1 15,0 2-7-15,0-1 10 0,0 0 6 0,0 1 6 16,0 0 10-16,2-2 6 0,-2 2 2 0,2 1-1 16,-1-2-1-16,1 0 0 0,1-1-5 15,0 0 1-15,1 0-2 0,-1 0 0 0,0 0-2 16,0-1-3-16,1 0-3 0,0 1-2 0,-2 0-2 16,-1-3-3-16,1 3-3 0,1 0-2 15,-3 0-2-15,2 0-2 0,-1 0 1 0,1 0-1 16,-2 3-2-16,0-3 3 0,0 0 5 0,0 1 4 15,0 0 4-15,0-1 8 0,0 0 5 0,-4 0 3 16,4 0 0-16,-2 0 3 0,-1 0 1 16,0 0-8-16,0 1-51 0,-2-1-126 0,0 3-208 15,-5 1-92-15,0 0-6 0,-1-1 79 16,-2 2 133-16</inkml:trace>
  <inkml:trace contextRef="#ctx0" brushRef="#br1" timeOffset="46437.78">5279 13279 12 0,'8'0'191'16,"-4"2"94"-16,3-2 89 0,-1 0-91 16,-1 2-94-16,4-1-54 0,-1-1-27 0,0 1-12 15,0-1-10-15,3 0-8 0,0 0-19 0,0 0-12 16,0-1-8-16,2 0 13 0,1-1 1 16,-1 0-2-16,4 1 0 0,-2-2 37 0,2 0 20 15,-1 0-15-15,1 0-2 0,2 1-25 16,0-3-14-16,0 4-37 0,2-2-29 0,-1 0-16 15,2 0-8-15,-1 0 23 0,1 0 9 0,3 0 2 16,-3 0 4-16,1 2 8 0,0-2-2 0,1 0-3 16,-1 0 1-16,0 1 0 0,2-1 0 15,-3 0-4-15,0 2 0 0,-1-2 6 0,1 2-4 16,-2-1 1-16,1 0 1 0,-2 1 0 16,0 1-2-16,0 0 2 0,0 0-1 0,1 1-1 15,-2-1 0-15,2 2-2 0,-2 0 0 0,1-2 23 16,0 0 13-16,-2 1 5 0,2-1 4 15,-1 0 2-15,-1-1-2 0,1 1-25 0,-1-2-16 16,0-1-4-16,-1 2 0 0,1-1 0 0,-1 0 3 16,0 0 3-16,0 0 3 0,3 0 2 15,-3 1 0-15,1-1-3 0,3 2-27 0,-2-1-14 16,1-2-8-16,-1 3-5 0,2 0-3 0,0 0-2 16,0 0 27-16,0-2 12 0,3 2 5 15,0 0 1-15,1 0 4 0,-1 0 0 0,2 0 0 16,-1-3 1-16,-3 3 1 0,4-2 1 15,-3 1-1-15,-1 1 6 0,-1-1 0 0,2-1-4 16,-4 2-2-16,1-2 0 0,1 2 0 0,-2 0 0 16,1 0 22-16,-2 2 16 0,1 0 7 15,0-1 4-15,-2 0-1 0,2 4 0 0,-2-3-24 16,2 2-13-16,-3 1-11 0,2-1-5 16,-1 1-1-16,1-2-3 0,-1 1 5 0,0 1 1 15,-2-1 3-15,0 1 3 0,1-2 8 0,0 0 0 16,-2 1 0-16,1-3 2 0,1 4-4 0,0-2-1 15,-2-1-7-15,3 0-21 0,-2 2-16 16,2-3-9-16,0 2-3 0,-1 0 0 16,1-1-1-16,2-2 19 0,-2 3 15 0,2-2 5 15,-2-1 5-15,3 2 3 0,0-2-2 0,-3 0 4 16,4 0-2-16,-2 0 2 0,1 0 2 0,-1-2-2 16,0 2-2-16,0 0 2 0,-1-1 0 15,0 1 2-15,0-3-2 0,1 3 0 0,-2-2 2 16,2 2-2-16,0 0 0 0,-2-3 0 15,3 1 0-15,-1 2 24 0,1-1 16 0,-2 1 5 16,2 0 3-16,1-1 3 0,-2 1-5 0,2-2-24 16,1 2 38-16,-2 0 32 0,0 2 14 15,-1-2 8-15,0 1 5 0,1-1 2 0,-3 1-46 16,3-1-32-16,-1 2-16 0,0-2-9 16,1 3-3-16,-3-3-4 0,3 0 1 0,-3 0-4 15,3 0-2-15,-1 0 1 0,0 0-2 0,0-3-2 16,-1 3-1-16,0-2-1 0,1 2 2 0,-1 0 1 15,-1 0-3-15,2 0-1 0,0 0-16 16,-2 0-16-16,2 0-4 0,-4 0 18 0,3 2-13 16,-1 1 17-16,1-3 6 0,-4 2 28 15,4-2 13-15,-4 3-15 0,1-2 13 0,-1 2-15 16,0-1 15-16,1 0-14 0,-3-1 27 0,2 0 14 16,-2 1 13-16,-2 1 3 0,2-2 3 15,0 1 0-15,-4 0-31 0,4 0-20 0,-3 1-7 16,0-1-6-16,-2 0-1 0,2 3 24 15,-2-2 34-15,0 2 17 0,1-1 8 0,-1 1 20 16,2-1 13-16,-2 2-9 0,1-2-20 0,-1 1-13 16,-1 0-10-16,1-2-21 0,0 2-15 15,-1-1-15-15,3-1-10 0,-3 0-7 0,4 0-4 16,-1 0-1-16,-1-2-1 0,1 1 2 16,2-1-2-16,0-1-3 0,0 0 1 0,2 0-2 15,-1 0-1-15,2-1-2 0,-2-1 3 0,2 1 2 16,1-1 1-16,-1 0 3 0,-1 0 1 15,2 0-1-15,-2 1 2 0,0-2-2 0,-1 1 2 16,0 0-2-16,-3 2 0 0,0-2-4 0,-2 0-29 16,-2 2-69-16,-3-1-122 0,-1-1-191 15,0 2-286-15,-3 0-254 0,0 0-165 0,-2 0 87 16,0 0 374-16</inkml:trace>
  <inkml:trace contextRef="#ctx0" brushRef="#br1" timeOffset="47278.96">10046 11889 90 0,'-2'-8'351'0,"2"2"201"15,-1 0 174-15,-1 1-17 0,2 0-121 0,0-1-79 16,0 3-48-16,0-2-40 0,0 1-52 0,0 2-80 16,-2 0-76-16,2-1-57 0,0 3-46 15,0-1-30-15,0 1-18 0,0 1-17 0,2 2 0 16,-2-1 8-16,3 3 11 0,-1 2 41 0,1 6 39 15,2-1 40-15,1 7 8 0,-3 2-3 0,2 6-13 16,-2 2-31-16,0 7-32 0,-1 1-28 16,1 5-13-16,-1 2-14 0,-1 3-3 15,-1 3-15-15,2 0-7 0,-2 3-12 0,0-1-2 16,3-2-4-16,-3-2-5 0,1-1 1 0,-1-7 1 16,3-2-2-16,-3-7-6 0,2-4-3 0,1-4-2 15,-1-4-1-15,1-3-2 0,-1-2 1 16,-1-2 0-16,1-2-3 0,0-4-1 0,-1-1-9 15,-1-1-16-15,0 0-32 0,0-3-59 16,-3 1-57-16,0-2-108 0,-2 0-155 0,0-2-237 16,0 1-287-16,-2-3-242 0,2 2-197 0,-1-3 175 15,-1 1 526-15</inkml:trace>
  <inkml:trace contextRef="#ctx0" brushRef="#br1" timeOffset="47580.52">9968 12603 127 0,'2'3'511'16,"-1"1"294"-16,1 2 182 0,1 1-41 15,0 3-249-15,2 2-188 0,0 2-109 0,4 4-61 16,-1-1-65-16,2 4-54 0,2-2-30 0,-1 3-21 16,2-1-33-16,1-1-20 0,-1 2-11 15,1-4-23-15,-1 0-35 0,-1-2-25 0,0-1-7 16,-1-1-5-16,0-2-2 0,-3-2-3 0,-2-2 2 15,2-1-6-15,-2-3-4 0,-1 0 5 16,0-4-2-16,-1-4 1 0,0 0-2 0,-1-5 5 16,2-3 2-16,-1-2-4 0,-1-5 0 0,2-3-10 15,0 0-43-15,-2-3-44 0,2-5-66 16,-2 2-134-16,0-4-197 0,-3 2-300 0,2 0-248 16,1-3-229-16,-6 4-19 0,1-3 423 15</inkml:trace>
  <inkml:trace contextRef="#ctx0" brushRef="#br1" timeOffset="48023.69">9976 11908 157 0,'0'-2'507'0,"0"-1"279"0,0 1 159 0,0-2-131 16,3 2-218-16,-1-2-148 0,0 0-92 16,1-2-53-16,-1 0-41 0,1-1-41 0,3-2-29 15,-2-2-31-15,3 2-37 0,-2-4-24 0,1 2-13 16,2-1-21-16,-2-2-20 0,2-2-18 0,-1 2-9 15,-1 0-2-15,3-1-9 0,-4 1-1 16,3 1 12-16,-3 1 24 0,1 2 15 16,-2 1 3-16,0 2 4 0,-1 3 2 0,0-1-11 15,-1 2-23-15,-1 1-12 0,1 1-6 0,-2 2-3 16,2 1 0-16,-1 4-2 0,1 0 3 0,-1 5-2 16,1 0-1-16,-2 6-1 0,0 1-2 15,0 5-4-15,0-1-8 0,2 4-42 0,0 1-48 16,-2-2-82-16,-2 3-141 0,2 0-229 15,0-3-309-15,2 0-260 0,0 0-210 0,3-1 72 16,-2-2 485-16</inkml:trace>
  <inkml:trace contextRef="#ctx0" brushRef="#br1" timeOffset="48761.71">10637 12247 264 0,'6'-3'718'0,"-3"0"369"16,-1 1 104-16,1-2-239 0,-3 0-186 16,0 1-157-16,0 0-132 0,0-2-94 0,0 1-67 15,-3 2-55-15,1-4-77 0,-1 1-55 0,-3 1-32 16,3 0-15-16,-2 0-9 0,1 0-8 16,-1 0-4-16,1 1-9 0,-3 1-6 0,2 1-9 15,0 1-6-15,-1 0-9 0,-1 3-8 0,-2-2-5 16,1 5-5-16,0-2-1 0,0 4-2 0,-1 2 0 15,1 3-1-15,2 4 1 0,-1-1-1 16,2 5 1-16,-1 0-1 0,2 3 1 0,0-2-2 16,3 1 0-16,-1-2 0 0,4-2-1 15,-1-1-1-15,1-3 2 0,3-1-2 0,0-2 0 16,1-4 0-16,-2 0-1 0,4-2 0 0,-1-4 0 16,2-2 1-16,1-5 0 0,-1-2 1 0,2-6 2 15,-1-3 0-15,1-5 1 0,1-4-1 16,-2-4 0-16,3-4 0 0,-1 1 0 0,1-5 1 15,-1 0 1-15,0 0 0 0,-1 0 1 0,0-1 1 16,-2 3-1-16,1 0 0 0,-4 4 0 16,3 1-1-16,-4 1 1 0,-2 4-1 0,1 0 0 15,-3 2 0-15,1 3 0 0,-2 2 0 16,0 4 0-16,0 1 1 0,0 3 2 0,-2 2 0 16,1 2-1-16,-1 2 1 0,2 1 0 0,-2 1-3 15,-1 2 0-15,2 2-1 0,-3 2-1 16,3 4-1-16,-2 2 1 0,-2 6-1 0,4-2 3 15,-3 7 4-15,3 2 3 0,-1 2 4 0,1 5 5 16,-1 0 3-16,2 5-2 0,2-1 0 16,-1 2-4-16,1 0-3 0,1 1-3 0,0-5-3 15,3 0-1-15,1-1-2 0,1-2-1 0,0-3-1 16,2-3-2-16,2-2 0 0,0-1-1 16,-1-3-2-16,2-4-6 0,1-1-11 0,-1-4-18 15,2 0-30-15,-3-4-79 0,-1-1-114 16,1-3-221-16,-2-5-297 0,1-1-363 0,0-3-425 15,-1-2-164-15,-1-2 419 0,2-4 812 0</inkml:trace>
  <inkml:trace contextRef="#ctx0" brushRef="#br1" timeOffset="50772.65">4366 7195 104 0,'0'-3'353'0,"0"2"204"0,0-2 176 16,0 1-89-16,0 1-102 0,-1-2-39 16,-1 1-28-16,2 1-37 0,0 0-49 0,0-1-62 15,0 0-67-15,0 0-63 0,0-1-41 0,0 2-2 16,0 1 11-16,0 1 18 0,0-1 15 0,0 3-10 15,0-3-19-15,0 2-31 0,2-2-32 16,-2 2-30-16,1 0-28 0,-1-1-12 0,0 2-7 16,0 0-2-16,0 3-3 0,2 2-1 15,-2 0 2-15,0 2 5 0,0 2-5 0,-2 2-4 16,2 3-1-16,0-2-3 0,-3 1-4 0,3 2-5 16,-3 1-2-16,0 0-2 0,3-3-1 15,-3 2-1-15,3-2-1 0,-3 1 5 0,3-2 5 16,-2-2 1-16,2 2 0 0,0-3 1 0,0-1-2 15,0-2-6-15,0 1-4 0,0-3-2 16,0-3 0-16,0-1-1 0,0 0-1 0,0-2 1 16,0-1 0-16,0 0 1 0,0-1 0 0,0-5-4 15,-1-1-1-15,1-4-3 0,-2-2 0 16,2-3-2-16,0-3 0 0,0 0 4 0,0-3 4 16,0-3 0-16,0 0 2 0,0 0 0 15,2-1 1-15,-1 0-1 0,-1-1 1 0,2 2 0 16,-2 0 0-16,3-2 0 0,-3 4 0 0,2-1 3 15,-1 3 0-15,-1 1 7 0,0 3 5 16,0 4 8-16,0 1 5 0,0 4 7 0,0 2 10 16,0 0-6-16,3 2-1 0,-3 2-10 15,0-1-9-15,0 3-7 0,0 4-11 0,0 1 0 16,-3 3-6-16,3 4 3 0,-1 3 1 0,-1 2 1 16,2 3 0-16,-3 2-1 0,3 2 1 0,-2 2-2 15,1-1 0-15,-1 0-1 0,2-3-13 16,-2 3-16-16,1-6-54 0,1 1-72 0,-2-4-124 15,1 1-223-15,-1-3-297 0,0-3-353 16,1 1-308-16,-2-3-120 0,1-2 451 0,-2 2 684 16</inkml:trace>
  <inkml:trace contextRef="#ctx0" brushRef="#br1" timeOffset="82484.73">10658 1471 41 0,'-7'-1'411'0,"-1"0"333"0,1-1 270 0,2 2 63 15,0-2-354-15,2 2-211 0,1-1-118 0,-1 1-92 16,1 0-67-16,-1-1-49 0,3 1-45 0,-1-2-35 16,1 2-27-16,1 0-22 0,1-2-25 0,1 1-15 15,2 1-6-15,3-1 30 0,4-3 28 0,3 1 12 16,2 2 12-16,2-2 12 0,3 1 27 0,3-1-18 16,5 1-18-16,0 1-6 0,2 0-1 0,3 0-7 15,1 1-26-15,2 1-12 0,3-1 0 16,-1 1 0-16,4 0-10 0,2 1 8 0,0 1 5 15,1-1-1-15,4 1 0 0,-4 1 2 0,5 0-2 0,-2 0-11 16,2 0-7-16,1 2-2 0,1-1-9 0,0 1-6 16,3 0-4-16,-2 1-2 0,0 0 0 0,-2 2-3 15,-1-1 1-15,2-2 0 0,-2 2-1 16,-3 1 1-16,3-2 8 0,-4 1 5 0,1-1 2 16,-1-1 1-16,0 0 1 0,1 0-1 0,0-1-8 15,0-3-4-15,0 3-3 0,0-3 0 0,-2-2-2 16,-1 0-1-16,0 0-1 0,-2 0 0 0,-4 0 0 15,-1 0-1-15,-2-2-1 0,-4 2 0 16,-3-3 0-16,-2 1-1 0,-1 1 1 0,-6 0 0 16,0 0-1-16,-7 1 1 0,0-3 1 0,-3 3-1 15,-3-1 2-15,-2 1 0 0,-3 0-2 0,-3 0-5 16,-3 0-14-16,-4 1-19 0,-3 2-40 0,-3-2-66 16,-4 1-77-16,-5 0-125 0,-1 1-190 15,-3 2-300-15,-3-2-303 0,-1 2-229 0,-3-3-96 16,-2 3 392-16,-1-2 586 0</inkml:trace>
  <inkml:trace contextRef="#ctx0" brushRef="#br1" timeOffset="83560.33">10771 1645 154 0,'-1'0'399'0,"-1"0"213"16,2-1 213-16,-1 1-104 0,-1-2-87 0,2 2-54 15,-3-1-62-15,2-1-49 0,-1-1-58 0,1 3-56 16,1-1-52-16,0-1-36 0,0 1-28 0,0 1-30 16,-2-4-34-16,2 3-33 0,-2-2-29 15,1 0-29-15,-3 1-13 0,1-2-12 0,0 2-7 16,-2-3-5-16,2 2-3 0,-3-2-5 0,1 1-6 16,0-1-5-16,-1 0-2 0,1 0-2 0,-2-1-7 15,0 1-1-15,2-2-2 0,-1 1-3 16,1-2-2-16,0 1-3 0,-1-1 1 0,0 1 0 15,1-1 0-15,0 0 0 0,0-2 0 0,1 1 1 16,-2-1-2-16,1 1-1 0,0-1 1 0,0-1-2 16,0 3-1-16,2-4-1 0,-1 1 0 0,1 4 0 15,-2 0 0-15,3-1-1 0,1 3 1 0,-1 0 0 16,0-1-1-16,1 3 0 0,1 1-1 0,-2-1 0 16,2 2 0-16,0-2 0 0,0 3-2 0,0 0 1 15,0 0-1-15,0 0-1 0,0-2 1 0,0 2 0 16,0 0-1-16,0 0 1 0,0 0 1 0,0 0 0 15,2 0 0-15,-2 0 1 0,1 0 0 16,1-3 0-16,0 1 0 0,-1 1-5 0,4 0-2 0,-2 0-3 16,2-2-1-16,-1 2 1 0,1 0 0 0,0-3 4 15,3 3 3-15,1 0 2 0,-1-1 1 0,2 0 0 16,1 1 0-16,0-2 1 0,0 2 0 0,3-1 0 16,-1 1 1-16,4-1 0 0,-2-1-1 0,0 2 1 15,1-3-1-15,1 3 0 0,0-2 1 16,-2 0-1-16,1 1 1 0,0-2-2 0,-2 2 0 15,0-2-2-15,-1 2-1 0,-2-2-2 0,2 3 0 16,-2-1-3-16,1 2-14 0,-4 0-36 0,2 2-71 16,-4 1-122-16,3 1-209 0,-4 2-302 0,0 2-349 15,2 1-371-15,-3-2-162 0,2 4 418 0,1-4 724 16</inkml:trace>
  <inkml:trace contextRef="#ctx0" brushRef="#br1" timeOffset="84318.68">13602 1339 94 0,'3'-6'402'0,"-2"-1"260"0,1 0 223 0,0-1-9 16,-1 0-172-16,1 1-110 0,-1 0-71 0,-1 4-53 16,2-2-39-16,-2 1-66 0,2 3-73 0,-2 0-66 15,1 1-57-15,-1 0-45 0,2 0-35 0,1 2-16 16,0 4-7-16,3 2 1 0,-1 3 4 0,1 4 4 16,-1 3-8-16,2 3-11 0,0 3 0 0,-2 4-12 15,1 2-8-15,-2 2-9 0,1-1-6 16,-4 2-5-16,2 0-12 0,0-1-3 0,0-4 0 15,0 1-1-15,-1-2 0 0,1-3-1 0,-1-2 1 16,-1-2-2-16,-1-2-3 0,2-5-5 0,-4 1-17 16,2-6-35-16,-3 0-65 0,-2-5-67 0,1-3-119 15,-4-3-164-15,2-6-229 0,-2-3-297 16,-2-1-224-16,3-4-163 0,-3-4 233 0,0 0 491 16</inkml:trace>
  <inkml:trace contextRef="#ctx0" brushRef="#br1" timeOffset="84655.92">13580 1287 43 0,'4'-8'357'0,"0"0"234"0,-1 4 167 0,0 0-23 15,1 1-163-15,0 0-101 0,0 3-67 0,1-2-16 16,3 0-15-16,0 4-29 0,3 0-50 0,-1-1-40 16,2 2-37-16,2 3-4 0,2 2 11 0,0-1-4 15,0 2-28-15,1 2-38 0,0 1-16 0,1 0-34 16,-1 1-24-16,-1 0-11 0,0 4-2 0,0-2 0 15,0 3-8-15,-3 0-4 0,-1 0-10 0,-3 3-8 16,0 2-3-16,-3-1-2 0,1 2-3 0,-3 3-2 16,-3 0-3-16,-2 2-2 0,-1 1-5 0,-1-2-9 15,-5 1-5-15,2-1-3 0,-2-1-2 16,-2-2-2-16,0 1-1 0,-2-5 5 0,1 0 4 16,0-3 0-16,0-1 1 0,0-4-2 0,0-4 0 15,1 1 1-15,-2-3-2 0,2-3-2 0,2 0-1 16,0-2-2-16,-1-2 0 0,3-2-5 15,-1 0-6-15,2-3-14 0,2-2-22 0,2-2-43 16,1 0-66-16,0-4-69 0,1 0-121 0,2-4-163 16,2 3-254-16,2-4-274 0,-1-1-218 0,3 2-132 15,1-3 283-15,1 1 521 0</inkml:trace>
  <inkml:trace contextRef="#ctx0" brushRef="#br1" timeOffset="84996.59">14139 1357 74 0,'13'-7'443'16,"-4"1"386"-16,-1 1 276 0,-1 1-63 0,-2 1-251 16,-1 1-169-16,-1 2-89 0,0 2-87 0,-1-1-76 15,0 2-62-15,-1 3-49 0,-1 0-56 0,0 2-61 16,-1 0-39-16,1 5-22 0,-2 2-14 16,0 0-9-16,2-1-8 0,-3 4-7 0,3 2-11 15,0-1-6-15,0 3-6 0,3 2-1 0,-1-2-2 16,0 1-8-16,1 2-6 0,0-4-4 0,3 3-2 15,-2-1-4-15,2 1-2 0,-2-2 6 16,3 1 2-16,-1-1 1 0,1-2 0 0,0-1 0 16,1-1-1-16,0 0 0 0,2-2-2 0,1-2 0 15,0-2 0-15,3-1 1 0,0-4 0 0,2-1 1 16,0-4-1-16,1-2 0 0,-1-2-1 0,3-4-10 16,0-3-9-16,-2-1-30 0,2-4-64 0,-1 1-64 15,-1-4-93-15,-2-1-139 0,-2 0-220 16,0-1-303-16,-3-1-226 0,1 2-201 0,-3 0 57 15,-2 0 465-15</inkml:trace>
  <inkml:trace contextRef="#ctx0" brushRef="#br1" timeOffset="85248.16">14218 1286 212 0,'-1'-4'748'0,"-1"-1"394"0,-1 3 64 16,3 0-233-16,0-1-324 0,0 2-232 0,5-1-157 16,1 1-79-16,4-1-1 0,2 1 10 0,4-1-20 15,0 2-30-15,1-1-16 0,2 1-15 0,0 0-39 16,3 0-33-16,-3 0-14 0,2 1-10 0,-2-1-6 16,0 3 7-16,-2 0 3 0,-1 0-5 0,-2 2-50 15,0-1-57-15,-4 0-83 0,-4 2-174 16,-2 1-263-16,-6 0-320 0,0 3-258 0,-2-2-193 15,-5 1 138-15,-1 2 569 0</inkml:trace>
  <inkml:trace contextRef="#ctx0" brushRef="#br1" timeOffset="85407.68">14089 1564 121 0,'-2'7'471'0,"-1"1"256"15,3-1 174-15,3-2-61 0,5 0-316 0,0-1-210 16,3-1-104-16,3 1-52 0,4-3-59 0,2-1-38 15,2-1-23-15,2-3-14 0,6 0-10 0,0-1-28 16,2-2-90-16,4 1-140 0,-3-2-297 0,2 2-229 16,1 2-155-16,-4 1-4 0,1-2 268 15</inkml:trace>
  <inkml:trace contextRef="#ctx0" brushRef="#br1" timeOffset="86100.72">14698 1408 61 0,'3'-5'306'0,"0"1"178"0,0 1 146 15,-2-1-70-15,2 1-125 0,-3 2-42 0,2-1-16 16,-2 0 11-16,3 2 23 0,1 0 0 0,-3 2-27 15,2 1-53-15,2 0-26 0,0 3-5 0,1 1-15 16,0 4-24-16,-1 2-23 0,2 2-30 0,-1 2-37 16,0 4-41-16,0-1-37 0,-1 5-23 0,0 0-16 15,0 0-8-15,-2 5-10 0,0-4-8 16,2 1-6-16,-1-1-6 0,-2 1-5 0,1-3-4 16,-1 0-1-16,-1-5-3 0,1 1-1 0,0-6 0 15,-1-1 1-15,-1-2-1 0,2-4 1 0,-2-1 5 16,0-4 3-16,0 2 1 0,-2-4 0 15,-1-2 2-15,1-2-2 0,-2-3-5 0,0-4-4 16,0-1-1-16,-2-5-2 0,1-2-2 0,-2-2 0 16,1-5-2-16,1-1 1 0,0-2-2 0,-1-2 2 15,3 0 3-15,0 0-1 0,3 2 2 0,0 2 0 16,0 1 1-16,2 4-2 0,-1 1 0 0,2 1-1 16,3 3-1-16,-2 3 0 0,0 2 1 0,4 0-2 15,-1 1 2-15,2 4 0 0,-1-1 0 16,3 1 1-16,0 1 0 0,2 1-4 0,0-1-5 15,1 2-1-15,0-1-2 0,2 2 2 0,-2-1-2 16,3 0 6-16,-2-1 4 0,0 2 2 0,1-1 1 16,-2-1 0-16,3-1-1 0,-4 4 1 0,0-3-1 15,1 3 0-15,-4-2-1 0,0 3-1 0,-4 0 1 16,1-1-2-16,-2 4-4 0,0-1-14 0,-5 3-55 16,-1-2-67-16,-4 4-130 0,-2 0-186 0,-3 5-305 15,-2-2-344-15,-2 1-280 0,0-1-144 0,-3 3 412 16,-3-1 610-16</inkml:trace>
  <inkml:trace contextRef="#ctx0" brushRef="#br1" timeOffset="86320.83">14691 1582 229 0,'5'5'654'0,"-2"-3"318"0,2 3 145 15,2-3-151-15,2 1-314 0,0-2-215 0,2 2-116 16,0-1-38-16,2 0-58 0,1-1-54 15,0-1-39-15,2 0-30 0,0 0-17 0,4-1-38 16,-1 1-19-16,1-4-12 0,0 3-6 0,0-2-3 16,1 0-2-16,1 1 0 0,-1 2-26 0,0-3-49 15,-4 1-117-15,-1 1-227 0,-1 1-284 0,-3 0-305 16,1 1-278-16,-3-1-116 0,-2 5 406 16,1-3 597-16</inkml:trace>
  <inkml:trace contextRef="#ctx0" brushRef="#br1" timeOffset="87723.7">15387 1386 17 0,'6'-12'306'0,"-1"1"225"16,-2 0 212-16,0 1 78 0,1 3-150 0,-3 0-79 15,2 3-61-15,0 0-58 0,-1 1-50 0,-2 1-43 16,1 1-55-16,-1 1-64 0,2 0-23 0,-2 0-24 15,0 1-22-15,0 1-30 0,0 1-29 0,0 3-22 16,-2 0-29-16,2 4-18 0,-1 2-12 0,-4 3-12 16,2-1-8-16,2 4-8 0,-4 1 2 0,1 2-1 15,1 2-9-15,0 2-3 0,1 2 1 0,-1 1 2 16,2-1-6-16,-1 5-3 0,2-2 3 16,2-1 0-16,-2-1-2 0,1-1-3 0,4 0-2 15,-2-2 0-15,2-5-2 0,2 1 0 0,-3-1 0 16,4-4-2-16,-2-1 1 0,1 0-2 0,-1-2 1 15,2-2-1-15,-2 0 1 0,1-1 1 0,-1-3-1 16,0 1-1-16,3 0 1 0,0-4 5 16,0 0 2-16,3 0 0 0,-2-3 0 0,3-2-10 15,3-3-15-15,-2 2-42 0,3-4-66 0,-2-3-65 16,0 0-84-16,1-4-139 0,0-1-188 16,-2-3-281-16,0 1-224 0,-1-1-196 0,1-2-1 15,-3 1 424-15,-1 0 475 0</inkml:trace>
  <inkml:trace contextRef="#ctx0" brushRef="#br1" timeOffset="87975.47">15447 1271 181 0,'-3'-2'636'0,"1"-1"362"16,1 1 107-16,1-1-168 0,0 2-276 0,3-2-205 15,3 1-140-15,0 0-81 0,2 1-10 16,2 0-29-16,4-1-48 0,0 2-42 0,4 0-24 16,0 0-15-16,0 0-34 0,4 2-16 0,-3-2-8 15,3 1 0-15,2-1-5 0,-2 1-3 0,-1 1 6 16,-1 0-2-16,2-1-1 0,-6 1 1 0,3 1-2 0,-4 1-37 16,-3 0-49-16,-6 2-122 0,-1 4-175 0,-3-1-299 15,-6 2-302-15,0 1-249 0,-4 1-126 16,-3 0 360-16,-2-1 531 0</inkml:trace>
  <inkml:trace contextRef="#ctx0" brushRef="#br1" timeOffset="88193.24">15262 1627 320 0,'-3'6'694'0,"3"-1"243"15,0-1 135-15,6-1-195 0,0 0-279 0,2 0-207 0,5-2-81 16,0 1-42-16,1-2-82 0,5 0-64 0,1-2-45 15,1 1-30-15,4 0-22 0,0-4-16 16,2 2-8-16,2-1-5 0,-1-1 0 0,1 0-5 16,-4 1 0-16,2 1-11 0,-2 1-37 0,-3-2-106 15,0 3-171-15,-4 0-292 0,-1 1-271 0,-2 0-248 16,0 1-105-16,-4 2 313 0,-1-1 488 0</inkml:trace>
  <inkml:trace contextRef="#ctx0" brushRef="#br1" timeOffset="88743.3">15948 1378 36 0,'0'-7'573'16,"2"0"506"-16,-2 4 220 0,-2-2-41 16,2 1-301-16,2 2-311 0,-2 2-201 0,1-2-113 15,-1 2-73-15,0 2-70 0,0-1-68 0,0 4-40 16,0 1-25-16,-1 3-5 0,-1 4-4 0,0 4-2 15,-1 2-3-15,-3 5-3 0,1 3-2 0,-1 4-9 16,1 3-4-16,-1 0-9 0,-1 3-4 0,1-3-6 16,3 0-5-16,0-2-3 0,1-1-4 15,2-2 4-15,2-5 1 0,1-1 0 0,0-3 2 16,1-2-1-16,2-4 0 0,2-3 0 0,-2-1 0 16,2-3 1-16,4-5-1 0,-2-2 2 0,6-5 0 15,-2-3 0-15,6-4 0 0,-2-2 0 16,4-4 4-16,0-5 4 0,1-1-1 0,2-1 1 15,0-4-1-15,0-1-1 0,0 0-5 0,-2-2-2 16,1 5-2-16,-2-3 0 0,-1 5 2 0,-4 1 0 16,-2 3 2-16,-2 0 0 0,-2 5 2 0,-2 1 0 15,-1 3 1-15,-4 3 0 0,-1 0 0 0,-3 3 0 16,-2 0-1-16,-1 1 0 0,-2 4-1 0,-1 1 0 16,-5 2-1-16,1 3 0 0,-2 2 0 0,-6 4-2 15,2 2 1-15,-1 3 3 0,0 0 1 0,1 6 1 16,-1-1 2-16,1 0 2 0,0 3-7 0,3 2-4 15,-1-2-2-15,3 1-2 0,1 1-2 0,2-1-2 16,1-1 5-16,2-2 1 0,5-2 1 16,0-3-1-16,0 1 1 0,5-3-1 0,2-2 1 15,1-1 0-15,2-5 0 0,1-1 5 0,5-3 3 16,-2-3 1-16,3-3-5 0,2-2-11 0,1-1-21 16,-2-1-57-16,0-4-77 0,-1 2-116 0,0-3-203 15,-1 3-299-15,2 0-344 0,-4 2-305 16,2-1-138-16,-2 3 354 0,2-1 691 0</inkml:trace>
  <inkml:trace contextRef="#ctx0" brushRef="#br1" timeOffset="89016.62">16686 1439 461 0,'4'-3'983'0,"-3"-2"279"16,2 0-35-16,-1 2-289 0,0 1-282 0,1 2-185 16,-2 4-107-16,1-2-57 0,2 3-48 15,-4 1-53-15,4 2-44 0,-4 4-48 0,0 3-26 16,1 3-19-16,-1 3-14 0,-1 1-8 0,1 5-10 16,-4 6-9-16,0-3-8 0,-1 3-6 0,2 4-3 15,0-4-6-15,0 4-1 0,-1-5-2 0,1 0-2 16,2-2-2-16,-1-3-7 0,0-5-14 15,0-1-25-15,0-4-57 0,0-4-71 0,-2-2-108 16,-3-3-169-16,4-3-277 0,-2-3-324 0,2-2-273 16,-3-2-165-16,3-6 221 0,0-2 602 0</inkml:trace>
  <inkml:trace contextRef="#ctx0" brushRef="#br1" timeOffset="89245.74">16541 1403 124 0,'-2'-7'774'16,"-1"5"595"-16,0-3 88 0,1 4-229 16,1-1-439-16,-1 2-347 0,4-2-183 0,-1 2-123 15,4 2-65-15,0-2-32 0,5 2-10 0,0-2-9 16,3 0-1-16,1 0-5 0,4 0 0 0,1-2 0 0,0 0-4 16,1 1-6-16,2 0-42 0,0-1-48 0,-1 2-66 15,1-2-141-15,3 4-208 0,1-2-310 0,-4 2-259 16,5 0-232-16,-2 2-22 0,0 0 452 15</inkml:trace>
  <inkml:trace contextRef="#ctx0" brushRef="#br1" timeOffset="89626.84">16773 1989 110 0,'5'-3'668'15,"0"-1"456"-15,0-1 144 0,1-3-96 0,5-3-346 16,0-2-238-16,2-2-163 0,4-2-89 0,2-5-59 16,-1 0-47-16,4-3-67 0,1-5-59 0,0 1-34 15,2-3-21-15,0-1-17 0,2-1-14 0,0 0-9 16,0 2-2-16,-3-1-3 0,-1 3 0 16,1 0 0-16,-2 3-1 0,-3 3-1 0,-2 1-2 15,-2 3-1-15,-3 3-1 0,-2 3-1 0,-4 4-12 16,-1 0-38-16,-1 2-64 0,-6 3-64 0,-2 0-108 15,0 4-169-15,-3 0-267 0,-1 0-285 0,-1 2-225 16,1 0-163-16,-2-1 208 0,1 0 542 0</inkml:trace>
  <inkml:trace contextRef="#ctx0" brushRef="#br1" timeOffset="89841.44">17009 1311 138 0,'-3'3'709'0,"-2"2"436"16,-1 0 100-16,2 4-144 0,1 2-368 0,2 2-266 16,-2 4-116-16,3 3-54 0,0 0-40 0,3 3-34 15,-2 1-39-15,2 1-52 0,2 2-49 0,3-1-36 16,0-2-22-16,3 0-9 0,2 0-11 0,2-3-21 16,0-3-64-16,2 1-69 0,-1-4-153 0,1-1-286 15,-4-2-310-15,3 1-342 0,-2 1-230 16,0-1 37-16,-1 1 631 0</inkml:trace>
  <inkml:trace contextRef="#ctx0" brushRef="#br1" timeOffset="90424.18">18310 1361 356 0,'-4'-4'855'0,"1"-1"350"16,-6 1 38-16,3 1-209 0,0-1-270 15,-4 2-207-15,1-1-145 0,-1 3-87 0,-4-1-65 0,-2 1-79 16,1 0-60-16,-3 1-35 0,-2 2-21 0,-1 3-13 16,0 0-10-16,-1 0-8 0,2 1-6 0,1 3-6 15,-2-2-5-15,2 2-6 0,5-1-4 0,0 0-5 16,3 1-3-16,3 1-2 0,1-3-3 15,6 3-1-15,1 2-1 0,1 0 1 0,4 0 1 16,5 0 1-16,1 4 1 0,6-3 2 0,2 2 1 16,2-1 0-16,2 2 0 0,4-2 0 0,0 0 0 15,1 0 1-15,-1 0 1 0,-1 0 1 0,2-2 2 16,-2 2 0-16,-3-1 0 0,-1 1-1 16,-6-1 1-16,1 3 0 0,-7-2-1 0,-2 2 0 15,-5 2 0-15,-1-1-1 0,-4 1-1 0,-2 1-1 16,-3-2 0-16,-3 1-2 0,-2-1-2 0,2 1-9 15,-2-3-16-15,-2 0-29 0,1 0-52 0,-3-4-66 16,3-3-82-16,1-2-145 0,2-4-200 16,2-3-291-16,4-2-261 0,0-3-204 0,4-4 10 15,4-5 475-15</inkml:trace>
  <inkml:trace contextRef="#ctx0" brushRef="#br1" timeOffset="90606.48">18578 1414 387 0,'13'-7'874'0,"-3"2"318"16,-2 4 18-16,-1 3-289 0,0 6-230 16,0 4-172-16,-3 4-118 0,0 4-72 0,-1 4-55 15,0 4-48-15,-3 1-61 0,0 6-54 0,0 3-38 16,-2 1-26-16,-1 4-10 0,0 0-13 0,-2-1-10 16,4-1-7-16,-1-1-3 0,0-5-11 15,2-3-53-15,2-4-73 0,-2-6-83 0,-2-4-151 16,2-4-251-16,-3-4-323 0,-2-4-293 0,-1-1-200 15,0-7 50-15,-2-2 546 0</inkml:trace>
  <inkml:trace contextRef="#ctx0" brushRef="#br1" timeOffset="90841.81">18364 1377 103 0,'8'-14'643'0,"-4"3"417"0,1 4 130 0,0 0-87 15,3 1-396-15,0 2-301 0,0 2-161 0,1 0-84 16,5 1-45-16,1-1-34 0,4 2-31 0,0 0-17 16,3 2-14-16,3-1-11 0,0-1-1 0,1 3-4 15,-1 0-4-15,4 0-13 0,-6 2-31 0,2 1-108 16,-1 0-166-16,-5 0-296 0,0 1-270 16,0 1-262-16,-1 1-138 0,-4 1 311 0,2-1 499 15</inkml:trace>
  <inkml:trace contextRef="#ctx0" brushRef="#br1" timeOffset="91376.22">18921 1446 152 0,'-2'0'758'0,"-1"3"448"0,0 0 99 0,-1 2-132 16,1 1-372-16,2 4-277 0,1 2-150 0,-2 3-79 16,0 4-55-16,2 0-43 0,0 4-55 15,0 5-39-15,0 3-26 0,0 1-14 0,0 6-12 16,-1 3-7-16,-1 2-7 0,1 2-10 0,1-1-5 15,-2 0-6-15,-1-1-3 0,3-3-6 0,3-3-3 16,-1-3-3-16,-2-4-1 0,0-5 0 16,1-3 0-16,-1-7-1 0,0-1 0 0,2-5 0 15,-1-4 1-15,-1-7 2 0,2-4 0 0,0-6 1 16,-1-3-1-16,2-6 0 0,1-4-1 0,1-5-1 16,-1-5-2-16,4-1-1 0,-2-6 1 15,4-1-2-15,1-2-1 0,0-3 1 0,0 3-2 16,1-2 1-16,1 2 1 0,1 2 1 0,-2 2 2 15,0 5 1-15,-1 4-1 0,0 4 0 0,-1 4 1 16,1 5-1-16,-2 2-1 0,0 4 1 0,0 1 1 16,0 3-1-16,-2 2 1 0,1 3 1 0,1 1-1 15,-3 2 0-15,1 1 0 0,-1 3 2 0,-1 1 0 16,1 2-1-16,-3 3 1 0,-1 3 0 0,-2 3 0 16,-2-1 0-16,0 4 1 0,-2 1 0 0,-4 5 0 15,0 1 2-15,-2 2 1 0,-3 4 0 0,0 2 3 16,-3 1 5-16,2 4 5 0,-5-1 4 15,3 2 1-15,0-1 1 0,3 1-4 0,-1-5-3 16,5-1-7-16,2-2-4 0,2-3-4 0,0-3 0 16,3-1-2-16,4-2-1 0,0-5-1 0,3-2 0 15,2-2 0-15,1-2-1 0,2-3 0 0,2-1 0 16,0-3 1-16,2-4 1 0,1 0-3 16,2-4-6-16,-1-3-14 0,5-1-23 0,-3-3-56 15,2 0-72-15,-3-3-99 0,-1-2-163 0,3 1-280 16,-3-4-323-16,2 2-277 0,1-3-175 0,-3 1 178 15,3-2 608-15</inkml:trace>
  <inkml:trace contextRef="#ctx0" brushRef="#br1" timeOffset="91644.11">19526 1482 495 0,'0'0'1084'15,"-5"1"364"-15,2 4-26 0,-2 3-351 0,-1 4-359 16,2 4-242-16,-3 2-138 0,2 4-96 0,-1 5-74 15,1 3-47-15,-2 6-28 0,2 3-19 16,1 4-15-16,1 3-14 0,2-1-10 0,1 0-10 16,1-3-9-16,4-7-5 0,2-1-4 0,3-7-1 15,1-5-1-15,1-7 0 0,2-6 0 16,-1-5 1-16,0-8 1 0,-1-3-1 0,-1-6 2 16,1-5 0-16,-4-1 0 0,0-5-2 0,0-3 0 15,-3-1 0-15,0-4 0 0,-4-2-2 0,2 1-1 16,1-3 1-16,-4 3-1 0,0-1-5 15,-2 5-10-15,0 0-19 0,-2 5-36 0,-3 4-73 16,0 3-79-16,-1 3-153 0,0 3-252 0,0 4-318 16,0 4-330-16,2 3-205 0,-1 3 4 0,2 2 603 15</inkml:trace>
  <inkml:trace contextRef="#ctx0" brushRef="#br1" timeOffset="92234.98">19937 1414 173 0,'8'-11'664'16,"-3"4"415"-16,0 3 132 0,-5 0-163 0,1 4-275 16,-1 1-168-16,0 5-134 0,0 2-95 0,-1 3-60 15,-3 4-54-15,1 2-62 0,0 1-63 0,-3 1-37 16,1 4-17-16,0 4-12 0,2 1-6 0,-2 7-7 16,0 1-8-16,2 3-8 0,-3 4-10 15,2 1-8-15,0 0-7 0,1-1-6 0,3-5-5 16,2-2-3-16,1-9-2 0,2-2-1 0,2-6 0 15,1-6 0-15,4-5 0 0,0-6 1 16,-1-7-1-16,4-4 2 0,2-8-2 0,0-2 0 16,1-3 0-16,-3-4-1 0,1-1 0 0,1 0-1 15,0-1-1-15,-4-1 1 0,2 2 0 0,0 0 0 16,-2 2 0-16,1 1 1 0,-2 1 1 0,-1 1-1 16,0 4 0-16,-3 0 1 0,0 3 0 15,-4 4-1-15,4-2 1 0,-5 3 0 0,2 5 1 16,-3 0 0-16,-1 4-1 0,-2 1 1 0,-1 3 0 15,0 4 2-15,-1 4-1 0,-3 2 0 0,1 6 0 16,1 3 0-16,-1 3 1 0,-2 5-2 16,3 3 0-16,-4 3 1 0,3 3-2 0,0 2 0 15,2-3 0-15,3 2-1 0,2-6-2 0,3-1 0 16,-1-6-8-16,6-5-15 0,-1-2-30 0,2-6-75 16,0-7-95-16,2-3-178 0,1-5-287 0,-1-5-340 15,3-4-378-15,1-5-205 0,0-5 188 0,-1-3 714 16</inkml:trace>
  <inkml:trace contextRef="#ctx0" brushRef="#br1" timeOffset="92424.31">20656 1463 478 0,'4'-5'1158'0,"-3"4"392"0,-1 1-109 16,2 2-371-16,-2 3-381 0,0 2-242 0,0 4-156 15,0-1-99-15,1 5-62 0,-1 3-38 0,2 6-25 16,0 2-16-16,-1 6-10 0,1 3-7 0,0 5-8 15,-2 3-6-15,1 3-4 0,1 4-8 0,-1-1-6 16,1 0-12-16,1-4-24 0,-2-2-67 16,1-6-79-16,-1-8-152 0,-1-4-249 0,0-4-323 15,0-6-380-15,0-5-267 0,-3-6-16 0,2-6 620 16</inkml:trace>
  <inkml:trace contextRef="#ctx0" brushRef="#br1" timeOffset="92626.66">20603 1407 107 0,'1'-25'700'16,"-1"5"466"-16,0 4 114 0,0 5-119 0,0 4-358 15,4 3-269-15,-1 4-146 0,2 2-81 0,2 0-55 16,1 2-49-16,2 0-52 0,2 2-64 0,3 0-37 16,2 0-22-16,1 1-2 0,4-4 0 0,-2 4-3 15,2-3 1-15,4 3-3 0,0-1-1 0,1 0-9 16,0 1-5-16,0 2-14 0,-3 0-62 0,0 3-73 15,-2 1-162-15,-6-2-278 0,1 4-311 0,-3 0-381 16,0 2-270-16,-2 2 19 0,-2-1 694 16</inkml:trace>
  <inkml:trace contextRef="#ctx0" brushRef="#br1" timeOffset="92843.35">21145 2327 477 0,'-2'19'1592'16,"0"-2"291"-16,0-3-384 0,0-3-409 16,1-3-449-16,-1 0-326 0,2-2-153 0,0-2-75 15,0 1-36-15,0-3-18 0,0-2-13 0,0 0-10 16,3-2-14-16,-1-1-27 0,-2-1-62 0,0-2-99 16,0 0-212-16,0 0-285 0,4 0-355 15,0 0-426-15,0-2-292 0,0-2 281 0,0 0 882 16</inkml:trace>
  <inkml:trace contextRef="#ctx0" brushRef="#br0" timeOffset="103279.69">3876 13012 82 0,'2'-1'428'0,"1"-1"334"0,-1 2 270 16,-1 0-35-16,-1-1-233 0,0-1-180 0,0 1-104 16,0 1-69-16,2 0-55 0,-2 0-55 15,2 1-42-15,-1-1-36 0,-1 0-46 0,0 0-44 16,0 0-38-16,0 0-26 0,0 0-18 0,-3-1-13 16,1 1-9-16,1-2-10 0,-1 1-7 0,-1 1-6 15,0-2-3-15,-1 0-3 0,1 0-2 16,-3 2 0-16,3-2-1 0,0 1-3 0,-2-1-5 15,0 1-19-15,-1 0-49 0,-2 1-55 16,2 0-55-16,-2 0-83 0,0 0-129 0,-1 2-136 16,-1 0-126-16,2 1-196 0,0 3-224 0,-1 0-79 15,1 0 197-15,1 0 348 0</inkml:trace>
  <inkml:trace contextRef="#ctx0" brushRef="#br0" timeOffset="103473.08">3686 13105 127 0,'-3'6'336'16,"-1"2"157"-16,1-2 95 0,-2 0-98 0,3 2-82 15,-1-3-21-15,0-1 48 0,0 3 38 0,1-3-4 16,-1-1-40-16,1 0-63 0,-1-2-76 16,3 3-89-16,-3-4-69 0,2 1-43 0,-1 0-29 15,1-1-25-15,-1 2-13 0,2-2-10 0,-2 0-3 16,1 2-10-16,-3-2-14 0,1 1-44 0,0-1-115 16,0 1-145-16,-2-1-220 0,1 2-282 0,-1 1-261 15,0 3-123-15,0-4 248 0,0 4 419 16</inkml:trace>
  <inkml:trace contextRef="#ctx0" brushRef="#br0" timeOffset="103698.87">3562 13387 155 0,'1'8'389'0,"2"-2"170"0,-1 1 124 15,0-1-161-15,-1 0-132 0,1-1-78 0,1 1-39 16,-3-2-27-16,3 1-27 0,-1-1-47 0,-1 2-54 15,3-1-51-15,-3-1-29 0,4 1-18 0,-4-3-8 16,2 3-5-16,2 0-1 0,-3-1-1 16,1-1-19-16,0 3-46 0,-1-4-74 0,1 2-72 15,-1-1-84-15,-1 1-114 0,2 2-183 0,-3-4-123 16,0 2 22-16,-3-2 126 0,3 1 185 0</inkml:trace>
  <inkml:trace contextRef="#ctx0" brushRef="#br0" timeOffset="103876.44">3650 13609 226 0,'5'5'383'0,"-2"-3"144"16,0 2 23-16,0-3-155 0,-1 0-65 15,1 1 2-15,-3 0 3 0,2-1-6 0,0 0-27 16,-1-1-40-16,-1 2-58 0,2-2-76 0,1 0-56 16,0 2-31-16,-2-1-17 0,2-1-10 0,1 1-5 15,-1-1-5-15,0 2 0 0,2 1-2 16,-2-3-2-16,2 0-22 0,-1 0-59 0,1 2-87 15,0-2-104-15,-2 0-194 0,2 3-251 0,-2-2-146 16,0 1 36-16,3-1 200 0,-1 1 259 0</inkml:trace>
  <inkml:trace contextRef="#ctx0" brushRef="#br0" timeOffset="104091.53">3838 13709 8 0,'5'2'273'16,"-2"1"182"-16,-1-3 149 0,1 0-3 0,-1 0-164 15,-1 0-111-15,1 0-67 0,0 0-35 0,-1-3-21 16,2 0-17-16,-1 0-40 0,4 0-47 16,-3-2-38-16,0 1-24 0,1-2-14 0,0 0-4 15,1 2-6-15,-2-1-13 0,3-1-54 0,-3 2-80 16,2 0-105-16,-1 0-212 0,-1 2-229 16,0 0-120-16,2 0 51 0,0 2 203 0,1-1 238 15</inkml:trace>
  <inkml:trace contextRef="#ctx0" brushRef="#br0" timeOffset="104251.25">3978 13659 182 0,'3'1'364'0,"0"1"138"0,3 0 53 15,-3-2-179-15,-1 1-141 0,1-1-87 16,0 0-47-16,2 0-22 0,-2-1-1 0,2-3-38 16,-2 2-23-16,3-4-13 0,-3 1-10 0,2-1-3 15,0-2-16-15,-2-1 19 0,1 1 8 16,-1-2-11-16,3 2-31 0,-3 0-47 0,0 1-52 15,2-1-107-15,-2-1-151 0,0 4-104 16,-1-1 11-16,1-2 97 0,-1 2 125 0</inkml:trace>
  <inkml:trace contextRef="#ctx0" brushRef="#br0" timeOffset="104457.73">4112 13480 47 0,'3'-4'225'0,"2"-1"115"15,-2 0 51-15,0 3-52 0,2-3-82 0,-2 1-56 16,0 1-40-16,-1-3-26 0,2 3-25 0,-2-1-22 15,1-1-20-15,0-2-23 0,-3 3-18 16,2 0-8-16,1-1-1 0,-3-1-16 0,2 0-22 16,-2 1-34-16,3-1-37 0,-3 2-46 15,0 0-55-15,0-1-50 0,0-1-39 0,0 2-17 16,0-2 6-16,0 0 32 0,0 2 45 0,0-3 47 16,-2 1 38-16</inkml:trace>
  <inkml:trace contextRef="#ctx0" brushRef="#br0" timeOffset="104651.21">4163 13174 105 0,'1'-6'338'0,"1"3"207"0,-2-1 194 15,1 2 22-15,-1-1-38 0,-1 2-69 16,1-1-85-16,-2 1-87 0,2-3-85 16,-3 3-108-16,1 0-82 0,1 1-60 0,-2-2-34 15,-1 2-32-15,1-1-22 0,0-1-27 0,-1 0-21 16,-1-2-10-16,0 2-22 0,0-3-24 0,-1 0-52 15,-1 1-120-15,-2-1-167 0,1-2-297 16,-2 1-272-16,1 0-244 0,1 1-81 0,2-1 358 16,-1 0 485-16</inkml:trace>
  <inkml:trace contextRef="#ctx0" brushRef="#br0" timeOffset="104822.63">3998 12990 346 0,'-5'-3'839'16,"2"0"352"-16,-3-2 34 0,0 3-254 15,1 0-267-15,2-1-194 0,-1 1-138 0,0 1-87 16,0-2-62-16,-2 3-63 0,3-2-62 0,0 2-46 16,-2-3-28-16,2 1-27 0,-2 1-57 0,0 0-57 15,-1 1-84-15,0-1-159 0,1 2-249 0,-1 0-305 16,-1 2-258-16,-2 0-199 0,3-1 110 16,-1 2 542-16</inkml:trace>
  <inkml:trace contextRef="#ctx0" brushRef="#br0" timeOffset="106392.07">11431 9874 84 0,'0'-5'204'0,"-2"4"57"16,2 0-50-16,0-1-137 0,0 0-172 16,0 1-104-16,-1-2-25 0,1 1 28 0</inkml:trace>
  <inkml:trace contextRef="#ctx0" brushRef="#br0" timeOffset="106950.4">11428 9853 55 0,'1'0'276'0,"-1"0"160"15,2 0 135-15,-2 0-56 0,2-2-101 16,-1 1-57-16,-1 0-16 0,0-2 18 0,2 1 21 16,-1-1 10-16,-1 0-10 0,0 2-29 0,0-1-39 15,0 0-23-15,2 2-17 0,-2 0-1 0,0 0-3 16,0 2-14-16,0-2-22 0,3 2-37 16,-2-1-39-16,-1 4-42 0,0 1-33 0,0 2-19 15,0 9-10-15,0 2-3 0,0 4-5 16,0 5-2-16,0 4-5 0,2 4-6 0,-1 1-6 15,-1 0-7-15,2-1-7 0,1-2-3 0,1-3-3 16,-1-3-2-16,2-5-3 0,-1-3-1 16,2-3 0-16,-1-4-3 0,2-2 0 0,-1-4 1 15,2-2 0-15,1-4 3 0,1-4 0 16,0-1 2-16,2-2 0 0,-1 0 0 0,3-3 1 16,0 1-2-16,1 0-1 0,1-1 2 0,1 5-1 15,0-2 0-15,1 6-1 0,-2-5 0 16,2 5 1-16,-2 2 0 0,2 1 0 0,-4 2 0 15,3-1 0-15,-4 0 0 0,1 2-1 16,-3-2 0-16,-1 0 1 0,-1-2-1 0,-1-1 0 16,-3-1 1-16,1-1 2 0,0-2-1 0,-3-4 2 15,2-4 1-15,-3-3 0 0,1-4 0 16,0-3-1-16,-3-3-1 0,0-3 0 0,0-1 8 16,-1-4 8-16,-4-1 2 0,2 2 3 0,-2-2 2 15,-3 3 0-15,2 0-7 0,1 3-5 16,-1 1-5-16,1 5-1 0,-3 3-3 0,4 3 0 15,0 4-4-15,1 0 0 0,0 3-2 0,0 2-2 16,1 1-4-16,2 3-3 0,0 0-9 16,0 2-17-16,3 0-25 0,-1 3-62 0,1 2-69 15,0 2-109-15,-1-1-160 0,4 5-256 0,-1-1-317 16,1 2-248-16,2 3-173 0,0 1 187 16,1 2 556-16</inkml:trace>
  <inkml:trace contextRef="#ctx0" brushRef="#br0" timeOffset="107217.8">12024 10311 115 0,'9'6'616'0,"-1"-6"443"0,-3-4 174 0,0-3-116 15,0-3-301-15,1-5-210 0,-2-4-153 16,3-5-96-16,-1-4-67 0,-1-2-54 0,1-3-63 16,0-2-58-16,1-5-39 0,-1 1-26 0,2-1-13 15,0 1-6-15,-2 0-4 0,2 3-1 0,-1 3-3 16,-1 5-1-16,-2 4-3 0,1 5-4 15,0 4-6-15,-2 5-4 0,-1 3 2 0,1 1 3 16,2 6 1-16,-1 6 0 0,1 2 2 0,2 7-2 16,-1 5-2-16,2 4-4 0,1 4 0 15,1 5-2-15,-1 5-1 0,2 4 0 0,-3 3 0 16,3 2-2-16,-1-2-3 0,-1 2-9 16,-1-6-39-16,0 1-78 0,1-6-107 0,-4-5-192 15,-2-4-296-15,-1-5-351 0,0-3-355 0,-4-6-160 16,0-3 313-16,-4-4 699 0</inkml:trace>
  <inkml:trace contextRef="#ctx0" brushRef="#br0" timeOffset="107407.4">12068 10099 572 0,'-5'-5'1269'0,"2"1"217"0,-1 2-198 0,2 2-331 15,4 0-446-15,0 2-232 0,3 1-145 16,3 0-61-16,3 0-29 0,5-1-14 0,0 2-13 15,4-1-10-15,2-2-2 0,1 2 2 0,5-1-51 16,-1 2-61-16,0-3-124 0,1 2-191 0,1-1-294 16,-1-2-325-16,2 0-254 0,0 0-94 15,-1-2 400-15,-1 2 551 0</inkml:trace>
  <inkml:trace contextRef="#ctx0" brushRef="#br0" timeOffset="108296.91">12424 9951 108 0,'4'-7'461'0,"0"1"304"0,-3 0 228 15,1 0-49-15,-1 2-226 0,1 0-178 0,-2-1-122 16,2 1-58-16,-2 1-42 0,1 0-35 0,1 0-17 15,-2 2-18-15,1-3-21 0,-1 4-30 0,0-1-33 16,2 0-33-16,-2 1-29 0,0 0-22 16,0 0-12-16,0 0-12 0,0 1-12 15,0 0-8-15,0 3-8 0,2-2-4 0,-2 4-3 16,1 3 2-16,2 1 3 0,-1 6 0 0,0 0 0 16,2 4-3-16,-1 3-2 0,0 2-4 15,1 5-4-15,0 1-2 0,0 1-1 0,0 2-2 16,1 0 0-16,1-2-3 0,-1-2-1 0,0-1-2 15,0-7-1-15,1-3-2 0,0-1 0 16,0-6-1-16,1-2 0 0,-1-6 1 0,1-2 1 16,2-5-1-16,-1-6 2 0,0-7 1 0,4-4 0 15,1-7-1-15,3-5-1 0,-2-2 0 16,3-3-1-16,1-1-2 0,-1-2 1 0,1 2 0 16,-3 0 2-16,2 1 0 0,-2 3 1 0,-4 2 2 15,3 2 0-15,-6 4 0 0,0 1-1 16,0 5 2-16,-2 3-1 0,-1 4 7 0,-2 2 4 15,-1 4 6-15,0 1 2 0,-1 3 1 0,-2 2-1 16,-1 2-7-16,-1 2-4 0,-1 3-5 16,-3 3-4-16,2 2-2 0,-3 0 0 0,2 6-2 15,-5 0 1-15,3 4 0 0,0 1 1 16,-2 2 0-16,0 3 0 0,1 3 2 0,1 1 0 16,-1 2-1-16,5 1 1 0,0-3-2 0,1 2 2 15,3-3-2-15,3-1 0 0,1-4-1 0,0-1-1 16,5-2-1-16,1-5-1 0,0-3 0 15,4-2 1-15,0-5-1 0,2-2 1 0,1-5 0 16,2-5-1-16,2-2-3 0,-2-5-15 16,3-3-24-16,-2-1-68 0,-2-4-82 0,-1 0-173 15,1 1-284-15,-1 0-333 0,-3 2-395 0,0 1-261 16,-1 3 80-16,0 3 765 0</inkml:trace>
  <inkml:trace contextRef="#ctx0" brushRef="#br0" timeOffset="108624.76">13150 10303 8 0,'-2'4'548'0,"0"0"504"0,2-8 218 0,-3 0-67 15,1-3-273-15,2-5-328 0,-1-2-186 0,1-5-99 16,1-2-57-16,-1-6-43 0,2-2-55 0,1-7-54 16,1-1-40-16,0-2-21 0,0-2-11 0,0 1-5 15,2-3-3-15,1 5 3 0,-1 1 4 16,-1 5 4-16,-2 2 2 0,2 7-6 0,-1 5-4 15,0 3-3-15,-3 3-5 0,2 5-4 16,-1 5-3-16,1-1 0 0,0 8-2 0,1 4-1 16,0 5-3-16,0 2-1 0,2 6-3 0,0 3-2 15,0 6 0-15,1 2-2 0,-1 3 1 16,2 3-2-16,-2 6 1 0,2 0-2 0,0 0-2 16,1-2-10-16,-2-1-26 0,1-3-75 0,-2-5-80 15,0-4-154-15,-1-8-263 0,-2-3-327 16,1-3-368-16,-3-6-220 0,-1-6 34 0,0 0 630 15</inkml:trace>
  <inkml:trace contextRef="#ctx0" brushRef="#br0" timeOffset="108795.6">13126 10084 163 0,'-10'-8'840'0,"2"6"502"0,1 3 24 0,2 2-210 15,2 3-432-15,1 0-335 0,4 3-184 0,3-1-97 16,2 1-48-16,4-1-29 0,4-1-11 15,2-3-7-15,3 2-2 0,3-3-44 0,2 2-48 16,0-3-129-16,4 0-250 0,-1-2-284 0,2 0-309 16,0 0-235-16,0-2-73 0,0 2 470 15</inkml:trace>
  <inkml:trace contextRef="#ctx0" brushRef="#br0" timeOffset="109535.73">13475 9919 153 0,'-7'-1'511'0,"0"1"356"0,1-2 247 0,1 2-135 16,2 0-243-16,-2-1-144 0,2 1-108 0,1 0-87 15,2 0-75-15,-1 1-54 0,1-1-43 0,0 0-51 16,0 0-42-16,0 0-34 0,1 0-27 15,-1 2-13-15,0-1-5 0,2 1 1 0,-2 1 0 16,3 1 3-16,0 2 2 0,0 4-3 0,0 3-6 16,-1 2-7-16,1 6-5 0,0 1-7 15,-1 7-6-15,-2 2-5 0,3 3-4 0,-3 3-5 16,2 0-3-16,0 1-2 0,-1-2-2 0,1-3-3 16,2-4-2-16,-1-3 0 0,-1-5-2 15,1-6 0-15,0-2 1 0,0-6 2 0,-1-2 1 16,1-10 1-16,-1-2 1 0,1-7 1 15,-1-7-1-15,1-6-2 0,0-5 0 0,0-2 0 16,-2-6-2-16,1 1 0 0,-2 1-1 0,2-4 0 16,-1 3 1-16,-1 1 0 0,2 1 0 0,-1 2 2 15,1 3 0-15,-2 5 1 0,2 2-1 16,-1 4 0-16,1 5-1 0,-2 4 0 0,2 1-2 16,-1 5 2-16,2 5-2 0,3 2 0 0,-1 5 1 15,2 4-1-15,-1 3 1 0,5 3 1 16,-2 5 7-16,1 4 4 0,4 2 2 0,-3 5 2 15,2 3 1-15,1 1 0 0,-3 0-7 0,3-2-4 16,-3-2-2-16,2-6-2 0,-2-1-2 16,0-6-1-16,-3-4 0 0,1-3 1 0,0-4 0 15,-3-6 1-15,0-3 0 0,0-5 1 16,1-6 1-16,-2-4-1 0,-2-5 0 0,-2-4-1 16,1-1-1-16,1-6 0 0,-3 2-2 0,0-5 1 15,0 2 1-15,0 2 0 0,0-1-2 16,0 4-7-16,0 2-13 0,0 4-22 0,0 3-41 15,0 4-65-15,3 3-66 0,-3 3-87 16,2 3-146-16,2 4-209 0,1 2-274 0,0 0-223 16,1 2-197-16,4 2 45 0,2-1 487 0</inkml:trace>
  <inkml:trace contextRef="#ctx0" brushRef="#br0" timeOffset="109786.64">14109 9812 18 0,'5'-5'541'0,"-3"-1"522"0,-1-1 413 0,-2 3-26 0,-1 1-394 16,-3 2-343-16,1 1-230 0,-5 1-133 16,0 4-121-16,0 2-85 0,-3 4-47 0,0 4-32 15,1 0-21-15,0 4-11 0,-2 2-10 16,4 5-3-16,1 2-5 0,0 6-1 0,2-1 0 16,2 5-3-16,1-1-1 0,3 1-6 0,2-2-2 15,1-4-2-15,5-4-1 0,1-1 0 0,1-7 0 16,3-1-3-16,2-5-8 0,1-4-22 15,1-4-54-15,1-1-78 0,-1-5-155 0,0-4-274 16,-2 0-323-16,4-3-387 0,-3-2-323 16,1-2-8-16,-1-3 707 0</inkml:trace>
  <inkml:trace contextRef="#ctx0" brushRef="#br0" timeOffset="110263.03">14285 9818 312 0,'-2'-6'791'0,"-1"1"342"15,1-1 52-15,1 1-273 0,1 1-295 16,1 0-211-16,2 2-140 0,1-2-81 0,2 2-2 16,1-2-7-16,3 3-4 0,2 0 3 0,0 1-3 15,1-2-9-15,0 2-45 0,1 0-26 16,-2 0-22-16,-2 2-21 0,2-2-11 0,-2 0-5 15,1 1 5-15,-2-1 3 0,-1 1-1 16,-3 1 2-16,3 1 3 0,0 2 3 0,-2 1-3 16,-1 1-3-16,3 4-5 0,-3 4-5 0,2 0-4 15,0 4-1-15,-1 4-2 0,2 4 5 0,-2 2-2 16,2 7 1-16,-1 1-2 0,-1 5-4 16,1 4 2-16,0 2-3 0,0 5-2 0,-1 1-3 15,0 1 0-15,2 1-2 0,-2-1-3 16,1-1-4-16,-1-3-2 0,-1-4-2 0,3-6 0 15,-5-3-1-15,0-7 0 0,0-5-1 0,-3-6 0 16,-1-4 0-16,-3-7 0 0,0-6-1 16,-6-4-1-16,2-8 0 0,-3-5 0 0,0-6 0 15,-1-8 0-15,-4-3 0 0,3-7 2 16,-4-3 0-16,4-5 0 0,0-3-1 0,3-4-1 16,0-1-2-16,3 1 1 0,4 2-2 0,2 2 0 15,2 4-1-15,2 5 0 0,2 5-2 0,2 5-4 16,2 4-11-16,2 2-19 0,0 8-35 15,2 4-77-15,-2 3-100 0,0 6-175 16,2 5-291-16,-4 2-339 0,4 5-371 0,-1 2-180 0,0 2 201 16,2 2 712-16</inkml:trace>
  <inkml:trace contextRef="#ctx0" brushRef="#br0" timeOffset="110705.73">14988 10163 125 0,'0'-13'616'0,"0"-2"425"15,0-2 167-15,0-2-125 0,2 0-304 0,-2-2-207 16,1-1-120-16,-1-3-85 0,0 1-58 0,2-5-49 15,-2 1-57-15,2-2-60 0,-1-3-48 16,1 0-27-16,-1-1-19 0,3 1-8 0,-1 0-8 16,0 1-3-16,0 3-6 0,3-1-5 0,-3 5-3 15,2 1-5-15,0 3-5 0,0 0-3 16,0 3-2-16,1 3 1 0,0 5 0 0,0 1 6 16,3 7 2-16,0 4 8 0,0 4 4 15,-1 5 6-15,5 3 4 0,-4 5 0 0,4 4 1 16,1 4-4-16,-1 3-2 0,3 7-3 0,-2 0-3 15,2 5-3-15,-2 3-3 0,2 1-2 0,-2 3-1 16,-1 2-4-16,3 2-2 0,-4-1-4 16,1-5-1-16,-2-2-4 0,3-4-10 0,-4-5-19 15,-2-5-36-15,-2-4-79 0,0-7-112 16,-4-5-201-16,-2-5-295 0,-2-6-352 0,-4-4-373 16,1-6-162-16,-4-2 341 0,-3-6 731 0</inkml:trace>
  <inkml:trace contextRef="#ctx0" brushRef="#br0" timeOffset="110907.26">15008 9951 62 0,'0'-2'611'0,"1"2"463"0,5 2 168 16,0 1-77-16,6 0-326 0,0-1-310 0,4 3-143 16,3 0-79-16,0 1-53 0,2-2-49 0,2 2-55 15,0 0-45-15,2 0-46 0,-2 0-25 16,3 2-14-16,-3-2-20 0,-2 1-58 0,1-1-61 15,-5 1-105-15,-1 0-187 0,-2 0-301 0,-4 1-319 16,0-1-256-16,-4-1-154 0,2 0 288 16,-7 0 614-16</inkml:trace>
  <inkml:trace contextRef="#ctx0" brushRef="#br0" timeOffset="113998.76">2316 11662 189 0,'0'0'362'0,"0"0"156"0,0 0 14 0,2 0-95 16,-2 0-76-16,1 0-47 0,1 2-15 15,-2-2 0-15,1 0 6 0,1 1-2 0,-2-1-13 16,0 2-12-16,3-2-34 0,-2 0-14 0,-1 0-30 16,0 0-30-16,0 0-34 0,0 0-29 0,0 0-21 15,0 0-34-15,2 0-18 0,-2 1-11 0,3 1 2 16,-1 0-1-16,1 2 3 0,2 3 15 0,1 1 18 16,3 2 7-16,1 3 1 0,0-1 25 15,2 2 14-15,-1 2-2 0,0-2-13 0,2 3-4 16,-2-3-9-16,0 3-23 0,0-1-22 0,0 3-6 15,0-1 11-15,-1-2 4 0,-1 3 2 0,-1-5-4 16,0 1 2-16,0-2-8 0,-2-2-17 0,-1 0-11 16,-2-5-3-16,2 2-4 0,-2-3 0 15,-3 0 0-15,3-2-1 0,-1-2 2 0,-2 2 0 16,1-3 2-16,-1 2-3 0,0-2 1 0,0 0 1 16,-1 0-2-16,1 0-2 0,-2-2-10 15,-1 1-21-15,1-2-39 0,-2 1-45 0,1-2-42 16,1 2-75-16,-3 0-90 0,2-2-117 0,-2-1-108 15,0 3-170-15,1 0-256 0,-2 0-142 0,1 1 68 16,0-2 299-16,0 1 337 0</inkml:trace>
  <inkml:trace contextRef="#ctx0" brushRef="#br0" timeOffset="114309.38">2398 11959 154 0,'5'-1'421'0,"-4"-1"202"16,3 1 124-16,-1 1-156 0,0-2-106 0,3 4-49 15,0-1-22-15,1 2-16 0,1 0-14 0,1 1-25 16,2 2-64-16,-1 3-77 0,4-3-61 0,-3 1-26 16,2 0-19-16,1 1-28 0,-1-3-21 0,-1 0-10 15,-2-1-8-15,1-1-21 0,-2-1-7 16,-1 0-8-16,-1-1-1 0,-1-2 0 0,0-1 33 15,-3-3 28-15,2 0 8 0,-2-4 8 0,-1 0-1 16,1-4-5-16,0 0-26 0,-3-2-24 0,2 0-12 16,-2-1-10-16,0 0-2 0,0-1 0 0,0 2-51 15,-2 0-52-15,1-2-110 0,-1 2-172 16,-1-2-297-16,1 2-326 0,2 1-254 0,0 0-157 16,2 0 307-16,-1 2 575 0</inkml:trace>
  <inkml:trace contextRef="#ctx0" brushRef="#br0" timeOffset="115203.35">3805 11571 140 0,'3'-5'398'16,"-3"3"222"-16,2-2 195 0,-1 3-100 0,-1 0-92 0,2-1-66 15,-2 2-67-15,0-2-63 0,0 2-70 16,0-1-67-16,0 1-55 0,2 1-42 0,-1 1-19 16,-1-2-19-16,0 3-13 0,0 0-10 0,0 0-15 15,0 1-12-15,0 2-15 0,2 2-4 16,-2-1-10-16,1 2-12 0,1 1-13 0,1 4-15 16,1-2-4-16,-1 1-9 0,1 4-1 0,1 0-3 15,1 1-1-15,-1 0-2 0,0 0-4 0,-2-1-2 16,2 2-3-16,1-2-1 0,-3-1-3 15,2 0-3-15,-2-3 1 0,-1 0-3 0,-1-2 1 16,1-3-2-16,1-1 2 0,-3 0-3 16,0-3-16-16,0-1-43 0,-3 0-60 0,1-2-58 15,-2-2-96-15,-1 0-142 0,-2-2-167 0,0 0-237 16,0 0-220-16,1-2-197 0,1 1 49 16,-3-1 367-16,2 1 409 0</inkml:trace>
  <inkml:trace contextRef="#ctx0" brushRef="#br0" timeOffset="115483.38">3772 11820 148 0,'3'0'421'0,"0"0"245"16,-3 0 186-16,2 0-123 0,-1 0-131 16,1 0-89-16,-2 1-68 0,2 0-63 0,-1 1-58 15,1 0-65-15,1 5-53 0,0-3-48 0,-1 4-23 16,3 0-10-16,1 3-5 0,-2-3 2 0,1 3 7 15,3 1-5-15,-1 0-16 0,0-3-19 0,1 4-18 16,-1-3-14-16,-1-1-25 0,3-2-11 16,-4-1-7-16,2-2-3 0,-1-3-2 15,-1 1 1-15,2-4 2 0,-2-2 2 0,-2-2-3 16,2-3 1-16,0-3-1 0,0 0-2 0,-2-3 0 16,3-2-2-16,-3 2-1 0,2 1-26 0,0-3-50 15,0 4-49-15,-2-1-91 0,0 1-159 16,1 2-279-16,1 1-276 0,0 1-238 0,1 1-182 15,1 3 180-15,2-1 537 0</inkml:trace>
  <inkml:trace contextRef="#ctx0" brushRef="#br0" timeOffset="116412.65">5498 11586 121 0,'0'-2'399'0,"2"2"255"16,-2-1 235-16,-2 2-44 0,2-1-145 0,-4 2-121 15,2-1-97-15,-1 1-85 0,0 1-73 16,1 1-57-16,-2 1-40 0,0 2-7 15,-2 1-3-15,0 1-10 0,-2 0-20 0,2 1-31 16,-3 2-30-16,-1-1-34 0,2 3-26 0,-2-2-17 16,-2 3-12-16,0-1-11 0,1 3-7 0,-1 0-5 15,-1 0-4-15,-1 4-3 0,0-1-5 16,0-1 1-16,1 1-2 0,0 0-1 0,1-2 0 16,0 0-3-16,3-1-1 0,0-2-1 15,2-1-1-15,-1-4-3 0,3-1-20 0,1-2-36 16,1-1-53-16,0-4-49 0,-1 0-52 0,3-4-90 15,-1 0-125-15,-1-4-106 0,3-3-198 16,-2 1-235-16,2 0-207 0,0-2 11 0,0 1 332 16,2-2 385-16</inkml:trace>
  <inkml:trace contextRef="#ctx0" brushRef="#br0" timeOffset="116689.84">5203 11837 117 0,'0'4'364'0,"-2"-1"213"16,-1 1 220-16,0 1-51 0,1 1-81 15,-4 0-65-15,3 1-70 0,-2 2-82 0,0 1-80 16,2 0-83-16,-3 5-60 0,4-3-30 16,-4 1-2-16,3 1 3 0,0-1-3 0,0 1-17 15,-1-1-25-15,3 0-37 0,-1-3-33 0,2 0-32 16,0-1-24-16,0-1-14 0,2-1-9 15,-1-1-3-15,3-2-3 0,-1 0-1 0,2 0 2 16,2-1 3-16,-2-3-3 0,3 0 1 16,0-1 1-16,3-2 1 0,0-2-3 0,0 0-31 0,2 2-51 15,-2-4-52-15,3 1-77 0,-3 2-137 16,2-2-202-16,-1 1-284 0,0 2-236 0,0 0-212 16,-1 0 9-16,-1 3 420 0</inkml:trace>
  <inkml:trace contextRef="#ctx0" brushRef="#br0" timeOffset="117570.23">5350 13371 82 0,'1'0'322'16,"-1"-2"184"-16,2 2 138 0,-2-1-78 0,0 1-95 15,-2-2-28-15,2 2 16 0,-3-1 12 0,2 1-1 16,-1 0-46-16,-2 1-46 0,2-1-46 0,-1 2-40 15,0-1-17-15,-2 1-19 0,2-1-20 16,-4 0-28-16,1-1-37 0,-2 2-38 0,0 0-46 16,0-1-28-16,-1 1-17 0,-1-2-14 0,-1 0-7 15,-1 1-7-15,1-1 1 0,-1-1-1 16,-2 1-1-16,1-2-2 0,1 1-2 0,1 1 0 16,0-2-3-16,0 0-2 0,1 2 0 15,2-1-1-15,1 0-1 0,0 1-2 0,-1 0-1 16,3-2 0-16,2 2-1 0,0 0-1 15,-3 0-2-15,6 0 1 0,-3 0-3 0,1 0-7 16,2 0-12-16,0 0-33 0,0 0-53 0,0 0-57 16,0 0-59-16,0 0-104 0,0 0-139 15,0-1-143-15,0 1-205 0,0 0-227 0,0 0-184 16,0 0 89-16,2-2 366 0,-1 2 386 16</inkml:trace>
  <inkml:trace contextRef="#ctx0" brushRef="#br0" timeOffset="117965.56">5083 13486 153 0,'1'5'393'16,"-1"-5"239"-16,0 3 226 0,0-2-50 16,-1-1-91-16,-1 2-99 0,1-2-93 0,-1 1-96 15,-1-1-106-15,-2 0-82 0,3-1-49 0,-5-1-18 16,2-2 7-16,0 2-5 0,-1-3 0 15,-1 1-16-15,-2 0-18 0,1-1-26 0,-2-1-31 16,1 2-26-16,1-2-20 0,-1 1-10 0,2-1-12 16,-2 2-8-16,3-1-4 0,1 1 0 15,0 0-1-15,0-1-3 0,2-1 1 0,-3-1-2 16,3 1-3-16,1-1 2 0,-1 0-2 16,0-2 2-16,3 0-3 0,-2 0 1 0,1-1 1 15,-1-1 0-15,2 3-1 0,2 1 2 0,-1 1-2 16,1 0 1-16,-1 1-2 0,4 1 0 15,0 2 1-15,4 1 2 0,1 1 2 0,0 0-1 16,3 3 0-16,0-2 0 0,3 4 0 16,-2-2 0-16,2 1-1 0,-2-1 2 0,2 0-1 15,-2 0 5-15,2-2 1 0,-3-1-45 0,0 0-68 16,-3-1-90-16,0-2-170 0,-3 0-301 0,-3 0-335 16,2 0-312-16,-6 0-177 0,0-1 194 15,-3-1 654-15</inkml:trace>
  <inkml:trace contextRef="#ctx0" brushRef="#br0" timeOffset="118840.9">2480 13396 39 0,'0'1'288'16,"-3"1"178"-16,3 0 174 0,0-1-8 15,3-1-83-15,-3 1-35 0,0-1-8 0,0 0-20 16,0 2-47-16,0-2-64 0,0 0-75 0,0 3-63 16,0-3-77-16,0 1-52 0,0-1-33 0,2 2-23 15,-1 1-17-15,1-3-28 0,-1 2-4 16,4-2-1-16,-3 4-1 0,4-2-3 0,-1 1 2 15,3-1 1-15,-2 0-3 0,2 2 2 0,0-3 0 16,1 2 4-16,-1-1-5 0,0 0 0 0,2-2 2 16,1 2-1-16,-3-1 0 0,0-1 0 0,3-1 17 15,-2-1 6-15,-1 2 4 0,0-2 4 0,0 0-3 16,0-1 2-16,-2 0-23 0,-1-1-24 16,1 0-40-16,-3 1-58 0,-1-1-98 0,-2-1-139 15,0 2-184-15,0 0-287 0,-2 0-221 0,1 2-110 16,-1-1 181-16,-2 0 384 0</inkml:trace>
  <inkml:trace contextRef="#ctx0" brushRef="#br0" timeOffset="119125.69">2581 13352 100 0,'4'-2'343'0,"-3"0"165"16,2 2 116-16,-1 0-140 0,3 0-156 15,-2 0-78-15,3 0-2 0,0 0 42 0,2 2 52 16,2 0 49-16,1-2-1 0,0 4-35 0,3-1-51 16,-1 0-59-16,0 0-58 0,2 1-42 0,-2 0-31 15,-1 3-14-15,0-3-7 0,-3 2-8 0,2 0-5 16,-3 0-13-16,0 0-17 0,-3 0-12 0,1 0 2 16,-3-1 9-16,-1 1 8 0,-1 0 3 15,-1 0 5-15,-1 1-3 0,-1 1-22 0,-1-1-40 16,-3 2-46-16,1 0-47 0,-3 2-91 15,0-3-143-15,-1 2-184 0,-2 0-280 0,1 1-256 0,-1-1-213 16,0 0 76-16,3 1 422 0</inkml:trace>
  <inkml:trace contextRef="#ctx0" brushRef="#br0" timeOffset="120140.02">2300 15021 73 0,'0'1'331'15,"0"-1"207"-15,1 0 187 0,1 0-65 0,-2 0-131 16,3 0-89-16,-3 0-62 0,2 0-55 0,-1 0-56 16,1 0-56-16,-2 0-56 0,2 0-51 15,-1-1-44-15,-1 1-28 0,2-2-19 0,0 2-5 16,-1-1-4-16,1-1 12 0,-1-1 31 0,4-1 17 15,-2-1 20-15,0-1 15 0,0-1 6 0,2-1-13 16,0 1-21-16,0-3-17 0,4 0-16 16,-3 1-16-16,1-1-10 0,-1 0-4 0,3-1-7 15,-1 0-1-15,0 2-2 0,0 0-1 0,2 2 5 16,-2-2-3-16,-2 1 3 0,2 1-2 16,1-1 1-16,-2 1 1 0,-1 2-1 0,-1-1 4 15,1 2-6-15,0-2-3 0,-1 1-25 0,-2-1-56 16,0 2-104-16,-1-1-130 0,-2-1-175 0,-2 2-288 15,1-1-222-15,-1 1-77 0,2 0 205 16,-3 0 348-16</inkml:trace>
  <inkml:trace contextRef="#ctx0" brushRef="#br0" timeOffset="120470.88">2430 14702 71 0,'1'0'348'0,"1"0"215"0,-1 0 169 0,1 0-88 16,-2 0-173-16,3 0-129 0,-3 0-103 0,2 0-66 16,-1 0-42-16,1 0-24 0,1 0 22 15,0 0 11-15,2 0 21 0,0-3 25 0,-2 2 26 16,3-1-4-16,-1-1-39 0,3 1-29 0,-2 2-23 16,2-2-27-16,0-3-22 0,1 4-17 0,-1-2-11 15,0 2-9-15,-1-1-14 0,2 1-6 16,-3 1-8-16,1-2 8 0,-1 2 10 0,-1 0 18 15,1 0 16-15,-1 3 26 0,-2 0 16 0,0 3-2 16,-1 1-2-16,1 2-10 0,-3 3-19 0,2-2-25 16,-2 0-12-16,0 1-8 0,-2 1-10 15,2-3-8-15,-3 2-6 0,1-3-26 0,1 1-36 16,-1-1-41-16,0-2-101 0,1 0-134 0,-1-4-173 16,1 3-272-16,1 0-243 0,1-4-179 15,1 1 141-15,1-4 398 0</inkml:trace>
  <inkml:trace contextRef="#ctx0" brushRef="#br0" timeOffset="121260.65">3810 14526 269 0,'-2'0'501'15,"2"-2"210"-15,0 2 77 0,-1 2-179 16,1-2-149-16,0 1-99 0,0 0-63 0,1 1-45 15,-1 1-46-15,2 3-41 0,-2-4-28 0,3 5-20 16,0-1-8-16,-1 2 3 0,1-1 0 0,0 3-5 16,1-2-8-16,0 2-10 0,1 1-10 15,-2 2-11-15,0-1-5 0,0-1-8 0,-1 1-6 16,1 0-9-16,-1 2-7 0,-1-3-9 0,1 0-8 16,0 1-5-16,-1-1-5 0,-1-2-3 15,0 0 0-15,0 0-4 0,0-2-12 0,0 0-23 16,-1-2-68-16,-1-1-133 0,-1-2-180 15,-2 0-292-15,0-4-265 0,0 0-228 0,-1-4 23 16,0-1 402-16</inkml:trace>
  <inkml:trace contextRef="#ctx0" brushRef="#br0" timeOffset="121560.99">3704 14464 127 0,'0'-12'384'16,"0"1"187"-16,-1 1 141 0,-1-2-119 0,2 2-154 15,0-1-78-15,0 2-30 0,0-2 1 16,0 3-13-16,0-1-22 0,0 0-45 0,2 1-51 16,-1 1-38-16,1-1-41 0,-1 2-29 0,1-1-31 0,2 5-16 15,-2-3 8-15,1 3-2 0,2 0 6 16,-2 0 3-16,2 2 3 0,0 2 0 15,0 0-15-15,2 0-10 0,-2 3-6 0,1-1-7 16,1 1-3-16,2 1-3 0,-3 2-6 0,2 2-5 16,0-1-7-16,2 3-3 0,-1 0 0 0,-1 4-15 15,0 0-24-15,0-1-116 0,0 1-198 16,-3-1-287-16,-2-1-273 0,2-2-261 0,-2-5-128 16,1 1 359-16,-4-5 532 0</inkml:trace>
  <inkml:trace contextRef="#ctx0" brushRef="#br0" timeOffset="122373.72">5075 14533 247 0,'3'1'518'0,"2"4"225"16,-2-3 146-16,0 4-187 0,2-1-143 0,1 2-92 15,0 0-62-15,1 2-46 0,-1 0-57 0,2 2-71 16,1-1-68-16,1 1-55 0,0 0-28 16,0 3-22-16,2 0-16 0,0-1-12 0,-1 1-8 15,-1 0-3-15,2-1-9 0,-2 0-8 0,1-1 0 16,0-1 0-16,-3 1-2 0,0-3-13 16,-2-2-19-16,0-1-43 0,-4-1-90 0,1-2-133 15,-3-1-153-15,0-1-236 0,-1 0-271 16,-3 1-170-16,0-2 78 0,1-2 343 0,0 0 343 15</inkml:trace>
  <inkml:trace contextRef="#ctx0" brushRef="#br0" timeOffset="122658.58">5080 14560 289 0,'-7'-14'537'0,"-2"1"218"15,3 1 106-15,1 0-196 0,0 2-126 0,2 0-86 16,-2 0-53-16,3 2-54 0,-2-2-58 16,2 2-58-16,1 1-68 0,-1 0-56 0,1 1-39 15,1 1-23-15,-2 1-17 0,2-1-6 0,2 4 7 16,1-1 12-16,0 2 11 0,3 2 12 16,2-1 5-16,0 4-3 0,0 1-8 0,3 1-10 15,-2 1-7-15,3 2-13 0,0 1-2 16,-1 2-1-16,2 1-7 0,-2-1-7 0,0 2-5 15,3-2-9-15,-4 0-33 0,2 0-37 0,-4-2-91 16,-2-1-165-16,-1-1-288 0,0-2-281 16,0-2-255-16,-2 0-177 0,-2-4 230 0,-1-1 542 15</inkml:trace>
  <inkml:trace contextRef="#ctx0" brushRef="#br1" timeOffset="132228.01">2386 18106 65 0,'2'0'287'0,"0"0"168"0,-2 0 171 0,2 0-53 15,-1 0-55-15,1 2-6 0,-1-2-6 0,-1 0-17 16,0 0-47-16,0 1-70 0,0-1-75 0,0 0-76 16,-1 2-59-16,-1-1-48 0,2 1-32 0,0-1-19 15,3-1-21-15,-3 3 3 0,5-1-2 0,-3 1-4 16,4 0-1-16,-1 1-2 0,3-1 3 16,-2 0-16-16,-1 0-12 0,1 0-5 0,-1-2-3 0,1 1-1 15,-3-2-3-15,2 0 0 0,-3-2 5 16,1 0 10-16,-2-3-1 0,-1-1 3 0,0 2 5 15,-1-4-2-15,-1 2-4 0,1-1 12 0,-3 1 25 16,1-1 31-16,0 2 16 0,-1-1 9 0,-1 1 5 16,2 2-15-16,-2 2-22 0,2-3-26 0,-1 4-18 15,1-1-10-15,3 1-12 0,-3 1-10 0,3 1-6 16,0 1-4-16,3 0-7 0,-1 2-37 0,3 1-55 16,-2 1-61-16,3 1-128 0,1-2-176 0,2 1-312 15,0 1-271-15,4-2-215 0,3 0-55 0,0-2 393 16,4 0 494-16</inkml:trace>
  <inkml:trace contextRef="#ctx0" brushRef="#br1" timeOffset="132893.6">4006 17983 68 0,'-3'2'449'0,"-2"-1"374"16,0-1 273-16,-1 1-43 0,0 3-233 0,1-2-175 15,2 3-110-15,0-2-103 0,-1 0-88 16,3-1-65-16,-1 3-68 0,2-3-62 0,-1-1-59 16,1 2-39-16,0-3-23 0,0 0-15 0,1 0-10 15,-1 0-5-15,0 0 1 0,3 0-1 0,-1 0 3 16,0-3 1-16,1 1 1 0,-2-1 0 16,3 0 1-16,-1 1 0 0,0-4-4 0,0 3 0 15,3-1-1-15,-3 0-29 0,2 2-51 0,-2 0-72 16,2 0-130-16,2 4-215 0,-1 1-308 0,0 2-301 15,2 1-258-15,2 1-49 0,0 0 451 0,2 1 571 16</inkml:trace>
  <inkml:trace contextRef="#ctx0" brushRef="#br1" timeOffset="133591.06">5704 17948 12 0,'0'-4'467'0,"-1"4"462"0,-4-2 302 0,3 2-10 16,-3 0-304-16,4 0-237 0,-1 0-191 0,2 0-124 16,-1 2-85-16,1-2-63 0,0 0-71 0,1 0-57 15,-1 0-39-15,0 0-23 0,3 0-14 16,-3 0-7-16,2 0-6 0,1-2 2 0,-1 2 0 15,-2-4 0-15,3 2 3 0,-3-3 0 0,2 3 2 16,-2-3 0-16,0 1 0 0,-2 2 6 0,2 0 2 16,0-2 7-16,0 3 4 0,-2 0-1 0,1 1 0 15,1 1-7-15,0 0-5 0,0 1-8 16,0 2-5-16,1 1-6 0,3 1-13 0,-3 1-38 16,2-1-66-16,1 1-107 0,0-1-182 0,2 0-296 15,1-2-323-15,1 1-319 0,4-1-170 0,-1-1 297 16,5 0 647-16</inkml:trace>
  <inkml:trace contextRef="#ctx0" brushRef="#br1" timeOffset="134325.5">7394 17956 292 0,'-1'-4'791'0,"-1"1"383"0,-1 2 57 15,0 1-252-15,1 0-244 0,0 0-206 0,4 1-137 16,0-1-93-16,-1 3-61 0,1-1-55 0,1 0-66 15,2 1-48-15,-2 0-30 0,2 0-18 16,1-1-8-16,0-1-5 0,2 2-5 0,-1-1 0 16,-1-2-3-16,3 0 0 0,-1 0-2 0,-1 0-30 15,-1 0-54-15,3-2-80 0,-2-1-137 0,-1 3-219 16,2-3-316-16,1 0-302 0,-1 2-242 16,4-2-4-16,0 0 484 0</inkml:trace>
  <inkml:trace contextRef="#ctx0" brushRef="#br1" timeOffset="135007.29">9575 17862 178 0,'1'-6'673'16,"-1"4"407"-16,0-3 126 0,2 3-209 0,-1 0-308 16,1 2-225-16,0 0-134 0,1 2-79 0,0 0-46 15,3 3-16-15,-3-3-18 0,2 2-32 16,-2 0-38-16,0-1-27 0,2 3-18 0,-3-4-23 16,1 3-15-16,0-2-7 0,0-2-8 0,-3 1-6 15,2-1 1-15,-4 2-36 0,2-3-52 16,-4 2-57-16,-1-1-128 0,-2-1-187 0,-1 2-312 15,-4-1-272-15,1 1-230 0,-5-2-84 0,-3 0 414 16,-1 0 519-16</inkml:trace>
  <inkml:trace contextRef="#ctx0" brushRef="#br0" timeOffset="138735.01">2403 16448 65 0,'0'0'229'0,"-2"0"107"16,1 0 23-16,-1 0-64 0,0 0-87 0,2 0-57 15,-3 0-39-15,3 0-26 0,-1 0-19 0,1 0-10 16,0 0-10-16,0 0-10 0,0-2-7 0,0 2-9 16,1 0-7-16,-1 0-8 0,0 0 2 0,3 0-4 15,-3-2 0-15,0 2 0 0,2 0 1 0,-2 0 1 16,0 0 2-16,2-1 10 0,-1 1 7 0,-1-1 20 15,0 1 16-15,2 0 26 0,-2 0 27 0,0-2 31 16,0 2 40-16,0-2 36 0,1 2 29 0,1 0 16 16,-2 0 0-16,0 0-15 0,2 0-33 0,-2 0-39 15,0 0-43-15,1 0-39 0,-1 0-35 0,0 0-24 16,0 0-20-16,2 0-8 0,-2-1-7 0,0 1 0 16,1-2-3-16,1-2 1 0,1 4 3 0,0-5-4 15,0 2 2-15,-1-2 0 0,3 1 1 0,-2-2-1 16,0 0 1-16,0 2 2 0,2-4-2 0,1 2-1 15,-3-3 1-15,2 2-1 0,-2-2 1 0,2 1 2 16,-2-1-2-16,2 0-1 0,-2 0 2 16,2 2-3-16,-2-1 2 0,0 3-2 0,-1-1 0 15,-1 1 1-15,1 2 0 0,-2 0-1 0,0 0 3 16,1 0 0-16,-1 3-3 0,0-2-11 0,-1 2-45 16,-1 0-76-16,-1 0-104 0,0 0-112 0,0 0-158 15,-3 0-258-15,3 2-138 0,-1 1 45 0,-2 0 216 16,3-2 255-16</inkml:trace>
  <inkml:trace contextRef="#ctx0" brushRef="#br0" timeOffset="139018.1">2441 16287 11 0,'1'-6'261'16,"1"4"171"-16,0-3 161 0,-1 2 0 0,2-4-136 15,-3 1-89-15,3 2-36 0,-1-2-14 0,-1 1-2 16,3-1-22-16,-3 2-39 0,2 0-51 0,-1-1-52 16,1 2-47-16,-1-1-40 0,1 2-28 0,-1 0-13 15,-2 2 6-15,4 0 10 0,-1 0 10 0,-1 2 15 16,1 0 8-16,0 0 7 0,2 3-14 0,-2-2-12 16,-1 3-14-16,1-2-15 0,-1 4-5 0,1-2-11 15,1 1-3-15,-2 2-4 0,1-2-8 16,-3 3-35-16,2-2-88 0,-2-2-122 0,0 1-149 15,0-1-292-15,0-2-247 0,1-1-139 0,1-1 123 16,-2-2 337-16</inkml:trace>
  <inkml:trace contextRef="#ctx0" brushRef="#br0" timeOffset="139951.81">3878 16435 201 0,'0'-1'428'0,"0"-2"223"15,0 1 128-15,2 2-82 0,-2-3-93 16,1 1-80-16,-1 1-75 0,0 0-71 0,2 0-73 16,-2-2-84-16,0 3-62 0,0-1-44 0,0 0-31 15,0 1-20-15,0-2-13 0,0 0-11 0,0 2-6 16,0-1-10-16,0 1-1 0,0 0 1 16,0 0 2-16,0 0 3 0,0 1 2 0,1-1 15 15,-1 2 25-15,2 1 32 0,1 1 20 0,-1-1 12 16,1 2 1-16,1 1-16 0,-2 2-25 15,1 1-31-15,-1 1-23 0,-1 2-19 0,1 0-12 16,-2 0-2-16,2 0-6 0,-1 1-1 0,-1-3-7 16,2-1-12-16,-2 0-35 0,-2-2-45 0,2-1-44 15,-1-2-73-15,-1 1-121 0,0-4-142 16,-1-1-157-16,0-1-252 0,0 0-233 0,-2-3-75 16,2 0 235-16,2 0 387 0</inkml:trace>
  <inkml:trace contextRef="#ctx0" brushRef="#br0" timeOffset="140204.42">3840 16416 252 0,'0'-5'455'0,"0"0"204"0,1 1 105 0,1 0-130 16,-2-2-87-16,3 1-66 0,-1-1-46 15,-1-1-49-15,1 0-73 0,1-1-63 0,-1-2-63 16,1 3-46-16,-1 0-49 0,1-1-29 0,1 2-26 15,-2 0-14-15,3 0-11 0,-4 3-7 0,3-1-2 16,-3 1 0-16,2 3 2 0,-1 0 6 16,1 3 0-16,-1 0 2 0,1 3 2 0,1 1-3 15,-2 4-1-15,1 1-10 0,0 1-18 0,1 1-63 16,-3-1-155-16,1 1-195 0,-2-4-285 16,3 2-271-16,-1 0-227 0,1-6 50 0,0 1 451 15</inkml:trace>
  <inkml:trace contextRef="#ctx0" brushRef="#br0" timeOffset="141525.71">5538 16281 78 0,'0'0'294'0,"0"0"166"0,0-2 105 0,0 2-56 15,0 0-111-15,0 0-82 0,0 0-49 0,0-3-31 16,0 3-21-16,0 0-13 0,0 0-15 0,2 0-19 15,-2 0-21-15,1 0-17 0,-1 0-14 16,0 0-10-16,2 3-2 0,-2-3 3 0,1 0 3 16,1 0 2-16,-2 0-2 0,2 2-8 0,-1-2-10 15,-1 0-9-15,2 3-7 0,-2 0-8 0,3 0-4 16,-1 1-6-16,-1 1-9 0,2 0-12 16,0 0-9-16,-1-1-10 0,1 3-9 0,0-3-5 15,-3 1-2-15,2-1-2 0,1 0-1 0,-1 1-1 16,-1-1-4-16,1-3-21 0,-2 0-39 15,0-1-70-15,0 0-100 0,-2-1-133 0,-1 0-222 16,1-3-259-16,1 1-176 0,-1 0 6 0,-1 0 246 16,3 0 337-16</inkml:trace>
  <inkml:trace contextRef="#ctx0" brushRef="#br0" timeOffset="142033.66">5502 16267 46 0,'0'0'283'0,"1"-1"168"16,-1-1 145-16,0 0-82 0,0 1-141 16,2 0-106-16,-1-1-67 0,-1-1-35 0,0 0-9 15,2 0 9-15,0-1 17 0,-1-1 19 0,1-1 15 16,-1 2 7-16,1-2-4 0,1 1-19 0,-1-1-25 16,1 2-32-16,0 1-36 0,0-1-28 0,0 0-27 15,0 2-20-15,-1-2-12 0,1 3-4 16,-1 1-6-16,1 0-2 0,0 0 1 0,-1 1 1 15,1 0-2-15,0 2 1 0,2 0-1 0,-2 2 1 16,2 0-5-16,-2-1-35 0,-2 4-89 0,1-2-139 16,0 0-281-16,-2 1-254 0,1-1-221 15,1 0-65-15,-2 0 248 0,0 0 390 0</inkml:trace>
  <inkml:trace contextRef="#ctx0" brushRef="#br0" timeOffset="153257.99">2254 12073 132 0,'0'2'172'0,"2"0"12"15,-2-2-10-15,3 1-32 0,-3 0-26 0,3-1-20 16,0 2-5-16,-1-2-4 0,-1 0-20 16,1 2-13-16,-1-2-1 0,1 1 4 0,-2-1-5 15,3 0 8-15,-3 0 9 0,2 0 9 0,-2 0 2 16,3 0 11-16,-3 0 5 0,2 0-6 0,-1 0 13 16,1 1 4-16,0-1 2 0,-1 2 9 15,2-2 7-15,0 0 0 0,0 2 4 0,0-2 3 16,1 0 16-16,-1 1 0 0,0-1 0 0,0 1 2 15,2-1-1-15,-2 0-2 0,3 0-20 0,-4 0-20 16,3 0-15-16,0 0-6 0,-2 0 0 16,3 0-3-16,-3 0-2 0,3-1-2 0,-1 1 0 15,-2-1-11-15,2 1-26 0,0 0 31 0,0 0 22 16,2 0 10-16,-2-2 3 0,0 2 0 0,0 0-3 16,1 0-37-16,-1-2-31 0,1 2-16 15,-1 0-7-15,1 0 7 0,-1 0 7 0,0 0 3 16,0 0-1-16,2 2 5 0,-2-2-3 0,0 0-12 15,1 2-7-15,1-2-4 0,0 0-1 0,-2 1-2 16,3 0 1-16,-3-1-2 0,1 2-3 16,0-2-2-16,1 1-2 0,-2-1-1 0,-1 0 2 15,1 2-1-15,0-2 2 0,1 0 0 0,0 0 1 16,-1 0 2-16,0 0-3 0,0 0 1 0,-2 0 1 16,3 0-1-16,0 0-1 0,-1 0 0 0,0-2 3 15,0 2 1-15,0 0-4 0,2-1 1 16,-2 1 1-16,1-2-4 0,1 1-1 0,-1 0 1 15,2 1 1-15,-2-2-1 0,2 0 2 0,-1 1 0 16,0 0 1-16,1-1-1 0,-1 2-1 0,-1-2 1 16,2 1 0-16,-2 0 2 0,-1 1-1 15,3-2 3-15,-3 0-3 0,2 1 1 0,-2-1 5 16,2 2 4-16,-1-1 4 0,-1 1-1 0,2-3 3 16,-2 3 0-16,0 0-5 0,0-2-4 15,1 0-3-15,-1 2-2 0,3-3 0 0,-2 2-2 16,-1 1 0-16,1-1-4 0,-1 0 3 0,3-3-1 15,-2 3 1-15,0-1 1 0,1 0 2 0,-1 1 0 16,2 0-3-16,-2-1-1 0,1 0 1 16,-1 2-2-16,-1 0-1 0,4-1-1 0,-3 0 19 15,1 1 11-15,-1-2 2 0,2 2 3 0,-2 0 2 16,1 0 2-16,-1 0-17 0,2 0-9 0,-4 0-4 16,3 0 0-16,-2 0-3 0,0 0 1 0,-1 0-1 15,2 0-2-15,-1 0 0 0,0 0 0 0,-2 0 0 16,2 0-2-16,0 0 2 0,-2 0 1 15,3 0 0-15,-1 0 0 0,0 2 0 0,-2-2-2 16,3 0 1-16,-1 0 0 0,1 0 2 0,-1 0-1 16,1 0-1-16,1 0 5 0,-2 0-2 0,2 0 0 15,-2 0-1-15,3 0 3 0,-2 0 0 0,-1 0-2 16,4 0 2-16,-4 0-4 0,2 0-2 16,-1 0 1-16,2 0 1 0,-1 1-2 0,0-1 1 15,1 1 1-15,0-1 1 0,0 0-3 0,-2 2 1 16,2-2 1-16,0 2-3 0,1-2 5 15,-1 0 3-15,-1 0 1 0,1 0-4 0,1 0-1 16,-3 0 3-16,2 0-3 0,-1 0 1 0,0 0 1 16,1-2 3-16,-1 0 0 0,1 2-5 0,1-1 0 15,-1 1-2-15,0-1-4 0,3 1 0 16,-2-2 2-16,-1 2 5 0,2-3 5 0,-1 2 2 16,1-1 3-16,-1 1-4 0,2-1-2 0,-1 0-2 15,-1 1-2-15,2-1-6 0,-3 2 3 16,2-1 4-16,-1 0 1 0,1-1 1 0,-1 1-6 0,-1-1 5 15,3 1-4-15,-3 0 0 0,2 1-5 16,-1-2-1-16,2 0 2 0,-3 1 0 0,3 0-2 16,-1-1-1-16,-1 2 3 0,2-2 5 0,-1 1 34 15,-1-1 33-15,-1 2 21 0,3 0 8 0,-3-1-1 16,0 1-5-16,1 0-26 0,1 1-28 16,-2-1-20-16,1 0-7 0,-1 2-1 0,-2-1-5 15,1 1-2-15,-1-2-3 0,2 2 3 0,-2-1-3 16,-1 0-1-16,0 1 0 0,1-2 3 0,2 2-2 15,-2-1 0-15,-1-1-3 0,0 1 1 0,0-1 4 16,2 0-3-16,0 2 0 0,-1-2 0 16,-1 1 1-16,1-1 1 0,2 0-2 0,-2 0 0 15,-1 2 2-15,3-2 0 0,-3 0-2 0,4 0 2 16,-1 0 4-16,-1 0-1 0,-1 0 0 16,3-2 0-16,-2 2 0 0,1 0-3 0,0-1 0 15,1 1-1-15,-1-2 3 0,0 2 0 16,0 0 2-16,1-1 0 0,-1 0-1 0,2 1 0 15,-1 0-2-15,-1-2 5 0,0 2-4 0,0 0 4 16,1-2 2-16,-1 2-1 0,0-1 13 16,3 1 4-16,-1 0 6 0,-1-1-1 0,2-1 1 15,-3 2 0-15,3-2-10 0,-3 1-8 0,3 1-5 16,-1-2-3-16,-2 2 0 0,1 0-2 16,1-1-3-16,-1 1 2 0,0 0-1 0,-1 0 0 15,0 0-1-15,0 1 1 0,0-1 1 0,0 0-2 16,0 2 0-16,-2-2 0 0,2 0 0 15,0 1 0-15,0-1 2 0,-1 2 1 0,2-2 1 16,-3 0-2-16,2 2-1 0,-1-2-1 0,-1 1 0 16,3-1-3-16,-1 0 1 0,0 1 0 15,1-1 2-15,-1 2 0 0,0-2 0 0,0 0 1 16,3 0 0-16,-3 0-3 0,2 0 2 16,-1 0 1-16,1 0 0 0,-1 0-1 0,2-2 2 15,-1 2-2-15,-1-1 1 0,2 1-1 16,-1-1-1-16,-1-1 1 0,2 0-2 0,0 2 1 0,1-1 1 15,0 1-2-15,-1 0 2 0,0 0-1 16,3 0 2-16,-2 0-1 0,0 0-1 16,1 0 1-16,-2 0 1 0,1 0-2 0,1 0 0 15,-2 1 3-15,0 1-4 0,-1-2 1 0,2 3-3 16,-1-2 4-16,-1 1 0 0,4 0 0 16,-3-1 0-16,2 0 0 0,-4 1 1 0,3-1 1 15,0 1-2-15,-1-1-1 0,-1 0 3 0,2-1 0 16,-1 2 0-16,2-1 0 0,-2 1 0 15,0 0 1-15,0-2-2 0,0 1 0 0,-1 1 0 16,2-1-1-16,-2-1-1 0,1 2 1 0,0-1 2 16,-1 1-1-16,1-1 1 0,1 0 0 15,-1 1 0-15,-1 0-1 0,2 0-2 0,0 0-1 16,0 0 1-16,-1-1 1 0,1 3-2 16,-2-3 0-16,0 0 1 0,0 0 0 0,-1 2-2 15,-3-3-20-15,-1 0-40 0,0 0-52 16,-4 2-58-16,-1-4-119 0,-3 2-196 0,0-3-289 15,-2 2-266-15,-1-1-237 0,-5-3-120 0,1 0 364 16,-1-1 562-16</inkml:trace>
  <inkml:trace contextRef="#ctx0" brushRef="#br0" timeOffset="154671.57">2469 13341 55 0,'-3'3'302'0,"1"-3"180"0,1 0 156 15,1 0-64-15,0 0-129 0,0 0-78 0,0 0-19 16,1 0-7-16,1 1 7 0,-2-1-18 0,3 0-28 16,-3 2-55-16,2-2-57 0,-2 0-50 15,3 1-31-15,-3-1-14 0,2 2-5 0,4 0 2 16,-3-2-4-16,3 4 6 0,2-1-5 0,0 0-13 16,3 0 3-16,-1 0-1 0,-1-2 0 0,4 1-11 15,-2 0 26-15,3 0 20 0,-1 0-8 16,2-1-4-16,0 1-5 0,2-1-3 0,1-1-28 15,0 0-14-15,0 0-6 0,3 0-6 0,-1-1-3 16,1-1 0-16,-1-1 4 0,2 1-8 16,1 0-3-16,-1-1 6 0,1-1 3 0,-1 0 0 15,-1 0 2-15,1 0-6 0,0 0-4 0,-1 1-8 16,1-1-4-16,0 2 3 0,0-3-6 0,-1 3 3 16,1-2 2-16,0 3 3 0,-3-2 2 0,3 1-3 15,0 0-2-15,-1 2-2 0,1-2-2 16,-2 2-5-16,1 0-4 0,-2 0-1 0,1 0-3 15,-2 2 1-15,1-2-1 0,0 0-1 0,-3 0 0 16,1 1-1-16,-4-1 1 0,1 0-1 0,2 0 1 16,-5 0-1-16,3 0 1 0,-3 0 0 0,3 0-1 15,-2 0 1-15,-1-1 0 0,1 1-2 0,-1 0 1 16,3 0 0-16,-2 0 0 0,-1 0-1 0,3 0 0 16,-3 0 1-16,0 0 1 0,3 0 3 15,-4 0 1-15,2 1 1 0,-1 0 0 0,-1 1 6 16,1 0 1-16,0-1 0 0,-1 2-2 0,0-3 0 15,0 2 0-15,0-1-5 0,-1 0-4 0,2-1 0 16,-3 0-3-16,3 2 0 0,0-2 0 16,-1 0-1-16,2 0-1 0,-1 0 2 0,2-2 0 15,0 2 1-15,-2 0 1 0,3-1 0 0,-1 1 1 16,2-1 0-16,-2 1 0 0,3-2-1 16,-3 2 1-16,-1 0-1 0,2-2 1 0,1 2-2 15,-1 0 1-15,-1 0-1 0,2 2 1 16,-2-2 0-16,1 0 0 0,-1 2-6 0,0-2-1 15,2 1-3-15,-2-1 0 0,4 0-1 0,-4 1 1 16,4-1 4-16,-1 0 4 0,0 2 0 0,0-2 0 16,3 3 1-16,-2-3 0 0,-1 0-1 15,3 0 6-15,0 0 3 0,0 0 0 0,0-3 2 16,-2 1-1-16,4 0 0 0,-2-2-6 0,1 2-3 16,1-2-1-16,0 0-2 0,-1 0 1 15,2-1-1-15,-3 2 0 0,2-1 1 0,-1-1-1 16,-4 2 0-16,1 0-2 0,-2 1-3 15,-1 0-9-15,-3 2-14 0,-3-2-24 0,-2 2-38 16,-1 2-67-16,-4 0-66 0,-2 0-103 16,-1 1-161-16,-1 0-274 0,-3 2-280 0,0-2-220 15,-2 1-151-15,-2 1 245 0,-1 1 561 0</inkml:trace>
  <inkml:trace contextRef="#ctx0" brushRef="#br0" timeOffset="156232.07">2291 14565 67 0,'6'-1'284'16,"-3"-1"136"-16,2 0 126 0,-2 1-99 0,2-2-109 15,-2 1-62-15,2 0-7 0,-2 2 39 16,3-3 38-16,0 1 21 0,-1 1 26 0,0 1-7 16,0-3-35-16,2 1-57 0,-2 2-55 0,0 0-48 15,1-2-52-15,1 2-36 0,2 0-25 0,-1 0 1 16,2 0-6-16,-1 0-5 0,2 2 23 0,0-2 24 15,0 2 10-15,2 1-12 0,-2-3-6 16,1 1 10-16,0 0-25 0,-1 0-24 0,1 2-12 16,-2-3-8-16,2 0-3 0,0 0-11 0,-1 0-4 15,1 2-3-15,1-2-2 0,1 0 6 16,-1 0 2-16,4 0-3 0,-1 0 1 0,3-2 2 16,0 2 1-16,0 0-6 0,3 0-5 0,-3-4-1 15,3 3-1-15,0 0-1 0,-1-2 4 0,1 3 2 16,0-2 1-16,-1 2 0 0,-1 0-6 0,1 0 0 15,-2 0-3-15,0 2-1 0,-2 1-1 16,-1-2 1-16,3 1-1 0,-5 1-2 0,2-1-4 16,-2 0-6-16,0 1-5 0,-1 0-2 0,-2-1-2 15,3-1-1-15,-4 0-1 0,2 1 5 0,-2-1 3 16,0-1 2-16,0 0 5 0,0 2 1 0,1-2 2 16,0 0 1-16,2 0 1 0,-2-2-1 15,3 2-3-15,-1-1-2 0,2-1-1 0,0 1-1 16,2 0 0-16,-2-1-1 0,2 0 0 0,-3 1-1 15,3 0 0-15,-1-1 1 0,0 0 2 0,0 2 3 16,1-2 2-16,-4 2 0 0,4 0 0 0,-4 0 0 16,3 2-3-16,-2-2-3 0,0 2-2 15,-1-2 4-15,1 2 2 0,-1-1 0 0,2-1 1 16,-3 1 0-16,0 1 0 0,1-2-5 0,0 0-2 16,-1 2-1-16,-1-2-1 0,1 0 0 0,0 1-1 15,-3 0 0-15,1-1 0 0,1 0 0 16,-1 2 0-16,-1-2-1 0,2 1 2 0,-3-1-1 15,3 0 1-15,-2 0 4 0,1 0 4 0,1-1 1 16,0 1 2-16,-1-2-1 0,1 1 0 0,0 0-3 16,-2 1-2-16,3-2 1 0,0-1 4 15,-1 0 1-15,2 1 2 0,1 0 0 0,-1-2 0 16,1 2-5-16,-3-1-3 0,3 1-1 0,-1 0-2 16,2-1 0-16,-3 0 0 0,0 2 0 15,2-1 0-15,-1 0 1 0,0 1-1 0,-2 0-1 16,2-3 0-16,1 3-1 0,-1 0 0 15,0-1 0-15,0 0 0 0,3 1 0 0,-3-2 0 16,0 2 0-16,2-1 0 0,-2 2 0 16,3-1-1-16,-3-1 0 0,2 1 1 0,0-1-1 15,-2 1 0-15,2 1 0 0,-3-2 0 0,1 1 1 16,0 1-2-16,3-2 1 0,-4 2 1 0,2-1-1 16,-1 1 0-16,1-2 1 0,-1 1 0 15,1 1 1-15,0-2 3 0,2 2 2 0,-3-1 2 16,3 0-1-16,-2 1-8 0,2-2 0 15,1 0 0-15,-2 1 0 0,0 1 0 0,1-1 0 16,0-1 0-16,-2 0 0 0,2 0 0 0,-2 2 0 16,2 0 0-16,-2 0 0 0,2-3 0 15,-3 3 0-15,2-1 0 0,-2 1 0 0,1 0 0 16,-1-1 0-16,1 1 0 0,-1 0 0 0,1 0 0 16,-1 0 0-16,0 0 0 0,0 1 0 15,0-1 0-15,1 1 0 0,-2 2 0 0,-1-3 0 16,3 0 0-16,-3 2 0 0,1 0 0 15,-4 0 0-15,2-1 0 0,-2-1 0 0,0 1 0 16,-2 1 0-16,-1-2 0 0,0 0 0 0,-2 0 0 16,0 0 0-16,-1 0 0 0,-1 0 0 15,-1 0 0-15,0 2 0 0,0-2 0 0,-1 0 0 16,-1 1 0-16,0-1-18 0,1 1-41 0,-4-1-71 16,-3 2-110-16,0-1-246 0,-1 4-304 15,-1-1-385-15,2 1-459 0,2-2-198 0,-3-2 476 16,2-4 913-16</inkml:trace>
  <inkml:trace contextRef="#ctx0" brushRef="#br0" timeOffset="159967.81">5301 12343 151 0,'2'-2'367'0,"-1"1"173"16,-1 0 112-16,2 1-136 0,-1 0-128 15,1 0-69-15,-2 0-36 0,0 1-25 0,2 0-17 16,-2 3-7-16,0-3-8 0,1 2-5 0,-1 0 3 16,0 1 1-16,0-2-7 0,0 4-26 15,3-4-29-15,-3 1-24 0,0 0-20 16,2 2-13-16,-2 1-2 0,1 0 3 0,-1 1 9 15,2 2 7-15,-1 1 4 0,-1 1 7 0,2 2-8 16,0 2-10-16,-1 2-14 0,1 1-13 0,1 0-18 16,-1 3-20-16,-1-2-13 0,1 4-6 15,-1-2-9-15,1 3-7 0,1 0-5 0,0 1-2 16,-1-2-3-16,-1 1-3 0,1-1-3 16,-1 2 1-16,1-1 1 0,1 0-5 0,-1-3 1 15,-1 1 1-15,1-1 1 0,0-1 0 0,-1-1 0 16,1-2 1-16,0-1 1 0,-1-1 0 0,-1-3-1 15,2 1 0-15,-2-5-2 0,0 1-1 16,1-3 1-16,-1 0-2 0,0-2-1 0,0 0 0 16,0-3-1-16,0 0-2 0,-1 1-4 15,1-2-11-15,-2 2-20 0,2-4-33 0,-1 2-39 16,-1-2-39-16,0 0-37 0,1-2-29 0,-1 2-45 16,-3-3-51-16,2 1-64 0,0-3-77 15,-2 2-128-15,1 1-240 0,-1-1-172 0,0-1-2 16,0 1 194-16,2-2 296 0</inkml:trace>
  <inkml:trace contextRef="#ctx0" brushRef="#br0" timeOffset="160372.67">5190 12841 272 0,'0'2'542'0,"2"-2"212"0,-1 1 94 0,-1 1-254 16,2-1-180-16,-2 0-93 0,3 4-30 0,0 1 2 16,0 0-2-16,4 1-17 0,-1 4-35 15,3 1-38-15,0-1-47 0,0 2-40 16,2 1-35-16,0-1-22 0,-1 0-12 0,2 1-13 15,-2-2-10-15,1-1-10 0,0-2-6 0,-3-2-5 16,0-1 0-16,1-2-3 0,-3 0 1 0,-1-3 12 16,2-2 11-16,-4-3 2 0,2-2-3 15,-1-1 3-15,-2-4 4 0,-1-2-11 0,1-2-7 16,1 1 0-16,-3-5 3 0,0 3-3 16,0-3-14-16,-2 0-17 0,1 1-56 0,-4-1-130 15,-1 1-175-15,1-1-295 0,-3 1-272 0,2 2-250 16,-3 0-51-16,2-2 383 0,-2 5 467 15</inkml:trace>
  <inkml:trace contextRef="#ctx0" brushRef="#br0" timeOffset="160896.64">5174 12391 102 0,'-1'0'351'16,"-1"0"203"-16,-1 0 225 0,3 0-48 0,-3 2-103 15,1-2-69-15,2 1-54 0,0-1-63 0,-1 0-93 16,1 0-87-16,0 0-81 0,0 0-66 16,0 0-46-16,1 0-31 0,-1 0-19 0,0 0-10 15,2-1-3-15,1-2 9 0,-1-3 3 16,1 0 12-16,0 0 12 0,2-2 5 0,-2-3 7 16,3-1-6-16,-1 1 7 0,1-3 8 0,-1-2-1 15,2-1-1-15,-1 0-4 0,1 1-1 16,0 1-16-16,-1 0-13 0,-1 3-12 0,-2 1-9 15,3 4 12-15,-4 3 31 0,1-1 37 16,2 5 19-16,-2 0 10 0,0 5 5 0,2 0-14 16,-2 3-27-16,3 2-30 0,-2 1-21 15,0 3-10-15,1-2-7 0,0 1-4 0,0 0-2 16,0 2-1-16,1-2-2 0,-2 1 0 0,3-1-2 16,-1 0 1-16,-1 3-1 0,1-3-6 0,0 2-18 15,-1-2-45-15,-2 1-56 0,1-1-62 16,-1-1-119-16,-1 0-170 0,-2 0-293 0,1 0-252 15,-1-1-224-15,0-3-111 0,0 2 322 0,0-2 517 16</inkml:trace>
  <inkml:trace contextRef="#ctx0" brushRef="#br0" timeOffset="161718.56">5739 12639 226 0,'0'-3'544'0,"-1"-2"294"16,-1 1 197-16,-1 0-173 0,-1 0-204 0,1-1-141 16,0 0-85-16,-2 0-47 0,2 3-39 15,-3-3-44-15,3-1-34 0,0 4-28 0,-2-3-34 16,2 3-40-16,-1 1-38 0,0-3-31 15,0 4-18-15,-2-1-17 0,3-1-11 0,0 2-10 16,-2 2-9-16,2-1-5 0,-2 0-8 0,2 3-5 16,0-2-5-16,-3 3-3 0,4 1-2 0,-3 2-2 15,4 1-2-15,-1 0-1 0,1 3 1 16,-1 0-1-16,2 0 0 0,0-3 1 0,0 6 0 16,2-5-1-16,-1 1-1 0,2-1 0 15,-1-1 0-15,1-2 0 0,2-1-2 0,-1 1 1 16,-2-3 1-16,3-1-1 0,-2 1 1 0,0-3 0 15,2 0 2-15,-2-1 0 0,2-1 0 16,1-4 2-16,-3-2 2 0,2 0-1 0,0-5 0 16,-2-1 2-16,2-2-1 0,-2-2-1 15,0-4 0-15,2-4-2 0,-4 2-1 0,2-3 0 16,1 0 0-16,-3-1-1 0,1 0 0 0,1 3 1 16,-1-1-1-16,-1 3 0 0,-1-1 0 0,2 2 0 15,-2 0 0-15,0 2 1 0,0 2 0 16,0 1 0-16,-2 0 1 0,2 2 0 15,-1 2 1-15,1 1 0 0,-2 0 1 0,0 2 0 16,1 3 1-16,1 0 0 0,-2 0 0 0,2 3 4 16,0-1 2-16,-1 2 2 0,1 2 1 0,-2-2 0 15,2 2 1-15,0-3-4 0,0 3-3 16,0 3-2-16,0-1-2 0,0-2 0 0,0 2-2 16,0 4-1-16,0 0 0 0,2 1 1 15,-2 1 0-15,1 1-1 0,-1 1 0 0,2 2 0 16,-1 1 0-16,3 2 0 0,-1-1 1 0,2 3-1 15,1 1 2-15,0 0 1 0,-1 2 0 16,3-1 0-16,1-1-2 0,-3 1 2 0,4 0-1 16,-2-2-2-16,1-2 0 0,-1 0 0 15,0-1-1-15,0-2-2 0,1-1 0 0,0 0-3 16,-1-2-14-16,-2-1-29 0,3-2-69 0,-4 1-75 16,1-7-141-16,-1 2-247 0,0-4-314 0,1-1-343 15,-1-2-235-15,-2-4-39 0,2-1 546 16</inkml:trace>
  <inkml:trace contextRef="#ctx0" brushRef="#br0" timeOffset="170763.1">5965 3946 130 0,'0'-1'319'16,"3"-1"130"-16,-3 1 38 0,2 1-109 16,-1-2-92-16,-1 2-43 0,2 0 12 0,-2 0 54 15,0 0 31-15,1 0 20 0,-1 0-2 0,2 2-21 16,-2-2-45-16,0 0-45 0,2 0-31 15,-2 0-30-15,0 0-33 0,0 0-25 0,0 0-21 16,0-2-19-16,0 2-15 0,0-1-6 16,0 1 1-16,0 0 6 0,0 1 3 0,0-1 6 15,0 2-1-15,0-2-8 0,1 0-6 0,-1 1 1 16,0 1-5-16,0-2-9 0,0 0-7 16,0 1-2-16,0-1-7 0,0 0-20 0,0 2-8 15,0-2-5-15,0 1-3 0,0-1-4 16,0 0 2-16,2 2 3 0,-2-2 1 0,0 2-1 15,3-1-3-15,-3 0 4 0,3 3 0 0,-1-3-2 16,1 2 2-16,-2 1 4 0,2-1 0 16,-1 2-1-16,1-1-1 0,2 2 3 0,-2 0-1 15,2-1-3-15,0 3-1 0,1 1 2 16,-1-1 0-16,1 1-1 0,-1 0-1 0,0 2 5 16,2-1-2-16,0 1 1 0,-2 0 0 0,1-1-5 15,-1 1 3-15,0-1-4 0,1 0 3 16,-2 1 18-16,1-1 11 0,0 0 8 0,0 1 2 15,0 0 2-15,-1-2-4 0,1 1-14 0,-2-1-14 16,0 0-7-16,0-1-5 0,1-1-2 16,-1-1 3-16,0 0-4 0,-1 0 1 0,-1-3 1 15,2 2 0-15,-3-2-1 0,2 0-2 0,-1 0 1 16,-1-2 0-16,0 1-2 0,2-1 1 16,-2 0-1-16,0 1 1 0,1-1 1 0,1 1 0 15,-2-2 1-15,0 2 1 0,0-1-1 16,0 1-1-16,0-1 0 0,0-1-2 0,0 2 3 15,0-2-2-15,0 0 0 0,0 0 1 0,0 0 1 16,0 0 0-16,0 0 0 0,0 0 1 16,0 0 1-16,0 0 0 0,0 0-3 0,0 0 3 15,0-2-4-15,0 2-1 0,-2 0-2 16,1 0 2-16,1 0-1 0,0 0-8 0,-2 0-20 16,2 0-38-16,0 0-48 0,-1 2-43 0,-1-2-40 15,-1 1-54-15,0-1-66 0,0 2-65 0,0-2-70 16,-1 1-122-16,1-1-263 0,0 1-197 15,-2 1-33-15,2 0 195 0,-1-1 324 0</inkml:trace>
  <inkml:trace contextRef="#ctx0" brushRef="#br0" timeOffset="171349.12">6028 4264 91 0,'0'0'328'0,"0"-1"175"0,2-1 143 16,-1 1-108-16,-1 1-116 0,0-1-74 0,0-1-47 15,0 2-24-15,2 0-24 0,-2-2-32 16,0 2-38-16,0-1-19 0,0 1-23 0,2 0-20 16,-1 0-17-16,-1 0-11 0,0 0-13 15,2 1 2-15,-1 1 18 0,1 0 12 0,1-1 8 16,0 2 5-16,3 1 2 0,-2 2-28 0,0 0-32 15,3 0-23-15,-1 1-11 0,3 2-8 16,-1 1-2-16,0 0-4 0,2 1 2 0,-1-1-2 16,1 1-4-16,1-1-6 0,0-2-2 0,-2 3 0 15,1-3-3-15,1-2-2 0,-1 2-3 16,-1-2-5-16,0-3 19 0,-2 1 11 0,-1-3 8 16,2 1 4-16,-3-2 40 0,1 0 26 15,0-3 17-15,-1 2 15 0,0-2 8 0,0-1-4 16,0-1-28-16,-1-1-20 0,2 0-29 15,-2-2-24-15,-1 0-15 0,2-2-8 0,-1 1-4 16,1-2-3-16,1 1-2 0,-3 0-5 0,2-2 3 16,0-1-1-16,-2 0-3 0,2 1 3 15,-2-1-1-15,0 1 1 0,0 1 0 0,-1-1 0 16,-2 3-20-16,0 1-58 0,-2 1-55 16,-1-1-113-16,-1 1-174 0,-1 3-306 0,-2-2-306 15,3 1-244-15,-1 2-145 0,0 2 308 0,-1-2 572 16</inkml:trace>
  <inkml:trace contextRef="#ctx0" brushRef="#br0" timeOffset="173784.67">7206 4123 72 0,'0'2'304'16,"-1"-2"159"-16,1 1 133 0,-2 1-109 0,2 1-150 15,0-2-89-15,0 1-48 0,-2-1-18 16,2 2 3-16,0 0 3 0,-1-2 5 0,1 1 8 16,-2 0 12-16,2 0 12 0,-2 1 11 0,2-2 5 15,-1 0-11-15,1 0-18 0,0 2-27 0,-2-3-33 16,2 0-36-16,0 2-33 0,0-2-22 15,0 0-20-15,0 0-12 0,0 0-12 16,0 0-6-16,2 0-3 0,-2 0 2 0,1-2 11 16,1-1 11-16,1 2 11 0,-1-1 7 0,1-1 13 15,0-1 13-15,2 1 1 0,-2-1-10 16,3-1-5-16,-2-1-8 0,0 0-6 0,3 0-1 16,-1-1 24-16,2-1 19 0,1-1 2 0,-1 1 2 15,2-3-1-15,-1-1-15 0,1-2-34 16,0 1-14-16,0-1-10 0,0-1-2 0,0 0-4 15,0 0-3-15,0 1 2 0,1-3-6 0,0 2-1 16,-1 1-1-16,-1 1-4 0,0 1 0 0,-2 0-3 16,-1 3 4-16,-1-1-1 0,0 5-1 15,-2-1 3-15,0 2 4 0,0 0 1 0,-3 3 7 16,2-1 7-16,-2-1 1 0,0 3 2 16,-2-1-2-16,2 1-2 0,-3 0-9 0,3 1-7 15,-1-1-2-15,-1 0-3 0,0 2-2 0,1-2 0 16,1 1-2-16,-2-1 0 0,1 2-12 15,-1-1-25-15,0-1-49 0,-2 0-49 0,0 2-46 16,1-1-60-16,0-1-80 0,-3 1-91 16,1 1-78-16,2 0-97 0,-2-2-206 0,0 2-207 15,2 2-61-15,-2-3 163 0,-1 3 307 16</inkml:trace>
  <inkml:trace contextRef="#ctx0" brushRef="#br0" timeOffset="174281.93">7312 3848 86 0,'0'-2'363'16,"0"2"225"-16,0 0 187 0,0-2-95 0,0 0-162 16,3 2-121-16,-1 0-89 0,-1 0-59 0,1 0-23 15,-1 0-2-15,3 0-15 0,-1-1-14 16,0-2-12-16,2 0-5 0,-2 0-23 0,2-1-30 15,1-1-20-15,0-1-16 0,1 2-12 16,-1-2-17-16,3 0 2 0,1 0-5 0,-2-1-4 16,2 1-8-16,0 0-7 0,0-3-3 0,0 4-17 15,0-1-5-15,-2 1-6 0,0-1 1 0,0 3-3 16,0-1 0-16,-2 1-1 0,-1 0-1 16,0 1 31-16,1 1 28 0,-3 1 23 0,0-2 34 15,1 4 16-15,-3-2 13 0,2 3-21 16,-1-1-20-16,1 0-17 0,-3 3-30 0,2-1-12 15,0 3-15-15,-1 1-8 0,1-1-6 0,-1 3-4 16,-1-1-1-16,2 1-4 0,1 1-3 16,-2-2-1-16,-1 1-2 0,2 1-1 0,-1-2 1 15,-1 2 0-15,2-3-2 0,-2 1 1 16,0-1 1-16,0-1 0 0,0-1-1 0,0 0 2 16,0 0-2-16,-2 0 0 0,1-2-1 0,-2 0 1 15,-2 1 0-15,2-2-4 0,-2 2-2 16,-1-1-9-16,-1 0-37 0,-2-1-64 0,1-2-65 15,0 2-126-15,0-1-201 0,-3 0-311 16,3-1-287-16,0 0-231 0,2 1-95 0,0 1 414 16,1 0 569-16</inkml:trace>
  <inkml:trace contextRef="#ctx0" brushRef="#br0" timeOffset="188638.52">3647 6661 45 0,'0'0'239'0,"0"-1"128"16,0 1 89-16,0 0-53 0,0 0-76 0,0 0-50 16,0 0-21-16,0 0 17 0,0-1 27 15,0 1 28-15,0 0 37 0,0 0 18 0,0 0-9 16,0 0-35-16,0 0-48 0,0 0-50 0,0 0-58 16,0 0-46-16,0 0-36 0,0 1-26 0,0-1-16 15,3 0-12-15,-3 1-9 0,0-1-8 16,0 0-9-16,2 0-4 0,-1 0-8 0,-1 0-2 15,0 0-6-15,2 0 0 0,-2 0 0 0,0 0-2 16,0 0 1-16,1 0-4 0,1 0 0 0,0 0 3 16,1 2 0-16,0-2 5 0,0 1 0 15,2-1 4-15,0 2 2 0,-1-1-2 0,1 1 3 16,0-1-4-16,1-1-5 0,-1 2-1 0,0-1 1 16,1 1 1-16,0-2-3 0,-1 0 1 0,0 1 4 15,0-1 5-15,2 0 38 0,-2 0 24 0,0 0 17 16,0 0 9-16,0 2 1 0,-2-2-6 15,3 0-33-15,-1 0-21 0,-2 1-13 0,0-1-7 16,0 2-2-16,2-2 3 0,-2 0 15 0,2 0 9 16,-2 0 2-16,2 1 1 0,-2 1-1 0,2-2-6 15,-2 0-19-15,3 0-7 0,-2 0-4 0,0 0-5 16,2 0 0-16,-1 0-2 0,0 0 3 16,-2 0-2-16,2 0 0 0,0 0-1 15,1 1 1-15,-3-1 1 0,3 0-3 0,-2 0 0 16,0 0 0-16,1 0 0 0,-3 0 1 0,4 0-2 15,-3 0 2-15,2 0 0 0,-2 0 1 0,2 0 1 16,-2-1 2-16,2 1 0 0,-2 0 1 16,3 0-2-16,-3 0 0 0,0-2 1 0,2 2-3 15,-2 0-1-15,2 0 0 0,-2 0-1 16,3-1 2-16,-1 1-2 0,-2 0 2 0,2 0 1 16,0 0-1-16,0 0-1 0,1 0 0 0,0 0 1 15,-1 0-1-15,-2 0 1 0,2 0 0 16,0-2-1-16,-2 2-1 0,3-1-8 0,-3 1-5 15,-1 0 4-15,1 0-3 0,0 0 0 16,2-2-1-16,-2 2 8 0,-1 0 4 0,1-1-5 16,0 1 3-16,2 0 1 0,-2 0 4 0,0 0 0 15,0 0 0-15,2 0-2 0,-2 0 1 0,2 1-1 16,-2-1-2-16,3 2 0 0,-1-2 1 16,0 0 0-16,-2 1 0 0,2-1 0 0,0 2 0 15,1-2 0-15,-2 0 3 0,1 0-2 16,-1 1 1-16,-1 1 0 0,0-2-1 0,2 0-1 15,-2 0-1-15,1 0 1 0,0 0-1 0,0 0 0 16,-2 0 1-16,3 0 0 0,0 0-1 16,-2 0 0-16,2 0 2 0,1 0-2 0,-3 0 0 15,3 0 0-15,-1 0 2 0,0 0-1 16,0 0-1-16,1 0 1 0,-2 0 0 0,1 0-1 16,0 0 0-16,0 0 3 0,0-2-3 0,1 1 1 15,-3 1 2-15,2 0 1 0,-2-2-1 16,0 2 0-16,0-1 1 0,1 1 1 0,-1 0 0 15,-2-2 1-15,4 2-1 0,-4-1 0 0,1 1-1 16,1 0 0-16,0-2-1 0,-1 2 0 16,1 0-2-16,0-1 0 0,-1-1 0 0,1 1 0 15,-1-1 2-15,1 2-3 0,1-1 1 0,-2 1 1 16,3-2-2-16,-2 2 0 0,0-1-1 16,-1 1 2-16,1-2-1 0,0 1 0 0,2 1 0 15,-1-1 2-15,-2 1-2 0,1-2 0 16,0 2-1-16,1 0 2 0,-3-2 2 0,2 2-3 15,-1 0 3-15,1 0 0 0,-1-1-1 0,1 1-2 16,0 0-1-16,0 0 1 0,0 0-2 0,0-1 2 16,-1 1 0-16,1 0 1 0,-1 0-1 15,1 0 1-15,0 0-1 0,-1-2 0 0,1 2 0 16,-1 0 1-16,2 0 0 0,-1-2 0 16,-1 2 0-16,1 0 1 0,-1-2-3 0,1 2 2 15,0 0 0-15,0 0-1 0,1 0 0 0,-3-3 1 16,2 3-1-16,0 0-1 0,0-1 1 15,-1 0 1-15,1 0 0 0,0-1 1 0,-1-1 0 16,1 3 2-16,0-2-1 0,-1-1 2 16,1 0 0-16,-1 0 1 0,1 0 0 0,1-2 1 15,-1 1 0-15,2 0-2 0,-1-1 1 0,0-1-2 16,-2 2 0-16,3-2 1 0,-2 0-1 16,3 0 0-16,-3-1 0 0,2 2-1 0,-2 0 1 15,0-2-1-15,2-1 0 0,-3 2 2 0,3-1-1 16,-1-1 1-16,-1-1-1 0,0 0 1 15,1 1-1-15,-1-3 0 0,0 2 1 0,-1-2 0 16,1 1 2-16,0-1-1 0,-3 0 1 16,3-1-1-16,0 1 0 0,-1 0 6 0,-1-1 2 15,1 2 2-15,-1 1 2 0,-1 0-1 0,2-2-1 16,0 2-5-16,-1 0-4 0,-1-1-2 16,0-1-2-16,2-1-1 0,-2 0 0 0,1-2-2 15,-1 1 0-15,2-4 1 0,-2 1-2 0,0 0 0 16,2-1-2-16,-1 1 1 0,-1-2 0 15,2 1 0-15,-2 3 2 0,0 0 1 0,0-2 1 16,0 2 1-16,0 0 1 0,1 1-2 0,1 0 0 16,-2 0 0-16,0 1 1 0,0 0-1 15,0 0 0-15,0-1 0 0,0-1-1 0,2-1 0 16,-2 0 0-16,1 0 0 0,-1-1-6 16,3 1-4-16,-1 0 0 0,-1-2-1 0,1 0-1 15,-1 3-2-15,1-1 7 0,1 3 2 0,-3-2 1 16,2 1 2-16,1 1 5 0,0 0 4 15,-1 0 2-15,0 0 2 0,-1 1-1 0,1 2 1 16,-1-1-6-16,2-1-2 0,0 1-2 0,-1-1-2 16,-1-1 0-16,1 1-1 0,1 0 0 15,-1-3 1-15,-1 1-2 0,1-1 1 0,0 1 0 16,-1-1 1-16,1 1-1 0,0 1-1 0,-1 0 0 16,1 0 1-16,-1 1 1 0,-1-1 0 15,2 3-2-15,1-1 1 0,-2 1 1 0,1-1-1 16,-2-1-1-16,1 0 2 0,1 1-1 15,-2-1-1-15,2-1 2 0,-2 2-1 0,1-2 1 16,-1 0 0-16,0 1 0 0,0-1 1 0,0-1-2 16,0-1 2-16,0 3 0 0,0-3 0 15,2 3 0-15,-2-1 1 0,0 0-1 0,0 0 1 16,2 2-1-16,-2-2-1 0,1 1 1 16,-1-2 0-16,2-1-1 0,-1 2 0 0,-1-1 0 15,2 1 1-15,-2 1 0 0,2-2 1 0,-1 2-1 16,-1-1 1-16,0-1-1 0,0 0 0 0,2 0-2 15,-2-2 0-15,0 3 1 0,1 0 1 16,-1-1-1-16,0 3 0 0,0-1 0 0,0 2 1 16,0-1-1-16,0 3 0 0,0 0 1 15,0 1 0-15,0 1 1 0,0 1-1 0,0 1-1 16,0 0 0-16,0-1 0 0,0 2 0 0,0 0 0 16,0 0 0-16,0 2 0 0,0-2 1 15,0 0 1-15,0 2-1 0,0-1 2 0,0 1-3 16,0 0 2-16,0 0-1 0,0 0-1 0,0 0 0 15,0 0 0-15,0 1 0 0,0-1 0 16,0 2 0-16,0 0 0 0,0-1-1 0,0 2 0 16,0 0 1-16,0 3 0 0,2-2 0 15,-2 0-1-15,0 3 1 0,0-3 1 0,3 2-2 16,-3 0 1-16,1 1 0 0,-1 1 0 16,0 1 0-16,2 0 0 0,-2 1 1 0,0-1-1 15,1 2-1-15,-1 0 1 0,0 1-1 0,0 0 1 16,2 2-2-16,-2-1 2 0,0 2-1 0,0 0 0 15,2 0 0-15,-2 2 0 0,1-3 0 16,-1 1 0-16,0 0 0 0,2-1 0 0,0 4 0 16,-1-4 0-16,-1 2 1 0,3-2-1 0,-1 2 1 15,-2-2 1-15,3 0 0 0,-1 0 0 16,-1 1 0-16,1-2 0 0,0 1-1 0,0-1 1 16,-2-1-1-16,2 1 1 0,0 1 2 0,-1-3 0 15,-1 4 0-15,3-2-1 0,-3-1 1 16,0 0 0-16,2 2-1 0,-2-2-1 0,0 0 1 15,2 0-1-15,-2-2-1 0,0 2 2 16,0-1-1-16,0-1 1 0,0 1 0 0,-2 0 0 16,2-3 0-16,0 3-1 0,-2-1 1 0,2-1-1 15,0 2 1-15,0-2-1 0,-1 0 1 16,-1 1-1-16,2-1-2 0,0 0 1 0,-1 2-1 16,-1-3 0-16,2 3 1 0,-2 1-1 15,2 1 1-15,0-2 0 0,0 3-1 0,0-1 1 16,0-1-1-16,0 2 0 0,2-1 1 0,-2-1-1 15,0 2 1-15,2-3-1 0,-1 3 1 0,-1-2 0 16,3 0 0-16,-3 0-1 0,0 0 1 16,2-1-1-16,-2 1 1 0,2-3 0 0,-1 2-1 15,-1-1 1-15,0-1 0 0,2 0 1 16,-2-2 0-16,0 2 0 0,0-2 0 0,0 1 0 16,1 0-1-16,-1 0 0 0,0-1 0 0,2 2-1 15,-2-2 1-15,0 2 0 0,0-2-1 16,0 1 1-16,2 0 0 0,-2-1 2 0,0 1-2 15,0-1 1-15,0-1-1 0,0 0 0 16,1 0 1-16,-1 0-1 0,0 0 0 0,0 0 1 16,0 0 0-16,0 0 1 0,0-1-2 0,0 2 1 15,0-2 0-15,0 0 0 0,0 2 0 0,0-1-1 16,0 1 0-16,0-1 0 0,0-1 1 16,0 1-2-16,0-1 2 0,2 0-1 15,-2 0 0-15,0-1 0 0,0 0 1 0,0 1 0 16,0 0-1-16,0-1 2 0,0 0 0 0,0 2-1 15,0-2 0-15,0 0 1 0,0 1 0 16,0-1-2-16,0 1 1 0,1-1-1 0,-1 1 1 16,0-3-1-16,0 3-1 0,2 0 1 0,-2-3 0 15,0 3 0-15,0-2 0 0,0 0-1 16,0-1 0-16,0 2 0 0,0-1 1 0,2-2 0 16,-2 2-1-16,0-1 1 0,0 2 2 0,0-3-1 15,0 0-1-15,2 3 1 0,-2-2-1 16,0 0 0-16,0 1 0 0,0-2 0 0,0 2 1 15,0 0-1-15,0-1 1 0,2 1 0 16,-2-2-1-16,0 2 0 0,2-1 0 0,-1 0-2 16,-1 0 1-16,0 1 0 0,0 2 0 0,3-1 1 15,-3-1 1-15,0 3-1 0,2-4 0 0,-2 1 1 16,2 1-1-16,-2 0 0 0,1-2 0 16,1 3 1-16,-2 0 1 0,1-1-2 0,1 0 1 15,-2-1 0-15,2 2-1 0,-1-1-1 16,1 1 0-16,-2-3 0 0,3 3 0 0,-3-2 1 15,2 0 0-15,-1 2 0 0,2-3 1 0,-3 3 1 16,2-3-1-16,-1 1-2 0,1 0 1 16,-1-1 1-16,-1 1-1 0,2-1 0 0,0 0 1 15,-2 1-1-15,1-2 1 0,1 1 0 16,-2 0 0-16,1-1-1 0,1 2 0 0,1-2 0 16,-1 2 0-16,-2 0 0 0,3 0 1 0,-1-1-1 15,-1 1 1-15,2-2-1 0,-1 2-1 16,-1 0 0-16,1 0 0 0,1 0 0 0,-1 0 2 15,-1 0 0-15,1 2 0 0,1-3 1 16,0 3 0-16,-1-3-6 0,0 4 2 0,-1-4 1 16,1 1 0-16,-1-1 1 0,1 2-2 0,-2-3 7 15,3 0-3-15,-2 1-2 0,-1 0 1 0,2-1-6 16,-2 0 4-16,1 1-1 0,1-2 2 16,-2 1-5-16,0-1-2 0,3 2 7 0,-3-2 0 15,2 1 0-15,-2-1-5 0,2 0 7 16,-1 2-1-16,1-2-7 0,-1 1-2 0,1 1 3 15,1-1 2-15,-1 1-5 0,1 1 4 0,1-2 3 16,-2 1 1-16,1 1-5 0,0-2 3 16,1 0 2-16,-1 1 0 0,-2 1-1 0,3-2 1 15,-3 1 0-15,1 0 0 0,1-2 0 16,0 1-1-16,-2 0 1 0,1 1 0 0,1 0 2 16,-1-2-2-16,-1 1 1 0,1-1 0 0,0 0 1 15,-1 1 0-15,2-1-1 0,-1 2 2 0,0-2-1 16,-1 0-1-16,2 3 1 0,-1-3-1 15,2 0 2-15,-2 0-2 0,1 0 0 0,0 2 1 16,2-2-1-16,-3 0 1 0,3 0-1 16,-2 0 1-16,2 3 1 0,-1-3 0 0,-1 0 0 15,2 2 2-15,0-2 0 0,0 0 1 0,-2 0 1 16,3 0 0-16,0 0 1 0,-1 0-1 16,0 0 0-16,1 0 1 0,1 0-1 0,0 0-1 15,0 0 1-15,-1 0-1 0,1 0 0 16,-1 0-2-16,3 0 1 0,-1 0-1 0,-1 0-1 15,2 0 0-15,-1 0 2 0,-2 1-1 0,2-1 0 16,1 1 0-16,-1-1-1 0,-1 1 0 16,1-1 0-16,1 0-1 0,-3 3 1 0,2-3 0 15,1 0 0-15,-2 0 6 0,1 0 1 0,0 0 3 16,-1 0 2-16,0 0 1 0,1 0-1 16,-2 0-3-16,1-3-3 0,1 3-2 0,-1 0-4 15,0-1 0-15,-1 0 0 0,-1 1-2 0,3-1 1 16,-2 1-1-16,-1-2 0 0,1 2-1 15,-1 0 0-15,2 0 1 0,-1 0-1 0,-2 0 1 16,1 0 1-16,0 2-1 0,0-2 2 16,-2 1-1-16,0-1 0 0,2 1 1 0,-2-1-2 15,-2 0 0-15,1 0 0 0,0 0 0 0,-2 0 1 16,1 0-1-16,-1 0 1 0,0 0 0 16,0 0 0-16,0 0 0 0,0 0 0 0,0 0 0 15,0-1 0-15,0 1 0 0,-1 0-1 0,-1 0 0 16,-1 0-1-16,1 0-6 0,-4 1-19 15,0-1-43-15,-1 0-85 0,-1 4-170 0,0-2-267 16,-4 2-335-16,4 0-411 0,-3 0-399 16,-2 1 36-16,4-1 821 0</inkml:trace>
  <inkml:trace contextRef="#ctx0" brushRef="#br0" timeOffset="194702.71">2373 16170 72 0,'0'-2'269'0,"0"2"131"0,0-1 102 16,1 1-123-16,1 0-121 0,-2-2-65 0,0 2-23 16,0 0 7-16,2-2 21 0,-1 2 21 0,-1 0 9 15,0 0-1-15,2 0-26 0,-2 0-26 0,0 0-35 16,1 0-21-16,-1 0-18 0,2 0-10 0,-2-1-7 15,0 1-6-15,2 0-11 0,-2 0-8 0,2 0-13 0,-2 0-14 16,0 0-8-16,2 0-6 0,-2 0 2 16,3 0 9-16,0 0 11 0,-1 0 13 0,3 0 12 15,-2-1 7-15,2 1 0 0,1-2-7 0,0 2 5 16,2 0 2-16,-1-1-5 0,-1 1-4 0,3 0-6 16,-2 0 0-16,-1-2-9 0,2 2-9 0,0 0-5 15,0-1-7-15,-2 1 0 0,2 0-6 0,0-1-5 16,-2 1-7-16,-1-2-1 0,1 2 4 0,-1-2 2 15,0 1 1-15,1 0 2 0,0-1-2 0,-1 0 3 16,2 1-3-16,-1 0-8 0,0-3-1 0,0 3-2 16,1-2-1-16,1 0-1 0,-1 1 1 15,1 0-1-15,-1-1-1 0,2 1 0 0,1 1-1 16,-1-3 1-16,-1 3-1 0,3-3 4 0,-3 3 1 16,0 1-1-16,2-1 3 0,-1-1-1 0,1 2 1 15,-2 0-5-15,1 0 1 0,-1 0-1 0,0 2 1 16,-2-1 0-16,3-1 4 0,-2 1 11 0,-1 3 1 15,-1-3 2-15,1 0 1 0,0 3-2 0,-1-3-6 16,0 3-3-16,0-2-4 0,0 0-3 0,-2-2-1 16,2 3-2-16,-1-2 1 0,1 1-2 0,-2-1 1 15,0-1-1-15,2 2 0 0,-2-2 0 0,2 2 0 16,-2-2-1-16,3 0 12 0,-1 0 7 16,0 0 4-16,-2 0 3 0,2-2 0 0,0 0-1 15,2 2-10-15,-2-1-6 0,0-1-4 0,1 1 0 16,1-2-4-16,0 3 2 0,1 0-2 0,-1 0-1 15,-1 0-2-15,3 0 1 0,-2 0-1 0,-1 0 1 16,1 3 1-16,-1-2 1 0,2 1 2 0,-2-1 2 16,-1-1 2-16,1 2-5 0,-1 0 1 0,1-1 2 15,-1 0-5-15,-2-1-1 0,2 0 0 0,0 2 6 16,-2 0-3-16,3-2-2 0,-1 1 2 0,-1 0-1 16,1 1 3-16,0 0-3 0,2 0 3 0,-3 0-2 15,4 1 2-15,-2-2 1 0,1 2-3 0,-1 0 3 16,3 0-13-16,-2 0-6 0,-1 0-6 0,2 0-2 15,0 0-1-15,-2 0-6 0,-1-2 14 0,3 1 4 16,-3 0 10-16,2 0-3 0,1-2 1 0,-3 3 5 16,2-3-1-16,-1 1 1 0,2-1-1 0,-2 1 0 15,0-1 1-15,1 0-1 0,2 0 0 0,-3-1 1 16,1 1 3-16,1-1-3 0,1 1-2 16,-3-3-1-16,4 3-3 0,-2-1 0 0,1 0 3 15,-1-1 2-15,0 0 4 0,2 2-2 0,-1 0 1 16,1-1 2-16,-2 1-2 0,2 0 3 0,0 0-6 15,-2 0 3-15,3 0 1 0,-3 0 1 0,0-1-7 16,0 1-2-16,1-2 4 0,-2 2-2 0,1 0 2 16,-2-2-4-16,3 1 2 0,-1 0 4 0,0-2-2 15,-1 1 0-15,2 1-4 0,-3-2 2 0,2 0 4 16,0 1 0-16,0-1 0 0,0 2-1 0,0-2 4 16,0 1 2-16,3 0-3 0,-3 0-4 0,0-1-2 15,1 2 2-15,-1-1 14 0,0 0 3 0,2 0 6 16,-1 0 4-16,-1 0 2 0,2 2-1 15,0-1-16-15,-2-1-6 0,2 1-4 0,-1-2-5 16,1 3 2-16,-1 0-1 0,-2-2 2 0,3 2 3 16,0-2-3-16,-2 2 0 0,3-3-1 0,-3 2-3 15,2 1 2-15,0-1-1 0,-2 1-2 0,-1-1 5 16,1 1-1-16,3-3 1 0,-5 3 0 0,2-1 0 16,0 0-1-16,0 1-1 0,-2-2 0 0,2 2-1 15,-1-2 2-15,0 2 1 0,-1 0 2 0,1-1 2 16,1 1-1-16,-2 0 0 0,3-1-3 0,0-1-1 15,0 2 2-15,0-2-1 0,-1 1 0 16,2 0 2-16,0-1 4 0,0 2 1 0,0-1-3 16,-2-1 0-16,4 1-4 0,-4-2 1 0,2 1 0 15,1 1-1-15,-3-1 1 0,3 2 1 16,-2-2 2-16,1 1-3 0,0 0 0 0,0-1 0 16,2 2 0-16,-1-1 0 0,1-1-1 0,-1 1 1 15,3 1 0-15,-2-1 1 0,0-1 0 16,2 2 2-16,-1-2-2 0,1 1-4 0,1 0 2 15,-1 1-1-15,0 0 0 0,-1-2 0 0,4 0-1 16,-4 2 3-16,4-1 0 0,0 0-1 0,-2-1 1 16,2 0 31-16,-1 2 44 0,3-1 23 0,-3-1 10 15,4-2 4-15,-1 2 0 0,0 0-23 0,0-2-36 16,-1 2-22-16,2-2-13 0,-1-1-7 16,-1 3-3-16,0-2-6 0,0 2 0 0,1-1-3 15,-2 0 2-15,1 0 0 0,-1 1 0 0,-1 1 2 16,1-1 2-16,-4 0 2 0,1 1 0 0,-1 1-2 15,-2 0-1-15,0 1-2 0,-3-1 0 0,0 2-3 16,-2-2-2-16,0 2 4 0,-1-2 0 16,-3 0-1-16,-1 0-16 0,-1-2-33 0,0 0-50 15,-3 1-56-15,-2 0-116 0,2-1-189 0,-5-1-293 16,2 1-265-16,0-2-234 0,-1 0-112 0,-2-4 351 16,1 1 544-16</inkml:trace>
  <inkml:trace contextRef="#ctx0" brushRef="#br0" timeOffset="195294.07">4705 14666 158 0,'1'-5'481'16,"-1"0"300"-16,0 3 217 0,2 0-112 16,0 2-182-16,-1 2-159 0,1 0-90 15,-2 4-43-15,3 4-36 0,0 1-46 0,0 2-44 16,3 1-35-16,-2 3-42 0,0-1-47 0,0 5-45 16,-1-1-34-16,3 4-23 0,-1 1-14 0,1 2-9 15,2 4-9-15,-3 2-8 0,3 4-6 16,-2 1-5-16,0 1-3 0,2 2-2 0,-3 1-2 15,2 2-1-15,-3-1 2 0,4 3 0 16,-2-2-5-16,-1 1-19 0,-2-1-42 0,-1-4-61 16,0-2-63-16,-2-4-108 0,-2-4-169 0,0-3-226 15,-2-4-275-15,0-6-225 0,1-3-178 0,-2-5 176 16,-1-1 510-16</inkml:trace>
  <inkml:trace contextRef="#ctx0" brushRef="#br0" timeOffset="195592.57">4678 15480 112 0,'0'-1'530'0,"2"-1"345"0,-1 4 175 0,1 0-77 16,-1 1-296-16,1 3-198 0,3 0-144 0,-2 3-75 15,3 0-48-15,0 4-47 0,1 0-46 16,4 2-37-16,0 3-23 0,0-2-17 0,3 1-17 15,-3 1-8-15,2-2-6 0,-1-1-5 16,1-4-3-16,-3 0-5 0,2-4 3 0,-2-1 2 16,1-5 0-16,-3-4 0 0,-3-4-2 0,-1-1 4 15,-2-7-4-15,0-3-9 0,-4-3-17 16,0-5-14-16,-1-1-21 0,0-1-33 0,-2-3-56 16,-1-2-74-16,-3 0-95 0,2-2-129 0,-1 2-219 15,-1 1-234-15,3 1-132 0,-3 1 61 16,1-1 274-16,-1 0 322 0</inkml:trace>
  <inkml:trace contextRef="#ctx0" brushRef="#br0" timeOffset="195893.54">4571 14572 252 0,'0'-8'684'0,"-2"-2"321"0,2 2 101 0,-3-2-219 15,3 1-291-15,0 2-210 0,0-2-135 0,0 0-74 16,1 1-51-16,1 1-43 0,1-1-34 16,2 1-24-16,-2 1-10 0,2-1-4 0,1 3-3 15,-1 1 2-15,4 3 0 0,-1 0 3 16,-2 5-2-16,3 2 4 0,1 0 3 0,-2 3-1 16,0 3-1-16,-1 4 0 0,2 0-2 15,-1 3-4-15,0 3-4 0,-2 1-5 0,2 2-8 16,-3 0-34-16,-2 1-93 0,-1-3-144 0,-2-1-236 15,-2-3-279-15,0-2-264 0,2-3-165 16,-4-4 189-16,0-2 446 0</inkml:trace>
  <inkml:trace contextRef="#ctx0" brushRef="#br0" timeOffset="202732.84">4768 14811 239 0,'0'0'425'0,"2"0"163"15,-2 1 52-15,1 1-156 0,-1 0-111 0,0 2-42 16,2-2 1-16,-1 3 22 0,1 0 13 0,0 1-10 16,-1 2-32-16,1-2-45 0,-2 4-45 15,2 0-41-15,-1 2-28 0,2 0-13 0,2 3 2 16,-2 1 16-16,2 1 14 0,-2 1-6 16,3 2-18-16,-1 2-22 0,0 1-27 0,1 2-28 15,-1 4-31-15,0-1-16 0,-1 4-7 0,3 4-6 16,0 1-4-16,-2 4-5 0,2 2 2 15,-1 4-8-15,2 1-10 0,-1 2 1 0,0 2-1 16,1-1 2-16,0-1-4 0,0-1 3 0,-2-1 6 16,2-4-6-16,-3-4-2 0,0-5-2 15,1-5 0-15,-3-5 0 0,0-6-2 0,-1-3-5 16,-2-3-12-16,0-5-26 0,-4-6-43 0,1-2-45 16,-3-4-39-16,0-5-36 0,1-6-51 15,-3-5-57-15,0-2-64 0,-1-4-70 0,1-4-111 16,0-1-205-16,0-1-202 0,0-2-57 0,0-2 163 15,0-1 286-15,-1-3 275 0</inkml:trace>
  <inkml:trace contextRef="#ctx0" brushRef="#br0" timeOffset="203064.79">4618 14963 3118 0,'-2'-14'378'0,"-1"-1"-24"31,3-3-1-31,-2-1-17 0,4-63 578 0,-2 60-809 16,3 1-32-16,-1 1-29 0,1 2-22 0,0 3-11 16,1 2 1-16,0 3 12 0,2 0 27 15,-1 4 40-15,3 3 44 0,0 3 38 0,1 2 14 16,-1 1-4-16,0 1-22 0,2 1-32 0,-1 2-37 15,1 3-29-15,-1 0-22 0,2 1-17 16,0 1-8-16,1 4-2 0,0 0-3 0,1 2-4 16,1 3-1-16,0 1-3 0,0 4-1 0,-1 0-17 15,0 1-58-15,-1 0-57 0,-4-4-106 16,-1-2-166-16,-1-1-304 0,-3-5-319 0,-3-4-247 16,0-5-161-16,-3-4 263 0,-5-3 585 15</inkml:trace>
  <inkml:trace contextRef="#ctx0" brushRef="#br0" timeOffset="204171.81">4158 13577 161 0,'3'0'434'0,"-1"4"253"15,-1-1 196-15,1 0-118 0,1 1-119 0,0 2-96 16,0 2-79-16,0 1-82 0,2-1-66 16,0 4-72-16,0 4-65 0,1 0-45 0,3 2-27 15,-2 3-12-15,1 1-18 0,0 4-13 16,1 3-15-16,-1 1-16 0,0-1-12 0,0 4-8 15,-1 1-5-15,0-3-7 0,-1-1-1 0,-2 0 0 16,-1-2-1-16,0-5-10 0,1-1-29 16,-1-3-28-16,-1 0-45 0,-2-4-125 0,-2-1-163 15,-1-2-274-15,-1-4-260 0,1-1-248 16,-2 0-124-16,0-3 325 0,-1-4 479 0</inkml:trace>
  <inkml:trace contextRef="#ctx0" brushRef="#br0" timeOffset="204452.91">4183 14094 78 0,'3'3'359'0,"0"2"202"0,1 1 153 16,1 0-37-16,2 2-157 0,-1 1-74 15,2 3-17-15,2 3-10 0,1 0-17 0,2 3-49 16,1 2-70-16,0-1-72 0,3 3-70 0,-2-5-50 15,2 1-30-15,-4-3-27 0,1-3-16 16,0-3-10-16,-1-5-2 0,-1-2-2 0,-2-4-4 16,-2-4 0-16,-2-7 3 0,-1-4 1 15,-5-2-3-15,0-5-1 0,-2-4 2 0,-1-2-1 16,0-2-14-16,-3-1-38 0,-1-1-114 0,-2 4-156 16,0-2-278-16,-1 2-275 0,-1 5-250 0,-3 0-107 15,1 3 304-15,-3 1 458 0</inkml:trace>
  <inkml:trace contextRef="#ctx0" brushRef="#br0" timeOffset="204727.53">4038 13602 196 0,'-2'-11'436'0,"-1"-1"175"0,1-1 101 16,2 2-227-16,-3-3-202 0,3 1-126 0,3 0-65 15,-1 0-35-15,1 0-19 0,2 0-13 16,3 1-7-16,1 1-7 0,-1 2-7 0,2 2 1 16,0 3-1-16,0 2-1 0,1 2 3 0,2 3-1 15,-2 4 2-15,-1 2 0 0,0 2 6 16,0 2-15-16,0 2-48 0,-3 2-46 0,1-1-102 16,-3 1-257-16,0-4-162 0,-2 1-40 15,0-3 98-15,0-5 164 0</inkml:trace>
  <inkml:trace contextRef="#ctx0" brushRef="#br0" timeOffset="206984.74">4503 14841 176 0,'1'15'302'0,"-1"0"108"0,2 2-29 16,-1 2-113-16,3 1-87 0,-2-3-50 0,3 4-3 15,-2-2-11-15,1 5-11 0,-1-2-14 0,3 3-18 16,-1 1-16-16,1 1-37 0,0-1-9 0,1 5-2 16,-1-1 1-16,1-1 5 0,0 3 7 15,0-1 4-15,-1 1-16 0,-1 0-34 0,0-2-54 16,-1 0-133-16,-1-4-220 0,-1-1-103 0,-1-3 1 15,-1-4 102-15,-1-4 148 0</inkml:trace>
  <inkml:trace contextRef="#ctx0" brushRef="#br0" timeOffset="210890.33">4047 6688 92 0,'2'0'299'0,"-2"2"137"16,3-2 105-16,-2 0-168 0,1 0-141 15,-2 0-103-15,3 0-62 0,-1 0-4 0,1 0-3 16,0 0 0-16,0-2 43 0,2 2 24 16,0 0 66-16,1-2 28 0,0 2 11 0,2-1 38 15,-1 1 26-15,2 0 3 0,1 0-45 0,-1 0-43 16,0 0-2-16,1-1-23 0,0 1-47 16,-1 0-30-16,2-2-16 0,0 1-8 0,0-1-14 15,-1 1-14-15,-1-1-9 0,1 1-2 0,1-1-5 16,-2-1-1-16,-1 2-10 0,1-2-12 15,0 0-6-15,-1 0-4 0,-2 0-3 0,3-1-3 16,-4 0-4-16,1 2-2 0,1-3 3 16,0 2 0-16,-2-2 1 0,0 2-1 0,0 0 3 15,-2-2 4-15,2 3-1 0,-2-2 9 0,3 0 5 16,-3 1 7-16,0-1 0 0,2-1 1 16,-3 1-4-16,1-1-8 0,0 1-5 0,-1 0-3 15,1 0-7-15,0 0-1 0,0 0 2 16,-1 0 0-16,-1 0 0 0,1-1 2 0,1 0-2 15,0 3 5-15,-1-3-5 0,1 0 1 0,0 1-3 16,-1-2 0-16,1 0 1 0,0 0-2 16,0-1 1-16,0-1-1 0,-1 0-1 0,1 0 2 15,0-2 1-15,-1 2-1 0,1-2 1 16,0 2 3-16,-3 0-1 0,2 1-1 0,1-1-1 16,-3 0 1-16,2 1-3 0,-2 1 0 0,3-1 2 15,-3-3 1-15,3 3 3 0,-2 0-4 0,1-2 3 16,-1 0 0-16,1-2-2 0,0-2-4 15,-1 4 1-15,1-5 4 0,1 1-5 16,-1-2 1-16,-1 2-1 0,1-3 3 0,1 2 0 16,-1 1-1-16,1 0 2 0,1 1-4 0,-2-2-2 15,1 1 0-15,0 1 2 0,-1-2-3 0,1 1 0 16,0 1 1-16,-1-3 5 0,1 2-1 16,0 0 1-16,-1 1 3 0,2-2 0 0,-2-1 2 15,1 0-2-15,-1 1 2 0,-1-1-2 16,-1 0-3-16,0 2 4 0,0 0-2 0,0-4-2 15,0 6 1-15,0-2 0 0,-1 0 3 0,1 3 1 16,-2-1-2-16,1-2 2 0,-1-1-5 16,2 2 0-16,-2-1 0 0,2-2-1 0,0 1 0 15,0-3 1-15,0 1 2 0,0-1-2 16,0-2 1-16,0 0-2 0,0-1-1 0,0 1 1 16,0-1 1-16,0 2-1 0,-2 0 0 0,0 2 1 15,2-2 2-15,-2 3-4 0,1 0-5 16,-1 0 5-16,1 2 0 0,-1-1 0 0,0 2 1 15,1 0 2-15,-1 1 2 0,-1 2-2 16,3 0 0-16,-2 1 1 0,1-2-2 0,-1 1-5 16,0-2 5-16,1 1-3 0,1 0-1 0,0-2-2 15,0 0 1-15,0 0 5 0,0-1 0 0,0 1 5 16,0 1-1-16,0-2 2 0,1 2-1 16,-1 2-1-16,2-3-4 0,-2 5 0 0,0 0-2 15,2 0 0-15,-2 1 2 0,0 0-1 16,0-2 2-16,-2 2 1 0,2-1 3 0,0 1-5 15,-2-2-2-15,2 1 3 0,-1-1 1 0,1 3-1 16,0-1-3-16,0 2 4 0,0 1 1 16,0 0-1-16,0 0-1 0,-2 2 2 0,2-1 1 15,0 1-4-15,0-1-1 0,0 1 2 16,0 1-1-16,0-2-2 0,0 2 1 0,0 0 5 16,0-2-2-16,-1 2-1 0,1-1-3 0,0 1 3 15,0 0-2-15,0-1 1 0,0 1 0 16,0 0-1-16,0 0 3 0,0 0-2 0,0 1-2 15,0-1-1-15,0 0 3 0,0 1 0 16,1 1-1-16,-1 0 0 0,0-1 2 0,2 2-1 16,-2-1 0-16,1 1-1 0,1 0 1 0,-2-1-3 15,2 3 1-15,-1-4 3 0,-1 4-1 16,2-1 3-16,-2-2-2 0,0 4 3 0,0-4-2 16,2 2 0-16,-1 1 3 0,1-1-1 15,-2 1 1-15,1 0 1 0,-1 0 4 0,0-1 4 16,2 3-2-16,-2-1-1 0,2-1 2 0,-2 1 7 15,1 0 6-15,1 2 5 0,-2 0 8 16,1 0 3-16,1 0 1 0,0 1-1 0,0 2 9 16,0-1 10-16,1 2 10 0,-1 0 15 15,-1 1 8-15,-1 0 6 0,2-1-15 0,-2 1-6 0,2 0-17 16,-1 0-12-16,-1-1-11 0,0 0-9 16,0 0-5-16,0-2-5 0,0 2-4 0,0 0-2 15,0-1-2-15,0 1-3 0,0-2-2 16,0 1 0-16,0-1-3 0,0 1-2 0,2 2 0 15,-2-2 1-15,0 1-1 0,1-1-2 16,-1 2 0-16,2 0 2 0,-2-1-1 0,2 2 0 16,-2 0 1-16,1-1 1 0,-1 0-1 0,0 0 2 15,2 0-1-15,-2 2-1 0,0-2 2 16,1 1-2-16,1 0 1 0,-2 3 0 0,0-4-1 16,0 1 1-16,2 0-2 0,-1 1 0 15,-1-2 1-15,0 2-3 0,0-1 1 0,0 1-1 16,0-2 0-16,0 2-1 0,0-1 0 0,0 0 1 15,3-1-1-15,-3 0 1 0,0-1-1 16,2 0-1-16,-2 2-1 0,1-2 2 0,1-2 2 16,-1 2-1-16,-1 0 1 0,2-2 2 0,-2 1 1 15,2-1-1-15,-1 1 1 0,-1 0-1 16,0-1 1-16,2 0 0 0,-2 0-1 0,0 0 1 16,1 1 2-16,-1 0-2 0,2-1 0 0,-2 0-1 15,0 2 1-15,2-1-2 0,-1-1-1 16,-1 1-1-16,2 0 2 0,-2-1 0 0,3 0 0 15,-1 1-1-15,-1-1 0 0,2-1 1 16,-1 2-2-16,-1-3 1 0,-1 0 0 0,2 1 0 16,-1-1 3-16,1-1-2 0,-2-1 1 0,3 0-1 15,-3-1 0-15,0 1 0 0,0-2 2 0,2 1-2 16,-2-1 1-16,0 0-1 0,1 1 1 16,1 1-1-16,-2-1-2 0,0 1 1 0,2-2-1 15,-2 2 0-15,1-1 0 0,-1 0 0 16,2 1 1-16,0 0-1 0,-1 2-1 0,1-3 0 15,-1 3 1-15,2-3 0 0,-3 1-2 0,2-1 2 16,-1-2 1-16,-1 0 0 0,2 0-1 16,-2 0 0-16,0-2 0 0,1 1 1 0,1 1 1 15,-2-2-1-15,0 1 0 0,0-1 0 16,2 1 0-16,-1-1-1 0,-1 2-3 0,0-1 5 16,2-1-1-16,-2 0 0 0,0 3 0 0,1-3-1 15,-1 0 1-15,2 3-2 0,-2-4 1 0,0 1-1 16,2 0 0-16,-2 1 1 0,1-2-1 15,1 3 2-15,-2-3-2 0,2 2 1 0,-1-2 0 16,1 3 1-16,-1-1-1 0,1-1-2 16,2 0 1-16,-2 0 0 0,3 2 1 0,0 1 0 15,-1 0-1-15,3 0 2 0,2 0 0 0,-3 0 4 16,4-1 3-16,-2 2 0 0,1-2 1 16,1 0-1-16,-1-3 1 0,2 0-4 0,-1 0-2 15,1-3-2-15,-2-2 0 0,1 1-2 16,-2-2-26-16,1 0-75 0,-4 0-146 0,0-1-270 15,-2 2-292-15,-3-3-364 0,0 4-385 0,-2-1-54 16,-3 2 640-16</inkml:trace>
  <inkml:trace contextRef="#ctx0" brushRef="#br0" timeOffset="-212212.88">2321 18098 26 0,'3'0'205'0,"1"0"94"16,-2 0 69-16,1 0-95 0,-1 1-93 0,1-1-58 16,0 0-29-16,0 1-10 0,1-1 1 0,-1 2 8 15,0-2 5-15,1 0-1 0,1 2-4 0,-2-2 4 16,1 1 10-16,0-1 6 0,1 0-2 16,0 0 29-16,1 0 19 0,-1 0 25 0,0 0 8 15,-1-1 20-15,3 1 24 0,-2-2-18 0,2 2-12 16,-2 0-28-16,0 0-24 0,1-2-13 0,-1 2-17 15,1 0-10-15,0-1-16 0,1 1-5 0,-1 0-2 16,1 0-12-16,0 0-15 0,0 0-12 0,-1 0-9 16,1 0-3-16,-1 0-10 0,0 0-12 0,2-1-6 15,-2 1-3-15,-1 0-1 0,4 0-2 0,-4-2-1 16,2 2 2-16,-1 0-2 0,2-2 0 0,0 2 1 16,-2 0-2-16,2-2 2 0,0 2-4 0,1 0 0 15,1 0 1-15,-2-3-2 0,4 3 0 0,-4 0 1 16,2-1 2-16,1 1-1 0,-2-1-1 15,-1 1 2-15,2 0-1 0,-1 0-1 0,1-1 0 16,-2 1 2-16,1-2-3 0,-1 2 3 0,0 0 1 16,0-3 0-16,1 3-1 0,-1 0 3 0,-1 0-2 15,1-2 1-15,1 2 0 0,-1-3-2 0,0 3 1 16,1-3-4-16,-1 2 0 0,0-1-2 0,0 0 0 16,1 1 1-16,-1 0-2 0,0-3 2 0,0 4 1 15,1-1 2-15,-1 1 1 0,2-1 3 0,-1 1 10 16,-1 0 7-16,-1 1 0 0,2-1 6 0,0 1 15 15,1 1-7-15,-3 0-14 0,1-2-6 0,-1 1-4 16,1 0-6-16,-3-1-16 0,3 2 2 0,-2-2 3 16,-1 2 1-16,1-2 1 0,-1 0-1 0,0 0-1 15,0 0 2-15,1 0 0 0,-2 0 0 0,1 0-3 16,2 0 0-16,-2 0 5 0,-1 0 0 0,2 0 2 16,-1 0 0-16,1 0 4 0,-1 0-3 0,2 0-2 15,0 0 1-15,0 0-1 0,-1 0-4 16,-1 0-1-16,3 0 4 0,-2 0 1 0,0 0 4 15,1 0-1-15,-1-2 2 0,-1 2 0 0,3-2-1 16,-2 2-4-16,-1 0-1 0,1-1 0 0,1 1 1 16,0-1-1-16,-2 1 3 0,1 0 0 0,1-2-4 15,-1 2-3-15,2-2 2 0,-2 2 0 0,-1 0 0 16,3 0 11-16,0 0 12 0,-2 0 4 0,2 0-2 16,0 0 5-16,1 2-3 0,-1-2-11 0,-1 2-7 15,-1-2 0-15,3 0-1 0,-2 0-3 0,-1 0 2 16,1 0-5-16,-1 0 0 0,1 0-3 0,0 0 4 15,-2 0-6-15,3 0 5 0,-1 1 2 0,-2-1-1 16,3 0 3-16,-1 1 0 0,-1-1 2 0,3 0-3 16,-1 2-4-16,-1-2-3 0,-1 2 3 15,3-2 0-15,-2 0 0 0,-1 1 0 0,2-1 4 16,0 0-3-16,-2 0 0 0,-1 1 0 0,1-1 0 16,1 0 2-16,-1 0-2 0,-2 0 4 0,3 0-2 0,-2 0-3 15,0 0-3-15,-1 0 2 0,2-1 4 0,-1 1-2 16,2 0 0-16,-3-1 3 0,3-1-1 0,0 0-4 15,-2 2 2-15,2-1 0 0,-1 0 2 16,0-1-2-16,2 0 2 0,-2 1 2 0,1-2-3 16,1 1 3-16,-2 1-4 0,2-2-2 0,-2 0 2 15,1 2 1-15,-1-2-6 0,0 1-2 0,0-1 6 16,1 0 3-16,-1 2-2 0,-1-2 0 0,0 1 4 16,2 0 1-16,0 0-1 0,-1-1-1 0,1 2-1 15,0-1 0-15,0 0 17 0,-1 0 49 0,1-1 27 16,-1 2 10-16,2-1 6 0,-2 0 0 0,0 2-12 15,1-3-37-15,-1 3-20 0,0 0-10 0,1 0-3 16,-3 0-6-16,3 0-3 0,-1 0-6 16,0 3-4-16,-1-3-5 0,3 0-1 0,-3 0 2 15,1 0-2-15,0 2-3 0,-1-2-1 0,1 1 5 16,1-1-2-16,-2 0-1 0,2 0-7 0,1 0 19 16,-1 0 13-16,-1-1 3 0,3 1 4 0,-1-2 3 15,-1 2 8-15,1-3-15 0,1 3-12 0,1-2-4 16,-1-1-6-16,2 0-1 0,-1 2-1 15,-1-3 0-15,4 2 1 0,-2-3-2 0,0 2 0 16,0-1 1-16,0 1 3 0,2-2-3 0,-1 1 2 16,0-1 2-16,0 1 2 0,1 1 0 0,-2 0-3 15,1-1-1-15,0 0 0 0,0 2-2 0,-1-1 0 16,-1 1-2-16,-1 1 0 0,2-1 0 16,-3 2 0-16,3-3 0 0,-3 3 0 0,-2 0 0 15,3 0-1-15,-3 0-1 0,1 0-1 0,0 3-1 16,-1-3 1-16,1 2 0 0,0-1 2 0,1 0 0 15,-1 0 2-15,1 2 0 0,-1-1-1 16,1 0 1-16,-1 1 0 0,1 0-1 0,1-1-2 16,-1 0 1-16,0 0-2 0,0 1 1 0,1-2-1 15,-1 2 0-15,-3-1 1 0,2-1-2 0,0 2 1 16,-4-1-1-16,2-1-1 0,-2 1 1 16,-1-2-1-16,1 0 2 0,-1 0 0 0,-1 0-1 15,-1 0 0-15,0 0 0 0,0 0 1 0,-1-3 0 16,-1 1-1-16,0-1-1 0,-1 2-19 0,0-2-50 15,-2 1-72-15,-2-1-133 0,2 2-229 16,-3 1-305-16,3-2-331 0,0 1-288 0,-1-2-69 16,0 0 494-16</inkml:trace>
  <inkml:trace contextRef="#ctx0" brushRef="#br0" timeOffset="-211186.16">4563 16240 233 0,'1'-2'437'16,"-1"1"201"-16,0 0 82 0,0 1-107 0,0 0-59 16,0 0-48-16,2 0-50 0,-2 1-51 0,0-1-64 15,0 1-70-15,3 1-76 0,-3 0-60 0,3 2-35 16,0 1-19-16,0 0-6 0,-1 3-1 15,1 1 3-15,2-1 0 0,-2 5 3 0,2-1 10 16,-2 0 1-16,3 3 11 0,-1 0 2 0,1 0 11 16,-1 3 3-16,0 2-8 0,1 0-13 0,2 2-16 15,-2 2-14-15,2 2-15 0,-1 4-17 16,2 1-9-16,-1 3-3 0,0 1-1 0,0 2-1 16,3 4-1-16,-3 1-6 0,0 2-3 0,1 2-4 15,-1 0-3-15,0-1-4 0,0 0-4 0,3 0 4 16,-3-1 1-16,0-3 0 0,-2 2-1 15,3-4-2-15,-2 3 0 0,1-3 0 0,0-2 6 16,-2 1 4-16,0-4-4 0,1 1 0 0,-2-3-1 16,-2 0-3-16,3-2-4 0,-3-1-5 0,-2-2 5 15,1-2 0-15,-2-1 3 0,0-3 0 0,0 1 1 16,-2-6-1-16,1-1-2 0,-1-2 1 16,-4-1-3-16,3-6-2 0,0 1-2 0,0-1-6 15,-2-5-4-15,0 0-4 0,0-1-7 0,-1-2-11 16,2-2-14-16,-3-1-19 0,2 0-28 0,0-3-24 15,1 0-19-15,-1 2-11 0,1-1-5 16,0 0 7-16,1 2 14 0,1-1-5 0,1 0-16 16,-2 2-49-16,1 0-61 0,-1-2-69 0,1 3-65 15,-1 1-55-15,0 0-42 0,3 1 1 0,-1 1-12 16,-1 0-32-16,2 0-41 0,0 0 45 16,0 1 115-16,0 1 142 0</inkml:trace>
  <inkml:trace contextRef="#ctx0" brushRef="#br0" timeOffset="-210796.26">4686 17638 27 0,'0'1'291'0,"2"2"185"0,-1 3 174 0,-1-4 8 15,2 4-142-15,1 0-71 0,1 2-15 0,1 1 24 16,0 1-2-16,3 0-34 0,0 1-46 0,4 2-50 16,0 1-50-16,3 0-46 0,3 1-23 15,-1 0-20-15,1 2-26 0,-1-6-28 0,3 1-28 16,-4-3-32-16,0-3-31 0,0-1-15 0,0-3-10 15,-2-3-3-15,0-2-5 0,-1-3 3 0,-3-1 0 16,0-4-1-16,-2-5 2 0,0-2-5 0,-3-1 2 16,0-3-1-16,1-4-2 0,-3 1 5 15,-1-3 0-15,-1-2 3 0,1 0 2 0,-1-2-9 16,-1 0-58-16,-1 3-65 0,-1 0-130 0,-1 4-197 16,-2 1-308-16,-2 0-328 0,0 4-250 0,-2 1-131 15,-4 1 421-15,0 0 583 0</inkml:trace>
  <inkml:trace contextRef="#ctx0" brushRef="#br0" timeOffset="-210419.24">4476 16588 347 0,'0'-4'722'0,"-2"1"254"16,2-2 35-16,0 2-277 0,0-2-236 15,0 1-145-15,0-2-79 0,2-1-39 0,-1-4-14 16,1 1-23-16,1-3-29 0,-2-3-42 0,1 0-28 16,1-4 15-16,-3-1-3 0,3 0-2 0,-1 0-18 15,-2 2-10-15,3-2-11 0,0 2-32 0,2 3-17 16,-2 1-13-16,5 2 10 0,-2 4 12 0,1 0 20 15,1 4 23-15,4 3 14 0,-2 4 6 16,1 1-7-16,1 5-12 0,1 3-17 0,0 0-23 16,-1 4-11-16,1 2-11 0,1 2-4 0,-1 1-3 15,1 2-4-15,-3 0-3 0,1 2-14 0,-2-1-61 16,0-1-66-16,-4 0-129 0,2-3-210 0,-5-1-303 16,2-4-339-16,-3-4-252 0,-1-2-107 15,-1-4 441-15,0-2 610 0</inkml:trace>
  <inkml:trace contextRef="#ctx0" brushRef="#br0" timeOffset="-208636.37">5046 16921 146 0,'0'0'342'16,"-1"2"156"-16,-1-2 84 0,2 0-122 0,0 1-99 15,0 1-37-15,0-2 4 0,0 1 31 16,-2 1 27-16,2-1-8 0,-1 0-30 0,-1 1-45 16,1 1-49-16,-2 0-59 0,0 0-53 0,1 2-37 15,-1 2-17-15,1-2-19 0,-1 3-11 0,1 0-10 16,1 3-2-16,1 1-6 0,1 1-12 0,1 0-9 16,1 3 2-16,1-1-4 0,-1 0-9 15,4 1-2-15,0-3-3 0,-1 0 1 0,2-1-2 16,0-2-7-16,-2-2 3 0,2-2 0 0,-3-2 0 15,3-4 3-15,-2-1 1 0,-1-4 3 0,0-3 2 16,-2-3 0-16,-2-6 1 0,1-2 7 0,-2-5 4 16,0-1 5-16,-3-5 0 0,1 1-8 15,-1-3 1-15,1-1-11 0,-1 2-7 0,0-2-3 16,-3 3 0-16,3 2 8 0,0-1 2 0,-2 4-2 16,0 1 2-16,0 4 3 0,0 2-2 0,1 3 1 15,-1 4 22-15,2 0 15 0,-2 4 3 16,2 2 5-16,0 4 0 0,-1 1-7 0,3 5-20 15,-1 2-18-15,4 2-5 0,-1 3-9 0,4 4 0 16,2 0 4-16,-1 1 1 0,5 5 6 0,0-1 5 16,-1 1 3-16,5 2 1 0,-2 2-5 15,1-1 0-15,2 2-3 0,0-2-10 0,-2-3-4 16,2-1-23-16,0-1-45 0,-2-4-52 0,-3-4-110 16,0-2-142-16,-2-4-203 0,0-1-285 15,-3-4-230-15,-3-1-135 0,-1-5 201 0,-4-1 421 16</inkml:trace>
  <inkml:trace contextRef="#ctx0" brushRef="#br0" timeOffset="-204968.1">2945 6642 37 0,'0'0'287'16,"0"0"175"-16,1-1 149 0,1 1-57 0,0 0-168 16,-1 0-120-16,1 0-75 0,-2 0-39 0,0 0-15 15,2 0-15-15,-1 0-16 0,-1 0-19 16,0 0-19-16,2 0-24 0,-2 0-19 0,1 0-9 15,1 0 27-15,1 0 19 0,-1 1 11 0,1-1 72 16,1 1 49-16,1 0 20 0,-2 2-25 16,2-3-15-16,0 0 21 0,0 2-34 0,1 0-29 15,2 0-15-15,-2 0-15 0,1 0-9 0,-1 0-33 16,3-1-23-16,-1 0-20 0,-1 1-10 0,1-1 0 16,-1 2-2-16,1-1 0 0,0-1-3 0,-1 1 0 15,2-1 1-15,1 1 2 0,-2-1-1 0,1 1-2 16,0-2-2-16,-1 1 3 0,2-1 0 15,-1 0-2-15,-1 0 22 0,0 0 15 0,0 0 7 16,3 2 2-16,-3-2-1 0,0 0 2 0,3 0-21 16,-2-2-12-16,1 2-3 0,1 0-1 0,-3 0-4 15,0 0-1-15,0 0 2 0,1 0 1 16,-1 0-6-16,0 0-2 0,1 2 3 0,-2-2-3 16,-1 0-3-16,2 0-1 0,-3 0 2 0,2 1-4 15,0 1 4-15,-1-2 2 0,1 0-2 16,2 0 1-16,-3 0 1 0,1 0-1 0,1 0-1 15,-2 0-2-15,3 0 2 0,-1 0 1 0,-1 0-1 16,2 0 0-16,-1 0 3 0,0 0 2 0,-1 0-3 16,-1-2-1-16,3 2 2 0,-2-1 2 15,-1 1-3-15,2 0-2 0,-1-2 1 0,0 2 4 16,-1-1-1-16,1 1-1 0,0 0-4 0,-2-2 1 16,2 1 2-16,-3 1-1 0,3-2 0 0,0 1 0 15,-2-1 1-15,0 2 2 0,1-3-2 0,1 2 0 16,-1-1-4-16,2 1 1 0,-2-2 0 15,1 2 0-15,-1-3-1 0,0 3-1 0,2-2 1 16,-2 1-1-16,1 0 5 0,-1-1-5 0,2 2 0 16,-3-1 2-16,1 0 3 0,-1-1-1 0,0 3 0 15,2 0 4-15,0-2 1 0,-2 2-3 16,-1-3-4-16,1 3 3 0,0-2-5 0,1 1-1 16,-3 0 3-16,2 1 3 0,-2-2 0 0,0 0 1 15,1 1 0-15,-1 0 4 0,-2 1-6 0,1-2 0 16,2 0 1-16,-2 2-3 0,0-1 2 15,-1 1-1-15,2-1-1 0,-1-1-1 0,1 0 4 16,0 1 2-16,1 0-1 0,-1-1-1 0,0-1 2 16,3 0 1-16,-1 0-3 0,-2 0 0 15,2-1-3-15,0 1 0 0,-2 0 0 0,2 0-3 16,-1 0-1-16,-1 0 2 0,-1-1 4 0,1 1 3 16,0 1 1-16,-1-1 2 0,1 0 1 0,0 1 20 15,-1-4 9-15,1 1 6 0,0-1 1 0,2 2-2 16,-2-2 1-16,0 0-21 0,0-1-9 15,0-1-4-15,1 2 3 0,-3 0 0 0,3-1-6 16,-3-1 0-16,2 1-2 0,-1-1-2 16,2 0-5-16,-2 1 5 0,1 0 6 0,0-1 2 15,-1 1 2-15,1-3 0 0,0 2 0 0,1-2-9 16,-3 2-2-16,2-3-4 0,2 1 0 0,-2-1-3 16,0 0-1-16,0-2 7 0,1 1 1 15,-1-1 0-15,0 1 0 0,2 0 1 0,-2 1 4 16,1-2-2-16,0 2-1 0,0-1 1 15,-2 0 3-15,3 0-4 0,-2-1 0 0,0 0 0 16,0 0 1-16,3-1-1 0,-4 1 32 16,4-2 26-16,-2 2 6 0,0-2 4 0,1 0 4 15,0 1 2-15,-2-1-31 0,3 1-19 0,-3-3-7 16,1 2-4-16,-1 0 0 0,0 0-2 16,0-2-2-16,2-1 3 0,-3 2 0 0,2-2 12 15,-2 0 5-15,1 0 2 0,-2-1 3 0,4 2 0 16,-3-1-3-16,1-3-12 0,0 4-7 15,1-1-7-15,-3 2-2 0,2-2-4 0,-1-1 0 16,2 2 0-16,-2-1 0 0,-1 0 2 16,1 0 0-16,1-2-2 0,-1 1 0 0,-2 1-2 15,3-4-4-15,-1 5 0 0,-1-4 1 0,1 3 2 16,1-2-2-16,-1 2 0 0,1 2 2 0,1 0-2 16,-2 3 0-16,-1-2-1 0,1 3 2 15,1 3 3-15,-1 0 1 0,0 2-1 0,-1 1 1 16,-1 2 0-16,0-1-1 0,0 2 2 15,0 0-2-15,0 1 3 0,0 2 1 0,0-5 0 16,0 3-2-16,0-2-2 0,0 2 0 0,0-3-2 16,0 0 2-16,0 0 2 0,0-1-2 15,0-1 2-15,2 2 1 0,-2-3-1 0,1 2-1 16,1-1-2-16,-2-1 2 0,3 2-2 0,-3 1 1 16,0-1-1-16,2 4 3 0,-2-2-2 15,0 2 2-15,0 0-1 0,1 1 0 0,-1-1 0 16,0 1-2-16,0 1 3 0,0 0 2 15,0 0 5-15,0 0 3 0,0 0 5 0,0 0 1 16,0 0-1-16,0 1-1 0,0-1-1 0,0 2-3 16,0-2-3-16,0 0-1 0,0 1-1 0,-1 2-3 15,1 0-1-15,0 1-2 0,-2 2 0 16,2 2-1-16,0 0-1 0,0 2 1 0,-1 0 1 16,-1-1 1-16,2 4 0 0,0-2 2 15,0 3-1-15,0 0 1 0,0 1 0 0,0 0-1 16,0 1-1-16,0-1-6 0,0 2-2 0,0 1-3 15,0-2-3-15,0 2 2 0,0 0 0 16,0 0 8-16,0 2-1 0,-2-3 3 0,2 3 1 16,0-2-1-16,-1 2 0 0,1-3-1 15,0 3 4-15,-2 0-3 0,2-2 0 0,0 1 1 16,-1-1-1-16,1 2 1 0,-2-4-1 0,2 2 2 16,0-1-1-16,0-1 4 0,0 1 3 0,0-3 3 15,0 3 3-15,-2-3-2 0,2 1 0 16,0 0-4-16,0-2-4 0,0-1-2 15,0 2-3-15,0-3 2 0,0 1-3 0,0-1 0 16,0 0-1-16,0 0-1 0,0 0 1 0,0 1-1 16,0-1 4-16,-1-1 0 0,1 2 2 0,-2-3-1 15,2 1 0-15,0 0-1 0,0-1-1 16,2 2 1-16,-2-3 1 0,1 1 0 0,-1 0 0 16,0-1 0-16,2 1 0 0,-2-2-1 15,0 2 1-15,2-1 0 0,-2 0 1 0,1-2-1 16,-1 0 1-16,0-2-1 0,2 2-1 0,-2-2 0 15,1 1 0-15,-1-1 3 0,0 2 0 0,2-2 0 16,-2 1-1-16,0 0 0 0,2-1-7 16,-1 1-4-16,-1-1 2 0,0 0 2 0,0 1-3 15,0 0 4-15,0 0 2 0,2-1 1 16,-2 0-5-16,0 4-4 0,0-2 5 0,0 1-3 16,0 2 4-16,-2-2 2 0,2 0 1 0,0 1 1 15,0-1-1-15,-1 1 1 0,-1-3-1 16,2 3-1-16,0-2 1 0,0 0 1 0,0 1 0 15,0-1-1-15,0 1 1 0,0 0 0 16,0 0 0-16,2-1 0 0,-1 2 0 0,-1-4 0 16,0 2-2-16,0-1 1 0,0-2 0 0,0 1 1 15,0 1 0-15,0-3 1 0,0 2 0 0,0-2-1 16,2 2 0-16,-2-2-1 0,0 2 1 16,0-2-1-16,0 3 2 0,0-3-1 0,0-2 3 15,0 3-2-15,0 0-1 0,1-2 1 16,1 3-2-16,-2-2 1 0,3 2-1 0,-2 0 1 15,-1 0 0-15,0 1 0 0,2 1 1 0,-2-2-1 16,0 1 0-16,0-1 1 0,1-1-1 16,-1 1-1-16,0 0 2 0,0 0-1 0,2-1 2 15,-2 0-4-15,0 0 2 0,2 2-2 16,-1-2 0-16,1 2 1 0,-2-1-1 0,2-1 1 16,-1 0-1-16,1 0 3 0,-2 0-2 0,3 0-2 15,-3-2 5-15,2 2-1 0,-1-1 0 0,1-1-2 16,-2 1 1-16,1-1 0 0,1 1-3 15,2-1 2-15,-2 1 1 0,1-2 3 0,0 3-2 16,-1-2-1-16,1 0 0 0,-1 1-3 16,3 0 2-16,-2-1-1 0,0 0 2 0,0 1 0 15,0 0 0-15,2-1 2 0,0 0-1 0,-2 1 1 16,3 0-2-16,-1-1 1 0,1 0 0 16,-1 1 0-16,1-2 0 0,2 3 1 0,-1-1 0 15,2-2 0-15,-1 3 1 0,0-1-1 16,0-1 1-16,1 0 1 0,1 0 2 0,-2 2 0 15,2-3 0-15,0 2 2 0,-2 0-1 0,3 0-2 16,-3-2 1-16,2 1-1 0,-2 0-1 0,1-1 0 16,-3 2-1-16,1-2 0 0,-1 0 5 15,-3 0-4-15,3 0 4 0,-4 0 4 16,1-2 0-16,0 2 0 0,-1 0-5 0,-2 0 2 16,1 0-4-16,-1-1-1 0,0 1-3 0,0-1 1 15,0 1 0-15,-1 0 1 0,1 0-3 0,-2 0-11 16,-1-2-40-16,1 4-68 0,-1-2-78 15,-3 0-151-15,0 2-271 0,-1 0-316 0,1 0-309 16,1 0-205-16,-1 1 53 0,0-1 580 16</inkml:trace>
  <inkml:trace contextRef="#ctx0" brushRef="#br2" timeOffset="-174016.86">11926 11595 479 0,'3'-3'983'0,"-3"-2"274"16,2 2-31-16,-2 0-227 0,0 2-290 0,1 1-195 16,-1 0-116-16,0 0-73 0,3 1-60 15,-1 2-77-15,-1 2-59 0,2 3-32 0,-1 4-23 16,1 4-11-16,2 3-9 0,0 5-8 0,0 3-9 15,-2 1-8-15,4 5-8 0,-3-2-6 16,1-3-7-16,-2 1-3 0,0-2-4 0,0-3-1 16,0-3-1-16,3 0-2 0,-4-5 1 15,-1-1-1-15,1-2-3 0,0-5-5 0,-2-2-15 16,0-1-20-16,-2-7-45 0,-1-2-73 0,-5-6-89 16,2-4-147-16,0-3-200 0,-3-5-315 15,0-1-302-15,1-4-203 0,-1 0 11 0,-1-1 478 16,-1-2 521-16</inkml:trace>
  <inkml:trace contextRef="#ctx0" brushRef="#br2" timeOffset="-173686.42">11853 11531 162 0,'0'-9'690'15,"-2"2"423"-15,2 1 109 0,0 2-168 0,0-3-355 16,0 5-222-16,2-1-111 0,1 0-57 16,0 2-34-16,1-1-27 0,0 0-30 0,4 1-41 15,0 0-48-15,0-1-33 0,3 0-24 0,3 2-10 16,-1 0-11-16,4 2-5 0,1 1-4 15,2 0-5-15,4 1-2 0,-1 2-2 0,2 2-3 16,0-1-2-16,0 3-1 0,0 2 0 0,0 2 1 16,-2 2 0-16,-1 1 2 0,-3 3-1 15,-2 2-2-15,-3 2 0 0,-4 3-2 0,-2 3-1 16,-2 0-1-16,-4 3-4 0,-4 0-1 0,-2 0-3 16,-3 0-3-16,-2-2-3 0,-3 3-3 0,-2-4-1 15,1-4-2-15,-4 1-1 0,4-5-1 16,-4-2 0-16,3-4-1 0,-2-3-1 0,3-2-2 15,0-2 0-15,1-3-5 0,1-3-10 16,0-2-17-16,3-1-24 0,2-3-44 0,1-1-78 16,-1-1-106-16,4-2-174 0,1 2-290 0,2-2-332 15,1 1-325-15,2 1-161 0,3-2 244 16,-1 3 677-16</inkml:trace>
  <inkml:trace contextRef="#ctx0" brushRef="#br2" timeOffset="-173418.36">12397 12023 17 0,'6'-4'562'0,"-1"-1"504"0,-2-3 222 16,0-1-13-16,1-4-248 0,-1-1-349 0,0-1-210 16,1-6-111-16,0-4-65 0,-1-1-76 15,0-4-76-15,0-3-46 0,2-4-27 0,-2-3-15 16,2 0-15-16,3-1-10 0,-2 1-7 15,0 1-6-15,-1 1-4 0,-2 2-3 0,2 2-2 16,-2 2 0-16,0 3-1 0,-1-1-1 0,-1 3-1 16,-1 4 0-16,0 1 0 0,-1 4-1 0,-1 2 0 15,-1 4-1-15,-1 3-2 0,0 5-8 16,-2 2-18-16,0 5-52 0,-2 5-80 0,-5 3-150 16,0 5-272-16,-1 2-315 0,3 3-380 15,-3-1-331-15,0 3-6 0,-1-1 683 0</inkml:trace>
  <inkml:trace contextRef="#ctx0" brushRef="#br2" timeOffset="-173146.89">12241 11426 286 0,'4'-3'850'0,"-1"1"349"0,-1-1 10 15,-1 1-187-15,3 1-303 0,0 0-212 0,0 1-117 16,0 0-59-16,1 0-40 0,1 1-50 15,1 2-62-15,-1 1-54 0,2 4-34 0,1 1-23 16,-2 3-17-16,1 5-14 0,0 0-13 0,1 6-9 16,-1 2-6-16,0 1-3 0,0 2-2 0,3 3-4 15,0-3-3-15,1 2-21 0,-2-3-62 16,3-2-80-16,1-2-157 0,-3-5-278 0,1-3-329 16,1-5-382-16,2-6-281 0,0-4 34 15,1-7 704-15</inkml:trace>
  <inkml:trace contextRef="#ctx0" brushRef="#br2" timeOffset="-172808.43">12821 11286 306 0,'-11'4'1289'0,"-2"2"464"16,-3 1-212-16,2 2-337 0,-3 4-445 15,-1-1-332-15,4-1-179 0,-2 3-87 0,3 0-50 16,2-3-38-16,0 0-28 0,3 0-18 15,5-1-12-15,0 1-6 0,5-2-4 0,1 1-2 16,3 0-2-16,2 0-1 0,5 0-2 0,1 0 0 16,3-1 0-16,1-1 0 0,2 1 1 0,1-2 0 15,1 2 1-15,-3-3 0 0,3 2-1 16,-3 1 1-16,2 1 0 0,-3-1 0 0,-3 4 1 16,-1 0 0-16,-3 4 1 0,-3 1 1 0,-3 1-1 15,-2 2 1-15,-3 2 0 0,-3-1 0 16,-2 2-1-16,-1 0 0 0,-2 0 0 0,-2-3 1 15,-1 0-3-15,0-1 1 0,0-4 0 16,2-1-1-16,-1-2 0 0,-1-2-2 0,3-3-4 16,2-1-9-16,-1-2-17 0,-1-4-26 15,2-2-60-15,0-2-75 0,1-3-129 0,0-1-207 16,2-4-302-16,1 1-344 0,2-1-286 0,0-4-116 16,2-2 431-16,0-3 661 0</inkml:trace>
  <inkml:trace contextRef="#ctx0" brushRef="#br2" timeOffset="-172498.12">12947 11356 85 0,'5'-10'769'15,"-1"4"685"-15,-2 1 153 0,0 5-242 16,-1 0-420-16,-1 5-365 0,0 1-202 0,0 1-129 16,0 2-78-16,0 3-47 0,2 1-31 15,0 3-22-15,1 2-13 0,0 1-12 0,0 3-8 16,0 1-6-16,3 1-6 0,-3 1-5 0,2 1-5 15,-1 1-1-15,0 2-4 0,1-1-3 0,0 0-2 16,1 3-1-16,-1-3-2 0,0 0-2 16,1 2-1-16,0-4 0 0,2 0 0 0,-2-1-2 15,2-2 0-15,0-3-1 0,3-1 0 16,-3-4-1-16,4-3 0 0,-2-5-1 0,1-3-6 16,2-4-11-16,0-4-20 0,-2-3-35 0,1-5-81 15,0-5-118-15,-3-1-212 0,4-3-300 16,-4-1-363-16,2-2-404 0,2-5-141 0,-2 2 403 15,0-2 761-15</inkml:trace>
  <inkml:trace contextRef="#ctx0" brushRef="#br2" timeOffset="-172167.75">13386 11442 105 0,'0'7'1006'16,"-3"6"711"-16,2 3-81 0,-4 2-339 0,4 1-424 15,-1 5-353-15,4 1-237 0,-1 1-108 16,4 2-56-16,1 0-38 0,2-2-29 0,0 0-22 15,6-3-12-15,-1-5-9 0,3-1-4 0,-2-7-4 16,5-3-1-16,-3-2-1 0,1-5 0 16,-1-5-1-16,0-2-1 0,-2-3-1 0,-2-4-3 15,-2-5-1-15,-2-1-3 0,-1-5-3 16,-1-2 0-16,-5 2 1 0,2-4 0 0,-3 3 2 16,-3-1 3-16,0 0 4 0,-3 1 2 0,-2 1 2 15,-2 1 0-15,-2 1 2 0,-1 2 0 16,0 4 1-16,-4 1-1 0,3 7 0 0,-4 6-2 15,0 6 0-15,0 8-2 0,-1 6 0 0,2 7 1 16,-2 5 1-16,4 3-1 0,1 4 2 16,3 2 0-16,2 0-5 0,4 0-17 0,5-1-43 15,3-2-81-15,3-3-147 0,2 1-266 0,2-5-319 16,7-3-389-16,2-1-384 0,3-1-32 16,5-6 689-16</inkml:trace>
  <inkml:trace contextRef="#ctx0" brushRef="#br2" timeOffset="-171388.91">14003 11260 102 0,'-1'-4'442'0,"-1"1"335"0,0-2 280 0,0 2-63 15,0 1-241-15,0 0-162 0,-1 2-96 16,2-2-69-16,-1 2-60 0,0 2-53 0,-1-2-39 15,2 2-43-15,-3-1-46 0,3 2-42 0,-2 1-42 16,-1-1-22-16,0 3-14 0,2 0-7 16,-1 3-7-16,2 3-5 0,-3 2-5 0,3 1-3 15,-1 4-4-15,1 2-3 0,-1 5-5 0,0 0-3 16,2 3 1-16,0 3-3 0,0 0-3 16,2 4-2-16,1-2-2 0,-1-2-2 0,1-1-5 15,0-4-2-15,2-5-3 0,1-2-2 0,-1-4 0 16,1-4 0-16,1-1 0 0,1-6-1 15,2-1 2-15,0-6 0 0,1-4 1 0,0-6-1 16,4-3 0-16,-2-7-1 0,0-5 0 0,4-3-1 16,-2-6 0-16,2 1-1 0,1-3 2 15,-1 1 2-15,-1-1-1 0,1 1 1 0,-1 2 2 16,1 0-2-16,-4 5-1 0,1 3 0 0,-2 4 0 16,-3 4 0-16,-3 4 1 0,0 2 1 15,-2 5 1-15,-3 2-1 0,-2 4 1 0,-1 4-2 16,-3 4 0-16,-3 2-3 0,-1 6 1 15,1 3-2-15,-2 2 1 0,-2 4-2 0,2 3 1 16,1 0 2-16,-2 1-1 0,3 2 2 0,0 1 1 16,3-1 2-16,0 2-1 0,1 0 0 0,4 1-1 15,0-2 0-15,2-1-1 0,2-4-2 16,-1-1-1-16,5-3 0 0,-1-3-2 0,2-3-3 16,2-4-10-16,0 2-23 0,0-6-52 15,0-2-79-15,-1-3-134 0,2 1-239 0,-1-3-310 16,2-5-366-16,0 3-319 0,0-2-81 0,0-2 538 15,2-2 686-15</inkml:trace>
  <inkml:trace contextRef="#ctx0" brushRef="#br2" timeOffset="-171075.84">14523 11742 92 0,'5'3'701'0,"-2"-1"485"15,1-2 116-15,0-1-70 0,0-5-314 0,0-3-342 16,0-3-175-16,2-4-93 0,-2-4-53 0,0-4-71 15,2-4-68-15,-1-4-41 0,1-1-24 16,0-2-12-16,1-2-8 0,-1 1-5 0,0 1-4 16,2 3-2-16,-2 2 2 0,-2 4 0 15,0 5-4-15,-2 4 2 0,1 4 2 0,1 2-1 16,-3 6-2-16,2 2-1 0,0 4-3 16,0 6-3-16,0 4-4 0,-1 4-2 0,3 5-3 0,-2 2-1 15,4 4 0-15,-1 2 0 0,1 3 0 16,2 5-1-16,-1-1 1 0,2 2-4 0,-2 0-14 15,0-1-40-15,0-2-82 0,0-3-126 16,-2-3-229-16,-2-5-309 0,-1-3-370 0,0-5-380 16,-3-3-101-16,-2-4 500 0,-1-3 725 15</inkml:trace>
  <inkml:trace contextRef="#ctx0" brushRef="#br2" timeOffset="-170905.3">14565 11564 426 0,'-10'-14'1059'0,"1"1"313"15,2 7-93-15,3 1-257 0,2 1-401 0,2 4-218 16,3 2-126-16,2 0-72 0,3 0-37 0,4 1-46 16,4-1-39-16,2 2-38 0,4-4-20 15,-1 4-14-15,2-2-26 0,6-1-73 0,-4 0-86 16,1-1-165-16,1 0-290 0,-3 0-315 16,5-1-346-16,-2 0-192 0,0-3 147 0,-1-2 644 15</inkml:trace>
  <inkml:trace contextRef="#ctx0" brushRef="#br2" timeOffset="-170698.96">15058 11296 104 0,'-10'-9'723'0,"1"3"574"0,-4 3 202 15,2 1-144-15,-5 2-419 0,2 0-356 0,-3 4-178 16,-2-2-115-16,5 5-87 0,-4 0-66 0,6 3-41 16,-1 2-28-16,0 4-18 0,4 3-15 15,1 2-13-15,0 5-6 0,7 0-3 0,1 5-2 16,0-1-2-16,4 1 0 0,2-1-2 0,4 0-2 15,1-2 0-15,3-3-4 0,2-5-12 16,3-1-34-16,-1-5-83 0,0-3-151 0,3-3-260 16,-3-3-316-16,0-4-400 0,1-1-430 15,-3-3-43-15,1-2 732 0</inkml:trace>
  <inkml:trace contextRef="#ctx0" brushRef="#br2" timeOffset="-170185.39">15289 11168 98 0,'0'-10'690'0,"4"3"475"16,-4 3 110-16,3 0-107 0,-1 0-322 0,3 2-287 16,0-1-156-16,1 3-85 0,3 0-47 15,-1 3-49-15,2-1-58 0,2 2-55 0,3 2-32 16,-1 3-20-16,3 2-8 0,1 4-6 16,-1 2-9-16,2 4-4 0,0 5-2 0,0 2-3 15,1 5-5-15,-2 4-3 0,1 1-1 0,-1 6-5 16,-1 3 0-16,0 2 2 0,-3 3 1 0,-1 3 0 15,0-2-1-15,-4 5 1 0,-1-3 0 16,-2 1-2-16,-1 0 0 0,-3 1 1 0,-2-1 2 16,-2-1 1-16,-3-5 2 0,-2-2-3 15,-1-4-1-15,-4-4-3 0,0-8-2 0,-4-2-3 16,1-10-1-16,-3-4-2 0,-3-9-1 0,1-7-2 16,-1-8-1-16,1-9-1 0,-1-6 0 15,2-6 1-15,2-8 0 0,2-5 1 0,2-4 1 16,3-7 1-16,2-4 0 0,5 0-1 15,-2-3-1-15,8 1-2 0,0 1 0 0,4 2-2 16,1 3 0-16,1 2-1 0,4 2 0 0,-2 9-1 16,1 4-10-16,1 6-14 0,0 6-25 0,-1 7-57 15,0 6-77-15,-2 5-124 0,2 6-183 16,-3 6-299-16,4 5-338 0,-4 3-286 0,2 4-121 16,2 3 355-16,-2 3 632 0</inkml:trace>
  <inkml:trace contextRef="#ctx0" brushRef="#br2" timeOffset="-169867.43">15890 11937 234 0,'9'-8'972'15,"-4"-1"541"-15,1-2 19 0,-4-5-270 0,-1-5-475 16,2-3-310-16,-3-6-164 0,2-3-105 0,0-3-72 16,-1-4-45-16,2-2-25 0,-1 0-18 0,3-2-15 15,-2 0-10-15,5 3-8 0,-4 1-2 16,1 0 0-16,2 5 0 0,-1 2-1 0,2 7 0 15,-4 3-1-15,1 4-3 0,0 4-4 16,-2 3 3-16,2 4 0 0,3 4 2 0,-2 6 1 16,0 3 1-16,3 4 0 0,1 6-4 0,2 5-4 15,-1 4-1-15,3 3-1 0,-1 6 1 0,2 3-1 16,-2 5 1-16,3 4 1 0,-2 4-1 16,2 0-2-16,-4-1 0 0,0 1-6 0,0-5-16 15,-2-3-33-15,-2-5-80 0,-5-6-128 16,1-3-246-16,-4-7-308 0,-4-3-375 0,-1-6-417 15,-3-7-111-15,0-5 567 0,-3-7 766 0</inkml:trace>
  <inkml:trace contextRef="#ctx0" brushRef="#br2" timeOffset="-169679.14">15936 11522 463 0,'-4'4'1366'0,"1"1"293"15,3 1-254-15,3 4-308 0,2-1-483 16,4-1-275-16,1 1-156 0,6-1-67 0,1 3-34 15,4-2-29-15,2-1-19 0,1 2-13 16,3-3-10-16,2 2-5 0,1 0-10 0,1-2-21 16,-1 3-62-16,-1-1-83 0,-1-3-193 0,-3 2-281 15,-1 2-321-15,-5-1-374 0,-2-2-260 16,-2 1 147-16,-4-3 776 0</inkml:trace>
  <inkml:trace contextRef="#ctx0" brushRef="#br2" timeOffset="-164823.93">6909 14477 241 0,'2'2'573'0,"-1"-2"331"16,2 2 202-16,-3-2-211 0,0 0-218 15,0 0-148-15,0 0-96 0,0 0-73 0,2 0-55 16,-2 0-29-16,0 0-27 0,0 0-29 0,0 0-36 16,-2 0-33-16,2-2-36 0,-3 0-33 15,2 2-18-15,-1 0-13 0,1-3-7 0,-1 2-7 16,-1 0-5-16,1 0-3 0,-1-2-5 0,1 1-2 16,-1 0-4-16,0-1-3 0,0 0-2 15,-2 0-2-15,2 0-2 0,0 0-1 0,0-1-1 16,-1 0-1-16,0 0 0 0,0-2 0 15,1 2 1-15,-2-2 0 0,1 1-1 0,-1-1 0 16,0 0 1-16,2 0-1 0,-2-1 0 0,2 2-1 16,-2-1 3-16,1 2 0 0,1-2 1 15,0 2 2-15,-1 0 2 0,3 1-2 0,-1 0 0 16,1 2 0-16,-1-1-3 0,2 1-3 16,0-1-1-16,-2 2-1 0,2-1-1 0,0 1-1 15,0 0 0-15,0 0-1 0,0 0 1 0,0 0-1 16,0 0 0-16,0-2 0 0,0 2 1 0,0 0-1 15,0 0 0-15,0 0-4 0,0 0 2 16,0 0 1-16,0 0 0 0,0 0 1 0,2 0 0 16,-2 0 5-16,0 0-2 0,0 0-2 0,0 0 0 15,0 0-6-15,0 0 4 0,0 0-1 16,2 0-2-16,-1-1 1 0,1 1 3 0,-1-2 0 16,1 2-3-16,0-1 2 0,-1 1 1 15,2-2 2-15,-1 2-1 0,2 0 2 0,-2-1 1 16,1 1 1-16,0-1 4 0,2 1 0 15,-2 0-1-15,2-2 4 0,0 2 3 0,4 0-3 16,-2-2 0-16,-1 2 0 0,4-1 1 0,-1 1 2 16,2 0 0-16,-1-1 1 0,2-1-1 0,1 2 0 15,2-2 0-15,0 0 0 0,2 2-1 16,1-4 0-16,-1 2-1 0,1-1-2 16,0 1-3-16,0 0-2 0,-1-3-3 0,0 3-1 15,0-2-1-15,-2 2 0 0,0-2-1 0,-3 2 0 16,1-2 0-16,-4 3 1 0,2 0-1 0,-4-1-1 15,-1 2 1-15,-3-1-1 0,0 1-1 0,-1 0-1 16,0 0-1-16,-4 0-7 0,0 0-14 16,-1 1-30-16,-5 1-73 0,-2-1-119 0,-5 0-232 15,-1 1-305-15,-5 0-386 0,0-2-452 16,-2 0-178-16,-4-4 495 0,0 2 840 0</inkml:trace>
  <inkml:trace contextRef="#ctx0" brushRef="#br2" timeOffset="-163418.64">6534 14094 162 0,'0'-5'413'0,"-1"2"273"0,-1 0 247 0,2 0-96 16,-2 0-115-16,1 2-110 0,-2-3-84 15,1 3-69-15,0 0-58 0,-1 1-62 0,0 0-47 16,0 0-33-16,0 1-36 0,0-1-45 16,-2 1-45-16,0 1-34 0,0 0-25 0,1-1-15 15,-2 2-12-15,1-1-8 0,0 0-7 0,2 3-8 16,-2-3-7-16,2 2-4 0,-2 3-4 15,3-1-4-15,-2 0-2 0,1 1-1 0,1 2-2 16,-1 1-3-16,3 1 1 0,-2 2 0 16,4 0 0-16,-2-1 1 0,3 1 1 0,0 0 0 15,3 2 0-15,-1-4 1 0,0 2 1 0,3-1-2 16,-2-1 0-16,5-4 1 0,-3 0 1 16,2-1-1-16,-1 0 2 0,2-2 0 0,-1-3 0 15,2-1-6-15,-2-3-1 0,0-1-2 0,-1-2-1 16,0-2 1-16,-2-1 0 0,-1-1 5 15,-1-2 3-15,-1 0 1 0,-1-2 0 0,-1 0 2 16,-2 1 0-16,0 1 6 0,-3-2 5 0,1 3 7 16,-4 0 5-16,2 1 10 0,-1-1 3 15,-2 2 1-15,-1 2-4 0,1 1-5 0,-3 0-4 16,2-1-8-16,0 3-6 0,-1 0-3 16,1 2-5-16,0 2-1 0,-1 0-3 0,2 0-1 15,1 0-2-15,-1 0 0 0,3 2-1 0,-2 1 0 16,2-2-1-16,3 6-1 0,-1-3 0 15,1 2-1-15,1 1 2 0,1 2-1 0,-1 0 2 16,3 1 0-16,-1 1 1 0,4 2 0 0,-3-3 0 16,2 2 0-16,0-2 0 0,0 1 0 15,1-1-1-15,0-1 0 0,0-1 1 0,-1 0-1 16,2 1 1-16,-1-3 0 0,0-1-1 16,-1 0 0-16,1-2 0 0,-1 0 1 0,0-2-1 15,0-1 0-15,1 0 0 0,0-3 2 0,-1 0-1 16,1-3-3-16,-1 1-3 0,0-5 0 15,1 2-1-15,0-2-1 0,-2 1 0 0,-1-2 4 16,-2 1 3-16,1 1 1 0,1 1 0 0,-3-4 3 16,0 4-1-16,-3-2 2 0,1 2 0 15,1 0 6-15,-4-1 4 0,2 3 2 0,-4 0 1 16,1 0 1-16,-2 0 0 0,2 2-5 16,-4 0-4-16,1-1-1 0,1 2-4 0,-2 0-2 15,1 3-1-15,1 0 0 0,0 3-1 0,0-2-1 16,-1 2-1-16,1 1 1 0,2 2 0 15,-1 0-1-15,1-1-1 0,0 1 1 0,3 2-1 16,-1-1 1-16,1 0-1 0,0 3 0 0,1-3 1 16,2 2-1-16,0 2 1 0,0-1-1 15,2 1 1-15,1 0 1 0,0 1-1 0,2 1 2 16,2-2-1-16,2 3 0 0,-1-3 0 16,2 1 1-16,0-4 0 0,0 3-1 0,1-5 1 15,0 1 0-15,0-4-2 0,0 0 1 0,0-3-1 16,-1 0 1-16,-1-4 1 0,-1-1 1 15,0-4-1-15,-3 1 1 0,0-4-4 0,-2-2-2 16,0-1-1-16,-3 1 0 0,0-2-1 0,0 0 1 16,-3 1 5-16,1 0 6 0,-1 2 5 15,-2 0 0-15,0 1 2 0,-3 0 0 0,-1 3 0 16,0 2-5-16,-1-1-4 0,-1 2-1 0,0 1 0 16,1 3-2-16,-2 0 0 0,4 2-1 15,0 0 0-15,0 3-1 0,2 3 0 0,1 0 0 16,0 0-1-16,2 3 0 0,1 0 0 15,2 3 1-15,0 0 0 0,0 1-1 0,2-1 1 16,0-1 1-16,-1 1-1 0,2-2-1 0,1 0 0 16,-1-2-2-16,3-1-7 0,-1 0-14 15,-1-1-27-15,1-1-76 0,0-2-95 0,-2-1-186 16,2-1-289-16,-2-2-345 0,3-3-412 0,-3 0-203 16,1 0 205-16,-1 0 766 0</inkml:trace>
  <inkml:trace contextRef="#ctx0" brushRef="#br2" timeOffset="-159535.39">6990 14397 154 0,'1'-1'400'0,"1"-4"213"0,-1 5 163 16,-1-2-101-16,2-1-104 0,-2 0-63 0,0 3-44 15,0-1-53-15,2-1-62 0,-1 2-68 0,-1-2-71 16,0 2-62-16,2 0-46 0,-2 0-31 15,1 0-22-15,-1 0-9 0,2 0 10 0,1 2 16 16,-2-2 4-16,4 0 13 0,-2 2 27 16,2-1 26-16,0-1 8 0,0 3-7 0,2 0-5 15,-2-1-7-15,3 3-27 0,0-2-24 0,0 2-21 16,1 1-11-16,1 2-9 0,1 1-8 16,0-2-3-16,0 4-1 0,2-1-3 0,-4 1-3 15,1 0 0-15,2 2-2 0,-2-1 1 0,1 0-3 16,-2 0 0-16,1 1-1 0,0 0 1 15,0-1-1-15,0-1 0 0,0 1 0 0,-1 0-1 16,2-2 1-16,-3 3-2 0,3-1-1 0,-2 0 0 16,1 0-1-16,0 0 1 0,0-2 0 15,0 1-1-15,-2 0 0 0,1 1 0 0,-2-2-2 16,-1-1 0-16,1-1-1 0,-3 2 1 0,2-3-1 16,-1 1 0-16,0-2 0 0,-2-1 1 15,0 1-2-15,1 0 0 0,-1-1-1 0,0 0 0 16,1 2-1-16,1 1 1 0,-2 0 0 15,2 0 1-15,0 3 1 0,0-3 0 0,-2 2 0 16,0-1 1-16,2 0-1 0,-2-2 1 0,-2 0 1 16,1-1 1-16,1-1 3 0,-3 0 1 15,0-1 4-15,0 1 1 0,0 0 1 0,-1-3-1 16,-1 2-3-16,0 0-2 0,-1-1-3 0,2 1-2 16,-4-1-1-16,4 3-1 0,-3-1-2 15,3-1 0-15,-1 2-1 0,-1 0-1 0,1 0 1 16,2 0 0-16,-3-2 0 0,3 3 0 0,0-5-1 15,-1 3 0-15,1-1-1 0,-2-2-2 16,2-2 0-16,0 2 0 0,0-2 0 0,0-2 0 16,0 0-1-16,2-2-2 0,-2-1-10 15,1 1-16-15,-1-1-35 0,0 1-59 0,0 0-64 16,0 0-87-16,-1 2-144 0,-1-2-222 0,0 4-284 16,2 0-233-16,0 0-197 0,-1 0 64 15,1 4 487-15</inkml:trace>
  <inkml:trace contextRef="#ctx0" brushRef="#br2" timeOffset="-159176.92">7636 14952 381 0,'-3'-3'813'16,"-2"1"342"-16,0-1 43 0,-2 2-328 0,-1-1-210 15,0 1-156-15,-3-1-101 0,1 1-82 16,-1 1-58-16,-1-2-46 0,1 1-57 0,-1 1-51 15,0 0-45-15,1 0-24 0,-2 0-19 0,2 1-9 16,1 1-8-16,-2 1-6 0,2 1-9 16,-2 1-39-16,-1 2-59 0,2 0-58 0,-3 2-111 15,1 1-166-15,2-1-279 0,-3 2-278 0,4 0-229 16,-2 1-144-16,2 0 269 0,-1 0 522 16</inkml:trace>
  <inkml:trace contextRef="#ctx0" brushRef="#br2" timeOffset="-158971.35">7213 15231 161 0,'-4'9'471'0,"1"-1"290"16,0-2 228-16,1-1-111 0,1-1-186 15,-1-1-145-15,0 1-112 0,2-3-87 16,-1 1-85-16,1 1-76 0,0-2-60 0,1 1-35 16,-1-1-27-16,2 2-21 0,0 0-18 0,-1 2-11 15,3 0-5-15,-1-2-10 0,0 2-2 16,0 1-20-16,2-1-23 0,1 1-43 0,-3-2-96 15,0 1-127-15,2 1-181 0,-2-1-282 0,2 2-253 16,2 2-160-16,0 0 140 0,0-2 383 16</inkml:trace>
  <inkml:trace contextRef="#ctx0" brushRef="#br2" timeOffset="-158826.18">7364 15468 78 0,'7'3'331'0,"-1"0"172"0,-3 0 133 16,3 0-72-16,-1 0-150 0,0 1-94 0,0-1-63 15,2 2-31-15,0-2-26 0,-1 0-47 16,-1-2-49-16,3 2-46 0,0-1-26 0,-2-1-13 16,2-1-21-16,-2 0-51 0,2 0-68 0,-2-1-88 15,1-1-131-15,1 2-250 0,1-1-151 16,-1 1-2-16,0 0 149 0,3-2 211 0</inkml:trace>
  <inkml:trace contextRef="#ctx0" brushRef="#br2" timeOffset="-158670.35">7688 15491 67 0,'8'0'274'0,"0"-1"139"0,-1 1 120 0,0-2-122 16,-2 1-132-16,2 0-93 0,-3-2-55 0,1 0-34 15,3 0-27-15,-2 0-24 0,-1-2-13 0,1 1-6 16,-1-2-16-16,0 1-36 0,1-2-32 16,0 1-96-16,1-2-223 0,-2 2-143 0,1 2-26 15,0-3 80-15,2 2 133 0</inkml:trace>
  <inkml:trace contextRef="#ctx0" brushRef="#br2" timeOffset="-158465.99">7929 15327 326 0,'6'-4'634'0,"-3"-1"255"0,-1 2 80 0,-1-2-250 16,-1 1-214-16,0 0-161 0,0-5-104 0,0 2-74 15,2-3-55-15,-2-1-46 0,0 0-31 16,0-5-27-16,0 1-49 0,-2 0-81 0,1 0-101 15,-3 1-112-15,1-2-141 0,-3 1-207 16,2 1-184-16,-3 2-2 0,-1-1 167 0,2 1 241 16</inkml:trace>
  <inkml:trace contextRef="#ctx0" brushRef="#br2" timeOffset="-158358.46">7853 15018 103 0,'-5'-6'318'0,"2"0"185"0,-2-1 187 16,-1 1 4-16,1 0-72 0,0 2-56 15,-1 1-31-15,-2-1-61 0,0 0-104 0,0 2-98 16,0-2-81-16,0 3-80 0,-4-2-110 0,1 0-174 15,-2 2-220-15,-1-2-288 0,0 0-265 0,1-2-222 16,-3-2 41-16,-1 1 422 0</inkml:trace>
  <inkml:trace contextRef="#ctx0" brushRef="#br2" timeOffset="-155935.86">7559 16581 27 0,'-2'3'300'15,"2"0"200"-15,-1-2 200 0,-1-1 28 0,2 2-140 16,-1 0-88-16,1-2-27 0,0 0-32 0,0 0-48 16,0 0-57-16,0 0-65 0,-2 0-65 0,2 0-66 15,0 1-40-15,0-1-26 0,0 0-17 16,0 0 9-16,0-1 31 0,2-3 34 0,-1 0 24 16,1-1 4-16,-1-1 0 0,1-1-19 0,-2-1-31 15,3 1-33-15,-3-4-26 0,1 0-11 0,-1-1-9 16,0-1-5-16,-1-4-5 0,1 3-6 15,-3-4-2-15,3 1-2 0,0 1-3 0,-2-1-3 16,2 2-2-16,-1 0 2 0,-1 3-3 0,2 3 0 16,-1-2-3-16,-1 4 2 0,0 2-1 0,2 1-8 15,-3 1-42-15,2 2-63 0,-3-1-89 0,-1 1-159 16,2 2-244-16,-4 1-324 0,0-2-279 0,2 0-202 16,-1 0 126-16,1-3 550 0</inkml:trace>
  <inkml:trace contextRef="#ctx0" brushRef="#br2" timeOffset="-155640.39">7445 16234 141 0,'0'-3'389'0,"0"-1"188"0,0 1 155 0,0-2-127 15,1 1-116-15,-1-1-31 0,2-1-18 0,0 0-23 16,-1 0-41-16,2-1-55 0,-1-1-63 0,0-1-82 15,-1 0-51-15,2 2-38 0,-1-2-22 16,1 0-18-16,3 2-14 0,-3 1 0 0,1-1-1 16,-1 4 6-16,2 0 15 0,0 3 32 0,2 2 49 15,-1 0 14-15,1 7 6 0,-1-1-5 0,2 5-16 16,0 0-29-16,-2 3-47 0,2 2-26 16,-1 2-18-16,2 2-13 0,-1-1-9 0,-2 1-5 0,2 0-8 15,0-1-50-15,0-2-71 0,-3-1-142 16,1-1-241-16,-1-4-302 0,1-2-318 0,-1-4-240 15,0-4 17-15,-1-3 534 0</inkml:trace>
  <inkml:trace contextRef="#ctx0" brushRef="#br2" timeOffset="-154779.17">9067 16246 264 0,'-3'-4'757'0,"-2"-1"383"16,2 2 71-16,0 2-248 0,1-1-297 0,1 1-205 15,1 2-132-15,1 2-75 0,1 0-40 16,3 3-22-16,1 0-25 0,-1 1-32 0,4 3-24 15,-1 0-21-15,3 1-20 0,0 1-21 0,0 0-18 16,3 1-12-16,-2 2-8 0,0 0-5 0,1 0-1 16,-2-1-5-16,0-2 2 0,0-1-1 15,-3-1-6-15,0-2-35 0,-2-1-51 0,-3-1-51 0,0-1-79 16,-4-3-157-16,-1 0-198 0,-4-2-276 16,2 2-243-16,-3-2-213 0,1 0 26 0,-1 0 477 15</inkml:trace>
  <inkml:trace contextRef="#ctx0" brushRef="#br2" timeOffset="-154497.33">8999 16309 59 0,'-6'-10'356'0,"-1"1"243"0,1 0 212 0,-2 1-1 15,5-1-164-15,-2-1-112 0,1 1-76 0,0-2-65 16,1 1-66-16,0-4-72 0,-1 2-67 15,0-1-61-15,1-2-49 0,0-1-29 0,1-1-13 16,2-2-6-16,-1 2-2 0,-1 0-5 0,2 1 0 16,2 2 1-16,-1 1-5 0,1 1-4 15,0 3-7-15,-1 1 9 0,4 2 15 0,1 2 3 16,-1 4 7-16,1 2 10 0,2 2-2 0,1 1-8 16,-1 6-19-16,4 1-6 0,-3 4-5 0,5-1-11 15,-2 1-19-15,1-1-34 0,-3-1-84 0,1-2-160 16,0 1-283-16,0-2-280 0,-3-3-267 0,3-2-186 15,-1-1 182-15,-2-2 531 0</inkml:trace>
  <inkml:trace contextRef="#ctx0" brushRef="#br2" timeOffset="-153890.34">8953 15266 212 0,'-3'0'640'0,"1"2"394"16,-2 0 143-16,2-2-229 0,-1 3-264 0,3-2-157 15,2 2-105-15,1 2-67 0,3-1-52 0,0 1-43 16,2 0-40-16,0 1-54 0,3-2-49 16,0-1-40-16,1 1-23 0,2-1-12 0,0-1-9 15,2-1-6-15,-2 1-6 0,2-2-6 0,0 0-4 16,-1 0-6-16,1-2 0 0,0 1-3 16,0-1 0-16,0-1-2 0,-2 2 0 0,2-1-18 15,-5 1-66-15,1-2-69 0,-7 3-146 16,1 0-256-16,-2 0-316 0,-3 2-351 0,1-1-248 15,-2-1-34-15,-2-1 597 0</inkml:trace>
  <inkml:trace contextRef="#ctx0" brushRef="#br2" timeOffset="-153559.15">8969 15156 224 0,'-5'0'764'0,"1"0"386"0,0 0 60 16,1 0-217-16,0-2-352 0,1 2-256 0,2 0-158 16,0 0-82-16,0-2-49 0,2 2-29 0,0 0-23 15,1 0 16-15,0-3 27 0,0 2 13 0,2 1 43 16,-2-1 29-16,-1 1 27 0,-1 0-7 16,-1 1-15-16,0 3-14 0,-3-2-33 15,-2 6-27-15,-1-1-27 0,-2 4-24 0,-3 0-18 16,2 3-9-16,-4 2-6 0,-1 0-5 0,-1 2-4 15,0-2-3-15,2 0-4 0,-1 1 0 0,3-2-3 16,1 0 0-16,1-1-1 0,2-4-2 16,3 3-3-16,0-5-2 0,3 0-6 0,2-2-17 15,1-1-41-15,1-4-72 0,0-1-89 16,1-1-159-16,0-3-277 0,4-2-323 0,-2 1-321 16,2-4-189-16,-1 1 118 0,4-3 622 0</inkml:trace>
  <inkml:trace contextRef="#ctx0" brushRef="#br2" timeOffset="-152689.45">9201 13483 319 0,'-9'6'727'0,"3"0"343"16,-1 1 90-16,-1 5-294 0,-4-3-265 15,2 5-186-15,-1 1-139 0,-3 2-96 0,1 3-66 16,-4 0-45-16,1 3-27 0,-1-1-19 0,4 1-13 16,-2-3-8-16,3 2 3 0,1-4-3 15,2 0-3-15,2-3 1 0,1-2-2 0,3-2-8 16,0-3-9-16,1-2-7 0,0-4-11 0,2 0-16 15,2-5-24-15,0-2-31 0,-1-1-53 16,2-3-66-16,-1-4-62 0,1-1-45 0,0 1-16 16,1-1 16-16,-1-1 62 0,3 3 98 15,0-1 110-15,-3 2 126 0,2 2 122 0,-2 3 112 16,1 1 70-16,-1 1 19 0,-1 2 1 0,1 2 4 16,1 1 0-16,-1 4-40 0,0 0-42 15,1 3-40-15,-1 2-46 0,3 2-56 0,-1 3-61 16,0-2-40-16,2 1-26 0,0 1-14 0,1 1-7 15,-2-2-7-15,3-1-7 0,1 0-4 16,-2-3-9-16,1-4-54 0,-2 0-76 0,-2-3-129 16,-1 0-226-16,0 0-303 0,0-1-359 0,-2-2-300 15,0-2-85-15,-2 0 490 0,-2 0 653 16</inkml:trace>
  <inkml:trace contextRef="#ctx0" brushRef="#br2" timeOffset="-151482.15">7437 13269 219 0,'0'1'587'0,"-1"1"313"15,1-1 158-15,0-1-178 0,0-3-232 0,0 2-168 16,1-4-116-16,-1-1-64 0,5 0-29 16,-2 0-16-16,0-1-6 0,3-1-19 0,-1-1-27 15,0-1-21-15,4 0-35 0,-2-3-42 16,-1 1-40-16,2-1-22 0,4-3-11 0,-2 3-15 16,1-3-10-16,2 0-3 0,0 0-2 15,0 0-3-15,2-1 0 0,-1 2-2 0,-1-3 2 16,0 3-2-16,-1-1 2 0,-1 3-16 0,0 0-56 15,-5 1-62-15,-1 3-100 0,0 2-169 16,-5 2-307-16,0 2-321 0,-3 2-251 0,1-1-169 16,-3 2 251-16,1 0 599 0</inkml:trace>
  <inkml:trace contextRef="#ctx0" brushRef="#br2" timeOffset="-151198.43">7551 12862 108 0,'0'-4'461'15,"0"-2"276"-15,0 0 206 0,2-1-30 16,1-1-231-16,0 0-174 0,3-1-110 0,0 1-63 16,1-2-64-16,1 0-66 0,2-1-70 15,2 1-43-15,-1-1-16 0,1 1-1 0,1-1-7 16,1 0-1-16,-1 1 2 0,1 1-2 0,-1 0-16 16,-2 2 30-16,3 1 30 0,-3 2 9 0,-1-3 14 15,1 6 10-15,-3 1 8 0,0 1-31 16,-1 6-26-16,-2 0-12 0,0 3-17 0,-2 4-16 15,-1 2-14-15,-2 5-11 0,-2 3-10 16,-1 0-7-16,-4 2-5 0,3 1-3 0,-4-1-3 16,0 0-20-16,2-3-63 0,-5-4-80 0,1-2-172 15,1-4-280-15,-4-4-323 0,2-3-383 16,-3-2-262-16,-2-6 90 0,0-4 734 0</inkml:trace>
  <inkml:trace contextRef="#ctx0" brushRef="#br2" timeOffset="-150152.39">5339 13321 247 0,'-2'0'602'0,"1"-1"349"15,1 1 195-15,-2-4-237 0,-1 2-227 0,0-3-112 16,1 1-83-16,-1-1-75 0,0-1-78 0,-2-3-52 16,-3-1-39-16,2-1-56 0,0-4-46 0,-4-1-40 15,1-1-20-15,-2-2-19 0,-1-1-11 16,-2-2-10-16,0 0-8 0,-2-2-6 0,0 2-4 15,-3-1-1-15,1 3-3 0,-2-2-3 16,0 5-2-16,0-1-1 0,0 1-4 0,2 4-3 16,0 1-3-16,2 1-2 0,2 2-1 0,0 2-2 15,4 1-1-15,1 2-2 0,0 0-3 0,2 3-14 16,1 1-28-16,2 3-68 0,0 1-74 16,-1 2-147-16,2 1-225 0,0 1-314 0,1 0-342 15,2 0-237-15,2 2-47 0,-2-1 536 16</inkml:trace>
  <inkml:trace contextRef="#ctx0" brushRef="#br2" timeOffset="-149837.02">4921 13012 134 0,'-4'-4'514'0,"-2"-1"340"15,2-2 228-15,1 0-90 0,-2-1-279 0,2-3-198 0,0-1-127 16,0-1-81-16,-1-2-63 0,1-3-35 15,2 0-9-15,-4-2-14 0,4-1-5 0,-1-1-14 16,-1-1-24-16,1 2-22 0,1 0-29 16,-1 0-20-16,1 3-16 0,-1 2-9 0,2 2-8 15,-2 2-8-15,2 4-7 0,0-3-3 0,0 9-10 16,0-4-6-16,2 4-4 0,0-1-2 16,-1 3 0-16,4 3 0 0,0-1-6 0,2 4 5 15,0-1 3-15,1 3-1 0,0 2 1 16,3-1 0-16,-2 3 7 0,1 1-6 0,2 0-11 15,-2 1-62-15,0 2-72 0,0-2-153 0,-2 1-278 16,2 1-312-16,1 2-371 0,-3 1-269 16,1 0 5-16,-2 2 659 0</inkml:trace>
  <inkml:trace contextRef="#ctx0" brushRef="#br2" timeOffset="-148906.86">5527 15158 334 0,'0'0'638'0,"0"0"312"0,0 1 104 0,-1-1-217 15,-1 1-201-15,2-1-96 0,-3 2-66 16,1-2-64-16,-1 1-61 0,0 2-51 0,-2-1-42 16,0 1-57-16,0 0-46 0,-2 0-39 0,0 1-22 15,-1 2-15-15,-2 0-10 0,-2 3-7 16,1-2-7-16,-3 5-4 0,0 0-7 0,-2 1-7 16,0 0-2-16,-3 4-6 0,3-2 1 0,-3 2-3 15,2-1-9-15,0 0-4 0,-1 1-5 16,4-1-3-16,0-1-7 0,1 1-2 0,3-4 1 15,1-1 1-15,1-1-1 0,2 0-1 16,1-5-1-16,0 2-1 0,2-4-2 0,0 0-1 16,2 0-10-16,1-2-14 0,1-1-19 0,-1 0-32 15,3-1-64-15,0-2-66 0,-3-3-94 0,2-1-157 16,-1 1-236-16,1-5-297 0,0 2-225 16,-1-1-180-16,1 0 161 0,-1 0 544 0</inkml:trace>
  <inkml:trace contextRef="#ctx0" brushRef="#br2" timeOffset="-148619.83">5198 15315 70 0,'0'-2'386'0,"0"2"285"0,0 0 255 16,-3 2 6-16,3-1-180 0,-2 1-138 0,-1 1-113 16,-1 0-49-16,1 3-42 0,-1-2-38 0,-1 3-51 15,1 3-50-15,-1-1-44 0,-3 2-50 16,2-1-46-16,1 0-41 0,-3 3-25 0,3-2-10 15,-2 1-9-15,2-2-10 0,0 2-7 16,0-1-9-16,2-2-7 0,1-1-7 0,2 1-3 16,0-4-3-16,2 3-2 0,1-2-1 0,2 0 0 15,3-1-1-15,0 1 2 0,1-1 0 16,1-1 0-16,2 0 0 0,-2-1-1 0,3 0-1 16,1 0-8-16,-1-1-17 0,0-2-59 15,0 0-69-15,1-2-128 0,-2-1-219 0,-1 0-302 16,1 0-349-16,-2-1-273 0,-2-3-111 0,1 1 456 15,-3 0 646-15</inkml:trace>
  <inkml:trace contextRef="#ctx0" brushRef="#br2" timeOffset="-145215.52">4861 12666 72 0,'-3'7'280'0,"0"-1"143"16,1-1 134-16,1-2-91 0,-2 0-81 0,3-2-3 15,0-1 62-15,3 0 42 0,-2 0 13 16,-1 0-33-16,0 0-60 0,-1 0-69 0,-2 0-77 16,3 0-55-16,0 0-34 0,0 0-15 15,0 0 1-15,3 0-1 0,-2 0-11 0,-1 0-20 16,2 0-20-16,-2 2-25 0,1-2-26 15,1 1-22-15,0-1-16 0,-1 0-6 0,3 2-7 16,0-2 0-16,1 1-1 0,4 0 1 0,-1 1 17 16,2 0 15-16,2-2 5 0,1 1 3 15,2 1 11-15,0-1 2 0,4-1-1 0,0 0-6 16,2 0 0-16,1 0 2 0,0 0-6 0,5 0-3 16,0 0-3-16,3 0-4 0,3 0 1 15,2 0-3-15,6-1 4 0,0-1 1 0,5 1-1 16,1-1 0-16,4 0-2 0,1 0 1 0,3-1-10 15,4-1-6-15,1 0-5 0,2 0-7 16,-1 0 1-16,-1-3-3 0,0 1 4 0,-1-1 1 16,-1-1 3-16,-2-1 0 0,-1-3-3 0,-1 0-1 15,-2 0-1-15,-3-1-1 0,0-1-2 16,-3 1 0-16,1-1-1 0,-4 1-1 0,0-1-1 16,-4 2-1-16,1 0 0 0,-2 3-1 0,-2 0 0 15,-3 1-1-15,0 4 0 0,-4 0-2 16,-2 3-1-16,-5 1-1 0,2 1 0 15,-4 2-1-15,-4 2-1 0,-2 0-12 0,-1 1-19 16,-5 0-43-16,-2-1-78 0,-4-1-146 0,-2-1-267 16,-5 2-315-16,2-3-382 0,-3 3-379 0,-2-5-50 15,-2 0 678-15</inkml:trace>
  <inkml:trace contextRef="#ctx0" brushRef="#br2" timeOffset="-144079.14">5038 15097 53 0,'-14'2'329'0,"-2"1"230"16,-1-1 235-16,4 0 89 0,-2 1-165 0,2-1-104 16,0 0-74-16,4 0-68 0,-1 1-63 0,3-1-99 15,2 0-80-15,0-2-60 0,3 2-47 16,-1 0-42-16,3-2-36 0,3 1-13 0,4 1 13 15,4 1 21-15,3-1 13 0,6 1 9 0,4 1 9 16,3 2-6-16,5-1-11 0,4-1-14 0,2 2-1 16,3 0-3-16,3 0-2 0,4 0-2 15,2-2-3-15,4 2-2 0,3 0-7 0,2 0 1 16,4-1-1-16,2-3-1 0,6 1-5 16,0-3-3-16,5 0 3 0,-2-4-3 0,2-2 0 15,3-1 2-15,-3-5 5 0,3-2 0 0,3-1 0 16,-1-2-1-16,3 0-5 0,1-1-2 15,0 3-5-15,-2-1-5 0,2 2-8 0,-3 2-3 16,-1 1-3-16,0 4-2 0,-4-1-3 16,2 2-1-16,-3 2-1 0,0-1-1 0,-3 0 0 15,-1 3-3-15,-5-4 0 0,-2 4-1 0,-4-3-1 16,-4 3 0-16,-3-1-2 0,-5 0 1 0,-2-1-1 16,-4 2 1-16,-5 0 0 0,-3 0 0 15,-5 1 1-15,-5 1 1 0,-1 0-1 0,-4 0-1 16,-5 0 1-16,-1 1-2 0,-5 1-6 15,-2 0-11-15,-2-1-17 0,-4 0-28 0,-2 1-68 16,-3-4-87-16,-4 2-168 0,-1-2-280 16,-2-2-329-16,-4-3-394 0,-2-2-255 0,-2-3 96 0,-6-3 748 15</inkml:trace>
  <inkml:trace contextRef="#ctx0" brushRef="#br2" timeOffset="-143278.15">6088 12975 357 0,'3'-5'746'0,"-1"4"318"0,0-2 86 15,-2 6-300-15,0-2-232 0,0 2-112 16,-2 2-64-16,2 2-64 0,0 1-57 0,0 2-51 15,0 2-48-15,0 3-63 0,0 3-52 16,2 3-38-16,1 3-21 0,0 6-8 0,2 3-6 16,1 6-3-16,2 5 1 0,0 6 7 0,0 5-1 15,-2 3-4-15,3 6 2 0,-2 4 2 16,-1 1-7-16,1 3-11 0,-4 3-6 0,3 3 3 16,-3 0-6-16,-1 3-5 0,-1 0-3 0,-1-2 3 15,0 1 5-15,0 0-4 0,0-5-6 16,-1-2-3-16,-1-6-1 0,2-2-4 0,-2-5-2 15,1-5-1-15,1-6 3 0,0-3 8 0,1-5 4 16,1-2 1-16,-2-7 1 0,2 0 0 16,-1-3-1-16,1-3-5 0,1-3-4 0,-1-2-1 15,-1-2-3-15,1-4-7 0,0-1-12 16,-1-3-19-16,-1-5-25 0,0-2-48 0,-3-4-64 16,1-4-57-16,-2-7-101 0,-1-2-159 0,0-9-224 15,-3-1-259-15,2-4-216 0,-1-6-160 16,1-2 216-16,-2-1 517 0</inkml:trace>
  <inkml:trace contextRef="#ctx0" brushRef="#br2" timeOffset="-139078.37">3269 6578 102 0,'2'1'276'0,"0"0"117"16,-1 1 49-16,2-2-126 0,-1 0-104 0,2 2-71 16,-2-2-31-16,1 1-13 0,2 0-1 0,-2 1-3 15,0-2 11-15,2 1-2 0,0 1-8 0,1-1 13 16,0-1 8-16,1 2 2 0,-1-1-13 15,2-1 30-15,-2 2 35 0,2-2-10 0,-1 0-8 16,-1 0 52-16,2 0 31 0,-2-2-20 0,2 2-7 16,0 0-3-16,1-1-11 0,-1-1-45 0,0 2-1 15,3 0-4-15,-3-1-25 0,3 2-17 0,-1-1-8 16,1 0-14-16,0 2-33 0,1-1-13 16,-2 2-6-16,3-1-5 0,-1 1-2 0,1 0-2 15,-1-2-8-15,0 2-4 0,-1-2-6 0,1 1-4 16,-1 0 1-16,1-1 1 0,0 0 0 15,-2-1 0-15,-1 2 3 0,4-2 1 0,-4 0-5 16,1 0 3-16,1-2 1 0,-2 2 2 0,-1-1-2 16,3 0 1-16,-1-1 2 0,-1-1-4 0,2 2 0 15,-1-2-1-15,-2 0-2 0,4 0 0 0,-2 0-1 16,-1 0 3-16,2 0 0 0,-1 0 0 16,0 0-1-16,0 0 2 0,0 1 0 0,0 0 1 15,0-2-1-15,-2 2 1 0,0-2 2 16,0 2-3-16,0-3 3 0,-2 3 1 0,1 2-4 15,-2-5-1-15,-1 3 13 0,2-2 32 0,-1 2 12 16,-2-2 2-16,2 3 6 0,-3-2 6 16,1 1-10-16,0 1-30 0,0 0-10 0,1-1-5 15,0 1-5-15,-1-1-8 0,2 1-5 16,-2-1 5-16,2 1-2 0,0-1-2 0,1-1 1 16,2 2 3-16,-3-1 4 0,1-1-6 0,-1 2 6 15,0-2-2-15,1 2 1 0,-3-3 4 0,2 3-5 16,-2-2 2-16,0 1-2 0,-1 0 6 15,-1-1-2-15,3 1 23 0,-3-1 35 16,2-2 21-16,-1 2 2 0,1-1 0 0,-2-1 1 16,1 0-24-16,1 3-30 0,-1-3-17 0,-1 1-9 15,1-2-4-15,1 1-2 0,-1-1-2 0,1-1-1 16,-1-1-1-16,1 1 2 0,-2-1-2 16,4-1 2-16,-2-1-2 0,-2-2 0 0,3 0 2 15,-3-3 1-15,1-2-1 0,1 0-4 16,-1-2 2-16,-1-1 0 0,1-2-2 0,-2-2-1 15,3 1-3-15,-3-2 5 0,2-2 1 0,-1 2 2 16,1-4 2-16,2 2 2 0,-2 0 3 16,1-1-4-16,0 0 0 0,-1 2 1 0,1-1-2 15,2 0-3-15,-3 0-1 0,1 0 4 16,-2 0-3-16,1-2-1 0,2 2 0 0,-4-2 0 16,2-1 0-16,-2 1-4 0,0-3-1 0,2 2 0 15,-1 1 1-15,-1-1-1 0,3 2 0 0,-3 4 3 16,2 1 0-16,-2 4-1 0,3 1-3 15,-3 5 4-15,2-1 1 0,-2 5-4 0,0 1 3 16,1 3 1-16,1-1 3 0,-2 1-3 16,0 2 1-16,0 2 0 0,0-2 0 0,0 1-2 15,2 0 1-15,-2-2 2 0,1 0-2 0,-1 0-1 16,0-1 0-16,2-3 4 0,-2 1-2 16,3-1-2-16,-1-1 0 0,-1 0 3 0,2 0 0 15,0 2-1-15,-1 1 0 0,1 0-2 16,0 0 0-16,-1 3-2 0,-2 0 3 0,1 1-3 15,1 2 4-15,-2-3 2 0,0 3 5 0,2 0 8 16,-2 0 3-16,0 0 5 0,0 0 1 16,0 0 1-16,0 0 5 0,0 3 0 0,1-1 5 15,-1 1 1-15,0 0-1 0,2 2-1 16,-2-1-6-16,0 2-6 0,2 0-3 0,-2-1 1 16,1 2-1-16,-1-1 0 0,0 1-1 0,2-1 1 15,-1 2-4-15,-1-1-2 0,0-1 0 0,3 2 0 16,-3 1 0-16,2 0-1 0,-1 0-8 15,-1 1-4-15,2 2-4 0,-1 0-2 0,1 1-2 16,0 1 1-16,-1 0 10 0,1 2 5 16,1 2 4-16,0 1 2 0,-1 1 2 0,1 1-1 15,0 2-4-15,-1 1-2 0,2 0-4 16,-2 1-1-16,1-1-1 0,0 2-1 0,-1-2 0 16,1 1-1-16,0 1 1 0,1-1-1 0,-1-1 1 15,-2 2 4-15,4-2 4 0,-4 1 0 16,2-1 0-16,-1 2 1 0,1-4 0 0,1 1-5 15,-1-3-2-15,-2 4 0 0,3-4 1 0,-3-1 1 16,2 3-1-16,-1-1 0 0,2 0 0 0,-4 0-2 16,2-1-1-16,1-1 0 0,-3 0 1 15,2-1 0-15,-2-2 0 0,0 1-1 0,0-2 1 16,-2 0-1-16,2-3-1 0,0 2 0 16,-2-3 0-16,1 0-1 0,1 0 0 0,-2-2 1 15,2 1-1-15,0 0 0 0,0 0 0 0,0 0 1 16,0 0-2-16,0 0 1 0,0-3 0 15,0 2-1-15,2-2 1 0,-1 1-1 0,1 1 0 16,0-2 1-16,-1-1 0 0,-1 1 0 0,2-1 0 16,0-2 1-16,-2 2-1 0,1-1 1 15,-1 1 0-15,0-3-1 0,2 1 1 0,-2-1-2 16,0 2 0-16,1-3 1 0,-1 2 0 16,2-3-1-16,-2 2 1 0,0 0 0 0,0-3 0 15,0 2 0-15,0-2 0 0,0 3 1 0,0-3-1 16,0 2 0-16,2-1 0 0,-2-1 0 15,1 1 0-15,-1 0-1 0,0 2 0 0,2-3 0 16,-2 2 1-16,0 0 0 0,1 0 0 0,1-1 0 16,-2 0 1-16,0-1 0 0,0 2 0 0,0-2 1 15,0 2-2-15,0-2 2 0,0 1-1 16,0-1 0-16,0 0 1 0,0 0 0 0,0 0 1 16,0 1-1-16,0 1-1 0,0-2 0 15,0 1 1-15,0 2 3 0,0 0 3 0,0 0 1 16,0-1 2-16,0 2 0 0,0-1 1 15,0-1-4-15,-2 0-3 0,2 0-2 0,0 1-1 16,0-2 0-16,0 1-2 0,0 0 0 0,0-1 0 16,0-1 0-16,0 1-1 0,0-1 0 15,2 0 0-15,-2 2 0 0,0 0 0 0,0-2 0 16,2 1 1-16,0 0 0 0,0 1 0 16,1-2 0-16,0 3 0 0,2-1 5 0,3-2 4 0,-1 5 2 15,2-3 2-15,-1-1 0 0,2 2 1 16,0-3-4-16,1 2-3 0,2-2-4 0,-2 0-1 15,2-2-2-15,-1-1-1 0,1 0-2 16,-2-2-2-16,3-2-2 0,-2 1-16 0,-2-1-36 16,0-3-82-16,-4-1-154 0,1 0-261 0,-1-1-325 15,-1-1-400-15,-4-2-422 0,1 2-25 16,-2-1 758-16</inkml:trace>
  <inkml:trace contextRef="#ctx0" brushRef="#br2" timeOffset="-134092.96">5480 11514 122 0,'1'1'364'16,"-1"1"189"-16,0-1 161 0,2 1-97 16,-2-2-98-16,1 0-13 0,-1 1-3 0,0-1-17 15,0-1-36-15,0 1-42 0,0 0-47 0,0 0-53 16,0 0-39-16,2 1-35 0,-2-1-29 16,0 1-36-16,0-1-39 0,2 0-36 0,-2 2-36 15,1-2-22-15,-1 0-18 0,2 0-9 16,-1 2-8-16,1-2-4 0,4 0 0 0,0 0 3 15,2 2 0-15,2-2 4 0,2 3 13 0,0-3 7 16,2 0 7-16,0 1 2 0,2-1 8 0,1-1 6 16,2 1-8-16,-1 0-11 0,2-3-6 15,2 1-2-15,-1 2-9 0,3-4-6 0,1 3-2 16,0-2 4-16,0 2 0 0,1-2 2 16,1 1 0-16,0 1 0 0,-1-1 1 0,1 1 0 15,0-1 5-15,0 2 3 0,1-1 1 0,-2 1 2 16,1-2 0-16,0 2 0 0,-1-2-6 15,1 1-3-15,0-1-2 0,-2 1-3 0,1 0-1 16,-1-1-2-16,0-1 1 0,1 1 4 16,-1-2 4-16,-1 2 3 0,1-2 0 0,0 1 2 15,-1 0-1-15,1 0-4 0,-1 1-5 0,2 0-2 16,0 2-1-16,-2-2 0 0,4 2-1 16,-3 0 0-16,2 0 2 0,-1 2-1 0,1 0-1 15,1-2 0-15,-3 1-1 0,1 0-1 0,-1 1 0 16,-1-2-1-16,0 1 1 0,-1-1-1 15,2-1 1-15,-4 1-2 0,3-2 1 0,0 2-1 16,-1-1 0-16,-2 0 0 0,1 1 2 0,2-2 7 16,-1 2 1-16,0 0 1 0,0 0 1 15,1 0 0-15,-1 2-1 0,0-2-5 0,2 1 0 16,-1 0-2-16,1-1 0 0,0 2 1 16,-1-2-1-16,3 0 0 0,0 0 2 0,0-2 3 15,1 1 0-15,2 0 1 0,0-3 0 0,2-1 0 16,0 3-3-16,1-4-2 0,0 2 6 15,0-1 2-15,2 0 1 0,0-1 3 0,4 1 3 16,-1 1-1-16,2 0-5 0,2 0-3 0,-2-1-2 16,1 2-2-16,2 1-3 0,-2 1 0 0,0-1 1 15,1-1-1-15,0 3 0 0,-1-3-1 16,1 2-1-16,-2 0 0 0,0-1-1 0,-1-2 0 16,-1 0 0-16,-5-1-1 0,2-1-1 0,-5 1 0 15,0-3-1-15,-1 0-1 0,-3 1 1 16,-2-3 0-16,-5-1-1 0,0 2 0 0,-3-2-5 15,-2 2-8-15,-4-1-12 0,-4 2-18 16,-3 1-30-16,-3 3-74 0,-6-1-97 0,-2 4-183 16,-8 1-283-16,-3 3-342 0,-5 3-404 15,-7 1-214-15,-6 5 220 0,-7 2 765 0</inkml:trace>
  <inkml:trace contextRef="#ctx0" brushRef="#br2" timeOffset="-133200.84">5168 12823 187 0,'3'5'461'0,"-3"-2"195"15,0-1 105-15,2-1-210 0,-1-1-226 16,1 1-165-16,1-1-41 0,1 0 23 0,0-1 84 15,2 1 89-15,2-1 33 0,0-1 28 0,2 0-34 16,4 1-53-16,-1 0-63 0,4-1-75 16,1 0-40-16,2-1 33 0,2 2 32 0,3-2 8 15,4 3 12-15,2-2 3 0,2-3 8 16,6 3-56-16,2-3-38 0,4 0-20 0,6 1-25 16,3-2-15-16,3 0-19 0,3-2-5 0,3 3 0 15,2-3-3-15,-2 1 4 0,4-1-1 0,-1 2 7 16,0 0 4-16,-1 0-11 0,-2 1-5 15,4 3-8-15,-1-3-3 0,-1 2-6 0,3 3 2 16,0 0 5-16,0 0 9 0,-3 3 3 0,1 2 0 16,-1-3-2-16,0 3-5 0,-2 0-2 15,1-1-1-15,-3 1 0 0,1-2 1 0,-2 1 0 16,2 0 0-16,-4-3-3 0,-1-1-4 16,-2 0-4-16,-1 0-2 0,-5-1-2 0,-2-1 0 15,-4 0-2-15,0-1 0 0,-7-1 0 16,-3 4-2-16,-3-2 1 0,-4-1-1 0,-4 1 1 15,-3 1-2-15,-5 0 0 0,0 0-1 0,-4 1 0 16,-4-3 1-16,0 3-5 0,-3-1-13 0,-3 0-26 16,-3-3-70-16,-6-2-91 0,1-1-176 15,-5 0-288-15,-1-2-339 0,1 0-398 0,-4-5-233 16,1 2 141-16,-3-1 750 0</inkml:trace>
  <inkml:trace contextRef="#ctx0" brushRef="#br2" timeOffset="-132750.65">7741 11637 220 0,'6'-17'642'0,"-3"4"382"15,-2 2 164-15,1 2-214 0,-2 2-201 0,2 0-121 16,-1 5-118-16,-1-1-99 0,0 1-84 16,2 2-66-16,-2 0-78 0,0 3-77 0,-2 1-46 15,2 4-28-15,-1 3-17 0,1 3-8 16,-2 3-4-16,2 4-2 0,0 5 0 0,0 2-1 15,2 4-2-15,-1 5-2 0,-1 4-4 0,2 4-2 16,1 3-6-16,-1 1-1 0,-1 2-3 0,1 0 0 16,1 2 0-16,-3-4-1 0,2-1-1 15,-1-4-1-15,1-3-1 0,2-6-2 0,-2-5-2 16,-1-3-1-16,1-4-7 0,-2-5-11 16,0-4-22-16,-2-3-54 0,-1-3-71 0,-4-2-108 15,-3-6-167-15,-1 0-296 0,-3-6-331 0,1 0-285 16,-4-2-172-16,-1-4 251 0,-2 0 622 15</inkml:trace>
  <inkml:trace contextRef="#ctx0" brushRef="#br2" timeOffset="-132512.2">7432 12333 64 0,'8'12'537'15,"-2"2"389"-15,-1 4 201 0,3-2-12 16,0 0-368-16,3 1-271 0,0 1-160 0,2-2-82 15,-2 1-59-15,3-4-59 0,0 0-41 0,-1-2-30 16,1-2-19-16,-1-1-10 0,1-4-9 16,-3 0 0-16,0-2-2 0,0-2-4 0,-3-2-2 15,2-3-1-15,-4-2 4 0,2-4-14 16,-3-2-13-16,-2-3-34 0,-3-2-89 0,0-4-122 16,-2-4-140-16,-1-1-188 0,1-1-285 0,-1-2-213 15,-3-3 8-15,3 0 267 0,-2-2 349 16</inkml:trace>
  <inkml:trace contextRef="#ctx0" brushRef="#br2" timeOffset="-132297.18">7671 11655 382 0,'5'-8'721'0,"0"4"263"16,-1 0 65-16,-1 0-309 0,0 3-233 15,-1-2-175-15,1 1-104 0,-1 1-70 0,1-1-24 16,2-1-19-16,1 0-22 0,2 1-8 0,-2-2-10 15,2-1-3-15,2 3-29 0,1-2-21 16,-2 2-10-16,1 0-4 0,2 2-3 0,-2 0-1 16,2 2 1-16,-2 3-3 0,0 1 0 15,-1 2-2-15,-1 1-31 0,-5 2-122 0,0 0-211 16,-3 2-282-16,-1-1-265 0,-3-1-261 0,-2 0-88 16,-5-3 385-16</inkml:trace>
  <inkml:trace contextRef="#ctx0" brushRef="#br2" timeOffset="-129700.31">4430 6334 197 0,'-2'2'337'0,"-1"-2"129"0,1 3-23 15,2-2-118-15,-3 2-87 0,3-2-44 16,-3 2-18-16,3-1-5 0,-3 2-3 0,3-2 4 16,-1 0 2-16,1 1-1 0,-2-2 10 0,2 1 18 15,0-1 13-15,0 2 4 0,0-3-14 16,0 2 0-16,0-1-19 0,0-1-26 0,0 2-18 16,0-2-16-16,2 1 2 0,-2-1-11 15,1 0-12-15,1 2-9 0,-1-2-15 0,2 0-12 16,-1 0-10-16,1 0-12 0,-2 0-7 0,3 1-5 15,-1-1-2-15,0 2 0 0,2-1 5 16,0 1 7-16,2-2 1 0,-2 3 1 0,2-3-4 16,-1 1 3-16,2 0-20 0,1 1-6 15,2 0 57-15,-1-1 46 0,2 0 16 0,0 3 1 16,0-2-1-16,-1 0-8 0,2 0-55 0,-2-1-39 16,2 0-18-16,-1 1-9 0,-1 1-2 15,2-3-4-15,-1 0-1 0,0 2 2 0,-1-2 0 16,1 0 0-16,0 0-1 0,0 0 0 15,-2 0 2-15,-1 0-2 0,0 0 1 0,1 0 1 16,-4-2-1-16,1 2 0 0,2 0-1 0,-4-3 1 16,0 3-3-16,-2 0 1 0,2-2-1 0,-2 2 1 15,0-1 0-15,-1 1-1 0,2 0 1 16,-2-1 1-16,-1 1-3 0,1 0 0 0,-1-2-1 16,1 2 1-16,-2-2-1 0,3 2 0 0,-1 0 1 15,-1 0 1-15,1-1 0 0,0 0-1 16,-1 1 0-16,1 0-2 0,1-2 2 0,-1 0 0 15,-1 1 1-15,1 1 1 0,1-1 0 16,-2-1 0-16,1-1 1 0,1 2 1 0,-3-2-1 16,3 1 0-16,-1-1-1 0,-2 0-1 0,3 0 0 15,-1 0 1-15,-1 0-1 0,1-1 0 0,1 1 1 16,-1-1 1-16,-1 0-2 0,1 2 3 16,2-3-3-16,-2-1-1 0,1 4 0 15,0-4 0-15,-1 1-1 0,1-1 1 0,0 0-2 16,2 2 2-16,-3 0 2 0,1-1-4 15,1-1 2-15,-1 2-2 0,1-2 2 0,-3 2 1 16,3-2-2-16,-3 1 2 0,2-1-1 0,-1-2 0 16,1 2 2-16,-1-1-2 0,-2-2 0 0,1 1 0 15,1-2 0-15,-2 0 0 0,0-3-2 16,0 1 1-16,0 0-2 0,0 0 3 0,0-1-1 16,0 0 1-16,0-1 4 0,0-2 0 0,0 3 0 15,0-4-1-15,0 3 2 0,0-1-1 16,0-2-3-16,0 1 1 0,2-1-1 0,-2 0 3 15,2-1-2-15,0 0 2 0,-2 2 0 0,2-1-9 16,-1-2-3-16,2 1-2 0,-3 2-6 16,2-2-1-16,-2 0 1 0,3 1 9 0,-3 1 1 15,2 1 2-15,-2 0 4 0,0 0 0 16,-2 2-2-16,2 1 2 0,-3 1 8 0,1-1 2 16,2 2 4-16,-3-3 0 0,2 1 2 0,-1 0-1 15,0-1-8-15,-2-1-4 0,2 3-3 16,1-3-2-16,1-2-2 0,-2 3 2 0,2 0-1 15,0-2 0-15,-1 3 3 0,-1 1 0 0,2-1 0 16,0 3 0-16,-2 0 0 0,1 2 2 16,-1-1-2-16,2 3 1 0,-1 0 0 0,1 0 1 15,-2 1-2-15,2 1-2 0,0-3 1 0,-2 4-2 16,2-1-1-16,0 0 2 0,-1 0-1 16,1 0 2-16,0 2-1 0,0-3-1 15,-2 2 1-15,2 0-1 0,0 0 2 0,0 1-4 16,0 0 1-16,0-1 0 0,0 2 1 0,0 0 0 15,0-1-1-15,0 1 3 0,2 0 2 0,-2 0-1 16,0 0-2-16,0 0 1 0,0 0 1 16,1 0-1-16,-1 0-2 0,0 0 3 0,0 0-1 15,0 0-2-15,0 0 1 0,2 0 2 16,-2 0 0-16,0 0-1 0,2 0 1 0,-2 0 1 16,1-2-1-16,1 2-3 0,-1-1 3 0,1 1-1 15,-2 0 1-15,2-2-1 0,-1 2 1 16,1-1 0-16,-2 1-2 0,1 0 3 0,1 0-2 15,0 0 3-15,0 0-1 0,-2 0 0 16,2 1-1-16,1-1 0 0,-1 2 2 0,-1-2-2 16,1 0-1-16,1 1 3 0,-1 1 1 0,-2-1-1 15,3 1 1-15,-1-1 0 0,-1 2 1 0,1 0 0 16,1 0 1-16,-1 1 6 0,2 1 4 16,-1 3 4-16,-1-1-4 0,1 3-6 0,-1 0-1 15,-1 0-1-15,2 2 1 0,-1 1-3 16,1 3 7-16,-1-1 2 0,1 1 4 0,0-1-6 15,0 2-2-15,0-1 4 0,-1 1 3 0,1-1 2 16,0 0 1-16,-1 3 0 0,1-2-1 16,0 0-6-16,-1 1 0 0,1-2 2 0,0 2 0 15,-1 1 1-15,2-3-1 0,-1 2 0 16,1-1-4-16,-1-2-5 0,0 1-2 0,0-1-1 16,1 0 0-16,-1 2 0 0,0-2-1 0,0-2 1 15,-2 2 4-15,-1-1 3 0,2-1 1 0,-2 2 0 16,0-2 0-16,0 3 0 0,0-2-6 15,0-1-2-15,0 4-1 0,0-6-1 0,0 4 1 16,0-2-1-16,0 1 0 0,0-1 0 16,0 0 0-16,0 0 1 0,0 1-7 0,0-2-2 15,1 1-1-15,-1-3-1 0,2 3-1 0,-2-3 0 16,0 1 4-16,2 1 4 0,-2-2 2 16,0-1 0-16,0 1 0 0,0 1 0 0,0-2 0 15,-2 0 2-15,2 0-2 0,0 1 0 0,-2 0 1 16,2-1 0-16,-1 2-1 0,1-1 0 15,0 2 0-15,0-2 1 0,0 2-1 0,0-1-1 16,0 1 1-16,0-2 0 0,1 2 0 0,1 0-1 16,0-1 1-16,-1-1 1 0,1 2-1 15,-2-1 0-15,3 0 0 0,-1-1 1 0,-1 0 0 16,3 1-2-16,-1-3 0 0,0 3 0 16,1 0 1-16,1-1 0 0,-2 0-1 0,4-2 1 15,-1 3-2-15,1-3 2 0,0 0-4 0,1 0 0 16,2-1-1-16,1-5 0 0,-2 1 8 15,4-3 2-15,1 0 0 0,-1-3-14 0,1-2-58 16,-3-1-78-16,2-2-193 0,-1 0-275 16,-2-4-332-16,2 0-406 0,-2-1-301 0,-2-3 80 15,0 2 818-15</inkml:trace>
  <inkml:trace contextRef="#ctx0" brushRef="#br3" timeOffset="-123877.48">12008 12865 120 0,'3'-3'664'0,"0"2"434"15,-1-1 119-15,0 2-107 0,-1 0-402 0,1 3-210 16,1 1-95-16,1 4-63 0,1 2-36 15,2 4-33-15,-1 4-37 0,4 3-58 0,0 6-57 16,3 0-27-16,0 6-17 0,-1 3-16 16,1 3-11-16,1 3-11 0,-2 1-12 0,1 0-8 15,-1-1-8-15,-1-5-6 0,1-2-3 0,0-4-2 16,-2-4-2-16,-2-4-2 0,-1-5-11 16,-1-3-17-16,-3-6-38 0,-1-5-68 0,-2-4-72 15,-5-7-127-15,-1-8-163 0,-2-4-255 16,-3-6-295-16,0-4-210 0,-2-3-123 0,-3-1 288 15,0-3 502-15</inkml:trace>
  <inkml:trace contextRef="#ctx0" brushRef="#br3" timeOffset="-123558.47">12013 12762 158 0,'6'-2'551'0,"-1"2"310"0,2 4 201 15,0 0-88-15,3 1-279 0,2 5-206 0,-1-2-109 16,2 3-43-16,4 1-22 0,-1-3-29 15,3 2-35-15,1 1-22 0,1 0-25 0,1 0-32 16,0 0-46-16,2 1-36 0,-2 1-16 16,0-1-16-16,2 2-10 0,-2 0-8 0,-3 2-3 15,3 1-3-15,-4 0-4 0,1 3-5 0,-2 1 0 16,-3 2 1-16,-2 3-4 0,-2 2-3 16,-2-1-1-16,-4 5-3 0,-3 0-5 0,-1 0-4 15,-5 2-2-15,-1-3-2 0,-2 0-2 0,-4-2 0 16,0 0-1-16,-3-7 0 0,2-2-1 15,-3-3-1-15,4-3-3 0,-1-4-6 0,0-3-15 16,2-3-36-16,-1-2-72 0,0-5-73 0,3 0-134 16,0-6-191-16,1-1-311 0,1-4-308 15,4 0-211-15,0-3-79 0,1-5 414 0,1-2 556 16</inkml:trace>
  <inkml:trace contextRef="#ctx0" brushRef="#br3" timeOffset="-123257.39">12596 13139 172 0,'25'19'672'0,"-3"1"407"0,1 4 126 0,0 1-172 15,-1 0-351-15,1 0-263 0,-1-2-159 0,0-3-93 16,0-6-59-16,-1-4-36 0,-1-9-9 16,-1-2 4-16,-1-10 6 0,-1-4 2 0,-3-5-3 15,-3-1-3-15,-3-7 24 0,-2 0 25 16,-4-4 14-16,0-1 3 0,-4 0 2 0,-4 0 0 15,-4 1-38-15,-2-2-36 0,-3 3-24 0,-4 2-16 16,-1-2-7-16,-1 4 1 0,-1 2 4 16,-1 3 3-16,-1 7 2 0,3 4 0 0,-3 6-2 15,3 8-6-15,-2 6-9 0,3 6-6 0,1 4-1 16,1 9-3-16,4 0-3 0,3 6-1 16,3 0-13-16,0 2-45 0,5 3-68 0,3 2-70 15,3-3-138-15,3 1-213 0,1-2-315 0,4-1-277 16,3-3-213-16,0-3-45 0,7-1 451 15,1-5 548-15</inkml:trace>
  <inkml:trace contextRef="#ctx0" brushRef="#br3" timeOffset="-122149.45">13268 12837 53 0,'-3'-4'299'15,"-2"0"175"-15,-1 3 162 0,3-2-21 16,-2 1-116-16,3 1-39 0,-1-1 16 0,2 1 8 15,-1 1-29-15,0-3-45 0,1 3-50 0,-1 0-31 16,2 0-19-16,-1 0-21 0,1 3-24 16,0-3-23-16,-2 1-33 0,0 1-40 0,2-1-47 15,-4 3-34-15,4-2-20 0,-2 3-11 16,2 2-10-16,-1 0-7 0,-1 3-7 0,2 2-2 16,2 1-6-16,-1 4-2 0,1-1-4 0,2 5-3 15,0 1-2-15,-1 3-3 0,0 0 0 16,2 5-1-16,-2-3-2 0,3 4 0 0,-2 0-1 15,2-3-2-15,-2 0 0 0,0 0-2 0,-1-6 0 16,0-1 0-16,-1-3-1 0,-1-4-1 16,1-4 1-16,-2-2 1 0,2-2 2 0,-2-2 0 15,-2-3 1-15,0-2-2 0,-1-3 1 16,1-4-1-16,-2-2-2 0,-1-4-1 0,0-1-3 16,-1-2 1-16,1-2-1 0,0 0 0 0,1-4 0 15,0 1 0-15,1-1 0 0,-2-2 1 16,1 2-1-16,2-1 0 0,-2 2 1 0,0-1-1 15,1 2 2-15,0 1 0 0,1 1 0 16,-1 0 2-16,0 4 0 0,1 0 0 0,-2 3-1 16,2 0 1-16,-1 5-1 0,3 0 1 0,-1 2-1 15,1 1-2-15,0 1 0 0,0 2 0 0,0-1 0 16,1 4 0-16,2 0 0 0,3 4 1 16,1 5 2-16,1 0 5 0,3 3 3 0,1 1 3 15,1 3 2-15,1 5 0 0,2-2 1 16,-2 0-4-16,2 0-3 0,-2 0-3 0,1-3-3 15,-1-3-1-15,-1-3-2 0,-1-3 0 0,2-3-1 16,-4-6 0-16,2-3 1 0,-2-5 0 16,-2-5 0-16,0-5 0 0,0-3 0 0,-4-4 2 15,1-4-1-15,0 2 1 0,0-4 1 16,-2 2 0-16,0 2-2 0,2 3 0 0,-4 4 0 16,2 3-1-16,-1 3 1 0,1 3-1 0,-3 3 0 15,2 2 0-15,-1 2 0 0,1 3 0 0,0 2 0 16,-1 4 0-16,3 3 0 0,-3 3-1 15,2 3 0-15,2 3-1 0,-1 1-1 0,-2 2 1 16,4 5 2-16,-2 0 0 0,1 0 1 16,-1 4 0-16,4 1 1 0,-2 0-1 0,-1 0-1 15,3 0-4-15,0-4-12 0,0 2-19 0,-2-6-44 16,1-2-72-16,-1-4-77 0,-2-6-126 16,0-3-173-16,0-5-271 0,-2-4-287 0,0-2-205 15,-1-5-124-15,1-3 287 0,-2-5 535 16</inkml:trace>
  <inkml:trace contextRef="#ctx0" brushRef="#br3" timeOffset="-121899.4">13733 12739 205 0,'8'-6'693'16,"-2"4"376"-16,3 2 126 0,-4 0-191 0,0 2-290 15,0 1-170-15,1 2-93 0,0 4-71 0,1 0-63 16,-2 1-41-16,1 2-53 0,0 4-61 15,2 1-53-15,-2 3-27 0,1 2-15 0,-1 5-12 16,2 2-11-16,0 2-12 0,-2 3-7 16,1 0-5-16,-1 0-6 0,0-1-6 0,0-2-4 15,-1-1-3-15,-2-5-3 0,1-5-2 0,-1 0-10 16,0-5-20-16,-1-3-49 0,-2-4-70 16,0-4-99-16,-2-4-173 0,1-3-281 0,-3-6-324 15,1-3-303-15,0-3-180 0,0-5 197 16,-1 1 635-16</inkml:trace>
  <inkml:trace contextRef="#ctx0" brushRef="#br3" timeOffset="-121606.81">13951 12696 398 0,'3'-6'919'0,"-1"1"313"0,0 4 3 15,-1 1-214-15,-1 1-270 0,2 4-225 0,-1 2-134 16,-1 4-77-16,0 2-60 0,2 2-77 15,0 3-62-15,0 3-35 0,2 1-19 0,-1 4-13 16,0 3-6-16,2 0-6 0,0-1-6 16,-1 3-6-16,4-1-5 0,-2 2-1 0,2-4-7 15,-1 1-3-15,2-2-4 0,-1-4-1 0,2 2-1 16,-1-6-1-16,2-1-2 0,0-3 1 16,-1-1 0-16,6-2-1 0,-4-3 0 0,2-3-1 15,2-2 0-15,2-1 1 0,-4-3-2 0,3-3-1 16,2-3-7-16,-3-1-14 0,1-2-24 15,-1-3-58-15,1-2-70 0,-4 1-99 0,1-2-169 16,-2 0-287-16,-3 0-321 0,2-2-265 0,-3 2-166 16,-2-1 198-16,-1 1 627 0</inkml:trace>
  <inkml:trace contextRef="#ctx0" brushRef="#br3" timeOffset="-121348.8">14060 12696 158 0,'-6'-2'830'0,"3"4"507"0,1-2 30 15,1 0-215-15,2 0-411 0,3 0-288 0,0 0-145 16,5-2-86-16,-1 1-42 0,4-3-26 16,2-1-29-16,0-2-45 0,3-4-33 0,1 4-22 15,2-3-11-15,-1 1-5 0,0-1-3 16,0 1-4-16,0 2-31 0,-3 2-68 0,-3 2-71 15,-1 1-154-15,-4 4-248 0,-4 2-319 0,-1 2-323 16,-3 1-210-16,-3 3 19 0,-4 0 568 16</inkml:trace>
  <inkml:trace contextRef="#ctx0" brushRef="#br3" timeOffset="-121162.43">14060 12943 19 0,'-3'9'532'0,"6"-2"459"0,-1 0 205 0,-1-3-71 15,4-1-328-15,-2 1-340 0,4-3-206 16,1 2-100-16,2-3-52 0,0 2-31 0,1-4-27 16,3 0-15-16,1 0-12 0,2-5-4 0,-1 1-3 15,4-1 0-15,1-1-9 0,-2 0-28 0,1 0-105 16,2 0-173-16,-4 2-290 0,3-1-271 16,-1 1-256-16,-1 0-134 0,0 0 297 0,-1-2 497 15</inkml:trace>
  <inkml:trace contextRef="#ctx0" brushRef="#br3" timeOffset="-120833.34">14531 12572 71 0,'-6'-6'667'0,"-2"2"505"16,0 1 180-16,2 3-88 0,-2 3-317 16,-1 0-356-16,2 3-184 0,-1 0-103 0,3 1-74 15,-1 3-70-15,2-1-65 0,2 0-40 16,2 0-26-16,0 1-14 0,3 0-6 0,2 2-2 15,-1 1-6-15,4 0 1 0,1 1-1 16,0-1 0-16,0 3 3 0,1 1 6 0,2-2 4 16,0 3 2-16,0 0 0 0,1 1 1 0,-2 3-4 15,3-1-5-15,-3-2-1 0,0 1-3 16,0 1 2-16,0-2-2 0,-1 1 1 0,-1-1-2 16,-2 0 1-16,-3-2-1 0,1-1 0 15,-3 1 1-15,-4-2-2 0,2-3 0 0,-5 0-1 16,1-3-1-16,-3-1-2 0,-2-4-2 0,1-4-8 15,-2-2-24-15,0-4-54 0,0-2-68 0,0-4-70 16,-2-3-123-16,4-2-167 0,2-6-204 16,-1 1-246-16,2 0-200 0,1-3-136 0,4 0 217 15,0 0 447-15</inkml:trace>
  <inkml:trace contextRef="#ctx0" brushRef="#br3" timeOffset="-120595.41">14636 12640 66 0,'12'-15'377'0,"-1"4"287"16,1 0 284-16,-2 3 20 0,0 2-188 15,-2 3-149-15,1 6-99 0,-1-1-48 0,0 5-36 16,0 1-72-16,0 4-58 0,-3 1-48 0,0 3-39 16,-2 3-53-16,-2 2-54 0,3 3-28 0,-3 4-16 15,2-1-13-15,1 4-16 0,0 3-11 16,-1-3-11-16,2 2-5 0,1-1-9 0,-1-1-6 16,0-2-2-16,3-2-4 0,-2-5 0 0,2 0-3 15,-1-5-1-15,2-2-3 0,0-4-6 16,3-3-16-16,-2-1-38 0,-2-4-80 0,2-2-103 15,-2-2-180-15,3-2-295 0,-2 1-345 0,1-4-358 16,2 0-161-16,-2-1 250 0,2-2 689 16</inkml:trace>
  <inkml:trace contextRef="#ctx0" brushRef="#br3" timeOffset="-119728.42">14987 12698 64 0,'0'-14'470'0,"-2"0"362"15,-1 2 242-15,3 1 3 0,-3 1-316 0,3 3-241 16,0-1-134-16,-2 4-86 0,2 0-69 0,2 2 2 15,0-1 7-15,2 3 0 0,1 0-20 16,0 3-16-16,-1 0-13 0,5 1-48 0,-2 2-37 16,-1 3-25-16,2-2-11 0,1 4-5 15,-2 1-6-15,1 3-5 0,0 2-3 0,0 2-4 16,1 2-4-16,-1 5-5 0,0 1-5 0,0 4-5 16,1 4-4-16,-2 1-4 0,-1 0-3 15,2 3-4-15,-2-3-2 0,2 1-3 0,-3-5-2 16,2-4-1-16,-3 0-4 0,4-7 1 15,-2-3-2-15,-1-2 0 0,0-4 0 0,1-4 0 16,4-6 0-16,-4-3 0 0,2-7 1 0,0-4-2 16,1-7 1-16,-1-6-2 0,2-9-1 15,1-2 2-15,-2-6 1 0,3-1 0 0,0-2 1 16,-1 0 1-16,0-2 1 0,2 3-2 0,-2 5 0 16,1-1-1-16,-2 6 1 0,-2 3-1 15,0 6-1-15,0 5 2 0,-5 4 0 0,0 2 1 16,-1 7 0-16,-4 2 0 0,0 5 0 0,-1 5 0 15,-3 2-2-15,0 7 1 0,-1 2-2 16,-1 4 1-16,-2 4-1 0,0 2 0 0,2 2 0 16,0 4-1-16,-1 1 0 0,2 1 1 15,3 1 0-15,0 1 1 0,1-2 1 0,3 2 0 16,0-1 1-16,3-2 0 0,1-1-1 0,2-6-2 16,2-2 0-16,1-6-1 0,2-1-1 0,1-7-1 15,3-4-2-15,-2-3-9 0,4-4-13 16,2-4-22-16,-3-4-43 0,3-1-78 0,-3-5-104 15,1 1-177-15,-2-1-291 0,0-3-333 16,0 1-333-16,0-2-161 0,-2 1 246 0,1-3 679 16</inkml:trace>
  <inkml:trace contextRef="#ctx0" brushRef="#br3" timeOffset="-119438.66">15709 12480 47 0,'-1'-3'662'0,"2"3"606"0,-1 1 155 16,0 5-128-16,0 3-333 0,2 5-374 0,-2 2-202 15,2 2-127-15,-1 5-63 0,2 2-61 16,-1 2-53-16,2 2-35 0,1 3-19 0,-2-1-12 15,2 2-6-15,0 4-3 0,-2 1-2 16,2 2-2-16,1 1-2 0,-3 1-20 0,-1 0-65 16,-2-2-75-16,0-2-158 0,-2-2-277 0,2-4-321 15,-1-6-364-15,1-3-250 0,-2-8 33 16,-2-3 664-16</inkml:trace>
  <inkml:trace contextRef="#ctx0" brushRef="#br3" timeOffset="-105667.02">7456 17881 103 0,'-2'-1'323'0,"-1"1"166"0,0-3 160 15,1 3-111-15,2-2-94 0,-3 1-35 0,3 0 10 16,-1 1 7-16,-1-2-20 0,-1 0-39 16,2 0-56-16,-1 2-62 0,-1 0-58 0,1-3-50 15,-1 3-33-15,1 0-13 0,-1-1 3 0,3 1 3 16,-1 1 4-16,1-1 8 0,0 0 8 0,1 3 10 16,-1-3-6-16,0 0-11 0,0 0-8 0,-1 0-20 15,1 2-19-15,0-2-22 0,-2 0-13 16,2 2-11-16,-2-2-9 0,2 2-4 0,-1-1-1 15,-1-1-2-15,1 1-3 0,-1 1 0 0,0 0 3 16,-2-1 0-16,2-1 1 0,-1 3-1 0,2-2 1 16,-3 1-1-16,3-1 0 0,-1 1 2 15,-1-1 0-15,1 1-3 0,1-1 1 0,-1 1-4 0,0-1 1 16,1 2-3-16,-1 0-1 0,2 0 2 16,-4 2 0-16,4-1 0 0,-2 2 0 0,2-2 1 15,-3 3 2-15,3-1-4 0,-1-1 1 0,1 2-2 16,-2-1 1-16,2 0-1 0,0-2-2 0,0 2 3 15,0-1 0-15,0-1 0 0,0 2-1 16,2-1 0-16,-2-1 1 0,1 0-1 0,2 1-3 16,-3-3 2-16,5 5 1 0,-2-3-1 0,0 2-1 15,2-2 2-15,1 0 2 0,-1 1 0 0,2-1-2 16,0 1 1-16,1 1 2 0,0-2 1 16,0 1-2-16,3-1-1 0,-3 0 0 0,2 0 1 15,0-2-1-15,0 0-1 0,-2 1 1 0,3-3 1 16,-3 0 0-16,0 0 2 0,0-3-2 0,-1 0 1 15,0-2 1-15,-1-1-1 0,1 0 1 0,-1-2 1 16,-3-3-3-16,2-1 4 0,-2-1-1 16,0-1 0-16,-1-1-1 0,-1 0-1 0,-1 2 1 15,2-3-1-15,-2 3 1 0,2-1-1 0,-2 3 2 16,0 0 0-16,0 2 1 0,0 2 7 0,-2 0 12 16,2 2 8-16,-2-1 7 0,2 4 1 15,-3-1 4-15,0 0-6 0,0 2-11 0,-2-1-8 16,-1 0-5-16,0 2-2 0,-1 2-3 0,-1 0-2 15,-1 0 0-15,-1 3 1 0,1-3-2 0,-1 4 2 16,-2-1 0-16,2 1 0 0,-1 0-2 16,0-1 0-16,1 1-2 0,0 2 1 0,0-2-2 15,2 1-1-15,2 2 0 0,-2 0 0 0,2 0-2 16,1 2 0-16,0-1 0 0,2 1-1 0,1 0 2 16,-1 0 0-16,3 1 0 0,0-2 0 15,0 1-1-15,1-2 0 0,1 2-3 0,1-2 1 16,1-2 0-16,0 0-1 0,1 1 1 0,4-3 0 15,-1 2 2-15,0-1 0 0,2-1 1 0,2-2 0 16,-2 0 0-16,4 0 1 0,-3-2 0 16,2-1 0-16,-1-1 0 0,1-1-1 0,1-2 2 15,-2 0-1-15,0-2 1 0,-1 0-1 0,-1-1 0 16,-2-2 1-16,-1 0-1 0,0-1 2 0,-2-1 0 16,-2 1 1-16,-2-3-1 0,1 2 1 0,-2-2 0 15,0 1 3-15,-2 1 5 0,-2-1 6 0,-1 2 2 16,-2-1 4-16,-2 3 1 0,0-3 0 0,-3 4-4 15,0 0-2-15,-3 1-2 0,0 1-3 16,2 2 0-16,-4-1-1 0,4 2-1 0,-4 2 0 16,4 0-1-16,-3 3-1 0,4 2-1 0,0-1-4 15,0 1-2-15,2 2-1 0,1 1-2 0,0-1-1 16,2 1-1-16,2 3 1 0,2-1-1 16,0-1 0-16,3 3 0 0,0-2-1 0,1 0 1 15,4 1 1-15,-1 2-1 0,0-1 1 0,4-2 0 16,0 2 0-16,0-2 0 0,0 1 0 0,4-2 0 15,-2 2 0-15,1-3 1 0,0 0-1 0,2-1 0 16,-2-1 1-16,1-1-1 0,-2-2 0 16,-2-1-1-16,4-2 2 0,-4 0-1 0,1-2 1 15,-3-1 0-15,1-5 1 0,-2 1 1 0,0-4-1 16,-2-1 2-16,-1 0-1 0,-2-3 0 0,0 0 1 16,0-1-1-16,-2-1 0 0,-1-1 0 15,-2 2 0-15,0-1 0 0,-2 1 0 0,1-1 0 16,-3 2 1-16,1 2-1 0,-4-1 1 0,1 2-1 15,1 1 0-15,-2 3 1 0,-1 0 0 0,2 3 0 16,0 1 0-16,-2 2 0 0,1 2-1 16,1 0 1-16,-1 4-1 0,2 0 0 0,0 2 0 15,0 2-2-15,1 0 0 0,1-1 0 0,3 2 0 16,-1 1-2-16,1-1 2 0,-1 0-1 0,3 0-1 16,1 2 1-16,1 0 0 0,-1-3 0 15,2 3 0-15,2-1 1 0,-1-1-2 0,1 2 1 16,3-1-1-16,-1 0 0 0,2 0 0 0,-1 0 0 15,3-1 1-15,0-1 0 0,1 0-1 0,1-2 1 16,1 0 0-16,0-1 1 0,0 1 0 0,-1-6-1 16,2 2 1-16,0-4 0 0,-3 2 0 15,2-5 1-15,-1 1-1 0,-2-2 2 0,1-2-2 16,-3 0 2-16,-1-1 0 0,-2 0 0 0,1-4 0 16,-3 2 0-16,1-3-1 0,-2 1 1 0,-2-1-1 15,-1-1 0-15,0 1 2 0,-2-4-1 0,0 4 0 16,-3 0 0-16,-1-1 1 0,1 2-1 15,-2 0 0-15,-2 1 0 0,-1 2-1 0,1 3 0 16,0-1 1-16,1 1 1 0,0 4-1 0,0 0 0 16,1 3 0-16,0 1 0 0,2 3-2 0,1 1 0 15,-1 3 0-15,2 2-1 0,3 0-1 0,0 7 1 16,1-4 0-16,2 3 0 0,2 2-1 16,1 1 0-16,3 0 1 0,2 1 0 0,0 2 0 15,3 1 0-15,3-2 0 0,-1 0 0 0,4-1 0 16,-2 0 0-16,0-4 0 0,0-1 0 0,2-3 0 15,-1-2 0-15,0-2-1 0,-2-4 2 0,0-1 0 16,-1-6-1-16,-1 0 2 0,-2-6 0 16,0-3 1-16,-1-1 0 0,-5-5 0 0,1-4 1 15,-3 0 0-15,1-1-1 0,-3-2 1 0,0-2-1 16,-1 2 1-16,-1-1 0 0,0 2 1 0,-3 3 4 16,2 2 3-16,-3 0 6 0,2 3 4 15,-3 3 3-15,2-1 3 0,-3 3-2 0,-4 3-3 16,2 1-3-16,-1 1-4 0,-3 4-5 0,1 0-3 15,-1 4-3-15,1 2-2 0,-2 2-1 0,2 3-1 16,3 4-1-16,-2 1 0 0,2 3 0 16,2 1-1-16,2 2 0 0,3 0 1 0,0 3 0 15,5-2-1-15,-1 0 1 0,4 1 0 0,1-1 1 16,2 1-2-16,0-2 1 0,4-1 0 0,0-1 1 16,-1 0-2-16,4-4 1 0,0-2 1 15,2-1 0-15,-1-3 0 0,1-3-1 0,-1-2 1 16,2-1 0-16,-4-6 0 0,3-2 1 0,-4-1 0 15,1-3 1-15,-3-4 0 0,0 0 0 0,-3-5 1 16,0 0-1-16,-3-2 0 0,-2-1 1 0,0-2-1 16,0 1-1-16,-6-2 1 0,2 2-1 15,-3 2 2-15,0-1-1 0,-3 3 2 0,-2 1 1 0,-4 2 0 16,-1 1 1-16,-5 2 1 0,-3 2-1 16,-1 2-1-16,-2 1-2 0,-3 2 0 0,1 3-2 15,-1 3 0-15,1 1-1 0,3 4 0 0,0 2-1 16,5 4 0-16,3 2 1 0,2 0 0 0,5 5 0 15,2 0 0-15,4 3-1 0,3 0 0 16,2 1 0-16,4-1-1 0,2 2 0 0,3-1 0 16,3-2 2-16,-1 0-2 0,4-4-1 0,-1 0 0 15,2-4-1-15,0-1-8 0,2-4-16 0,0-1-31 16,-1-4-81-16,0-2-142 0,0 0-261 16,-3-2-312-16,-1-1-392 0,0 0-453 0,-1 0-62 15,-3 1 694-15</inkml:trace>
  <inkml:trace contextRef="#ctx0" brushRef="#br3" timeOffset="-98954.9">5336 16383 107 0,'0'0'388'0,"-2"0"262"0,1 0 231 15,-1 0-53-15,2-2-118 0,-2 1-105 0,2 1-95 16,-1 0-77-16,1 0-53 0,0 0-44 16,0 0-59-16,0 0-30 0,0 0-24 0,0 0-27 15,0 0-35-15,0 0-35 0,0 0-22 0,0-1-20 16,0 1-11-16,0-2-7 0,0 2-8 0,-2-2-6 15,1 1-10-15,-3-2-9 0,1-1-9 0,-3-1-10 16,0-3-5-16,1 1-3 0,-1-3-2 0,-1 0 0 16,-2 0-1-16,3-1-1 0,-2-1 0 15,-1-1 0-15,2 0 0 0,-1 1-1 0,-2 1 0 0,2-1-1 16,-1 0 1-16,1 0-1 0,2 1-1 16,-1 0 1-16,-2 3 0 0,4-1 0 0,0 2-1 15,1 2 1-15,-1 1-1 0,3-1-1 0,-1 4-1 16,0-3-3-16,3 4-3 0,-1-1-6 15,-1 1-12-15,2 1-11 0,0 3-23 0,0-2-49 16,0 3-60-16,0 2-85 0,0 1-141 0,0 1-200 16,-1-1-300-16,-1 3-264 0,0 1-210 0,2 1 48 15,-1-5 477-15</inkml:trace>
  <inkml:trace contextRef="#ctx0" brushRef="#br3" timeOffset="-98657.4">5106 16308 47 0,'2'-6'340'16,"-2"0"226"-16,0 0 185 0,0 0-4 0,0 1-160 15,0-3-93-15,0-1-52 0,0-1-22 16,0 1-27-16,2 0-47 0,-2-1-54 0,1-1-57 16,1 2-43-16,-2 1-17 0,1-1-3 0,1 2-7 15,-2 3-6-15,3-1-13 0,-3 2-15 0,0 0-33 16,2 1-27-16,-2 1-18 0,0 1-15 15,0 0-15-15,3 0-9 0,-1 1-6 0,-1 1-3 16,5 1-2-16,-1 2-1 0,0-1-1 0,1 2 2 16,2 2-1-16,0-2 1 0,0 1-3 0,2 2 1 15,0 1-4-15,0-3-11 0,1 0-45 0,0 1-59 16,0-1-92-16,-1-1-159 0,2 2-289 16,-2-2-309-16,-1 1-276 0,2-5-194 0,-1 2 188 15,-2-2 583-15</inkml:trace>
  <inkml:trace contextRef="#ctx0" brushRef="#br3" timeOffset="-97811.77">7261 16251 80 0,'0'-5'430'16,"0"4"301"-16,0-1 191 0,2 1-53 0,-2 2-230 16,3 1-138-16,-1 1-107 0,1 1-73 15,0 2-44-15,2 3-43 0,3 0-45 0,0 3-55 16,1 4-31-16,2 0-18 0,0 1-12 0,2 2-11 15,-1 2-12-15,3 0-11 0,-3-1-13 0,1 0-11 16,0 0-9-16,-1-1-4 0,0-3-3 0,0 0 1 16,-4-2-12-16,2-3-24 0,-4-2-18 15,0-1-34-15,-3-4-77 0,-3-1-140 0,-1-1-151 16,-4-2-249-16,-1-2-260 0,1-1-198 0,-3-3 47 16,-3-1 377-16,2-1 375 0</inkml:trace>
  <inkml:trace contextRef="#ctx0" brushRef="#br3" timeOffset="-97553.42">7154 16292 43 0,'-8'-11'357'0,"0"1"236"15,3 0 182-15,-2 1 33 0,2 0-209 0,0 0-133 16,2 0-76-16,0 1-43 0,1-3-32 0,0 2-61 16,2-2-51-16,0 1-53 0,0 1-49 15,2 0-33-15,1 1-10 0,-1 1-8 0,3 1-10 16,0 0-4-16,-1 2 4 0,4 1 2 0,0 2-5 15,-2 1-2-15,4 4 7 0,1 0 3 0,-2 3 2 16,1 3 0-16,1-2-8 0,0 3-4 0,1 2-7 16,-2 0-6-16,1 4-9 0,3 2-18 0,-3 0-24 15,1 0-69-15,-2 1-174 0,0 1-297 16,0-2-279-16,0 2-272 0,0-4-205 0,1-2 153 16,0-2 576-16</inkml:trace>
  <inkml:trace contextRef="#ctx0" brushRef="#br3" timeOffset="-96743.12">9788 16411 113 0,'2'1'585'0,"-1"-1"444"0,-1 0 179 0,0 0-157 15,2 0-342-15,-2 0-244 0,0-1-165 0,1-2-92 16,1-1-35-16,1-2 4 0,2-2-3 0,1-2-6 16,0-1-19-16,-1-2-6 0,3 0-22 15,-1-1-29-15,2-2-20 0,-3 1-16 0,4-2-8 16,-2 0-20-16,1 1-14 0,2-2-7 0,-3 1-4 16,3 1-2-16,-3 2-5 0,-1 1-19 0,-1 2-50 15,-2 4-56-15,0 1-96 0,-3 3-174 16,-1 3-304-16,-1 1-302 0,-1 5-254 0,0 0-174 15,-4 1 256-15,2 3 597 0</inkml:trace>
  <inkml:trace contextRef="#ctx0" brushRef="#br3" timeOffset="-96514.91">9873 16067 291 0,'3'-13'610'15,"1"2"228"-15,-1 3 70 0,2-1-221 0,0 3-187 16,1-2-114-16,0 2-49 0,2 2-25 0,0 0-13 15,0 0-35-15,1 4-39 0,2 0-16 0,-1 2 8 16,2 1 1-16,0 2-9 0,0 0-13 0,-1 3-30 16,-1 1-37-16,2 2-43 0,-4 4-26 0,0 0-21 15,0 1-12-15,-2 2-7 0,-3 2-7 16,-1 2-2-16,0 2-5 0,-4 0-2 0,0 2-2 16,-2-1-3-16,-4 1-2 0,3 0-21 0,-4 0-52 15,-2 0-59-15,0-4-71 0,-1 2-152 0,-1-2-227 16,1 1-299-16,-2-1-255 0,3-1-210 15,0 0 3-15,-2 2 509 0</inkml:trace>
  <inkml:trace contextRef="#ctx0" brushRef="#br3" timeOffset="-95573.03">9777 18133 121 0,'0'-2'346'0,"-1"1"180"16,-1 0 159-16,2-1-114 0,0 2-71 0,0 0-44 16,2 0-33-16,-1 0-40 0,2 2-37 15,0 0-47-15,2 3-63 0,1 0-46 0,-1 2-30 16,3 1-16-16,3 3-22 0,-1 1-21 0,1-1-18 16,1 4-16-16,3 0-13 0,-1 2-10 0,0-2-7 15,0 3-4-15,1-2-7 0,0 2-6 0,-4-5-5 16,2 3-5-16,-2-1-4 0,0-3-3 0,-3 0 2 15,1-3-10-15,-2-1-25 0,-2 1-40 0,-4-3-90 16,-2-4-142-16,-3 0-176 0,-2-2-296 16,-2-2-248-16,-1 0-170 0,-2-4 133 0,-3-3 404 0</inkml:trace>
  <inkml:trace contextRef="#ctx0" brushRef="#br3" timeOffset="-95417.37">9796 18212 357 0,'5'0'684'0,"-2"4"259"0,5-2 118 0,-2 3-269 16,0 1-210-16,1-2-149 0,1 2-86 0,-1 1-69 16,2-3-71-16,-1 2-63 0,2-1-48 0,0-1-36 15,-2-1-29-15,4 0-12 0,-2 0-8 0,1-1-6 16,2-1 2-16,-1-1-16 0,0 0-33 0,0-1-145 16,-2-1-264-16,-1-1-274 0,0 0-282 0,-2-3-263 15,-4-1-43-15,0 0 500 0</inkml:trace>
  <inkml:trace contextRef="#ctx0" brushRef="#br3" timeOffset="-88357.35">5586 18006 41 0,'1'0'161'0,"-1"0"44"0,2 3 24 0,-2-1-3 16,0-2-26-16,0 1-34 0,0-1-31 15,0 0-29-15,-2 0-21 0,2-1-15 0,0-1-8 16,-1-1-3-16,-1 3-2 0,2-2 9 0,-1-1 19 16,1 0 29-16,-2 0 41 0,2 0 55 0,0 0 65 15,0 0 81-15,0 0 65 0,0 1 31 0,0 1-14 16,-2 0-41-16,2-1-51 0,-1 2-59 16,-1-1-34-16,2 1-23 0,0 0 5 0,0-2-4 15,0 1-3-15,-2 1-19 0,1-2-27 0,-1 2-30 16,1 0-33-16,-3 0-22 0,3 0-18 0,-2 0-12 15,-2 2-10-15,2-1-5 0,-2 1-7 0,0-1-6 16,1 2-4-16,-1 0-3 0,0 0-2 16,-1 0-2-16,-2 0-1 0,2 2-1 0,-2-1-1 15,-3 1-3-15,1 0-5 0,-3 1-7 0,-1-2-2 16,0 2-4-16,-5 0-2 0,0 0-2 0,0 1 3 16,-1 1 2-16,-2 0-1 0,-1 2 0 0,1-1 1 15,-1-1-1-15,-1 5 0 0,3-3 2 0,-1 1 0 16,0-1 1-16,3 0 0 0,0 1 0 15,3-1-1-15,-1 0 0 0,2-1-2 0,1-2 1 16,1-1-2-16,3 0-1 0,0-2-1 0,4 1-1 16,-1-2-1-16,3 0 0 0,-1-2-1 15,2 3 0-15,1-4-1 0,2 1 5 0,0 0 1 16,0 1 1-16,2 1 1 0,0-3 1 0,1 2-1 16,0 0-7-16,1 1-4 0,-1-1-7 0,2 2-9 15,-3 0-10-15,1-1-13 0,0 2-15 0,1-1-18 16,-3-1-29-16,1 0-49 0,1 0-55 0,-3-2-51 15,0 1-79-15,0-1-119 0,0 1-122 0,0-2-98 16,0-2-162-16,0 2-228 0,0 0-74 16,0-1 184-16,3-1 334 0,-2-1 298 0</inkml:trace>
  <inkml:trace contextRef="#ctx0" brushRef="#br3" timeOffset="-87973.83">5108 18105 8 0,'3'-6'269'0,"-3"-1"190"0,2 2 206 0,-2-1 76 16,-2-1-65-16,2 3-39 0,-1 0-36 15,-1 0-7-15,0 0-12 0,-1 1-51 0,0 2-96 16,-1-2-82-16,-1 3-72 0,0 0-61 0,-1 3-58 16,-1 1-40-16,-4 0-25 0,2 4-16 0,-1 1-9 15,-1 1-11-15,0 5-6 0,1-2-9 16,0 0-8-16,0 4-7 0,0-1-2 0,0 1-1 15,0 1-4-15,2 0-7 0,2-1-5 0,-2 0-2 16,3 1-7-16,-1-1-3 0,1-1-3 0,3-3 3 16,-1 2 0-16,0-2 1 0,3-3 1 0,0 0 0 15,2 0-1-15,-1-3-1 0,2 1 0 0,2-3 1 16,2 2-2-16,1-2 1 0,2-1 0 0,0-3 2 16,1 2-1-16,2-1-1 0,-2-2-1 0,4 0-1 15,-2-2 0-15,3-1-2 0,-2-1 1 0,0-2-1 16,2-1-2-16,0-2-6 0,-3-1-16 0,1-2-21 15,0 0-69-15,-1-3-76 0,1 0-171 0,-4 0-277 16,2-3-319-16,-1 2-400 0,-3-4-255 0,0 1 43 16,0 0 755-16</inkml:trace>
  <inkml:trace contextRef="#ctx0" brushRef="#br3" timeOffset="-86728.51">5244 16246 108 0,'-13'-4'329'15,"-1"-1"173"-15,1 1 167 0,2 2-84 0,1 1-76 16,0 0 1-16,2-1 38 0,3 2-23 0,-1 0-51 16,3-2-79-16,1 1-92 0,1 1-91 0,-1 0-87 15,2-1-53-15,0 1-33 0,0 0-19 0,3 0-11 16,-1-2 0-16,4 2 3 0,0-2 2 15,4 1 3-15,0 0 1 0,2-1 54 0,4-1 61 16,1 1 24-16,1-2 6 0,5 2 7 0,1-5 10 16,3 1-38-16,3 0-49 0,1-2-25 0,4 1-8 15,3-1-4-15,2 0-11 0,6 0-6 0,1 0-2 16,7 1 4-16,6 0-2 0,2 4-2 0,3-2 0 16,1 1 2-16,3 3-2 0,1 1-3 15,-2 1-3-15,2 3-8 0,0 1-4 0,0 1-1 16,2-2-2-16,0 7 0 0,1-3-2 0,0 0-3 15,-1-1-1-15,-2-1-5 0,0-1-1 0,-2-5-3 16,-1 0 0-16,-2-5 1 0,0-1 0 16,-2-1 1-16,-1-3-1 0,1-3 1 0,-3 1-1 15,2-1 0-15,-2-2-3 0,-2 3 0 0,-1-2 0 16,-1 1-2-16,-2 3 1 0,-2-1-1 16,-3 3 0-16,1 1 0 0,-2 2 0 0,-4 1 0 15,-3 1-2-15,-3 3-14 0,-2 0-24 0,-7 0-70 16,-7 1-83-16,-3 2-180 0,-8 3-285 0,0 0-332 15,-6 0-398-15,-5 1-237 0,-3-1 114 16,-8 5 764-16</inkml:trace>
  <inkml:trace contextRef="#ctx0" brushRef="#br3" timeOffset="-83736.54">9696 18480 312 0,'0'1'693'16,"-1"2"308"-16,-1 0 118 0,0 0-261 0,-1 1-232 15,-3-2-153-15,2 1-84 0,-3 2-41 0,-1-3-33 16,-3 2-40-16,0-2-31 0,-2 2-47 0,-4-3-41 16,1 2-39-16,-3 0-32 0,-3 0-22 0,1 2-11 15,-2-3-4-15,-2 3-4 0,-2-1-5 0,0 0-4 16,-3-1-3-16,-2 2-6 0,-1-3-5 0,-2 0-4 16,0-1-6-16,-3 1-2 0,-4-2-4 0,1-2 3 15,-5 1 3-15,1-2-5 0,-3 2-2 0,-2-3-1 16,-3 3 0-16,-4 0-6 0,0-1-4 0,-3 0 4 15,-3 4 1-15,-2 0 0 0,0-1-1 16,-2 0 0-16,3 3 0 0,-1-2 3 0,1 1 5 16,4 3 4-16,0 0 2 0,2 2 3 0,1 0 0 0,3 2 1 15,2-1-4-15,0-1-1 0,3 2-1 0,3-1-2 16,-3-2 0-16,3 1-2 0,2-1-2 16,0-2 0-16,-2-1-3 0,1-1 0 0,1-1-1 15,-2-2 1-15,0-2 0 0,-1 1 1 0,-2-4 1 16,0 2 0-16,-5-1 0 0,-1 1-1 0,-2-2 2 15,0 1-2-15,0-1-1 0,0 2 1 0,0-1-1 16,2 1 0-16,1 0-2 0,0-2 0 0,1 3 1 16,2-2-1-16,4-1 1 0,-1 3 1 0,6 0 1 15,2-4 0-15,-1 2 0 0,3-1 0 0,2 1-1 16,1-2 0-16,0 1 0 0,-1 0-1 0,3-2-2 16,-1 0 0-16,1 0-1 0,2-2-7 0,-1 1-8 15,-1 0-13-15,1-1-17 0,-1 0-30 0,4 0-63 16,-2 2-67-16,1-2-116 0,0 0-176 0,1 1-296 15,1-1-314-15,3 0-232 0,2 0-115 0,1-1 364 16,2 1 582-16</inkml:trace>
  <inkml:trace contextRef="#ctx0" brushRef="#br3" timeOffset="-82905.75">8043 16254 89 0,'0'-12'462'0,"-2"1"355"15,2 4 245-15,-2 1-57 0,1 1-262 16,-1 5-191-16,2 2-105 0,-1 4-49 0,1 3-25 15,1 1-44-15,-1 5-34 0,0 4-38 0,2 3-51 16,-1 5-51-16,3 1-47 0,-1 4-26 0,0 2-18 16,3 4-12-16,0 0-8 0,-1 6-9 0,3 0-1 15,3 8-5-15,-1 1-3 0,1 5-5 16,1 4-1-16,1 6-4 0,-2 6-6 0,5 2-6 16,-3 6-4-16,1 4 1 0,0 5-6 0,2 2-3 15,-2 5-1-15,2 5-1 0,-2 1 5 0,0 3-5 16,-1 0 3-16,0-4 1 0,-1 1 0 0,-2-7 1 15,-2-3-4-15,-2-6 0 0,-3-6 2 0,0-8 0 16,-6-10 1-16,0-7-2 0,-3-10-2 0,-2-10-8 16,-2-8-9-16,-2-8-6 0,2-8-16 0,-3-7-40 15,-2-7-56-15,2-6-50 0,-4-6-75 0,2-6-145 16,0-7-172-16,0-4-237 0,1-4-229 0,2-5-208 16,0-2-12-16,0-2 396 0,2-3 438 15</inkml:trace>
  <inkml:trace contextRef="#ctx0" brushRef="#br3" timeOffset="-82655.94">8103 18143 45 0,'6'15'573'0,"3"6"489"0,-2-2 197 16,-1 1-96-16,2 1-362 0,3 2-278 0,0 2-135 15,6 1-71-15,-1 3-53 0,2-1-38 0,1 1-35 16,1 1-45-16,1-3-58 0,0 0-44 0,1-2-15 15,-2-4-13-15,1-6-7 0,-1-3-4 16,-3-7-3-16,-1-7-1 0,-4-5 0 0,-2-8 2 0,-3-6-1 16,-4-8 5-16,-1-7 1 0,-6-6 5 0,1-5-6 15,-5-3-22-15,-1-4-55 0,-2-3-60 16,-2-2-72-16,-4-2-148 0,-2-1-202 0,1-1-298 16,-2 0-240-16,-2 0-218 0,-1-3-27 0,-2 0 447 15,-2-1 493-15</inkml:trace>
  <inkml:trace contextRef="#ctx0" brushRef="#br3" timeOffset="-82362.2">7813 16379 137 0,'-5'-25'754'0,"-1"1"461"0,0 3 64 0,1 0-141 15,2 1-360-15,1 1-279 0,-1 3-140 0,3-2-80 16,0 1-46-16,0 0-41 0,3 1-54 16,-1 0-58-16,1-2-39 0,2 3-16 0,0 0-10 15,2 0-5-15,1 3-5 0,0 1 0 0,0 2-2 16,3 3 1-16,0 4-3 0,1 2 2 16,0 3-2-16,1 4 3 0,2 6-1 0,0 2-3 15,0 7-3-15,0 3-26 0,4 6-61 0,-2 6-58 16,-1 6-89-16,2 3-153 0,0 7-243 0,-2 4-294 15,3 0-231-15,0 3-196 0,0-2 111 0,2-2 503 16</inkml:trace>
  <inkml:trace contextRef="#ctx0" brushRef="#br3" timeOffset="-80695.87">8670 17194 133 0,'-3'-13'704'0,"-1"0"455"15,-3 3 114-15,2 1-125 0,-1 3-325 0,-2 3-250 16,2 0-159-16,-1 3-89 0,1 1-63 0,-2 3-57 16,0 0-66-16,2 2-52 0,-2 3-30 0,3 0-18 15,-2 2-5-15,2 2-3 0,2 1-4 0,-1 2-4 16,3 2-7-16,1 2 3 0,1 1 0 16,1 0-3-16,1 1-2 0,2 0-3 0,1-2 0 15,-1-2-7-15,1-3-4 0,-1-1-1 0,0-5 0 16,-2-3 0-16,3-5 1 0,-3-2 0 15,-1-5 1-15,-2-6-4 0,-2-7-4 0,-1-4-1 16,-3-5-1-16,1-8-2 0,0-1 0 0,1-3 4 16,-1-2 3-16,0 1 7 0,-1 1 4 0,4 4 1 15,-1 1 2-15,0 2-1 0,1 5 1 0,2 2-6 16,-1 5-2-16,-1 3-1 0,2 5 1 16,0 2 0-16,0 5 0 0,2 3 1 0,-1 6 0 15,3-1 1-15,0 9-1 0,4 1 1 0,0 4-6 16,2 5-5-16,2 3-2 0,2 1 5 15,-1 5 0-15,6 4 0 0,-2-1 6 0,1 4 0 16,2-1-6-16,1-2-26 0,-2-2-62 0,-2-4-70 16,-1-3-104-16,0-6-169 0,-3-6-302 0,-1-4-327 15,-2-6-256-15,-4-8-164 0,-3-5 253 0,-1-5 604 16</inkml:trace>
  <inkml:trace contextRef="#ctx0" brushRef="#br3" timeOffset="-77120.33">3201 6588 141 0,'0'1'327'0,"-1"1"149"15,1-1 95-15,0-1-123 0,0 2-72 0,1-2-8 16,-1 0 50-16,2-2 33 0,-2 2 3 0,1 0-24 16,-1-1-50-16,2 1-65 0,-2 0-83 15,0 0-66-15,0 1-52 0,0-1-40 0,0 0-23 16,0 2-16-16,2-2 4 0,-1 0 9 0,1 0 9 15,3 0 7-15,-1 0 46 0,2 0 42 16,1 0 11-16,-1 0-1 0,5 0-13 0,-3 0-12 16,0 0-36-16,2 0-37 0,2 0-25 0,-1 1-15 15,3-1-4-15,-1 0-5 0,0 2-4 0,1-2 1 16,2 0 0-16,-2 0-1 0,2 0 1 0,0 0-1 16,0 0 0-16,1 0 0 0,-1 0 0 15,1-2-1-15,-1 2 0 0,-2-1 0 0,3-1-1 16,-2-1 1-16,0 0-3 0,0 1 2 0,-2-3 6 15,1 0 2-15,-3-1 3 0,1-1 1 0,-2 0 2 16,-2-1 0-16,1 0-6 0,-1-1-3 16,0-1-2-16,-3 1 1 0,0 0 1 0,2 0-1 15,-4-2 0-15,1 2-1 0,-1 0 0 0,0 2-2 16,-1-4-4-16,1 2 0 0,-3 1-3 0,3-3 0 16,-1-2-2-16,1 1-1 0,0 1 0 0,0-1 1 15,-2-2-1-15,3-1-1 0,-1 2 0 0,-1-4 1 16,1 1 0-16,-3 0-2 0,3-3 2 15,0 1-2-15,-1 0 1 0,1 0 0 0,1-1-1 16,-2 4 1-16,1 0 1 0,0-2 0 0,1 4 0 16,-1-2 0-16,0 4 0 0,0-1 0 0,0 2-1 15,1 0 1-15,0 2 0 0,-1-1 0 0,0 0 0 16,1 1 1-16,-1 1 1 0,-2-1 0 0,1 2-1 16,1 0 1-16,-1 2 0 0,-2 1 1 15,0 0 1-15,1-1 0 0,1 3 1 0,-2 0 1 16,0 1 2-16,0 0-2 0,0 0 1 0,0 0 0 15,0 1-1-15,0 0-1 0,-2 3-2 0,1-1-2 16,1 0-1-16,0 0-1 0,0 1 1 16,0 1-2-16,0-1 1 0,0 0 1 0,1 1-1 15,1 1 1-15,-2-1-1 0,2 0 1 0,-1 2 0 16,-1-1-1-16,3 1 0 0,-1-1 1 0,1 2-1 16,-2-1 2-16,4 0 0 0,-3 4-1 0,4 0 1 15,-2-1 0-15,3 2 0 0,-2 2 0 16,3 1 0-16,0 1 1 0,0 0 0 0,1 3 1 15,1-1 1-15,-1 0-1 0,2 2 1 16,-1-3 1-16,1 3 0 0,1-1 0 0,-2-3 0 16,-2 3-1-16,4-3-1 0,-4-1 0 0,2 2-1 15,-1-4-1-15,-1 2 0 0,-1-1-1 16,-1-1 1-16,2-1-1 0,-4 2-1 0,1-3-2 16,0 0 0-16,2 0-11 0,-3-2-13 15,2-2-32-15,-1 0-64 0,0 1-66 0,1 0-86 16,-1-3-145-16,0 0-242 0,2 0-296 0,0-2-227 15,1 0-197-15,0-3 56 0,3-1 510 16</inkml:trace>
  <inkml:trace contextRef="#ctx0" brushRef="#br3" timeOffset="-75373.23">4975 6574 207 0,'0'4'358'0,"0"-3"141"0,0 0 18 0,2 1-149 16,-1 0-70-16,-1-1-30 0,0-1 3 16,2 0 30-16,-2 0 12 0,0 0-6 0,1-1-29 15,1 1-39-15,-2-2-47 0,2 2-58 16,-1 0-14-16,1 0 15 0,1 0 3 0,0 0 10 15,2 0 3-15,0 0 6 0,2 0-22 0,0 0-38 16,1 0-16-16,0 0-21 0,1 0-12 16,1 0-12-16,-2-2-11 0,2 2 14 0,0-2 15 15,0-2 13-15,1-1 35 0,-2 0 39 16,1-3 18-16,1 0-4 0,-2-4-14 0,-1 1-12 16,3-5-28-16,-3-1-33 0,0-4-18 0,-1 0-14 15,0-3-10-15,-1 0-6 0,1 0-3 16,-2-1 0-16,-2 0 0 0,2 0-1 0,-2 1-2 15,1-1-2-15,-2 3 0 0,-1 0-3 16,1-2-3-16,0 4 2 0,-1 1-1 0,1 0-1 16,0 0 0-16,-1 4-2 0,1 0 1 0,-1 2-1 15,1 2-1-15,1 3 0 0,-1-3 0 16,-2 4 0-16,1 1-2 0,1 2-1 0,1 1 1 16,-3 0-1-16,1 0-1 0,-1 2 1 15,0-1 1-15,2 1 1 0,-2 1 2 0,0-2-1 16,0 2 1-16,0 0-1 0,0 0 1 0,1 0 0 15,-1 0-1-15,0 0 0 0,0 0-1 0,0 0 2 16,0 0-2-16,0 0 0 0,0 2 1 16,0-2 2-16,0 0 2 0,2 1 3 0,-2-1 7 15,0 3 7-15,3 0 5 0,-3 0 0 16,2 2 2-16,-2 1-2 0,3 1-5 0,-3 1-6 16,3 1-2-16,-1 1-4 0,-2 2 0 0,3 0-1 15,-1 3-1-15,-1 2 1 0,1 1-1 16,2 1-2-16,0 2 0 0,0 1 2 0,1 1-1 15,0 3 1-15,1 0 1 0,4 2 0 16,-2-1-1-16,1 0-2 0,-1 0-2 0,3-4-3 16,0 1-2-16,0-4-2 0,0-2-1 0,1-3 0 15,0-2-2-15,-1-2-2 0,-1-2 1 0,4-3-1 16,-3-1 1-16,1-2-1 0,0-3-3 16,-1-2-13-16,1-1-33 0,-2 0-78 0,1-3-100 15,-2-1-190-15,-2 1-296 0,-1-3-341 16,2 1-374-16,0-4-168 0,-4 3 258 0,1-1 728 15</inkml:trace>
  <inkml:trace contextRef="#ctx0" brushRef="#br4" timeOffset="-63952.03">2545 6493 89 0,'0'0'295'0,"0"0"157"0,3 0 111 0,-3 0-99 16,0-1-88-16,2 1-27 0,-2 0 4 16,1 0 24-16,-1 0 24 0,0 0 10 0,0 0-1 15,0-1-47-15,0 1-49 0,0 0-49 0,0 0-34 16,0 1-19-16,2-1-31 0,-2 0 0 0,0 0-8 16,2 0-14-16,-2 0-20 0,0 0-28 15,1 0-17-15,-1 0-22 0,0 0-17 0,2 0-5 16,-2 0-4-16,0 0-4 0,0 0-6 0,0 0-3 15,0 0-4-15,1 1-6 0,-1-1-5 16,0 0-4-16,0 0-1 0,0 0-2 0,0 1-1 16,0-1 0-16,0 0-1 0,0 0-1 0,2 0-2 15,-2 0-1-15,0 0-1 0,2 0-2 0,-2 0 1 16,0 0-1-16,0 0 0 0,1 0-1 0,-1 0 2 16,0 0 5-16,2 0 2 0,1 0 2 15,-1 0 3-15,0 0 0 0,2 0 0 0,-3 0-4 16,2 0-3-16,1 0-2 0,-1 0-1 0,0 0-1 15,2 0 0-15,-2 0 0 0,3 0-1 16,-3 0 0-16,0 0 0 0,2 0 1 0,0-1-1 16,-2 1-1-16,2 0 1 0,1-1-2 0,-1 1 2 15,1 0-1-15,-1-1 1 0,0 1-1 0,0-2 1 16,1 2 1-16,-2 0 1 0,1-3 0 0,-2 3-1 16,2 0 1-16,0 0-1 0,-3 0 0 15,4-2-1-15,-3 2 0 0,0 0 0 0,0 0-1 16,2 0-1-16,-2-3 1 0,-1 3-1 0,1 0 1 15,0-2-2-15,2 2 1 0,-2 0 0 0,0-1 0 16,0 1 0-16,-1 0 0 0,3-1-1 0,-2 1 0 16,0 0 1-16,0-2-1 0,3 2 0 15,-3-2 0-15,1 2 0 0,-1-1 3 0,2 0-2 16,-2 1 0-16,0-2 1 0,2 0 0 0,1 1-1 16,-3 1-1-16,2-1 2 0,0-1-2 0,-2 0 0 15,2 1 0-15,0 1 1 0,1-1 0 0,-2-1 0 16,1 1 0-16,0 1 0 0,2-2 0 0,-3 1 0 15,2-1-1-15,-1 1 0 0,0-1 2 0,-2 1-2 16,2-1 1-16,0 1 0 0,2-1 0 16,-2-1 0-16,0 0 5 0,0 2 4 0,-2-2 0 15,2 1 2-15,2 0 0 0,-4-2 0 0,2 2-5 16,0-1-3-16,0 1 0 0,0 0-2 16,1-2-1-16,-2 2 0 0,3-1-1 0,-2 0 0 15,0-2-1-15,-1 3 1 0,2-3 1 0,-1 2 0 16,0 0 2-16,0-1-1 0,1-1 0 0,-1 2 1 15,1-1 0-15,-1-1 0 0,0 1-1 0,-1-2 0 16,3 1-1-16,-1 0 0 0,0 0 0 16,-1 0 0-16,1-1 0 0,1 0 0 0,-2 0 0 15,2 0 0-15,-2 0 0 0,1 0-1 0,-1 0 0 16,0 2 0-16,0-2 0 0,1 0 0 0,0-2 1 16,-1 1 0-16,0 2 1 0,0-3-1 15,2 1 0-15,-2 0-1 0,2-1 0 0,-1 1 0 16,-1-1 1-16,2 1-1 0,-2 0 0 0,2-4-1 15,-1 3 0-15,-1 1 0 0,1-1-1 0,0-1 1 16,1 0 1-16,-3 2-1 0,3-2 1 0,-1-1 0 16,0 2 1-16,-1-1 0 0,0-1-1 15,1 2 2-15,-1-1 0 0,1-2 0 0,-1 2 0 16,1-2 0-16,-3 3-1 0,2-3-4 0,0 2-3 16,0-1-3-16,1-1 0 0,0 1-1 0,-1 1 0 15,0-2 5-15,0 2 2 0,1-1 3 16,-2-1-1-16,1 1 1 0,0 1 0 0,0-2 0 15,0 3 0-15,2-3-1 0,-2 2 1 0,0-2 0 16,0 1 1-16,1-1 0 0,-1 1-1 0,3-3 0 16,-4 2 0-16,1 2 0 0,0-2 0 15,0 1-1-15,-2 1 1 0,3 0 0 0,-1 0 0 16,0 0-1-16,-2 0 1 0,2 0 0 0,0-2 0 16,-1 2 0-16,2-1 0 0,-3-1 0 0,2-1 0 15,0-1 0-15,-2 2 0 0,4-1 0 0,-1-1 0 16,-2-2 0-16,1 2 0 0,0-5 0 15,0 4 0-15,0-1 0 0,1-1 0 0,-3-1 4 0,3 0 2 16,-2 1 2-16,0 0 1 0,0 2-1 16,-1 0 1-16,3 1-5 0,-3-1-3 0,2 1-1 15,-2-1 1-15,2 0-1 0,-2 1 0 0,2-2 1 16,0 0 0-16,1 0 1 0,-2 0-6 0,0 0-1 16,-1-2-2-16,0 0-2 0,2 2 1 15,-2-3 0-15,3-1 3 0,-3 2 2 0,0-1 2 16,2-2 1-16,-3 0-1 0,3 3 1 0,-2-1-1 15,0 0 1-15,0 2 0 0,0 0 0 0,0 3 1 16,-1-2-1-16,1 3 1 0,-1 0 0 16,-1-1 0-16,1 1-1 0,1 2 1 0,-1 1-1 15,-1-1 0-15,1 0-1 0,0 2 0 0,-1-3 0 16,2 2 1-16,0-1-1 0,-1-1 0 0,-1-2 1 16,1 0 0-16,3-3 4 0,-2 0 2 0,0-4 2 15,0 3 0-15,2-2 0 0,-2-2 0 16,3 0-6-16,-3 1-2 0,1-1 0 0,-1 1 0 15,2 0 0-15,-2 2 2 0,0 1-1 0,0 0 0 16,2 1 0-16,-4 1 1 0,2-2-1 0,-1 3 0 16,1-1 1-16,-1-1 0 0,-2-1-1 15,3 0-1-15,-1 1-3 0,-2 0-4 0,3 0-2 16,-3-1 0-16,2-2-1 0,-1 2-1 0,1-1 6 16,1-2 2-16,-1 3 3 0,0-2 0 0,0 1 0 15,1 2 0-15,-1 0-1 0,-1 0 1 0,1 0-1 16,0 0 0-16,1 0 1 0,-2-1 5 15,3 1 2-15,-3-1 2 0,2 2 0 0,-1-2 0 16,1 2 0-16,2 0-6 0,-4 1-1 0,1 0-3 16,-1 0 0-16,1 1 0 0,1-3 0 15,-1 2 0-15,1 0-1 0,0-1 1 0,-1-1 0 16,1 0-1-16,0-1 1 0,2 2 0 0,-2-2-1 16,3 0 2-16,-3 1 0 0,2 1 2 0,-1 1-1 15,-1-1-1-15,1 2 1 0,-1 1 0 0,0-1 0 16,1 3-1-16,-1 1 1 0,0 0 0 15,0 0-1-15,-1 1 1 0,1-1 0 0,0-1 1 16,3 1 0-16,-3-3-6 0,4 0-2 16,-1-1-2-16,1-4-1 0,2 2-2 0,-3-1 1 15,4-4 5-15,-2 0 2 0,1-1 1 0,1 1 0 16,1-1 1-16,-2-1-1 0,1 1 2 0,-1 2 0 16,2-1-1-16,-3 3 0 0,-1 0 1 15,-1 4 0-15,0 0 0 0,-1 1 0 0,0 1 1 16,-2 3 0-16,0 1 0 0,0-3 0 15,-1 5-1-15,-2-1 1 0,2 0-1 0,-1 0 0 16,1 0 0-16,-2 0 0 0,1-2 0 16,1 1-1-16,1-1 1 0,0-1 0 0,2-3-1 15,0 2 0-15,1-3 0 0,-1 1 0 0,4-1 0 16,-3-2-1-16,-1 3 2 0,3 0 3 16,0 2 4-16,-2-1-3 0,2-2-2 0,0 2 0 15,1-3-1-15,-1 3-4 0,-1-1-4 0,1 2 3 16,1-1 2-16,-4 3 1 0,1-4 0 15,1 5 0-15,-2-1 1 0,2 1 0 0,-2 1 0 16,0-2 0-16,-1 1 0 0,1 0 1 0,2-2 0 16,0 2-1-16,-2 1 0 0,0-2 0 0,0 2-1 15,0 2 0-15,-2 0 1 0,0 1-2 0,1 0 1 16,-2 0 0-16,1 1 0 0,0 1 0 0,-1-1 1 16,0 1-1-16,-1-1 1 0,2 2 0 15,-1-1-1-15,0 0 1 0,1-1 0 0,-2 0-1 16,5 1 0-16,-4 1 0 0,4-1 0 0,-1-1 1 15,0 0 0-15,1 2-1 0,2-2 1 0,0 2 0 16,0 0 0-16,0 0 0 0,4-3-1 16,-2 3 1-16,1 0 0 0,3 0-1 0,-1 0 0 0,3 0 0 15,-2 0 0-15,0 3 0 0,-1-3 0 16,2 2 1-16,0 0 0 0,2 1 0 0,-4-2-1 16,3 3 1-16,-2-2 5 0,0 1 2 0,-1 0 2 15,-2 2 1-15,3-2-1 0,-4 1 0 0,-1 2-4 16,0-1-3-16,0 1-2 0,0 1 0 15,-1-1 1-15,0 2-1 0,-2-1 2 0,2 3-1 16,-1-2 0-16,0 0 1 0,-2-1 0 0,3 2-1 16,-3-2 0-16,2 4-1 0,-2-4 0 0,2 1 0 15,-3 0 0-15,3 1 1 0,-1 0 1 16,0-2-1-16,1 2 2 0,-1 0-2 0,1 0 1 16,2 0 1-16,-3 1-1 0,2-2 0 0,2 3 1 15,-1-1-4-15,-1 0-4 0,2 1-1 16,0-1-2-16,-2 3 1 0,2-1-2 0,-2 0 4 15,1-1 3-15,-1 2 3 0,0-1 0 16,1 1-1-16,-1-1 2 0,-1 2 1 0,1-3-1 16,-2 3 0-16,2-3 1 0,-2 2 0 15,-1-1 0-15,0 2 0 0,1-3 1 0,0 3 3 16,-1-3 1-16,-2 4 1 0,2-2 1 0,0 1-2 16,0-1 2-16,-2 0-3 0,3 1-2 0,-1 0 0 15,-1 1 0-15,1-2-1 0,0 2-2 16,-2-2 0-16,3 0 0 0,-3 0-1 0,2 1 1 15,-3-2-2-15,3 1 7 0,-2 0 1 0,2-1 1 16,-2-1 1-16,3 3 1 0,-1-2 1 16,0 0-3-16,-1-1-2 0,1 2 1 0,0-1-1 15,1 0-1-15,-1-2-1 0,0 4-2 16,-1-2 1-16,1-1-1 0,0 2 0 0,1-1 0 16,-3-1 2-16,2 3 3 0,-2-2 1 0,2 1 1 15,-2-2 1-15,1 3 0 0,-1-1-1 16,-2-1-2-16,4 2-2 0,-4 1 0 0,1 0 0 15,1 0-2-15,-1 1 0 0,-1 0 1 0,1 1-1 16,-1 0 1-16,1 1 3 0,0-2 0 16,-1 0 0-16,1 1 1 0,1 0 0 0,0-1 1 15,0-2-1-15,0 4-1 0,-1-4-2 16,3 0-6-16,-2 1 0 0,0-1 0 0,0-1 0 16,-1 1 0-16,1-1 0 0,0 1 0 0,-1-1 0 15,2 0 0-15,-2-3 0 0,-1 5 0 0,1-3 0 16,1 0 0-16,-3 1 0 0,2 0 0 15,0-3 0-15,-1 3 0 0,-1 1 0 0,3-2 0 16,-3-1 0-16,2 1 0 0,-2 1 0 16,2-1 0-16,-1 0 0 0,-1 0 0 0,2 0 0 15,-2 0 0-15,1 1 0 0,-1 0 0 0,2 0 0 16,-2 0 0-16,0 0 0 0,3 2 0 16,-3-2 0-16,1 2 0 0,-1-2 0 0,0 2 0 15,0-1 0-15,2 1 0 0,-2 0 0 16,0 0 0-16,0 0 0 0,0 0 0 0,0 0 0 15,0 0 0-15,0-2 0 0,0 2 0 0,1-2 0 16,-1 4 0-16,2-4 0 0,-2 0 0 16,2 0 0-16,-1 0 0 0,1 2 0 0,-2-2 0 15,3-1 0-15,0 0 0 0,-1-2 0 16,1 1 0-16,0-3 0 0,3 3 0 0,-2 0 0 16,0-1 0-16,0 1 0 0,-1 1 0 0,2-2 0 15,-2 0 0-15,2 1 0 0,-1 1 0 0,1-1 0 16,-2 1 0-16,0-2 0 0,2 2 0 15,-2-1 0-15,2-1 0 0,-2 2 0 0,0-1 0 16,0-1 0-16,2 1 0 0,-2-1 0 16,2 1 0-16,-2-3 0 0,2 3 0 0,-2-2 0 15,3 2 0-15,-1-4 0 0,0 2 0 0,-2 0 0 16,2-2 0-16,-2 3 0 0,2-3 0 16,1 1 0-16,-3 1 0 0,0 0 0 0,2-2 0 15,-2 1 0-15,1-1 0 0,-1 2 0 0,0 1 0 16,1-2 0-16,-1 3 0 0,1-2 0 15,-1 1 0-15,0 1 0 0,2-1 0 0,0 1 0 16,-2-1 0-16,3 1 0 0,0 0 0 0,-1-1 0 16,0 0 0-16,0-1 0 0,2 1 0 15,-2 0 0-15,0-1 0 0,0 0 0 0,0-1 0 16,-1-1 0-16,1 0 0 0,1 1 0 0,-3-1 0 16,2 1 0-16,-2-1 0 0,2 0 0 15,-1 0 0-15,-1 2 0 0,1-1 0 0,-1-1 0 16,-1 0 0-16,1 2 0 0,0 0 0 0,0 0 0 15,1 1 0-15,-1 1 0 0,0 0 0 16,2-1 0-16,-1 2 0 0,1 0 0 0,-2 1 0 16,2 0 0-16,0-2 0 0,1 2 0 15,0-3 0-15,-1 1 0 0,0-1 0 0,0-1 0 16,0 0 0-16,-1 0 0 0,2-1 0 0,-1 0 0 16,0-1 0-16,-2 0 0 0,2-1 0 15,0 1 0-15,0 1 0 0,-1 0 0 0,2-1 0 16,-1-1 0-16,0 1 0 0,0 0 0 15,0 0 0-15,2 0 0 0,-2 1 0 0,0 0 0 16,1-1 0-16,2 2 0 0,-2 0 0 0,2-3 0 16,-3 1 0-16,3 1 0 0,-2 0 0 15,0-1 0-15,-1-1 0 0,2 0 0 0,-1 2 0 16,-1-2 0-16,1 0 0 0,0 1 0 0,-1-1 0 16,0 1 0-16,0-1 0 0,2 1 0 15,0-1 0-15,-1 1 0 0,-1-1 0 0,3 0 0 16,-2 0 0-16,0-1 0 0,2 1 0 0,-3 1 0 15,2-2 0-15,0 0 0 0,0 2 0 16,-1-1 0-16,0-2 0 0,-1-1 0 0,3 2 0 16,-3-1 0-16,-1-2 0 0,1 1 0 0,0 0 0 15,-2-2 0-15,3 1 0 0,-4-1 0 16,3 0 0-16,-2 1 0 0,0-2 0 0,0 2 0 16,-1-1 0-16,3 0 0 0,-2-1 0 15,1 4 0-15,1-3 0 0,-2 0 0 0,2 3 0 16,2-3 0-16,-1 2 0 0,1 0 0 0,2-1 0 15,-1 1 0-15,0-2 0 0,1 2 0 16,-1 1 0-16,0-4 0 0,1 2 0 0,-1 2 0 16,-2-3 0-16,1 2 0 0,-1-1 0 15,2-1 0-15,-3 2 0 0,-2-2 0 0,2 1 0 16,-2-1 0-16,0-1 0 0,-1 2 0 0,-1-2 0 16,-1 1 0-16,3-1 0 0,-3 0 0 15,0 0 0-15,2 0 0 0,-2 0 0 0,0 2 0 16,0-2 0-16,0 0 0 0,0 1 0 0,-2-1 0 15,2 0 0-15,-3 0 0 0,2 0 0 0,-1 2 0 16,-3-2 0-16,2 1 0 0,-3 1 0 16,-2-2 0-16,-3 1-230 0,-2-2-339 0,-1 1-350 15,-2-3-459-15,-1 1-537 0,-1-1-17 16,-1 2 948-16</inkml:trace>
  <inkml:trace contextRef="#ctx0" brushRef="#br4" timeOffset="-12548.86">16457 9274 233 0,'11'-18'517'16,"-3"3"260"-16,2 2 194 0,1-2-154 0,-3 1-193 15,1-1-92-15,4 2-19 0,-2-2-12 16,0 3-58-16,1 0-66 0,1 1-57 0,0 2-51 16,-2 0-67-16,0 3-56 0,1 0-37 0,0 3-24 15,2 0-14-15,-1 5-8 0,-2 1-5 16,1 3-5-16,1 3-3 0,3 4-1 0,-5 6-1 16,0 2-2-16,3 8 0 0,-3 8-2 15,-3 6 0-15,1 6-3 0,-1 10-5 0,-1 7-4 16,-2 5-5-16,1 8-2 0,0 6-5 0,-1 4-18 15,1 5-2-15,2 6 0 0,0 4 0 16,0 2 0-16,2-1 0 0,2-5 0 0,2-7 0 16,0-7 0-16,2-8 0 0,3-13 0 0,1-10 0 15,-2-11 0-15,3-11 0 0,0-10 0 16,-1-12 0-16,0-5 0 0,-4-12 0 0,3-7 0 16,-3-5 0-16,-2-4 0 0,-1-6 0 15,-3-4 0-15,0 1 0 0,-3-1 0 0,-2 2 0 16,0 0 0-16,-4 7 0 0,-1 2 0 0,0 3 0 15,-1 3 0-15,-3 4 0 0,1 4 0 0,0 1 0 16,-2 2 0-16,2 4 0 0,0 1 0 16,-3 3 0-16,3 2 0 0,-1 2 0 0,1 1 0 15,1 4 0-15,-1-3 0 0,2 2 0 16,-1 0 0-16,0-1 0 0,2 0 0 0,0 2 0 16,0-3 0-16,0 0 0 0,4 1 0 0,-3-1 0 15,1 0 0-15,1 2 0 0,0 1 0 0,2 0 0 16,3 2 0-16,-2 1 0 0,2 7 0 15,3-3 0-15,2 7 0 0,0 1 0 0,2 7 0 16,1 5 0-16,3 2 0 0,1 8 0 16,1 2 0-16,3 8 0 0,-1 3 0 0,3 6 0 15,-4 3 0-15,5 5 0 0,-2 4 0 0,0 2 0 16,-1 3 0-16,-3 0 0 0,-2-5 0 0,-3 1 0 16,-2-6 0-16,-5-4 0 0,-4-6 0 15,-5-5 0-15,-5-4 0 0,-3-8 0 0,-7-4 0 16,-5-6 0-16,-5-4 0 0,-5-9 0 15,-3-4 0-15,-5-9 0 0,-4-5 0 0,0-8 0 16,-1-6 0-16,1-6 0 0,2-6 0 0,5-7 0 16,5-1 0-16,4-8-108 0,4-4-109 15,7-3-226-15,4-2-292 0,7-5-372 0,8-5-455 16,5-2-284-16,4-5 306 0,6-2 982 0</inkml:trace>
  <inkml:trace contextRef="#ctx0" brushRef="#br4" timeOffset="-11662.54">17727 10141 263 0,'1'-9'666'0,"-1"2"311"0,0 1 118 0,2-1-188 16,-1 3-289-16,3 1-118 0,2 2-29 0,4 4-27 15,2 4-52-15,3 5-59 0,0 3-49 0,4 6-62 16,2 8-74-16,1 2-47 0,0 9-27 15,0 3-19-15,0 5-15 0,0 0-11 0,-2 2-8 16,-2 0-7-16,0-2-5 0,1-6-3 16,-4-1-2-16,0-4-2 0,-4-5-2 0,0-7-2 15,-5-4-5-15,-1-4-17 0,-5-7-41 0,-2-8-76 16,-6-2-89-16,-4-9-155 0,-1-7-213 0,-6-4-321 16,2-8-314-16,-4-3-191 0,-2-4 36 15,0-6 511-15</inkml:trace>
  <inkml:trace contextRef="#ctx0" brushRef="#br4" timeOffset="-11377.95">17711 9919 49 0,'7'-12'485'15,"2"4"412"-15,0 2 263 0,3 4-3 0,1 2-365 16,4 4-180-16,-2 2-88 0,4 3-87 0,2 3-71 16,2 3-52-16,-2 3-47 0,5 2-66 15,-1 2-62-15,1 5-34 0,1 0-25 0,-2 3-20 16,2 3-13-16,-3 2-12 0,-2-1-8 15,0 2-4-15,-2 0-4 0,-3 2-1 0,-3 0 0 16,0-1-2-16,-6 2-1 0,0 0-2 0,-2-1-3 16,-4 2-1-16,-4-2-1 0,1-3-2 15,-7-1 0-15,3-2-1 0,-4-3-1 0,1-5-2 16,-5-5-2-16,2-3-1 0,0-5-8 16,0-5-15-16,1-5-26 0,-2-5-58 0,2-6-79 15,2-4-127-15,-1-3-181 0,4-6-303 0,1 3-341 16,2-5-283-16,2 0-122 0,0-5 367 15,0 1 601-15</inkml:trace>
  <inkml:trace contextRef="#ctx0" brushRef="#br4" timeOffset="-11106.63">18209 10011 80 0,'9'-15'604'0,"-4"0"457"0,2 4 181 15,-6 3-33-15,2 3-306 0,1 2-252 0,-1 3-169 16,0 3-104-16,1 2-66 0,-2 7-68 0,1 1-74 15,0 3-54-15,2 5-30 0,2 4-18 16,-1 2-14-16,3 4-11 0,1 0-12 0,0 5-9 16,2-3-7-16,1 4-4 0,1 1-4 15,0-1-2-15,3 1-1 0,-2-1 0 0,3-3-1 16,0-3-2-16,1-3 1 0,0-3-2 0,2-5-1 16,1-3 0-16,1-8 1 0,-2-5 0 15,4-4 0-15,-1-6 0 0,0-7-1 0,-2-4 0 16,2-5-5-16,-1-3-13 0,1-5-25 15,-5-1-59-15,0-3-76 0,-5 1-137 0,0 0-214 16,-4 3-308-16,-4-1-352 0,0 4-277 0,-4 1-91 16,-4 2 475-16,-4 3 640 0</inkml:trace>
  <inkml:trace contextRef="#ctx0" brushRef="#br4" timeOffset="-10872.67">18226 9996 502 0,'-12'16'1192'0,"4"1"228"0,0-2-166 0,3-2-247 16,3-1-457-16,4-3-209 0,5-3-98 0,1-2-44 15,6 0-26-15,0-6-20 0,6-2-53 16,4-6-44-16,2-3-22 0,5-1-15 0,4-3-7 16,1-3-5-16,2-1-2 0,0 0-11 0,0 0-65 15,-2 3-72-15,-6 3-152 0,0 2-269 16,-6 3-311-16,-3 4-371 0,-2 2-251 0,-7 3 5 15,-3 1 635-15</inkml:trace>
  <inkml:trace contextRef="#ctx0" brushRef="#br4" timeOffset="-10637.67">18201 10231 57 0,'11'5'494'0,"3"-3"384"0,-1-2 237 0,4-1 14 16,1-4-371-16,4-3-274 0,0-3-144 15,3-1-95-15,4-5-73 0,-4 1-58 0,5-2-40 16,-1-3-26-16,3 0-23 0,-4 0-15 0,0 0-5 16,-1 2-6-16,0 2-19 0,-5 0-48 15,-3 5-142-15,-2 4-229 0,-4 2-277 0,0 0-280 16,-5 4-235-16,-2 1-10 0,1 1 474 15</inkml:trace>
  <inkml:trace contextRef="#ctx0" brushRef="#br4" timeOffset="-10155.03">19046 9644 266 0,'10'0'578'0,"-2"5"337"16,5-3 202-16,1 5-245 0,-1 3-209 15,4 3-100-15,-1 2-46 0,2 6-75 0,-1 5-81 16,-1 0-58-16,1 4-48 0,-3 4-54 0,2 2-67 15,-3 2-46-15,-2 4-29 0,1-6-19 16,-2 3-15-16,0-6-8 0,-3-3-6 0,-2-5-5 16,1-6-2-16,-4-3-1 0,1-6 1 0,-3-4 1 15,-3-4 0-15,-2-8 1 0,0-4-2 16,-4-8-1-16,-2-6-3 0,1-5-1 0,-3-2 0 16,1-5 0-16,-2-1 1 0,5-3 0 0,-3 0 1 15,0-1 1-15,4 4-1 0,2-1 0 16,-1 4 0-16,5 2-1 0,2 1 0 15,2 1-1-15,1 5 0 0,2 2 0 0,3 0-2 16,3 2 1-16,0 3 1 0,2 1 1 0,3 0 0 16,-2 2 1-16,5 1 1 0,-2 2 1 0,-1 3 0 15,4 1-2-15,-3 2 0 0,0 1 0 16,-3 2-1-16,3 3-5 0,-2 3-15 0,-3 2-51 16,-1 1-69-16,-4 3-101 0,-4 4-170 15,-1 0-301-15,-4 4-326 0,-3 1-289 0,-3 1-169 16,-6-1 231-16,0 2 626 0</inkml:trace>
  <inkml:trace contextRef="#ctx0" brushRef="#br4" timeOffset="-9958.69">19080 9856 240 0,'5'0'788'0,"0"-3"349"0,-1-1 29 16,5-2-146-16,1-4-464 0,3 2-261 0,3-5-121 15,0 0-65-15,4 1-22 0,-1-3-20 16,5 0-19-16,1 1-10 0,2-3-11 15,1 2-1-15,2-2-14 0,2 4-18 0,-2 0-51 16,-1-1-127-16,-4 2-168 0,1 1-296 0,-3 4-269 16,-1-1-242-16,-3 2-52 0,-1 0 364 0,-4 1 449 15</inkml:trace>
  <inkml:trace contextRef="#ctx0" brushRef="#br4" timeOffset="-9724.29">19641 9441 58 0,'0'-9'593'16,"0"3"475"-16,0 4 194 0,-3 4-58 0,2 4-310 15,1 3-256-15,-2 3-171 0,-1 4-96 16,3 3-65-16,3 5-64 0,-1 2-68 0,1 1-58 16,3 3-36-16,1 3-25 0,2 1-14 15,4 0-8-15,0 3-6 0,0 1-7 0,4-1-5 16,1 1-2-16,3-4-2 0,0-1-4 0,1-4-4 16,1-3-1-16,1-6-2 0,2-3 0 0,-3-5 0 15,2-3-1-15,0-5 0 0,0-4-11 16,-2-4-23-16,-2-4-59 0,-4-3-77 0,-3-2-146 15,-1-5-212-15,-4-3-312 0,-1-3-353 16,-3 0-282-16,-2-4-70 0,-3-4 516 0,-3 1 600 16</inkml:trace>
  <inkml:trace contextRef="#ctx0" brushRef="#br4" timeOffset="-9561.07">19822 9342 154 0,'-10'-2'761'16,"2"5"444"-16,0 3 70 0,2 0-157 0,0 2-412 15,6-2-293-15,2 0-134 0,4-3-74 0,2 0-42 16,1-3-29-16,5 0-28 0,2-3-36 16,1-1-31-16,1-4-15 0,2 2-10 0,1-3-34 15,-3 2-58-15,-1 1-118 0,-3 2-202 16,0 0-293-16,-3 0-310 0,-3 4-296 0,-3 2-132 16,0 1 368-16,-5 2 601 0</inkml:trace>
  <inkml:trace contextRef="#ctx0" brushRef="#br4" timeOffset="-9394.58">19841 9541 429 0,'-10'21'992'0,"2"0"275"16,-1-1-67-16,3-1-260 0,2-3-426 15,4-3-239-15,4-2-126 0,2-1-59 0,6-6-34 16,3-2-24-16,4-2-15 0,3-4-7 0,0-4-19 16,7-1-21-16,-1-2-60 0,2-1-147 0,2-1-248 15,-1-2-284-15,4 0-258 0,-2-2-216 16,3-1 60-16,-4 0 484 0</inkml:trace>
  <inkml:trace contextRef="#ctx0" brushRef="#br4" timeOffset="-8879.62">20231 9368 102 0,'8'-28'582'15,"-3"3"450"-15,1 3 196 0,-4 0-65 0,-1 6-252 16,1 1-211-16,-1 6-180 0,-1 2-127 16,0 3-78-16,-1 4-74 0,-1 5-82 0,2 3-56 0,-1 8-29 15,1 2-16-15,0 8-8 0,1 2-8 16,1 5-6-16,3 4-5 0,-1 4-3 0,5 3-3 15,0 2-4-15,0 1-4 0,4 0-5 16,1-3-3-16,1-3-5 0,0-5-2 0,1-7-1 16,3-7-1-16,-3-6 0 0,4-8-2 15,-2-10 2-15,-1-7 1 0,0-6-1 0,1-11 1 16,-2-5-1-16,-2-7 1 0,0-4-1 0,-1 0 0 16,-1-2 0-16,-2 1-1 0,-2 3 1 15,-2 3-1-15,-1 1 0 0,1 5 1 0,-3 4-1 16,-1 0 1-16,0 6 1 0,-4 5 1 0,0 5 1 15,1 2-1-15,-2 6 1 0,-3 6 0 16,2 6 0-16,0 6-1 0,0 4-1 0,3 7 0 16,-1 3 1-16,2 2-2 0,2 5 0 15,1 0 1-15,2 5-2 0,1-1 0 0,3 0-2 16,3 1 0-16,2-1-3 0,0-7-1 16,3-4-9-16,1-6-22 0,1-7-34 0,-2-9-76 15,2-5-90-15,-2-9-159 0,-1-6-224 0,0-8-319 16,-2-4-330-16,-1-8-200 0,0-3 43 0,-2-3 548 15</inkml:trace>
  <inkml:trace contextRef="#ctx0" brushRef="#br4" timeOffset="-8708.66">20854 9342 172 0,'2'-42'697'16,"0"4"511"-16,-2 4 259 0,0 5-164 0,0 4-363 15,0 4-290-15,0 6-203 0,0 3-129 16,0 10-111-16,1 2-74 0,1 2-45 0,4 10-29 16,-3 3-14-16,3 7-8 0,2 4-7 0,0 6-6 15,5 4-6-15,0 8-4 0,2 3-3 16,0 5-6-16,2 2-3 0,-1 2-3 0,3-4-7 15,-5-2-19-15,2-6-52 0,-3-9-85 0,-3-6-160 16,-3-7-274-16,-1-7-331 0,-4-8-402 16,-2-7-345-16,-5-7 38 0,-3-6 754 0</inkml:trace>
  <inkml:trace contextRef="#ctx0" brushRef="#br4" timeOffset="-8528.53">20771 9139 323 0,'-12'-20'1137'0,"1"6"472"0,0 5-116 15,3 3-304-15,0 1-494 0,3 5-273 0,4 0-172 16,2 3-97-16,3 0-58 0,2 0-34 0,2 2-22 16,5-3-14-16,1 0-9 0,3-2-6 15,3 2-2-15,1-2-3 0,1-2-1 0,5 0-2 16,2 1 0-16,-2-2-8 0,3 0-33 16,2 0-81-16,-1 0-110 0,-1-2-211 0,0 4-295 15,-1-2-359-15,-2 2-369 0,-4 1-143 0,-1 1 369 16,-2 3 731-16</inkml:trace>
  <inkml:trace contextRef="#ctx0" brushRef="#br4" timeOffset="-8253">21384 9737 223 0,'14'-2'927'0,"-3"-3"501"0,0-6 10 16,-1-3-192-16,-2-8-453 0,1-6-302 16,0-3-167-16,-2-4-99 0,1-1-65 0,-2-1-58 15,3-3-38-15,-4 2-26 0,2-1-16 16,-2 2-7-16,-2-3-7 0,2 3-5 0,-3-1-2 16,2 3-9-16,-4-1-40 0,-4 3-78 0,0-3-112 15,-2 4-195-15,-2-1-300 0,-2 3-348 0,-2 0-350 16,-3-1-138-16,-2 2 341 0,-1 1 685 15</inkml:trace>
  <inkml:trace contextRef="#ctx0" brushRef="#br4" timeOffset="-8096.29">21283 8910 407 0,'-2'27'1252'0,"1"2"365"16,-3-1-200-16,4 0-302 0,0 1-500 0,2-4-266 15,1 0-165-15,2 0-83 0,3-2-40 16,3-4-30-16,2-1-15 0,2-5-36 0,0 1-77 15,3-3-90-15,-1-2-172 0,1 1-289 0,4-2-326 16,-1 2-339-16,4-2-173 0,2-1 180 16,3 4 647-16</inkml:trace>
  <inkml:trace contextRef="#ctx0" brushRef="#br4" timeOffset="-7217.91">19733 11576 355 0,'0'-5'779'0,"2"0"311"0,-2 3 38 0,1 0-292 15,1 0-289-15,1 4-169 0,2 1-83 16,3 5-9-16,3 3 16 0,2 4-7 0,2 4-20 16,0 0-34-16,3 5-45 0,-1 2-54 15,1 2-49-15,3 3-31 0,-5 1-21 0,2-1-11 16,0 1-10-16,-1 0-7 0,-1 1-4 15,-2-6-4-15,-1-4-1 0,1-1-2 0,-6-2 0 16,0-4-1-16,-3-4 2 0,1-1 4 0,-4-3 2 16,-4-6 1-16,-4 0-2 0,0-6 2 15,-4-4-4-15,-4-6-3 0,0-3-2 0,-4-6-1 16,1-7-1-16,-4-7 1 0,-1-4-2 0,3-6 1 16,0-3-2-16,3-3 0 0,2-1 0 15,5 2 0-15,4-1 1 0,3 5 0 0,4 0 1 16,3 4 0-16,1 5 0 0,5 0-2 0,3 9 2 15,-1 2 1-15,4 6 1 0,-1 5 0 0,3 5 1 16,0 6 1-16,0 5 0 0,-2 3 1 16,1 8 0-16,-1 5 5 0,-4 2 2 0,3 8 1 15,-7 2 3-15,-1 2 2 0,-2 7-1 16,-3 1-3-16,-1 3-3 0,-4 4-1 0,-2 1-3 16,-4-1-3-16,0 1-2 0,-2 1-1 15,0-6-1-15,-2-1-1 0,1-7-1 0,0-4-1 0,2-5-12 16,-1-6-30-16,1-3-70 0,3-5-71 15,-2-4-113-15,1-5-163 0,2-2-235 0,-1-2-313 16,6-4-217-16,0-3-154 0,2 0 188 16,2-6 492-16</inkml:trace>
  <inkml:trace contextRef="#ctx0" brushRef="#br4" timeOffset="-6961.58">20140 11468 326 0,'18'-21'731'0,"-2"5"363"0,0 6 100 0,0 3-235 16,1 3-178-16,1 8-139 0,1 4-137 15,0 6-110-15,1 3-77 0,-1 6-74 0,4 6-87 16,-1 3-53-16,3 2-33 0,2 3-21 0,-2 1-17 16,2-1-12-16,-2-1-9 0,2-4-6 15,-2-4-3-15,-1-7-2 0,-2-7 0 0,-4-8 0 16,-1-6 0-16,-4-11 0 0,-4-4 0 16,0-7 0-16,-5-7 0 0,-4-4 0 0,-4-5-1 15,-5-3 0-15,1-3 1 0,-5-2 1 0,1-1 0 16,-2-2-2-16,-2 2 1 0,2 0 1 15,-2 3-3-15,2 2-3 0,1 3-12 0,0 4-29 16,4 6-68-16,2 4-72 0,0 6-110 0,4 4-175 16,3 5-297-16,1 4-321 0,7 2-227 15,0 5-139-15,5 2 261 0,2 4 582 0</inkml:trace>
  <inkml:trace contextRef="#ctx0" brushRef="#br4" timeOffset="-6339.63">20884 11087 51 0,'4'-25'553'16,"-4"3"467"-16,-2 2 219 0,0 3-20 0,-1 3-282 16,2 3-252-16,-1 4-191 0,0 1-119 15,-1 1-76-15,-2 5-72 0,4 5-87 0,-4 1-53 16,4 4-29-16,1 3-15 0,1 5-6 0,4 1-3 16,-4 5-4-16,6 3-1 0,-1 1-2 15,1 5-1-15,3 2-3 0,0-1-6 0,1 4-3 16,2-4-4-16,-1 2-2 0,0-3-4 15,2-3-1-15,-3-3 0 0,1-3-1 0,-1-7-2 16,-2-2 0-16,1-6-1 0,-2-6-1 0,-3-5 1 16,-2-6 1-16,1-9 1 0,-4-4 0 0,-4-8 1 15,1-5 1-15,-2-5 0 0,-3-3 0 16,-2-3-1-16,0-2-1 0,0 2-1 0,-2 0-1 16,2 5 1-16,2 2 0 0,-1 4-1 15,3 7 0-15,1 5 1 0,2 5 0 0,3 3 1 16,0 7 2-16,1 3 0 0,6 8 2 15,-1 2-2-15,5 7 2 0,0 0-2 0,0 3 0 16,5 2 0-16,-2 0-1 0,3 0-1 0,1-1 0 16,-4-2 0-16,2-3-1 0,-2-2 0 15,-3-4-1-15,2-5 0 0,-4-4 1 0,-4-6 0 16,2-3 1-16,-5-6-1 0,-2-2 0 16,0-6 0-16,-4 0-1 0,-1-2-1 0,-1 3 0 15,-1 0 0-15,1 0-1 0,-2 5-2 0,4 4-10 16,-1 1-21-16,0 2-48 0,3 4-74 0,-1 5-76 15,1-3-130-15,4 4-175 0,0 1-263 16,1-1-270-16,2 3-195 0,1 0-103 0,3-3 296 16,3 3 504-16</inkml:trace>
  <inkml:trace contextRef="#ctx0" brushRef="#br4" timeOffset="-5819.33">21215 10734 115 0,'8'-3'634'0,"0"1"456"16,-1 2 169-16,-2 0-110 0,-2 0-298 15,2 2-221-15,0 1-178 0,-2 1-111 0,2 4-72 16,-1-1-69-16,3 4-68 0,-2 1-60 0,1 3-34 15,0 0-18-15,3 1-10 0,1 2-5 16,0 1-2-16,2 3-2 0,-1 0-1 0,2 3-2 16,1 3 0-16,-1 0 1 0,3 4-3 15,-3 0 0-15,2 2-2 0,-4-2-2 0,3-3-2 16,-2 0 0-16,-3-5-4 0,2-5-1 0,-5-3-2 16,2-6 1-16,-3-4 2 0,-2-6 2 15,1-6 2-15,-4-4 6 0,2-6 1 0,-2-5 3 16,0-4 1-16,0-4 12 0,0-1 12 15,0-2 10-15,0 1 12 0,0 0 10 0,0-1 9 16,0 1-1-16,0 2-2 0,4-4-3 0,-4 4-2 16,3-1-3-16,0 4-3 0,0-4-6 15,2 4-4-15,0 0-5 0,1-2-3 0,0 1-4 16,2 1-3-16,-1-4-4 0,2 2-3 0,0 0-3 16,1 1-2-16,0 0-3 0,0 3-4 15,-2 2-1-15,2 6 0 0,-2 1-1 0,0 7 0 16,-2 2 0-16,1 3-1 0,-3 6 1 0,1 3 1 15,-2 2 2-15,0 4 1 0,-3 5 1 16,2-1 1-16,-2 4-1 0,0 1-2 0,0 3 0 16,0 2 0-16,0 0 0 0,1 3-1 0,-1 3 0 15,4 0 1-15,-3 3-9 0,2 2 0 16,2 3 0-16,2-1 0 0,-1 4 0 0,2-1 0 16,1 1 0-16,0 3 0 0,3-6 0 15,-1-4 0-15,1-3 0 0,1-5 0 0,1-5 0 16,-3-7 0-16,2-4 0 0,-1-8 0 0,-2-4-4 15,1-4-20-15,-2-8-21 0,-4-6-38 16,0-4-80-16,-2-4-124 0,-3-1-214 0,4-3-304 16,-4 2-366-16,3-2-395 0,0 1-135 0,3 1 427 15,2 1 763-15</inkml:trace>
  <inkml:trace contextRef="#ctx0" brushRef="#br4" timeOffset="-5399.18">22088 10399 244 0,'0'-19'865'0,"-4"5"415"0,0 4 61 15,-3 3-128-15,2 2-439 0,-1 5-266 16,3 3-139-16,2 4-82 0,1 4-69 0,1 4-63 15,2 6-53-15,6 3-28 0,0 4-19 16,0 6-14-16,7 1-8 0,-2 5-7 0,5-1-6 16,-1 5-7-16,4 3-4 0,-2-2-3 0,-1 0-3 15,2-2-3-15,1-4-3 0,-5-4-10 16,1-3-32-16,-2-9-71 0,-4-3-73 0,-2-7-140 16,-6-4-212-16,-2-6-319 0,-2-8-333 15,-3 0-226-15,-4-8-63 0,-4-1 479 0,-3-3 580 16</inkml:trace>
  <inkml:trace contextRef="#ctx0" brushRef="#br4" timeOffset="-5211.66">22059 10588 474 0,'2'-14'999'0,"-1"-1"251"16,4 5-77-16,-1-1-280 0,1 3-374 0,3-3-206 16,0 1-102-16,6 0-29 0,-2-2 1 15,3-1-13-15,1-4-24 0,3 1-25 0,0-1-22 16,3-3-29-16,0 0-29 0,3-1-21 15,0 1-11-15,1 1-18 0,1-4-63 0,-2 7-56 0,1-1-106 16,-4 3-165-16,-3 2-278 0,0 2-313 16,-2 4-224-16,-3 2-148 0,-2 3 255 0,-2 4 535 15</inkml:trace>
  <inkml:trace contextRef="#ctx0" brushRef="#br4" timeOffset="-4967.16">22524 10359 204 0,'3'25'718'0,"2"5"388"15,-2 2 91-15,3 3-198 0,2 2-307 16,3 2-211-16,2 1-112 0,1 0-62 0,4 3-38 15,0-5-39-15,2-5-53 0,2-3-51 16,0-8-48-16,0-6-34 0,2-9-21 0,-1-7-12 16,-1-7-3-16,-4-8-2 0,1-7-1 0,-6-4 0 15,-3-4 15-15,-2-4 14 0,-3-2 10 0,-3-1 8 16,-5 2 5-16,-2 0 1 0,-8 1-9 16,1 1-10-16,-4 2-7 0,0 4-4 0,-1 4-5 15,1 3-3-15,-1 5-4 0,0 5-2 16,2 5-8-16,2 5-3 0,3 5-3 0,1 4-2 15,8 4-3-15,-1 3-17 0,4 2-37 16,2 4-72-16,4-1-69 0,2 0-125 0,-2 2-186 16,4-3-302-16,-1 1-296 0,2 1-210 0,3-5-97 15,-2-2 351-15,2-3 553 0</inkml:trace>
  <inkml:trace contextRef="#ctx0" brushRef="#br4" timeOffset="-4592.65">22946 10240 145 0,'-5'-24'820'0,"4"5"653"16,-6 1 117-16,1 2-263 0,0 2-458 16,-1 2-325-16,3 1-180 0,0 3-128 0,1 2-80 15,0 1-45-15,0-1-29 0,2 6-23 16,1 0-18-16,1 6-13 0,2 1-11 0,0 4-6 16,4 2-5-16,-3 5-2 0,6 2-3 0,1 4 0 15,0 0-2-15,3 3 1 0,0 1-1 16,1 0 0-16,1-1 0 0,1 1 0 0,-3-6 0 15,1 0 0-15,0-8-1 0,0-3 0 0,-1-5 0 16,-2-3 2-16,1-5-1 0,-4-2 1 16,0-6 1-16,-2-6 0 0,-2-4 0 0,0-5 0 15,-4-4 0-15,2-5-1 0,-3-4-1 16,0 0 1-16,-3-4-1 0,2-2 0 0,-3 0 0 16,1-1 1-16,0-3 1 0,-1 2 0 0,1 3 2 15,-1 2-1-15,3 7 1 0,-3 5-2 16,0 8 0-16,0 6-2 0,3 6 0 0,-1 6-2 15,2 3-7-15,2 6-13 0,-1 2-20 0,3 4-45 16,0 1-79-16,1 2-94 0,0 2-157 16,1 1-218-16,0 2-322 0,2 2-309 0,1 2-172 15,1 1 55-15,3 3 537 0</inkml:trace>
  <inkml:trace contextRef="#ctx0" brushRef="#br4" timeOffset="-4257.03">23521 10294 459 0,'34'-3'961'0,"-3"-4"268"15,1-2-34-15,-2-4-287 0,-2-5-250 16,2-2-167-16,0-3-103 0,-3-4-57 0,2-6-43 16,-4-1-49-16,2-5-66 0,-2-3-52 0,1 1-27 15,-4-2-17-15,-1 0-13 0,-3 0-9 0,-5 1-10 16,-1 2-8-16,-7 1-8 0,-3 1-7 16,-5 7-7-16,-8 1-3 0,-2 6-3 0,-6 5 1 15,0 6 3-15,-5 7 5 0,2 6 4 16,0 6 1-16,0 7-1 0,2 2-1 0,3 8-5 15,4 3-6-15,3 4-5 0,3 2-4 0,4 3-1 16,5 3 0-16,3 2 0 0,3 2 0 16,3-4 1-16,5 1 0 0,2 0 0 0,3-3-2 15,4-2-1-15,2-4-2 0,2-2-3 16,1-6-11-16,0-3-18 0,0-4-32 0,-3-5-71 16,-3-1-104-16,-2-2-219 0,-4-4-293 0,-1 0-355 15,-4-3-395-15,-1-3-207 0,-7-1 326 0,-1-4 840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6:10:43.7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996 1003 119 0,'0'0'441'16,"0"0"313"-16,6 4 246 0,-3-2-89 0,-3-2-192 16,0 0-148-16,5 4-89 0,-2 2-55 15,0 2-47-15,2 3-59 0,-2 1-46 0,2 4-35 16,1 1-43-16,-1 5-47 0,0 2-40 0,1 5-21 15,-3 2-13-15,2 5-9 0,1 5-12 16,-3 1-6-16,0 4-4 0,1 1-4 0,-1 1-4 0,0-1-6 16,-1 1-3-16,-1-3-5 0,1-4-6 15,1-7-5-15,-1-2-3 0,-2-8-4 0,1-5-1 16,2-1-2-16,-3-6 2 0,0-4-1 16,0-8 3-16,0 0-1 0,0 0 1 0,-4-7 0 15,0-6-2-15,0-6-2 0,-1-5-1 16,0-1-2-16,-1-6 1 0,0-1 0 0,-1-5 0 15,2 0 1-15,1-3-1 0,0-2 2 0,1-1-2 16,2 4 0-16,-1-3 0 0,2 4 0 0,2 0 0 16,1 1-1-16,0 4 0 0,0 0-1 15,2 3-1-15,3 3-1 0,0 1 1 0,0 5-2 16,1 0 1-16,-1 3 0 0,5 2 0 0,-2 2 1 16,3 1 0-16,0 1 1 0,0 3 0 0,1 1 1 15,2 2 0-15,-1 4 1 0,1-2 0 0,-2 4 1 16,0 2 1-16,-2 0 1 0,-2 0 1 0,0 3 2 15,-1 1 1-15,-4-2 1 0,3 4 0 0,-4 0 1 0,0 2 0 16,-2 2 1-16,-1 0 0 0,-2 1 0 0,-2 2 0 16,-1 3 1-16,-2 2 0 0,-1 2 0 0,-2 2 1 15,0 3 1-15,-2 0 1 0,0 3 2 0,-3 3-1 16,2 0 1-16,-2 2 0 0,0-1 4 0,1-1 1 16,1 2-5-16,1-1-2 0,1-4-4 15,4 0-2-15,-1-2-6 0,4-3-5 0,-1-1 2 16,5-5 0-16,-1 0 1 0,4-3-1 15,0-3-1-15,2-3 0 0,3 1 4 0,0-5 0 16,3-3 0-16,2-1 2 0,1-4-1 0,-2-2 1 16,5-6-4-16,0 2-7 0,3-4-10 0,2 0-16 15,1-1-24-15,2-1-48 0,-3 0-73 0,-1 0-90 16,-4 3-158-16,-1 0-255 0,-3 2-318 0,0 1-305 0,0 2-202 16,-2-2 100-16,-5 0 613 0</inkml:trace>
  <inkml:trace contextRef="#ctx0" brushRef="#br0" timeOffset="503.96">1539 1506 249 0,'0'15'845'0,"0"3"417"0,-1 3 30 16,1 0-194-16,3 5-312 0,4-1-277 0,3 0-155 15,-2 1-87-15,2-4-59 0,1 0-64 0,0-3-57 16,0-1-38-16,3-4-21 0,2-3-13 0,0-4-7 0,0-3-3 16,4-8 1-16,-1-3-1 0,0-5 0 15,0-4 2-15,0-7-1 0,2-4-1 0,-2-2 5 16,-2-3-2-16,-1-1-1 0,-2-2-2 0,-3 5 1 0,-3-1 1 15,-3 2-5-15,-2 4-1 0,-5-1 4 0,-1 2 0 16,-3 3-1-16,-5 0 0 0,0 2-1 0,-2 1-1 0,-4 3-2 16,2 0 3-16,-3 3-2 0,0 3 0 0,2 3 1 15,1 1-1-15,0 4-1 0,0 2-2 0,3 2-2 16,3 4 0-16,-2 1-3 0,5 0 0 0,1 1-1 16,3 1 0-16,1 1 1 0,2-2-1 0,2 0 2 0,2-2 0 15,2 0 0-15,3-2 0 0,0 0 2 0,4-4-1 16,-1-1 1-16,1-1 1 0,4-2 2 0,0 1 1 0,0-5 1 15,1 1-1-15,0-2 2 0,1 1-1 16,1 1 0-16,-2-1-2 0,3 2-2 0,-2-1 2 0,0 2-2 16,0-1 0-16,-1 2 1 0,-3 0 1 0,3 0 3 15,-5 3 0-15,0-3 2 0,-4 3 8 0,-2 3 6 0,-2-2 12 16,0 2 8-16,-1 2 11 0,-5 1 6 0,0 3 0 16,0 1 3-16,-5 5-5 0,-2 1-7 0,0 4-8 15,-1 4-3-15,0 1-4 0,-4 5-12 0,2-1-6 16,1 4-6-16,-2 0-2 0,3 0-3 0,0-1-5 15,1-3 1-15,3 2-1 0,2-6 0 0,1-1-1 0,2-3-1 16,5-4-1-16,-1-2-5 0,2-5-14 0,2-3-24 16,2-3-69-16,0-4-78 0,-1-5-150 0,4-1-277 15,-3-3-314-15,3-1-368 0,-1-2-234 0,0-2 24 16,1 1 643-16</inkml:trace>
  <inkml:trace contextRef="#ctx0" brushRef="#br0" timeOffset="1347.98">2349 1652 250 0,'0'11'665'0,"-3"-3"326"16,3-2 93-16,0-3-227 0,-2-3-241 0,1-3-178 16,1-3-123-16,0-3-45 0,1-2-12 0,4-4-4 15,0-1-17-15,2-4-25 0,0-4-18 0,3-1-32 0,0-5-34 16,0 1-27-16,0-2-28 0,-1 1-14 0,4-2-9 16,-4 4-5-16,-1 2-4 0,0 2-9 0,-2 5 0 15,-1 4 1-15,0 1-2 0,-2 5-2 0,-1 0 2 16,-2 3 0-16,1 3-5 0,2 3-5 0,-3 3-4 15,2 6-5-15,-2 6-3 0,0 6-4 0,0 6-1 16,-2 6-2-16,2 3 0 0,2 5 1 0,-1 1 1 16,1 1 2-16,1 2 4 0,0-1 1 0,2-4 0 15,-2-1-1-15,2-6-2 0,3-4-3 0,-2-4-3 16,-1-5-1-16,3-5 0 0,-2-5-1 0,3-5 0 16,0-5 1-16,0-7 1 0,0-6 0 0,-1-8 0 15,2-6 0-15,-2-6 0 0,3-3-2 0,0-3 1 16,-1-1 0-16,2 1 0 0,-4 1 0 0,2 2 1 15,-1 5-1-15,-3 3 0 0,-1 6-2 0,0 5 1 16,0 3-1-16,-2 3 2 0,0 4 2 0,0 2 2 16,-2 4 4-16,3 3 2 0,-1 6 3 0,0 4-1 15,0 5-1-15,1 1 0 0,-1 5-2 0,0-1 0 16,3 5-3-16,-3-1 1 0,2 1-1 0,0-2-2 16,-2-2-2-16,2-1 0 0,2-4-2 0,-2-3 0 15,-2-4-2-15,2-1 0 0,0-3 0 0,0-5 0 16,2-2 1-16,0-2 1 0,-2-9 4 0,1-2 2 15,-1-4 2-15,1-3 1 0,2-1-1 0,-2-3 1 16,-1 0-9-16,0-1-4 0,1 3-4 0,0-1-1 16,1 0-2-16,-1 4 0 0,-1 2 3 0,0 1 2 15,2 4 2-15,-4 1-1 0,2 3 0 0,-2 2 1 16,2 3 0-16,0 3 1 0,0 3 6 0,1 3 4 0,0 2 1 16,-1 5 1-16,2 4-1 0,-1 1-1 0,0 2-5 15,0 4-1-15,1-1-1 0,-2 3 0 0,1-2 0 16,2 0-9-16,-2-2-17 0,2-2-31 0,0-3-73 15,0-3-80-15,-2-5-148 0,-1-3-226 0,1-4-317 16,1-6-348-16,0-1-228 0,1-8-33 16,-1-1 524-16,1-4 599 0</inkml:trace>
  <inkml:trace contextRef="#ctx0" brushRef="#br0" timeOffset="1490.93">3165 1386 279 0,'8'-3'765'0,"0"4"403"0,-2 4 77 15,2 4-255-15,-2 3-222 0,2 3-193 0,-3 4-167 16,3 1-103-16,-2 2-64 0,-1 0-63 0,0 3-60 15,-2-1-55-15,2 0-30 0,-1 0-17 0,-1-2-15 16,-1-3-29-16,-1-1-63 0,1-2-55 0,-4-6-141 16,1-2-203-16,-4-4-308 0,1-3-318 15,-1-3-238-15,0-4-96 0,0-5 481 0,-1-4 559 16</inkml:trace>
  <inkml:trace contextRef="#ctx0" brushRef="#br0" timeOffset="1646.86">3119 1063 149 0,'0'-13'749'0,"0"5"459"0,0 5 77 16,-1 2-174-16,-1 4-397 0,2 4-300 0,0 6-167 16,2 1-88-16,-1 6-51 0,4 1-28 0,1 1-30 15,0 3-17-15,4 0-19 0,0 1-13 0,2 2-13 16,4 1-37-16,1 0-54 0,-1-2-167 0,3 2-267 0,1-3-281 16,3-1-280-16,1-3-221 0,1-1 62 0,3-2 563 15</inkml:trace>
  <inkml:trace contextRef="#ctx0" brushRef="#br0" timeOffset="1994.2">3674 1362 138 0,'-5'-8'1040'15,"-1"4"665"-15,-2 0-86 0,-3 3-342 0,0 2-437 0,-2 3-338 16,1 3-220-16,-3 2-97 0,1 3-50 0,1 4-36 16,-1 0-24-16,3 3-20 0,0 2-12 0,2 3-12 15,2 2-8-15,4-1-9 0,2 2-5 0,2-2-4 16,2 3-6-16,2-5-3 0,4 1-4 0,-1-5 5 15,4-1 4-15,2-5 0 0,-2-4-1 0,4-4-3 16,0-7-8-16,1-5-16 0,-1-4-17 0,0-3-18 16,-2-8-18-16,2-2-17 0,-3-1-14 0,-2-3-11 15,0 2-3-15,-3-1 5 0,-2 1 11 0,1 0 17 16,-3 5 22-16,-1 0 30 0,-1 1 23 0,-1 3 33 16,-1 2 32-16,0 5 20 0,0 0 8 0,-1 7 3 15,-1 0-3-15,-1 6-19 0,3 0-23 0,-2 7-13 16,2 4-11-16,0 0-6 0,0 3-4 0,2 2 0 15,1 0-2-15,0 1 0 0,1-1 0 0,0 1 1 16,1 0 0-16,0-3-3 0,4-1-20 0,-2-3-69 16,-1-1-67-16,0-4-136 0,2-2-241 0,-2-5-313 15,1-3-347-15,1-5-240 0,1-4-58 0,-1-3 519 16</inkml:trace>
  <inkml:trace contextRef="#ctx0" brushRef="#br0" timeOffset="2305.39">3963 1258 122 0,'3'-5'855'15,"-1"9"660"-15,0 0 44 0,-1 5-275 16,1 3-419-16,-1 2-346 0,1 4-199 0,1 1-129 16,-1 4-57-16,3-1-36 0,-1 5-31 0,2 0-20 15,1 2-11-15,1 1-6 0,3 0-10 0,-2 1-7 16,1-2-4-16,1-3-5 0,0-1-1 0,-1-6-3 16,0-1 0-16,-2-4-2 0,0-5 2 15,-3-2 0-15,0-5 0 0,1-4 2 0,-5-3-2 16,1-3 3-16,-2-4-2 0,-2-4-1 0,1 0 1 15,-2-2-1-15,-3-3 1 0,4 0 2 0,-3 0 2 16,2-1 4-16,0 2 2 0,0-3 1 0,1 5 1 16,-1 1 0-16,1 2-5 0,1 0-3 0,-2 1-4 15,3 4-1-15,4 1-3 0,-2 1 0 0,1 1-2 16,2 4-5-16,1 0-14 0,2 1-35 0,5 2-71 16,-2 2-82-16,5-1-134 0,1 4-213 0,2-2-318 15,6 1-327-15,1 2-211 0,4-3-48 0,4 1 451 16,4-2 580-16</inkml:trace>
  <inkml:trace contextRef="#ctx0" brushRef="#br0" timeOffset="3188.04">5356 726 190 0,'-5'-11'636'0,"1"3"369"16,-1 0 182-16,0-2-154 0,2 4-304 15,0 2-154-15,1 0-102 0,1 0-88 0,1 3-84 16,0 0-59-16,0-1-63 0,0 2-67 16,3 3-47-16,0 2-20 0,2 6-7 0,1 3 0 15,2 7 7-15,0 6 6 0,0 5 1 0,3 2 2 16,-2 5-2-16,1 4-3 0,1 5-6 0,-3 2-3 16,0 2-6-16,0 3-1 0,-1 1-4 15,0-2-5-15,-1-4-3 0,1 2-5 0,-2-7-2 16,2-2-8-16,-2-6-1 0,1-5-3 0,-1-6-1 15,4-3-1-15,-4-6 0 0,2-2-1 0,-1-6-1 16,2-5 2-16,1-2-1 0,-1-8 1 0,2-5 1 16,2-6 2-16,-2-7 0 0,1-2-3 15,1-7-2-15,1-3-2 0,0-3-2 0,-2-2-2 16,0 2-2-16,0-4 4 0,-1 3 3 0,-1 2 1 0,-2 2 0 16,0 4 2-16,-2 5 2 0,0 3 0 15,-2 5 1-15,-1 4 3 0,-2 3-1 0,0 3 4 0,-2 1 2 16,0 3 0-16,1 2-2 0,-4 3 0 0,3 5-2 15,-4 3-3-15,2 4-3 0,-1 6-1 0,0 2 0 16,-1 8-1-16,1 1 1 0,0 5-1 16,2 3 5-16,-3 2 2 0,3 1 2 0,-1 3-1 15,3-1 1-15,-1-2-1 0,2-2-4 0,2-4-3 16,-1-4-2-16,4-4-1 0,0-4-3 0,2-5-9 16,2-5-18-16,0-5-26 0,2-4-71 15,0-7-79-15,-1-6-139 0,-1-4-200 0,1-4-311 16,-1-5-346-16,2-1-226 0,-3-4-72 0,0 1 458 15,2-2 590-15</inkml:trace>
  <inkml:trace contextRef="#ctx0" brushRef="#br0" timeOffset="3738.98">5841 1174 329 0,'2'4'791'0,"-2"4"369"0,-3 0 63 16,3 0-282-16,0 4-219 0,0 2-166 0,3 3-128 15,-1 2-91-15,1 3-63 0,-1 1-54 0,1 3-55 16,0 0-52-16,0 1-34 0,2-2-21 0,3-1-15 15,-2-2-11-15,2-3-13 0,0-2-9 16,4-4-6-16,-2-2-3 0,4-9-1 0,-1 1 0 16,-2-8 0-16,5-3 3 0,-3-7-5 0,0-3-3 15,2-3-1-15,-1-4-2 0,-1-4-2 0,-2 3-2 16,1-1 8-16,-2 0 2 0,-2 4 2 0,1 4 2 16,-4 2 1-16,0 2 5 0,-2 5 9 0,0 3 10 15,-1 0 3-15,-1 3 2 0,-1 4-1 0,-1 4-7 16,-1 4-7-16,-1 3-7 0,1 2-6 0,-1 5-2 15,2 3 5-15,-1 3 2 0,0 1 0 0,2 1 0 16,0 2 0-16,0 0 1 0,2 0-4 0,1-1-3 16,-1-3 0-16,4-2-2 0,-1-2-1 0,1-4-2 15,0-3-1-15,4-3 0 0,-2-3 0 0,3-7 0 16,0-5 0-16,0-3 2 0,3-6-1 16,-2-1 0-16,0-4 1 0,-1-2 1 0,2-2 0 15,-1 1 0-15,-2-1 0 0,-2 0 0 0,3 1 0 16,-3 1 1-16,-2 1-1 0,2 1 2 0,-2 4-2 15,-1-1 2-15,-2 4 0 0,0-1 1 0,-1 3-1 16,0 3 1-16,-2-1 1 0,0 2-1 0,-2 2 1 16,2 0-1-16,-2 0 1 0,1 3-2 0,1-2 0 15,-2 3 0-15,2 0-2 0,0 0-2 0,-1 2 0 16,1 0 0-16,0 3 0 0,1 1-1 0,-1 3 1 16,2 0 2-16,-2 3 0 0,3 1-2 15,-1 1 0-15,1 2 0 0,-1 2 1 0,1 1-1 16,-2 2-1-16,4-1 1 0,-4-1 1 0,1 4-2 15,-1 0-1-15,1-2-10 0,1 2-28 0,-3-4-64 16,-3 0-74-16,1-4-133 0,-1 2-223 0,0-4-313 16,0-4-340-16,0-1-255 0,0-5-86 15,1-6 469-15,-1-1 634 0</inkml:trace>
  <inkml:trace contextRef="#ctx0" brushRef="#br0" timeOffset="4087.34">6528 1039 74 0,'0'-11'719'0,"0"2"681"16,-2 1 183-16,-1 4-226 0,1 0-420 0,-2 1-367 15,-1-1-199-15,1 4-141 0,0-2-85 0,1 2-53 16,0 2-38-16,3 2-29 0,-2 1-17 0,4 3-9 16,-1 2-5-16,3 2-2 0,1 1 4 0,2 3 3 15,3 4 1-15,-1 1 0 0,2 1 1 16,0 4 0-16,2-2-2 0,1 3 1 0,-1-1 7 15,1-1 3-15,0 2 0 0,0-1 1 0,-1-2 1 16,-3-2-1-16,2-1-6 0,-2 0-3 0,-1-1-2 16,-1-3-1-16,-3-1 1 0,-2-1 1 0,-3-2 0 15,0-2 1-15,-2-1 2 0,-1-1 2 0,-3-2-4 16,1 0 2-16,-1 0-3 0,1-2-1 0,-3 1-1 16,2-3-1-16,0 1-1 0,1-1-1 0,0 0-2 15,2 0-3-15,0-1-15 0,0 1-39 16,1-2-71-16,2-1-76 0,-2 0-144 0,2-1-245 15,2-4-317-15,0-1-309 0,2-4-208 0,0-4-5 16,2-3 539-16</inkml:trace>
  <inkml:trace contextRef="#ctx0" brushRef="#br0" timeOffset="4317.45">6853 569 210 0,'-4'-23'1104'0,"1"8"569"15,1 3-128-15,-1 4-330 0,0 5-444 0,1 3-318 16,2 5-200-16,0 2-88 0,2 6-42 0,1 6-17 16,2 3-17-16,2 6-15 0,0 6-12 15,-1 1-11-15,2 8-15 0,0 1-17 0,1 5-10 16,1 2-7-16,-2 2-1 0,4 0 0 0,-4 0 2 16,2-1 1-16,1-4-1 0,-3-2-7 0,0-7-22 15,0-1-30-15,-4-7-68 0,-2-3-83 0,-4-6-171 16,-2-1-281-16,-1-5-326 0,-3-3-384 0,-3-4-249 15,-1-6 65-15,0-3 743 0</inkml:trace>
  <inkml:trace contextRef="#ctx0" brushRef="#br0" timeOffset="4493.18">6753 1019 196 0,'-2'-11'1089'0,"0"3"576"15,2 4-137-15,-1 2-337 0,1-3-451 0,1 3-314 0,1-2-210 16,1 0-94-16,2 0-44 0,2-1-21 15,3 1-14-15,1-1-12 0,5-1-13 0,-2 0-1 16,4 1-1-16,2-3-3 0,-1 4-2 0,3-1-7 16,-1-1-56-16,-2 6-78 0,1-2-150 0,-2 0-268 15,2 2-307-15,-1 2-387 0,-3-2-307 0,3 2-47 16,-3 2 648-16</inkml:trace>
  <inkml:trace contextRef="#ctx0" brushRef="#br0" timeOffset="5406.1">7412 1052 114 0,'1'0'385'16,"-1"0"288"-16,0 0 267 0,0 0-45 0,-3 0-118 16,1-2-103-16,-5 0-40 0,2-1-65 15,0 2-91-15,-1-2-89 0,-5 0-64 0,1 0-58 16,-1-2-67-16,-3 3-56 0,1 1-38 0,-1 1-26 16,-2 3-20-16,-1 3-14 0,1 2-9 0,-1 4-5 15,2 1-5-15,0 2-3 0,2 3-3 0,3 1-5 16,1 4-7-16,3 0-4 0,1 2-3 0,2 2-2 0,1-1-1 15,2-1 0-15,3-1-2 0,-1-1 0 0,4-5-1 16,-1-3 1-16,4-3 0 0,1-3 0 0,0-6 1 16,2-3 2-16,1-5 2 0,0-6-1 15,2-3 1-15,-2-6-1 0,3-2 0 0,-2-4 0 16,0-2-2-16,-1-1 1 0,-1 1-1 0,-2 1 1 16,0 2-1-16,-1 5 1 0,-3 2 1 0,-1 3 2 15,-2 4 0-15,0 5 0 0,-3-1 0 0,0 6 1 16,0 2-3-16,-1 3 0 0,-1 5-1 0,-1 2 0 15,1 5 1-15,1 2-1 0,-1 1 0 0,2 3 0 16,-2 2 0-16,4-2-1 0,-2 1 0 0,3-2 1 16,1-1-2-16,0 3 1 0,1-6-2 15,0-1 1-15,4-4-2 0,-1-1 1 0,2-4 0 16,2-3-6-16,-2-4-7 0,-1-5-12 0,2-1-12 16,0-5-16-16,1-1-15 0,0-4-20 0,-2-1-23 15,-1-4-24-15,2-1-13 0,-3-2-7 0,2-3 2 16,-1-2 18-16,-1-3 34 0,-2 1 34 0,1-6 28 15,0 1 15-15,0-5 4 0,-2-7 16 0,1-4 48 16,2-4 58-16,0-4 25 0,0-4 18 16,0-1 10-16,0 1 7 0,1 0-25 0,-3 7-27 15,2 8-13-15,-3 6-7 0,-2 7-4 0,2 6-11 16,-4 9-13-16,1 3-12 0,-2 7-11 16,-2 5-10-16,2 6-15 0,-3 8-8 15,0 7-4-15,2 6-3 0,-1 7 3 0,1 8 10 16,-1 6 12-16,-1 10 10 0,1 6 6 0,-3 5 6 15,4 6-1-15,-3 3-11 0,4 3-9 0,0 1-9 16,0-2-13-16,5-5 0 0,0-3 0 0,0-9 0 16,4-10 0-16,1-4 0 0,-1-12 0 15,5-6 0-15,-4-8 0 0,3-6 0 0,-1-8 0 16,1-6 0-16,-1-8 0 0,1-6-6 0,-3-2-5 16,2-3-1-16,-1-3 2 0,-1 0 2 0,1 2 3 15,-5-1 3-15,2 6 0 0,-3 4 0 0,1 1 2 16,-1 3 0-16,-2 4 0 0,0 3 1 0,2 3 0 15,-3 7 2-15,-1 5-1 0,1 2 0 0,-2 5 0 16,0 6-1-16,0 1 0 0,0 3-1 0,0 3-1 16,0-1-1-16,2 1-2 0,-1 1 0 0,2-2-7 15,2-2-12-15,-1-4-21 0,-2-1-40 0,1-9-81 16,-1-3-139-16,-1-6-240 0,-1-6-315 16,2-6-384-16,1-6-397 0,-3-6-76 0,0-4 601 15,2-5 732-15</inkml:trace>
  <inkml:trace contextRef="#ctx0" brushRef="#br0" timeOffset="5543.93">7906 844 747 0,'-6'-34'1731'0,"-3"8"50"16,-1 11-397-16,1 2-382 0,-2 7-465 0,1 6-284 15,2 4-126-15,-1 5-58 0,4 3-33 0,2 1-18 16,3 1-9-16,2 1-16 0,2 0-37 0,4-1-84 16,2 1-117-16,-1-2-244 0,5-1-302 0,2-2-372 15,3 1-395-15,2-1-110 0,4-3 487 0,-1 1 774 16</inkml:trace>
  <inkml:trace contextRef="#ctx0" brushRef="#br0" timeOffset="5955.86">8341 498 251 0,'-8'-17'820'0,"-2"3"399"0,0 3 67 15,3 3-174-15,0 2-314 0,2 3-245 16,0 2-163-16,0 4-89 0,4 1-63 0,-1 3-61 16,1 4-61-16,1 3-30 0,0 3-9 15,1 3 3-15,2 4 0 0,1 5-4 0,-1 2-3 16,2 5-8-16,1 5-6 0,-2 1-13 0,0 3-16 16,-1 3-10-16,0 0-9 0,-3 2-7 0,3 0-2 15,-1 0-1-15,0-2 2 0,-1-2 1 16,2-4 0-16,-1-3-1 0,2-3-13 0,-1-3-17 15,-1-4-24-15,-2-3-43 0,-2-6-76 0,-1-2-104 0,-4-2-173 16,-3-3-290-16,0-3-330 0,0 0-330 0,-3-6-172 16,0-3 218-16,-3-1 681 0</inkml:trace>
  <inkml:trace contextRef="#ctx0" brushRef="#br0" timeOffset="6159.58">8071 1276 209 0,'7'-1'812'0,"0"-1"404"0,-2 0 30 0,1 2-156 16,-1-1-448-16,5 1-273 0,0 0-138 0,0-1-69 16,3 1-36-16,1-2-30 0,2-1-19 0,1 0-33 15,4-1-17-15,-2-2-12 0,4 0-3 0,1 0-6 16,1-1-19-16,1 0-28 0,-1 1-48 16,-1 0-131-16,-1 1-195 0,-3 3-294 0,0-2-280 15,-3 4-255-15,-1-1-82 0,1 1 409 0,-4-1 513 16</inkml:trace>
  <inkml:trace contextRef="#ctx0" brushRef="#br0" timeOffset="6409.9">8553 1174 98 0,'0'-3'716'0,"0"2"614"0,-2 2 212 0,-1 4-184 16,-1 2-431-16,-1 1-349 0,0 2-184 0,2 2-128 15,-2 2-89-15,4 1-54 0,-1 1-33 0,0 2-22 0,4 2-16 16,0 1-13-16,1-2-9 0,3 1-10 16,-1-1-6-16,4-2-5 0,1-2-5 0,0-2-3 15,2-2-1-15,1-6-1 0,1-3 0 0,0-3 1 16,2-5 1-16,0-4 0 0,-2-1 0 0,2-3 1 15,-2-2 0-15,0 0-1 0,-4 2 0 0,1 2 1 16,-3 1-1-16,-2 3 0 0,-1 2-1 0,0 1 2 16,-2 4-1-16,1 2 0 0,-2 2-1 0,-2 5 0 15,2 0-1-15,-1 6 0 0,1 1-2 0,-1 3-1 16,3 0-5-16,0 3-20 0,1-1-40 0,0 0-82 16,4 1-147-16,-1-3-269 0,2-2-317 0,4 0-382 15,0-1-390-15,3-2-18 0,1-1 695 16</inkml:trace>
  <inkml:trace contextRef="#ctx0" brushRef="#br0" timeOffset="6889.01">10616 891 30 0,'0'-8'558'0,"2"2"501"0,-2-1 214 16,-2 1-88-16,2 0-338 0,2 3-276 0,0 1-145 16,1 6-80-16,0 0-47 0,2 2-35 0,-2 1-35 15,2 4-49-15,-1 4-49 0,1 2-33 0,0 5-23 16,0 3-17-16,-2 7-15 0,0 2-12 0,0 5-12 15,-1 0-7-15,2 3-6 0,-4-1-4 16,2-2-2-16,-1-3-2 0,1-6-1 0,-2 1-3 16,0-6-12-16,0-3-21 0,0-6-49 0,-5-3-73 15,-1-5-99-15,-2-5-167 0,0-3-233 0,-4-6-322 16,2-3-290-16,-3-6-184 0,-2-3 127 0,2-4 558 16</inkml:trace>
  <inkml:trace contextRef="#ctx0" brushRef="#br0" timeOffset="7144.13">10386 621 244 0,'3'0'857'0,"-3"3"377"0,2 1 15 16,2 1-156-16,-1 4-367 0,2 2-237 0,1 3-130 16,1 1-62-16,1 3-45 0,1 1-51 0,-1 0-59 15,0-1-51-15,1 0-27 0,-1-2-18 0,2-1-12 16,-2-1-4-16,1-2-13 0,-1-4-5 0,0 2-6 15,1-6-1-15,-1 0-1 0,-1-3-2 0,-1-2-2 16,1-6 2-16,0 1 0 0,0-7 1 0,-3-1 0 16,1-4-3-16,-1 1 0 0,0-4 0 15,-1-1-4-15,-1 2-23 0,-2-3-55 16,-2 0-63-16,2 1-89 0,-4 1-160 0,2 2-253 16,-1 0-312-16,3 1-263 0,0 2-195 15,0 0 98-15,0 3 551 0</inkml:trace>
  <inkml:trace contextRef="#ctx0" brushRef="#br0" timeOffset="7713.86">11003 250 313 0,'6'5'807'0,"3"-1"371"0,-1 4 68 16,3 2-213-16,2 4-222 0,0 1-240 0,2 3-145 15,1 4-92-15,1 4-64 0,1 1-70 16,2 2-66-16,-1 6-35 0,2 4-23 16,0 3-20-16,-1 5-13 0,-1 4-13 0,2 3-13 15,-1 2-5-15,-1 3-3 0,-2 4-2 0,0 2-2 16,-2 3-2-16,-4 0-2 0,-1 1-1 0,-1-1-1 16,-3-1 1-16,-4-4-1 0,-2 0 1 0,-3-4-1 15,-4-2-10-15,-3-3-17 0,-5-5-35 0,-3-4-59 16,-5-4-70-16,-4-5-105 0,-1-4-170 0,-4-3-296 15,-1-6-297-15,-2-5-250 0,-1-6-153 16,-2-8 254-16,0-4 609 0</inkml:trace>
  <inkml:trace contextRef="#ctx0" brushRef="#br0" timeOffset="8298.92">9995 467 259 0,'0'-17'842'0,"-4"2"392"16,-3 1 72-16,-1 1-157 0,-3 4-346 15,-3 2-264-15,1 2-151 0,-4 5-84 0,-1 2-68 16,0 5-74-16,-3 8-57 0,0 1-30 15,1 8-23-15,-2 6-14 0,1 8-12 0,2 8-6 16,-1 10-5-16,2 9-10 0,-1 5-6 0,5 11 4 16,0 6 0-16,1 8-4 0,4 3 3 0,3 4 5 15,2-2 2-15,6-6-5 0,4-5-3 0,7-5-3 16,1-13-17-16,3-7-51 0,3-8-75 0,0-12-128 16,0-4-236-16,4-7-305 0,-3-7-364 15,4-7-321-15,-3-6-90 0,-4-3 504 0,-3-3 691 16</inkml:trace>
  <inkml:trace contextRef="#ctx0" brushRef="#br1" timeOffset="13278.69">2942 2932 187 0,'1'0'467'0,"1"0"238"0,-1-1 158 15,1 1-153-15,-2 0-149 0,3-2-85 0,-3 2-55 16,0 0-51-16,2 0-54 0,-2 2-61 0,0-2-67 15,0 0-59-15,2 1-44 0,-1-1-21 16,-1 1-2-16,0 1 33 0,2 1 49 0,-2 0 34 16,3 2 10-16,-3 1-3 0,0-1-15 0,2 3-33 15,-2 0-39-15,1 2-34 0,-1-1-19 0,0 3-8 16,0 3-5-16,0-2-4 0,0 1-2 0,0 4-1 16,0 0 1-16,0 3 1 0,-1 0-1 0,1 1-3 15,-2 1-1-15,2 3-2 0,0-1-2 16,-2 1-3-16,2 2-1 0,0 0-3 0,0 2-2 15,0 1 0-15,2 0 3 0,-2 1 2 0,0 1-1 16,2 1 0-16,-2 0 1 0,0 3-2 0,0-1-1 16,0 0-2-16,0-1 0 0,1 1 3 15,-1-1 0-15,0 1-1 0,0 0 1 0,0 1-2 16,0 0-2-16,0 1 0 0,0-1-2 0,0 3 2 16,0 2-2-16,0 1-1 0,0 0-1 0,0 0-2 15,0 0 0-15,0 1-2 0,2 2 0 0,-2-2-1 16,0 1 1-16,1 1 0 0,1 1 1 0,-2 0 1 15,2 2 1-15,0 0 0 0,-2 1-2 0,0 1 1 16,0 3-1-16,0 2 0 0,0 2-1 16,0 4 0-16,0 4 0 0,-2 1 6 0,0 5 2 15,2 5 4-15,0 2 1 0,0 4 1 0,0 2-3 16,0 0-5-16,0 3-3 0,0-4-3 0,2-3 0 16,0-2 1-16,-2-2 1 0,2-1 1 0,0-1 1 15,-1-1-1-15,-1-1 0 0,2 1-3 16,-2-4-2-16,-2-1 0 0,2 0 0 0,-3-3 1 15,1-2 2-15,-4-1 1 0,2-1 2 0,-1-5 0 16,-2-3 0-16,-1-4-2 0,-1-5 0 0,1-5-1 16,0-5-2-16,-1-5-3 0,-1-8-10 15,2-6-20-15,0-8-31 0,-1-6-68 0,-1-6-79 16,1-11-154-16,-2-4-259 0,1-8-311 0,1-4-351 16,-2-6-231-16,0-9 1 0,-2-3 626 0</inkml:trace>
  <inkml:trace contextRef="#ctx0" brushRef="#br1" timeOffset="14387.58">2866 2952 125 0,'0'5'442'0,"0"-3"301"0,0 2 229 16,0-2-75-16,0 0-188 0,0 0-133 0,0-2-121 15,0 1-69-15,0 0-47 0,0 1-45 0,0-2-24 16,0 1-18-16,0-1-21 0,0 0-34 0,0 0-37 15,0 0-33-15,0 0-32 0,0 0-23 0,0 0-16 16,0 0-11-16,0 0-9 0,0 0-6 0,0 0-5 16,0 0-7-16,2-1-2 0,-2 1-5 0,1-2-1 15,-1 2-3-15,0 0-2 0,2-1-2 0,-2 0-1 16,0-1 0-16,0 0-1 0,2-2-1 0,-1 0-1 16,-1-1 1-16,2-1-6 0,1-1-3 15,1 0-2-15,-2 0 0 0,1-1-1 0,0-1 0 16,2 0 6-16,-2-1 3 0,2-1 2 0,-2 2 1 15,3-3 2-15,-1-1 1 0,0 1-2 0,0-1 0 16,1-2 0-16,-1 0 0 0,2 2-1 0,0 0 0 0,-2-1 2 16,1 1-1-16,1-2 0 0,0 4 0 15,-2 1 0-15,0 1 0 0,-2 1-1 0,2 2 2 16,-2 2 0-16,0 0 2 0,2 2 4 0,-2-1 1 16,0 3 3-16,0 0 2 0,2 1 0 0,0 3 1 15,0 1-1-15,1 1-2 0,0 5-2 0,0-1-2 16,1 3-1-16,2 5-1 0,-3-2-2 0,1 2-1 15,1 1-2-15,-2 3-1 0,2-2 4 0,0 1 1 16,-2 2 0-16,1-2 1 0,2 1-4 0,-3 1-17 16,1-3-53-16,-2 2-80 0,-2-1-157 0,0-2-272 15,-3 2-320-15,2 0-386 0,-2 0-354 0,-2 1-8 16,0 1 731-16</inkml:trace>
  <inkml:trace contextRef="#ctx0" brushRef="#br1" timeOffset="16741.25">2771 6985 8 0,'0'-1'266'0,"2"-2"178"15,-1 3 137-15,1-2-23 0,-2 2-162 16,2 2-84-16,-1-1-25 0,-1 1 11 0,2 0 47 15,-2 2 23-15,1-2-4 0,1 2-45 0,-2-3-54 16,4 2-55-16,-2-1-55 0,0 0-40 0,1 0-20 16,0 1-19-16,0-1-18 0,2-2-5 15,0 2 6-15,4-2 10 0,-1 3-8 0,0-2-6 16,2 0-5-16,-1 0-3 0,2-1-13 0,0 3-14 16,3-3-8-16,-1 2-4 0,1-2-4 0,-1 2 70 15,4 0 61-15,-1-2 28 0,3 1 7 0,-3-1 0 16,3-1-5-16,0 1-58 0,-2-4-48 0,2 2-25 15,-1 2-13-15,1-4-6 0,-1 2-4 16,0-3-2-16,2 3-1 0,-4-1 0 0,3 0-1 16,0 2-3-16,0-2-3 0,-2 3 0 0,3-2 1 15,-1 1 0-15,1 1-1 0,-2 1 1 0,0-1 0 16,2 2 0-16,0-1-1 0,-1 1 0 16,0-2-2-16,1 1 1 0,1 0 2 0,-2 1 0 15,2-2 0-15,-1 0-3 0,1 0 1 0,-1 0-1 16,2 0-3-16,-1-2-1 0,1 1-1 0,2 0 0 15,-2-2 0-15,0 1 0 0,0 1 2 16,2-3 1-16,-2 3 3 0,2 0-2 0,1-1 5 16,0 0 2-16,-1 1-2 0,-2 1 2 15,2 0-1-15,1 0 0 0,-3 0-1 0,2 0 0 16,0 0 2-16,1 1 0 0,2-1-1 0,-2 2 1 16,2-2-3-16,1 0-1 0,-2 0-1 15,1-2 0-15,1 2 1 0,-1-1-3 0,2 0 0 16,-1 1 1-16,0 0-1 0,1 0-3 15,-1 0-1-15,2 0 2 0,-1 0 1 0,-2 0-1 16,1 1 1-16,1 0 2 0,1 1 0 0,-2 0 2 16,-1-1-1-16,2 0 1 0,-3 3-1 0,3-3 4 15,-2 1-1-15,-2-2 0 0,2 1 1 16,0 1 1-16,-2-2-3 0,0 1 2 0,0-1-2 16,0 0-2-16,0 1 1 0,0-1 0 0,0 2 3 15,-1-2-3-15,-2 3 3 0,2-1-1 16,0-2-2-16,-1 2 0 0,-2 2-2 0,1-3-2 15,0 3-1-15,0-4 2 0,-1 4 0 0,1-2 0 16,0-1 0-16,0 0 2 0,0 1 0 16,0-2 0-16,-1 0-2 0,3 0 0 0,-2 0 0 15,0 0-1-15,2 0 2 0,-2-2 1 16,2 2 1-16,-1 0 1 0,0-1 2 0,0 1 0 16,1 0-1-16,1 0-1 0,2 0 0 0,-3 1 1 15,1-1-1-15,2 2 2 0,0-2-2 0,1 2 1 16,1-1 1-16,-1 0-4 0,2 1 4 15,0-2-2-15,0 1 0 0,0 1 1 0,-1-2-1 16,1 0 2-16,-3 0-3 0,3 0-2 16,0 0 0-16,2 0-3 0,-2 0 0 0,0 0 0 15,-2 0 1-15,4 1 10 0,-2-1 7 0,-2 2 5 16,2-1 3-16,0 1 2 0,0 0 0 0,-1-1-7 16,1 2-5-16,0-2-3 0,-2 1-3 15,2-1 0-15,0 1-1 0,2-1-2 16,-2-1 0-16,0 1-2 0,0-1-1 0,0 2 0 15,-2-2 0-15,1 0-1 0,-2 2 0 0,-2-2 0 16,2 1 0-16,0 0 1 0,0-1 0 0,0 2-1 16,-2 0-1-16,3 1 1 0,-4-2-2 15,2 2-1-15,0-2 1 0,0 1 0 0,-1 1 1 16,-1-1 0-16,3-2 2 0,-2 2-1 16,0 1 2-16,0-2 2 0,-1 0-1 0,0-1 0 15,1 1 1-15,2-1 1 0,-2 0-1 0,-1-1-1 16,0 1 3-16,3-1-1 0,-2 1-1 15,2 0 0-15,0-1 0 0,-1 1-2 0,3 0-1 16,-3 0 0-16,0 1-1 0,1-1 2 16,0 1-2-16,0 0 1 0,1-1 0 0,-1 3-1 15,0-3 0-15,1 0-2 0,-2 0 0 0,1 0-1 16,1 2 0-16,-1-2 0 0,2 0 1 0,-3 0 0 16,3-2 4-16,-1 2 0 0,-1 0 0 15,0 0 1-15,0-3 0 0,2 2-1 0,-1 0 0 16,0 1 0-16,1-4 3 0,-1 4-2 15,2-2 0-15,0 2 1 0,0 0-2 0,-1 0 0 16,1 0-1-16,-2-2 2 0,1 2-1 0,-2 0 0 16,1 0 1-16,-1 0-1 0,0 0-1 15,0 0-1-15,0 0 0 0,-1 0-2 0,0 0-2 16,-1 0 2-16,1 2 2 0,0-2-1 16,-2 0 12-16,1 0 9 0,2 2 4 0,-3-2 1 15,1 4 0-15,-1-3 2 0,1 0-10 0,0 2-6 16,-1-3-5-16,2 2-1 0,-1-2-1 0,0 2 0 15,0 0-2-15,-1-1 1 0,2 0 1 16,-1-1-2-16,0 2 0 0,3 0-1 0,-2-1 1 16,-1 2 2-16,1-2-1 0,0 1 0 15,-2-1-1-15,1 2 0 0,-1 1-1 0,0-3-2 16,1 2 2-16,0-2-1 0,0 2 0 0,-2-1-1 16,1-1 1-16,-1 2 0 0,-1-1-1 15,1-1 0-15,0 0 1 0,-1 1 0 0,-1 0-1 16,-2-1 2-16,1 1 0 0,-2-2 2 15,1 1-1-15,-2-1-1 0,-1 2 1 0,1-2-1 16,-1 0 0-16,0 1-2 0,-2 0 1 0,2 1 1 16,-3-2 1-16,1 3-1 0,-1-3 2 15,-1 0 0-15,1 0-1 0,-4 2 0 0,3-2 1 16,-2 0-1-16,0 2 1 0,0 1-1 16,-1-3 0-16,-3 1 1 0,2 0-1 0,-1 0 0 15,0-1-1-15,-2 0 1 0,-2 3-1 0,2-3 1 16,-2 0 0-16,1 0 0 0,-3 0 0 15,2 0-1-15,-1 0 0 0,2 0 0 0,-2 0 0 16,-1 0 0-16,1 0 0 0,-2 0 0 0,2 0 2 16,-1 0-1-16,-1 0 0 0,0 0 0 15,2 2 0-15,-1-2 0 0,-1 0-1 0,2 0 0 16,-2 0 0-16,2 0 0 0,-1 0 0 0,-1 0 0 16,0 0 0-16,0 0 0 0,2 0 0 15,-2 0 0-15,0 0 0 0,0-2 0 0,0 2 1 16,0 0 0-16,0 0 0 0,0 0 0 15,-2-3 0-15,2 3-1 0,0 0 0 0,-1-1 0 16,-1 0 0-16,0 1-3 0,1-1-3 0,-1-2-17 16,-1 1-44-16,0 2-76 0,-3-2-120 15,0-1-209-15,-1 0-304 0,2 2-346 0,0-2-321 16,-1 0-131-16,0-2 412 0,1 2 680 16</inkml:trace>
  <inkml:trace contextRef="#ctx0" brushRef="#br1" timeOffset="17175.31">9949 6936 148 0,'-4'-2'807'0,"-3"2"563"16,-2 2 123-16,3-2-186 0,-1 0-439 15,-1 2-330-15,3-2-171 0,-2 0-116 16,2 0-80-16,0 0-59 0,2-2-39 0,1 2-27 15,2 0-18-15,-1 0-14 0,1 0-8 0,1 0-4 16,1 0-1-16,3 0-2 0,0 0 1 0,1 0 1 16,3 0 3-16,2 0 0 0,1 2 1 15,2 1 1-15,0-1 1 0,3 2-1 0,2 0 0 16,-1 0-2-16,2 1 0 0,-1 1 0 16,0 2-1-16,1-1 0 0,-2 2 0 0,1 0 0 15,-3 1 0-15,-2-2 1 0,-1 3 0 0,-2-1 5 16,-2 1 4-16,-2-1 7 0,-2 0 4 15,-2 2 6-15,-2 0 3 0,-2 0 0 0,-4 0-2 16,0 2-2-16,-3-1-4 0,-3 2-4 16,0-2-3-16,-3 0-4 0,-4 1-2 0,2-2-5 15,-4 4-2-15,1-5-2 0,-2 4-3 0,1-4 0 16,1 1-1-16,1 0-2 0,-2-1-1 0,4-1-4 16,0-2-8-16,2 1-16 0,0-3-32 15,3 1-73-15,0-2-102 0,3 0-194 16,0-3-290-16,3 0-348 0,3-2-397 0,2 0-197 15,0 0 266-15,0 0 766 0</inkml:trace>
  <inkml:trace contextRef="#ctx0" brushRef="#br1" timeOffset="18176.03">9489 7911 110 0,'-1'-2'565'0,"-1"2"431"0,1-2 213 15,-1 2-129-15,0-1-320 0,1 1-204 16,1 0-143-16,0 0-108 0,0 0-73 0,0 0-49 16,0 0-47-16,1-1-48 0,1-1-39 0,0 2-28 15,1-1-11-15,2-1-5 0,-1-1 35 16,4 2 20-16,0-2 10 0,0 1 13 0,2-1 6 15,0 1 8-15,3 1-28 0,0 1-15 16,-1 0-4-16,1 0-10 0,1 1 0 0,-1 1-7 16,1 1-2-16,1 0 0 0,-2 2-3 0,-1-1-1 15,-1 4-3-15,1-2 0 0,-2 1 1 16,0 1-3-16,-3 1 2 0,0 1-1 0,-1 2-1 16,-3-1 2-16,0 1-1 0,-1 3-1 0,-2-2-2 15,0 1 2-15,-2 1 1 0,-1-1-3 16,-2 3-3-16,-3 0 1 0,2 0-2 0,-5 1-4 15,2 3-3-15,-1-2-2 0,-1-2-3 0,0 3-1 16,3-1-2-16,-3 0-1 0,3-3-1 16,3 1 0-16,-3-3 1 0,2 3-2 0,2-3 1 15,0-2 0-15,1-2 0 0,1 0 0 16,1 0 0-16,-1-3 0 0,2 1 0 0,2-2 0 16,-1 0 0-16,1 1 0 0,1-1 0 0,2 0 0 15,1 0 1-15,0 0 0 0,1 0 0 0,3 0 0 16,-1 0 0-16,2 0 0 0,-1 0-2 15,3-4 1-15,0 4 0 0,1-3 0 0,-1 0 2 16,4 0-1-16,-2-1 1 0,2-2 0 16,-1 0 0-16,1-2-1 0,-1-1 0 0,3 0-1 15,-3-3 0-15,1-4 0 0,-1 2-2 0,2-4 1 16,-4-2-1-16,3 1 1 0,-2-2-1 0,-1 0 1 16,-1-1-3-16,-1 2-11 0,-3 1-20 15,0 1-39-15,0 1-78 0,-5 3-99 0,1 2-174 16,-3 3-291-16,1 1-338 0,0 2-346 15,-1 4-181-15,1-2 199 0,0 3 688 0</inkml:trace>
  <inkml:trace contextRef="#ctx0" brushRef="#br1" timeOffset="18613.84">10150 8136 39 0,'2'2'577'16,"1"2"487"-16,-2 1 180 0,1 2-87 0,1 2-338 15,0 3-268-15,2 4-142 0,2 4-72 0,2 1-46 16,0 3-38-16,3 1-39 0,0 2-61 0,3 0-59 16,0 0-35-16,1-1-21 0,3-2-14 15,1-2-11-15,1-2-7 0,1-5-2 0,0-3-2 16,1-5-1-16,0-2 1 0,-1-7 2 15,0-2 0-15,-1-7 0 0,-2-2-1 0,-3-6 1 16,0-3 1-16,-4-1-1 0,-1-7-1 0,-3 2 3 16,-1-3-1-16,-4-1-1 0,-1 1 1 15,-4 0 1-15,0-2 5 0,-3 1 5 0,-1 0 6 16,-2 1 4-16,-1 0 5 0,-2 5 9 0,-1-1 2 16,-2 4 4-16,1 3-4 0,-2 6 0 15,2 0-8-15,-2 5-8 0,0 4-8 0,0 5-7 16,0 3-5-16,1 5-3 0,1 5-2 0,2 4-2 15,-1 1-1-15,2 5-2 0,0 1 0 16,3 0-1-16,2-1-7 0,0 2-12 0,2-3-20 16,1 0-45-16,2-3-72 0,-1-1-84 15,-1-2-151-15,2-3-245 0,-1-1-314 0,1-1-301 16,-2-3-194-16,2-3 35 0,-4-1 570 0</inkml:trace>
  <inkml:trace contextRef="#ctx0" brushRef="#br1" timeOffset="18872.34">10226 8163 259 0,'5'1'987'0,"-2"3"418"0,0 0-67 16,3 0-206-16,-1 2-409 0,2 0-274 0,-1 0-161 15,5 1-76-15,0-1-38 0,0 0-38 0,3 3-56 16,2-5-33-16,3 0-19 0,-1-1-9 15,2-1-8-15,2-2-3 0,-1 0-2 0,1-5-1 16,2 1-2-16,-1 0-22 0,-2-2-79 16,-2-3-112-16,-2 2-210 0,-1 0-286 0,-2-3-349 15,-3 1-380-15,-3-2-148 0,-3 2 359 0,-5-2 718 16</inkml:trace>
  <inkml:trace contextRef="#ctx0" brushRef="#br1" timeOffset="21126.93">2224 2610 58 0,'2'-5'313'0,"-2"2"188"0,0 2 164 0,0-1-49 15,0 1-122-15,0-1-67 0,1 2-30 0,1 0 5 16,-2 0-16-16,2 2-39 0,-1-2-55 0,-1 1-61 15,0-1-54-15,0 0-53 0,0 2-31 0,0-1-14 16,0 1-6-16,0 2-3 0,-3 1 3 0,3 1-1 16,0 0-6-16,0 2 17 0,0 3 8 15,0-2 0-15,2 2-7 0,-1 2 12 0,2 4 32 16,0-1-3-16,0 2-6 0,1 3-2 0,-1 0-4 16,0 3-21-16,0-3-34 0,-1 2-21 0,3-1-15 15,-1 0-12-15,-2-2-4 0,1-1-4 0,0 1-2 16,0-4 0-16,-1 0 0 0,-1-1 0 0,1-5-5 15,0-1 2-15,-1 0 0 0,-1-2 0 0,2-2-3 16,-2-1 1-16,0-2-5 0,-2-2-29 0,2 0-54 16,-3 0-52-16,0-2-54 0,1-4-95 0,-1-1-141 15,-2 0-140-15,2-1-197 0,-1 0-230 0,-1 1-195 16,3 0 40-16,-1-2 347 0,0 1 389 0</inkml:trace>
  <inkml:trace contextRef="#ctx0" brushRef="#br1" timeOffset="21892.84">2103 2557 182 0,'-4'3'462'16,"3"1"268"-16,-1 1 184 0,2-3-128 0,-2 1-141 15,2-2-111-15,0 1-99 0,0-1-92 0,0-1-78 16,0 1-86-16,2-1-65 0,-2 0-50 0,3 0-28 16,-1 0-6-16,3 0-3 0,-2-1 3 0,3 1-1 15,0-1 5-15,2-1 28 0,-1 2 52 0,5-1 25 16,-2 1 6-16,4 0 2 0,-1 0-4 0,-1 0-29 15,4-3-54-15,-3 3-27 0,1 0-22 0,0-2-13 16,0 2-9-16,-1-3-5 0,1 1 3 0,-1 1-4 16,0 0 5-16,-1-1 6 0,-2 0 4 0,1 1 6 15,-2 1-3-15,-1-1 11 0,-1 1 6 0,-3 0-25 16,2-2-42-16,-4 2-46 0,0 0-70 0,-2 0-139 16,-2 2-189-16,-2-1-268 0,-1 2-251 0,0 0-228 15,0 3-33-15,0-1 379 0,-1-1 463 0</inkml:trace>
  <inkml:trace contextRef="#ctx0" brushRef="#br1" timeOffset="22503.68">2076 2995 356 0,'0'0'704'16,"-2"1"303"-16,2-1 92 0,0 0-279 0,-1 2-230 15,-1-2-152-15,2 0-97 0,-2 0-71 0,2 0-53 0,2 0-50 16,-2 0-34-16,0 0-34 0,2 0-27 0,-2 0-28 16,1 0-24-16,-1 0-6 0,2 0-11 0,-2 0-9 15,1 0-5-15,2 0 2 0,0 0 2 0,2 0-1 16,0 0 2-16,1 0 7 0,1 2-1 0,3-2 2 15,0 0 1-15,0 1 1 0,2-1 1 0,1 1 3 16,1-1 1-16,-1 0-2 0,2 0-2 0,0 0-1 16,-1 0 1-16,3 0-4 0,1-1 5 15,-1 0 1-15,0-1-19 0,1 0-43 0,-1 2-75 16,-2-1-163-16,0 1-295 0,0 0-290 0,0 1-279 16,0 1-203-16,2 1 155 0,-4 2 578 0</inkml:trace>
  <inkml:trace contextRef="#ctx0" brushRef="#br1" timeOffset="25610.24">5693 6964 183 0,'0'0'371'0,"0"2"167"15,0-2 58-15,0 0-117 0,0 0-83 16,0 0-42-16,2 0-9 0,-1 0-9 0,-1 0-19 16,0 0-27-16,2-2-37 0,-2 2-36 15,0-1-40-15,0 1-26 0,0-3-21 0,0 2-13 16,0-1-16-16,0 0-18 0,-2 1-16 0,2 0-10 15,0-3-13-15,0 2-4 0,0-1-1 16,0 1 2-16,0-2 9 0,0 2 9 0,0 0 17 16,2-1 20-16,-2 0 18 0,0-2 11 15,0 3 14-15,0-3-3 0,0-1-5 0,0 0-16 16,0-1-17-16,0-1-20 0,0-1-21 0,0 1-14 16,0-3-19-16,0 2-8 0,0-2-8 15,0-1-3-15,0 2-2 0,0-2 1 0,0-1 7 16,0 3 6-16,0-3 2 0,1 1 3 0,1 1 0 15,-2-1-1-15,0 0-7 0,2-1-5 16,-2 2-2-16,1-1-3 0,-1 0-1 0,0 0 0 16,2 1 2-16,-2-3 0 0,0 2 0 15,1-2-1-15,1-1 2 0,0 2-1 0,-1-3 0 16,-1 1 1-16,3 1 0 0,-1-1-1 0,-1-1-1 16,1 0 0-16,-1 0-3 0,1 0 0 15,-2 2 1-15,2-3 0 0,-1 2 0 0,1 0-2 16,-2 0 1-16,1 0-1 0,1 0 2 0,0 2-2 15,-1-1 1-15,-1-1 0 0,2 3 1 16,-2 0-1-16,0 1-1 0,2-2-2 0,-2 1-1 16,1 1-1-16,-1 1 1 0,0 1 0 15,2-1 2-15,-1 0 0 0,-1-1 1 0,0 0 0 16,3 1 1-16,-3-1-3 0,0 1 1 0,2-2 1 16,-1 2 0-16,-1-1 0 0,0-3 1 15,2 3 2-15,-2 1-2 0,1-2 2 0,-1 2-1 16,0-3-1-16,2 2 0 0,-2 2-1 0,0-2 0 15,2 2-1-15,-2 0 2 0,1-1 0 16,-1 1 0-16,0 0 0 0,2-2 2 0,-2 2 0 16,0-3-3-16,1 2 0 0,1-1 1 15,-2 1 0-15,2 0 1 0,-1-1-2 0,-1 0 1 16,0-1 1-16,2 2 0 0,-2-2 0 0,3 1-1 16,-3-2 0-16,2 0 1 0,-1 1 0 15,-1-1-2-15,0 1 1 0,3 0-1 0,-3-1 2 16,0 0-3-16,0 1 0 0,0 1 0 0,0-3 0 15,0 4 1-15,0-2-1 0,0 1 0 0,0-2 0 16,0 1 1-16,0 0 0 0,0 0-1 16,2 0-2-16,-2 0 3 0,1-1-1 15,-1 0 0-15,0 0-3 0,2 0 2 0,-2-1 0 16,1 0 0-16,1 0 0 0,-2 1 0 0,0 1 1 16,2 0 0-16,-2 2 2 0,1-1-1 15,-1 2-2-15,0-1 1 0,0-1-1 0,0 0-2 16,0 2 3-16,2-2-1 0,-2-1 2 0,0 3 0 15,1-1 0-15,-1 0 1 0,2 0 0 16,-2-1 1-16,0 1 1 0,0-2-2 0,2 0 2 16,-1 0 1-16,-1-2-1 0,2 1-1 0,0-1 1 15,-1-1-1-15,-1 0-2 0,2 2 3 16,-1-4-3-16,1 4 2 0,-2-2-2 0,3 1 3 16,-3 1-1-16,1-1-2 0,-1 3 0 15,0-1 0-15,0-1-2 0,0 1 2 0,0 0 1 16,0 0-1-16,0 0 0 0,2 0 0 0,-2-1 0 15,0 3-2-15,1-3 0 0,-1 1 2 16,2 2 0-16,-2-2 0 0,0 1 2 0,2-1-2 16,-1 2 1-16,-1-1-1 0,0 1-3 0,2-1 3 15,-2 1 0-15,0-2 0 0,0 1-2 16,0 1 1-16,0-1 1 0,0-1-2 0,2 2 0 16,-2 0 1-16,0 0 2 0,0 1-1 15,0 1-1-15,0-2 0 0,0 1 0 0,0 2-2 16,0-2-1-16,0 2 1 0,0-1 2 0,0 0-2 15,0-1 1-15,0 1 1 0,1-1 1 16,-1 1-1-16,0-1-1 0,2-2 1 0,-1 1 0 16,-1-2 1-16,2-2 0 0,-2 2 0 0,2-1 2 15,-1 1 0-15,1-1 2 0,-2-1-1 16,1 2-1-16,1-2 1 0,-2 4-1 0,0-1 0 16,3 1-3-16,-3 0 2 0,0-1 1 15,0 3 0-15,0 1 0 0,1-3-1 0,-1 2 3 16,0 0-1-16,0-1-2 0,0 1-1 0,0-2 2 15,0 1-1-15,0 1-1 0,0-3-7 16,0 0-1-16,0 0-5 0,0 2 7 0,0-1-3 16,0 0-2-16,0-1 4 0,0 4 3 0,0-1 3 15,0 1-6-15,2-1 2 0,-2 2 2 16,0 0 1-16,0 0 2 0,0 0-2 0,0 2 3 16,0-5-2-16,0 5 1 0,1-5 1 15,1 1-1-15,-2-1 1 0,0-2-1 0,2 1 0 16,-1-1 1-16,1-1-3 0,-2-2 2 0,2 3-2 15,-1-1 2-15,1-2 7 0,-1 1 1 16,1 1-2-16,1-1 3 0,-3 2 5 0,2 0-2 16,-2 1-7-16,0-1-1 0,1 2 4 0,-1-1-3 15,0 1-4-15,0-2 0 0,0 2 0 16,0 2 1-16,0-2-3 0,0 0 1 0,0-2-3 16,0 3 2-16,0-3-2 0,2 0 0 15,-2-2 0-15,0-1-1 0,2 3 0 0,0-6 3 16,0 2-1-16,0 1 2 0,-1-2 0 15,1 1 3-15,-1 0 1 0,1 0-1 0,0 0 0 16,-1 0-6-16,2 1-5 0,-3 2-3 0,2 0-1 16,-2 1-2-16,0 3 0 0,0-1 7 0,0 1 4 15,0 1 3-15,0-1 0 0,0-1 0 16,0 2 2-16,0-3-2 0,0 0-2 0,0 1-1 16,2-2 1-16,-1 1-1 0,1-2 0 0,-2 2 3 15,3-1 1-15,-3 2 1 0,2 0-1 16,-1 1-1-16,-1 1 2 0,0 1-2 0,3 2 1 15,-3-1 1-15,0 1 0 0,0 1 1 16,0 0-2-16,0 0 1 0,0 1-2 0,0 1-2 16,0 0 2-16,0-1 2 0,0 2-1 0,0 0-1 15,0-2 0-15,0 2 1 0,0 0-1 16,0 0-1-16,0 0 1 0,0 0 1 0,0 0-1 16,0 0 2-16,0 2 0 0,0-2 0 0,0 0-2 15,0 0 2-15,0 0 0 0,0 0 0 16,0 2-2-16,0-2 0 0,0 1 2 0,0-1-3 15,0 0 2-15,0 0-4 0,0 0 0 0,0 0-1 16,0 0-9-16,-3 0-18 0,3 0-49 16,-1 0-56-16,-3 1-99 0,1 1-168 0,0-1-273 15,-2 2-309-15,0 3-269 0,1-1-189 16,-4 1 209-16,3 1 588 0</inkml:trace>
  <inkml:trace contextRef="#ctx0" brushRef="#br1" timeOffset="27467.33">2376 11320 305 0,'3'5'665'0,"-1"-2"265"0,-1 0 78 16,1 0-262-16,0 0-218 0,2 1-148 0,-2-1-108 15,2 1-58-15,-2 1-37 0,3-1-43 16,-2 1-42-16,2 0-36 0,0 0-21 0,-1-1-17 16,1 1-6-16,0-3-5 0,-1-1-2 0,0-1 7 15,-1 0 9-15,0 0 12 0,0-1 21 16,0-1 32-16,-3-3 45 0,3 1 30 0,-1-1 29 15,-2 0 13-15,0-1-5 0,0 1-19 0,-2 0-40 16,1 0-28-16,-1 3-23 0,-1-3-17 0,0 2-10 16,0 0-7-16,0 0 5 0,-2 1-3 0,2 1-4 15,-1-1-6-15,1 1-5 0,0 1-6 16,0-1-6-16,0 1-4 0,1 0-7 0,1 1-3 16,1-1-5-16,0 1-4 0,-2-1-2 0,2 0-2 15,0 2-3-15,0-2 0 0,0 1 0 0,0-1-1 16,0 0 0-16,2 0 0 0,-2 0 1 0,0 0 0 15,0 0 1-15,0 0 0 0,1 0 1 16,-1 0 0-16,0 0 0 0,0 0-1 0,2 0 1 0,-2 0 0 16,0 0 0-16,0 0 0 0,0 0 0 15,0-1-1-15,0 1 0 0,0 0 0 0,2-2 0 16,-2 2 0-16,0 0 1 0,0 0 0 0,1 0 0 16,-1 0-1-16,0 0 1 0,3 0-1 15,-3 0 1-15,0-1 0 0,3 1 1 0,-3-1 6 16,5 1 5-16,-2 0 3 0,2 0 3 0,0-2 5 15,4 2 3-15,-1 0-4 0,0-2-3 0,2 2-2 16,0-2-2-16,0 2-5 0,3 0-2 0,-1 0-2 16,1 0-1-16,1-3 2 0,1 3 4 15,0 0 2-15,1 0-1 0,1 0 1 0,1 3-1 16,2-3 1-16,1 0-2 0,-2 0-2 0,3 0-1 16,-2 2 0-16,3-2-1 0,-1 2-4 0,2-2-2 15,-1 0-2-15,1 0 0 0,0 0-1 0,-1 0 0 16,1 0 1-16,0-2 1 0,-2 2 0 15,0-2 0-15,0 2 1 0,-4 0 0 0,2 0-1 16,-1-3 1-16,-3 2-1 0,-3 1 1 0,1-1-1 16,-3 0 0-16,0-2 0 0,-3 1-1 0,0 2 1 15,-3 0-1-15,0-2 1 0,-1 2-1 16,-2 0 1-16,-1-2-1 0,2 2 1 0,-3 0 0 16,0-1 0-16,0 1 0 0,0 0 1 0,0 0-2 15,-1 0 0-15,-1 0 0 0,1 0-2 0,-1 0-1 16,0 0-6-16,-2 0-13 0,1 0-21 15,-2 0-35-15,0-2-81 0,-1 2-144 0,-1-1-261 16,-2 0-315-16,3 1-389 0,-1-3-433 0,1 0-61 16,3-2 696-16</inkml:trace>
  <inkml:trace contextRef="#ctx0" brushRef="#br1" timeOffset="29782.91">3195 11331 157 0,'-3'-3'326'0,"-2"0"146"0,2 1 67 0,0-1-121 15,1 1-89-15,1 0-5 0,-1-2 41 0,0 4 36 16,1-3 21-16,1 3 3 0,0-1-26 0,0 1-43 16,0 0-73-16,-2 0-57 0,2 0-48 15,0 1-29-15,0-1-17 0,0 0-5 0,0 0 11 16,0 0 6-16,2 0 11 0,-2 0-3 0,0 0-9 15,0 0-14-15,1 3-18 0,-1-3-20 0,2 0-22 16,-2 0-15-16,0 0-12 0,0 0-9 16,2 0-7-16,-2 0-7 0,1 0-8 0,-1 0-10 15,2 0-5-15,-2 0-6 0,1 0-3 0,1 0-1 16,1 0 6-16,2 0 4 0,-1 0 1 0,3 0 5 16,1 0 7-16,1 0 7 0,2 0 6 15,1 0 3-15,1 0 0 0,2 0 0 0,0-3-1 16,2 3-1-16,1 0-1 0,3-1-3 0,-2 0 1 15,1 0-1-15,4-4-6 0,-3 5-4 0,4-4 2 16,0 1 2-16,2 1 2 0,0-1 0 16,3-2 6-16,-3 2 1 0,3 0-3 0,0 0-4 15,0 0-2-15,0 0-2 0,2 2-4 0,-2-2-2 16,2 2 0-16,-1-3-1 0,4 3 3 0,-2-1-1 16,-1 1 1-16,-1-1 0 0,2 1-7 15,-1-1-3-15,1 2-2 0,1-1 1 0,-1 1 8 16,2-2 4-16,-2 2 8 0,0 0 5 15,0 0 0-15,2 0-2 0,-2 0-8 0,0 0-5 16,2 2-4-16,0-2-2 0,1 0-1 0,-1 0 1 16,3 0-1-16,0 0 1 0,0 0 1 0,0 0 2 15,0 0-1-15,1-2 2 0,1 2 0 16,-2-1-1-16,3-1 0 0,-2 1-1 0,-1 0 0 16,1-1 0-16,0-2-2 0,-3 4 1 15,-1-4-1-15,-2 2 1 0,-1-3-1 0,1 3 0 16,-1 0 0-16,-1-1-1 0,-1 1 1 0,-1-1-1 15,-1 1-1-15,1 1-1 0,-1-1 1 16,-1 2 0-16,0 0-1 0,-2 0 3 0,2 0 1 16,0 2 1-16,-2-1 0 0,2-1 1 15,0 2 2-15,1-1 4 0,-2 1 3 0,2-2 3 16,1 1 0-16,1 0 1 0,0-1-2 0,2 2-5 16,-1-2-3-16,1 0-2 0,-1-2-2 15,1 2 0-15,1-1-2 0,-1 0 1 0,1-1-1 16,0 1-1-16,0-1 0 0,-1-1 0 15,1 1 0-15,0 0 0 0,1-2 0 0,0 3 1 16,-2-2 1-16,1 2 1 0,1-1-1 0,-1-1 2 16,0 2 0-16,3 0 1 0,0 1-2 15,-1-2 1-15,2 2 0 0,-1 0-1 0,3 2 1 16,-1-2 0-16,-3 0 0 0,2 1-1 0,-2-1 0 16,-1 1 0-16,0-1-1 0,0 0 0 15,-4 0 0-15,-1-1-2 0,1 0 0 0,-3-1 0 16,-2 0 1-16,0 1-2 0,-3-1 1 0,-1 1 0 15,-2-2 0-15,1 3 1 0,-2-2 1 16,1 2 1-16,-3-1 2 0,1 1 2 0,-1 0 2 16,0 1 0-16,-2-1 1 0,3 2-1 0,-1-2 0 15,-2 1 0-15,2 1-2 0,-2-1 0 16,2 1-1-16,-2-1-1 0,1-1 0 0,-1 2-1 16,0-2 0-16,0 2 0 0,-1-2-1 15,1 0 0-15,0 0 0 0,-1 0 0 0,3 0-1 16,-2 0 0-16,2 0 1 0,0 0-1 0,1 0-1 15,0-2 1-15,1 2-1 0,-1-2 2 0,1 2-2 16,-1 0 1-16,1-1 0 0,-1 1 0 16,2-2 0-16,-2 1 0 0,0-1 0 0,-2 1 0 15,0-1 1-15,-2 1-2 0,1-1 1 16,-4 1 0-16,1-1-1 0,-2 1 0 0,-2 0 0 16,-1 1 0-16,-3-2 0 0,2 2 0 0,-3 0 0 15,1 0 1-15,-1 0-1 0,-1 0 1 16,2 0 0-16,-3 2-1 0,0-2 2 0,0 0-2 15,2 1 1-15,-2 0 0 0,0 2-1 16,0 0 0-16,0 2 0 0,0 1 0 0,1 0 0 16,-1 1-1-16,0 2 0 0,0 1 0 0,0 2-1 15,0 1 2-15,0 2-1 0,0-1 0 16,0 5-1-16,0 1 0 0,0 2 1 0,-1 1 1 16,-1 4 0-16,2 3 1 0,0-2 1 0,-3 3 0 15,2 2 0-15,-1 0 1 0,2 1-2 16,-3 1 1-16,3 0-1 0,-2 0-1 0,2 3 0 15,-1-1 0-15,1 3-1 0,0 0 0 0,1 0 0 16,-1 3 0-16,2 2-1 0,-1 0 3 16,1 1 1-16,-2 2 3 0,2 4 0 0,-2-2 2 15,-2 4 2-15,2 4 0 0,-3 0-2 16,1 2-7-16,-1 1 0 0,0 1 0 0,-2-1 0 16,3 0 0-16,-1-5 0 0,0-2 0 0,3 0 0 15,0-1 0-15,0-2 0 0,0 0 0 0,0 1 0 16,0-3 0-16,2 2 0 0,-1 1 0 15,-1-1 0-15,2-2 0 0,-1 1 0 0,1-4 0 16,-2-1 0-16,2-2 0 0,-1 0 0 16,-1-4 0-16,2 0 0 0,-1-3 0 0,-1-2 0 0,2-1 0 15,0 0 0-15,-1-3 0 0,1 1 0 16,1 0 0-16,0 0 0 0,3 2 0 0,-3-2 0 16,2 5 0-16,-2 1 0 0,2 1 0 15,0 1 0-15,-2 4 0 0,3 0 0 0,-3-2 0 16,2 1 0-16,-3 0 0 0,3 0 0 15,-2-2 0-15,0 1 0 0,0-2 0 0,0 1 0 16,0-3 0-16,0 1 0 0,-1-2 0 0,1-1 0 16,-1-1 0-16,-1-3 0 0,1-2 0 15,-2-2 0-15,0-2 0 0,0-4 0 0,-2-5 0 16,-1-2 0-16,0-1 0 0,-2-6 0 16,-2-2 0-16,-3-5-104 0,-4-3-81 0,-4-6-164 15,-2-6-269-15,-2-3-334 0,-5-6-405 0,-7-5-391 16,-5-3 11-16,-5-6 825 0</inkml:trace>
  <inkml:trace contextRef="#ctx0" brushRef="#br1" timeOffset="31641.14">2596 11494 101 0,'0'4'453'0,"0"1"312"0,-2 1 222 15,2 0-20-15,-3 1-221 0,3 2-174 0,-3-1-95 16,3 4-52-16,-2 1-52 0,2 3-65 0,0 1-50 16,0 6-39-16,0 0-44 0,2 4-38 0,-1 1-31 15,1 4-26-15,3 2-13 0,-2 3-13 0,1 3-11 16,-2 3-5-16,1 1-5 0,0 2-2 0,1 1 0 15,-3 1 1-15,1 3 0 0,-1 1-6 16,1 4-2-16,-2 0-3 0,0 3-6 0,-2 3-5 16,1-1-3-16,1 2-1 0,-2-1 0 0,-1 4 4 15,1-3 1-15,1 0 0 0,-1 0 0 0,-1-1 1 16,1-4-1-16,-2 0-6 0,1-2-1 16,-2-2 0-16,2-4-2 0,1 0 0 0,-3-3-1 15,2-1-1-15,0-2 0 0,1-1-1 0,-2-1 1 16,1-1-1-16,1-2 1 0,-1 0 0 0,1 0 0 15,1-1 0-15,-1-1 2 0,1 1-1 0,-1-1 1 16,2-2-2-16,-2 3 2 0,1-2-1 16,-1-1 0-16,2 1 0 0,-3 0-1 0,1-2 0 15,-2 1 0-15,1-1 0 0,-2-1 0 0,0 0 0 16,0-1-1-16,-1-1 0 0,-2-2 0 16,2 2-1-16,-2-4 0 0,1 1 1 0,1 0 1 15,-1-3 0-15,0 3 0 0,2-3 0 0,2-1 0 16,0 2 1-16,1-3-1 0,-1 1 0 0,0 0 0 15,2-1 0-15,-1-1 0 0,0-3 0 0,2 2 0 16,-1-6 0-16,1-3 0 0,0 2 0 16,-2-5 0-16,2-1 0 0,0-3-1 0,0 1-1 0,0-2 0 15,0 0 0-15,2-1 0 0,-2-1 0 16,1 1 0-16,1 0 1 0,1 0 0 0,0 0 1 16,0 1 0-16,-1-1 0 0,1 2 1 15,0-1 0-15,0 1-1 0,2-1 0 0,0 2 0 16,3 1 0-16,-2-1 0 0,0 1 0 0,3 0 0 15,0 1 1-15,0-1 0 0,-1 1 0 0,0-1-1 16,3 1 0-16,-1-1 0 0,-1-2 0 0,2 2 0 16,-1-1 0-16,1 0 0 0,0-1 0 15,2-1 1-15,1 1 0 0,0 0 0 0,0-3-1 16,2 1 0-16,1-1 1 0,-1 0-1 0,0 0 1 16,2-1 0-16,0 1 0 0,0 0 0 0,1-2 0 15,1 1 0-15,-2 0 1 0,2 1-1 0,-2-2 2 16,2 2 4-16,1-1 4 0,-2 1 1 0,1-1 2 15,2 1-1-15,-1-1 0 0,1 0-3 0,2 3-4 16,1-1-1-16,2-3 0 0,1 5-1 16,0-3-1-16,3 2-1 0,2-2 0 0,2 0 0 15,1 1 0-15,-1 0 0 0,2-2 0 0,-1-1 0 16,3 2 0-16,-1-1-1 0,0-1 0 0,0 0-1 16,3-1 4-16,-1-1 2 0,-2 2 3 15,4-1 0-15,0-2-4 0,-1 2-1 0,4-3-6 16,0 2-2-16,2-2-2 0,1-1-1 15,1 1 3-15,-2-1 3 0,4 3 0 0,-1-3 1 16,-2 2 0-16,2 0-1 0,-2 2 5 0,1-3 2 16,1 4 1-16,-2-1 1 0,1 1 1 0,-3 1 1 15,1-1-8-15,-1 2-4 0,3 0-1 16,3-2-2-16,-3 1-1 0,3 0 0 0,0-1 3 16,1 2 3-16,0-2 2 0,1 0 8 15,-1 0 7-15,0 0 1 0,-1 0 2 0,2 2-1 16,-2-2 0-16,2 0-7 0,0 1-4 0,-1-1-2 15,0 0 0-15,-1 0 0 0,3 0-5 0,-1 0-4 16,0 0 3-16,1 0 1 0,-1-1 0 16,-3-1-1-16,-1-1 4 0,2 2 2 0,-4-3-4 15,2 0-2-15,-2 1 1 0,1-1 2 16,-2-1 3-16,-1 1 2 0,1-1 2 0,-1 1 1 16,0 1-1-16,0-2 0 0,1 3-2 0,-1-3-2 15,2 1 0-15,-2 2 0 0,-1-1-2 16,-2-1-1-16,0 2-1 0,-1-1 0 0,0 0-1 15,-3-1-1-15,2 2-1 0,-1-2 0 16,-4 3 0-16,2-2 1 0,-2 2 0 0,-1-1 1 16,-2 1 0-16,2-1 1 0,-3 2 0 0,-1 2 0 15,1-1 1-15,1 1 0 0,1-1-2 16,-1 2 1-16,0 0-1 0,3 0 0 0,-3 0 0 16,0-1 0-16,1 1-1 0,-1-2 0 15,0 1 1-15,-1-1-1 0,1 0 0 0,-3-2 0 16,2 1 0-16,-2-1-1 0,-2-1 0 0,1-1-1 15,-3 2 0-15,-3-3 0 0,1 2 0 16,-4 0 0-16,-2 0 1 0,-3 1 0 0,-2 0 0 16,-2-1 1-16,-3 2-1 0,-3-1 0 0,-2 1-2 15,-1 1-5-15,-4-1-14 0,-1 0-21 16,-4 2-42-16,-1-2-82 0,-6-2-155 0,1-1-266 16,-4-1-323-16,1-5-395 0,-4-4-401 0,-1-4-13 15,0-8 740-15</inkml:trace>
  <inkml:trace contextRef="#ctx0" brushRef="#br1" timeOffset="32689.87">7889 11190 7 0,'-3'13'350'0,"0"-1"277"0,0-3 236 0,-1 0 106 16,1-3-268-16,2 0-184 0,-1-1-95 0,2-2-64 15,0 0-62-15,0 0-59 0,2-2-50 16,1-1-55-16,0 2-19 0,5-4-1 0,0 1-4 16,4-2 41-16,0-2 29 0,3-1 13 0,1-2-3 15,5-5-14-15,0-2-6 0,2-4-30 0,2-5-30 16,2-5-11-16,3-4-15 0,2-4-9 15,3-6-8-15,3-5-9 0,4-4-7 0,-1-3-4 16,4-4-7-16,2-2-4 0,-1-1 0 16,5-1-3-16,-1-4-2 0,-1 1-6 0,3 3-5 15,0 1-2-15,-4 3-5 0,-1 7-2 0,-1 1-2 16,-2 6-1-16,-4 4-1 0,-2 3-1 16,-1 3-1-16,-3 3-1 0,-4 6 0 0,-3 1 0 15,-3 3 1-15,-2 3-1 0,-2 1 1 0,-2 2 0 16,-4 3 0-16,-3-2 0 0,-1 5 0 15,-4 1 4-15,2 1 2 0,-5 2 2 0,0 0 3 16,0 2 0-16,-1 0-1 0,-2 0-2 16,0 1-3-16,0-1-4 0,0 4-1 0,0-2-2 15,0 2-1-15,0 0-1 0,0 0 0 0,0-3-2 16,0 3 0-16,0 0 0 0,0 0-1 0,-2 0 0 16,2 0 0-16,0 0-7 0,0 0-10 15,-1 3-13-15,-1-3-18 0,2 0-25 0,0 0-49 16,0 2-74-16,-3 1-107 0,3 0-180 15,-2 2-290-15,-1 2-336 0,0 2-317 0,0 0-145 16,-2 1 321-16,2 0 676 0</inkml:trace>
  <inkml:trace contextRef="#ctx0" brushRef="#br1" timeOffset="34472.43">4828 9772 86 0,'15'8'314'0,"3"-1"150"0,0 0 116 15,2 0-120-15,4 0-171 0,4-1-102 0,2-1 11 16,2 0 24-16,1-3 9 0,1-2-2 0,0 0 16 15,5 0 37-15,-2-2-31 0,3-2-17 0,1 0-1 16,0 0-2-16,0-1-32 0,0-1-36 16,3 4-19-16,-1-5-26 0,0 3-26 0,4 0-16 15,-1 1-17-15,0 0-17 0,2 0-14 16,0 0-5-16,1 0 4 0,2 0 4 0,-2 0-1 16,3 0-4-16,-1 0-3 0,-1 0-8 0,1 2-15 15,3-1-4-15,-2 1 2 0,2 1 4 16,0 1-2-16,1 1 4 0,0 1 6 0,4-1 0 15,-1 3-4-15,2-2-4 0,-1 2 3 0,-1-2-4 16,1-1-1-16,1 0-5 0,0-2 1 16,0 0 41-16,2 0 26 0,-2-2 18 0,2 1 7 15,1 0 5-15,0-4-1 0,2 1-35 0,4-3-25 16,-2 2-15-16,-1-3-8 0,2 0-5 16,0 1-5-16,0 1-4 0,-2-1 3 0,-1 1-1 15,-1 1 4-15,0 2-2 0,-2 1 5 16,3 2 1-16,-2 2-5 0,-1 0-44 0,0 0-41 15,-6 3-93-15,-2-2-159 0,-5 1-258 0,0 1-300 16,-8-3-238-16,0 1-181 0,-4-3 203 16,-4-3 511-16</inkml:trace>
  <inkml:trace contextRef="#ctx0" brushRef="#br1" timeOffset="35236.18">9595 9968 340 0,'3'10'646'0,"-3"3"223"0,2 2 94 16,-1 3-239-16,1 2-205 0,0 2-122 16,-1 4-68-16,2 2-37 0,-1 5-40 0,0 5-48 15,-1 3-32-15,1 5-9 0,1 2 9 0,-1 7 14 16,-1 1 4-16,-1 2-7 0,0 4-26 0,0 2-26 15,-1 5-30-15,-1 3-32 0,-1 2-25 16,1 4-13-16,-3 1-3 0,1 2-4 0,-1 1-4 16,0-1-1-16,-4 4-1 0,2 2 0 0,1 1-7 15,-2 4-6-15,-1 0-1 0,1-1-1 16,-2 1 0-16,1-5-1 0,1 2 0 0,0-1-1 16,1 0 0-16,0-4-2 0,1-1-2 0,-1-2 2 15,2-5 1-15,0-2-1 0,-2-5 2 16,4-5 0-16,-2-2 0 0,3-5 1 0,-1 0-2 15,1-2-1-15,1-6-3 0,-1 1 0 16,2-4-10-16,0-3-30 0,-1-1-54 0,-1-7-57 16,2-1-70-16,-2-8-139 0,-1-2-181 15,0-4-272-15,-3-5-238 0,1-5-211 0,-3-4-41 16,-3-6 391-16,0-1 478 0</inkml:trace>
  <inkml:trace contextRef="#ctx0" brushRef="#br1" timeOffset="35594.76">8482 14574 182 0,'8'-9'778'0,"-2"-2"406"0,-1-2 41 0,0-4-153 16,3-2-438-16,3-2-296 0,2-6-83 15,5-3 5-15,4-4 5 0,1-4-12 0,7-8-16 0,5-4-32 16,5-6-58-16,3-7-60 0,5-7-37 0,3-9-17 16,5-6-12-16,4-6-5 15,5-13-3-15,3-9-4 0,6-7-7 0,-2-2-3 0,-3-3-26 16,1-1-64-16,-4 2-66 0,-6 2-117 0,0 2-191 15,-3 0-313-15,-3 2-320 0,1 4-232 16,-6 4-112-16,-6 5 367 0,-5 8 592 16</inkml:trace>
  <inkml:trace contextRef="#ctx0" brushRef="#br1" timeOffset="36340.87">2978 11282 324 0,'-14'27'870'0,"3"-2"333"0,3-8-12 0,0-1-263 16,5-7-389-16,3-1-247 0,5-5-144 0,6-6-71 15,5-7-32-15,6-5-15 0,8-9-7 16,8-8-5-16,11-6-1 0,6-10 3 0,11-7 2 16,7-9-3-16,9-5-6 0,5-4 6 0,3-5 2 15,5-5-4-15,7-3-7 0,4-4 1 0,4-3-2 16,-2 1-15-16,-1 1-11 0,-7 5 5 0,-2 3-18 15,-6 3-74-15,-4 4-152 0,-7 7-296 0,-8 3-252 16,-7 9-278-16,-7 7-190 0,-11 7 182 16,-11 10 527-16</inkml:trace>
  <inkml:trace contextRef="#ctx0" brushRef="#br1" timeOffset="37907.58">2258 15372 185 0,'1'-6'585'0,"-1"0"392"0,0 3 191 15,0 0-210-15,-3 1-229 0,3 2-158 16,0 2-105-16,0 2-76 0,0 2-68 0,0 2-48 16,0 1-41-16,2 3-59 0,-1 3-53 0,1 1-40 15,2 3-22-15,-1 4-17 0,2 1-12 16,0 4-3-16,1 3-6 0,1 5-3 0,2 3-6 15,-1 1-1-15,-2 4 0 0,1 0 2 0,2 2 2 16,-3 0-6-16,-1-3-3 0,2 3-3 0,-4-2-6 16,3 0-3-16,-3-2-4 0,0 1 5 0,-1-1 1 15,-2-5-1-15,0-3-5 0,-2-2-20 0,-1-4-41 16,-3-5-67-16,-2-5-98 0,-2-3-162 0,-2-3-254 16,-1-5-310-16,0-5-304 0,-4-4-194 0,1-4 151 15,-3-6 574-15</inkml:trace>
  <inkml:trace contextRef="#ctx0" brushRef="#br1" timeOffset="38221.49">2104 16071 69 0,'3'6'547'16,"3"0"395"-16,-4 1 171 0,1 4-57 0,2 0-366 16,0 4-263-16,1 1-148 0,2 2-70 0,0 1-28 15,1 5 0-15,5-1-22 0,1 2-32 0,2 2 16 16,1-1 12-16,2-2 2 0,-1 1-21 0,0-4-14 15,1 0-10-15,0-3-33 0,0-1-37 0,-1-4-20 16,0-2-9-16,-2-1-5 0,1-4-3 0,-1-3-2 16,-1-1 3-16,-2-4 1 0,1-2-1 0,-3-5 2 15,-1 0 1-15,-1-5 1 0,1-1-1 0,-3-6-1 16,-2-1-1-16,-1-4-2 0,1-2-5 0,0-5-1 16,-1 1-1-16,-2-2 9 0,2-1 0 0,-3 2 0 15,1 3 1-15,3 2 0 0,-4 2-2 16,-1 5-35-16,1 2-52 0,-1 7-49 0,-1 1-53 15,0 4-98-15,0 4-150 0,-1 3-149 0,1 6-217 16,-2 4-234-16,2 3-193 0,0 4 79 0,0 4 373 16,2 3 388-16</inkml:trace>
  <inkml:trace contextRef="#ctx0" brushRef="#br1" timeOffset="38846.3">2218 17355 428 0,'-5'-24'897'0,"-3"-2"277"16,-1 4-24-16,-1-5-305 0,-1 4-344 0,-3-2-205 16,1-4-90-16,-1 1-50 0,-2 0-27 0,-1-2-12 0,-1 2-16 15,-1 1 10-15,1 1-4 0,0 2 21 16,-1 5 13-16,3-1 3 0,-1 6 0 0,1 2-27 16,0 4-22-16,2 2-32 0,0 3-27 0,4 3-15 0,-1 3-10 15,2 3-7-15,4 2-2 0,2 2-6 16,3 5 2-16,1 2-1 0,4 2-2 0,6 2 1 0,0 3 0 15,4 1 1-15,2 0 1 0,3 0 2 0,1 4 0 16,3-1 0-16,3 1 1 0,-1-1 0 0,1 2 0 16,3-1-1-16,0-1 1 0,0-2 2 0,2 1-3 15,0-2 0-15,-1-2 1 0,1-2 0 0,-2-2 0 16,0-3-4-16,0-2 2 0,-4-3 2 0,0-4-1 16,1-3 0-16,-3-4-2 0,1-6 1 0,-4-1 0 15,1-5 0-15,-2-3 0 0,0-3 1 0,-2-5 3 16,1-1 1-16,-1-2 0 0,1-3 0 0,-2-3-1 15,2 0 0-15,-2-1-4 0,-1-2 1 0,0 1 1 16,-3-1-1-16,-2 2 1 0,0 2 1 0,-3 2 0 16,0 3-1-16,-5 4 2 0,0 3 2 0,-3 4 1 15,-3 2 1-15,-2 5 2 0,-4 0 1 16,-3 5-2-16,-3 2-1 0,-4 2-3 0,-2 4-1 16,-1 1-1-16,-5 4-1 0,-3 2-2 0,0 2 0 15,0 2 0-15,0 2-2 0,2 0 1 0,5 3-2 16,1 0 1-16,2 1-4 0,7 2-7 0,-1-4-42 15,6 3-66-15,5-4-77 0,3 1-148 0,6-1-223 16,5-1-317-16,2-3-278 0,7-1-198 0,1-4 43 16,4-2 501-16</inkml:trace>
  <inkml:trace contextRef="#ctx0" brushRef="#br1" timeOffset="40064.28">8351 15029 313 0,'-2'-2'828'0,"-1"0"341"0,0 1 26 16,1-1-256-16,-3 2-351 0,4 0-233 0,-1 0-136 15,2 0-76-15,0 0-47 0,3 0-32 0,4 0-24 16,3 0-18-16,8 0-9 0,6 0 28 16,6 0 55-16,5 0 28 0,5 0 8 0,2 0-1 15,6 0-5-15,2 0-29 0,-1 0-43 0,2-1-24 16,-2-1-9-16,1-1-7 0,-1 0-3 16,-1-1-3-16,-1-3-2 0,-2 2-2 0,-1-3-1 15,-3 2-1-15,-5-1-1 0,-1-3-17 16,-3 3-52-16,-7-2-56 0,-3 0-116 0,-6 2-183 15,-4-3-302-15,-5 2-303 0,-4 0-239 0,-3 1-132 16,-3-3 345-16,-4 2 562 0</inkml:trace>
  <inkml:trace contextRef="#ctx0" brushRef="#br1" timeOffset="40377.98">9145 14805 31 0,'1'0'497'16,"2"1"398"-16,1-1 199 0,0 2-40 0,4-2-322 15,-2 1-267-15,4-1-171 0,0 0-81 16,2 0-42-16,3 0-22 0,2 0-40 0,0-1-26 16,4 1-23-16,-1-2-12 0,1 2-7 0,-1 2-6 15,2-2 41-15,-2 1 29 0,0 2 15 16,0 0 30-16,-2 0 17 0,-2 3 12 0,-3 0-33 16,-1 3-29-16,-4 0-17 0,-3 3-29 0,-2 0-20 15,-5 3-18-15,-1 2-9 0,-2 1-10 16,-3 0-5-16,-4 3-8 0,-1-2-1 0,-1 3-3 15,1-2-5-15,-2-1-3 0,3 1-29 0,0-2-54 16,1-3-59-16,4-1-66 0,3-1-113 16,2-2-161-16,2-2-202 0,3-2-237 0,5-1-218 15,3-1-129-15,0-2 205 0,4-2 437 16</inkml:trace>
  <inkml:trace contextRef="#ctx0" brushRef="#br1" timeOffset="40939.49">10198 14972 11 0,'9'7'423'16,"2"1"365"-16,-3 3 257 0,0 3 64 15,0-1-306-15,-2 3-238 0,-1 2-124 0,-2 4-43 16,2-1-37-16,-2 3-52 0,-3 2-49 0,-3 1-45 15,0 1-51-15,-4 0-53 0,-1 0-38 16,-6 0-23-16,-3 0-15 0,-4-1-14 0,-4-1-10 16,-2-4-4-16,-3-1-5 0,-3-4-2 0,-2-3 0 15,2-4-1-15,-2-4-1 0,3-5 0 16,4-4-2-16,1-3 0 0,4-7-1 0,5 1 0 16,2-5 1-16,5-1 0 0,6 1 1 0,4-5 0 15,4 1-1-15,5-1 2 0,6-3 1 16,5 1 2-16,3 1-1 0,8-1 2 0,2 3 0 15,4 3 1-15,4 3-3 0,2 1-1 16,1 3 1-16,2 6 0 0,0 0-3 0,1 4-1 16,-2 1-2-16,-2 0-22 0,0 0-39 15,-6-2-25-15,1-1-17 0,-7-3-9 0,-2 0-4 16,-4-4 24-16,-6-2 45 0,-3-7 27 0,-4 2 13 16,-4-5 13-16,-1-3 21 0,-3 1 35 0,-3 0 34 15,-4-1 22-15,-1 2 15 0,2 2 6 16,-4 0-13-16,2 2-22 0,-4 1-23 0,1 1-16 15,0 2-10-15,-3 2-12 0,0 0-8 16,0 0-7-16,-3 0-7 0,1 2-3 0,-4 1-2 16,-1 2-3-16,-2 0-2 0,-1 2-3 0,-1 3 1 15,-3 6-1-15,1 1-1 0,-1 6 3 16,2 4 1-16,0 3 2 0,3 7 0 0,3 2-3 16,2-1 1-16,2 5-4 0,5-2-3 15,2-3-2-15,5 1-1 0,2-3-3 0,2-5-14 16,5 1-42-16,1-4-72 0,1-5-94 0,4-4-176 15,2-1-294-15,3-5-333 0,1-3-313 16,-2-5-175-16,4-2 214 0,0-3 660 0</inkml:trace>
  <inkml:trace contextRef="#ctx0" brushRef="#br1" timeOffset="41844.41">10229 12352 28 0,'0'4'454'0,"-1"-2"342"16,-1-2 193-16,2 0-12 0,0-2-347 0,0-3-263 16,3-3-117-16,1-1-41 0,2-4-6 15,3-2 2-15,-1-4 2 0,5-4-26 0,1-2-47 16,0-5-22-16,5-1-19 0,0-3-20 0,3-4-17 16,2-2-6-16,0 0-9 0,-1 1-18 15,1-2-13-15,-2 1-8 0,0 2-1 0,-2 2-5 16,-2 2 2-16,-2 5-11 0,-3 2-29 0,-3 4-67 15,-3 2-166-15,-2 4-229 0,-4 3-287 0,-2 3-273 16,-4 2-207-16,-2 3 102 0,-3 2 513 16</inkml:trace>
  <inkml:trace contextRef="#ctx0" brushRef="#br1" timeOffset="42123.98">10411 11472 41 0,'7'-6'458'0,"-1"-1"328"0,0 5 182 16,-1-4-9-16,0 4-364 0,1-1-251 0,0 0-114 16,3 0-38-16,0 0-14 0,2 0 5 0,1 0 6 15,1 0-29-15,3 0-28 0,-2 1-25 16,0 2-15-16,2 2 10 0,1 1 5 0,-4 3 55 16,4 3 45-16,-4 4 13 0,-2 3 0 0,0 3-30 15,-3 4-25-15,-3 4-48 0,-2 3-48 16,0 2-27-16,-3 4-19 0,-1-1-7 0,-1 3-8 15,-1-1-1-15,0-2-4 0,-2-5-3 16,3-3-2-16,-1-2-8 0,1-7-45 0,-1-5-68 16,3-2-73-16,-1-7-145 0,2-4-221 0,2-5-323 15,2-7-280-15,2-2-201 0,2-3 6 16,0-6 494-16</inkml:trace>
  <inkml:trace contextRef="#ctx0" brushRef="#br1" timeOffset="42772.61">11320 11064 19 0,'-6'-9'495'16,"0"2"462"-16,-4 0 255 0,0 3-42 0,-2 1-327 16,-1 0-264-16,-2 3-172 0,-2 1-97 15,-3 2-62-15,0 3-31 0,-3 1-28 0,0 1-48 16,-3 1-36-16,-2 2-25 0,1 0-18 0,-3 2-18 15,3-1-21-15,3-2-10 0,1 0-6 16,2-2-4-16,4-1-3 0,-1-3 1 0,7 1-2 16,-1-5-3-16,2 0 0 0,4-5 0 0,2 1-1 15,1-3 1-15,3-2-1 0,3-3 2 16,2 0 0-16,2-2 1 0,1-3 1 0,4 0-1 16,3-1 2-16,2 1 2 0,2 0-2 15,3 0-3-15,2 3-1 0,2 2 0 0,1 2 1 16,-1 5 1-16,4 1 2 0,0 6-1 15,2 4-1-15,-2 6 3 0,1 3 2 0,-1 4-2 16,-1 7 2-16,-1 0 1 0,1 4 0 0,-1-1 0 16,-3 0-2-16,2 0 1 0,-2-3-1 0,-4-3 1 15,1-3 0-15,0-6-1 0,-2-1 0 16,0-6 1-16,-3-6 2 0,-1-2-3 0,1-6 2 16,-4-4-2-16,0-5 1 0,1-3 0 0,-4-2-1 15,0 0 0-15,-3-4-1 0,-2 4 2 16,-1-3 0-16,-2 0-1 0,0 1 8 0,-4 3 12 15,-1-1 9-15,-4 2 9 0,-1-2 6 16,-4 3 5-16,-1 3 0 0,-4 2-6 0,-1 0-9 16,-4 5-6-16,-3 2-7 0,2 4-6 15,-6 5-7-15,3 5-5 0,-4 4-2 0,3 3-4 16,-1 4-3-16,4 3-15 0,3 3-54 0,1-1-75 16,1 1-152-16,5 0-274 0,3 0-313 0,2-3-381 15,2 1-313-15,2-2-3 0,1 0 684 16</inkml:trace>
  <inkml:trace contextRef="#ctx0" brushRef="#br1" timeOffset="45349.93">2964 11489 407 0,'5'-2'946'0,"-1"0"308"0,-2 2-21 0,0-1-265 15,-1 1-303-15,2 0-198 0,-1 0-111 0,0 0-67 16,-1 1-55-16,-1-1-56 0,2 0-59 0,-2 0-48 16,0 0-33-16,1 0-20 0,-1 0-11 15,0 2-5-15,2-2-2 0,-2 0-5 0,0 0-1 16,0 2 0-16,0-2-8 0,0 1-46 0,0 2-63 15,0 0-66-15,-2-1-136 0,2 3-193 0,-1 0-314 16,-1 1-267-16,1 2-212 0,-1 2-54 0,-1 1 422 16,0-1 511-16</inkml:trace>
  <inkml:trace contextRef="#ctx0" brushRef="#br1" timeOffset="45601.8">2988 11873 166 0,'3'8'720'0,"0"-2"430"0,-1-2 92 16,-1 1-185-16,1-2-375 0,-2-1-264 0,0 3-149 16,0-4-83-16,3 0-47 0,-3-1-28 0,0 0-19 15,3 0-34-15,-3 0-29 0,0 1-18 0,0-1-9 16,0 0-3-16,0 3-8 0,0-3 0 15,0 0 2-15,2 2-24 0,-2 0-26 0,1 2-57 16,-1-1-113-16,-1 3-152 0,-1 2-268 0,-1 1-263 16,3 1-248-16,-1 0-90 0,-1 0 294 15,2 5 454-15</inkml:trace>
  <inkml:trace contextRef="#ctx0" brushRef="#br1" timeOffset="45839.82">3029 12284 204 0,'2'3'721'0,"-1"-1"409"0,-1 0 88 16,3-2-219-16,-3 0-337 0,-3 0-238 0,3 0-153 16,0 0-88-16,0 3-49 0,0-3-32 0,0 0-27 15,0 0-24-15,0 0-27 0,0 0-14 0,0 0-6 16,0 0-12-16,0 0-19 0,0 1-27 0,0-1-54 15,0 0-117-15,-1 2-153 0,-1-1-287 16,-1 3-262-16,3 0-242 0,-2 2-64 0,2 1 324 16,-3 1 445-16</inkml:trace>
  <inkml:trace contextRef="#ctx0" brushRef="#br1" timeOffset="46061.81">3019 12625 21 0,'0'3'454'0,"0"0"424"15,0 0 265-15,0 0-3 0,-1-1-356 0,1-1-270 16,0 0-187-16,-2-1-123 0,2 2-74 0,0-2-44 16,0 2-38-16,0-2-21 0,0 0-14 0,2 1-11 15,-2 0-36-15,0-1-83 0,0 2-126 0,0 1-153 16,-2 1-298-16,2-1-271 0,0 4-190 0,0 0 61 15,2 3 364-15</inkml:trace>
  <inkml:trace contextRef="#ctx0" brushRef="#br1" timeOffset="46272.4">3058 13020 8 0,'0'2'415'0,"0"3"384"16,0-2 293-16,-2 0 53 0,2 0-332 16,-2 0-257-16,1-3-174 0,-1 2-115 0,2-2-86 15,-3 0-64-15,3 0-45 0,0 0-29 0,-2 0-25 16,2 0-19-16,0 0-19 0,0 3-46 16,0-3-106-16,0 1-138 0,0 1-232 0,-3 1-280 15,3 0-257-15,0 2-127 0,0 1 220 0,2-1 423 16</inkml:trace>
  <inkml:trace contextRef="#ctx0" brushRef="#br1" timeOffset="46488.78">3073 13431 250 0,'0'10'564'0,"2"-1"246"0,-2 0 127 16,0-2-213-16,0-1-180 0,1 0-119 0,-1-1-93 15,0 1-60-15,0-1-51 0,0-2-58 0,0 0-61 16,0-1-48-16,0 0-26 0,0 0-19 16,0 1-37-16,0-2-75 0,-3 1-110 0,3 0-138 15,-2 0-270-15,1 1-266 0,1 0-178 0,0 2 38 16,-2 2 291-16,1-1 355 0</inkml:trace>
  <inkml:trace contextRef="#ctx0" brushRef="#br1" timeOffset="47021.06">3394 14212 90 0,'2'-1'603'0,"-2"-1"433"0,0 1 155 16,0-1-106-16,0 1-386 0,0-2-278 16,-2 1-185-16,1-1-97 0,-1-3-52 0,2 2-31 15,-3-6-25-15,3 2-14 0,0-3-9 0,0-1-9 16,0-1-36-16,-2-1-113 0,2-1-143 16,0 0-246-16,-3 0-280 0,3-1-258 0,0 2-127 15,-2-1 252-15,2 0 431 0</inkml:trace>
  <inkml:trace contextRef="#ctx0" brushRef="#br1" timeOffset="47229.79">3353 13561 189 0,'-2'-12'658'15,"-4"3"348"-15,0-1 89 0,1-1-204 0,-1 1-362 0,1-1-248 16,0 2-157-16,2-4-78 0,0 1-38 15,-2 0-4-15,4-3 0 0,1 1-4 0,-2 0-18 16,2 1-73-16,0 0-113 0,-1-1-167 0,1 1-280 16,-2 1-225-16,2-2-124 0,0 0 130 0,0 1 317 15</inkml:trace>
  <inkml:trace contextRef="#ctx0" brushRef="#br1" timeOffset="47402.81">3326 12973 175 0,'-3'-7'441'0,"1"2"200"0,-1 0 112 0,0 0-200 15,1 0-221-15,-2-1-175 0,1 0-97 0,1 0-56 16,2-1-28-16,-1-2-28 0,1-1-55 0,0-3-58 16,1-2-208-16,-1 0-173 0,2-1-77 15,-1-4 44-15,1-1 150 0</inkml:trace>
  <inkml:trace contextRef="#ctx0" brushRef="#br1" timeOffset="47593.76">3303 12250 28 0,'-2'-13'280'0,"-1"-1"164"0,1 0 110 0,-1 2-54 16,1 1-217-16,1-2-146 0,-1 0-94 0,2 1-45 15,0-2 0-15,0 2-26 0,0-1-60 16,0 1-179-16,0 0-161 0,0 0-56 0,0 1 27 16,0-2 111-16</inkml:trace>
  <inkml:trace contextRef="#ctx0" brushRef="#br1" timeOffset="47925.34">3519 11472 37 0,'2'-2'287'0,"1"1"187"0,-3 2 149 16,3-1-16-16,-2 3-122 0,-1 0-103 0,-1 2-102 15,-2-1-70-15,3 4-34 0,-2-1-66 0,1 2-52 16,1-1-45-16,-2 1-5 0,2 2-8 0,0-1 0 16,0-1-5-16,0 1-39 0,2 0-69 0,-2 0-89 15,1-1-159-15,-1 2-238 0,2 1-143 16,-2-2 20-16,0 2 164 0,4-2 215 0</inkml:trace>
  <inkml:trace contextRef="#ctx0" brushRef="#br1" timeOffset="48115.92">3630 12010 171 0,'1'20'470'15,"1"-4"242"-15,-4 0 161 0,2-1-145 0,0-3-203 16,-3-1-143-16,3 0-98 0,0-4-71 0,-2 1-55 15,2-2-54-15,0-1-70 0,0-3-84 0,0 3-110 16,0-2-120-16,0 2-230 0,0-1-251 16,0 2-159-16,0 0 27 0,0 1 232 0,2 5 287 15</inkml:trace>
  <inkml:trace contextRef="#ctx0" brushRef="#br1" timeOffset="48267.18">3685 12669 183 0,'1'24'392'16,"1"-2"163"-16,1-3 87 0,-1 3-198 0,-2-6-162 16,3 1-105-16,-3-4-60 0,2-1-37 15,-1-1-26-15,1-3-21 0,0-1-11 0,-1-3-13 16,1 0-31-16,1 0-50 0,-3-1-73 0,3 0-162 16,-2-2-210-16,-1 2-96 0,0 1 29 0,2 0 138 15,-2 0 175-15</inkml:trace>
  <inkml:trace contextRef="#ctx0" brushRef="#br1" timeOffset="48739.83">4131 14106 195 0,'2'-4'489'0,"-1"4"231"15,-1-4 121-15,0 4-217 0,0 0-219 0,0 0-154 16,0 0-107-16,0 1-55 0,0 2-36 15,2-3-20-15,-1 2-16 0,1 0-10 0,2 1-1 16,0-3-3-16,-1 1 21 0,0-1 5 0,0-1-50 16,-1-2-83-16,1-1-98 0,-1-3-248 15,-1 1-238-15,1-5-141 0,-2-1 57 0,0-4 217 16</inkml:trace>
  <inkml:trace contextRef="#ctx0" brushRef="#br1" timeOffset="48891.96">4243 13240 266 0,'-3'-19'545'15,"0"4"198"-15,-3 0 83 0,-1 0-265 0,1 1-243 16,-1-1-168-16,1 1-126 0,-3-3-123 0,4-2-183 16,-3-1-257-16,3-1-155 0,-2-2-43 15,2-4 130-15,2-1 223 0</inkml:trace>
  <inkml:trace contextRef="#ctx0" brushRef="#br1" timeOffset="49053.73">4194 12264 121 0,'-5'-17'345'0,"1"4"154"15,-3-1 109-15,1 2-161 0,1 3-206 0,1 0-148 0,-1-1-131 16,3 2-244-16,-3 0-177 0,4 0-72 15,-2-3 37-15,1 0 120 0</inkml:trace>
  <inkml:trace contextRef="#ctx0" brushRef="#br1" timeOffset="104346.76">10150 9488 330 0,'-3'13'628'0,"0"-2"279"0,1 1 158 0,1-5-244 16,-1 0-198-16,1-1-99 0,1-1-45 15,0-1-45-15,0-1-71 0,0-2-71 0,1 1-49 16,-1 0-48-16,3-2-47 0,-1-2-38 0,1 0-21 15,3 0-7-15,-3-3-8 0,4-2-6 0,-1-3-2 16,1-1-4-16,0-3-6 0,1-2-5 16,0-2-5-16,-1-5-5 0,2-2-8 0,-1 0-7 15,-2-2-5-15,2-4-5 0,1 0-1 16,-2-1 0-16,1 1-1 0,-2 0 1 16,2 1 0-16,-2 4 2 0,-2 3 1 0,0 3 1 15,-2 4 2-15,1 4 0 0,0 2 0 0,-3 3-2 16,2 2-2-16,-2 2-4 0,2 1-2 0,-2 4-2 15,0 1-2-15,0 4-1 0,0 4-2 16,0 3 0-16,0 3 1 0,0 3-2 0,0 2 1 16,0 4 0-16,0 1-3 0,0 3-1 0,0 1 0 15,0 2 0-15,2 2 0 0,-2-1 0 16,0-1 0-16,2 1 0 0,0-3 0 0,-1-4 0 16,2 0 0-16,-1-4 0 0,1-3 0 15,0-2 0-15,-1-4 0 0,1-1 0 0,2-3 0 16,-1-2-15-16,1-2-12 0,-2-2-17 0,1 1-26 15,-3-5-49-15,2-5-77 0,-3-1-126 0,2-2-220 16,-2-1-302-16,0-5-357 0,2 0-339 16,-2-5-109-16,0 1 497 0,1-1 710 15</inkml:trace>
  <inkml:trace contextRef="#ctx0" brushRef="#br1" timeOffset="104662.77">10452 9372 74 0,'9'15'526'15,"1"1"411"-15,-2 5 235 0,3 4-49 0,-1-2-355 16,-1 4-225-16,4-4-139 0,-2 1-98 0,0-5-48 16,1-1-34-16,1-4-35 0,1-5-39 0,-1-3-31 15,3-5-17-15,-2-6-30 0,-1-4-21 16,1-7-13-16,-3-6-13 0,1-7-7 0,-2-2-5 16,0-4 2-16,-3-5 5 0,0 4 7 15,-4-3 4-15,-3 3 5 0,-2 1 6 0,-2 4 1 16,-6 1-2-16,-1 3-4 0,0 1 2 0,-3 7 1 15,-1 2-3-15,0 4-3 0,-1 5-4 0,0 5-5 16,0 4-9-16,-1 5-5 0,4 5-6 16,-2 2-2-16,3 3-2 0,2 2-1 0,0 3 0 15,5 1-1-15,2 2-2 0,1 0-3 16,2-1-14-16,2 0-33 0,1 1-75 0,2-2-97 16,-2-1-179-16,2-2-294 0,1 0-333 15,0 0-354-15,2-1-188 0,-1 1 225 0,2-4 692 16</inkml:trace>
  <inkml:trace contextRef="#ctx0" brushRef="#br1" timeOffset="105413.93">10884 9512 338 0,'-2'-5'731'16,"2"2"328"-16,-3 0 100 0,2 1-289 0,-1-1-247 15,2 1-128-15,-2 1-88 0,2 2-81 16,0 1-67-16,0 1-47 0,0 3-27 0,0 1-44 16,2 5-31-16,-2 1-20 0,2 3-5 0,-1 5-5 15,1 4-15-15,-1 1-9 0,3 3-9 16,0 0-3-16,-1 3-6 0,2 0-4 0,0-3-6 16,0 0-6-16,1-3-6 0,0-4-7 15,0-1-3-15,-1-6 2 0,0-3 6 0,0-1 4 16,0-5 2-16,1-5 3 0,-3-4 2 0,0-4-4 15,-1-8-6-15,-1-3-5 0,-1-7-2 16,0-1-2-16,0-7-1 0,-3-3-2 0,1-3 0 16,-1 0-2-16,0-2-1 0,-3 3 2 15,3-2-2-15,-2 6 0 0,0 1 0 0,0 4 0 16,1 4 1-16,-1 2 0 0,2 5 3 0,1 4 1 16,-1 5 1-16,2-1 0 0,-1 4 0 0,0 5 0 15,2 1-3-15,0 3 0 0,0 1 0 16,0 6-1-16,0-2 0 0,2 4-1 0,0 3 0 15,-1 2 0-15,4 0-1 0,-2 3 2 16,3-1-1-16,-3 0 1 0,4 4 0 0,-1-4 0 16,1-3-2-16,0 1 0 0,1-4 1 0,2-2-1 15,-1-3 1-15,2-3 2 0,-1-5 1 16,1-3 0-16,-2-4 1 0,1-3 1 0,2-4-1 16,-4-4-2-16,2 0-1 0,-2-3 0 15,1 0-2-15,-4 1 1 0,1 2-1 0,-1 0 0 16,0 3 1-16,-1 2 0 0,1 1 1 0,-3 3-1 15,-1 4 1-15,1 1-1 0,0 4 1 0,-1 4 0 16,-1 2 0-16,2 3 0 0,-1 6-1 16,1 2 1-16,0 1-1 0,-1 2 0 15,2 3-1-15,-1-2-2 0,1 2 0 0,3-4-2 16,-3 1-1-16,2-2-9 0,-2-3-16 0,2-2-30 16,0-3-65-16,-2-2-73 0,0-3-123 0,-1-5-190 15,-1 3-301-15,1-6-324 0,-1 1-242 16,-1-3-124-16,2-2 359 0,-2-2 614 0</inkml:trace>
  <inkml:trace contextRef="#ctx0" brushRef="#br1" timeOffset="106032.26">11211 9522 363 0,'3'4'819'0,"-1"-2"305"0,0-2 44 0,-1-2-278 15,1 0-286-15,-1-4-168 0,5-4-79 16,-1 1-45-16,0-4-31 0,0-1-35 0,1-1-39 16,-1 1-51-16,2-3-37 0,-2 2-31 15,2 0-28-15,-1 1-13 0,-1 1-11 0,1 1-6 16,0 1-9-16,-1 2-6 0,0 2-3 0,-2 1 2 16,2 1 4-16,-2 2 9 0,3 2 10 15,-1 2 7-15,0 2 5 0,-2 2 1 0,4 3-4 16,-6 3-6-16,5 1-7 0,-1 2-5 15,-2 2-3-15,2 0-2 0,-2 2-4 0,0 1-2 16,2-4-2-16,-2 0-4 0,3-3-6 0,-3-2 4 16,2-1 3-16,0-3 1 0,0-3 1 0,-2-1 2 15,2-5 1-15,2-3-5 0,-2-2-4 16,0-3-3-16,0 0-1 0,1-4-2 0,0 0 0 16,2-2 0-16,-3 2-2 0,3 0 1 15,-3 2-1-15,3 0 0 0,-2 2-1 0,0 3 0 16,1 2 1-16,-2 1 0 0,2 4 0 0,-2 1 1 15,1 5 3-15,1 2-1 0,-1-1 2 0,0 5-1 16,2 1 1-16,-3 0-1 0,2 1-1 16,0 2 0-16,-1-1 0 0,1-2 0 15,-1 0-2-15,2-3 1 0,-2-2-1 0,1-1 2 16,-1-4 0-16,2-4 0 0,0-2 2 0,-2-4-1 16,2-5 0-16,0-1-1 0,1-1 0 0,-1-6-2 15,0 3-1-15,0 2 0 0,2-2 0 16,-4 4 0-16,2 1-1 0,0 2 1 0,1 4 0 15,-1 1 1-15,0 5 2 0,0 1 3 16,1 2 3-16,-1 4 2 0,1 2 0 0,1 1 2 16,-2 4-3-16,0-1-1 0,0 2-3 0,1 1-1 15,0 0-3-15,-1-2 0 0,0 0-2 16,2 0-2-16,-2-1-5 0,-1-3-15 0,0 0-22 16,-2-3-44-16,0-3-81 0,-3-2-150 15,-2-1-271-15,0-3-321 0,-2 0-395 0,0-3-396 16,-1 2-29-16,-2-2 729 0</inkml:trace>
  <inkml:trace contextRef="#ctx0" brushRef="#br0" timeOffset="166443.64">15036 10071 134 0,'0'3'380'0,"0"-1"186"16,0 0 136-16,0 0-128 0,2-1-121 0,-2-1-37 15,0 1-5-15,1 1 0 0,-1-2-19 0,2 2-48 16,-2-2-62-16,1 0-71 0,-1-2-61 15,0 2-42-15,0-2-26 0,0 1-2 0,3 1 10 16,-3-3 35-16,3 1 35 0,-1 0 34 0,1-1 8 16,-1-2-9-16,1-1-16 0,-2 2-38 15,3-3-31-15,-3 1-34 0,3-4-14 0,-3 1-8 16,2-2-11-16,2 1-1 0,-2 0-5 16,0-4-3-16,2 3-5 0,-2-2-5 0,2-2-3 15,0 1-2-15,1 0 1 0,-2-1 0 0,3 0 1 16,-1-2 0-16,-1-1-1 0,2 0-4 0,0-1-2 15,1-3-3-15,0 2-2 0,0-3 0 16,1-3-1-16,-1 3 0 0,0-3-1 16,2 0-1-16,-2 1 5 0,0 0 3 0,-2 2 4 15,2 2 0-15,-4 3 6 0,1 4 6 0,-2 1 3 16,-1 2 2-16,1 4 4 0,-1 1 0 0,0 1-2 16,-2 1-4-16,1 3-6 0,-1-1-7 15,0 1-5-15,2-1-5 0,-2 2-2 0,0 2-3 16,0-1-2-16,0 1-1 0,-2 1 0 15,2-1-1-15,0 3 1 0,0 0-1 0,0-1 1 16,0 2-1-16,0-1 1 0,0 1 0 0,0-1 0 16,0 2 1-16,0 0-1 0,2 0 1 15,-2 3-1-15,1-2 0 0,1 3 1 0,1 1 1 16,-2 3 0-16,2-1 0 0,-1 2 2 16,1 2 0-16,-1 0 0 0,1 3 1 0,-1 0 1 15,1 1 0-15,-1 3 2 0,1-1-1 0,-2 0 2 16,4 2-1-16,-2-1 0 0,-2 0-2 0,1 1 0 15,1-1-1-15,1 0-1 0,-3-1 0 16,1-1-2-16,-1-1 1 0,1-1 0 0,1-1-2 16,-3-2 0-16,2-2-1 0,-1-3 1 15,-1 2-1-15,2-5-1 0,-2-2 1 0,0-1 0 16,0-1-1-16,-2-2-1 0,2-2-1 0,0 1-6 16,-3-2-15-16,3 1-24 0,-5-4-47 15,1 1-85-15,-1-2-174 0,-2-1-274 0,1 1-331 16,3-2-410-16,-2 2-370 0,2-1 54 15,2 1 828-15</inkml:trace>
  <inkml:trace contextRef="#ctx0" brushRef="#br0" timeOffset="167907.87">15687 9913 98 0,'0'-1'350'0,"0"-1"197"0,0 1 170 15,0-2-80-15,2 3-97 0,-2-2-43 0,0 1-18 16,0-1-31-16,0 2-43 0,0-1-60 15,0 1-55-15,0 0-44 0,0 0-30 0,0 0 0 16,0 1 3-16,3-1 1 0,-3 2-23 0,1-1-31 16,-1 2-33-16,0 0-37 0,0 3-27 0,0 0-23 15,0 3-12-15,0 3-8 0,2 2-4 16,-1 1-4-16,1 1 2 0,1 3-1 0,1 4 2 16,-1 0 1-16,0 0 1 0,2 5 2 15,-2-1-5-15,5 3-3 0,-5 0-2 0,2-2-4 16,-1 2-4-16,0-3-3 0,0-3 0 0,1 0-1 15,0-4-3-15,-2-4 1 0,-2-2-1 16,1-4-1-16,1 0-1 0,-3-3 1 0,2-1 1 16,-1-4 0-16,-1 3 0 0,0-3 3 15,0 0 0-15,0-2 0 0,0-2 1 0,0 0 0 16,0-3-1-16,0 2 1 0,0-4-2 0,0-2 0 16,0 0 0-16,-1-1-1 0,-1-1 0 0,2-2-1 15,-1-2 1-15,-1 0 0 0,0-5-1 16,-1 1 0-16,2-4 0 0,-4-1 1 0,2-3-1 15,1-1-1-15,-1 2 0 0,0-2 1 16,0-1-1-16,0 1 0 0,-1 0 6 0,1 2 7 16,-2 2 4-16,1-1 5 0,-1 5 6 0,2 0 3 15,-2 4-5-15,2-1-3 0,-2 2 1 16,3 3-2-16,-1 1 0 0,-1 3 2 0,2 0 0 16,-1 4 0-16,3-1-4 0,-1 1-3 0,1 1-5 15,-2 2-4-15,2-1-4 0,0 0-1 16,0 2-1-16,0 0-2 0,0 2-2 0,2 0 0 15,-1 4 0-15,1 2-1 0,-1 3 1 0,4 1 2 16,-1 2 2-16,1 4 0 0,0 1 2 16,0 0 0-16,1 2-1 0,2-1 1 0,-2 1 0 15,2-2-2-15,0 1 1 0,0-2-1 0,0-3 0 16,-2 0-1-16,3-2 0 0,-2-1 0 16,-1-4 0-16,2 1-1 0,-1-3-1 0,-1-2 1 15,0-1 0-15,-1-1 0 0,1-1 1 16,-1-2 1-16,0-2 0 0,-2-1 2 0,3-4-2 15,-3-3 1-15,-1 0-1 0,1-2-1 0,-1 0-1 16,0-2 1-16,-2-1 0 0,0 3 0 16,0-5-1-16,0 3 0 0,-2 0 1 0,0 1 0 15,1 3 0-15,-1-2 0 0,2 5 2 0,-2 0-1 16,1 2 2-16,1 0-1 0,-2 3 1 16,2 0-2-16,0 2 0 0,0-1-1 0,0 1-1 15,0 1-2-15,0 0 0 0,2 1 0 0,-1 1 0 16,-1 2 1-16,2-1 0 0,1 3 2 0,-1-1 0 15,0 2 1-15,1 1 0 0,-2 0 0 16,3 3 1-16,-1 0 0 0,0 1-1 0,1 3 0 16,1-2 0-16,-2 2 0 0,2 1-1 15,0 0-1-15,-2 0-2 0,2-3-5 0,3-1-11 16,-4 1-19-16,1-4-25 0,0-5-51 0,-2 0-71 16,0-4-77-16,-1-4-119 0,1 0-163 15,0-5-217-15,-1-2-263 0,-1 1-200 0,-1-2-120 16,3-2 254-16,-1 3 475 0</inkml:trace>
  <inkml:trace contextRef="#ctx0" brushRef="#br0" timeOffset="168519.53">15991 9985 27 0,'2'0'420'0,"-1"0"342"0,-1 0 245 15,2-1 37-15,-2-1-284 0,0 1-229 0,1-2-157 16,-1 0-83-16,0-2-51 0,3 1-38 16,0-3-26-16,-1-1-2 0,1-1 16 0,0-1 12 15,2-1-9-15,0-1-21 0,-2-2-27 0,2 1-24 16,1 0-31-16,-3-1-29 0,4 0-18 16,-4 1-9-16,2 1-5 0,-2 1-12 0,0 5-6 15,1-3-1-15,-2 3 4 0,-1 3 1 16,1 0 6-16,1 3 7 0,1 3 6 0,-1 3-2 15,0 1-3-15,3 6-2 0,0 2-4 0,-1 1-5 16,2 2-5-16,-1 2-3 0,-1-1-2 0,2 1-1 16,-2-1-1-16,2-2-3 0,-1 0-2 15,-1-4 0-15,1-1-1 0,0-5-1 0,-1-1 1 16,0-3 0-16,0-3 2 0,0-3-1 16,2-4 2-16,-2-5-1 0,0-3 0 0,-1-3 1 15,1-2-2-15,2-1 0 0,0-1 0 0,-2 0-1 16,2 2 0-16,-3 2 0 0,1 3 0 0,0 0 0 15,-1 6 0-15,-1 1 0 0,-1 2 0 16,1 4 2-16,1 2 3 0,0 2 4 0,0 4 2 16,0 3 1-16,2 2 3 0,1 1 3 15,-1 1-4-15,-1 1 0 0,3-1-3 0,0 0-1 16,-2 0-4-16,0-4-2 0,2 0-2 0,0-3-2 16,-2-2 0-16,-1-2 0 0,3-4 0 15,-1-4 1-15,0-3 1 0,1-2 1 0,-1-2-1 16,-1-2 1-16,3 0-2 0,-4 2-1 15,0 1-1-15,0 3-2 0,0 1 1 0,-1 2-1 16,1 3 0-16,-1 3 2 0,1 3-1 0,0 3 1 16,2 3-8-16,-3 2-15 0,2 3-29 0,-3 0-66 15,1 2-83-15,-1 1-166 0,-1 2-284 16,1 1-320-16,0-1-359 0,0 5-244 0,0 1 82 16,3 1 705-16</inkml:trace>
  <inkml:trace contextRef="#ctx0" brushRef="#br0" timeOffset="170228.61">15059 10868 132 0,'5'-6'377'16,"0"0"205"-16,-2 1 195 0,-1 0-67 16,2 2-58-16,-2 0-53 0,-1 0-48 0,-1 2-14 15,2-1-11-15,-2 2-52 0,0 0-81 16,0 0-68-16,0 0-62 0,-2 2-62 0,1-1-63 15,-5-1-50-15,4 3-29 0,-2-1-15 0,-1 0-6 16,0 3-4-16,-2-1-4 0,1 2-3 0,-3 3-4 16,1-2-3-16,-2 3-3 0,0 2-3 15,-2 2-1-15,1 1-2 0,-3 4-3 0,0 4-3 16,-5 2-1-16,0 4-3 0,0 2 1 16,-3 5-1-16,-2 1-1 0,0 6 0 0,0 0 0 15,-1 1 0-15,2-1-1 0,3-2 2 0,2-3 0 16,-1-2 1-16,4-4 1 0,1-2-1 0,1-5-1 15,5-2 0-15,-1-3-1 0,1-4 0 16,3-3-1-16,1-2-1 0,0-2 0 16,1-1-1-16,3-3 0 0,-1-2 1 0,-1 2 1 15,-1-1-1-15,3-3 2 0,0 0 0 0,-1 1 0 16,1-1 0-16,0-1 0 0,0 0 0 0,0 2 1 16,0-2 0-16,0 0 0 0,0 0 0 15,0 0 0-15,0 0 1 0,0 0 0 0,0 0-1 16,0 0 0-16,0 0-1 0,0 0 0 15,0 0 0-15,0 1 0 0,0-1-1 0,0 0 0 16,0 0 0-16,0 0 1 0,0 0 0 0,0 0 0 16,0 0 0-16,0 2 1 0,0-2 0 15,0 0-1-15,0 0 1 0,1 0-1 0,-1 0-1 16,0 0 0-16,0 0 1 0,5 0 1 16,-5 0 0-16,1 1 2 0,1 1 5 0,-1 0 6 15,3-1 2-15,-1 2 1 0,0 0 2 0,2 0 4 16,1 1-4-16,2 2 0 0,0 2 2 0,3 1 1 15,3-1 5-15,4 3 1 0,2 1 2 16,2 2 2-16,5-1-1 0,0 2 1 0,6 0-3 16,2-1-4-16,0-1-3 0,1 0-4 15,2-2-4-15,0 1-3 0,1-2-4 0,0-4-1 16,-3-2-2-16,2-1-1 0,-2-3-1 0,-4-3 0 16,-1 3 0-16,-5-4-2 0,-1 0-2 15,-1-1 0-15,-5 3 0 0,-5-2-2 0,0 2-1 16,-4-2-4-16,-4 2-6 0,1 2-12 15,-6-2-18-15,-1 1-29 0,-1-2-69 0,-6 0-89 16,-3-2-177-16,-2 1-282 0,-2 1-336 0,-4-1-391 16,-1-4-246-16,-3 0 149 0,-1-3 767 15</inkml:trace>
  <inkml:trace contextRef="#ctx0" brushRef="#br0" timeOffset="170651.78">14958 11147 249 0,'-1'-7'867'0,"1"-1"364"15,0 2-4-15,0 1-166 0,3 0-448 16,2-1-230-16,1 2-80 0,8-2-30 0,0 1-17 16,5-1-19-16,4 1-33 0,4 2-46 15,4-2-46-15,4 2-26 0,4-1-19 0,-1 2-12 16,4-1-8-16,1 0-12 0,-1-1-7 15,-1 3-3-15,1-2-4 0,-2 0-1 0,0 0-2 16,-1 0 0-16,-4 0 0 0,-2-1-5 0,-1 1-4 16,-4 0-2-16,0-2-2 0,-1 3-1 0,-3-3 0 15,-2 2-3-15,-3-1 1 0,-1 1-2 16,-3 2 1-16,-2 1 5 0,-3 1 6 0,1 2 5 16,-5 4 5-16,1 2 3 0,-6 4 3 15,-1 3-1-15,-3 5-4 0,-2 4-2 0,-1 3-3 16,-1 0-2-16,-3 4-3 0,1 1-2 15,0 3-4-15,-2 1 0 0,1 3 0 0,1-1-1 16,-2 4-2-16,1 0 0 0,1 0-1 0,-2 0-3 16,1-1 0-16,1 2-2 0,-2-4 0 15,3-2-5-15,2-4-11 0,-3-2-20 0,-1-5-43 16,0-6-81-16,-1 0-116 0,-1-4-194 0,-5-3-300 16,0-3-349-16,0-1-348 0,-4-2-136 15,-4-3 345-15,1-1 692 0</inkml:trace>
  <inkml:trace contextRef="#ctx0" brushRef="#br0" timeOffset="171076.55">14701 11866 366 0,'-3'-4'838'0,"-1"0"324"0,1 0 24 0,0 3-294 16,1-1-283-16,1 2-158 0,-1 0-92 15,2 2-42-15,0 3-41 0,0 2-34 0,2 1-43 16,-1 6-53-16,3 0-41 0,0 5-35 15,1 4-18-15,0 2-7 0,2 4-7 0,2 4-6 16,-3 1-5-16,2 4-4 0,1 1-4 0,1 4-7 16,-1 1-1-16,2-1-2 0,0 0-3 15,1-5-2-15,0 1-4 0,-1-4 0 0,2-3-1 16,-2-4-1-16,0-6-1 0,0-2 0 16,-1-4-2-16,-1-5-7 0,0-4-19 0,-2-4-41 15,-1-6-63-15,-1-3-57 0,0-6-77 0,-2-3-126 16,1-5-157-16,-2-2-209 0,-1-3-220 15,-1-1-210-15,2-1-76 0,1-1 291 0,1-1 449 16</inkml:trace>
  <inkml:trace contextRef="#ctx0" brushRef="#br0" timeOffset="171285.21">14977 12203 330 0,'5'6'743'0,"1"4"296"0,-1 0 88 16,3 1-258-16,0 1-254 0,4 2-182 15,-2 1-81-15,4-1-42 0,-1 0-54 0,1-1-18 16,2-1-16-16,0 0-32 0,4-2-43 0,-1-2-32 15,2-3-20-15,3-1-34 0,-1-2-25 16,1-4-16-16,-2 1-8 0,2-5-5 0,-2-1-3 16,0 0-2-16,-3-2-4 0,0-1-2 15,-1-1-39-15,-3 1-66 0,-2-4-58 0,-1 3-92 16,-4-2-141-16,-1-2-192 0,-2 0-257 16,-2 0-217-16,1 0-193 0,-1-2 47 0,-1 0 383 15,0-1 425-15</inkml:trace>
  <inkml:trace contextRef="#ctx0" brushRef="#br0" timeOffset="171488.55">15543 11856 224 0,'7'-8'725'0,"-6"1"405"0,2 3 95 0,-1 1-226 16,1 3-247-16,0 0-161 0,-1 5-145 16,1 1-91-16,2 5-56 0,-4 1-53 0,2 1-62 15,-3 5-68-15,2 3-39 0,1 5-25 16,-3 0-17-16,0 3-12 0,0 4-9 0,0-1-5 15,0 4-4-15,-1-1-1 0,-1-1-2 0,0-2-2 16,1 2-1-16,-2-1-8 0,-2-5-23 0,0 1-55 16,-1-4-66-16,0 0-85 0,-2-5-158 15,-2-1-259-15,-1-1-308 0,1-2-265 0,0-2-192 16,-1-5 89-16,1-1 560 0</inkml:trace>
  <inkml:trace contextRef="#ctx0" brushRef="#br0" timeOffset="171908.34">15916 11301 180 0,'2'-7'534'0,"0"2"293"0,-1 0 172 15,-1 1-141-15,3 0-211 0,-1 1-142 0,0 3-72 16,2 2 8-16,1 1-14 0,1 3-50 15,-1 3-60-15,1-1-53 0,-1 7-59 0,-2 0-68 16,2 1-50-16,0 2-30 0,-2 4-14 16,-2 0-13-16,1 3-6 0,-2 3-7 0,0 1-4 15,0 2-3-15,-2 3-6 0,-1 2-1 0,2 0-4 16,-4 1 0-16,2 1-5 0,0-1-14 0,0-1-49 16,-1-1-68-16,0-5-79 0,-3-2-150 15,1-2-234-15,1-5-317 0,-3-2-278 0,0-3-193 16,0-2 25-16,-1-3 516 0</inkml:trace>
  <inkml:trace contextRef="#ctx0" brushRef="#br0" timeOffset="172244.57">15755 12169 509 0,'-3'14'1018'0,"0"-2"238"0,1-1-94 16,-1-3-320-16,3-3-361 0,-1-1-195 0,2 0-85 15,-1-8-43-15,3-3-24 0,-1-1-10 0,6-5-24 16,-4-9-32-16,4-1-30 0,1-6-20 15,1-3-9-15,1-6-9 0,1-1 5 0,3-3-5 16,-2 0-1-16,3-2 0 0,-2 1-23 0,0 0-33 16,-3 3-30-16,-1 1-30 0,-1 2-45 15,-2 1-62-15,-4 2-32 0,-2 2-12 0,-1 2 1 16,-1 4 17-16,-2 3 32 0,-1 6 67 0,1 2 64 16,-2 4 57-16,1 0 51 0,1 6 47 15,1-1 53-15,-1 1 46 0,1 2 26 0,2 0 0 16,-1 1-21-16,-1 0-30 0,2 2-41 15,0-2-39-15,0 1-26 0,0 1-22 0,0-2-8 16,2 2-4-16,-1 0-4 0,1 0-23 0,-2 0-93 16,0 0-148-16,0 0-283 0,0 0-263 0,0 0-246 15,0 0-125-15,0 0 239 0,-2-2 454 16</inkml:trace>
  <inkml:trace contextRef="#ctx0" brushRef="#br0" timeOffset="186679.13">5820 3867 23 0,'1'0'167'0,"-1"0"54"16,0 0 10-16,2 0-22 0,-2 0-53 0,1 0-42 15,-1 0-29-15,0 0-26 0,0 0-10 16,0 0-12-16,2 0-3 0,-2 0 1 0,0 0 3 15,0 0 0-15,0 0 5 0,0 0-1 16,0 0-1-16,0 0 2 0,0 0-2 0,0 0 0 16,0 0 0-16,0 0-2 0,0 0 0 0,2 0-7 15,-2 0-8-15,0 0-9 0,1 0-3 16,-1 0-6-16,0 0-2 0,0 1-4 0,0-1 4 16,2 0-4-16,-2 0 0 0,0 0-4 15,0 0 0-15,0 0 4 0,0 0 0 0,0 0-2 16,0 0 2-16,0 0 2 0,0 0 8 0,0 2 0 15,0-2 5-15,0 0 5 0,0 0 4 16,0 0 3-16,0 0-1 0,0 0-3 0,0 0-3 16,0 0-5-16,0 1-1 0,0-1 0 15,0 2 0-15,0-2 1 0,0 1 7 0,-2-1 1 16,2 0 3-16,0 2 1 0,0-2 4 0,0 0 4 16,0 2 2-16,0-2-2 0,0 0 0 15,0 1 1-15,-1-1-1 0,1 0-1 0,0 1-3 16,0-1 3-16,-2 2-4 0,2-2 3 15,0 2-7-15,-2-1-7 0,2-1-4 0,0 1-6 16,-1 1-1-16,-1-1 5 0,2-1 7 0,-3 2 5 16,3-1 3-16,0 0-1 0,0 1-1 15,-2-1-7-15,2 1-5 0,0 0-4 0,-1-1-5 16,-1 1-1-16,2 1-2 0,0-2 3 16,-2 1 8-16,2-1 9 0,-1 2 9 0,1-1 3 15,0-1 4-15,-2 0 2 0,2 1-12 0,0 0-3 16,-1 0-12-16,1 1-1 0,-3-2-1 15,3 0-4-15,0 0-2 0,0 2-3 0,0-1-2 16,0 0 2-16,0 0 12 0,0-1 12 16,0 0 9-16,0 1 7 0,-2 1 1 0,2-2 2 0,0-1-11 15,0 3-12-15,0-1-7 0,0 0-3 16,0-1-2-16,-1 2-5 0,1-1 0 16,0-1-1-16,-2 2-4 0,2-2 2 0,0 2-1 15,0-2 3-15,-1 2 1 0,1-1 0 16,0 1 1-16,0-1-22 0,0 1-15 0,0-2-8 15,0 2-5-15,-2-1 1 0,2 1 0 0,0-2 64 16,0 2 32-16,0-1 22 0,0 0 9 0,0 2 4 16,0-3 2-16,0 3-40 0,0-2-18 15,-2 0-12-15,2 1-4 0,0-2-5 0,0 2-1 16,0-1-24-16,0 1 7 0,-1-2 4 16,1 3 5-16,-2-3-21 0,2 2-10 0,0 0 39 15,0 0-20-15,0 0 10 0,-2-2-19 0,1 2 14 16,1 0 27-16,0 0-30 0,-2 0 8 15,2 0-17-15,0 0 10 0,-1 0 30 16,1-1-2-16,-2 0 23 0,2 0 13 0,0 0 10 16,-2 0 6-16,2 2-21 0,0-2-16 0,-1 1-8 15,1-1-8-15,0 0-7 0,-2 1-4 0,2 0-3 16,0-2-2-16,-1 2-2 0,1-1 1 16,-2 1-1-16,2 0 1 0,0-2 0 0,-3 3 0 15,3-2 2-15,0 1-2 0,-1 0 1 16,1-2-1-16,-2 2 3 0,2-1-2 0,0 1 3 15,-1-1 2-15,-1 1-1 0,2-2 2 0,0 2 1 16,-2 0 4-16,2 0 3 0,0 2 5 16,0-3 4-16,-1 2-1 0,-1-2 1 0,2 3-4 15,0-3-3-15,-2 1-3 0,2 0-6 0,-1 0 0 16,1 0 0-16,0 0 0 0,0 0-4 16,0 2-3-16,-2-3-3 0,2 1 0 0,0 1-2 15,0-1 0-15,0 2-5 0,0-2 6 16,0 0 0-16,0 0-2 0,0 0 2 0,0 0 1 15,0 0 3-15,0-1-1 0,0 0 1 0,0 1 1 16,0-1-2-16,0 2 13 0,0-4 10 16,0 4 10-16,0-1 7 0,0-2 9 0,-1 2-2 15,1-1-4-15,0 1-12 0,0 0-7 16,0 0-9-16,-2 0-5 0,2 0-3 0,0-2-5 16,0 2 2-16,0-1 1 0,0 0-3 0,-2 0-1 15,2-1-2-15,0 1 2 0,0 0-4 16,0-2 0-16,0 3 0 0,0-2 0 0,0 1 1 15,-1-1-1-15,1 2 1 0,0-2 1 16,0 1 0-16,0 1-1 0,-2-2-1 0,2 3 1 16,0-2 2-16,0 1-2 0,0-1-1 0,0-1 0 15,0 2 1-15,0-1-2 0,0 0-1 16,0-2 0-16,0 3 1 0,0 0 1 0,0-2 0 16,0 1 1-16,0-1 2 0,0 2-3 15,0-1 1-15,0 0-1 0,-1-1 0 0,1 2 0 16,0 0 0-16,-2 0 0 0,2-2 0 0,0 3 1 15,0-1 1-15,0 1-4 0,0-1-1 0,-3 0 0 16,3 0-2-16,0 1 2 0,0-1 0 16,0-2 3-16,0 3 3 0,0-2-2 15,-1 3 1-15,-1-1-2 0,2-2 0 0,0 0 0 16,0 1 0-16,0 0-1 0,-1 0 1 0,1 0 3 16,-2 2 0-16,2-4 1 0,0 2-4 0,-2 0 1 15,2 0 2-15,0-2-3 0,-1 2 0 16,-1 0 0-16,2 0 1 0,-2 0-1 0,2 0 0 15,-1 0-1-15,1-1-1 0,0 0 1 16,-2 2 0-16,2-2 1 0,0 2 0 0,-1-2 0 16,1 2-1-16,0-2-1 0,0 1 1 0,0-1-1 15,0 0 1-15,0 2-1 0,0-1 2 16,0 1 0-16,-2-2-2 0,2 3 1 0,0-2-1 16,-2 1 1-16,2-1 1 0,0 0 0 15,0 2 0-15,-1-1-2 0,1 1 0 0,-2-2 2 16,2 1-2-16,0 0-2 0,0 0 0 0,0 1 2 15,0-3 2-15,0 2-3 0,0-2 3 16,0 0 0-16,0-2 3 0,0 3-3 0,0 0-1 16,0-2-1-16,0 1 0 0,0 0 1 15,0 0-3-15,0 0 3 0,0 1 0 0,0-2 1 16,2 3 0-16,-2-3-3 0,0 2 2 0,0 1 1 16,0-1 0-16,0 2 1 0,0-2 0 15,0 1 10-15,0-1 12 0,0 0 5 0,0 1 8 16,0 0 3-16,0-2-1 0,0 3-6 15,0 1-10-15,-2-4-7 0,2 2-5 0,0 1-3 16,0-2-5-16,0 2 1 0,-1-3-1 0,1 2-1 16,-2 0 0-16,2-1-1 0,0-1 2 0,0 3-1 15,0-2 1-15,0 0-2 0,0 0-2 16,0 0 2-16,0 0 0 0,0 0-1 16,0 0 1-16,0 0 1 0,0 1 1 0,0-2-2 15,0 2 0-15,0-2 1 0,0 0 2 0,0 2-2 16,0-1-1-16,0 1 2 0,0 0 0 0,0 0 1 15,0 1-3-15,0-1 1 0,0 2 2 16,0-1 0-16,-3-1 0 0,3 1-1 16,0-1 0-16,0-1-2 0,0 0-2 0,0 1 1 15,0-1-2-15,0-1 3 0,0 2-2 0,0-2 0 16,0 0 2-16,0 2 0 0,0-1 0 0,0-1 0 16,0 1 3-16,0-2-1 0,0 3-1 15,0-2-1-15,0 2 0 0,0-2 0 0,0 1 1 16,-1 1-1-16,1 0 3 0,-2-1-3 0,2 1 0 15,0-1 1-15,0 1 0 0,-2 0 0 16,2-2-1-16,-1 3 0 0,1-1 1 0,0-2 2 16,-2 4-1-16,2-4-2 0,0 1 1 15,-1 0 1-15,1 0 1 0,-2 0-3 0,2 0-2 16,0 0 2-16,0 0 2 0,0 0-1 16,0 1-1-16,-2-1-3 0,2 0 0 0,-1 2 1 15,1-1-1-15,0-1 0 0,0 1 2 0,0 1 1 16,-2-2 0-16,2 1 0 0,0 0-1 15,0 0-1-15,-1-1 1 0,1 2 1 0,-2-2 1 16,2 0 1-16,0-1-2 0,0 0 3 16,0 0 1-16,0 1-2 0,0 0 0 0,0-1-2 15,0-1 2-15,0 2-4 0,0-2 0 0,2 2-4 16,-2-2 4-16,1 1 2 0,-1 1 0 16,0-1 1-16,0 1 0 0,0 0 3 0,0 0-1 15,0 1-3-15,0 0 1 0,-1 1-1 16,-1 0 0-16,2-1 0 0,0 1 0 0,-2-2 1 15,2 1-1-15,0 0 1 0,0-2 1 0,0 2-1 16,-1-2 1-16,1 2-4 0,0 0-2 16,0-1 3-16,-2 1 0 0,2-1-2 0,0 2-1 15,-1-1 4-15,1-1-1 0,-2 2 1 16,2-1 0-16,0 0-1 0,0 0 1 0,0 0 1 16,0 1 0-16,0-2-2 0,-2 0 1 0,2 0 0 15,0 0 1-15,0-2-1 0,0 3 0 16,0-3-1-16,0 2-3 0,0 0 3 0,0 0-1 15,0 0-1-15,0 1 1 0,0 2 4 0,0-1-1 16,0 0-1-16,0 1 1 0,0 0 0 16,0-1-1-16,-2 1 1 0,2-1 3 0,-2-1-3 15,2 1 1-15,0-2-2 0,0 0 2 16,0 0-2-16,0 0-2 0,0 0 0 0,0-2-2 16,0 2 2-16,0 0 0 0,0 0-2 0,0 2 2 15,0-1 3-15,0 2-1 0,0-2 2 16,0 2-2-16,-2-1 0 0,2 1 0 0,0-1 0 15,-1 1-1-15,1-2-1 0,0 1-2 16,0 1 1-16,-2-2 1 0,2 2-3 0,0-1 1 16,0-1 0-16,-1 2 1 0,1-1 0 0,-2-1-2 15,2 0 1-15,0 1 0 0,0 1-1 16,0-4 2-16,0 4-1 0,-2 0 4 0,2-1 0 16,0-1 0-16,0 0-2 0,0 2 1 15,0-1 1-15,0 1-1 0,0-2 1 0,0 2 0 16,0-2 4-16,0 2 0 0,0 0-1 15,0-1 0-15,0 1 0 0,0-1 1 0,0 1-3 16,0 0-1-16,-1-2 3 0,-1 1 3 0,2-1-5 16,0 1 2-16,-1 1 0 0,1-2 0 0,-2 2-2 15,2-1-1-15,0 1 0 0,0-2 0 16,-2 1 1-16,2 1 1 0,0-1 1 0,0-1-2 16,0 0-1-16,0 0 1 0,0 0 1 0,0-1-3 15,0-1 0-15,0 2 2 0,0-1 1 16,0-2-2-16,0 2-1 0,0-1 4 0,0 1-1 15,0-2-2-15,0 2 0 0,0 0 1 16,0 0 0-16,0 0 2 0,0 0-2 0,0 0-1 16,0 3 2-16,-1-4-2 0,1 1 2 0,-2 0-2 15,2 0 4-15,0 0-1 0,0 0-2 16,0 0-2-16,0 0 1 0,-2 0-1 0,2 0-2 16,0-2 0-16,0 3 1 0,0 0 3 15,0 0-1-15,0 1 1 0,0-1 0 0,0 2-1 16,0-1 3-16,0-1-1 0,-1 0-1 0,1 1 0 15,0 1-1-15,-2-1 3 0,2 1-2 16,0-2 0-16,-1 2-1 0,-2-1-1 0,3 1 2 16,0-2 0-16,-2 1-1 0,1-1-3 15,1-1 2-15,0 0-1 0,0 2-2 0,0-3-1 16,0 2 3-16,0-3-2 0,1 2 3 0,-1 0 1 16,2-1 1-16,-2 4 2 0,0-3-2 15,0 1 1-15,0 1-1 0,0-2 2 0,0 1 0 16,0 1-2-16,0-1 4 0,-2 1-3 15,2 1-2-15,0-2 1 0,0 1-1 0,0-1 0 16,0 2-1-16,0-2 1 0,0 1 0 0,0 0 0 16,0-1-1-16,0 2-1 0,0-1-1 15,0 0 3-15,2-1-1 0,-2 0 0 0,0-1 1 16,0 2 0-16,0-1 0 0,0 1 0 16,0-1 0-16,3 0 0 0,-3 2 0 0,1-1-1 15,-1 1-3-15,0 2 4 0,0-3-2 0,0 3 1 16,2 0 1-16,-2-3-1 0,0 3-1 15,1-2-1-15,-1 2 2 0,0-1 2 0,0-1-1 16,0 2 0-16,0-2 1 0,0-1-3 16,0 1 2-16,0-2-1 0,0 2 1 0,0-3 0 15,0 1 1-15,0 1 0 0,0-2 2 0,0 0-3 16,0 1-3-16,0-1 1 0,0 1 2 16,-1 1 0-16,1 0 0 0,0-1 0 0,0-1-1 15,-2 2 0-15,2-1-4 0,0 0 3 16,0 2-3-16,0-2 0 0,-1-1 4 0,1 1-1 15,0 0-1-15,0 1 1 0,0 0 1 0,0-1-1 16,0 0-1-16,0 1 3 0,0 0 0 16,0-1 0-16,0 0-2 0,0 1 1 0,0 0 1 15,0-2-1-15,0 2-2 0,0-3 2 16,0 2 1-16,0 0 0 0,0-1-1 0,0 0-1 16,0 1-1-16,0-1 2 0,1 2 0 0,-1-2-3 15,0 0 1-15,0 1 0 0,0-1 0 16,2 0 1-16,-2-2 2 0,0 3 0 0,0-3 1 15,0 0 1-15,1 3 0 0,-1-3-6 16,0 0 4-16,0 4 0 0,0-5 1 0,0 5 0 16,0-2 0-16,0-1 6 0,0 3-3 0,0 0-1 15,0 0 0-15,0-1-1 0,0 0 3 0,-1 1-1 16,1-1 0-16,0 1 1 0,-2-1 0 16,2 1 0-16,0-3-1 0,-1 2-3 0,1-2 3 15,-3 2-2-15,3-2-2 0,0 3 0 16,0-3-2-16,-2 1 2 0,2 0 0 0,0-1 0 15,-1 1 2-15,1-1-1 0,0 2 0 0,0-2 0 16,0 2-1-16,0-2-1 0,0 1 0 16,0 2 0-16,0-1 1 0,0-1 1 0,0 2 1 15,0-1 3-15,0 1-2 0,-2-1 3 16,2 0-3-16,0 0 5 0,0-2 4 0,0 3 2 16,0-3 3-16,0 1-2 0,0-2-1 0,0 2-2 15,0-2-7-15,0 2 0 0,0 1-1 16,-1-1 4-16,-1 0 9 0,2 1 6 0,0 1 6 15,-2-1 2-15,2 1 2 0,-1-1-4 0,-1 1-6 16,2-1-7-16,-1 2 2 0,-1-2-4 16,2 1-2-16,-2-2-2 0,2 2 1 0,0-2-3 15,-1 0-7-15,1-1 1 0,-2 1 1 16,2-1-2-16,0 2-1 0,0-3-1 0,0 0 2 16,0 3-4-16,0-3-1 0,0 0 3 0,0 1 0 15,0-1 0-15,0 2-1 0,0-1 2 16,0-1 2-16,0 1-1 0,0-1 1 0,0 1 5 15,0 1-3-15,0 0 0 0,0 0 0 16,-2-2-1-16,2 2-3 0,-1-1-4 0,1 0 4 16,0 0 2-16,0 2-2 0,0-2 3 0,0 1 2 15,0 0-1-15,-2 0-5 0,2-1 1 16,0 1 1-16,-4 1 2 0,4 0 1 0,-2 0 5 16,2 0 7-16,-1 0-1 0,-1 0-2 15,2 0-2-15,-1 1 2 0,1-2-5 0,-2 0-1 16,2 1-3-16,0-1-2 0,-2 2 0 0,2-3-2 15,0 3-3-15,-1 0 2 0,1 2 0 16,-2-5 0-16,1 4 4 0,-1-1 2 0,2 1 3 16,-2-2-1-16,1 2 1 0,-1-2 3 15,2 1-2-15,0-1 0 0,-2 1-3 0,1-1-2 16,1 1-4-16,0-3 0 0,-2 3-2 0,2-2 1 16,0 0-1-16,-1 0 4 0,1 0 1 15,-3 2 0-15,3-2-2 0,0-1-1 0,-2 1 0 16,2-1 1-16,0 2 1 0,-1-3-6 15,1 2 6-15,-2-1-3 0,2-1 1 0,0 2-1 16,0-2-1-16,0 2 4 0,0-1-2 0,-1 1 1 16,1 0-2-16,-2 1 1 0,2 1 1 0,-2-3 1 15,2 2-2-15,-1-2 5 0,-1 2 5 16,2-2 1-16,0 2 2 0,-2-2-3 16,1 3 5-16,1-5-10 0,0 2-1 0,-2 1-3 15,2-1-1-15,0 0 0 0,0-1-3 0,0 2 4 16,0-3-1-16,0 2-3 0,0 2 0 0,-1-3 0 15,-1 0 4-15,2 1-1 0,0 0 0 16,0-1 2-16,0 2-2 0,-2-2 0 16,2 1 0-16,-1-1 0 0,1 2-2 0,0-3 4 15,0 2-2-15,0-1 2 0,0 1-1 0,0-1 2 16,0 1 0-16,-2-1-1 0,2 1 4 0,0 1-3 16,0-2-3-16,-1 2-1 0,1 0 3 15,-2 0 6-15,2 0 7 0,0 2 7 0,-3-3 6 16,3 3-1-16,0-3 3 0,-1 3-3 15,1-2-8-15,-2 0-6 0,2 1 1 0,0-1-3 16,-1-2-7-16,-1 3-1 0,2-3 1 0,0 2 1 16,0-2-4-16,-2 1 2 0,2-1-1 15,0 1 27-15,0-1 21 0,0-1 19 0,0 2 9 16,0-1 1-16,0 1 5 0,0-1-27 16,-1 1-20-16,-1-1-17 0,2 2-11 0,0-1-2 15,-2 0-2-15,1 3-4 0,1-2-2 0,-2 1-1 16,1 1 3-16,-1 1-2 0,0-2 1 15,1 1 2-15,-1 1 3 0,1-1 19 0,-1 0 9 16,-1-1 14-16,3-1 4 0,-3 0 3 0,3-2 1 16,0 2-14-16,0-1-14 0,-2-1-11 15,1 1-7-15,1-2-4 0,0 1-3 0,-2-1 0 16,2 2 2-16,0-2 5 0,0 0 2 0,0 0 4 16,-1 0 6-16,1 0 1 0,0 0 1 0,0 0 1 15,0 0 0-15,-2 0-3 0,2 0-3 16,-2 0-4-16,1 0-4 0,1 0-4 0,-2 0-2 15,2 1-1-15,-1-1 1 0,-1 2-1 16,0-2 2-16,2 0-1 0,-1 1 0 0,-1-1-2 16,2 1-1-16,-3 1-1 0,1 0 1 0,2-1-1 15,-4 0 1-15,2 3 0 0,1-2-1 16,-1 0 1-16,-1 1-2 0,1-2 1 0,1 4 0 16,-1-5 0-16,2 2 1 0,-3 0-1 0,3-2 1 15,-2 3 0-15,2-2-1 0,-1-1 2 16,-1 1 0-16,2-1-1 0,0 1 1 0,-2-1-1 15,2 0 0-15,-1 3 0 0,1-3 0 16,0 0-1-16,-2 0 2 0,2 0 0 0,0 2 0 16,-2-2-1-16,2 0-1 0,-2 2 2 0,2-2-1 15,-2 2 0-15,1-1 0 0,-1 0 0 16,2 1-1-16,-3 0-1 0,3-1 0 0,0 2-1 16,-2-2 0-16,1-1 3 0,-1 3-1 0,2-3 2 15,0 2-1-15,-1-1-1 0,1 1 0 16,-2-1 0-16,2-1 0 0,0 2-3 0,-2 1 0 15,2-2 2-15,-1 1 0 0,-1 1 1 16,2-2 0-16,-2 2 0 0,1-1 1 0,-1 0-1 16,2 0 0-16,-1 1 0 0,1-2 1 0,-3 3-1 15,3-3 0-15,0 0 1 0,-2 1 0 16,1 1 1-16,1-3-2 0,0 2 0 0,-2-2 1 16,2 0 0-16,0 0 1 0,0 2-1 0,-1-2 1 15,-1 3 0-15,2-2-1 0,0-1 0 16,-2 1 0-16,1 0 1 0,-1 2 0 0,2-3 0 15,-3 2 1-15,1 0 1 0,1 1-1 16,-1 0-1-16,-1 1 0 0,-3 2 0 0,1 2-2 16,2 1 0-16,-2-2 0 0,0 1 2 0,0 2-2 15,1-2 0-15,-1 1 0 0,-1 0-1 16,1 0-1-16,0 0-1 0,0 1-1 0,1-1-6 16,-2 0-27-16,1-2-59 0,-3 2-63 0,1-1-109 15,1-3-180-15,-5-2-305 0,3-2-310 16,0-4-250-16,-1-3-155 0,1-5 302 0,0-6 598 15</inkml:trace>
  <inkml:trace contextRef="#ctx0" brushRef="#br0" timeOffset="191392.17">5889 3978 166 0,'2'4'243'0,"-2"1"41"0,0 0-40 0,1 1-89 16,1-1-64-16,0 1-20 0,-1-1-17 0,-1 1-9 16,3 0-7-16,-1 0-2 0,-1 0 2 15,-1-1 5-15,3 2 7 0,-3-1 2 0,2-2 3 16,-2 2 5-16,3-1-1 0,-3 1-2 0,2-1-4 16,-2 1 2-16,0-2 2 0,1 0-6 15,1 3-2-15,-2-3 0 0,0 2-4 0,0-1 0 16,0 2-4-16,0-1-6 0,0 0-7 15,0-1-5-15,0 4-8 0,0-3-5 0,0 2 4 16,0-2 5-16,0 2 8 0,0-1 14 0,0 0 1 16,0 1 6-16,0 0 1 0,0-2 1 15,0 0 1-15,-2 0-6 0,1-1 0 0,1 2 3 16,0 0 0-16,-2 0 0 0,2-1 0 16,-3-1-3-16,3 2-3 0,-2 0-6 0,2 0-9 15,0-1-8-15,-1 1-3 0,1 2-5 16,0-2-2-16,0 0-7 0,0 1 1 0,0 1-1 15,1-2 1-15,-1 1-1 0,0-1 0 0,0 0 2 16,0-1-1-16,0 3 1 0,0-5-1 0,0 5 3 16,0-3-3-16,0 0 4 0,2 0 4 15,-2-1-1-15,0 0 25 0,0 1 12 16,0-1 10-16,0 1 2 0,0-2-3 0,2 0-1 0,-1 1-25 16,-1 1-13-16,0-1-7 0,0-1-8 15,0 1-1-15,2 0 1 0,-2-1 1 0,0 2-1 16,0-2-2-16,0 2 2 0,0-1 4 15,1-1 14-15,-1 2 15 0,2-2 9 0,-2 2 4 16,0-1 5-16,0 1-2 0,0-1-15 16,2-1-14-16,-2 1-9 0,1 0-4 0,1-3-8 15,-2 3-1-15,1-1 0 0,1 0 0 0,0 1-3 16,-1 0 2-16,-1-2 2 0,3 1 1 16,-1 1-1-16,-1-3 4 0,-1 3 0 0,2 0-2 15,-1 0 3-15,-1-1-1 0,0-1 3 16,0 1-5-16,0 1 3 0,0 0-3 0,0-1-2 15,0 2 1-15,0-2 0 0,0 1-1 0,0-1 1 16,0 1-1-16,2-1 1 0,-2 2-2 16,0-1 0-16,0 0 0 0,0 1 0 0,2-2 1 15,-2 2 2-15,1-1 2 0,-1 1-4 16,0-2 1-16,0 2 0 0,0-2-2 0,0 1 1 16,0 1 4-16,0-3-4 0,0 1 1 0,0 1 1 15,2-3 0-15,-2 4-22 0,0-1-14 0,1 1-8 16,-1-4 0-16,2 5-1 0,-2-1-4 15,0 0 23-15,2 0 10 0,-2-1 7 0,1 1 1 16,-1-2 2-16,0 1 1 0,2 0 1 16,-2 0 1-16,0 0 1 0,2 0 1 0,-2-2-2 15,1 2 2-15,-1 0-1 0,0 1 1 0,0-3-1 16,0 2 1-16,0-1 0 0,0-1-2 16,0 1 1-16,0-1-2 0,0 0 2 0,2 2-1 15,-2-2 0-15,1 1 5 0,-1 0-3 16,0 1-2-16,0 1-5 0,0-1 5 0,0 2 1 15,0-5 3-15,0 5 9 0,0-2 9 0,0 0 10 16,0-1 3-16,0 0-1 0,0 1-3 16,0-1-6-16,0-1-5 0,0 2-7 0,0-2-7 15,0 1-2-15,0 1 3 0,0-3-3 16,0 4-4-16,-1-1 3 0,1 1-3 0,-2-4 2 16,2 5 1-16,0-2-3 0,0 1 1 0,0-1-1 15,0 0 3-15,0 1 2 0,0 0-2 16,0 0 20-16,0 0-12 0,0-2 14 0,0 2 7 15,0-1 4-15,0 1 1 0,0-1-18 16,0-1 10-16,0 1-10 0,0 0-8 0,0-1-7 16,0 2 0-16,0-2-1 0,0 4 0 0,0-2-1 15,0-2-2-15,0 2 0 0,0 0 0 16,0 0 1-16,2 0 0 0,-1 0 1 0,-1 1 14 16,0-1 10-16,3 0 4 0,-3-2 4 0,0 1 1 15,0 0 3-15,0 1-10 0,0-1-13 0,0-1-6 16,0 0-2-16,0 1-3 0,0-1 1 15,0-2-3-15,0 1 1 0,0 0 0 16,0-1-3-16,0 4 1 0,0-3-2 0,0-1-1 16,0 0 2-16,0 0-1 0,0 1 0 0,0 0-3 15,0 0 2-15,0 0-2 0,0-2 0 16,0 2 1-16,0 2 3 0,0-1 3 0,0 2 2 16,0 0 1-16,0-2 2 0,-3 1-4 0,3 0-1 15,0-1-3-15,-1-1-3 0,-1 2-1 16,2-2 3-16,0 0-3 0,0-1 1 0,0 0 2 15,0 2-2-15,0-3 3 0,0 0-3 16,0 1 2-16,0 0 1 0,0-1 0 0,0 0 0 16,0 1-2-16,0-2 1 0,0 1 2 0,0 1-1 15,0-1 0-15,0 0 2 0,0 1 0 16,0 1 1-16,0-1-3 0,0 1 2 0,0 1 0 16,0-1 2-16,0 3 7 0,0 1 21 0,-1-1 15 15,1 1 15-15,-2 2 8 0,0-3 6 16,2 2-4-16,-1-3-17 0,1 1-13 0,-2 0-17 15,2 0-9-15,-2-2-6 0,1 2-5 16,1 0-3-16,0-1-1 0,-2 1 3 0,2-1-1 16,0 1 8-16,-1-2 4 0,-1 2 5 0,2 0 1 15,-2-1 4-15,2 1-2 0,-1 0-5 16,-1 0-3-16,2 0-6 0,-1 1 0 0,-1 0 0 16,-1 0 3-16,3 2 3 0,-1-1 3 15,-1-1-1-15,2-1-1 0,-2 1-1 0,2-1-4 16,-1 0-5-16,1 0 0 0,0 0-5 0,-2 0 1 15,2 0 1-15,0 0 1 0,-1 1-2 16,1-1 1-16,-2-2 1 0,2 2-3 0,0-1 0 16,-2 2 0-16,1-1 1 0,1-1 2 15,-2 0-4-15,2 1 1 0,0-1 2 0,0 2-2 16,-1-5-1-16,-1 4 1 0,2 0 2 0,0-1 0 16,0-1-3-16,0 0 0 0,0 1 2 15,0-1-2-15,0 1 0 0,0-1-1 0,0 1 0 16,0 1 1-16,0-2 0 0,0 2 1 15,0 0 1-15,0-1 0 0,0 1 0 0,0-1 2 16,0 1-2-16,0-2-1 0,0 0-1 0,0 1 1 16,0-3-1-16,0 2 1 0,0-1-2 15,0 0-2-15,0 0 1 0,0-2 0 0,0 2 1 16,2 0-2-16,-2 0 2 0,1-2 1 16,-1 3-1-16,0-2 0 0,0 2 1 0,2-2 1 15,-2 3 0-15,0 0 0 0,0 1 10 0,0 0 3 16,0 2 6-16,0-3-1 0,0 1 0 15,0 0 2-15,0 0-7 0,0-2-6 0,0 1-2 16,0 1-1-16,0-1 0 0,0-3-2 16,0 3-2-16,0-3-1 0,0 4 2 0,0-3-3 15,0-1-2-15,1 2 3 0,-1-1 1 0,2-2 0 16,-2 3 0-16,0-2 2 0,0 0 0 16,0 1-2-16,0-2-1 0,2 2-1 0,-2-1-1 15,1-1-1-15,-1 1 2 0,0 1-1 16,0-2 2-16,0 1 1 0,0-1-1 0,0 1 0 15,0-1 2-15,0 0 1 0,0 1-2 0,0 0-1 16,0-1 2-16,0 0-5 0,0 1 0 0,0 0 2 16,0-1 1-16,0 2 1 0,0 0-1 15,2 0 4-15,-2 0-4 0,0 3 0 16,0 1-2-16,0-1 2 0,0 0 0 0,-2-1 1 16,2 1-1-16,0 0 1 0,-1 0-1 0,1-2-4 15,-2 1 2-15,2 0 0 0,0-1-2 0,0-1-1 16,0 3 2-16,0-4-1 0,0 1 1 15,0 0 1-15,0-2 1 0,0 0 0 0,0 2-1 16,0-1 0-16,0 0 4 0,0 0 3 16,0-1-4-16,0 0-1 0,0 1 2 0,0 1-2 15,0-2-4-15,0 2-2 0,0-1 1 0,0 2 2 16,0 1 2-16,-2-1 1 0,1 2 6 16,1 1 1-16,0-1 1 0,-2 0 2 0,2 1-1 15,-3-1 0-15,3-1-5 0,0 1-2 16,-2-2-2-16,2-1-3 0,0 0-2 0,0 0 2 15,0-2-3-15,0 2 3 0,-1 0 2 0,1-1 2 16,0 1 1-16,0 0-2 0,0-2 3 16,0 2 3-16,0-2-4 0,0 3 2 0,0-2-3 15,0 3 2-15,0 0-3 0,-2-1 1 16,2 1-1-16,0 3-1 0,-1-3 1 0,1 1 0 16,-2 0 1-16,2 0 0 0,0-1-1 0,0-1 0 15,0-1 0-15,0 0 2 0,0 1-1 0,0-2-1 16,0 1 0-16,0-2 0 0,0 3 3 15,0-2-7-15,0 0 1 0,0 0 1 0,0-1 2 16,0 2 1-16,2 0-3 0,-2-1 1 0,1 1 1 16,-1 0 2-16,2-1 1 0,-1 3-1 15,-1-1-1-15,0 0 1 0,0-1-1 0,2 1-1 16,-2-1-3-16,0 0 1 0,0 0 3 16,0-1 2-16,0 1-1 0,2 0-2 0,-2-2 0 15,0 2 1-15,0-2-1 0,0 3 2 16,0-2-2-16,1 0 1 0,-1 1 0 0,0-2-1 15,0 1-1-15,0 0-2 0,0 0-2 0,0 0 4 16,0 1 0-16,0 2 3 0,0-2 0 16,0-1-1-16,0 1 1 0,0 1 1 0,0-1 1 15,0 0-4-15,0 0 0 0,0 0 0 16,0 0-2-16,0-2 0 0,0 2-1 0,0-1-2 16,0-1 5-16,0 1 0 0,0 1 4 0,0-3-4 15,0 1 1-15,0 1 1 0,0-1-4 16,0 1 1-16,0-1 0 0,0 0-2 0,0 1 0 15,0 0 0-15,0-1 2 0,0 0 1 0,0 3 0 16,0-3-1-16,0 0 1 0,0 3 0 16,0-2 1-16,0 3 1 0,0 0-2 0,0-1 4 15,0 0 5-15,0 2 1 0,0-2 2 16,-1-1 2-16,-1 1 2 0,2-1-4 0,0 0-3 16,0 0-2-16,0-1-5 0,0-1-1 0,0 1-2 15,0 1 1-15,0-2 0 0,0 1 3 16,0-1-3-16,0 2 0 0,0-1 1 0,0-1 1 15,0 0 0-15,0 1-5 0,0 0 5 16,0 0-3-16,0 0 3 0,0 0-2 0,0-1-2 16,0 2 3-16,0 0-2 0,0-3 1 0,0 2-3 15,2-2 1-15,-1 5 2 0,-1-3 1 16,0 2 2-16,0 0-2 0,2 2 0 0,-2-2-1 16,0 2 4-16,-2 0 0 0,2-1 1 15,0-1 4-15,0 0-1 0,0 1 1 0,0-2-4 16,0 0-3-16,0-2 0 0,-1 3-2 0,1-3 4 15,0 0-5-15,0 1 3 0,0 1-1 16,0-1 0-16,0-2-1 0,0 3-2 0,0 0 4 16,0-3-1-16,0 2-1 0,0 1-1 15,0-3 0-15,0 2 0 0,0 0 1 0,0 0 1 16,0-1 1-16,0 2-1 0,1-1-2 0,-1 0 2 16,0 0-1-16,0-2-4 0,0 1 3 0,2-1 1 15,-2 2 2-15,0-1 0 0,1 1-2 16,1-1 4-16,-2 2-4 0,0-1-3 0,0-1-1 15,0 1 0-15,0-1 1 0,2 1-2 16,-2 1 0-16,1-2 4 0,-1 2 2 0,0 0 2 16,0 2 0-16,0-3 1 0,0 2-2 0,2-2 2 15,-2 3-4-15,0-3 0 0,0 1 1 16,0-1-1-16,0 0 2 0,0-1 0 0,1 2 1 16,-1-1-3-16,0 0-3 0,0 0 0 15,0-1 0-15,0 0 0 0,0 1 0 0,0 0 0 16,0-1 4-16,0 0 1 0,2 1 0 0,-2-1 1 15,0 2-3-15,0 0 3 0,0-1-1 16,2-1-2-16,-2 1-1 0,1-1-5 0,-1 1 4 16,0 1-2-16,0-3 2 0,0 3 1 15,3-3 0-15,-3 1 2 0,0 0 2 0,2 1 1 16,-1 0-1-16,-1-1 0 0,0 0-1 0,0 1 4 16,2 0-5-16,-1-1 1 0,-1 0-1 15,0 3-3-15,0-3 0 0,2 2-1 0,-2 0-1 16,0-1 1-16,0-2-1 0,2 5 1 15,-1-2 0-15,-1 2 3 0,2-1-1 0,-2 0-1 16,0-1-2-16,1 1 4 0,-1-1-1 0,2-1 0 16,-2 1 2-16,0-2 2 0,2 1-1 15,-2-1-2-15,1 1 2 0,-1 1-2 0,0-2 0 16,2 1 1-16,-2-2-1 0,0 1 0 16,2 0-1-16,-2 1 0 0,1-2-1 0,-1 3-3 15,0-3 2-15,2 1 2 0,-1-1-1 0,-1 2 2 16,0 0-2-16,3-1 4 0,-3 0 3 15,2 1-6-15,-1 0 1 0,1-1 1 0,-2 0 2 16,0 1-4-16,0 1-1 0,1-3 3 16,1 2-2-16,-2-2-2 0,0 2 1 0,2 1 2 15,-2-2 1-15,0-1-1 0,1 1 3 0,-1 0-2 16,0-1-2-16,0 3 0 0,0-3-1 16,2 2 1-16,-2-2-1 0,0 2 2 0,1 0-1 15,-1-1 1-15,2 2-2 0,-2-1 2 16,0-1-1-16,2 0 0 0,-1 1 3 0,-1-1-3 15,0 2 2-15,0-3 1 0,2 2-3 0,-2-1 0 16,0 1-2-16,2-1 3 0,-1-1-1 16,-1 2 3-16,0-2 5 0,2 1-1 0,-2 1 1 15,1-1 2-15,-1 1 2 0,0-2-4 16,2 1-5-16,-2 1 3 0,0-1 2 0,3-1-3 16,-3 1-2-16,1 1-1 0,1 0 1 0,-2-1-2 15,1-1-3-15,1 1 0 0,0 1 2 0,-1 0 1 16,-1-1-2-16,2 0 3 0,1 1-4 0,-3 0 1 15,2-1 2-15,-1 0 0 0,1 1 0 16,-2 1 1-16,3-3 2 0,-1 2-2 0,-1 0 0 16,1 2-1-16,1-3 1 0,-2 3-1 15,-1-4 3-15,2 4-2 0,-1-2-2 0,1 0 1 16,0 0 6-16,-1 1 8 0,1 1 4 0,-2-1 4 16,3 0 3-16,-3-1-4 0,2 1-3 15,-1-2-8-15,1 1-6 0,-2 1-3 0,2-2-1 16,-2 1 1-16,1-1 1 0,1-1-2 15,-2 1-4-15,1 1 4 0,1 0 0 0,0-1-1 16,0 0 0-16,-2-1 1 0,2 2 2 0,1 0-2 16,-1-1-2-16,-1 0 1 0,1 3-1 15,1-3 2-15,-1 0 0 0,1 4 3 0,-1-5 2 16,1 2-1-16,0 0 1 0,1 2-3 16,-2-2 0-16,1 1 0 0,0 1 0 0,-1-1-4 15,1 0-1-15,-1 0 3 0,1-2-1 0,0 2 0 16,-1 0-1-16,1 0 1 0,0 1 3 15,0-3-2-15,0 2 0 0,-1 0-1 0,1 0 1 16,0-2 0-16,-1 2 1 0,-1-1 0 16,1-1-2-16,1 0 3 0,-3 1-2 0,2 0-1 15,0-2-5-15,-1 1-1 0,1-1-7 0,-1 2-19 16,-1-2-62-16,0 0-141 0,0 0-235 16,0 0-280-16,0 0-266 0,-1 1-228 0,1 1 62 15,0 2 471-15</inkml:trace>
  <inkml:trace contextRef="#ctx0" brushRef="#br2" timeOffset="203548.08">17899 12175 294 0,'0'12'557'0,"-1"-2"200"16,-1 0 79-16,0-3-288 0,2-1-185 15,0-1-80-15,0-1-26 0,0 0-3 16,0-3 1-16,2 2-13 0,-2-3-14 0,0-2-15 15,2 0-16-15,1-3 7 0,0-4 22 0,0-1 33 16,3-3 2-16,1-3-26 0,-1-2-25 0,1-7-37 16,0 2-33-16,-1-6-36 0,1 0-28 15,1-4-11-15,0 1-11 0,-1 2-8 0,2-2-6 16,-1 2-5-16,-4 2-2 0,4 1-7 16,-2 4-2-16,-2 0-2 0,0 6-2 0,0 2-3 15,-3 0-3-15,2 6-2 0,-1 1 0 0,0 0-3 16,0 4-1-16,-2 0-3 0,2 1-1 15,0 2-1-15,-2-1-1 0,0 0 0 0,1 1-2 16,-1 1 1-16,0 0-1 0,2 0 0 16,-1 0 1-16,3 0-1 0,-1 3 2 0,2-1 1 15,-1 0 4-15,1 4 3 0,3 2 4 0,-3 1 2 16,1 1 2-16,0 3 2 0,2 3 0 16,-3 0-2-16,1 4-2 0,-3 3-2 0,2 4-3 15,-1-1-3-15,-1 4-2 0,1 3-2 16,-2-2-2-16,-1 4-1 0,-1-2 0 0,2-1-1 15,-1-1 1-15,-1-1 0 0,0-4 0 0,2-4 0 16,-2-1-1-16,2-7-2 0,-1-1 0 0,-1-2-1 16,0-2 0-16,0-4 1 0,0 1-1 15,0-1 0-15,0-1 0 0,0-3-1 0,0 0 0 16,0 0 0-16,0-1-1 0,2-1-8 0,-2-1-12 16,1-3-18-16,-1 0-35 0,0-1-67 15,2-1-71-15,-2-3-91 0,-2 2-140 0,1-3-195 16,-1-2-286-16,-1 4-220 0,3-2-181 15,-2 1 62-15,2-1 439 0</inkml:trace>
  <inkml:trace contextRef="#ctx0" brushRef="#br2" timeOffset="203985.25">18286 11912 66 0,'8'10'487'0,"1"2"374"16,0 2 242-16,-3 3-9 0,4 2-341 15,-2 3-216-15,2 0-124 0,0 1-88 0,-2 1-72 16,4-2-58-16,-3-3-44 0,0-1-51 16,2 0-40-16,-1-6-30 0,-1-4-12 0,2 0-9 15,-1-4-4-15,-2-2 2 0,0-2 2 0,1-5 4 16,-3-1 1-16,1-3 1 0,-2-1-2 0,-1-5 1 15,-1-2-4-15,-1-2-1 0,-1-3-1 16,-1-2-2-16,-1-1-2 0,-4 0 21 0,2 0 38 16,0 0 20-16,-2 3 15 0,-1-1 14 15,-2 4 9-15,-2 0-15 0,1 5-24 0,-1 2-15 16,-2 3-10-16,1 2-13 0,-1 6-10 0,-2 1-9 16,1 4-7-16,1 0-6 0,1 6-6 15,0 3-3-15,0 1-3 0,1 3 0 0,2 0-1 16,2 2-1-16,2 1-2 0,0 1-1 15,1 1 1-15,3-1-3 0,3 1 0 0,1-1-9 16,-1 0-21-16,3-2-57 0,0-1-66 0,0-1-72 16,1-5-124-16,-1-1-160 0,5-5-218 0,-3-2-245 15,2-4-201-15,2-2-120 0,-1-3 232 0,2-2 442 16</inkml:trace>
  <inkml:trace contextRef="#ctx0" brushRef="#br2" timeOffset="204330.68">18625 11920 26 0,'6'11'378'0,"2"4"291"0,-1 0 233 15,0 2 62-15,3 5-249 0,0 0-191 0,0 1-130 16,1-2-84-16,-1 0-66 0,4-2-63 0,-3-3-64 16,2-1-52-16,-2-4-27 0,0-3-16 0,1-4-8 15,0-5-5-15,-1-4-2 0,0-5 3 16,-2-3 1-16,-2-6 0 0,-1-3-3 0,-1-2 3 15,-4-3 10-15,-1-2 9 0,-1 1 22 16,-5-1 29-16,-1-1 38 0,-1 2 33 0,-1 2 28 16,-5-2 18-16,-1 3-9 0,0 3-17 0,-3 1-27 15,-1 4-29-15,3 1-33 0,-3 6-26 16,1 3-18-16,1 5-14 0,0 4-10 0,3 6-7 16,0 6-6-16,3 3-4 0,2 4-2 15,2 2-7-15,5 2-36 0,2 2-70 0,2-1-87 16,5 2-167-16,2-1-293 0,2-2-329 0,4 2-319 15,1-3-177-15,5 0 173 0,2-1 652 0</inkml:trace>
  <inkml:trace contextRef="#ctx0" brushRef="#br2" timeOffset="205425.34">19175 12085 283 0,'-2'6'632'0,"1"-1"306"0,-2-1 124 16,3 1-253-16,-2-4-235 0,2 2-157 15,0-3-114-15,-1 2-87 0,-1-1-63 0,2-2-45 16,0-1-39-16,2-2-17 0,-1-3-9 0,1-2-3 16,2-2 14-16,-1-3 4 0,-1-1 2 15,3-1 22-15,-2-1 14 0,2 1 6 0,-2-1-7 16,0 0-9-16,3 2 28 0,-2 3-2 15,-3 1-3-15,2 3 1 0,1 0-1 0,-4 4 3 16,1-1-26-16,-1 1-22 0,2 2-16 16,-2 0-15-16,1 2-9 0,-1-2-6 0,0 2-7 15,2 2-2-15,0 0-3 0,-1 4 1 0,1 3-2 16,1-1-1-16,0 3 3 0,3 2 1 0,-3 2 2 16,2 0-1-16,2 2 1 0,-1-2-3 15,2 2 0-15,-2-1-1 0,2-2-3 0,0 2-1 16,0-2 0-16,0-3 0 0,-2 0-2 15,2-2 0-15,0-3-1 0,-4 0-1 0,3-1 1 16,-1-3-1-16,-1-2 1 0,0 0 1 0,-1-2 2 16,1-3 2-16,0-1-1 0,-2-5 2 15,0-1 0-15,2-2-1 0,-2-3 1 0,-1 0-2 16,2-1 0-16,0 2 1 0,-3 2-2 16,1 0 2-16,-1 3 1 0,-1 5 1 0,0 0 4 15,2 1 3-15,0 2 1 0,-2 2 0 0,0 1-1 16,0 3-1-16,1 1-6 0,2 4-3 0,-1 0-2 15,0 5-2-15,2-3-1 0,0 3 1 16,2-1 0-16,0-1-1 0,0 1 2 16,-1-2 1-16,3 3-1 0,0-4 0 0,-2 1-1 15,2-3 0-15,-3 1-3 0,4-2 1 0,-2-2 0 16,-3 1-1-16,5-4-1 0,-5 1-12 0,4-2-39 16,-2 0-70-16,-1-2-71 0,0 1-129 15,-2 0-198-15,2-3-312 0,-1 3-297 0,1 0-210 16,2 1-77-16,-3 0 402 0,3 1 556 0</inkml:trace>
  <inkml:trace contextRef="#ctx0" brushRef="#br2" timeOffset="206166.34">19675 12133 109 0,'3'1'489'0,"-2"-1"308"0,3 3 160 15,-3-3-114-15,3-3-248 0,-4 2-162 0,1-1-119 16,2-3-58-16,2-3-28 0,-4-1-15 16,2-3-32-16,-1-1-37 0,3-5-28 0,-2 1-6 15,2-1-8-15,0-1-10 0,2-2 23 0,-2 0 16 16,2 1 1-16,-3 1 19 0,0 0 7 16,0 4-7-16,1 2-27 0,-4 2-21 0,2 3-5 15,-3 2-27-15,2 0-14 0,0 4-8 16,-1 1-8-16,1 1-9 0,0 3-9 0,-1 3-8 15,2 3-5-15,-1 3-5 0,1-1-2 16,0 6 1-16,3 0-2 0,-1-1 0 0,0 2 0 16,1-1 0-16,-1-2-1 0,3 3 0 0,-2-4 0 15,1-1-1-15,-3-3-2 0,1-3 0 16,0-1 0-16,-2 1 0 0,3-7 1 0,-1 0 1 16,-2-2 1-16,2-4 3 0,0-3 0 0,0 0-1 15,1-3 0-15,-2-2-1 0,1 0-1 0,0 1-1 16,0-2 0-16,1 2 0 0,0 2-1 15,-1 4-1-15,2 0 1 0,-1 1 1 0,0 3-1 16,2 1 2-16,0 2 0 0,0 3 1 16,0 4 1-16,1-1 1 0,-1 2 3 0,2 3 3 15,1-1 2-15,-3 3 2 0,0-3-2 0,1 2 0 16,0-1-6-16,-1-3 0 0,1 0-3 16,-2-1-2-16,-1-3-1 0,2 0 1 0,-3-4 0 15,2-4 1-15,-1 0 1 0,0-3-1 0,1-5 0 16,-1-2 0-16,0-1 0 0,3-2-1 15,0 1 1-15,-1 0-2 0,0 1 1 0,1 2 0 16,0 2-1-16,-1 0-1 0,3 4 1 16,-1 2-1-16,-1 2-1 0,2 1 1 0,0 5 0 15,-1 2 1-15,2 3 0 0,-2 2-1 0,1 3-1 16,0 3-7-16,-1-1-33 0,-1 1-77 16,0-1-100-16,-2-2-184 0,-1 1-292 0,-1-3-347 15,0-2-362-15,-1 0-174 0,0-3 245 16,-1-2 708-16</inkml:trace>
  <inkml:trace contextRef="#ctx0" brushRef="#br2" timeOffset="207903.61">18280 12734 47 0,'0'-1'258'16,"0"0"138"-16,0 0 134 0,0 1-79 15,2-3-99-15,-2 2-55 0,0 0-6 0,0 1 17 16,1-2 24-16,-1 2 15 0,2 0 13 0,-1-2-6 16,-1 2-24-16,0 0-43 0,0 0-48 15,0 2-47-15,0-2-40 0,0 0-36 0,0 3-28 16,2-2-14-16,-2 4-9 0,2 1-9 15,-2-1-10-15,1 3-8 0,1 2-5 0,-1 0-8 16,-1 2-8-16,2 1 24 0,1-1 16 0,1 4 10 16,-3-2 3-16,2 0 7 0,0 1 24 15,0 0-9-15,-1-1-9 0,1 1-9 0,0-2-4 16,-1 1-8-16,1-2-20 0,-1 1-18 0,-1-4-7 16,1 2-8-16,0-2-4 0,-1 0-1 15,1-2-5-15,-1-1 1 0,-1-1-2 0,0-3 1 16,2 2 3-16,1-3-1 0,-3 2-1 0,0-3-1 15,0 2 3-15,0-1-1 0,0-1-2 16,0 1 1-16,0-1 1 0,0 0 1 0,0 2-2 16,0-2 0-16,0 3-1 0,0-3 4 15,1 0-3-15,-1 0 0 0,0 0 0 0,2 2 0 16,-2-2 3-16,0 0-2 0,1 0-3 0,-1 0 1 16,0 0 0-16,0 0-1 0,2 0-1 0,-2 3-1 15,0-3 3-15,2 0-1 0,-1 1 4 16,1-1-1-16,1 2-1 0,-1-1 4 15,1-1-2-15,0 2 1 0,5 0-1 0,-4-1-2 16,1-1 0-16,2 0 0 0,-1 1 4 0,5-1-2 16,-1 2-1-16,-1-2 3 0,5 0 19 0,-1 0 8 15,3 0 6-15,-4 0 2 0,6 0 2 16,-6 0 0-16,6-2-17 0,-6 2-8 0,1-1-8 16,1 1 0-16,-2 0-4 0,-2-1 0 15,0 1 0-15,0-2-3 0,-4 0 1 0,0 1-2 16,-1-1 0-16,0 2 1 0,-4-1-1 0,2 1 3 15,-1 0-1-15,0-3 3 0,-2 3-1 16,0 0 1-16,0 0-2 0,0 0 0 0,0 0-1 16,0 0-2-16,-2 0 0 0,2 0-2 15,-2 0-19-15,-1 0-59 0,2-2-61 0,-6-1-92 16,-2 1-158-16,4 1-251 0,-4-2-314 0,0 0-247 16,0 0-192-16,-2-1 128 0,1-1 526 15</inkml:trace>
  <inkml:trace contextRef="#ctx0" brushRef="#br2" timeOffset="208406.05">18324 12820 39 0,'2'-1'345'0,"-2"-2"238"16,2 1 179-16,-2-3-7 0,1 4-198 0,1-1-117 15,0-1-53-15,-1 1-22 0,2 0-14 16,2-1-28-16,-4 0-39 0,4 1-58 0,-2 0-64 16,2-1-30-16,2 0-22 0,-3 0-20 15,5 0-10-15,-2-1 59 0,1 2 22 0,0-1-4 16,3-1-8-16,-2-1-9 0,1 2 2 0,2-3-49 16,0 1-26-16,-3 1-13 0,5-1-10 15,-2 1-5-15,0-1-16 0,-3 0-9 0,3 3-3 16,-2-2-6-16,0 3-2 0,-2-2 0 15,1 2 5-15,-1 1 6 0,-1 0 2 0,-1 0 3 16,-1 1 1-16,2 2 2 0,-2-2 0 0,0 3-1 16,2 0-1-16,-3 0 0 0,2 1-1 0,-2 3-1 15,0-2-5-15,0 3-3 0,0-1-2 16,1-1 1-16,-2 2 1 0,1 1 0 16,2 1 2-16,-5-1 1 0,2 1 0 0,1 1-3 15,-3 0-1-15,2-2-2 0,-1 2-3 0,0 1 0 16,-2-3-3-16,0 1 1 0,0-3-1 0,0 1-1 15,-2-1 2-15,2-1-1 0,-2 0 1 0,-1-1-2 16,3 3 0-16,-1-4-2 0,-3 3-2 16,3-2-1-16,-1 0-5 0,1 0-14 0,-4-2-36 15,4 1-67-15,-1 1-73 0,-1-3-133 16,0-2-211-16,-1 2-309 0,1-3-305 0,0 2-222 16,0-2-69-16,0-2 450 0,-1 1 573 0</inkml:trace>
  <inkml:trace contextRef="#ctx0" brushRef="#br2" timeOffset="-210141.64">5796 4630 23 0,'2'2'148'16,"-1"0"38"-16,1-2 16 0,-1 0-15 15,-1 0-35-15,0 0-39 0,2 0-30 0,-2-2-10 16,0 2-16-16,0-2-7 0,-2 1-3 0,2 0-2 15,0-1-5-15,-1 0-7 0,1 0-10 16,-2 2 2-16,2-2 5 0,0 0 7 0,0 1 2 16,0 1 6-16,-1 0 1 0,1-2-5 15,0 2-7-15,-2 0-1 0,2 0 2 0,0 0 3 16,0 0 1-16,0 0 6 0,0 0-2 0,0 0-1 16,0 0-11-16,0 0-3 0,0 0 1 15,0 0 0-15,0 0 3 0,0 0-3 0,0 0 6 16,0 0-4-16,0 0-5 0,0 2-7 15,0-2-5-15,0 0-2 0,0 0-5 0,0 1 1 16,0-1-4-16,0 0-4 0,0 2 4 0,-2-2 0 16,2 0-4-16,0 0 0 0,0 0 2 15,0 0 2-15,0 2-1 0,-1-2-3 0,-1 0 2 16,2 1 0-16,0-1-2 0,0 1 0 0,-2-1-2 16,1 0 2-16,1 2 10 0,0-2 9 15,-2 2 9-15,2-2 12 0,0 0 22 0,0 0 18 16,0 1 11-16,0-1 20 0,0 0 16 15,0 1 17-15,0-1 17 0,0 2 12 0,0-2 12 16,0 0 4-16,0 2 1 0,0-2 0 16,0 1-4-16,0-1-2 0,2 0-2 0,-2 0-9 15,0 0-10-15,0 0-10 0,0 0-19 0,0 0-20 16,-2-1-17-16,2 1-12 0,0-2-9 16,0 2-6-16,0 0-4 0,2 0-2 0,-2 0-2 15,0 0 6-15,0 0 1 0,0 0 9 16,0 2 4-16,0-2 4 0,0 1 5 0,0-1 7 15,0 0 4-15,0 0-7 0,0 1-5 0,0-1-8 16,0 0-10-16,0 0-16 0,0 0-11 0,0 0-9 16,0 0-5-16,0 0-4 0,0 0-5 15,0 0 1-15,0 0-3 0,0 0-2 0,0 0 0 16,0 0-1-16,-2 0-2 0,2 2-3 0,0-2-4 16,-1 0-1-16,1 1-3 0,-2-1 0 15,2 0-2-15,-2 2 0 0,1-2 1 0,1 1 0 16,-2-1 1-16,2 0 1 0,-1 1 1 15,-1 1 0-15,2 0-1 0,-3-1 2 0,2-1-2 16,-1 2-1-16,2-1-1 0,-3 1 1 16,3-2 1-16,-2 1-2 0,2 1 1 0,-3-1 2 15,1 1 0-15,1-1 0 0,1-1-1 0,-2 1 0 16,1 1 0-16,-1 0-1 0,0-1 1 16,2 0-2-16,-1 1 0 0,-1 0 0 0,1-1 0 15,-1 0-1-15,2 2 0 0,-3-3 1 0,2 1 0 16,-1 0 0-16,1 3 1 0,-1-2-2 15,0-2 1-15,-1 2 0 0,1 2 1 0,1-2 0 16,-1 1-1-16,1-1 2 0,-3 0 0 0,3 2-2 16,-1-3 1-16,-1 0-1 0,3 1 0 15,-3 0-1-15,2-1 0 0,-1 2 1 0,2-2-2 16,-2 1 2-16,1-1-1 0,-1 0 2 0,2 1-1 16,-1-2 1-16,-1 2-1 0,0-1 0 15,1 1 1-15,1-1-1 0,-2 1 0 0,2-1 0 16,-3 1-1-16,3-1 0 0,-2 2-1 15,2-2-2-15,-3 1 1 0,3 0 0 0,-1-1 0 16,-1 0 0-16,0 1 0 0,2 1 1 16,-2-2-1-16,0 3 0 0,0-3 1 0,1 3-1 15,1-2 0-15,-2 0 0 0,2 1 0 0,-1 1 0 16,-1 0 0-16,2-2-1 0,-2 2 0 16,1-3 1-16,-1 2 1 0,1 0-1 0,-1 0 0 15,2 0 0-15,-2-1 1 0,2 2-1 16,-1-1 2-16,1 0 0 0,-2 0-1 0,2-2 0 15,-2 2 0-15,1 0-1 0,1 0 1 0,0-2-1 16,-2 3-1-16,2-3 1 0,0 0 0 0,-1 2-1 16,1-1 0-16,-3 1 0 0,3 0 1 15,0-1 0-15,-2 2 0 0,1-1 0 0,1 1 0 16,0-2 0-16,-2 2 0 0,2-2 0 0,0 3 0 16,0-2 0-16,-1-2 0 0,-1 2 1 15,2 0 0-15,0 0-1 0,0 0 0 0,0 0 0 16,0 0 0-16,-2 0 1 0,2-2-1 15,0 3 1-15,0-2 0 0,0 2 0 0,0-2-1 16,-1 1 0-16,1-1 0 0,0 1 0 16,-2 0 0-16,2 2-1 0,0-2 1 0,0 0 0 15,-1 1 0-15,1 0 0 0,-2 0 0 0,2-1 1 16,0 0-1-16,-2 0 0 0,2-1 0 0,0 3 1 16,-1-2 0-16,1 2 0 0,-2-1-1 15,2 1 1-15,0-3 1 0,-2 4-2 16,1-2-1-16,1 0 1 0,0-1 0 0,0-1 0 0,-2 4 1 15,2-3-1-15,0 0 1 0,0 0 0 16,-1-1-1-16,1 0-2 0,0 0 2 0,0 1-1 16,0 0 1-16,-3-2 0 0,3 2 0 15,0 0 1-15,0 0-1 0,0 0 0 0,0 2 0 16,0-2 0-16,-2 1 1 0,2-1-1 16,0 2 0-16,0 0 0 0,-1 0 0 0,-1-2 0 15,2 2 0-15,0-1 1 0,0 1-1 16,0 0 1-16,0-3-2 0,-1 3 1 0,1-2 0 15,0 1 1-15,0-1-1 0,0 2-1 0,0-2 3 16,0 1-2-16,0-1 2 0,-2 2-1 16,2-1-1-16,0 0 2 0,0 1-2 0,0 1 0 15,0-4 0-15,0 4 0 0,0-1 1 0,0-3-3 16,0 3 1-16,0 0 1 0,0-3 0 0,0 1-1 16,0 1 1-16,0 0 1 0,0-1-1 15,-2 0 0-15,2 0 0 0,0 0 0 0,0-1 1 16,0 3-1-16,-1-2 1 0,1 1 0 0,-2 1 0 15,2 1-1-15,0-4 1 0,-1 4 0 16,-1-1-1-16,2 1 1 0,0-2 0 0,0 0-1 16,-2 1 0-16,2-1 0 0,-1 1 0 15,-1-1 1-15,2 1 0 0,0-1 0 0,-2 0-1 16,1 1 1-16,1 0-1 0,-2-1 0 0,2 1-1 16,-1-1 0-16,1 1 0 0,-3 1 0 15,3-3-2-15,0 2 1 0,-2-1 1 0,2 0 1 16,0-1 1-16,-1 0-1 0,1 2 2 0,-2-2-1 15,2 0-1-15,0 1 0 0,-1-1 0 16,1 2 2-16,-2-3-2 0,2 2 1 0,0 0 0 16,-2 1 0-16,2-1-1 0,0 1 1 15,-1-1-1-15,1 2 0 0,-2-1 0 0,2 1 0 16,0 0 0-16,-2 0 1 0,1-2 0 0,1 2 0 16,0 2 0-16,-2-4-1 0,2 2 1 0,0-1-1 15,0-1 0-15,0 1 0 0,0-2 0 16,0 2 0-16,0-1-1 0,0 2 1 0,-1-2 1 15,-1-1 0-15,2 2-1 0,0-1 1 16,0-1-1-16,-2 1 1 0,2 1-1 0,0 0 0 16,-1 1 0-16,1-2 0 0,0 1 0 0,0 1 0 15,0-1 1-15,0 1-1 0,0 0 1 16,0-1 0-16,0 1-1 0,0-1 0 0,0 1 0 16,0-2 0-16,0 1 0 0,0-1 1 15,0 0-1-15,0 1 1 0,0 1 0 0,0-1-1 16,-2 1 1-16,2-2-1 0,0 2 1 0,0-1 0 15,0-1 0-15,0 2-1 0,0 0 0 0,0-1 0 16,0 0 2-16,-1 0-2 0,1 1 0 16,-2-1 1-16,2 2 0 0,0-5 0 15,0 5-2-15,0-2 1 0,0 0 0 0,-3-1 0 16,3 0 0-16,0 1 0 0,0-1 1 0,-1 1 0 16,1 1 1-16,-2-2-1 0,2 1 1 0,0-1-1 15,-1 0 3-15,-1 1 1 0,2 1 2 16,-2-1 1-16,2 1 0 0,-3 0 0 0,3-2-2 15,0 2-3-15,-2-1-1 0,2-1 0 16,-1 1-1-16,1 1 0 0,-2-2 0 0,2 1 0 16,-1 1 0-16,1-2-1 0,-2 2 1 0,2-1 0 15,-2 2 0-15,1-1 0 0,-1 0-1 0,2 0 1 16,-1 0 0-16,-1 0 0 0,2 0-1 16,-3 0 1-16,3 0 0 0,0 0 0 0,-1 0 0 15,-1 0 0-15,2-1-1 0,-3 1 0 16,3-2-1-16,0 1 1 0,-2 1 1 0,2-2-1 15,0-1 1-15,-1 2 0 0,1-1 0 0,-2 1-1 16,0-1 0-16,2 1 0 0,-1-1 0 16,1 2 0-16,0 0 0 0,-2-1 0 0,2 1 0 15,-1-1 0-15,-1 2 0 0,2-1 1 16,-2 1-1-16,1-1 0 0,-1 0 0 0,2 0 0 16,-3 1 1-16,3-1-1 0,-2 0 1 15,2 1-1-15,0 0 1 0,-4-1 0 0,4 0-1 16,-2-1 1-16,1 1-1 0,1-2 1 0,0 2 1 15,-2-1-1-15,2-1 0 0,0 2-1 0,-1-1 2 16,-1 1 0-16,2-2-1 0,0 1 1 16,-2-1 1-16,1 0 1 0,1 1 1 0,-2 1-1 15,2-1 1-15,-1-1 1 0,-1-1-1 0,2 2-2 16,0-1 1-16,-2 1 0 0,2-1-2 16,0-1 2-16,-1 1-1 0,-1 1 1 0,2-2-1 15,-2 0-1-15,2 3 0 0,-1-4-1 16,1 1 1-16,0 0-1 0,-2-1 1 0,2 3-2 15,0-1 2-15,-2-2-1 0,0 3 1 16,2-1 0-16,-2 1 0 0,1-1 0 0,-1 2 0 16,2 0 0-16,-3 1-1 0,3-1 1 0,-2 0-1 15,-1 1 0-15,2 1 0 0,-1-1 1 0,0-1 0 16,-1 1 0-16,1-1 1 0,1 0-1 16,-1 2 1-16,1-2 0 0,-2 0 1 0,0 0-2 15,1-2 1-15,2 1 0 0,-1-1 0 0,-1 0 0 16,0-1-2-16,2 3 1 0,-1-4 0 15,-1 3 0-15,1-2-1 0,-1 1 0 0,0 1 1 16,1-1 0-16,-1 2 0 0,-1-2 0 16,3 2 1-16,-2 0 0 0,-2-1 0 0,2 1 0 15,1-1-1-15,-1-1 0 0,1 0 0 0,-1 2-1 16,0-2-1-16,2-1 0 0,-1 1 0 0,-1-1 1 16,0 2-1-16,1-2 1 0,1 0 1 15,-2 0-1-15,1 0-1 0,-1-1 1 0,2 2 0 16,-3-2 0-16,3 2 1 0,-2-2 0 15,1 2 0-15,1-2 0 0,-2 0 0 16,2 1 0-16,-3-1-1 0,3 1 1 0,-1 0-1 16,-1-1 0-16,2 3 0 0,-3-1-1 0,1 2 0 15,1-1 0-15,-3 3 1 0,1-2 0 0,2 1 0 16,-3 0 0-16,3-1-1 0,-1 2 1 16,-1 0-1-16,0-3-1 0,0 2 1 0,1-1 0 15,1 1-1-15,-1-1 1 0,-1 2 1 16,1-2-1-16,1 0 1 0,-1 0 0 0,1 0 0 15,-1-2 0-15,0 1-1 0,1 1 1 0,-1-1 0 16,-1-1 1-16,3 0 0 0,-3 0 0 16,2 0 0-16,-1 0 0 0,0-1 0 0,1 2 0 15,-1-1 0-15,1 1-1 0,-1-1 0 0,0-1-1 16,1 2 1-16,1-1 0 0,-2-1-1 16,1 3 2-16,-1-4 0 0,0 3 1 0,1-3 0 15,-1 2 2-15,2-2 0 0,-3 2 2 0,3-3-1 16,-2 0 1-16,2 1 0 0,-4 0-2 15,4-1 0-15,-2 0-1 0,1 1-1 0,1-2 1 16,0 1 0-16,-2 1-1 0,2-1 0 16,-1-1 0-16,-1 2 0 0,2-1 0 0,-2 1 0 15,2-2-1-15,-1 1 1 0,-1-1-1 0,1 2 1 16,-1-2-2-16,2 1 0 0,-2 1 0 16,1-2 0-16,-1 1 0 0,0 1 0 0,1-1 0 15,-1 1 0-15,-2 0-1 0,2 2 0 16,-1-2 0-16,0 3-1 0,0 0 0 0,-2 2 0 15,2 0 0-15,-2-1-1 0,-1 4 0 0,1 0 1 16,0-1 0-16,0 0 1 0,1 2 0 16,-1-3 2-16,0 1-1 0,-1 0 1 0,1 1-1 15,0-1 0-15,-1-2 1 0,1 2-1 0,-1-1 0 16,0-1 0-16,1 0 0 0,0 0 1 16,0-1-2-16,-1-1 1 0,2-3-1 0,-1 3 0 15,3-4-1-15,-1 3-1 0,0-3-1 0,1-1-3 16,1 1-7-16,-1-1-11 0,-1 0-14 15,0 0-22-15,-5-1-35 0,3 1-71 0,-3-1-84 16,0-3-145-16,-3 3-243 0,2-4-312 16,-1 0-341-16,-2-1-218 0,2 2 36 0,-1-5 584 15</inkml:trace>
  <inkml:trace contextRef="#ctx0" brushRef="#br2" timeOffset="-207431.92">5764 4673 156 0,'0'0'346'0,"0"0"171"0,0 0 72 16,2 0-67-16,-2 3-55 0,0-3-33 0,2 2-18 15,-1-1-16-15,-1 2-20 0,0-1-35 0,0-2-41 16,0 2-49-16,0-2-55 0,0 3-38 0,0-3-38 16,0 0-28-16,0 1-22 0,2-1-12 15,-2 0-8-15,1 2-9 0,-1-2-7 0,0 0-4 16,3 0 6-16,-3 0-6 0,2 0 38 0,-1 0 41 15,1 1 24-15,-1 1 2 0,3 0-10 16,-1-2 8-16,0 2-27 0,2 0-31 0,-2 0-22 16,2-1-12-16,-1 0-2 0,1 3-12 15,0-2-4-15,0 1-5 0,0 0 0 0,-1 0-1 16,2 2-2-16,1-1 0 0,-2 1-4 16,1-1-3-16,-1 0-1 0,2 1-2 0,-2 1-1 15,2 0 0-15,-1-4 1 0,-1 5 0 0,0-2 4 16,1 1-1-16,-2-1 1 0,1-1-1 15,0 1-2-15,0 0-2 0,-2 0-1 0,3-1 0 16,-3 2-1-16,2-3-1 0,-2 2 0 16,0 0 0-16,1-2-2 0,-1 2 0 0,0-3 0 0,0 4 0 15,3-1 1-15,-4-1-1 0,3 0-1 16,-2 1 1-16,0-1 0 0,0 0-1 0,1 1 1 16,-1 0 0-16,0-1 0 0,1 2 4 15,-1 0 3-15,1 1 0 0,-1-2 2 0,0 0-1 16,0 1 0-16,-1 1-4 0,1-1-1 15,-1 2-2-15,1-3-1 0,1 2 0 0,-2 0 0 16,1-1 1-16,0 3-1 0,-1-2-1 0,0 0 1 16,1 2 1-16,-2 0-1 0,1-2-1 15,1 2 0-15,-1-1 1 0,-1-1-1 0,1 2 0 16,2-1 0-16,-2 1-1 0,1-2 0 16,-1 1-1-16,-1 1 0 0,1-2 0 0,1 1 1 15,-1-1-1-15,-1 1 0 0,1-2 0 0,0 1 1 16,-1 1-1-16,1 1 2 0,1-1-1 15,-1-1 0-15,0 0 0 0,0 1-1 0,1-1 1 16,-1 1 0-16,-1-1 1 0,1 0-1 16,0 0 1-16,-1 2 0 0,-1-1-1 0,2-2-1 15,-1 1 1-15,1 0 0 0,-2-1 0 0,3 1 1 16,-3 1-1-16,0 0 1 0,2-1 1 0,-2-1-1 16,0 1 0-16,0 0 0 0,1 0 0 15,1-1 0-15,-2 0 0 0,0 2 0 0,2-3-1 16,-2 3 1-16,0 0-1 0,0-1 0 15,1-2 0-15,-1 3 0 0,0-1 1 0,0-1-1 16,3 1 0-16,-3-1 1 0,0-1-2 0,2 1 1 16,-2 1-1-16,1-1 1 0,-1 0 0 15,0 2 0-15,0-2 0 0,0 1 0 0,0-1 1 16,0 2-1-16,0-1 0 0,0-1 0 16,0 0 0-16,0 0-1 0,0 2 2 0,0-2-2 15,0 1 0-15,0-1 0 0,0 1 0 0,0-1 1 16,0 0-1-16,0-1 1 0,0 4 0 0,0-3-1 15,0 1 0-15,-1-1 0 0,1 2 1 16,-2 1 0-16,2-4-1 0,0 3 0 16,0-2 1-16,-3 0-1 0,3-1 0 0,0 3-1 15,0-2 1-15,0 1 0 0,0-1 0 0,0 0 0 16,0 0 0-16,-1 0 1 0,1 2-1 0,0-3 1 16,0 1-1-16,0 0 0 0,0-1 0 15,0 1 0-15,0 0 0 0,0 2-1 0,0-1 1 16,0 0 0-16,0 1 0 0,0 0 0 15,1-2 0-15,-1 2 0 0,0-2 0 0,3-1-1 16,-3 1 1-16,0 2-1 0,2-4 1 0,-2 4 0 16,1-2 0-16,-1 0 0 0,0-2 0 15,2 1 1-15,-2 1 0 0,1-1-1 0,-1-1 1 16,0 2-1-16,2 0 0 0,-2-2-1 16,0 2 2-16,2-1-1 0,-1 1 1 0,-1-2 0 15,0 2-1-15,0 0 0 0,2-2 0 0,-2 3 0 16,0-1-1-16,1-1 0 0,1 1 1 0,-2-2 0 15,0 2 0-15,2-2 0 0,-2 2 0 16,0-1 0-16,1-1 0 0,-1 2-1 16,0-2 0-16,0 2 0 0,0 0 1 0,2-1 0 15,-2 1 0-15,0 1 0 0,0-3 1 0,2 2-2 16,-2-2 1-16,1 2-1 0,-1 0 1 0,0-1-1 16,2-1 0-16,-2 2 1 0,1-2 0 15,-1 2 0-15,0-1 1 0,0 1 0 0,0-1 0 16,3 0-1-16,-3 0 1 0,0 1-1 0,0-1 0 15,2-1-1-15,-2 2 1 0,1-1 0 16,-1 1 1-16,0-1-1 0,2 1 0 0,-2 0 1 16,0-1-1-16,0 1 1 0,1 2-1 15,1-3 0-15,-2-1 0 0,0 0 0 0,0 1 0 16,2-1 0-16,-1 2 0 0,-1-1 0 16,0-1 0-16,2 1 1 0,-2 1 0 0,1 0 1 15,1 0-1-15,-2 1 1 0,2-2 0 0,-1 3-1 16,-1-1 0-16,2-1 2 0,0 1 0 0,-1-1-2 15,-1 0 1-15,2 1 1 0,-1-1-1 16,-1 0 0-16,2 2 0 0,-2-3 0 0,3 2 1 16,-2 1 0-16,1-2 0 0,-2 1 1 15,0-1 1-15,3 0 0 0,-3 2-1 0,2-2 0 16,-1 0 0-16,-1 1-1 0,2-1-1 0,0 0 1 16,-1 1-1-16,-1 0 0 0,3-1 0 15,-3 1 0-15,2-1-1 0,-2 0-1 0,3 0 0 16,-3 0 0-16,2 0 0 0,-1 0 1 15,1 0 0-15,-2-1 1 0,3-1 0 0,-2 2 1 16,-1 0 0-16,2-1 0 0,-1 2 0 0,1-1-1 16,-2-1 2-16,2 1-1 0,-1-2-1 15,1 0 0-15,-2 2 1 0,2-2-1 0,-2 0 0 16,1 1-1-16,-1 0-1 0,3-3 0 16,-3 2 2-16,2 0-1 0,-2-1 0 0,0 0 2 15,0 0-1-15,3 0 0 0,-3 1-1 0,2-1 0 16,-2 0-1-16,1 0 0 0,1 2 0 0,-2-2 0 15,3-1 1-15,-2 3-1 0,-1-2 1 16,2 1 1-16,-1 1 0 0,1 1-1 0,-2-1 1 16,3-1 1-16,-3 0-1 0,2 2 0 15,-2-4 0-15,0 2-1 0,2 0 1 0,-1-3-1 16,-1 2-1-16,2 0 0 0,-1 0 0 0,-1 2 0 16,0-2 0-16,2 0 0 0,-2-2 0 15,2 2 1-15,-2 0 0 0,1-2 0 0,1 3 1 16,-2-2-2-16,1 0 1 0,1 1-1 15,-2 0 0-15,4 0 0 0,-4-1 0 0,2 1-1 16,-2 0 1-16,3-1 0 0,-3 1 0 0,3 1 1 16,-1 0-1-16,0 0 1 0,-1-2 1 0,1 1 1 15,-2 0-1-15,3 0 0 0,-3 0 1 16,3-1-1-16,-3 1-1 0,2 0 1 16,1 1 0-16,-1-1-1 0,-1 0 1 0,2 2-2 15,0-3 1-15,-1 3 1 0,-1 1 0 0,1-2 1 16,1 0-1-16,-1 1 2 0,-1-1-1 0,1 0-1 15,1 0 1-15,-1 0-1 0,-2-1-1 16,3 0 1-16,-1 0-2 0,-1 0 0 0,2 0 1 16,-3 0-1-16,3-2 0 0,-1 2 0 15,-1 0 0-15,1 0 0 0,1 0 0 0,-3 0 0 16,2 0 0-16,1 0 1 0,0 0-1 0,-1 0 1 16,1-1 0-16,-1 0-1 0,1 3 1 0,0-1 0 15,0-2-1-15,0 3 0 0,2 1 2 16,0-2-2-16,0 2 1 0,1 0 0 0,0 2 1 15,2-2 1-15,0 2-1 0,0 0 0 16,1-1 0-16,-1 2-1 0,2 1 1 0,-1-1 0 16,1 0 1-16,-1 0-1 0,-1-2-1 0,3 0 1 15,-3 4 0-15,2-3-2 0,-1-1 0 0,-1 1 0 16,-2-2-1-16,2 1-1 0,0-1-1 16,-3-1-8-16,1-1-15 0,-3-1-24 0,-1 0-67 15,0-3-86-15,-1 0-190 0,-1 0-281 16,0 0-336-16,0 0-406 0,-1-1-259 0,-3-1 133 15,1 2 823-15</inkml:trace>
  <inkml:trace contextRef="#ctx0" brushRef="#br3" timeOffset="-193455.06">19221 14076 81 0,'0'1'292'0,"-2"-1"156"16,2 0 116-16,0 1-63 0,-1-1-87 0,1 2-41 16,0-2 1-16,0 0 8 0,0 0 2 15,0 0-9-15,1 0-22 0,-1 0-43 0,0-2-53 16,-1 2-46-16,1 0-34 0,0 0-20 0,0 0 8 15,1 0 19-15,-1 2 22 0,0-2 10 16,2 0-9-16,-2 2-23 0,2-2-35 0,-2 1-38 16,1 0-34-16,-1 4-24 0,2-3-12 15,-1 4-10-15,3-1-2 0,-3 3-4 0,4-2-2 16,-4 2 0-16,2 1-3 0,1 1 0 0,-1-1-2 16,0 3 0-16,-1-3-2 0,1 2-3 15,-1-2-3-15,1 0-1 0,1 1-2 0,-2-2-2 16,1 2-3-16,-2-1-1 0,3-1-1 15,-3 1 0-15,2-1-1 0,-1 0 1 0,1-2 0 16,1 0 0-16,-3 0-1 0,2-1-1 0,0-1-1 16,0 0 0-16,-1 0 0 0,1-3-1 0,-1 0 0 15,1 1-4-15,0-2-20 0,-3-2-42 16,3 1-65-16,-1 0-62 0,-2-4-107 16,-2 0-156-16,2-1-216 0,-3 2-273 0,1-3-214 15,-1 1-171-15,0-2 142 0,0 0 475 0</inkml:trace>
  <inkml:trace contextRef="#ctx0" brushRef="#br3" timeOffset="-193026.53">19199 14076 136 0,'0'-2'401'16,"0"0"200"-16,2 2 133 0,-2-1-132 0,2 0-144 15,2 1-77-15,0-2-18 0,0 0-6 0,0 1-6 16,3 0-27-16,-1-1-44 0,2-1-59 0,-2 0-61 16,2 2-43-16,0-1-31 0,1-1-26 15,-1 2-9-15,1-1-10 0,0 1-1 0,-1-1 3 16,1 1 5-16,-2-1 0 0,2 2 16 16,-1-1 22-16,-2 0 9 0,2 1 19 0,0 0 18 15,-2 0 19-15,1 1-3 0,-1 0-14 0,-1 2-11 16,1 0-19-16,-3 2-21 0,0 1-22 15,-1 0-17-15,0 0-10 0,-2 0-7 0,1 1-5 16,-1-1-2-16,-1 2-1 0,1-1 0 0,-2 1 2 16,0-2-1-16,1 1 2 0,-1 1-4 15,-1 0 1-15,1 2-3 0,-2-2-1 0,-1 2-3 16,4-2-1-16,-3 4-2 0,1-2-1 16,0-1-2-16,0-1-1 0,-1 3-2 0,1-2-1 15,2 1 0-15,-4-4-2 0,5 4 0 16,-3-3-1-16,2-2 0 0,-1 1 0 0,0-2-2 15,-1-1-2-15,2 0-11 0,-1 0-29 0,0-1-69 16,-1-1-74-16,-2 0-133 0,4-1-219 0,-5-1-311 16,4 0-329-16,1-3-228 0,1 2-65 15,0-3 473-15,1 1 590 0</inkml:trace>
  <inkml:trace contextRef="#ctx0" brushRef="#br3" timeOffset="-192271.83">19509 13981 246 0,'3'3'640'15,"-2"2"315"-15,1-3 130 0,-1 2-206 0,1-2-250 16,0 0-179-16,-1 0-109 0,3-2-47 15,-1 0-15-15,2-2-17 0,-2 0-8 0,3-2-20 16,-2-2-24-16,1-1-35 0,-1-4-37 0,0 1-30 16,1-5-31-16,0-2-13 0,3-1-10 0,-2-2-8 15,-1 0-2-15,1-4-9 0,-1 1-2 16,3 0-2-16,-4 1-3 0,3 1-2 0,-2 2-3 16,-1 1-4-16,0 4 1 0,0 0 0 15,-1 4-1-15,-1 2 2 0,-1 4 0 0,1 0 0 16,0 1-4-16,-1 1-3 0,-1 2-4 0,0 2-3 15,3 2-2-15,-3 2-2 0,2 2 0 0,1 2-1 16,-1-1-1-16,1 1 1 0,-1 3-1 16,4 0 1-16,-5-1-1 0,4 2 1 15,-2 1 0-15,0 0-1 0,2 3 1 0,-1-2 0 16,0 2 0-16,1 3-1 0,-2-4 0 0,0 1 0 16,2-2-1-16,-2-1-1 0,0-1 0 15,2 0-1-15,-2-4 0 0,2 0-2 0,-2-1-5 16,0-3-11-16,-1 0-19 0,-1-2-27 0,-1-2-51 15,0 0-69-15,0-2-68 0,-1-2-109 16,-3-1-154-16,1-3-231 0,2 0-254 0,-4-1-210 16,2-2-143-16,2-1 216 0,-3-2 499 0</inkml:trace>
  <inkml:trace contextRef="#ctx0" brushRef="#br3" timeOffset="-191965.05">19793 13749 272 0,'10'7'602'16,"-1"3"287"-16,2 2 166 0,0 1-202 0,1 4-220 16,2-3-149-16,-5 3-99 0,4-3-83 15,-1 3-84-15,-2-4-71 0,4-3-45 0,-3-1-45 16,2-5-22-16,-4-2-14 0,3-4-7 0,-2-1-3 16,-2-6-6-16,2-1 3 0,-4-4-6 15,2-4 0-15,-2 0 1 0,-2-2 2 0,-1-3 21 16,0 2 40-16,-1-2 44 0,-2 3 38 0,-4 0 17 15,1 0 2-15,-2 4-13 0,-1 1-30 16,-3 0-29-16,-1 4-30 0,1 2-18 0,-4 3-13 16,4 3-8-16,-3 3-9 0,-2 3-9 0,3 3-2 15,0 3-4-15,2 2-1 0,1 6-3 0,0-3-1 16,0 4-3-16,5 0-20 0,0 1-65 16,1-2-65-16,0-2-123 0,4 3-198 0,0-4-308 15,1 1-330-15,0-2-240 0,5-1-119 16,-2-2 397-16,0 0 599 0</inkml:trace>
  <inkml:trace contextRef="#ctx0" brushRef="#br3" timeOffset="-191120.05">20178 13846 256 0,'1'-1'555'16,"-1"-1"252"-16,2-1 161 0,-1 2-194 16,1-4-165-16,1 2-129 0,2-3-84 0,-2 0-49 0,2-1-44 15,-2-3-51-15,2 2-43 0,-1-3-7 16,1 0-11-16,1 0-2 0,1-1-22 0,-3 0-23 15,1-2-20-15,0 5-28 0,3-3-24 16,-5 5-26-16,0-2-15 0,0 3-9 0,0 1-7 16,-1 2-4-16,1 0 1 0,-1 2 3 15,1 1 1-15,0 1 2 0,2 2 1 0,-1 2 4 16,1-1-1-16,0 5-2 0,0 0-2 0,1 0-3 16,0 2-1-16,-1 1-4 0,2 0-4 15,-1 0-2-15,-1-1-1 0,2 0 0 0,0 1-1 16,-2-6-2-16,-1 1 0 0,1 0 0 15,0-4 1-15,1-3 0 0,-1-3-1 0,0-4 1 16,-1-1-1-16,0-4 0 0,-1-5 0 0,2-1-1 16,1-2 2-16,-3-2 0 0,2 1 2 0,-1 1-1 15,0 0 1-15,-1 4 0 0,0 3-2 16,-1 3 0-16,-1 1 0 0,2 3 0 0,-1 3 0 16,-2 3 1-16,0 2-1 0,0 3 0 15,1 1-1-15,-1 2 1 0,2 2-1 0,-1 0 0 16,3 3 0-16,-3-2-1 0,2 2 0 0,1-1 0 15,1 0 0-15,-4 0-2 0,7-2-2 16,-5 1-2-16,2-2-19 0,-2 0-59 0,0-2-70 16,0-2-108-16,-1-1-177 0,0-1-308 15,-1 0-331-15,-1-1-267 0,0-1-145 0,0-1 299 16,0 0 610-16</inkml:trace>
  <inkml:trace contextRef="#ctx0" brushRef="#br3" timeOffset="-190313.11">20576 13756 274 0,'2'0'651'0,"-2"2"312"0,1-2 130 15,-1-2-245-15,0 1-233 0,0-2-179 0,0-2-111 16,2-1-63-16,-1 0-44 0,3-2-26 0,2-3-19 16,-3 0-21-16,2-3-21 0,-1 3 5 0,1-4 2 15,2 0-11-15,-1-1-15 0,0 2-9 16,0-1-8-16,-1 1-23 0,0 2-23 0,3-1-16 16,-4 5-3-16,1 1 3 0,0 1 7 15,0 2-1-15,1 3 3 0,-1 1 3 0,-1 3-1 16,1 1-2-16,0 4-5 0,0 1-1 0,0 4-1 15,1-1-2-15,-2 1 0 0,3 1-3 0,-1 2 0 16,1-1-3-16,0 0-2 0,1 0-3 16,-1-1-3-16,-1 0-6 0,2-3-2 0,1-4-4 15,-2-1-3-15,1-4-1 0,1-2-1 16,-3-7 0-16,2-1 0 0,1-6 1 0,0-1-1 16,-1-3 1-16,-2-3 0 0,2 1-1 0,1 0 1 15,-1 2-1-15,-1 1 0 0,-1 1-1 0,3 2 0 16,-4 4 0-16,2-1-1 0,-1 5 6 15,0 2 5-15,0 1 4 0,1 3 4 0,-1 3 2 16,2 3 4-16,-1 3-4 0,0 1-4 16,3 4-2-16,-2-1-3 0,3 4-4 0,-3-2-2 15,1 1-3-15,4-1-2 0,-2-1 0 0,2-3-2 16,1 1 0-16,-1-7 1 0,0-3 1 16,0-4 0-16,1-3 0 0,-1-7 1 0,0-1 1 15,-1-5 0-15,0-5-2 0,-3 0 1 16,2-3 0-16,-1 0-1 0,-2 3 0 0,1 0-1 15,-1 4 1-15,-2 2-1 0,2 3 0 16,-2 6 0-16,1 0 0 0,-1 5 0 0,1 4 0 16,2 4 0-16,-3 1 0 0,1 5 0 0,1 1 0 15,-2 4-1-15,1 1 0 0,2 2-1 16,-1 1-2-16,0-1-6 0,1 0-11 0,-1 0-21 16,0-4-38-16,1 0-81 0,-4-3-122 0,0-2-216 15,-1-2-303-15,-2-4-361 0,1-1-394 0,-1-3-122 16,0-5 430-16,1 1 749 0</inkml:trace>
  <inkml:trace contextRef="#ctx0" brushRef="#br3" timeOffset="-183226.81">4308 6804 49 0,'0'1'231'0,"0"1"116"16,0-2 68-16,2 2-64 0,-2-2-81 15,1 1-59-15,-1-1-24 0,0 0-12 0,2 0-8 16,-2 0 4-16,0 0 4 0,1 0-4 15,-1-1 5-15,2 1 2 0,-2 0 5 0,0 0-4 16,0 0 1-16,0 0-2 0,0 0 3 0,2 0 2 16,-2 0 5-16,1 0 9 0,-1-2-7 15,0 2-11-15,0 0-19 0,0 0-20 0,0 0-28 16,0 0-19-16,0 0-17 0,0 0-5 0,0 0-2 16,0 0-1-16,0 0 13 0,0 0 8 15,0 0 17-15,0 0 6 0,0 0 7 0,0 0 11 16,0 0-9-16,0 0-9 0,0 0-18 15,0 0-16-15,0 0-16 0,0 0-22 0,0 2-12 16,2-2-11-16,-2 0-4 0,0 0-4 0,0 0-5 16,0 0-1-16,0 0 2 0,0 0-4 15,1 0-1-15,-1 0 0 0,0 0 2 0,2 0-1 16,-2 0-2-16,0 0 2 0,0 0-1 16,2 0 0-16,0 0 1 0,-2 1 3 0,2-1 0 15,1 0-2-15,0 1 4 0,-1 1 2 16,1-2-1-16,-1 0-2 0,1 1 2 0,2-1 0 0,-4 0-2 15,3 2 1-15,0-2-1 0,-2 0 0 16,1 0 0-16,-2 1 0 0,3-1 2 0,-3 0 0 16,2 2 2-16,-1-2 2 0,1 0 1 15,-1 0 1-15,0 0 0 0,-1 0-1 0,2 0 0 16,0 0-1-16,-1 0-1 0,-1 0 1 16,2 0 0-16,-1 0 3 0,1-2-1 0,0 2 1 15,-1 0 1-15,1-1-2 0,1 1 0 0,-1-2-4 16,1 2-1-16,-1 0 0 0,-1-1-2 15,3 1 0-15,-2 0 0 0,0-2-2 0,2 2 1 16,-2-1-1-16,2 1 0 0,-1 0 0 0,-1-1 0 16,2 1 1-16,0-2 0 0,-2 2 0 15,1 0 0-15,-1-2 0 0,3 2 2 0,-3-1-1 16,0 0-1-16,0 1 0 0,1 0-1 0,-1-2 0 16,-2 2-1-16,3-2 0 0,-3 2 0 15,2 0 1-15,-1-2 0 0,2 2 1 16,-2 0-3-16,1 0 1 0,0 0-1 0,-1 0 0 0,1 0 0 15,0-3-2-15,1 3 2 0,-1 0-1 16,0-1 1-16,0 0-2 0,2 1 2 0,-2-1 1 16,0-2 0-16,0 1 0 0,-1 2-1 15,1 0 1-15,2-2 0 0,-2 2 0 0,0 0 0 16,0-3 0-16,0 1 1 0,0 1-2 16,2 1 0-16,-3-1 0 0,1-1 0 0,0 0 0 15,1 2 0-15,-1-2 1 0,1 0-1 0,-1 0 0 16,2 1 0-16,-2-2 0 0,2 1-1 15,-2 0 2-15,1-1 0 0,0 0 1 0,1 0 0 16,-2 0 1-16,2 0 0 0,-2-2-1 0,2 1 1 16,-2 1-1-16,0-1 0 0,2-2 1 15,-1 2 0-15,1-1 0 0,-2 1-1 0,1-1-1 16,0 1 1-16,1 0-1 0,0-2 0 0,-1 1-1 16,1-1 2-16,0 2-1 0,0-1 0 15,-2 1 0-15,2-1 0 0,0 1 0 0,-1 0 0 16,1 0-1-16,0-1-1 0,-2 2 1 0,2-2-1 15,-2 0 1-15,3 2 0 0,-1-2 0 16,-1-1 1-16,1 4 1 0,-2-3-2 0,2 1-1 16,-3 1 1-16,3-2 0 0,-1 1-1 15,1-1 1-15,-2 1 0 0,0 1 0 0,0-1 0 16,1-2-1-16,-1 3 0 0,0 1 0 16,0-4 0-16,-1 4 0 0,2-3 1 0,-1 3-2 15,1-3-4-15,-1 0 2 0,0 3-4 0,0-3-4 16,1 1 0-16,-1 1-1 0,0-2 5 15,3-1-2-15,-3 2 3 0,2-2 3 0,0 2 2 16,-2-2-1-16,2-2 1 0,2 3 2 16,-2-6-2-16,0 4 1 0,1 0 0 0,1-2 0 15,-2 1 0-15,2 0-1 0,-2 0-1 0,0 1 1 16,0-1 0-16,-1 3 0 0,1-1-1 0,1 0 2 16,-1 2 0-16,-2-1-1 0,0 1 1 15,2-1 0-15,-1 2-1 0,0-1 0 0,-1-1 0 16,2 1 1-16,-2-1-2 0,2 1 1 15,0 0-1-15,0-3 2 0,-1 1-1 0,2-1 0 16,1 1 0-16,-3-4 0 0,3 3 1 0,-2-2-1 16,1 2 4-16,-2-1-1 0,1 0 4 15,0 0 2-15,0 0 0 0,0 0 1 0,1 1-5 16,-3 0 3-16,2 1-5 0,-2-2 0 0,2 2-1 16,-2 1-2-16,0-1 0 0,2-3-1 15,-1 4 1-15,1-3-1 0,-2 2-1 0,1 0 2 16,-1 0 0-16,2-1-1 0,-2-1-1 0,2 2 2 15,-1-1-1-15,-1 0-1 0,2-3 1 16,0 1 1-16,0 2 0 0,-2-3 1 0,2 2 0 16,1-1 1-16,-3 1-1 0,3 0 0 15,-3 0 0-15,1 1 1 0,-1-1-2 0,0 1 1 16,3 1 0-16,-4 2-1 0,1 0 1 0,-2-1-1 16,3 1 0-16,-3-1 0 0,2 2 1 15,-1 0-1-15,1-1 0 0,-1 1 1 0,1-1-1 16,0 0 0-16,2 0 0 0,-2 0 0 15,0-1 1-15,2-1-1 0,0-1 1 0,0 1-1 16,-1-1 1-16,4 1-1 0,-2-1 0 0,1-1 0 16,-1 1 0-16,-1-2-1 0,4 2 2 0,-4-1-1 15,1 0 0-15,1 0-1 0,-1 1 1 16,2 1 0-16,-2-1 0 0,-1 2-1 16,0-1 0-16,1 0 1 0,2 0 0 0,-2 0-1 15,-1 2 1-15,0-2 0 0,1 1 1 0,0-1-1 16,-1 0 1-16,1 0-1 0,1-3 0 0,-1 3 0 15,2-2-1-15,-2 1 0 0,1 0-1 16,-1 0 0-16,3-1 2 0,-2 0-2 0,-1 0 2 16,2 1 0-16,-1 1 1 0,0-1-1 15,1-1 0-15,-1 2 0 0,-1 1-1 0,3-1 1 16,-2 0-1-16,-1-1 1 0,2 1 0 0,0-1 1 16,-2 1 0-16,2-2 0 0,0 2 1 15,0 0-1-15,-2-2 1 0,2 3-2 0,0-1 1 16,0 2-1-16,0-2 1 0,0-1-1 15,-2 3 1-15,3-3 0 0,-1 3 1 0,0 0-1 16,2-1 0-16,-1 0 1 0,-1 1-1 0,0 0 0 16,1-1 0-16,1 0 0 0,-2 1 0 0,0 0 0 15,1-1-1-15,-1 1 0 0,0 0 1 16,3-1 0-16,-3 2-1 0,0-2 0 0,0 0 0 16,1 1 1-16,-1 0-1 0,0 0 1 15,0 2 0-15,1-3 0 0,1 2 0 0,-2 0 0 16,1 0-1-16,1 0 1 0,0-2 0 0,0 3-1 15,2-1 0-15,-1-1 1 0,0-1-1 16,0 2 0-16,-2 0 0 0,2 0 0 0,-1 0-1 16,0 0 1-16,0 0-1 0,-2 1 1 15,2-1 0-15,2 1 1 0,-4 0-1 0,2 0 1 16,-2-1 0-16,1 2 0 0,-1-3 0 0,0 2-1 16,3 0 0-16,-3-1 1 0,2 2 0 15,0-1-1-15,-2 1 0 0,-1-2 1 0,1 1-1 16,1 1 1-16,-1-1 0 0,0 2-1 15,-1-1-1-15,0-1 1 0,1 0 0 0,-2 1-1 16,3 1 0-16,-3 0 0 0,5-1 0 0,-3 1 0 16,1 0 1-16,0 0 1 0,1 0-1 0,0 0 1 15,0 0 1-15,2 1-1 0,-3-1 0 16,4 1-1-16,-2 1 0 0,0-2 0 0,0 2 0 16,0-1 1-16,0 1-1 0,0 1 2 15,-1-2 0-15,-2 2 1 0,4-1 0 0,-2 0 0 16,-2 2 0-16,4-2-1 0,-4 2 1 0,2-2-1 15,-1 2 0-15,-1-3 0 0,0 2 0 16,1 0 1-16,-1-1-1 0,0 2 1 0,0 1 0 16,3-2 0-16,-3 0 0 0,0 0 1 15,0 2 0-15,1-1 0 0,-1 0 0 0,1 1 0 16,0-2 1-16,-1 1-1 0,1 1 1 0,-1-1-1 16,0 0 1-16,2 2-1 0,-2 0 0 0,2-1 1 15,-2 1-2-15,0 1 0 0,-1-1 1 16,4 0-1-16,-3-1 0 0,-2 3-1 0,2-2 0 15,1 1 1-15,-1-1-1 0,0 0 0 16,-1 1 0-16,0 0-1 0,1 2 1 0,-1-1 0 16,-1-1 0-16,3 0 1 0,-2 1 0 0,-1-1 0 15,-1 1-1-15,3-1 0 0,-2 0 1 16,0 0-1-16,2 2-1 0,-3-1 1 0,3-1-1 16,-4 0 0-16,3 1 0 0,-1 1-1 15,-1-2 2-15,0 2 0 0,3 0 0 0,-2-1 1 16,-1 1 2-16,0-1 4 0,-1 0 0 0,2 0 1 15,-1-1 1-15,0 2 1 0,1-2-4 16,-1 1 0-16,0 1-2 0,3-2 0 0,-4 3-1 16,3-1-1-16,-1 0 0 0,-1-2-2 15,1 2 0-15,0-2 0 0,1 1-1 0,-2 0 1 16,0 0-1-16,-1-1 0 0,2 0 1 0,-1-1 0 16,0 2-1-16,1-1 1 0,-1 1-1 0,3-1 0 15,-2 2 3-15,-1-1 2 0,3 0 1 16,-3 0 1-16,2 0 1 0,-2 1 1 0,2 0-2 15,-1-2-1-15,-1 2-2 0,2 0-2 16,1 0-1-16,-3 0-2 0,3 2 0 0,-1-3 0 16,0 2 0-16,1 0 0 0,0-1 0 0,0 0 0 15,0 0 0-15,0 0 0 0,-2-1 0 16,2 1 0-16,0-2 0 0,-2 2 0 0,2 0 0 16,0-2 0-16,1 4 0 0,1-3 0 15,-2 3 0-15,3-1 0 0,-1-1 0 0,1 1 0 16,0 2 0-16,0-2 0 0,0 3 0 0,3-1 0 15,-3 0 0-15,3 0 0 0,-1-2 0 16,1 2 0-16,-3-1 0 0,4 0 0 0,0 2 0 16,-2-3 0-16,3 1 0 0,-2-1 0 15,0 1 0-15,-1-2 0 0,3 2 0 0,-2-1 0 16,0-1 0-16,-1 0 0 0,0 0 0 0,-1-1 0 16,1 2 0-16,-1-3 0 0,0 1 0 15,0-1 0-15,1 1 0 0,0-1 0 0,-1 1 0 16,1-2 0-16,0 1 0 0,1-1 0 0,0-1 0 15,2 1 0-15,-2-2 0 0,2-1 0 16,-2 2 0-16,3-3 0 0,-1-1 0 0,0-1 0 16,-2 0 0-16,0-1 0 0,-1-1 0 0,-2-1 0 15,0 1 0-15,-4 2-94 0,-1-5-101 16,-3 4-199-16,-3 0-280 0,3 1-354 0,-3 0-442 16,3-2-370-16,0 4 173 0,1-1 972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6:15:39.43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4488 1459 142 0,'0'-1'333'0,"2"1"148"0,-1 0 65 0,-1 0-107 15,0 1-84-15,-1 3-18 0,-1-2 9 16,2 3 54-16,0 1 28 0,0 0-3 0,0 3-31 16,0 0-51-16,0 4-49 0,3 1-70 0,-1 3-43 15,-2 2-9-15,3 4 9 0,-1 2 3 0,-1 5-2 16,1 3-5-16,0 0-13 0,-1 1-28 15,1 3-31-15,-1 4-22 0,1 3-13 0,2 2-7 16,-4 5 1-16,2 3 0 0,1 3 2 0,0 4-8 16,-1 1-7-16,0 4-4 0,-1 5-7 0,1 4-6 15,1 2-2-15,-3 9 4 0,2-2 1 0,-2 7-2 16,0 3-1-16,0 5-3 0,0 6-5 16,0 3-4-16,0 5-5 0,0 1-1 0,0 5 0 15,0 1-2-15,1 0-3 0,-1 1-4 0,2 0-1 16,1-1-1-16,-1-2-3 0,2-2 0 15,-1 0 0-15,0-1 0 0,-1-2 1 0,1-1-4 16,-1-2 1-16,1-3 0 0,-1-3 1 0,-1-4 0 16,1-2 1-16,-2-5 1 0,1-3-3 15,1-5-1-15,-2-6-1 0,-2-5-2 0,1-5 2 16,1-6-2-16,0-6-1 0,-2-7-7 0,-1-7-8 16,1-6-19-16,-1-8-38 0,0-7-78 0,-3-6-114 15,-2-11-190-15,-3-6-296 0,0-11-352 16,-3-8-370-16,-3-7-157 0,-1-13 347 0,-4-7 709 15</inkml:trace>
  <inkml:trace contextRef="#ctx0" brushRef="#br0" timeOffset="750.23">4379 1407 186 0,'-5'7'327'0,"1"2"134"0,0 0-15 16,-2-2-66-16,2 3-33 0,-1-4 0 0,3 0 15 16,-3 0 14-16,4-2 15 0,-1 1-6 0,1-3-19 15,1 0-24-15,0 0-39 0,0-2-40 0,0 0-34 16,0 0 7-16,1 0 25 0,1-2-3 0,-1-1-11 16,3-1-15-16,-1-4-23 0,2 0-42 15,1-3-47-15,0-3-32 0,2-2-20 0,-1-1-16 16,3-4-10-16,-2 0-7 0,2-1-9 0,2-2-6 15,-2-1-5-15,1-1-4 0,1 2-4 0,0 0-2 0,-3 1-1 16,2 4-1-16,-1 1-1 0,-4 3 0 16,3 3 1-16,-4 3-2 0,-2 1 0 0,1 2 0 15,-1 3 1-15,0 2 0 0,0 4 1 0,2 1 1 16,1 5 0-16,-3 4-1 0,0 6-1 0,1 2 0 16,-1 4-2-16,-2 4-2 0,4 3-4 0,-3 3-10 15,1 3-46-15,0-1-75 0,2 1-133 0,-4-1-252 16,2 1-303-16,-1-1-379 0,1-1-349 0,-1 1-87 15,1-2 574-15</inkml:trace>
  <inkml:trace contextRef="#ctx0" brushRef="#br0" timeOffset="2486.46">4211 5978 387 0,'4'0'722'0,"-3"0"244"15,2 0 55-15,-1 0-312 0,1 0-227 0,-1 0-164 16,0 0-97-16,1 0-33 0,0 0-18 16,1 1-23-16,3-1-23 0,-1 1-16 0,2 1-12 15,1 0-15-15,1-1-8 0,0 0-12 0,2 1 10 16,-1 1 55-16,2-2 21 0,3 0-2 15,-2 1-10-15,3 1-8 0,-1-1-20 0,3 1-28 16,0-2-11-16,0 1-7 0,3-1-5 16,0 2-4-16,-1-2-3 0,4 1-21 0,0 0-12 15,2-2-6-15,0 1-2 0,0-1-1 16,3 0 3-16,0 0 2 0,0 0 2 0,0 0 0 16,3 0 0-16,-1 0 2 0,3 0 0 0,0 0-1 15,1 0 0-15,2 1-1 0,3 1 0 0,-3 0-1 16,3-1-1-16,3 0-2 0,-1 1-2 15,0 0-3-15,1-1-3 0,2 2-1 0,1 0 1 16,-1-3 1-16,2 0 2 0,0 0 2 16,2 0 3-16,0 0 2 0,5-5 0 0,-2 3-1 15,2-2 0-15,2-2-1 0,1 2-3 0,-1 0-4 16,2-2-3-16,-2 1 0 0,0 0-2 0,1 1 0 16,1 1 1-16,-1 1 3 0,2-2 2 15,0 2 2-15,4 0 1 0,0 0-1 0,3 0-2 16,-2 2-1-16,4 0-1 0,-1-2-3 15,0-1-2-15,2 1 1 0,1 1 2 0,0-2 0 16,0-2 1-16,3 1 2 0,2-2 3 0,3 0 0 16,-1-2-3-16,1 2 0 0,0-2-4 15,0 3-1-15,2-3 0 0,-1 0 1 0,-1 1 2 16,2 1 3-16,1 0 3 0,4-1 3 0,-1 1 0 16,2 0-2-16,2 0-2 0,-1 0 0 15,-1 0 1-15,3 0 0 0,0 0 1 0,3-1 1 16,2-1-1-16,0-2-1 0,0 3-3 0,2-2-3 15,-2 0 1-15,1 0 0 0,-1 2 3 0,4-2 1 16,1 2 2-16,1-4 0 0,2 4-2 16,0 1-3-16,-2-1 0 0,2 1-1 0,-1 2 1 15,1-2 2-15,3 1 0 0,-1 2 0 16,-1-1-2-16,3 1-3 0,-2 2 1 0,-1-1-2 16,-1 0 2-16,0 2 1 0,2-1 1 0,-2 1 0 15,2 1-1-15,2-1-3 0,-4 4 1 16,0-2 1-16,-2 1 0 0,0 1 1 0,3 1 2 0,-1 0 0 15,3 2-1-15,-2 0-3 0,-1 1-1 16,0 1 1-16,1-3 1 0,-2 5 2 0,1-2 1 16,1 1 0-16,-1-1 1 0,-2 2-3 15,1-1-3-15,-2-1 0 0,-2 2 1 0,2-1 0 16,-1-1 1-16,-1 2 1 0,2-1 0 16,-2 1-2-16,0-3-2 0,2 3-1 0,-6-2 1 15,0 3 1-15,-1-1 2 0,0-1 0 0,-1 0 2 16,1 2-1-16,1 1-2 0,-3-1-1 0,1 0-2 15,-2 1 0-15,-1 0 2 0,-4 1 0 16,4 2 1-16,-1-3 1 0,-1 0 2 16,2 0-1-16,-2 1-1 0,-2 0-1 0,-1 0 0 15,1-1 0-15,-3 0 0 0,-1 0 0 0,1-1 2 16,0 1 0-16,-1 0 1 0,3-1-1 0,0-1-1 16,-3 1-1-16,-1 0-2 0,-1-3 0 0,0 2 0 15,-3-1 2-15,3-1 1 0,-3 0 1 16,1 0 1-16,2-2 1 0,-1 0-1 15,2 1-1-15,-3 0-1 0,0-3 0 0,-3 4-2 16,2-3 1-16,-5-1 2 0,1 1 0 0,0-1 2 16,-2 1 1-16,1-2 2 0,-1 2 0 0,0-1 0 15,-1 1-1-15,-3 1 0 0,2-5-1 16,-4 5-1-16,-1-1-1 0,-3-1 0 0,0 1-1 16,-2-2 1-16,-1 1-1 0,-3-1 0 15,-2 1 1-15,0-2 1 0,-1 0 0 0,-2-1 0 16,0 0-1-16,-5 1-1 0,0-2 0 0,-2 1-2 15,-6 0 1-15,-3-1-2 0,-3-1 1 16,-3 1-1-16,-3-1 0 0,-4 0 0 0,-5 2 0 16,-1-2 1-16,-6 0 1 0,-2 0 0 15,-3 0 1-15,-1 0 0 0,-4-2-2 0,1 2-7 16,-6-1-17-16,-1 0-34 0,-1-3-71 0,-2 2-90 16,0-3-165-16,-3-2-289 0,-1-2-328 0,1 0-364 15,3-2-215-15,0 1 125 0,-2-2 686 16</inkml:trace>
  <inkml:trace contextRef="#ctx0" brushRef="#br0" timeOffset="2749.76">19452 6246 55 0,'3'-2'587'16,"2"4"455"-16,-4-2 163 0,2 0-72 16,2 0-357-16,0 0-309 0,4 0-169 0,-1 0-86 15,4 1 1-15,1 0-3 0,0 1-13 0,3 0-4 16,0 0-23-16,1 3-13 0,-1-3-42 0,3 4-29 15,-1-1-16-15,0 3-21 0,0 0-12 16,-2-1-5-16,-1 1 3 0,-3 2 1 0,-1-1 2 16,-1 3 6-16,-5-2 4 0,0 3 4 15,-2 0-4-15,-6 1-8 0,2 2-7 0,-8-1-8 16,0 2-7-16,-2 1-7 0,-2-1-6 0,-4 2-2 16,-2 2-4-16,0-3-12 0,-3 1-28 15,-2 1-72-15,0-4-90 0,-1 2-171 0,0-1-288 16,0-3-335-16,3 1-384 0,2 2-223 0,0 0 146 15,0-1 717-15</inkml:trace>
  <inkml:trace contextRef="#ctx0" brushRef="#br0" timeOffset="3407.25">19091 7013 4 0,'7'-9'385'0,"-1"1"338"0,5 0 316 0,0-2 104 16,0-1-297-16,7-1-234 0,0 1-116 0,2 1-41 16,0-1-76-16,4 3-58 0,-3-1-55 15,2 0-51-15,2 1-53 0,-1 1-52 0,-2 3-31 16,-1 0-17-16,-1 4-8 0,-2 2 4 15,-3 1 4-15,0 2 1 0,-3 2 2 0,-4 2-1 16,-1 2-4-16,-2 6-5 0,-5-1-5 0,-5 6-8 16,-2 2-5-16,-2 3-7 0,-5 1-5 15,-1 5-4-15,1 2-5 0,-2-1-4 0,1 4-3 16,0-2-3-16,1 0-3 0,3-2-2 16,1-3-2-16,1 0-2 0,6-6-1 0,1-2 0 15,2-4-2-15,5-3-2 0,4-3-8 0,4-5-13 16,3-4-23-16,0-4-35 0,6-5-72 0,0-4-73 15,3-3-89-15,2-1-121 0,2-5-140 16,-1 0-126-16,2-3-29 0,0 1-12 0,-1-1 57 16,-1 3 182-16,-3 2 213 0,-1 1 196 15,-2 4 214-15,-3 5 231 0,-3 3 168 0,-4 5 81 16,-2 4 85-16,0 3 26 0,-3 4-77 0,1 4-123 16,-3 3-116-16,-2 3-81 0,2 3-87 15,0 0-73-15,3 2-49 0,-2-3-33 0,2-1-19 16,2-3-15-16,0-1-12 0,3-7-9 15,4 0-5-15,-2-10-1 0,4-4 1 0,0-6 0 16,3-8-1-16,-2-5 1 0,1-5 0 0,1-5 0 16,-1-3-2-16,-4-3-1 0,-3-2-1 15,-1 1 1-15,-4-1-2 0,-6 2 0 0,-1 0 2 16,-4 3-2-16,-7-1 1 0,1 3-1 16,-5 3 0-16,0 1-1 0,-4 6 0 0,0 3-1 15,1 3-1-15,-3 6 0 0,3 7 1 0,-2 2-1 16,0 7-1-16,2 3-6 0,2 8-14 0,0 1-34 15,3 2-78-15,-2 1-98 0,4 1-178 16,1 2-292-16,-1-2-336 0,2 2-359 0,1 0-176 16,1-1 222-16,0-2 691 0</inkml:trace>
  <inkml:trace contextRef="#ctx0" brushRef="#br0" timeOffset="3590.75">19942 7276 495 0,'9'-1'1525'0,"-1"4"252"16,-3 2-337-16,-2 3-352 0,1 1-447 15,0-1-328-15,-1 1-143 0,4-2-66 0,1 1-33 16,1-1-23-16,5-2-20 0,2-2-13 0,5-1-7 16,2-6-5-16,2 0-14 0,4-5-36 0,-1-1-86 15,0-1-165-15,-2 0-264 0,0-1-317 16,-4-1-404-16,-5 1-415 0,-4-2 6 16,-7 1 792-16</inkml:trace>
  <inkml:trace contextRef="#ctx0" brushRef="#br0" timeOffset="4556.89">3723 1240 118 0,'0'2'574'0,"-2"0"410"16,2 0 169-16,-1 1-135 0,-1 1-318 0,2 3-209 16,3 2-142-16,-1 3-64 0,0 1-18 0,1 7-24 0,0-1-26 15,2 5-43-15,2 1-40 0,-2 0-41 0,0 1-42 16,1 2-23-16,1 0-13 0,-1 2-6 0,0-3-2 15,-1 2-5-15,0-2-47 0,-2-2-52 16,0-1-105-16,-3-1-184 0,-1-2-295 0,-3-2-322 16,1-4-268-16,-3 0-178 0,-2-9 286 0,-1 1 618 15</inkml:trace>
  <inkml:trace contextRef="#ctx0" brushRef="#br0" timeOffset="4751.29">3556 1211 436 0,'-5'0'966'0,"0"1"277"0,0-1-59 16,4 1-302-16,-1 0-359 0,0-1-246 0,2 5-125 15,2-5-63-15,0 5-33 0,1-1-25 0,2 1-12 16,1 1-6-16,5 0-9 0,-2 1-1 0,4 1-2 16,1-1 0-16,2-1-4 0,3 2 14 0,0-2 10 15,0 1-4-15,3-5-18 0,-3 5-41 0,0-2-97 0,2-2-151 16,-4 1-207-16,-1 0-293 0,1 1-261 15,-1 1-165-15,-5 0 170 0,0 3 414 0</inkml:trace>
  <inkml:trace contextRef="#ctx0" brushRef="#br0" timeOffset="4966.95">3584 1834 146 0,'-3'15'696'0,"-2"-4"399"0,2-2 80 0,3-2-127 15,0-1-436-15,3 0-299 0,2 0-157 0,1-1-78 16,5-1-34-16,0 0-20 0,5 2-14 0,2 0-4 16,3-2 9-16,3 0 7 0,3 1 3 15,1-1-7-15,1-1-72 0,1 2-131 0,5 1-224 16,-2 0-289-16,3 1-264 0,1 4-217 0,-1-1 93 16,2 5 408-16</inkml:trace>
  <inkml:trace contextRef="#ctx0" brushRef="#br0" timeOffset="9176.76">5592 5106 45 0,'-3'4'312'0,"1"-1"197"16,2 0 166-16,0 0-31 0,0-1-171 15,0 0-90-15,2-2-20 0,2 3 17 0,-1-2 14 16,2 0-10-16,3 2-30 0,0 0-56 16,1-1-55-16,4 1-56 0,3 0 2 0,0 0-13 15,4 0-17-15,4-2 37 0,0 1-4 0,5-2-10 16,1-2-49-16,0 1-12 0,1-4-9 0,1 1-46 16,1-6-20-16,0 0 2 0,2-2 0 15,-2-4-9-15,0-3-7 0,0-5 2 0,-1-2-1 16,-2-6-15-16,2-1-7 0,-4-4-5 15,-1-4-2-15,1-2 9 0,-5-2 1 0,0-4 5 16,1 0 1-16,-5-3 1 0,3-3 0 0,-3 1-7 16,-3-4-3-16,1-2-4 0,-4 0-1 0,1 0-3 15,-3-2-1-15,-1 0-3 0,-1-3 0 16,-1 2 0-16,-1-3 1 0,-1 0 1 16,0 2-4-16,-1-4-2 0,-2 1-3 0,0-1-1 15,0 1 4-15,-1 0 2 0,1-1 4 0,-1 2 4 16,1 1 2-16,-1 1-2 0,-1 0-8 0,2 2-4 15,0 0-1-15,-1 0 1 0,1 1-2 0,2 2 4 16,0 0 0-16,1-1 2 0,-1-1 0 16,2 3-1-16,0-1 4 0,1 0 1 0,3 0 0 0,-2 0 2 15,1 1-2-15,2 0 2 0,1-1-6 16,2 2-1-16,2 1 2 0,0 3-2 0,-1 3 2 16,4 2-2-16,-2 4 2 0,1-2-1 0,1 6 0 15,0 1 0-15,2 2 0 0,-2 1 0 16,1 4-1-16,1 1 2 0,0 5-1 0,-3 1 1 0,3 1-1 15,-3 5 1-15,-3 4 1 0,3 0-1 16,-3 5 1-16,-1 2-1 0,-2 3 0 0,3 0 8 16,-5 1 2-16,3 4 2 0,-1 2 0 0,0 1 1 15,2 2 0-15,-2 2-5 0,1-1-2 0,-3 2 0 16,3 3 1-16,-1 0 1 0,2 3-5 0,-1 0-1 16,-2 5-2-16,2 0 0 0,-1 2 1 0,1 1 1 15,-1 4 5-15,1 1 4 0,-3 0 2 16,2 3-1-16,-1 3 0 0,0 2 1 0,-3 2 1 15,2 3 0-15,-1 1 1 0,-2 2 5 0,1 4 2 16,-3-1-1-16,-1 4 0 0,0 0-7 0,0 0-3 16,0 2-8-16,-1 0-2 0,-1 0-3 0,-3 3-3 15,2-1 4-15,-2-1 9 0,-2 3 2 16,1-2 2-16,-1-1 0 0,-2 1 2 0,0 0 2 16,1-1 0-16,0-2-2 0,1 2 0 0,-2 0 1 15,0-2-1-15,1 3-2 0,0-2-5 0,1 3-1 16,-2-2-1-16,4 1 1 0,0-1 2 15,0 1 0-15,0-2 1 0,4-1-1 0,-2 1 1 16,1-2-1-16,2-2-2 0,-2-1 0 16,2 0 0-16,0-1 0 0,1-3 0 0,2 1-1 15,-2-4 0-15,1-1 0 0,-1-2-2 16,3 1 0-16,-2-3-1 0,-1-1 0 0,2-2 0 0,1-2-1 16,-1 0 1-16,0-4-1 0,0 2 1 15,3-3-1-15,-3-1 1 0,2-1-1 0,-1-2 1 16,-1-3-1-16,0-2-1 0,0-2 1 15,1-1-1-15,-2-1 0 0,-1-3 1 0,2 0 0 16,0-2 0-16,-2-1 1 0,2 3-1 0,0-6 1 16,1 2-1-16,-1 0 1 0,2-1-1 15,2 1 1-15,-2 0 0 0,1-3 0 0,1 3 0 16,1-1 1-16,0 0-1 0,1 1 0 0,2 0-1 16,-2-1 0-16,3 0 1 0,-1 1 0 15,2 0-1-15,-1 1 1 0,2 1-1 0,-1-5 1 16,2 4-1-16,-1-1 0 0,0 1 0 15,2-4 0-15,-1 3 0 0,1-2 0 0,-1 0 1 16,1-1 0-16,-2 0 1 0,3 0-1 0,0-1 2 16,-1-1 0-16,1 0-1 0,0 0 1 15,-1 0 0-15,1 0-1 0,1 0-1 0,-1 0 1 16,2 0 0-16,0 0-1 0,0 0 1 0,1 2 0 16,-2-2-1-16,0 1 1 0,2 1-1 15,0 1 1-15,-1-2-1 0,-2 2 0 0,0 0 0 16,2 0 0-16,-2-2 1 0,2 3-1 15,-2-2 1-15,3 2-1 0,-1-2-1 0,-2 3 0 16,2-3-1-16,1 1 0 0,0 1-1 0,-1 0 1 16,-2 0 1-16,4-1 1 0,-3 2 1 15,4-1 1-15,-2 0 0 0,-1 1 1 0,3 1-1 16,0-3 0-16,1 1 1 0,1 1-1 0,1-3 1 16,0 2-1-16,2-2 0 0,-1 1 0 15,2-3-1-15,1 0-1 0,-1 0 0 0,0-3 0 16,0 2 0-16,2-2-1 0,-2 0 1 15,0 0-2-15,2 0 1 0,-2-1-1 0,1 1 0 16,0-2-2-16,-2 2 2 0,3 0 1 0,-2-1 1 16,0 1 1-16,1 0 1 0,0 0 1 0,1 0-2 15,0-1 1-15,0 0 0 0,1 1-1 16,0-1 0-16,2 2 1 0,0-4-1 0,0 4-1 16,0-2 1-16,0 1-1 0,0 0 0 15,0 0 0-15,0 0 0 0,0 0-1 0,1 2 1 16,-1-2-1-16,2 0 0 0,-2-2 0 0,4 2 1 15,-2-1 0-15,1 0 1 0,0-2 1 0,0 0 1 16,1 1-1-16,0-3 0 0,1 1 0 16,1-1-1-16,-1 0 0 0,-2 1 0 0,1-2-1 15,0 2 1-15,-3-2-1 0,2 2 0 16,-3-4 0-16,-1 4 0 0,-1-1 0 0,-1-2-1 16,1 2 0-16,-3-3 0 0,-1-2 0 0,-1 1 1 15,-1-2 2-15,0-1-1 0,-3 0 2 16,-1-3 0-16,-1-1-1 0,0-4 1 0,-1-2-2 15,1-2 1-15,-4-2 0 0,1-4-1 16,0 0 0-16,-1 1-1 0,1-4 0 0,0 4 0 16,0-2-1-16,-1 3 0 0,1 0 1 0,-2 2-2 15,1 2 1-15,-2 1 0 0,3 1 0 0,-3 1 1 16,2 3 0-16,-1-1 1 0,1 4 0 16,-1 0 3-16,2 3 0 0,1 2 1 0,-1-2 0 15,1 5 1-15,-1 3-1 0,1-2 0 16,0 3-1-16,1 1-1 0,1 2 0 0,-2 0 0 15,0 3 0-15,1 2 0 0,0 1 1 0,-2 0 0 16,2 3 1-16,-1-1 1 0,-1 3-1 16,-1 1 1-16,1 0 0 0,-2 1 0 0,1 3 1 15,0-1 0-15,-1 1 1 0,-1 2 0 0,0-1 1 16,-3 4 1-16,1 0-1 0,1 0 1 16,-4 1-4-16,2 2-6 0,-3 0 0 0,-1 2 0 15,-1 0 0-15,-3 0 0 0,0 3 0 0,-1 0 0 16,-1 1 0-16,-5 1 0 0,2 2 0 15,-1-1 0-15,-2 3 0 0,0 0 0 0,0 0 0 16,0 2 0-16,0-3 0 0,0 2 0 16,0-2 0-16,2 0 0 0,-1-3 0 0,2-1 0 15,1 0 0-15,0-2 0 0,1-2 0 0,3-2 0 16,-2-1 0-16,1-2 0 0,1 0 0 16,1-4 0-16,0 2 0 0,1-2 0 0,2-3 0 15,-2 0 0-15,1-1 0 0,3-1 0 0,-1 0 0 16,1-3 0-16,-1 2 0 0,3-2 0 15,-2-1 0-15,0-1 0 0,0 0 0 0,2-1 0 16,-2 1 0-16,-1 0 0 0,4-1 0 16,-4 0 0-16,3 0 0 0,-2-2 0 0,2 2 0 15,-2 0 0-15,2-1 0 0,0 0 0 0,0 2 0 16,0-2 0-16,1 1 0 0,0-1 0 16,-1 1 0-16,3 0 0 0,-3-1 0 0,3-2 0 15,-2 3 0-15,2-2 0 0,2 1 0 0,-2-1 0 16,1 1 0-16,1-2 0 0,0 2 0 15,2-1 0-15,-1 0 0 0,2 3 0 0,0-3 0 16,1 0 0-16,0 1 0 0,0 0 0 16,-2-1 0-16,4 0 0 0,-2 1 0 0,0 1 0 15,0-2 0-15,1 2 0 0,-1 0 0 16,1-1 0-16,-1 1 0 0,2 0 0 0,-2 0 0 16,2-1 0-16,-3 3 0 0,2-4 0 0,1 3 0 15,-2-2 0-15,2 2 0 0,0-2 0 0,-2 3 0 16,1-5 0-16,1 2 0 0,0 1 0 15,-1 0 0-15,1 0 0 0,0-1 0 0,1 0 0 16,-1 2 0-16,-1-2 0 0,3 3 0 16,-1-2 0-16,0 0 0 0,1 1 0 0,-1-1 0 15,2-1 0-15,-1 1 0 0,-1 0 0 0,2 0 0 16,0-1 0-16,-2 2 0 0,3-2 0 0,-1 0 0 16,0 1 0-16,0 1 0 0,1-3 0 15,-1 1 0-15,2 0 0 0,0 1 0 0,-1-1 0 16,-1 1 0-16,3-2 0 0,-1 2 0 15,1-1 0-15,-1 0 0 0,0-1 0 0,2 0 0 16,0 1 0-16,-1 0 0 0,2-1 0 0,0-1 0 16,1 1 0-16,-3-1 0 0,0 2 0 15,2-2 0-15,-2 0 0 0,2 0 0 0,-2 0 0 16,2 0 0-16,-2 0 0 0,3 0 0 0,-2 2 0 16,0-1 0-16,-2-1 0 0,3 1 0 15,-2 2 0-15,2-3 0 0,-2 2 0 0,2-1 0 16,3 0 0-16,-5-1 0 0,2 2 0 0,1-2 0 15,-1 0 0-15,2 0 0 0,-3-2 0 16,2 2 0-16,-2-1 0 0,0 1 0 0,-2 0 0 16,0-1 0-16,-1-1 0 0,1 2 0 15,0-1 0-15,-2 1 0 0,-2-2 0 0,2 2 0 16,0-1 0-16,-2 1 0 0,1 0 0 0,-1 0 0 16,-2 0 0-16,3 0 0 0,-3 0 0 0,1 0 0 15,0 0 0-15,0 0 0 0,0 0 0 16,-1-1 0-16,0 1 0 0,1-2 0 0,-2 0 0 15,2 1 0-15,-2 0 0 0,0-1 0 16,-2 0 0-16,0 0 0 0,-1-2 0 0,-2 1 0 16,0-1 0-16,0-1 0 0,-2 1 0 0,1-4 0 15,-3 2 0-15,1-3 0 0,0 0 0 16,-1 0 0-16,2-1 0 0,-4-1 0 0,2 0 0 16,-4 3 0-16,1-3 0 0,1 1 0 15,-2 2 0-15,1 0 0 0,-1-2 0 0,-1 1 0 16,5 0 0-16,-4 1 0 0,2 0 0 0,-1-3 0 15,4 2 0-15,-2-2 0 0,2-1 0 0,-1-3 0 16,3-1 0-16,1-2 0 0,0-1 0 16,-2-1 0-16,4-4 0 0,1 0 0 0,-1-1 0 15,1-1 0-15,1 0 0 0,-1-1 0 16,0-2 0-16,2 0 0 0,0-1 0 0,2 0 0 16,-1 0 0-16,-1-1 0 0,2 1 0 0,-2-2 0 15,2 2 0-15,-2 1 0 0,-1-2 0 16,-2 1 0-16,4 1 0 0,-3 3 0 0,-2-1 0 15,4 1 0-15,-3 4 0 0,2-1 0 16,-2 1 0-16,0 4 0 0,2 1 0 0,0 1 0 16,-2 3 0-16,2-2 0 0,1 5 0 0,0-1 0 15,0 3 0-15,1-1 0 0,1 1 0 16,1 1 0-16,1 0 0 0,-1-2 0 0,4 3 0 16,-1-1 0-16,1 1 0 0,1-2 0 0,1 4 0 15,-1-2 0-15,0 0 0 0,3 2 0 16,-3-1 0-16,2 2 0 0,-3 0 0 0,1 2 0 15,-1 0 0-15,-1 1 0 0,1 1 0 0,-1 2 0 16,-1 1 0-16,-1 1 0 0,-1 1 0 16,2 0 0-16,-3 1 0 0,0 1 0 0,-1 1 0 15,-1 0 0-15,0-1 0 0,0 2 0 16,-1 2 0-16,-2-2 0 0,0 2 0 0,0 0 0 16,-2 1 0-16,0 2 0 0,0-2 0 0,-2 2 0 15,1 1 0-15,0 0 0 0,-5 3 0 0,3-1 0 16,-2 0 0-16,-2 2 0 0,1 2 0 15,-3-3 0-15,1 4 0 0,-2-1 0 0,0 1 0 16,-1-1 0-16,-3 0 0 0,0 1 0 16,3-2 0-16,-3 1 0 0,1 1 0 0,-2 0 0 15,0-1 0-15,2 0 0 0,-1 1 0 0,1-2 0 16,0 1 0-16,-1 0 0 0,1-3 0 16,0 2 0-16,1-2 0 0,-1 0 0 0,-1 0 0 15,3-2 0-15,-1 0 0 0,0 0 0 16,-1-1 0-16,2-2 0 0,-3 1 0 0,2-2 0 15,1 0 0-15,0 1 0 0,0-3 0 0,-1 3 0 16,0-4 0-16,3 3 0 0,-3-3 0 16,0 3 0-16,3-1 0 0,-1-1 0 0,-2 1 0 15,2-2 0-15,-2-1 0 0,2 2 0 16,-2-2 0-16,1 0 0 0,1-2 0 0,-1 1 0 16,1-2 0-16,-2 0 0 0,0-2 0 0,0 2 0 15,1-2 0-15,0 1 0 0,0-2 0 0,0 2 0 16,0-1 0-16,-1 1 0 0,2-1 0 15,1 1 0-15,-2 1 0 0,4-2 0 0,-2 0 0 16,0 1 0-16,2-2 0 0,-1 2 0 16,1-4 0-16,3 2 0 0,-2-3 0 0,0 1 0 15,1-1 0-15,0-1 0 0,0 1 0 0,0-3 0 16,1 2 0-16,-2-1 0 0,2 1 0 16,-2-2 0-16,1 1 0 0,0 2 0 0,-2-1 0 15,3-1 0-15,-2 2 0 0,2 0 0 16,-2-2 0-16,2 2 0 0,-2 0 0 0,3 0 0 15,-2 0 0-15,1 2 0 0,0-2 0 0,-1 0 0 16,1 2 0-16,0-2 0 0,0 1 0 0,1-1 0 16,-1 2 0-16,1-2 0 0,-1 1 0 15,2 1 0-15,-1 1 0 0,0-2 0 16,1 2 0-16,-2-2 0 0,1 1 0 0,-1 1 0 16,1-2 0-16,-1 1 0 0,1 0 0 0,-1 0 0 15,0 1 0-15,-2-2 0 0,4 0 0 0,-4 2 0 16,3 0 0-16,-2-1 0 0,3-2 0 15,0 4 0-15,-1-2 0 0,0 1 0 0,3-1 0 16,0 0 0-16,0 2 0 0,0-3 0 16,0 0 0-16,2 1 0 0,-1 1 0 0,1-2 0 15,0 2 0-15,-1 0 0 0,1-2 0 0,0 3 0 16,-2-3 0-16,0 2 0 0,-2-1 0 16,-2 1 0-16,2 0 0 0,-5-1 0 0,0 2 0 15,-3-2 0-15,0 2 0 0,-3-2 0 0,-2 3 0 16,-3 1 0-16,-2-4 0 0,-4 4 0 15,-3 0 0-15,-3 0 0 0,-1 1 0 0,-4 2-35 16,-5-3-256-16,-2 0-251 0,-1-2-322 16,-3 0-406-16,2-3-488 0,1 0-123 0,-6 1 696 15</inkml:trace>
  <inkml:trace contextRef="#ctx0" brushRef="#br1" timeOffset="16237.81">7135 3229 178 0,'0'-2'395'0,"0"2"188"0,-2 0 112 0,2 0-116 16,0 0-63-16,-1 0-5 0,1 0-12 15,-3 0-21-15,3 0-41 0,0-1-38 0,0 1-29 16,0 1-24-16,0-1-36 0,0 0-33 16,-2 2-32-16,2-2-34 0,-1 2-47 0,-1-2-47 15,1 0-30-15,-1 1-17 0,0-1-10 0,2 2-12 16,-1-1-7-16,-1-1-9 0,2 0-7 16,-2 2-6-16,1-2-6 0,1 1-4 0,0-1-4 15,1 0-4-15,1 1-1 0,-2-1-3 16,2 2 2-16,1-2 0 0,0 3-1 0,5-3 1 15,-2 0 1-15,4 2 0 0,-1-2-1 0,4 2 1 16,0 1 1-16,0-3 0 0,2 1 1 0,1 0 0 16,-2-1 2-16,2 0 0 0,-2-1-1 15,0 1 0-15,0-1 1 0,-1-2-2 16,-2 3 0-16,-3 0 0 0,0-2 1 0,-3 2 6 16,1 0 11-16,-3 0 14 0,2 0 13 0,-5 0 10 15,2 0 3-15,-4 0-4 0,0 0-10 0,-4 2-10 16,0 1-13-16,-2-3-9 0,-2 2-6 15,-1-2-3-15,0 1-2 0,-2 2-1 0,-2-3 2 16,2 2-1-16,-3-2-1 0,2 2 1 16,-2-2 0-16,2 0-1 0,3 0 0 0,-2 0 0 15,2 0-1-15,2 0 0 0,1 0 0 0,1 0 0 16,1 0-1-16,3 0 0 0,-3 0 0 16,4 0 0-16,-1 0 1 0,2 0-1 0,-1 0 0 15,0 0 0-15,2 0 0 0,0 0-1 0,-1 0 0 16,1 0 0-16,0 0-2 0,0 0 1 15,1 2-1-15,-1-2 0 0,4 1 0 0,-1-1 0 16,4 3 1-16,0-1 0 0,2 0 1 16,1 1-1-16,2 0 1 0,1 0 0 0,-1 1 1 15,3-3 0-15,-1 2 1 0,0-2 0 0,-1 1 0 16,1-1 0-16,-2-1 0 0,0 0-1 0,-3 0 1 16,1 0-1-16,-2 0 0 0,-4-1 1 15,1 1 1-15,-2-2 1 0,-1 2 1 0,-2 0 0 16,-3-1 1-16,-2-1-1 0,-3 1-3 15,-3 0-1-15,0-1 0 0,-4-1 0 0,-2 1 0 16,-5-1 0-16,-1 0 0 0,-1 2 0 0,-3-2 0 16,-3 1 0-16,1 0 0 0,3 0 0 15,-1 0 0-15,3 0 0 0,5 2 0 0,0 0 0 16,6 0 0-16,1 0 0 0,4 0 0 16,3 0 0-16,0 0 0 0,1 0 0 0,4 4 0 15,4-1 0-15,1 0 0 0,2 0 0 0,2 0 0 16,2 1-1-16,0-2 0 0,2 1 0 15,4-1-1-15,0-1 1 0,-1-1-1 0,3-1 0 16,-1-1 0-16,2-1 0 0,-4 0-2 16,3-2 1-16,0 1 0 0,-3 0-1 0,1-2 1 15,-4 2-6-15,-1-1-14 0,-2 3-22 0,-2-3-50 16,-3 2-85-16,-2 3-184 0,0 0-274 0,0 1-336 16,-3 4-419-16,-4-1-365 0,-1 2 75 15,0 3 870-15</inkml:trace>
  <inkml:trace contextRef="#ctx0" brushRef="#br1" timeOffset="18160.15">12433 4219 255 0,'-3'-2'440'15,"1"2"179"-15,-2 0 46 0,2 0-131 0,1 0-66 16,-1 2-32-16,2-2-1 0,0 2-14 16,-1-2-32-16,1 0-55 0,-2 0-65 0,2 0-52 15,0 0-43-15,0 0-30 0,0 0-18 0,0 0-18 16,2 0-7-16,-1 0 44 0,2 2 15 16,3 1-6-16,-1-2-9 0,2 0-7 0,-1 3-13 15,2-2-41-15,3 0-26 0,0 2-13 0,0-1-6 16,3 0-3-16,-1 0-4 0,1 1-9 15,-1-3-4-15,4 0-4 0,-4 1-1 16,2-2-2-16,0 0 2 0,-1 0-1 0,-3 0-3 16,0 0-1-16,0-2-1 0,-3 1-2 0,0 1-1 15,-3-1 6-15,1 1 12 0,-3 0 17 0,-1 0 16 16,-1 0 4-16,-2 0 1 0,-4 0-6 16,-1-2-11-16,0 2-14 0,-4-2-14 0,-4 2-7 15,0 0-4-15,-4 2 0 0,1 0-3 0,-4-2-1 16,-1 1 0-16,3 0 0 0,-3 1-1 15,2 0 2-15,0-1 3 0,3-1 3 0,1 1 1 16,2 1 2-16,3-1 0 0,1-1-2 16,1 2-3-16,4-1-3 0,1-1-3 0,-1 1 0 15,1-1-1-15,1 0-1 0,2 0 0 0,-2 0 0 16,3 0-1-16,0 0 0 0,0 0 1 16,0 0 0-16,3 0 0 0,-2 0 1 0,4 0 1 15,0 0 0-15,1 0 0 0,2 0 1 0,1 0-1 16,1 2 0-16,1-2 1 0,3 1 1 15,-1 1-1-15,3-2 1 0,-2 2-1 0,3-2 1 16,-2 0-1-16,0 0 0 0,0 0 0 16,0-2-1-16,-3 2 0 0,-1-2 0 0,-2 1 1 15,-1 1 0-15,-3 0 1 0,0-2 0 0,-2 2 5 16,1-1 6-16,-4 1 2 0,0 0 2 16,-4-1 0-16,-1-1 0 0,-3 1-3 0,-2 1-6 15,-2-2-4-15,-1 1-1 0,-4 0-2 0,1-1 0 16,-3 0-1-16,0 1 0 0,0 0-1 15,0-1 0-15,0 0 2 0,2 1-1 0,4-1 4 16,-1 2 2-16,5 0 2 0,0 0 0 0,2 0-1 16,2 0 0-16,2 0-4 0,1 0-2 15,-1 2-1-15,5-1-2 0,-1 3 1 16,4-3 0-16,0 4 1 0,2-3 0 0,3 1 0 16,-2 0 0-16,4 0-1 0,-2 0 0 0,1-1 0 15,3-2 0-15,-2 1 0 0,2 1-1 0,-2-2 0 16,4 0-4-16,-2 0-12 0,-1 1-17 15,3-1-31-15,-2 0-77 0,0-1-103 0,-1 1-197 16,-1 0-290-16,1 0-350 0,1 0-408 16,-1 0-185-16,-2 1 272 0,3 2 777 0</inkml:trace>
  <inkml:trace contextRef="#ctx0" brushRef="#br1" timeOffset="19831.13">18922 4371 261 0,'-4'-2'454'15,"-3"-1"218"-15,2 0 102 0,0 1-87 0,1 0-61 16,-2-1-58-16,1 1-63 0,0 1-65 0,0-1-56 15,4 1-60-15,-3 1-38 0,3 0-23 16,-1 0-19-16,1 0-28 0,1 0-37 16,-2 0-38-16,2 0-42 0,0 0-36 0,0 0-25 15,2 0-16-15,-2 1-4 0,3-1-2 0,2 2 2 16,-1-1 8-16,5 1 4 0,0 1 10 0,3-1 0 16,1 2 1-16,1-2 2 0,2 2-4 15,3-2-3-15,0 2-9 0,0 1-4 0,3-3-3 16,0 0-8-16,2 1-2 0,2 0-1 0,0-2-1 15,1 1 0-15,2-2 2 0,1 0 3 16,-2 0 0-16,0-3 0 0,2 0 0 0,0-2 0 16,-1-1-5-16,-1-1-1 0,-4-3-3 15,2 2 0-15,-4-2-2 0,-2 2 0 0,-4 1-1 16,1-1 0-16,-5 2 0 0,-3-1 2 16,0 3 3-16,-4 2 7 0,0-3 4 0,-3 5 0 15,-2-4 1-15,0 4-1 0,-4-1-3 0,-1 1-6 16,1 0-4-16,-5 1-1 0,1 1-2 0,-4 0 0 15,-2 4 0-15,0-1-1 0,-3 2 0 16,-1 0 0-16,-2 1-1 0,-1 1-1 0,-4-1 0 16,2 2 0-16,-2-1 0 0,0-1 1 15,-3 1 0-15,-1-2 0 0,1-1-1 0,1 0 0 16,1-2 1-16,1 1 0 0,2-2 1 0,1 0 1 16,2-1 0-16,3 0 0 0,3-1 0 15,0 1 0-15,4 0-1 0,2-2-1 0,0 1 0 16,4 1-1-16,0-2-1 0,1 0 1 15,3 0 0-15,3 0-1 0,1 0 0 0,2 0 1 16,3-2 1-16,2 1 0 0,2-1 1 0,1 0 1 16,2 1 0-16,3-2 0 0,1 0 1 0,0 0-1 15,2 1 1-15,1-2 0 0,1 2-2 16,-2-3 1-16,2 2 0 0,0 0 0 0,-1 0-1 16,-2 0 1-16,0-1-1 0,-3 1 1 15,2 1 0-15,-6-2 0 0,-2 2-1 0,-2 2 2 16,-2-4 0-16,-4 4 0 0,-4-1 0 0,0 0 1 15,-6-1-1-15,-3 2-1 0,-2-2-1 16,-5 1-1-16,-2 0 1 0,-4-1-2 0,-3 1 0 16,-2-1 0-16,-4 1 0 0,-3 1-1 15,0 0 2-15,-1 0-1 0,0 1 1 0,2 2 2 16,1 1 0-16,4 1 1 0,1 0-2 0,5 1 1 16,2 1-2-16,5 1-1 0,2-1-1 0,4 4 1 15,4-3-1-15,4 2-1 0,2-2 2 16,4 2-1-16,4-3 1 0,4 1 1 0,4-4-1 15,1-1 1-15,4-1 0 0,1-2 1 16,4-2 0-16,0-2-1 0,0 1 1 0,3-1-4 16,0-2-12-16,-1 1-21 0,-1 1-56 0,-3 0-83 15,1 1-157-15,-4 2-276 0,-3-1-322 16,1 4-392-16,-4-1-315 0,2 0 20 0,-4 1 721 16</inkml:trace>
  <inkml:trace contextRef="#ctx0" brushRef="#br1" timeOffset="23032.25">9798 1294 196 0,'-4'13'529'0,"1"-1"296"0,0-4 167 0,1 1-184 16,2-3-195-16,0-2-135 0,0 1-102 0,0-2-83 16,-1-1-57-16,1-2-37 0,1 0-18 0,1-4 2 15,1-2 14-15,4-1 15 0,-1-4-3 0,3 0-21 16,-1-6-31-16,0-1-35 0,2-3-37 16,2-1-28-16,1-4-11 0,1-1-4 0,1-1-4 15,0-3-3-15,1 2-1 0,1-3-1 0,1 1-5 16,1-2-5-16,0 1 4 0,-2 2-2 0,0-2-3 15,1 2-5-15,-1 4 0 0,-2 1-2 16,0 3-5-16,-3 3-4 0,-2 4-3 0,0 1 1 16,-4 2-3-16,1 3 0 0,-4 1-2 15,3 4 1-15,-3-1 0 0,-1 1 0 0,-1 2 0 16,1 0 0-16,-2 0 1 0,0 1-1 0,0 1 1 16,0-1-1-16,0 1-1 0,-2 0 0 15,1 1-4-15,-1 0-13 0,1 1-15 16,-4 2-54-16,2 2-61 0,-3 0-83 0,-1 2-142 15,1 1-187-15,-1 1-316 0,-2 0-259 0,1 0-218 16,2-1-18-16,-1-2 444 0,-2 1 503 0</inkml:trace>
  <inkml:trace contextRef="#ctx0" brushRef="#br1" timeOffset="23437.31">9756 808 256 0,'-6'0'586'0,"0"2"309"0,1-1 173 0,0 1-207 16,1-4-216-16,0 1-133 0,3-1-56 0,-1 2-43 16,0 2-46-16,1-1-59 0,1 1-41 0,0-2-45 15,0 1-59-15,0-1-49 0,0 2-42 0,0-2-25 16,1 1-19-16,1 1-12 0,0-1-8 15,1 2-3-15,3 1-1 0,2 1 7 0,3 2 9 16,0 3 4-16,2 2 1 0,4 0 5 0,1 1 4 16,-1 3-4-16,5 1-4 0,0 0-1 0,2 0 0 15,2 1-2-15,0 2-3 0,3-2-1 0,-1 1-4 16,2-1 0-16,0 0-4 0,0 1-2 0,-3-3-3 16,2-1-2-16,-4 2-1 0,1-4-1 0,-1 1 0 15,-2-3-1-15,-1-2 0 0,-4 2-1 0,2-4 0 16,-4 3 0-16,-2-4-2 0,-1 1-1 0,-2-5 0 15,-1 4 1-15,-4-3-1 0,-1 0 0 0,0-2 2 16,-1 1 1-16,-2 0 0 0,-1-1-5 0,-1 0-15 16,-1-1-29-16,-4 2-71 0,-1-2-105 0,-1 2-172 15,-4-2-290-15,-1 0-328 0,-1 0-370 0,-1 1-210 16,3-1 228-16,-2-1 682 0</inkml:trace>
  <inkml:trace contextRef="#ctx0" brushRef="#br1" timeOffset="24268.63">10639 983 128 0,'0'3'460'0,"0"-3"330"0,0 2 237 0,0-1-108 15,0-1-192-15,0 0-152 0,-2 0-128 0,2-1-81 16,0 1-50-16,0 1-44 0,2 1-18 0,1 1-22 16,-3-3-28-16,1 2-37 0,-1-2-40 0,0 0-34 15,2 0-32-15,-1 0-24 0,-1 0-13 0,0 0 0 16,2-2 2-16,1-1 0 0,1-1-1 0,0-1 2 15,0-1-2-15,0 0-8 0,2-1-5 16,-1-1-3-16,0 1-1 0,1-1-2 0,1 1-1 16,0 2 4-16,0-2 1 0,-1 5 0 0,-1-4 4 15,3 4 3-15,0-1 2 0,-2 2-1 0,2 1 0 16,-1 0 1-16,0 4-1 0,1-2 0 0,0 4 0 16,0-4-2-16,1 5-1 0,1 1-2 0,-2 2 0 15,4-1-1-15,-2 0 0 0,1 2-1 0,1 1-1 16,-2-3 0-16,1 2-2 0,2-1-2 0,-2 0-1 15,0-2 0-15,2-1-1 0,-2-1 0 0,1-2 1 16,-1 1 1-16,-1-1 0 0,2-4 0 0,-2-3 1 16,-2 1 0-16,3-3 1 0,-3-1-2 0,0-3-1 15,3 0-1-15,-3-1-1 0,-2-2-1 0,2 1-1 16,-3-2-1-16,3 2-1 0,-4 1 1 0,-2-1-2 16,1 2 1-16,-1 2-1 0,-1-1 0 0,-1 4-1 15,0 2-11-15,0 0-20 0,-1-1-52 0,-2 6-78 16,-1-1-166-16,0 0-275 0,0 5-320 15,2-1-386-15,0 2-328 0,6-1 9 0,0-3 756 16</inkml:trace>
  <inkml:trace contextRef="#ctx0" brushRef="#br1" timeOffset="25159.81">12331 586 285 0,'6'-8'756'0,"-2"4"370"0,-2-1 81 0,0 0-246 15,-1 2-211-15,-1 1-166 0,3 1-135 16,-3-1-93-16,2 1-68 0,0 1-63 0,-1-2-70 16,-1 2-65-16,2 2-42 0,0-1-22 15,-1 1-8-15,2 3-5 0,-1 1-3 0,2 2 3 16,-1 3 9-16,1 1 11 0,1 2 5 16,-2 3 0-16,2 1 3 0,-1 3-2 0,2 1 0 15,-1 1-8-15,0 3-3 0,0-3-2 0,0 2-7 16,-1 0-6-16,2-1-4 0,1 1-5 0,-2-3-4 15,-1 0-3-15,1-2 3 0,0-1 0 0,3-2 0 16,-2-1 1-16,0-1 0 0,2-6-1 0,2 2-2 16,-1-2 1-16,-1-2 0 0,3-2-1 0,0-2 1 15,2-2 0-15,1-2 0 0,-1-2 0 16,2 0 0-16,0-3 0 0,0-3 0 0,0 0 1 16,2 0-2-16,-2-1 1 0,0 0 0 0,-2-2-2 15,-2 2 4-15,2-1-9 0,-4 4-12 0,-1 0-26 16,-2 0-55-16,-3 3-66 0,-3 0-99 0,0-2-157 15,-3 1-223-15,-1 0-311 0,-2 0-261 0,-1 1-203 16,-1 1 79-16,-3 0 536 0</inkml:trace>
  <inkml:trace contextRef="#ctx0" brushRef="#br1" timeOffset="25411.07">12286 803 124 0,'0'2'590'0,"0"1"414"0,0-1 169 16,0-1-153-16,0 1-326 0,0-4-228 0,3-1-165 15,-1-2-90-15,1 1-45 0,1 0-35 0,0-1-17 16,5 3 20-16,-1-3 25 0,2 0 1 0,2 2-11 16,1-3-5-16,0 1-14 0,0 2-40 15,-1-2-37-15,2 0-24 0,-1 0-11 0,0 1-9 16,-2 0-3-16,0 1-4 0,1-2-6 15,-2 2-54-15,-2 2-59 0,1-1-121 0,-1 5-207 16,0-2-298-16,-1 6-339 0,3-3-268 16,-2 3-132-16,1 1 409 0,1 0 620 0</inkml:trace>
  <inkml:trace contextRef="#ctx0" brushRef="#br1" timeOffset="25912.94">12810 764 299 0,'-4'5'883'0,"-1"3"355"0,-2-2 16 0,-1 3-181 16,2 1-327-16,-3 2-243 0,0 3-132 0,1 0-75 15,0 2-64-15,0 0-63 0,1 1-68 0,2 3-47 16,2-4-24-16,-1 1-15 0,4 0-4 0,0-2-2 16,2-3-4-16,1-1-2 0,2-2-2 0,0-3 0 15,2 0 0-15,2-4-2 0,-3-2 3 0,2-4-1 16,3-1 1-16,-2-2 0 0,1-5 0 0,-1-1 7 15,1-2 2-15,-1 0-1 0,1-3 3 0,-4 1-3 16,0-1 1-16,1 3-8 0,-4-3-2 0,0 3 0 16,2 3 1-16,-4 0-1 0,1 2 2 0,-1 2 1 15,-1 1 1-15,-1 1-1 0,-1 1-2 0,2 2 2 16,0 0-4-16,0 2 0 0,-1 2-1 0,1 0 1 16,0 3-2-16,1 1 1 0,-1 2 1 0,2 3 1 15,-1-1-6-15,3 0-4 0,-1 2-2 16,0 3 0-16,2 0 0 0,0 2-1 0,2 2 7 15,-2 1 5-15,1 1 3 0,-1 3 2 0,2 0-1 16,-1 1 3-16,-2 1 0 0,0-1 5 0,-1 1 4 16,0-1 7-16,-3 0 3 0,0 0 4 0,0-2 2 15,0-3-4-15,-3-2-1 0,-2-1-2 0,2-1-3 16,-5-4-2-16,2 0-4 0,-1-3-3 0,-2-1-2 16,-2-3-5-16,3-2-1 0,-2-1-3 0,0-2 0 15,0-2-2-15,2-1-1 0,0-2-2 0,0-3 0 16,2-2-6-16,0-1-7 0,1-1-11 0,1-3-13 15,3 1-36-15,-1-3-61 0,2-1-58 0,0-1-86 16,0-2-152-16,2 1-228 0,-1-2-285 0,1 2-229 16,3-2-188-16,-2 2 87 0,2-4 518 0</inkml:trace>
  <inkml:trace contextRef="#ctx0" brushRef="#br1" timeOffset="28766.24">13102 570 66 0,'-4'1'300'0,"0"2"163"0,1-3 145 16,1 2-86-16,-1-2-148 0,2 0-98 0,-1 0-56 15,2 0-26-15,0-2-15 0,0 2 4 16,0-1 20-16,0-1 38 0,0 2 44 0,0 0 24 15,0 0 7-15,2-2-16 0,-1 2-27 16,-1-2-28-16,2-1-7 0,-1 3 3 0,-1-1 6 16,2-1-6-16,-2 2-16 0,2 0-27 15,-2-2-38-15,1 2-38 0,-1 0-33 0,0 0-23 16,0 0-15-16,2 0-8 0,0-1-6 16,-2 1-4-16,0 0-2 0,0 0 3 15,0 0 2-15,0 0-1 0,0-2 3 0,0 2-1 16,0 0-1-16,0 0-6 0,0 0-3 0,0 0-4 15,0 0-4-15,0 0-4 0,0 0-3 16,0 0-3-16,0 0 0 0,0 0-2 16,0-1-1-16,0 1 1 0,0 0 1 0,0 0-1 15,0 0 0-15,0 0 0 0,0 0-1 0,0 0-2 16,0 0-1-16,0-2 0 0,0 2-1 16,0 0 1-16,0 0 0 0,0 0 4 0,0 0 1 15,0 0 0-15,0 0 2 0,0 0-1 16,0 2 0-16,0-2-3 0,0 0-2 15,0 0-2-15,0 0 0 0,0 0 0 0,0 0-1 16,0 1 0-16,0-1-1 0,0 0 0 16,0 0 0-16,0 0-1 0,0 0 1 0,0 0 1 15,0 0 0-15,0 0 2 0,0 0-1 0,0 0-1 16,0 0 1-16,0 0-2 0,0 0 0 16,0 0 0-16,0 0 0 0,0 0 1 15,0 0 0-15,0 0 0 0,0 0 0 0,0 0 0 16,0 0 0-16,0 0-2 0,0 0 2 15,0 0 2-15,0 0 3 0,0 0 1 0,0 2 1 16,0-2 1-16,0 0-1 0,0 0-2 16,0 0-2-16,0 0-2 0,0 0 0 0,0 0 0 15,0 1-1-15,0-1 0 0,0 0 0 16,0 0 1-16,0 0-1 0,0 0 1 0,0 0-2 16,0 0 1-16,-2 0-1 0,2 0 1 15,0 0-1-15,0 2 0 0,0-2 1 0,0 0 0 16,0 0 0-16,0 0 0 0,0 0 0 15,0 0 0-15,0 0-1 0,0 0 1 0,0 0-1 16,0 2 0-16,0-2 1 0,0 0-1 16,0 0 0-16,0 0 1 0,0 0 0 0,0 0 0 15,0 0 0-15,0 0-1 0,0 0 1 16,0 0-1-16,0 0 1 0,0 0-2 0,0 0 1 16,0 0 1-16,0 0-1 0,0 0 0 15,0 0 1-15,0 0 0 0,0-2-1 0,0 2 0 16,0 0 0-16,0 0 1 0,0 0-1 15,0 0 0-15,0 0 0 0,0 0-1 0,0 0 1 16,0 2 0-16,0-2 0 0,0 0 0 16,0 0 0-16,0 0 1 0,0 0 0 0,0 0-1 15,0 0 0-15,0 0 0 0,0 0 0 16,0 0 0-16,0 0 0 0,0 0 0 0,0 0 1 16,0 0 0-16,0 0 0 0,0 0 0 15,0 0-1-15,-2 1 1 0,2-1-1 0,0 0 1 16,0 0-1-16,0 0 1 0,0 0-1 15,0 0 0-15,-1 0 0 0,1 0 1 0,-2 1-1 16,0-1 0-16,2 2 0 0,-1-2 0 16,-1 0 0-16,1 2 1 0,-1-2-1 0,2 0 0 15,0 1 0-15,0-1 0 0,-2 0 0 16,2 0 0-16,0 0 0 0,-1 1-1 16,-1-1 1-16,2 0 0 0,0 0 0 0,0 0-1 15,0 0 1-15,0 0 0 0,0 0 1 0,0 0-1 16,0 0 0-16,0 0 0 0,0 0 2 15,0 0-2-15,0 0 0 0,0 0 0 0,0 0 0 16,0 0 0-16,0 0 0 0,0 0 0 16,0 0 0-16,0 0 0 0,0 0 0 15,0 0-1-15,0 0 1 0,0 0 1 0,0 0-1 16,0 0 0-16,0 2 0 0,-1-2 0 16,-1 0 0-16,2 1 0 0,0-1 0 0,-3 0 0 15,3 0 0-15,0 0 0 0,-1 0 0 0,1 0 0 16,-2 0 0-16,2 0 0 0,0 0 0 15,-2 2 0-15,2-2 0 0,0 0 0 16,0 0 0-16,0 0 0 0,0 0 0 0,0 0 0 16,0 0 0-16,0 0 0 0,0 0 0 0,0 0 0 15,0 0 0-15,0 0 0 0,0 0 0 16,0 0 0-16,0 0 0 0,0 0 0 16,0 0 0-16,0 0 0 0,0 0 0 0,0 0 0 15,0 0 0-15,0 0 0 0,0 0 0 16,0 0 0-16,0 0 0 0,0 0 0 0,0 0 0 15,0 0 0-15,0 0 0 0,0 0 0 16,0 0 0-16,0 0 0 0,0 0 0 0,0 0 0 16,0 0 0-16,0 0 0 0,0 0 0 15,0 0 0-15,0 0 0 0,0 0 0 0,0 0 0 16,0 0 0-16,0 0 0 0,-1 1 0 16,1-1 0-16,-2 0 0 0,2 0 0 0,0 0 0 15,-1 0 0-15,1 1 0 0,-2-1 0 16,2 0 0-16,-2 0 0 0,1 2 0 0,-1-2 0 15,1 1 0-15,-1 1 0 0,0 0 0 16,-1-2 0-16,2 1 0 0,-1 1 0 0,-1-1 0 16,0 1 0-16,1-1 0 0,-1 2 0 15,0-2 0-15,1 1 0 0,1 0 0 0,-1-1 0 16,-1 0 0-16,1 1 0 0,1 0 0 16,-2 3 0-16,1-3 0 0,0-1 0 0,-2 2 0 15,4 1 0-15,-2-1-1 0,-1 1 0 16,0 1 0-16,1 1 0 0,2-1 0 0,-1 2 0 15,-1 2-1-15,2 0 1 0,2 1 0 16,-1 3 0-16,1 2-1 0,1 1 1 0,0 0 1 16,1 2 0-16,2 2 0 0,0-1 1 0,0 2 1 15,-1-1-2-15,3 1 1 0,0-1-1 0,-2 0 0 16,2 1-1-16,-1-4 0 0,0-1 0 0,-2-4-1 16,1 0 0-16,1-1 0 0,-2-4 0 0,-1-1 1 15,2-1-1-15,-2-2 1 0,0-3 0 0,1 0 0 16,0-1 1-16,0-4 1 0,1-1-1 15,0-1 1-15,-1-1-1 0,2-3 1 0,-1 1-1 16,1-4 0-16,2 1-1 0,-3-1 1 0,0-4 0 16,4 0 0-16,-4 2-2 0,0-5 1 0,1 4 1 15,0-2 0-15,-2-1 1 0,0 1 1 0,1-1 0 16,-4-1 1-16,1 2 0 0,-1-3-1 16,-2 2-1-16,-2-3 1 0,-1 2-2 15,1-2 2-15,-4 4-1 0,0 0 1 0,-2 1 0 16,0 3-1-16,-2 1 1 0,2 2-2 0,-4 3 1 15,2 1-1-15,-2 1-1 0,2 3 1 16,-1 2 0-16,-1 1 0 0,0 2-1 16,3 2 0-16,-2 0 0 0,1 2 0 0,2 1-1 15,-1 0 0-15,3-1 0 0,-1 3 0 0,1 1 0 16,1-2-1-16,-1 4-5 0,1-3-6 16,2 2-10-16,0-1-9 0,3 2-16 0,-2-2-22 15,1 0-38-15,-1 1-65 0,2-1-83 16,0 2-145-16,0 1-241 0,0-2-323 15,3 1-319-15,-1-2-211 0,1 0 40 0,2-3 569 16</inkml:trace>
  <inkml:trace contextRef="#ctx0" brushRef="#br1" timeOffset="29149.37">12999 754 235 0,'2'0'730'0,"-2"-2"384"15,0 2 94-15,2-1-241 0,-1 0-309 0,-1 1-227 16,2-2-165-16,1 0-92 0,1 1-9 16,1-2-15-16,3 2-17 0,2-2-17 0,1 0-6 15,1 0-8-15,0-2-41 0,3 2-26 16,-2 0-16-16,3-1-7 0,-2 1-6 0,0-2 5 16,1 1-7-16,-2-1 0 0,0 1-4 15,1 0-47-15,-2 0-50 0,-4 2-101 16,0-2-159-16,-1 3-299 0,-4-1-306 0,2 0-250 15,-2 2-166-15,2 0 236 0,-3 2 564 0</inkml:trace>
  <inkml:trace contextRef="#ctx0" brushRef="#br1" timeOffset="31968.75">16260 1749 289 0,'1'-10'671'0,"1"4"351"15,-2 0 141-15,-2 0-263 0,2 1-207 16,0 0-86-16,0 2-86 0,0 0-92 0,0 1-72 16,0 1-58-16,0 0-64 0,0-1-74 0,0 2-51 15,0-1-32-15,0 1-22 0,2 1-15 0,-2-1-18 16,1 3-12-16,-1 2-3 0,4 1-1 16,-3 4 0-16,2 4 3 0,2 6 8 0,-4 1 4 15,2 7-3-15,-1 2 3 0,-2 3 0 0,0 1-4 16,0 1-4-16,0-2-1 0,0 1-3 0,0-4-6 15,0-2-3-15,0-5-3 0,0-2 0 0,2-4 0 16,-2-2 0-16,0-5 1 0,0-1 0 16,-2-3 1-16,2 0 1 0,-3-5-1 0,0-1-1 15,-3-4-9-15,1-2-13 0,0-3-21 0,-3-1-38 16,-1-4-69-16,3-1-74 0,-4-3-124 0,0 0-186 16,0-2-303-16,0-4-302 0,0 2-218 0,0-1-108 15,1-3 385-15,0-1 582 0</inkml:trace>
  <inkml:trace contextRef="#ctx0" brushRef="#br1" timeOffset="32389.71">16076 1402 288 0,'-1'-8'813'0,"-3"2"368"0,1-2 47 0,1 2-244 15,-1 3-272-15,-1-2-182 0,4 3-124 0,0 1-87 16,0 0-60-16,0 0-52 0,0 1-66 0,0 0-61 15,3 0-39-15,-2 2-12 0,2 1-5 0,2 2 1 16,0 4 0-16,2 3 9 0,1 1 4 0,2 3 2 16,0 7 0-16,2-2 1 0,0 5-3 0,-1 2-11 15,1-2-8-15,1 2-9 0,1 1-6 0,-3-3-5 16,2 2-3-16,-1-6 3 0,1-1 0 0,0-3 1 16,-2-3 0-16,-1-1-1 0,0-3 2 15,-2-3 0-15,-1-2 1 0,-1-3 1 0,-1-3 7 16,3-3 3-16,-2-1 2 0,0-5-2 0,-1-5 0 15,2-1-2-15,0-3-6 0,-2-3-5 0,3-3-1 16,-1 0 0-16,-3-3 1 0,2 0 0 0,-1 0 1 16,1-1 0-16,-1 1 1 0,0-1 0 0,0 2-2 15,-1 1 0-15,1 5-1 0,-2 1 0 0,-1 2-2 16,1 2-1-16,0 4-1 0,-1 2-2 16,1 5-11-16,-1 0-30 0,1 3-67 0,3 4-68 15,-3 0-118-15,2 3-183 0,-2 0-311 0,4 1-316 16,-3 2-236-16,5-1-130 0,1 1 333 0,1 1 594 15</inkml:trace>
  <inkml:trace contextRef="#ctx0" brushRef="#br1" timeOffset="33266.79">17648 1390 39 0,'0'6'526'0,"-2"0"465"0,2-1 224 0,-1-2-66 16,1 0-365-16,-4-2-282 0,4 1-168 0,0-1-94 15,2-1-14-15,0-1 14 0,1-2-12 0,2-3-25 16,-1-3-29-16,6-5-31 0,-2-1-38 0,1-4-36 15,4-3-19-15,-4-3-10 0,4-2-6 0,3-3-7 16,-2-2-2-16,2 0-12 0,0-4-6 0,1 1-3 16,-1 1 7-16,0-1 4 0,-2 1 2 0,3 1 3 15,-4 3 8-15,-1 4 7 0,0-2-1 0,-3 6-1 16,0 2 3-16,-2 4 4 0,-4 4-4 16,2 4-7-16,-3 2-4 0,-1 1-4 0,2 2-5 15,0 3-6-15,-1 4-7 0,-2 4-5 0,1 4-2 16,1 3-1-16,-1 4-1 0,1 1 0 0,0 3 4 15,1 1 2-15,0 3 2 0,0-1 0 0,1 4 0 16,-1-1 1-16,3 4 0 0,-3-4-1 16,0 0-1-16,0 2 0 0,2-3-1 0,-2-1 0 0,2-1 3 15,-2-4 4-15,2 0 0 0,-1-2 0 0,-2-2-1 16,1-1 2-16,1-3-5 0,-3 0-3 0,2-2-2 16,-1-1 1-16,0-2 0 0,-2-2 0 0,0-1-2 15,0 0-8-15,-2-2-11 0,0 2-20 0,-1-1-41 16,-2 0-66-16,0-1-74 0,-2-1-108 15,1 2-168-15,-2-4-288 0,-1 2-283 0,2 1-227 16,1-2-133-16,-1 0 274 0,1 1 562 0</inkml:trace>
  <inkml:trace contextRef="#ctx0" brushRef="#br1" timeOffset="33594.37">17705 1536 373 0,'0'3'871'0,"0"0"309"0,1-1-20 16,-1-1-286-16,3 0-299 0,2 1-218 15,2-1-79-15,3 2-10 0,3 0 5 0,1 0-13 16,4 0-29-16,2 0-17 0,2 0-49 0,1 0-44 16,2-2-29-16,3-1-25 0,2 2-13 0,-1-2-15 15,3-2-10-15,-2 2-8 0,0-2-9 0,0-1-4 16,0 0-3-16,-2-2 0 0,0 0-2 0,-1 1 0 15,-1-3 0-15,-2 1-2 0,-1 2-1 0,-2-3 1 16,-2 1-1-16,-2 0-1 0,-2 4-3 0,-2-3-9 16,-3 3-33-16,-2 2-67 0,0 0-69 0,-7 2-127 15,-1 3-200-15,-6-2-311 0,2 4-313 0,-3 2-233 16,-1 0-100-16,-3 3 402 0,0 0 589 16</inkml:trace>
  <inkml:trace contextRef="#ctx0" brushRef="#br1" timeOffset="34278.81">17913 1945 438 0,'3'-6'957'0,"-3"2"312"16,-3-3 20-16,3 3-249 0,-6-1-305 0,2 0-218 16,-3 0-131-16,-3-1-88 0,0 3-73 0,-2-1-70 15,0 2-50-15,-4-1-29 0,0 3-19 0,-1 3-8 16,1-1-4-16,-5 5-7 0,4 1-8 16,1 4-5-16,1 1-6 0,0 3-4 0,1 6-6 15,4-2-5-15,2 3-1 0,4 4-3 0,0-4-2 16,4 2 1-16,4-1-2 0,0 0 1 0,3-3-1 15,2-1 0-15,2-2 0 0,4-3 0 16,0-3 1-16,3-3 0 0,1-5 1 0,3-2 1 16,-5-5 1-16,5-5-1 0,0-2 0 0,-1-5 0 15,0-3 0-15,-4-2-2 0,2-2 0 0,0 1-1 16,-5-2 0-16,-1 4 2 0,-4 0 0 0,-1 2 1 16,-1 2 2-16,-4 4 0 0,0 2 2 0,-2 1-2 15,-2 6 0-15,-2 0-1 0,1 2-2 16,-1 4 0-16,2 3-1 0,-3 3-1 0,1 2 1 15,3 5 0-15,0-1-1 0,0 4 1 0,3-1-1 16,1 2 0-16,0-1 1 0,4 1 0 16,-2-2 1-16,2-1-1 0,2-1-1 0,1-2 2 15,0-4-2-15,0-1 1 0,2-4 1 0,-1-4 0 16,2-2 1-16,-1-2 0 0,1-6 1 0,-3-1 0 16,2-4 1-16,-2-2 0 0,-1-2 0 0,-2-1 0 15,-1 0 0-15,-2-1 0 0,0 1 0 0,-3-2 1 16,-1 4 0-16,-1-1 2 0,-1 4 0 15,-3 1 0-15,1 1 0 0,-3 2 1 0,-2 1-1 16,0 4 0-16,0 1-2 0,-3 3 1 0,2 0-2 16,-1 5-2-16,-2-1 0 0,2 4 0 0,0 0-2 15,1 3 1-15,3 0-1 0,-1 1 0 16,3 1-1-16,-1-1 0 0,3 2-1 0,1-1-1 16,1 0 0-16,1-2 0 0,2 0 0 0,2-1-4 15,0-3-11-15,3 1-17 0,1-4-46 0,-1 1-70 16,0-5-74-16,3-3-114 0,-3 0-162 0,2-3-244 15,-1-1-272-15,4-4-208 0,-2 0-138 0,1-2 206 16,0-2 501-16</inkml:trace>
  <inkml:trace contextRef="#ctx0" brushRef="#br1" timeOffset="34599.3">18303 1921 430 0,'0'-7'921'0,"-2"0"316"0,-1 2 14 15,-1 2-265-15,0 3-236 0,-1 0-215 0,-3 3-143 16,3 2-89-16,-3 2-66 0,2 2-80 0,1 0-63 15,0 1-35-15,-1 2-21 0,3-2-15 0,3 3-9 16,0-1-6-16,2 0-4 0,1-2-2 16,5 0-1-16,-2 1 0 0,2 1 0 0,0-3-1 15,4 1 0-15,0-3-1 0,2 1 1 0,-3-1-1 16,0-1 1-16,3-1 0 0,-4 1 1 0,-1-1 3 16,0 0-2-16,0-1 1 0,-5 1-1 0,1 1 2 15,-5-1-2-15,2-1 0 0,-4 2-1 0,1 0-1 16,-6-1 1-16,2 2-1 0,-1 0 0 15,-5 1 0-15,3 0-1 0,-2 3-1 0,-2 0-3 16,2-1-8-16,-1 1-15 0,1-1-33 0,-2 0-50 16,3 1-54-16,-2 1-55 0,3-6-64 0,1 3-84 15,3-4-87-15,-2 0-79 0,2-3-110 0,3 1-223 16,1-3-183-16,0 0-15 0,3-3 210 16,3-1 326-16</inkml:trace>
  <inkml:trace contextRef="#ctx0" brushRef="#br1" timeOffset="35178.82">18646 1827 400 0,'-4'-6'902'0,"0"4"332"0,-1-1 16 16,-2 3-263-16,3 3-247 0,-4-1-209 0,3 2-146 15,0 3-86-15,1 1-65 0,-1 4-69 16,1 0-61-16,1 5-36 0,-1 1-19 0,2 2-8 16,2 3-8-16,2 4-4 0,-2 2-6 0,4 0-5 15,-1 3-4-15,1-2-7 0,1 0-3 0,1-3-2 16,2-2-1-16,3-2-1 0,0-6 0 16,0-4 1-16,3-2-1 0,-1-5-1 0,3-3 2 15,-3-3 0-15,0-5 0 0,0-2 1 0,0-5-1 16,-2-1 1-16,-1-5 0 0,0 0 1 15,-2-1 0-15,-1-1 0 0,-2-2 1 0,-1 1-1 16,-2 1 1-16,-2 0-1 0,0 0 0 0,-2 1 0 16,1-1-1-16,-2 1 0 0,-2 0-1 0,0 2-1 15,-2 1 4-15,3-1-1 0,-4 3 1 0,3 3-2 16,-1 3 1-16,-1 0-1 0,0 5-1 16,1 2-1-16,-1 2 0 0,1 2-1 0,-1 3-1 15,4 3-1-15,-3 0 0 0,5 0-2 0,-3 0-1 16,3 2 1-16,1-1-3 0,0 1-10 0,0-2-36 15,0-1-60-15,0 2-61 0,0-3-88 0,-2-1-146 16,2-1-206-16,0-3-282 0,-2 2-234 16,2-1-201-16,0-2 27 0,0-1 448 0</inkml:trace>
  <inkml:trace contextRef="#ctx0" brushRef="#br1" timeOffset="35398.94">18628 2017 145 0,'2'3'721'0,"-1"2"445"0,-1-4 73 15,3 2-172-15,-1-1-383 0,0-1-294 0,1 0-170 16,2-1-90-16,2 0-38 0,0 0-25 0,-1-1-20 16,2 0-18-16,3-3-16 0,-2 2-1 15,1-2-6-15,2 0 0 0,-2 0-12 0,1 1-21 16,-2-2-48-16,0 1-131 0,-3-1-172 0,-3 1-296 15,0 1-270-15,2-2-244 0,-4 3-59 0,-1-2 377 16,0 0 464-16</inkml:trace>
  <inkml:trace contextRef="#ctx0" brushRef="#br1" timeOffset="36313.56">16734 1750 36 0,'-6'3'332'15,"-1"1"267"-15,2-2 293 0,2 0 73 0,2 1-196 16,-3-2-156-16,2-1-116 0,0 0-109 0,2 0-106 16,0-2-80-16,0-2-51 0,4-2-38 15,1-1-23-15,3-1 53 0,0-3 36 0,5 1 5 16,-1-4-8-16,1 3-11 0,4-3 2 0,1 0-53 15,-4 2-38-15,3 2-19 0,-1 1-2 0,1 0-4 16,-2 4-13-16,-1 0-2 0,0 2 1 16,-2 1-1-16,2 4-6 0,-1 1-1 0,-1 2 0 15,-1 0-3-15,0 3-3 0,2-1-3 0,-2 0-3 16,0 3-2-16,0-2-2 0,-1 2-3 0,0-2-1 16,2-1-1-16,-1 0 1 0,1-1-1 0,-1-1 1 15,-1-1 0-15,2-1-1 0,-2-1 0 16,0-2 2-16,2-2 3 0,-2-2-2 0,-1-3 2 0,4 0-3 15,-4-1-2-15,5-5-5 0,-2-2-4 16,0-1-3-16,2-2-1 0,-1 0-1 0,3-2 0 16,-2 2-9-16,0 0-32 0,-3 2-80 0,1 1-144 15,-5 5-259-15,0-1-309 0,-4 3-393 0,-2 2-425 16,-4 3-71-16,-2 2 693 0</inkml:trace>
  <inkml:trace contextRef="#ctx0" brushRef="#br1" timeOffset="42912.39">6963 5577 147 0,'1'2'556'0,"-1"5"351"0,0-1 194 16,0 0-120-16,0 1-279 0,0 1-179 0,0 2-86 16,0 2-28-16,2 1-45 0,0 3-48 0,-1 2-47 15,2 3-46-15,2 3-59 0,-2 2-55 0,0 2-29 16,0 2-20-16,1 2-14 0,-3 2-11 16,2-1-9-16,-1-2-9 0,1 0-7 0,2 0-7 15,-1-5-4-15,1 0-8 0,0-2-35 16,1-3-80-16,-1-2-125 0,0 0-222 0,1-1-298 15,-1-2-362-15,-2 1-367 0,0-2-104 0,0 0 471 16,1-2 699-16</inkml:trace>
  <inkml:trace contextRef="#ctx0" brushRef="#br1" timeOffset="43626.05">12207 5379 11 0,'2'7'525'0,"1"2"491"0,-6 3 237 16,3 2-55-16,-2 1-291 0,2 6-266 0,0 0-183 15,0 3-106-15,0 2-63 0,0 0-53 0,-3 4-61 16,3 0-70-16,-1 3-43 0,-1 0-26 0,2 0-18 16,0 1-9-16,2 0-8 0,-1-1-31 15,2 0-80-15,-3-2-118 0,0 0-215 0,0-4-291 16,0-2-345-16,0-1-364 0,0-3-125 15,0-4 411-15,0-1 693 0</inkml:trace>
  <inkml:trace contextRef="#ctx0" brushRef="#br1" timeOffset="44643.89">18656 6159 53 0,'4'10'572'0,"-4"5"446"0,0 0 178 16,-4 5-88-16,4 2-371 0,-3 4-340 0,2 1-186 16,-4 2-98-16,2 5-51 0,0 0-28 15,0 3-16-15,-4 1-9 0,2 1-9 0,-1 0-15 16,-2-1-49-16,0-1-112 0,0-1-144 15,-1-3-240-15,-2 1-274 0,1-5-231 0,1-1-55 16,-7 0 273-16,2-6 395 0</inkml:trace>
  <inkml:trace contextRef="#ctx0" brushRef="#br1" timeOffset="50916.76">15551 1110 49 0,'0'-5'247'0,"-1"1"122"0,-1-2 115 0,0 3-112 0,-1-1-134 15,2 0-68-15,1 2-38 0,-2-2-12 16,0 1 15-16,0 3 43 0,0-1 56 0,2 1 59 16,-2 1 41-16,2-1 26 0,0 2-10 0,0-1-35 15,0 1-46-15,-1 0-53 0,-1-2-49 0,2 1-41 16,0 2-28-16,-1 1-15 0,-1 2-12 0,2 1-3 15,-2 4-4-15,1 2-4 0,-2 4-4 0,1 0 12 16,-1 0 22-16,-1 5-2 0,0 2 2 0,-1 0-5 16,1 3-8-16,-1 5-25 0,2-1-29 0,-4 2-14 15,4 4 31-15,-3 1 54 0,1 4 16 0,2 2 5 16,-2-1 1-16,4 1 1 0,-3 1-35 16,1 2-46-16,1 1-16 0,1 0-6 0,-2 3 2 15,0 0 1-15,0 2 0 0,0-1-2 0,-1 1 6 16,1-1 7-16,0-1-1 0,0-1 1 0,-1-1-5 15,1-2-4-15,2 0-7 0,-4-3-8 0,5 0-7 16,0-1-4-16,0-5 4 0,3-1 3 0,-1-4 0 16,-1-2-1-16,4 0 6 0,-2-3 4 15,4-4 2-15,-1 0 4 0,3-3-2 0,-1-1 1 16,2-5-7-16,1 0-5 0,-2-2-1 0,1-2-3 16,1-2 0-16,-2-2-2 0,1-1 0 0,0 0 4 15,0-3-1-15,0 0-1 0,-2-1 2 0,3-2 1 16,-3 0-3-16,0 0 1 0,-2 0 0 15,3 2 0-15,-4-2 0 0,3 0 0 0,-1 3-2 16,0-3-1-16,1 0 2 0,2 0 0 0,1 0 2 16,-2 0 1-16,4 0 2 0,-1-3 2 15,3 3 1-15,-1-2 1 0,0 0 0 0,2 2-2 16,0-3 0-16,1 0-1 0,-1 2 0 0,3-1 1 16,0 0-3-16,0 1 1 0,1 0 0 0,1-1-1 15,1 0 1-15,2 1-1 0,1 0-7 16,-1-1 1-16,2 0 3 0,-1 2 0 0,2-1 0 15,-1 0-1-15,4-1 7 0,-1 2-2 0,1-1-1 16,1 1-2-16,1 0-1 0,3 1-1 0,-2 1-3 16,4 0 0-16,-1 2 1 0,3 2 1 0,-1-2 1 15,0 2 4-15,2-1 2 0,1 2 1 16,0-1-1-16,2 0-2 0,3 0 2 0,-2 0-4 16,3-3 1-16,-1 0-1 0,2-1 1 0,-4-1 10 15,5-1 6-15,-3 0 3 0,4-1 1 0,-1-1-1 16,-3 1 1-16,1-1-8 0,0 1-6 0,-2 1-1 15,1-2 1-15,0 2-1 0,0 2 0 16,1-1-2-16,-2 1 1 0,0-1-2 0,-2 1-2 16,0-1 1-16,-1-1 0 0,-4 0 0 0,-3 0-2 15,0 0 1-15,-3-1-1 0,-2 1 0 0,-3 0-1 16,-2-2 1-16,-3 2-2 0,-3-1 2 16,0 1 0-16,-5 0-1 0,-1-2 0 0,-4 2 1 0,1-1 0 15,-2 1 1-15,-5 0 0 0,0-2 1 16,-3 2-10-16,-2-1-24 0,-2-1-70 0,-7 2-76 15,-2-3-163-15,-4 2-287 0,-3-2-316 0,-5 1-358 16,-5-2-225-16,-1 0 67 0,-9-2 674 16</inkml:trace>
  <inkml:trace contextRef="#ctx0" brushRef="#br1" timeOffset="52708.97">9589 1539 56 0,'-5'-6'200'0,"2"1"85"0,0 1 10 16,0-1-81-16,-1 2-62 0,1 0-29 0,0 1-23 15,0-1-2-15,0 1 1 0,1-2 4 0,-1 3 11 16,0 0 6-16,1-1 0 0,-1 0 3 0,0 1-8 16,1-2 8-16,-1 2 21 0,2-1 36 0,-1 1 61 15,0 1 50-15,0 0 47 0,0 0 19 0,0 0-25 16,1 1-43-16,-1-1-58 0,-1 2-62 0,1-1-54 16,-2 2-41-16,0 2-30 0,1 1-20 0,-2 1-8 15,-1 4 6-15,3 1 9 0,-2 3 1 0,2 1 4 16,-2 3 5-16,2 2-3 0,0 2-10 0,-3 3-12 15,4 1 6-15,1 0 5 0,-1 1 0 16,2 3 0-16,-1 0-1 0,1 1-1 0,0-1-10 16,0 2-6-16,1-1-2 0,-1 2 0 0,2-2-1 15,-1 0 1-15,1-1-4 0,4-3-3 0,-3-3-2 16,2-1-1-16,1-5-1 0,-1 3 13 0,4-6 6 16,-1 0 9-16,0-2 1 0,2 0 1 15,1-4 3-15,-2-1-13 0,3 0-8 0,0-3-8 16,-1 0 0-16,3 1-4 0,-3-3 2 0,2 0 0 15,1 0 0-15,-1-2 58 0,3 3 65 0,-2-2 29 16,2 0 9-16,-2 0 1 0,2 0-1 16,-2 0-46-16,3-2-50 0,-4 2-27 0,4 0-13 15,-4 0-8-15,4 0-7 0,-2 0 3 0,2 0-3 16,-1-1 2-16,3 0-1 0,1 0 12 0,3 1 7 16,0-3-1-16,6 2 4 0,1-2-2 15,3 0 1-15,4 0-12 0,3-2-5 0,2 2-5 16,2 0 6-16,3-3 1 0,3 1 0 0,2 2 0 15,1-1 1-15,4 1 4 0,3 1-12 0,0-1-5 16,5 2-1-16,2 1 0 0,1-3-2 0,1 0-4 16,2 0 11-16,0 0 4 0,1 0 1 15,-3-3-2-15,-1 3 4 0,0 3 0 0,-3-3-4 16,-2 2 1-16,-3 1 0 0,0 1 5 0,-1 2-1 16,-1 2 0-16,-1-2-3 0,-4 1-2 0,0 1 0 15,-1-1 1-15,-4 0 1 0,-1 3 0 16,-1-3 2-16,0-1-1 0,-2 1-3 0,-3-3-4 15,-1 0-2-15,-4 1-1 0,-1-1-1 0,-3-1 1 16,-4-1-1-16,-3 1 2 0,-1-2-2 0,-5 1 1 16,-1-1 0-16,-6-1 1 0,2 2-1 0,-4-2 0 15,-2 0 0-15,1 0 1 0,-4 0-1 16,0 0 6-16,-2-2 5 0,0 2 3 0,-1-1 4 16,-1 1 5-16,1 0 2 0,-2-2-5 0,0 2-4 15,2-1-3-15,0 1-5 0,-2 0-5 0,2-2-1 16,-2 1-3-16,2-1 0 0,-1-1-1 0,-1 0-1 15,3 1 0-15,-1-2 0 0,0 0 0 16,-1-3-1-16,2 2 0 0,2-5 0 0,0 2 0 16,1-6 0-16,-1 1 1 0,1-2 0 0,-1-3 1 15,2-1 0-15,-3 0 2 0,2 0-1 0,-1-1 2 16,0-3-5-16,-4 4-3 0,1 1-2 0,0 3 0 16,-2 0 12-16,-2 3 7 0,0 2 7 15,1 2 5-15,-1 3 0 0,-1-1 0 0,0 2-12 16,0 2-7-16,-2-2-4 0,2 4-4 0,2-1-1 15,-3 1-2-15,3 1-1 0,-1-1-1 0,0 0-4 16,2 2-9-16,-1 0-12 0,1 0-19 16,0 0-33-16,0 1-67 0,0 0-68 0,-2 1-122 15,-1 1-179-15,1-1-301 0,-2 2-310 0,-1 0-228 16,0-2-121-16,-3 4 382 0,2 0 587 0</inkml:trace>
  <inkml:trace contextRef="#ctx0" brushRef="#br0" timeOffset="66531.59">6667 3051 45 0,'3'-3'317'0,"-3"1"210"0,0 0 233 0,0 2 40 16,-3-2-108-16,3 2-86 0,-3 0-74 0,0 2-75 15,1-1-91-15,-3 0-83 0,-1 4-89 16,1-1-68-16,-2 4-41 0,0-1-20 0,-2 5-19 16,-1 4-13-16,-1 3-5 0,0 2-9 15,1 4-6-15,-2 2-6 0,2 3 0 0,-1 1-1 16,0 0-2-16,2 0-1 0,2 0-1 0,-2-4 2 16,4-2-4-16,2-1-5 0,0-5 3 15,3-2-3-15,0-4 0 0,0-3-1 0,1 0 2 16,3-6-2-16,1-1-14 0,2-3-18 15,1-4-45-15,-2-4-103 0,1-5-128 0,2-1-137 16,1-4-191-16,-1 0-275 0,1-2-181 0,2 0 79 16,1-1 290-16,-1-3 320 0</inkml:trace>
  <inkml:trace contextRef="#ctx0" brushRef="#br0" timeOffset="66756.89">6746 3129 246 0,'5'-5'511'0,"-2"2"298"0,0 2 163 16,-1 0-127-16,1 1-161 0,-3-2-140 0,0 2-107 15,0 2-107-15,-3 0-86 0,1 1-61 16,-1 3-16-16,0 3 10 0,0 0 15 16,-2 3-13-16,0 4-19 0,-3 0-22 0,1 3-32 15,-2 2-36-15,1 0-39 0,-1 2-10 0,1-1-10 16,0 1-8-16,0-2-3 0,1-2-4 0,2-3 1 16,0 1 1-16,0-4-30 0,4 0-53 15,-1-3-51-15,2-2-79 0,0-4-123 0,2-3-172 16,-1-2-203-16,4-5-239 0,0-3-223 15,1-3-57-15,3-2 267 0,4-5 421 0</inkml:trace>
  <inkml:trace contextRef="#ctx0" brushRef="#br0" timeOffset="66955.53">6833 3173 251 0,'-3'4'540'0,"-2"1"281"0,-1 3 191 0,1 1-176 15,-3 2-182-15,0 2-132 0,-3 2-105 0,2 4-95 16,-3 1-89-16,0 3-90 0,1 3-52 15,0-1-34-15,0 0-26 0,3 0-13 0,1-5-12 16,4-2-8-16,2-3-23 0,2-3-71 16,-1-7-127-16,5-3-161 0,0-4-296 0,1-5-273 15,2-5-239-15,5-4 2 0,-2-5 372 0,4-3 433 16</inkml:trace>
  <inkml:trace contextRef="#ctx0" brushRef="#br0" timeOffset="67062.67">6931 3184 226 0,'-5'11'453'0,"0"3"195"16,-5 0 114-16,0 4-227 0,0 2-185 16,-2-1-117-16,1 3-69 0,0 2-52 0,-2-1-111 15,2-1-161-15,-3 3-301 0,4-3-192 0,-1 1-103 16,0-4 25-16,3 0 219 0</inkml:trace>
  <inkml:trace contextRef="#ctx0" brushRef="#br0" timeOffset="68057.75">11908 4098 171 0,'-6'5'423'15,"1"-1"224"-15,-3 2 201 0,2 1-93 0,0 2-101 16,-4 2-85-16,2 1-74 0,-1 3-71 0,-4 0-86 16,2 3-97-16,1-1-80 0,-2 5-54 15,1-2-39-15,1-1-28 0,0-1-16 16,1-3-15-16,3 0-6 0,1-5-4 0,2-3-3 15,3 0 4-15,0-3-7 0,2-2-17 0,1-5-31 16,0-4-84-16,3-3-124 0,-1-3-148 0,3-3-218 16,3-3-275-16,0-2-216 0,3 0 14 15,-1-4 313-15,2 4 360 0</inkml:trace>
  <inkml:trace contextRef="#ctx0" brushRef="#br0" timeOffset="68391.21">11951 4089 168 0,'-2'7'426'0,"-1"4"228"0,-2 2 206 15,1 1-86-15,-4 0-117 0,3 2-91 0,-3 0-80 16,2 0-75-16,-2 1-90 0,3 2-101 16,-1-5-78-16,1 1-54 0,2-1-34 0,0-4-24 15,1-1-15-15,2-2-8 0,0-4-4 0,3 0-11 16,2-3-13-16,0-5-25 0,3-3-55 16,-2-2-68-16,4-4-93 0,-1 1-89 0,2-2-79 15,0 0-59-15,1 1-13 0,-2 1 60 16,2 1 105-16,-3 3 109 0,0 0 86 0,-1 3 55 15,-1 1 57-15,-2 3 27 0,-1 2 34 0,-2 0 31 16,1 4 39-16,-2 0 53 0,-2 2 45 16,-2 2 54-16,1-1 31 0,-1 2 7 0,2 2-10 15,-3-1-23-15,3 1-33 0,-2 1-58 0,1-2-50 16,0 0-36-16,1-2-30 0,-1 0-22 16,2-2-13-16,0-1-11 0,2 0-5 0,-1-4 0 15,3-1-9-15,-1-1-27 0,0-2-46 16,2-4-66-16,1-1-72 0,0-2-90 0,1-4-101 15,-1 1-134-15,2-2-181 0,1 1-56 0,-1-1 81 16,-1 1 185-16,-1 0 208 0</inkml:trace>
  <inkml:trace contextRef="#ctx0" brushRef="#br0" timeOffset="68640.98">12126 4132 84 0,'4'9'311'16,"-3"1"180"-16,-1 4 154 0,0 1-64 0,-1 3-105 16,-3 1-46-16,1 0-17 0,0 2-13 0,0-2-25 15,0 1-48-15,2-5-58 0,-1 3-68 16,0-6-64-16,4-2-53 0,0-2-37 0,-1-4-22 15,5-2-14-15,0-7-14 0,1-2-38 16,1-7-72-16,3-4-89 0,0-2-92 0,0-6-94 16,3 2-91-16,-1-4-76 0,-1 5-53 0,1 1-16 15,-2 1 44-15,-1 4 99 0,-2 3 186 0,-2 5 175 16,0 3 158-16,-1 5 149 0,-2 4 146 16,-3 2 112-16,-3 5 14 0,0 2-30 0,1 1-56 15,-4 4-52-15,3-1-65 0,-2 4-52 16,0-3-61-16,2 3-100 0,-3 0-134 0,3-1-292 15,0 1-234-15,1-2-157 0,0-3-43 0,4-2 155 16,0-4 279-16</inkml:trace>
  <inkml:trace contextRef="#ctx0" brushRef="#br0" timeOffset="69826.42">17923 4207 231 0,'1'2'552'0,"-1"0"295"0,-3 3 189 0,2 0-175 16,-3 1-215-16,0 1-151 0,-2 4-101 0,-1-1-79 15,2 3-79-15,-3 3-69 0,2 1-52 16,-2-1-32-16,0 3-27 0,-1 1-19 0,0 0-17 15,2-3-13-15,-1 1-7 0,3-3-1 16,2-1-6-16,1-3-12 0,-1-1-18 0,3-4-20 16,2-1-48-16,-1-4-100 0,1-2-132 0,1-4-168 15,2-1-281-15,2-2-244 0,-1-3-132 16,3 0 166-16,2-3 383 0</inkml:trace>
  <inkml:trace contextRef="#ctx0" brushRef="#br0" timeOffset="70017.78">18037 4286 140 0,'4'6'481'0,"0"3"297"0,-4-3 226 0,1 4-90 16,-1 1-214-16,-1-1-169 0,1 2-122 0,-4 1-89 15,3 2-81-15,-2 0-79 0,-1 2-58 16,0-2-34-16,2 1-27 0,-1-3-21 0,3 1-18 16,0-3-22-16,0-2-34 0,3-5-90 15,1-1-136-15,2-5-174 0,-2-2-292 0,1-1-253 16,3-5-187-16,0 0 115 0,3-6 394 0</inkml:trace>
  <inkml:trace contextRef="#ctx0" brushRef="#br0" timeOffset="70172.71">18211 4309 110 0,'1'8'460'16,"-2"3"308"-16,-1 0 215 0,-1 3-76 0,-2 0-221 16,2 3-183-16,-2 2-137 0,-1-2-94 15,-2 3-75-15,5-1-72 0,-2 0-52 0,4-4-35 16,1 1-21-16,1-4-30 0,4-4-67 0,1-3-115 15,2-5-147-15,0-2-224 0,2-4-277 16,0-4-218-16,3-3-25 0,2-4 283 0,0-2 369 16</inkml:trace>
  <inkml:trace contextRef="#ctx0" brushRef="#br0" timeOffset="70300.47">18433 4298 330 0,'5'5'619'0,"-2"1"279"15,-3 3 99-15,0 2-213 0,0 2-191 0,0 2-152 16,0 4-106-16,-3 0-88 0,2 0-80 15,-1 1-68-15,0-1-48 0,2 1-25 0,2-2-19 16,1-2-22-16,0-4-48 0,2-2-111 0,2-5-146 16,1-3-259-16,4-4-273 0,-1-4-228 0,5-5-65 15,-2 0 288-15,5-6 408 0</inkml:trace>
  <inkml:trace contextRef="#ctx0" brushRef="#br0" timeOffset="70440.89">18750 4302 423 0,'5'7'957'0,"-5"2"321"0,-2 5 14 15,-1 0-285-15,-1 5-328 0,0 0-246 16,-4 4-132-16,0-1-83 0,2 1-70 0,-1-1-63 16,1-1-42-16,2-3-69 0,-3 1-76 15,5-4-167-15,-1-3-288 0,2-3-289 0,1-2-344 16,-2-1-271-16,2-6 18 0,0 0 649 0</inkml:trace>
  <inkml:trace contextRef="#ctx0" brushRef="#br0" timeOffset="74186.39">2792 8643 13 0,'1'-15'391'0,"1"5"385"15,-2 0 326-15,0 1 40 0,0 2-291 16,0 2-150-16,0 0-119 0,0 3-107 0,0 0-94 15,0 0-65-15,0 1-56 0,0 0-74 0,0 1-61 16,1-2-35-16,-1 2-15 0,2-1-9 0,-2 1-7 16,0 0 0-16,2 0-5 0,-2 0-4 15,1 1-9-15,-1 1-9 0,0-1-12 0,0 2-9 16,-1 5-4-16,-1 0-6 0,0 5-3 0,1 4-3 16,1 2 4-16,-2 4 5 0,2 5 4 0,0 4 3 15,0 5 1-15,0 3 6 0,2 4 1 0,-1 2-1 16,3 1-1-16,-3 1-2 0,2-2-1 15,2-1-5-15,-2-3-3 0,2-3 0 0,1 0-3 16,-3-9 0-16,2-3-2 0,-3-4-1 0,3-5-1 16,-4-5 0-16,1-1 0 0,0-4 0 0,-1-1 0 15,-1-4 0-15,2-1 1 0,-2-7 1 0,0-6-2 16,-2-5 1-16,2-5-1 0,0-5-1 0,-1-4 1 16,-1-2 1-16,2 0 0 0,-2-2 1 15,2 0 1-15,0 3 0 0,0 2 0 0,0 4-1 16,0 4 0-16,0 2-1 0,0 6 0 0,0 3-1 15,0 3-1-15,2 2 0 0,1 2-2 0,3 3 2 16,2 6-1-16,0 1 0 0,3 8 0 16,5 1-1-16,-3 5 1 0,4 2 0 0,2 6 2 15,-3 1 1-15,4 4 3 0,-1 1 1 0,2 2 1 16,-1-2 1-16,-2-2-1 0,1-3-1 0,-3-3-1 16,3-3-1-16,-2-4-1 0,-3-2 0 0,1-5-1 15,0-3 0-15,-4-2-1 0,2-4 1 16,-2-4 0-16,-3-4 1 0,3-5 0 0,-3-6 1 15,-2-6 0-15,1-5-1 0,-1-5 0 0,-3-2 0 16,0-8 2-16,-3 0 1 0,0-2 1 0,-3-5 1 16,1-2-2-16,-4-1 3 0,2 0 2 0,-3-2 1 15,2 2-1-15,-3 2 1 0,1 2 1 16,0 6-4-16,1 7-2 0,-1 3-2 0,4 6 0 16,-3 6-1-16,3 2 0 0,0 6-1 0,1 3-1 15,1 1-1-15,-1 4-2 0,2 1 0 0,0 7-1 16,2 2 0-16,-1 5-5 0,2 4-12 15,2 1-14-15,0 3-28 0,-2 2-67 0,2 2-93 16,-1-1-180-16,1 2-276 0,0 2-342 0,4-1-400 16,-2 0-256-16,-1 2 146 0,2-3 782 15</inkml:trace>
  <inkml:trace contextRef="#ctx0" brushRef="#br0" timeOffset="74373.44">3521 9074 261 0,'7'14'1006'16,"-5"1"517"-16,1 1-18 0,-1 3-266 0,-1 0-478 16,-1 2-283-16,0 0-173 0,0 4-105 0,-1 0-78 15,-1 0-47-15,-1 0-34 0,3-2-22 0,-2 1-16 16,2-2-9-16,2-5 6 0,-2 1-5 16,3-3-33-16,-3-3-74 0,0-1-134 0,-3-3-261 15,0-4-306-15,-3-4-378 0,-1-2-389 0,1-4-96 16,-1-4 613-16</inkml:trace>
  <inkml:trace contextRef="#ctx0" brushRef="#br0" timeOffset="74534.75">3489 8868 233 0,'-1'-21'1187'16,"-3"3"543"-16,1 5-166 0,-2 2-341 0,-1 2-444 16,3 3-334-16,-3 1-201 0,4 1-92 0,-1 1-55 15,1 1-38-15,1 1-27 0,-1 0-21 16,2 1-9-16,3 1-7 0,-1 2-6 0,1 0-15 15,2 3-28-15,2 1-70 0,-2 0-88 0,3 3-168 16,-3-2-289-16,3 2-323 0,-2 0-366 0,2 2-215 16,0 0 129-16,1-1 692 0</inkml:trace>
  <inkml:trace contextRef="#ctx0" brushRef="#br0" timeOffset="74827.48">3816 8594 102 0,'0'-7'917'16,"0"2"709"-16,-3 1-1 0,1 4-318 0,-1 0-426 16,0 2-356-16,-1 2-223 0,-1 0-117 15,3 4-61-15,-3 3-36 0,2 4-25 0,0 3-15 16,0 4-9-16,1 5-3 0,2 5-1 0,0 4-2 16,0 4-2-16,3 6-4 0,1 2-4 0,-1 2-4 15,3 2-3-15,1-2-4 0,0 0-3 16,1-2-1-16,2-5-3 0,-1-3-3 0,2-7-1 15,1-3-2-15,0-5-2 0,1-5 0 0,1-3-1 16,-1-6 0-16,-1-2-2 0,2-4-6 0,-1-5-9 16,0-4-15-16,-2-3-23 0,0-5-51 15,1-1-80-15,-2-3-123 0,0-3-206 0,-1-2-304 16,2-5-352-16,-1-1-322 0,2-3-112 16,-1-3 438-16,-1-1 683 0</inkml:trace>
  <inkml:trace contextRef="#ctx0" brushRef="#br0" timeOffset="75122.89">4151 8599 86 0,'-4'-18'795'0,"0"8"740"16,-3-1 110-16,2 5-280 0,0 1-429 15,0 1-366-15,2 2-210 0,0 2-145 0,0 0-77 16,0 0-50-16,1 2-33 0,1 4-19 16,2 1-10-16,1 6-1 0,4 2 1 0,-3 6 3 15,4 3 4-15,-1 4 1 0,0 6-1 0,2 4-5 16,-2 5-2-16,-1 0-5 0,0 5-5 15,0 0-5-15,1-2-2 0,0 2-4 0,2-4-1 16,0-1-1-16,0-4-1 0,1-1-1 16,1-5-1-16,-2-2-2 0,3-3-1 0,-3-3-5 15,2-5-9-15,-1-2-12 0,0-2-16 0,-2-7-26 16,-1 0-53-16,-1-3-75 0,1-6-121 0,-1 0-206 16,0-4-297-16,-2-3-352 0,3 1-315 15,-1-6-120-15,-1-1 430 0,1-3 692 16</inkml:trace>
  <inkml:trace contextRef="#ctx0" brushRef="#br0" timeOffset="75345.28">4499 8968 221 0,'5'-2'1027'0,"-3"-2"581"16,-1 4-63-16,1 4-300 0,2-1-465 15,-4 4-298-15,0 5-186 0,2 1-103 16,-2 5-55-16,3 1-33 0,-3 6-25 0,3 3-18 16,-1 0-14-16,0 6-13 0,1 0-11 0,-2 1-8 15,3-1-8-15,-1-1-6 0,0-1-7 0,3-4-20 16,-3-2-44-16,0-7-84 0,-1-4-151 16,0-5-268-16,-2-5-325 0,0-5-402 0,0-7-384 15,-2-7-8-15,0-4 727 0</inkml:trace>
  <inkml:trace contextRef="#ctx0" brushRef="#br0" timeOffset="75521.38">4591 8638 215 0,'-2'-6'1203'0,"-1"7"565"16,-2 4-204-16,-1 3-364 0,-3 2-436 16,1 3-346-16,1 3-209 0,1-1-95 0,0 1-46 15,3-1-28-15,3 3-20 0,3-3-12 16,5 2-9-16,1 1-21 0,1 0-72 0,2 0-83 15,3 1-168-15,-1 1-283 0,2 0-333 0,1 2-394 16,1 0-237-16,0-1 101 0,2 0 728 16</inkml:trace>
  <inkml:trace contextRef="#ctx0" brushRef="#br0" timeOffset="75846.82">4969 9013 363 0,'0'-1'1337'0,"-3"-1"418"0,-2 4-221 0,0-1-339 15,-1 1-469-15,-3-1-302 0,1 2-169 0,-2 2-80 16,0-1-49-16,0 2-35 0,-2 2-27 0,3 1-16 16,-4 6-13-16,4 0-8 0,-2 3-7 15,3 2-4-15,3 4-16 0,0 1 0 0,0 0 0 16,2 1 0-16,3-1 0 0,0-2 0 16,3-5 0-16,2-2 0 0,0-2 0 0,2-5 0 15,3-5 0-15,-2-4 0 0,4-4 0 0,0-7-6 16,-1-1-16-16,2-4-3 0,-1-2-3 15,1 0 3-15,-2 2 4 0,-3 3 7 0,0 1 6 16,-1 5 2-16,0 0 4 0,-2 6 1 0,1 2 1 16,-3 4 2-16,2 3-1 0,0 5 2 15,0 0-2-15,1 4-1 0,0 0-8 0,1 1-16 16,1 0-32-16,1-2-78 0,-1 1-119 16,-2-2-233-16,1-2-304 0,2-1-376 0,2-1-439 15,-1-4-150-15,2 0 487 0,1-1 808 0</inkml:trace>
  <inkml:trace contextRef="#ctx0" brushRef="#br0" timeOffset="76662.28">5306 9458 226 0,'0'11'825'15,"1"-4"399"-15,1-2 16 0,-2-2-202 0,0-1-366 16,3-4-214-16,0-4-107 0,0-1-60 16,0-7-28-16,2-5-30 0,0-4-39 0,1-4-61 15,2-4-43-15,0-5-18 0,2 0-16 16,-1-3-7-16,2 3-3 0,-1 1-3 0,-1 3-5 15,-1 5-7-15,0 2-6 0,-3 8-3 0,0 1-6 16,-2 7-2-16,0-2 0 0,1 7 1 16,-1 4 3-16,1 7-3 0,-1 3-1 0,0 5-2 15,-1 4-2-15,-1 7-2 0,1 4-3 0,-2 1 0 16,3 2-1-16,-1 3-1 0,1-1-2 16,1-1-1-16,-1-1 1 0,2-4-1 0,0-5 0 15,0-3-3-15,0-5 1 0,0-2-2 0,1-5 0 16,0-7 1-16,-1-4 2 0,1-9 1 15,2-4 2-15,1-9 0 0,-1-4-1 0,2-4-1 16,1-2-1-16,0 1-1 0,0 0 2 0,2 5-1 16,-2 2-1-16,-3 3 1 0,3 4 0 15,-3 6-1-15,0 0 1 0,1 6 0 0,-3 6 1 16,2 2 2-16,-3 6 1 0,2 4 2 0,-1 5 1 16,-2 4 0-16,-2 2 0 0,1 4 0 15,-1 1-1-15,1 1-2 0,0-2 0 0,-1-1-1 16,1-1-1-16,-1-4-2 0,2-4 0 15,-1-2-1-15,0-4-2 0,-1-2 1 0,3-6 3 16,-2-4 0-16,2-4 0 0,1-4 2 0,0-3-1 16,1-1 1-16,-1-5-3 0,2 2-1 15,0 3 0-15,0-2-1 0,1 5 0 0,-1 1-1 16,3-1 1-16,-1 9 2 0,-2-3 1 0,4 10 1 16,-4-3 1-16,0 10 0 0,1 4-4 15,-4 2-12-15,2 4-23 0,-3 3-55 0,0 0-73 16,-1-1-100-16,0-1-169 0,-1-2-278 0,-1-5-330 15,4-1-282-15,-2-3-174 0,0-7 176 16,0-5 612-16</inkml:trace>
  <inkml:trace contextRef="#ctx0" brushRef="#br0" timeOffset="77173.03">6327 9078 78 0,'0'-15'803'0,"0"1"744"0,-1-1 96 16,-2 3-284-16,-1 3-423 0,-2 2-356 15,1 0-214-15,-3 2-132 0,-1 2-70 0,1 1-44 16,-2 1-32-16,-2 2-26 0,2 3-19 0,0-2-15 16,0 4-11-16,0 1-7 0,2 1-6 15,-1 1-3-15,3 0-2 0,1 1-1 0,0 1-1 16,3-2-1-16,1 2 0 0,1-3 0 15,1 3 0-15,1-2 0 0,1 0 2 0,2 0 0 16,1 0 0-16,0-1 1 0,1-1 1 0,-1 1-1 16,2-1 0-16,1 1 1 0,-1 0-1 0,2 2 1 15,2 0 0-15,-2 1 0 0,0 2 1 16,-1 2 1-16,0 1-1 0,-1 1 0 16,1 2 1-16,-2 0 0 0,-2 0 0 0,0 0 0 15,-2 1 0-15,-2-1 0 0,1-2-1 0,-4 0 1 16,1-4-2-16,-1 0 1 0,-3-5-2 0,1-1-5 15,-2 0-12-15,-1-6-18 0,-2-1-29 16,-1-3-74-16,-4-3-97 0,1-2-171 0,-4-3-285 16,1-3-334-16,2-1-399 0,-1-1-214 15,3-2 164-15,1-2 727 0</inkml:trace>
  <inkml:trace contextRef="#ctx0" brushRef="#br0" timeOffset="77503.64">6381 9263 428 0,'15'19'948'0,"-2"0"294"0,3 1-42 0,-2 1-322 16,0-1-310-16,1-3-237 0,-2-2-127 15,2-3-70-15,-2-5-37 0,4-2-26 0,-2-5-26 16,0-5-11-16,0-3-15 0,0-4-7 0,-2-5-4 16,1-2-4-16,-3-1 2 0,1-2-6 15,-2 1 18-15,-2-2 22 0,-3 2 30 0,0 2 36 16,-2-2 28-16,-3 3 22 0,-1 0-3 0,-4 0-12 15,0 3-20-15,-3 0-28 0,-2 2-28 16,-4 3-18-16,-2 1-12 0,-1 0-6 0,-2 6-2 16,0 3 1-16,0 3 0 0,0 6-2 15,0 0-3-15,2 6-6 0,1 2-7 0,4 2-5 16,2 3-4-16,2 1-7 0,3 2-24 0,2-2-77 16,4-1-92-16,3 2-175 0,2-5-286 0,5-3-341 15,3 2-387-15,4-1-208 0,4-1 182 16,2-1 720-16</inkml:trace>
  <inkml:trace contextRef="#ctx0" brushRef="#br0" timeOffset="78275.87">6869 9409 87 0,'5'0'540'0,"-3"2"420"0,1-2 217 15,-1 0-94-15,-1 0-326 0,2-2-199 16,-1-1-112-16,-1 0-64 0,2-1-56 16,1-5-44-16,-1-2-41 0,0-4-50 0,0 0-57 15,2-8-47-15,1 3-24 0,-3-4-19 16,2 1-11-16,0-1-3 0,0 3-4 0,-2 1-1 15,2 4-3-15,-4 1 1 0,1 5 6 0,2 2-4 16,-4 2-2-16,2 2-2 0,-2 2-1 0,0 1-3 16,1 4-6-16,1 0-5 0,-2 4 0 15,2 4-2-15,-1 4-1 0,3 0 0 0,-1 3-2 16,0 2 1-16,2 0-2 0,1-1-1 0,-2 1 2 16,1-2-1-16,0-3 0 0,0 0 0 15,1-4 0-15,0-2-2 0,-1-3-1 0,2-5 1 16,-1-4 1-16,0-3 0 0,4-6 1 0,-2-6 0 15,1-2 0-15,2-5 0 0,-1-2-1 16,1 4 0-16,1-2 0 0,-4 6 0 0,2 1-1 16,-2 3 1-16,-1 5 0 0,0-1 0 15,-1 9-1-15,-1-1 2 0,0 6 2 0,1 3 1 16,-1 5 1-16,-2 5 0 0,0 5-1 0,0 2 1 16,-1 7-4-16,1-2-2 0,2 2-3 0,2-1-10 15,0-4-34-15,1 0-75 0,0-5-86 16,3-2-161-16,-2 0-290 0,-1-7-335 0,3-3-358 15,0-6-198-15,1-2 121 0,2-6 674 16</inkml:trace>
  <inkml:trace contextRef="#ctx0" brushRef="#br0" timeOffset="78576.2">7481 9151 42 0,'0'-8'767'16,"-1"3"773"-16,-6 2 111 0,-2 6-295 0,-1 4-407 15,-4 4-383-15,0 4-229 0,0 2-137 16,-2 3-65-16,1 3-41 0,2-1-28 0,3 1-21 15,0 0-16-15,3-4-10 0,4 0-9 0,1-2-5 16,4-2-5-16,2-3-2 0,4-5 0 0,3-2-1 16,2-5 1-16,3-6 0 0,-2-5 0 15,6-5 1-15,-2-2 0 0,1-3 0 16,0 0-3-16,-2-3 3 0,2 5-2 0,-2 0 1 16,-1 3-1-16,0 1 2 0,-3 4 1 15,0 3-1-15,-1 2 1 0,-1 5 0 0,0 4 1 0,-1 4 1 16,-1 3 0-16,-1 3-1 0,1 2 1 15,1 2 0-15,-2 2-1 0,1-1 0 0,1 2-2 16,1-2-8-16,1-2-19 0,-2-2-44 16,1-1-75-16,0-2-92 0,0-5-169 0,-1-2-289 15,2-4-330-15,-2-2-330 0,2-2-175 0,-2-5 141 16,3-1 660-16</inkml:trace>
  <inkml:trace contextRef="#ctx0" brushRef="#br0" timeOffset="78754.52">8060 9078 49 0,'6'-2'731'0,"2"2"697"0,-3 2 119 0,1 2-237 16,0-1-392-16,-1 3-381 0,2-1-227 15,1-1-134-15,2 1-66 0,0-3-44 16,1 2-29-16,5-3-17 0,0 0-9 0,1-1-28 16,2 0-82-16,-3 0-123 0,1 0-250 0,1 3-287 15,-3-2-354-15,0 0-388 0,-1 2-93 0,-3 0 496 16</inkml:trace>
  <inkml:trace contextRef="#ctx0" brushRef="#br0" timeOffset="79267.37">9010 8530 45 0,'0'-19'593'0,"0"1"508"0,-3 3 240 15,3 3-41-15,3 3-329 0,-3 3-332 0,0 4-205 16,3-3-122-16,-3 4-83 0,3 2-66 15,1 4-52-15,0 4-24 0,1 7-9 0,3 3-3 16,0 6-3-16,-2 6-12 0,2 1-14 16,0 7-14-16,1 3-13 0,-2 2-8 0,1 1-5 15,-2 3-3-15,3 0-4 0,-2-2-2 0,-1-1 0 16,-1-1-1-16,3-4-1 0,-4-2-11 0,1-2-21 16,-3-6-51-16,-2 0-72 0,-2-5-114 15,-1-5-188-15,-2 1-299 0,-2-8-335 0,0-1-293 16,1-6-154-16,-4-3 319 0,1-6 646 15</inkml:trace>
  <inkml:trace contextRef="#ctx0" brushRef="#br0" timeOffset="79455.14">9037 8953 49 0,'6'-9'587'0,"1"0"461"0,-1 5 176 16,2-1-84-16,1 3-353 0,1 2-287 15,3 1-170-15,2 0-46 0,1 4-29 0,3-3-34 16,3 3-31-16,2 1-45 0,0 0-36 15,3 0-47-15,-1 0-26 0,1 0-16 0,0 0-8 16,0-1-5-16,-3-2-5 0,1 2-61 0,-3-4-73 16,-6-1-160-16,0-1-273 0,-6-4-302 15,-4-3-366-15,-2 1-242 0,-4-7 55 0,-6 1 638 16</inkml:trace>
  <inkml:trace contextRef="#ctx0" brushRef="#br0" timeOffset="79705.89">9309 8355 205 0,'3'1'832'0,"-1"4"417"0,2 1 86 15,1 3-90-15,0 4-419 0,3 2-293 0,-2 2-148 16,5 3-73-16,-3 1-67 0,2 2-68 16,1 3-50-16,0 2-30 0,0 4-19 0,0 2-19 0,-2 2-15 15,1 3-14-15,1 0-12 0,-3 2-8 16,0-2-6-16,0 1-3 0,-1-1-1 15,0-1-3-15,-1-3 0 0,-1-1-2 0,0-3 0 16,-1-4-5-16,1-2-18 0,-2-5-36 16,2-3-77-16,-2-4-85 0,1-2-157 0,0-5-225 15,0-3-325-15,2-3-330 0,-2-3-192 0,4-6 18 16,-1 1 546-16</inkml:trace>
  <inkml:trace contextRef="#ctx0" brushRef="#br0" timeOffset="80031.86">9878 8847 165 0,'-2'3'1031'15,"-2"0"638"-15,-4 2-77 0,-3 3-326 0,1 0-444 16,-4 2-327-16,3 2-216 0,-3 2-107 16,1 1-57-16,2 0-39 0,0 0-29 0,3-2-19 15,3-1-14-15,-1-1-8 0,4-3-6 0,2-3-2 16,2-2-1-16,1-3 1 0,2-4 1 0,3-5 1 15,0-5 1-15,4-4 1 0,-2-1-1 16,1-4 0-16,2 2-2 0,-4-2 1 16,1 4-2-16,-1 3 1 0,-1 4-1 0,-1 1 1 15,-1 5 0-15,1 3 1 0,-2 5 2 0,-1 4 0 16,0 3 2-16,-2 6-1 0,1 4 1 0,0 2-2 16,3 3-1-16,-4 2-1 0,4-1-1 15,-1-1 0-15,2 0-1 0,-1-2-1 0,3 1 0 16,-1-6 0-16,2-2-9 0,-1 0-18 15,-1-5-50-15,0-3-72 0,-3-1-95 0,0-1-164 16,2-5-261-16,-4 0-328 0,2-3-299 0,-2 0-189 16,2-2 122-16,-1-1 583 0</inkml:trace>
  <inkml:trace contextRef="#ctx0" brushRef="#br0" timeOffset="80344.28">10183 8331 39 0,'-1'-17'611'0,"1"2"556"16,0 3 283-16,-2 3-60 0,2 2-360 15,0 1-371-15,0 1-213 0,0 2-127 0,0 2-99 16,0 2-80-16,0 2-53 0,0 3-31 0,0 3-14 16,2 4-7-16,-1 4-2 0,-1 3 2 0,3 5 2 15,-1 5 4-15,1 6 3 0,-1 3 3 16,1 6 0-16,-1 5-3 0,1 1-7 0,0 3-6 15,0-1-9-15,3-1-8 0,1-3-6 16,-1-2-5-16,2-7-3 0,1-3-2 0,-1-4-2 16,2-6 0-16,2-7-1 0,-2-2-5 0,1-6-10 15,0-4-15-15,0-4-23 0,0-8-41 16,0-3-76-16,0-3-82 0,-3-3-129 0,0-4-175 16,-2-2-255-16,-1-3-300 0,0 0-204 15,0-1-105-15,0-3 317 0,-1-1 522 0</inkml:trace>
  <inkml:trace contextRef="#ctx0" brushRef="#br0" timeOffset="80612.67">10438 8269 139 0,'2'-20'776'0,"-2"1"644"0,-2 6 165 0,2 2-247 16,-2 6-449-16,-1 3-332 0,3 3-179 0,-2 4-138 15,-1 3-90-15,2 8-48 0,1 2-31 16,0 4-16-16,0 6-9 0,1 3-4 0,2 4 0 15,-1 6-2-15,3 4-2 0,-2 5-6 16,2 2-8-16,0 2-7 0,2-2-7 0,1-1-6 16,0-1-4-16,2-5-2 0,2-3-4 0,1-5-10 15,0-3-21-15,-1-4-48 0,-2-7-81 0,2-1-138 16,-4-5-244-16,2-3-318 0,-1-4-379 16,1-1-356-16,-2-4-62 0,-2-2 587 0</inkml:trace>
  <inkml:trace contextRef="#ctx0" brushRef="#br0" timeOffset="81204.61">11071 8796 178 0,'-4'-13'845'0,"-2"4"595"16,-2-2 108-16,0 2-229 0,-3-1-456 0,0 3-310 15,-3 1-166-15,1 1-123 0,0 4-81 0,-1 1-53 16,0 1-36-16,-2 4-28 0,3 2-20 0,-1 4-11 16,0 0-11-16,4 4-6 0,-2 0-6 15,4 2-3-15,1 2-3 0,0 4-3 0,4-3-2 16,1-1-2-16,4 0 0 0,-1-1-1 15,4-2 0-15,-1-4-1 0,3 1 1 0,1-5 0 16,0-3 0-16,6-4 1 0,-1-5 0 0,2-3 1 16,1-6 1-16,0-5-1 0,0-4-1 15,1-2 0-15,-1-5 0 0,-2 3-1 0,-1-2 1 16,-1 2 0-16,-2 6 1 0,-2 1 1 16,-3 6 2-16,1 1 0 0,-3 5 0 0,-1 3 0 15,-2 3 0-15,-2 4-1 0,1 6 1 0,-3 3 0 16,2 3-1-16,-2 7 1 0,3 0-1 0,-1 4 0 15,2-1-2-15,2 2-1 0,1-1-2 16,5-1-1-16,-2 0-4 0,4-2-14 0,2-2-31 16,1-3-84-16,1-2-147 0,0-1-259 15,1-1-323-15,0-3-412 0,0-1-468 0,0 0-33 16,1-1 752-16</inkml:trace>
  <inkml:trace contextRef="#ctx0" brushRef="#br0" timeOffset="82570.5">12546 8785 285 0,'7'-2'809'15,"-2"0"372"-15,2-3 69 0,-1-1-159 16,2 0-282-16,4-3-229 0,-2 0-141 0,4-3-82 16,0-3-62-16,4-1-77 0,-2-4-66 15,4-4-38-15,4-2-26 0,-2-3-20 0,3-4-17 16,2-1-13-16,-2-3-11 0,2-1-7 0,0-2-7 16,0 0-4-16,0-1-2 0,0 1-3 0,0-1-4 15,-4 3-1-15,1 4-1 0,-5 3-1 16,-2 2 0-16,-2 5 0 0,-3 6-1 0,-4 4-3 15,-3 1-12-15,-2 5-21 0,-3 4-44 16,-3 6-75-16,-5 0-108 0,-3 4-180 0,-2 4-293 16,-4 2-338-16,0 2-332 0,-2-1-167 0,-1 3 262 15,-1-2 677-15</inkml:trace>
  <inkml:trace contextRef="#ctx0" brushRef="#br0" timeOffset="82822.17">12626 8201 182 0,'0'4'795'15,"-1"0"426"-15,2 4 94 0,2 1-82 16,2 4-394-16,4 2-294 0,-1 3-146 0,2 4-74 16,1 3-61-16,3 2-74 0,1 3-60 15,0 4-39-15,1 3-24 0,2 1-23 0,-1 1-17 16,0 0-12-16,2 2-7 0,0-4-5 15,2-2-3-15,-1 1-3 0,1-4-6 0,1-2-21 16,0-5-76-16,-1 0-106 0,-2-6-215 0,-2-4-290 16,-3-2-358-16,0-6-423 0,-2-4-191 0,-1-6 353 15,0-1 808-15</inkml:trace>
  <inkml:trace contextRef="#ctx0" brushRef="#br0" timeOffset="86331.14">13790 8479 53 0,'-3'0'595'0,"-1"2"486"0,-2 2 184 16,0 2-96-16,1 2-327 0,0 5-287 0,2 4-134 15,0 3-85-15,1 2-54 0,2 3-44 0,0 3-52 16,5 1-61-16,0 3-52 0,1-4-31 15,4 2-18-15,1-3-11 0,0-4-5 0,3-4-5 16,0-5-3-16,-1-2-2 0,4-5 2 0,-1-5 1 16,0-6 0-16,0-7 2 0,-3-4 1 15,-1-6 0-15,-1-1 0 0,-1-6 1 0,-4 1 0 16,-1 1 0-16,-3 0 6 0,-4 0 8 16,-1 4 5-16,-4 2 3 0,-1 2 3 0,-4 5 2 15,-1 1-7-15,0 3-6 0,-1 3-5 0,-2 2-6 16,2 2-4-16,1 4-3 0,-1 2-2 15,3 4-2-15,2 1-1 0,1 5-3 0,2 1 0 16,2 3-13-16,1 2-34 0,3 1-67 16,3 0-69-16,-1 0-125 0,3-2-198 0,0 0-311 15,2-3-305-15,3-4-222 0,-1-2-95 0,2-5 393 16,2-4 578-16</inkml:trace>
  <inkml:trace contextRef="#ctx0" brushRef="#br0" timeOffset="86710.7">14144 8395 420 0,'11'-29'850'0,"-6"1"318"16,-2 2 33-16,-1 1-267 0,-2 1-196 0,-2 6-161 16,0-1-121-16,-1 6-87 0,1 3-68 15,-2 3-81-15,-2 1-79 0,1 4-51 16,0 4-33-16,0 4-24 0,-1 3-14 0,0 4-9 16,0 6-4-16,-1 2-3 0,2 5-1 0,-1 4-2 15,-2 5 1-15,4 3 1 0,-3 5 0 0,2 3 1 16,2 2 0-16,-2 0-1 0,2-1-1 15,3-4-2-15,0-6-1 0,3-6-1 0,2-10 0 16,1-3-1-16,1-9 3 0,1-9-1 16,1-8 4-16,2-8-1 0,-1-7 1 0,2-7 0 15,-2-4-2-15,2-4 0 0,0 0 0 0,-4-3-1 16,2 3 1-16,-3 4 1 0,-1 3-1 16,-1 2 2-16,-2 5 2 0,2 4 0 0,-5 3 0 15,2 4 1-15,-4 4-1 0,2 2-1 0,-5 3-2 16,2 4-2-16,-2 1-1 0,-1 6-1 15,-1 2-1-15,0 6 1 0,0 1 1 0,3 5-1 16,-5 2 1-16,5 3-1 0,-2 2-8 0,3 1-19 16,1 2-48-16,0 1-69 0,-1-1-69 15,3 1-132-15,0-1-197 0,2-2-305 0,-1-1-276 16,4-3-207-16,0 0-79 0,2-5 396 16,2-2 558-16</inkml:trace>
  <inkml:trace contextRef="#ctx0" brushRef="#br0" timeOffset="87271.75">14487 8505 305 0,'-1'-17'884'16,"-1"1"367"-16,-1 1 59 0,-2 2-169 0,0 1-368 15,2 4-257-15,-2 0-132 0,-2 2-81 0,2 2-75 16,0 1-76-16,0 3-57 0,0 1-36 0,-1 3-23 15,0 6-15-15,0 2-9 0,1 7-5 16,-2 2-4-16,3 6 0 0,-4 2-1 0,5 7 0 16,-2 1-2-16,3-3 0 0,-1 2-1 0,3-2-1 15,2-6-2-15,1-4-1 0,2-4 1 16,1-7 0-16,3-5 1 0,1-8 0 0,4-6-4 16,-3-9-14-16,2-9-26 0,1-3-29 0,1-6-23 15,-2-7-16-15,0-3-9 0,1 0 9 16,-1-3 29-16,-2 2 33 0,-1-1 26 15,-2 2 15-15,-2 0 14 0,-1 0 5 0,0 4 10 16,-1 3 38-16,-1 4 31 0,0 6 22 0,-1 2 11 16,-2 10 2-16,3 3-11 0,-3 8-28 0,0 5-22 15,0 5-21-15,0 6-13 0,0 7-6 16,3 3-3-16,-1 3-5 0,1 5-5 0,2 2 1 16,3 1 1-16,-4 4-1 0,4-1 0 15,1 1 0-15,-2-1-1 0,3-1-2 0,-1-3-2 16,1-1-2-16,2-6-2 0,0-1-1 0,0-6 0 15,-1-2 0-15,0-7 0 0,3-1 0 16,-4-5 1-16,2-7 1 0,0 1 0 0,-3-6-2 16,-1-1 1-16,1-2 1 0,-1 2-3 0,1-2 0 15,-5 2-1-15,2-1-4 0,-1 4-1 16,-2 2-2-16,0 1 0 0,-1 0 1 0,-2 3 2 16,2 3 3-16,-2 0 2 0,0 1-1 0,0 2-4 15,0 1-9-15,0 5-13 0,0-3-27 16,0 1-55-16,-2 2-57 0,2-1-60 0,-2 0-110 15,2-1-168-15,0-1-236 0,-1-1-243 0,2-2-217 16,-1-4-137-16,4-2 259 0,-1-2 508 16</inkml:trace>
  <inkml:trace contextRef="#ctx0" brushRef="#br0" timeOffset="87861.14">14925 8507 447 0,'1'-4'1109'15,"-1"2"355"-15,-1 2-65 0,-1 5-310 16,2 2-403-16,0 4-244 0,0 0-152 0,2 3-86 15,-1 0-67-15,3 3-50 0,1 2-31 0,-1 0-20 16,4-2-13-16,2 3-8 0,-1-1-7 16,1-2-4-16,2-2-2 0,-1-2-2 0,2-1 0 15,1-5-2-15,1-1 1 0,-1-1 1 16,-1-8 1-16,2-5 1 0,-2-2-1 0,1-5 1 16,0-4-1-16,0-6-2 0,1 0 0 0,-1-6-1 15,2-1 0-15,-2-2 0 0,0-1 2 0,1-1 1 16,0-2 2-16,-3 3 0 0,1-2 1 15,-3-1 7-15,-2 2 9 0,3 0 12 0,-5 2 9 16,1 2 9-16,-2 3 9 0,-1 0 1 16,-2 4-5-16,2 1-6 0,-2 2-5 0,-2 1-7 15,0 0-7-15,0 1-5 0,0-1-6 0,-2 1-5 16,2 0-1-16,0-2-2 0,0-1 0 16,0-2-2-16,2-1 1 0,1-1-2 0,0 1-1 15,1 0-1-15,0 6 0 0,0 2 1 16,-1 3 2-16,0 4 3 0,1 5 3 0,0 5 1 15,-3 6-16-15,2 5 0 0,-1 7 0 0,0 6 0 16,-1 8 0-16,-1 6 0 0,2 8 0 16,-2 6 0-16,1 6 0 0,1 6 0 0,0 5 0 15,1 3 0-15,-2 4 0 0,4 0 0 16,1 0 0-16,1-4 0 0,2-5 0 0,4-6 0 16,-2-8 0-16,2-8 0 0,2-8 0 0,-2-9 0 15,1-4 0-15,-1-10 0 0,2-6 0 0,-3-8 0 16,-1-7 0-16,1-5 0 0,-2-4 0 15,0-2 0-15,-1-1 0 0,-3 1 0 0,1 2 0 16,-2 3 0-16,-2 1 0 0,1 3 0 16,-1 2 0-16,-1 2 0 0,1 5 0 0,0 1 0 15,0 4 0-15,-1 4 0 0,1 3 0 0,1 4 0 16,-4 2 0-16,1 1 0 0,-1 0 0 16,3 0 0-16,-1-1-136 0,1-5-138 0,-2-4-221 15,2-4-305-15,-1-7-379 0,1-6-447 16,2-6-167-16,-2-5 462 0,2-4 827 0</inkml:trace>
  <inkml:trace contextRef="#ctx0" brushRef="#br0" timeOffset="88001.8">15656 8329 331 0,'-7'-35'1308'0,"-4"7"455"15,0 6-230-15,0 4-358 0,1 5-475 0,0 5-315 16,2 3-184-16,0 4-88 0,1 2-51 16,4 4-30-16,0 1-18 0,6 1-14 0,0 1-35 15,2 3-83-15,1-3-92 0,3 3-171 16,1-1-292-16,0 0-346 0,1 2-373 0,3 1-177 15,1 2 180-15,2 0 692 0</inkml:trace>
  <inkml:trace contextRef="#ctx0" brushRef="#br0" timeOffset="88406.52">16310 8641 668 0,'-2'-6'1569'0,"-2"0"144"0,-1 2-318 0,2 3-363 15,-2 1-446-15,2 2-269 0,0 4-126 16,1 5-59-16,0 2-33 0,1 5-24 0,2 3-19 16,3 2-17-16,1 2-11 0,1 0-11 0,2-3-8 15,6-3-6-15,-1-4-3 0,2-4-1 16,2-3 0-16,-2-10-2 0,3-6-1 0,-1-8 0 15,-1-8 0-15,0-5-2 0,-5-5 2 16,-1-2 1-16,-3-2 1 0,-4 2 2 0,-3 3 2 16,-1 0 1-16,-6 3 1 0,-2 2 0 0,-1 4 4 15,-3 3 4-15,1 2 3 0,-2 6 0 0,-2 4 1 16,3 6-1-16,-1 3-3 0,1 6-5 16,1 3-2-16,1 5-3 0,1 1 0 0,4 6-1 15,1 0-2-15,3 2 0 0,2 0-2 16,2 1-6-16,3 0-9 0,1-1-19 0,2-1-33 15,3-1-78-15,-3-3-100 0,3-4-177 0,3-4-290 16,-3-5-343-16,4-5-380 0,0-5-187 16,3-5 218-16,-1-7 719 0</inkml:trace>
  <inkml:trace contextRef="#ctx0" brushRef="#br0" timeOffset="88738.8">16621 8387 425 0,'5'-15'1154'0,"0"0"474"15,-3 7-121-15,-2 2-387 0,-2 4-396 16,1 2-250-16,-4 6-173 0,0 3-111 0,-3 3-62 15,4 3-40-15,-3 2-27 0,4 2-19 0,-2 4-14 16,5-2-10-16,-2 3-8 0,4-4-6 16,0 2-2-16,2-6-2 0,1-4 0 0,0-4-3 15,4-7 0-15,-2-7-1 0,1-5-1 0,1-8-2 16,0-6 0-16,1-5-2 0,-2-4 1 0,-1-6-1 16,0-2 2-16,-4-1 2 0,2-2 1 15,-3-2 3-15,-2 1 1 0,0 2 1 16,-2 5 2-16,1 3 6 0,-3 6 6 0,0 6 7 15,-2 5 5-15,2 7 3 0,0 4 0 0,-1 7-3 16,2 7-5-16,-1 4-6 0,1 6-5 0,1 7-4 16,1 3-3-16,1 4-4 0,0 7 0 15,0 4-2-15,0 4 0 0,0 5-1 0,-2 2 1 16,2 3-5-16,-1 1-17 0,-2-2-36 16,3-2-82-16,-2-5-125 0,4-4-253 0,4-5-318 15,0-8-395-15,6 0-426 0,2-10-94 0,3-2 582 16</inkml:trace>
  <inkml:trace contextRef="#ctx0" brushRef="#br0" timeOffset="89204.57">17572 8404 173 0,'3'-11'797'0,"-2"1"523"0,-1 3 125 15,2 0-143-15,-2 4-443 0,0 0-306 16,2 2-161-16,-1 5-106 0,-1-1-80 0,2 4-62 16,0 2-39-16,-1 1-24 0,1 3-16 15,-1 4-13-15,3 2-5 0,-3 3-9 0,2 3-7 0,-1 1-6 16,2 2-7-16,-2 1-5 0,-1 1-5 15,1-3-4-15,-2 1-3 0,2-2-1 0,-1-3-2 16,-1 0 0-16,0-3-5 0,0-3-11 16,-3-3-20-16,-2-2-31 0,-1-6-60 0,-3-1-78 15,-3-7-84-15,0-4-125 0,-1-3-160 16,-1-5-208-16,1-5-232 0,1-4-187 0,-4-2-102 16,3-6 239-16,-1-2 446 0</inkml:trace>
  <inkml:trace contextRef="#ctx0" brushRef="#br0" timeOffset="89517.86">17373 7976 50 0,'0'-32'577'0,"0"5"484"16,0 3 238-16,0 6-4 0,0 1-315 0,0 6-306 15,0 0-197-15,0 3-121 0,0 1-80 0,1 4-78 16,3 1-64-16,0 2-37 0,2 3-21 16,1 5-6-16,1 1-5 0,1 4-6 0,4 4-5 15,0 2-4-15,1 5 0 0,-2 3-2 0,2 3-3 16,1 3-4-16,-1 0-7 0,2 2-6 15,-2-2-8-15,2-1-6 0,-2-1-5 0,4-6-5 16,-4-2-1-16,2-5-1 0,1-4-1 16,-3-7 1-16,3-6-1 0,-2-3 1 0,-2-6 1 15,2-7 0-15,-3-2-1 0,0-6 0 0,-1-2 0 16,-1-4-2-16,-1 0 0 0,-3-2 0 16,-1-1-2-16,2 0 1 0,-6 2-1 0,2 2-2 15,2 0 0-15,-5 5-8 0,0 2-14 0,0 1-24 16,-5 5-47-16,1 0-81 0,-3 3-146 15,-1 3-247-15,2 2-315 0,-3 2-381 0,0 4-364 16,0 0-57-16,-2 2 625 0</inkml:trace>
  <inkml:trace contextRef="#ctx0" brushRef="#br0" timeOffset="91693.94">2806 10030 289 0,'8'-4'575'16,"1"2"210"-16,-4 2 71 0,3-3-234 0,0 1-150 16,1 2-86-16,1 0-42 0,0-1-19 0,2 1-10 15,1-1-50-15,2 1-70 0,-2 0-51 0,4 0-34 16,1 0-30-16,2 0-16 0,0 1 29 0,3 0 64 15,1-1 22-15,4 2 0 0,-1 1-4 16,3-3-7-16,0 0-36 0,2 0-57 0,3 2-31 16,1-2 0-16,1 0-2 0,-1 0-3 0,3 3 1 15,-1-3-2-15,2 0-3 0,-2 0-8 0,4-3-5 16,-4 3-4-16,4-2-3 0,-2 2 3 0,0-3-3 16,1 0-2-16,2 2-2 0,0-3-1 15,-2 3-1-15,5-2-1 0,2 0-1 16,-2 0 6-16,3 0 4 0,2 0 2 0,0 0 2 15,-1 0-1-15,3 2-1 0,-1-2-8 0,0 1-5 16,0 1-3-16,0-1-1 0,2 2 0 0,-3-1 1 16,1 1 1-16,0 0 1 0,1 0-1 15,-2 0 0-15,3 0 0 0,1 0-1 0,-1 0-2 16,0-2 1-16,0 2-1 0,-1-1 0 16,1-1-1-16,0 2 0 0,1 0 2 0,-1-1 4 15,-2 1 4-15,4 0 2 0,-1 1 2 0,0-1 0 16,0 2 2-16,4-1-4 0,-4 1-5 15,4 1-2-15,-1 0-2 0,-1 0-1 0,-2-2-2 16,1 2-1-16,-2 0 0 0,-1-1-1 0,1 0 1 16,-3 0 0-16,1 0 1 0,-2-1 2 15,-2-1 0-15,3 0 1 0,-1 0 0 0,1 0-1 16,1-1-1-16,-2-1 0 0,1 0 0 16,1 0-1-16,-4 0-1 0,2-1 1 0,1 0-1 15,-2 0 0-15,0 0-2 0,1 0 2 0,-2 0 0 16,1 0 1-16,-1 1 2 0,2-2-1 15,-1 3 2-15,3-2-1 0,0 1-1 0,0 0 1 16,1-1-1-16,-1 1 0 0,1 0-1 16,0-2 0-16,1 4-2 0,-1-2 1 0,-1 2-1 15,-1-5 0-15,1 3 2 0,0-2 0 0,-1 3 0 16,3-2 2-16,-1-1 1 0,-2 0 0 0,3 2-2 16,1-3 1-16,0 2 1 0,-2 0-2 15,2 0-1-15,0 0 0 0,-1 0 0 0,1 0 1 16,0 1-2-16,0-2 1 0,0 2 2 15,0 0 0-15,2 0 1 0,-1 0 0 0,2 2 3 16,2-3 3-16,2 2 2 0,0 0 2 0,-1-1 0 16,1 1 0-16,1-2-2 0,-1 3-5 0,1-2-1 15,-1 2-2-15,-1-5 1 0,1 4-1 16,1-2 1-16,-1 0 1 0,3 0 0 0,1 0-2 16,0-2-1-16,-1 3 0 0,0-3 0 15,0 2-1-15,0-1 0 0,1-1-1 0,-2 1 1 16,-1 1 1-16,1 0 1 0,-2-1 4 0,3 2 3 15,1 0 3-15,-1 0-1 0,2 2 0 0,-1-2-1 16,-1 0-3-16,0 1-4 0,1 1-2 16,-1-2-1-16,-2-2 0 0,2 4 1 0,0-2 1 15,-2-1 2-15,2-1 0 0,2 0 1 16,-3 0-1-16,4-2-1 0,-2 2-2 0,-1-2-2 16,0 1-1-16,-2-1 0 0,2 2-2 0,-3 0 2 15,1-1 0-15,-1 2 1 0,-2-1 1 0,2 0 1 16,-1 1 1-16,3-1-1 0,-1 4 0 15,0-2 0-15,-1-3 0 0,1 3-1 0,-3-2 2 16,3 0 2-16,-3 1 2 0,2-2 0 16,-3 0 2-16,-1 0 1 0,2 1-3 0,-1-1-1 15,-1 1-1-15,0 0-1 0,2-1-1 0,0 2-1 16,-1-1-1-16,-3 0 0 0,2 1 0 16,-3-1-2-16,2 2 0 0,-2 2-1 0,2-5 1 15,-3 4 1-15,0 0 1 0,3 1 1 0,-2-4 1 16,2 3 1-16,-1 0 0 0,2-1-1 15,-1-1-1-15,3-2 0 0,-1 3 1 0,1-3 2 16,-2-1 1-16,4 1 0 0,-1 0 1 0,-1 1 2 16,0-1-1-16,2 0-2 0,1 1 0 15,-1 1 0-15,0 0 0 0,1 0 1 0,-1 3 0 16,-1 0-1-16,1 0-1 0,-2 3 2 16,0 0 0-16,-1 0-1 0,-2 1-4 0,1 0-2 15,-1 0 0-15,0 0 0 0,0-1 0 0,-2 0 0 16,2 0 0-16,-3-1 0 0,3-1 0 15,-2 2 0-15,-1-1 0 0,-2-2 0 0,0 1 0 16,-1-1 0-16,-2 0 0 0,2 2 0 16,-5-1 0-16,1 1 0 0,-3-1 0 0,0 2 0 15,-2-1 0-15,-3 0 0 0,0 2 0 0,-1-2 0 16,-3 2 0-16,0-2 0 0,-3 3 0 16,-2-3 0-16,-2-2 0 0,-3 4 0 0,-3-2 0 15,-4 1 0-15,-1-3 0 0,-4 2 0 0,-4-2 0 16,-1 0 0-16,-4 2 0 0,-3-2 0 15,-1 0 0-15,-1 0 0 0,-6-2 0 0,1 2 0 16,-7-2-195-16,2-3-233 0,-4 1-295 0,2-1-381 16,-1-1-474-16,-1-3-371 0,-2 0 348 15,1-3 1058-15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6:34:54.1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8180 2245 13 0,'0'3'248'0,"-2"0"145"0,-2 0 144 0,4 0-10 16,-2-2-139-16,2 1-64 0,-1-2-5 15,1 0 13-15,1 0 6 0,-1 0-2 0,2 0-12 16,-2-2-20-16,4 1-22 0,-4 0-35 0,2-1-26 16,0-1-27-16,-1 0-27 0,1 0-16 0,-1-1-1 15,3-2 21-15,0 1 29 0,1-1 13 16,-2-1 2-16,3-1-15 0,-1-1-31 0,-2 3-34 15,2-6-35-15,0 3-25 0,0-1-16 0,1-1-14 16,0-1-9-16,-1 0-8 0,0 0-4 0,1-2-4 16,1 1-2-16,0 0 3 0,0 0-1 0,-1-1 1 15,2-2-1-15,0 2-2 0,-2-2-1 16,2 2-2-16,0-1-1 0,0-1-2 0,-2 0-2 16,2 2 0-16,-3 0-3 0,1 0 0 0,2 2-2 15,-2 0 0-15,-2 0-1 0,0 3-2 16,-2 2 2-16,1 1 0 0,-1 0 0 0,1 2 1 15,-3 0-1-15,0 1 1 0,0 2-1 0,0 1-2 16,0-3 0-16,0 3-1 0,-3 3-1 0,1-3-1 16,1 1-1-16,-3 2-4 0,1 1-9 0,0 0-13 15,0-1-22-15,-2 2-35 0,3 0-66 16,-4 1-63-16,0 0-93 0,0 0-150 0,-1 2-210 16,-2-2-290-16,3 1-218 0,-1-1-189 0,1 0 122 15,1-1 494-15</inkml:trace>
  <inkml:trace contextRef="#ctx0" brushRef="#br0" timeOffset="395.29">8139 1950 197 0,'-3'1'410'16,"1"0"187"-16,1-1 134 0,1 0-161 0,0 0-86 15,0 2-37-15,1 0-15 0,1-1-16 16,1 2-30-16,0 0-65 0,-1 3-62 0,2-1-56 16,-2 3-44-16,4-1-29 0,-1 2-6 0,2 0 13 15,-1 0 20-15,5 1 27 0,-2-1 6 16,1 2-9-16,2 0-25 0,-2-1-31 0,0 0-33 15,2-1-32-15,-1 1-22 0,0 0-13 0,0-3-7 0,-1 1-5 16,2 1-2-16,-2-1-4 0,1-2-1 16,-2-1-3-16,1-1-2 0,-2 1-2 0,-2 0-2 15,2-1-1-15,-2-1-6 0,-1 0-24 16,-2-1-43-16,-1 0-54 0,1 0-47 0,-3 0-93 16,0-1-143-16,0-1-197 0,-3 0-252 0,3 0-226 15,-2-1-215-15,1-1 86 0,1 0 452 0</inkml:trace>
  <inkml:trace contextRef="#ctx0" brushRef="#br0" timeOffset="722.07">8496 1980 209 0,'2'-2'475'0,"-2"1"221"0,0-1 158 16,2 1-153-16,-1-2-118 0,2 3-67 16,-1-2-66-16,1 2-54 0,0 0-67 0,3 0-81 15,-1 2-66-15,0-2-63 0,3 0-41 0,-2 3-24 16,2-3-13-16,0 1-10 0,-2-1-9 0,2 2-14 15,0-2 0-15,0 0-2 0,-2-2-1 0,1 2-4 16,2 0-3-16,-3-1 3 0,-1 1-4 16,2 0-12-16,-2-3-21 0,-1 3-50 0,-1 0-116 15,-1 0-150-15,-1 0-229 0,-1 0-276 0,-1 3-251 16,1 0-95-16,-2 0 268 0,-1-1 422 0</inkml:trace>
  <inkml:trace contextRef="#ctx0" brushRef="#br0" timeOffset="933.3">8498 2094 233 0,'0'2'460'0,"2"0"204"16,-1 0 152-16,2 0-152 0,2-2-104 16,0 2-78-16,1 0-48 0,0-2-59 0,2-2-82 15,0 0-76-15,3 2-84 0,0-2-59 0,3 0-35 16,-1-1-18-16,0 2-9 0,4-2-46 0,-1 1-101 15,3-1-142-15,-2 3-300 0,1 0-263 0,2 0-242 16,2 3-80-16,-1-1 277 0,3 1 432 16</inkml:trace>
  <inkml:trace contextRef="#ctx0" brushRef="#br0" timeOffset="1797.12">11181 1816 39 0,'0'0'307'0,"-3"0"216"0,1 0 224 16,-1 0 44-16,1 3-129 0,1-3-68 15,-1 0-72-15,2 0-69 0,0 0-78 0,2 0-81 16,-1 2-76-16,3-2-75 0,-1 3-41 0,0-2-30 16,4 2-18-16,-3 1-12 0,4-2-6 15,-2 2-3-15,1-3-6 0,1 2-4 0,1-1-8 16,-1-1-2-16,0 0-1 0,0-1-9 0,1 0 1 16,1 0-1-16,-1-1 1 0,1 0-4 0,-2-1 0 15,0-1-4-15,-2 2-17 0,2-1-18 0,-4 2-45 16,-2-2-115-16,-2 1-172 0,0 1-291 15,-2 0-262-15,-1 1-248 0,-3 1-91 0,1-2 348 16,-1 0 482-16</inkml:trace>
  <inkml:trace contextRef="#ctx0" brushRef="#br0" timeOffset="2033.92">11176 1769 48 0,'3'0'355'16,"-1"1"249"-16,-2-1 201 0,3 1 22 0,-1 1-155 16,0-1-90-16,1 2-91 0,0-2-67 0,1 3-62 15,1 0-71-15,0 1-80 0,0 0-72 16,-2 3-48-16,0 0-27 0,0 1-21 0,3 0-9 16,-4 0-11-16,1 1-10 0,-1 1-7 0,-1-2 1 15,-1 1-1-15,2 0-6 0,-2 0-22 0,0 0-16 16,-2 0-66-16,-1-2-136 0,1 0-170 0,-2-1-291 15,-1 1-259-15,1-2-247 0,0-2-3 16,1 0 391-16,0 1 436 0</inkml:trace>
  <inkml:trace contextRef="#ctx0" brushRef="#br0" timeOffset="2316.79">11094 2152 28 0,'5'1'310'16,"1"-1"191"-16,0 2 147 0,-1-2 16 0,0 2-183 16,3-2-123-16,-2 0-51 0,2 0-5 0,2-2-6 15,-1 2-36-15,2-2-55 0,0 2-61 0,-1 0-40 16,4-1-50-16,-3 1-23 0,1 0-12 15,-2-1-24-15,1-1-67 0,0 1-106 0,-1 1-160 0,-2 0-285 16,-1 0-224-16,1 1-131 0,-3 1 105 16,0-1 298-16</inkml:trace>
  <inkml:trace contextRef="#ctx0" brushRef="#br0" timeOffset="3534.46">8246 2742 81 0,'0'0'309'15,"2"0"162"-15,-2 0 151 0,0-2-97 0,2 2-103 16,-2-1-45-16,1 1 2 0,1 0 38 0,-2-1 7 16,1 1-18-16,1 0-41 0,-2 0-51 0,-2 0-59 15,2 0-73-15,-1 1-41 0,1 0-34 16,-2 1-17-16,2 0-11 0,0 2 2 0,-1 0 1 15,1 1-7-15,-2 1-1 0,2 1-10 0,-2 4-6 16,2-3-18-16,0 6-9 0,-1 0-12 16,1 1-10-16,0 3-1 0,0 1-8 0,0-2-5 15,0 2-3-15,0-1 1 0,0 0 1 0,0-2-2 16,0-3 4-16,0 0 3 0,0-2 0 0,0-4 1 16,0 0-3-16,0-2-2 0,0 1-6 0,-2-4-7 15,2-2-20-15,0 0-29 0,0-2-19 0,-1-5-31 16,-1-1-64-16,-2-2-103 0,-1-2-115 15,2-1-164-15,-2 1-277 0,0-1-229 0,3-2-72 16,-2 3 221-16,0-1 370 0</inkml:trace>
  <inkml:trace contextRef="#ctx0" brushRef="#br0" timeOffset="4003.57">8156 2700 226 0,'0'0'453'0,"0"-4"210"15,0 3 117-15,2 1-134 0,0-1-78 0,-1-1-57 16,-1 1-48-16,2 1-55 0,-1-2-64 0,-1 2-76 16,0 0-83-16,0 0-65 0,2 2-43 0,-2-1-29 15,0-1-18-15,3 3-8 0,-3 0-2 0,3 1 0 16,3 4 4-16,-2 1 8 0,0 0 7 15,3 3-5-15,-1-1 0 0,1 1-1 0,2 0-8 16,-1 0-6-16,0 0-8 0,1 0 0 0,-1 0-2 16,0-3-4-16,0 0-1 0,1 0 0 0,-1-3-4 15,-1 0-1-15,-1-2-1 0,-1 1 2 16,1-5 13-16,-1 2 31 0,-2-2 35 0,3-2 29 0,-2 0 20 16,0-3 8-16,1-1-5 0,-2-1-24 15,-2-2-22-15,1-3-24 0,1 1-17 0,-3-5-12 16,0 1-9-16,0 0-9 0,0-1-3 0,0 1-3 15,-1-1-3-15,-1 0-2 0,2 1-3 16,-2 2 0-16,1 0 0 0,1 1-2 0,-2 1 1 16,2 2 1-16,0 1-2 0,0 0-1 0,2 3-16 15,-2 0-35-15,0-1-55 0,1 3-51 0,1-1-87 16,1 1-147-16,1 2-186 0,-1-3-271 16,2 3-234-16,1 0-205 0,3 1 63 0,-1-2 433 15</inkml:trace>
  <inkml:trace contextRef="#ctx0" brushRef="#br0" timeOffset="4502.2">8583 2590 102 0,'0'2'386'0,"0"-2"226"0,2 0 176 16,-2 2-102-16,1-2-189 0,-1 0-147 0,2 1-102 15,-2-1-16-15,3 1 4 0,0-1-6 0,2 0-17 16,2 2-13-16,0-2-17 0,1 1-47 16,0-1-50-16,3 0-33 0,-1 2-19 0,-1-2-10 15,2 0 9-15,0-2 5 0,-1 2-3 0,1 0-3 16,-2-1-1-16,-1-1 3 0,0 1-14 0,0 1-14 16,-3-1-37-16,-2 1-92 0,0-2-130 15,-3 2-178-15,0 2-292 0,-3 0-260 0,0 3-147 16,-2-1 135-16,-3 2 377 0</inkml:trace>
  <inkml:trace contextRef="#ctx0" brushRef="#br0" timeOffset="4715.6">8616 2707 222 0,'5'0'373'16,"0"1"150"-16,0 1 35 0,1-2-175 0,0 0-109 15,2-2-60-15,-1 2-33 0,-1-1-35 0,3 0-35 16,1-1-24-16,0 0-34 0,0 0-17 0,0 0-11 16,1-1-16-16,0 2-63 0,-1-1-115 15,-1-1-275-15,0 3-164 0,-1 0-77 0,2 0 54 16,1 2 192-16</inkml:trace>
  <inkml:trace contextRef="#ctx0" brushRef="#br0" timeOffset="5600.28">11111 2460 7 0,'0'1'265'0,"2"1"186"15,-2-1 162-15,0 1-2 0,2-1-165 0,-2-1-133 16,1 0-86-16,1 2-35 0,-1-2 7 16,1 1 12-16,1-1 27 0,2 0 25 0,-2 1 31 15,5-1-5-15,-2 0-28 0,-1 0-37 0,3 0-43 16,1 0-45-16,-1 0-51 0,0-1-28 0,0 1-29 15,1-1-10-15,0-1-8 0,-1 2-3 16,1-1-2-16,-1-1-5 0,-2 1 2 0,2 1 0 16,0-2-5-16,-2 1 2 0,-1-1 1 0,1 2-4 15,-4-1-21-15,1 1-59 0,-1 0-95 16,-2-2-144-16,0 2-209 0,-3 2-281 0,-1-2-226 16,1 3-68-16,-2-2 215 0,0 1 393 0</inkml:trace>
  <inkml:trace contextRef="#ctx0" brushRef="#br0" timeOffset="5880.86">11183 2410 148 0,'3'-2'424'0,"-1"1"228"16,-1 1 175-16,1 0-116 0,-1 0-128 0,1 0-96 15,-2 0-55-15,4 1-43 0,-2 1-54 0,-1 1-68 16,1 0-62-16,1 0-45 0,1 2-44 16,-3 0-34-16,1 2-23 0,-1 1-9 0,-1-1-14 15,2 2-13-15,-2-2-10 0,0 2-7 0,0 0-5 16,0 0-4-16,0 0-5 0,0 1-14 16,0-3-18-16,-2 2-51 0,1-2-120 0,-1 1-145 15,1-2-214-15,-3 1-278 0,1 0-251 0,1 3-91 16,-1-5 270-16,-1 2 404 0</inkml:trace>
  <inkml:trace contextRef="#ctx0" brushRef="#br0" timeOffset="6246.56">11126 2766 125 0,'1'1'409'0,"-1"-1"211"16,2 0 132-16,-2 0-134 0,3 0-198 0,0 0-120 15,2 0-75-15,0 0-40 0,1 0-23 0,2 0-17 16,1-1-44-16,1-1-35 0,1 1-25 16,1-1-16-16,0 1-8 0,2-1 14 0,-1 1 12 15,1-2-5-15,-2 1-64 0,1-1-104 0,0 3-247 16,-4 0-270-16,1 2-204 0,-1 1-95 0,-3-2 154 16,-1 2 324-16</inkml:trace>
  <inkml:trace contextRef="#ctx0" brushRef="#br0" timeOffset="12918.58">1086 5248 71 0,'0'0'294'0,"0"0"158"0,0 0 151 0,0 0-86 16,0 0-90-16,0 0-29 0,0 0 22 16,3-3 16-16,-3 3-7 0,6-2-32 0,-6 2-60 15,0 0-58-15,0 0-75 0,0 0-58 16,0 0-39-16,0 0-28 0,0 0-10 0,0 0-10 16,0 0 1-16,0 0 9 0,0 0 28 15,0 0 31-15,0 0 35 0,0 0 19 16,0 0-1-16,0 0-12 0,0 0-31 0,0 0-25 15,0 0-30-15,0 0-18 0,0 0-8 0,0 0-3 16,0 0-3-16,0 0-5 0,0 0-7 16,0 0-7-16,0 0-8 0,0 0-7 0,0 0-4 15,0 0-3-15,0 0-3 0,0 0-3 16,0 0-1-16,0 0-2 0,5 4 1 0,0 0-2 16,-2 2 2-16,0 0-1 0,0 0 6 15,-1 3 3-15,1-1 1 0,-1 3 1 0,2-1 1 16,-1 0-4-16,0 1-3 0,1 1-6 15,-1 0-4-15,0 0 0 0,0 0 1 0,-1 1 7 16,1 1 0-16,-1-1 4 0,-1 2 4 16,1-1 0-16,-2 1 0 0,0 0-2 0,0 0-1 15,0-2 0-15,-2 1 2 0,1-1 2 16,-1-1 3-16,-1-1 2 0,0-1 4 0,-1-2 3 16,1-1 1-16,-3 1 1 0,1-2 0 15,-1-1-2-15,0-1-1 0,-1-1-3 16,-1 0-3-16,-1 0-4 0,-1-2-4 0,1 1-3 15,-2-2-3-15,0 0-1 0,0-2-1 0,-2 1-1 16,4-2 0-16,-3 0-1 0,0 0 0 16,2-1-1-16,-2-1 1 0,2-1-1 0,2-1 1 15,-3 1-1-15,2 0 1 0,1-1 0 16,0 1-1-16,-1-1 0 0,4-1-1 0,-2 1 1 16,3-1-1-16,-1 1 0 0,2-1-1 15,-2-1 1-15,2 0 1 0,0 0 0 0,3-1 0 16,-2-1 1-16,2-1-1 0,2 2 1 15,-2-2-1-15,3-2 0 0,0 1 0 0,2-1 1 16,-2 0 0-16,2 1 0 0,-1 0 0 16,1-1 1-16,0 4 0 0,1-1 0 0,0 1-1 15,1 1 0-15,-1 1 1 0,1 2-1 16,0 0-1-16,0 1 2 0,-1 3-1 0,4-2 1 16,-1 3-1-16,1 1 0 0,-1 0 1 0,3 0 0 15,0 3-1-15,-1-1 1 0,0-1 0 16,0 2 1-16,3-1 3 0,-1 0 2 15,-2 2 2-15,3-3 0 0,-3 2-1 0,3 0 1 16,-3-3-3-16,1 2-4 0,2 1-1 16,-3-3 0-16,1 1-1 0,0-1 1 0,-1-1 1 15,3-2 1-15,-3 3 1 0,-3-5 2 0,3 2-1 16,-5-3-1-16,2 0 0 0,0-1-1 0,1-2-2 16,1 1-1-16,-3 0-1 0,0 0-1 15,1-1-8-15,-2 1-12 0,3 2-22 0,-3 0-42 16,3 1-80-16,-6 1-157 0,1 1-265 0,-3 0-320 15,-4 2-387-15,-4 1-394 0,-5 0-26 0,-7 0 752 16</inkml:trace>
  <inkml:trace contextRef="#ctx0" brushRef="#br0" timeOffset="14464.63">1715 4990 38 0,'-5'-1'300'0,"-1"-2"201"0,1 1 201 0,2-1 14 16,0 0-99-16,1 1-49 0,-1-2-46 0,0 1-43 16,-2 1-22-16,-1 1-42 0,3-2-46 0,1 3-52 15,2-2-40-15,-1 1-30 0,-1-2-44 0,-1 3-37 16,0-1-37-16,-2-1-28 0,0 1-22 0,-1-1-14 15,1 1-9-15,-1 1-5 0,1-2-4 0,-1 2-4 16,0 0-4-16,1-1-3 0,0 1-5 0,0 0-4 16,0 0-6-16,2 0-4 0,-2 1-4 0,1-1-4 15,1 0-3-15,1 2-2 0,-1-2-2 16,0 1 0-16,1 1-2 0,1-1 1 0,-3 1-1 0,3-1 0 16,-1 2-1-16,-1 0-1 0,1 0 1 0,-2 0-1 15,1 1 2-15,1 0-1 0,1 0 0 16,-1-1 0-16,0 2 1 0,1-1 0 0,-1 2-2 15,0-1 0-15,1 2 2 0,1 0-2 0,0 1 1 16,0 1-2-16,0 0 1 0,0 3 0 0,0-1 0 16,1 1 1-16,1 1 1 0,0 1 0 0,-1-1 1 15,1 2 0-15,0 0-1 0,-1 0 1 0,1 0 0 16,-1 0 0-16,1 0-1 0,-2 2 0 0,4-2 0 16,-4 1 0-16,2-1-1 0,-2-1 0 0,3 3 1 15,-3-4 0-15,2 0 0 0,-1 0 0 0,1 1 1 16,-2-2-1-16,2 2 1 0,-1-3-1 0,1 3 0 15,-2 0 2-15,1-1 0 0,1-2 0 0,-2-1 0 16,0 2 0-16,3-1-1 0,-3 1-1 0,0-2 0 16,2 1 0-16,-2 1 0 0,0 0 0 0,3-2 1 15,-3 1-1-15,3-2 0 0,-2-1 0 0,-1 0-1 16,2 1 1-16,-1 0-1 0,1-1 0 0,0 1 1 16,-1-2 0-16,-1 1 0 0,2-3 0 0,0 1 0 15,-1 0-1-15,-1-1-1 0,2-2 1 16,-1 2-1-16,1-5 2 0,-2 4-1 0,2-2 0 15,-1-1 0-15,-1 1-1 0,2 0 1 0,-2-2-2 16,1 1 1-16,1-1 1 0,0 1-2 0,0-1 2 16,-2 2-1-16,2-2 2 0,1 2-1 0,-1-2 0 0,1 1 0 15,2-1 1-15,-2 1-1 0,0-1 0 0,2 0-1 16,1 2 1-16,-3-2 0 0,4 0 1 16,-3 0-1-16,3 0 1 0,-1-2 0 0,2 2 0 15,0-1 0-15,-2 0-1 0,1 1 1 0,2-4 0 16,-1 3 0-16,0 0 1 0,0-3-1 0,-1 1 1 15,0-1-1-15,1 2 0 0,-2-3 0 0,2 3-1 16,0-3-3-16,-2 0-11 0,1 1-19 0,2 0-41 16,-3-1-66-16,-1 1-83 0,-2-1-145 0,1 1-214 15,-1-1-309-15,0 1-297 0,1 1-222 0,-2 0 3 16,1-1 496-16</inkml:trace>
  <inkml:trace contextRef="#ctx0" brushRef="#br0" timeOffset="14899.2">1884 5181 338 0,'0'-6'812'16,"0"1"359"-16,0 1 38 0,-1 1-292 0,-1 1-291 15,0 1-170-15,2 1-114 0,2-1-71 0,0 1-47 16,-1 0-39-16,1 1-38 0,1 0-49 0,-1 2-23 16,2 3-23-16,1 0-12 0,0 3-6 0,-1 0-6 15,1 0 7-15,2 2-9 0,2 1-7 0,-3-3-2 16,1 1 0-16,-1-2-1 0,2-1-8 0,-2-1-5 16,-1 0-2-16,0-1-1 0,-2-4 1 0,0 2 1 15,-1 0 2-15,1-3 1 0,-3 0 7 0,3 0 11 16,-3 0 6-16,-3 0 9 0,1-5-2 15,-1 3 0-15,2-3-5 0,-3-1-2 0,1 1-2 16,-2 1 0-16,2-2 8 0,-2 3 1 0,1-2 1 16,1 1-3-16,-2 3-6 0,2-2-6 0,1 2-5 15,-1-1-4-15,1 2-5 0,1-2-2 0,-1 2-3 16,2 0-4-16,-2 0-2 0,2 0-3 0,-1 0-2 16,1 2-2-16,0-2-1 0,1 2-5 0,1 0-6 0,1 3-21 15,-1 1-59-15,1 0-65 0,0 0-103 16,1 1-165-16,-1 0-303 0,3 1-326 0,0 0-253 15,-1 2-178-15,3-2 244 0,3 2 612 0</inkml:trace>
  <inkml:trace contextRef="#ctx0" brushRef="#br0" timeOffset="15235.55">2340 5528 43 0,'1'4'587'0,"-1"0"501"16,0-1 212-16,0 1-51 0,0 0-332 0,2-3-292 16,-2 2-207-16,1-1-110 0,1-1-74 15,-2-1-68-15,0 0-61 0,3 0-50 0,-3-1-26 16,2-2-13-16,-2-2-8 0,3-1-6 0,-3-1 2 16,3-1 4-16,-2 1 7 0,-1-1 2 0,2-1 3 15,-2 3 9-15,-2 0 2 0,2 0 0 0,-4 3 2 16,2-1 2-16,1 2 7 0,-1-1-10 0,-1 1-5 15,0 1 0-15,0 1-7 0,-1 0-4 0,1 3-10 16,0 0-6-16,-3 2-5 0,3 1-6 16,-2 1-15-16,2-1-47 0,-2 3-69 0,0-1-66 15,0-2-132-15,-2 2-206 0,2-2-317 0,0-1-281 16,0 1-212-16,-1-3-53 0,3 0 440 0,-3 0 541 16</inkml:trace>
  <inkml:trace contextRef="#ctx0" brushRef="#br0" timeOffset="15580.33">2056 5586 203 0,'2'0'514'0,"1"-2"290"16,-1-1 201-16,1-1-136 0,0-2-189 0,2-5-146 16,-2 1-70-16,3-4-53 0,2 0-34 15,-1-5-58-15,1 0-51 0,1-2-38 0,1-3-43 16,-1-2-46-16,2 1-49 0,-3-4-30 0,2 2-17 16,0 2-13-16,-2-3-6 0,-1 5-11 0,1-1-7 15,1 1-4-15,-3 2-5 0,1 1-5 16,-2 5-3-16,-2 1 5 0,0 1 2 0,0 2 1 15,0 2 0-15,-1 3 7 0,-1 1 2 0,-1 1-11 16,0 1-35-16,0 1-64 0,-1 2-61 0,-1 0-141 16,-2 3-191-16,-1 0-309 0,3 2-292 0,-1-1-225 15,0 1-104-15,1-1 410 0,1-3 542 16</inkml:trace>
  <inkml:trace contextRef="#ctx0" brushRef="#br0" timeOffset="16251.52">2297 4938 226 0,'3'0'660'0,"0"1"401"15,-1-1 142-15,-1-1-243 0,-1 1-268 0,2 0-183 16,-2 0-128-16,1 0-97 0,1 0-68 15,0 0-45-15,-1 0-43 0,3 1-41 0,-1-1-35 16,0 0-22-16,3 0-23 0,2-1 21 0,3 1 25 16,0 0 10-16,0-2 3 0,4 1 2 0,0 1 13 15,0-1-18-15,2-1-18 0,0 0-10 16,1 1-6-16,-1 1-5 0,1-1-4 0,0 1-8 16,-3 0-4-16,2-2-3 0,-4 2-1 0,1-2 0 15,-3 2-1-15,1 0 1 0,-4-1 0 0,0 1-1 16,-1 0 5-16,-2 0 6 0,1 0 4 0,-3 0 6 15,0 0 5-15,-1 0 6 0,-1 0-1 16,1 0 0-16,-1 0-2 0,-1 0-6 0,2 0-4 16,-2 0-6-16,0 1-5 0,0-1-4 0,0 2-3 15,2 0-1-15,-2 0 0 0,0 3 1 0,0-2-2 16,1 1 0-16,-1 2-1 0,0 0-1 0,2 0 0 16,-2 0-1-16,2 1 1 0,-1 1 0 0,2 0 0 15,0 2 0-15,0 0 0 0,0 1 0 16,2 1 0-16,-2 0 0 0,2 3 0 0,2 0 0 15,0 0 0-15,0 3 0 0,-1 2 0 0,2 0 6 16,1 1 1-16,-1 2 2 0,0 3 0 0,0-2 1 16,1 2 1-16,0 0-5 0,-1 1-1 15,-2 1-1-15,3-2 1 0,-4 1-7 0,0 0-2 16,0-2-3-16,-2-2-2 0,0-1 0 0,-1 2 0 16,-1-4 12-16,-1 1 7 0,0 0 8 0,-3-2 5 15,0 0 5-15,-2-1 3 0,-1-2-3 16,-2 2-4-16,-3-3-2 0,1 2-2 0,-1-4-3 15,-3 2-1-15,1-2-2 0,-1-1-1 0,-2-3-4 16,1 2-2-16,0-2-1 0,-2-3-2 0,2 2 0 16,0-4-1-16,0 1 0 0,1-2-1 15,2 0-2-15,0-2 0 0,0 1-2 0,2 0 0 16,2-2-2-16,1 0-7 0,0 0-13 0,3 0-28 16,0 0-54-16,-1-2-76 0,2-1-155 0,3 0-274 15,0-2-317-15,5 0-370 0,0-1-309 16,1 0-16-16,1 0 694 0</inkml:trace>
  <inkml:trace contextRef="#ctx0" brushRef="#br0" timeOffset="17061.15">3315 5085 91 0,'5'3'443'0,"-2"0"266"0,0-2 150 16,2 2-59-16,0-1-197 0,2-1-141 0,0 2-84 16,1-1-24-16,0 1-22 0,1-2-44 0,2 2-67 15,-1-2-60-15,4 1-48 0,-1-2-43 16,2 0-25-16,-2 0-13 0,3-2-11 0,-2 1-10 16,-1-2-8-16,1 2-4 0,0-2 1 0,0 0 5 15,-2 0-4-15,0-2-1 0,-1 2 0 16,-1 0 2-16,-1 1-9 0,-4 0-16 0,1 0-34 15,-6 2-117-15,0 0-162 0,-1 2-277 0,-4 2-274 16,0 1-259-16,-3 1-127 0,0-2 316 0,0 2 482 16</inkml:trace>
  <inkml:trace contextRef="#ctx0" brushRef="#br0" timeOffset="17286.15">3325 5267 15 0,'3'2'316'0,"2"0"210"0,-2-1 165 16,3 0 94-16,-2 2-179 0,3-2-100 0,1-1-43 15,-2 1-26-15,4 0-28 0,-1 1-79 16,1-2-79-16,1 3-87 0,0-3-59 0,-1 0-48 16,2-3-24-16,1 3-15 0,-2-2-8 0,3 1-2 15,-1 0-5-15,1-3 1 0,-1 3-1 0,0-2-1 16,0 1-6-16,1 1-37 0,-2 0-103 15,-1-1-152-15,-2 2-297 0,2 0-266 0,-3 0-258 16,3 0-109-16,-3 2 284 0,2-1 464 0</inkml:trace>
  <inkml:trace contextRef="#ctx0" brushRef="#br0" timeOffset="21196.62">4158 4542 106 0,'3'-6'364'0,"-1"4"235"0,-1 0 218 15,1-2-52-15,-2 3-117 0,1 0-65 0,1-2-69 16,-2 2-83-16,0 0-73 0,0 1-66 0,2 0-50 16,-2 0-35-16,1 1-3 0,-1-1 8 15,0 1-1-15,3 2-16 0,-3-2-26 0,0 0-29 16,2 3-34-16,-2 0-32 0,1 3-18 15,-1 1-14-15,0 1-8 0,0 1-5 0,2 1-4 16,-1 0-3-16,1 4-9 0,0-2-4 0,-1 2-2 16,1 0 0-16,-2 0-1 0,1 2-2 0,1-2 3 15,0 1 0-15,-1 0 0 0,-1-1-2 16,2 0-2-16,-2-1 0 0,0-1-1 0,2 1-2 16,-2-3 1-16,0 0-1 0,0-2 0 15,0-1-3-15,0 0 0 0,0-2-2 0,0-2-6 16,0 0-12-16,0-1-16 0,0 0-42 0,0-3-55 15,0 1-55-15,-2-2-74 0,2 0-130 16,0-4-166-16,-2 1-208 0,2-2-231 0,0-2-224 16,0 1-61-16,2-1 342 0,-2-1 451 15</inkml:trace>
  <inkml:trace contextRef="#ctx0" brushRef="#br0" timeOffset="21456.1">4330 4498 100 0,'5'-3'411'16,"-2"1"254"-16,0 2 220 0,-1 0-44 15,1 2-134-15,0 1-129 0,0 2-107 0,2 2-59 16,0 0-45-16,-1 4-40 0,1 0-34 16,0 3-25-16,0 1-22 0,0 2-29 0,2 1-40 15,-4 1-42-15,2 0-42 0,-2 0-34 0,2-1-22 16,-3 2-14-16,1-4-9 0,3 2-6 15,-4-3-2-15,-1-1-3 0,1-1-2 0,-1-1-1 16,1-1-2-16,-4-2-10 0,1-2-35 16,-1 1-61-16,-1-2-58 0,-3-2-99 0,1-1-167 15,-1-3-240-15,-2 0-285 0,0 0-233 0,0-3-185 16,0-1 163-16,0-2 523 0</inkml:trace>
  <inkml:trace contextRef="#ctx0" brushRef="#br0" timeOffset="21829.78">4052 4438 396 0,'-3'-2'822'0,"3"1"309"0,-2 1 32 0,2-1-336 16,0-1-263-16,-1 2-195 0,1 0-131 15,1 0-47-15,4 2 25 0,-1-2 16 0,3 1 3 16,1-1-17-16,4 1-17 0,-2 1-36 0,1 1-55 16,5 0-42-16,-2 0-24 0,3 1-12 0,-1-2-6 15,3 2-3-15,0 0-7 0,0-1-5 16,0 0-3-16,0-2-2 0,2 3 6 16,-1-3 1-16,-2 0 0 0,2-1 1 0,1 0 0 15,-4 0 0-15,2-1-8 0,0 0-2 16,-2-1-3-16,2-1-3 0,-4 1-1 0,0-2-2 15,-2 4-11-15,-2-4-44 0,0 4-68 0,-3 0-62 16,-3-3-126-16,-2 6-197 0,-1-3-312 0,-2 2-278 16,0 0-206-16,-2 4-99 0,1-1 382 15,-3 1 563-15</inkml:trace>
  <inkml:trace contextRef="#ctx0" brushRef="#br0" timeOffset="22898.68">4803 4677 65 0,'0'-1'586'0,"-2"-2"482"0,2 3 196 0,-1-1-83 15,-1 1-337-15,2 0-234 0,2 0-168 0,-1 0-107 16,-1 1-67-16,0-1-50 0,0 0-68 16,2 0-59-16,-2 0-42 0,0 0-23 0,0 0-14 15,1 0-8-15,1 0-2 0,-2-1-3 16,0 1 0-16,3-1-3 0,-1-1 1 0,0 0-7 16,-1 1-48-16,-1 0-61 0,2-1-63 0,-2 0-124 15,0 1-191-15,0 1-318 0,0 0-258 16,0 0-217-16,1 1-85 0,1 1 387 0,2 1 529 15</inkml:trace>
  <inkml:trace contextRef="#ctx0" brushRef="#br0" timeOffset="23629.01">5217 4872 231 0,'0'1'537'0,"0"-1"276"0,0 2 218 15,-1-2-164-15,1 0-200 0,-2 0-141 0,2 0-78 16,0 0-48-16,0 1-61 0,0 1-52 0,0-2-29 15,0 0-40-15,0 1-39 0,0-1-43 16,0 0-39-16,2 0-37 0,-2 0-29 16,1-1-7-16,-1-1-1 0,2-1 1 0,2-3 1 15,1-1 6-15,-2-2 4 0,4-3 1 0,-1 0-3 16,2-4 6-16,0 0 1 0,0-1-4 0,0-2-2 16,4-4-5-16,-2 1-7 0,-1 0-10 15,4-3-5-15,-4 1-2 0,3 3-2 0,0-3-1 16,-2 2 2-16,-1 1-1 0,2 2 0 15,-3 2 0-15,0 2-1 0,-3 2-1 0,2 1 1 16,-2 3-2-16,-1 0 0 0,-1 1 0 0,0 1 0 16,-3 2-2-16,3 0-2 0,-3 3-7 15,0-1-26-15,-3 1-67 0,0 1-70 0,-2 1-123 16,-3 1-188-16,0 2-309 0,0 1-333 16,-1 1-239-16,-1 1-126 0,-1-1 370 0,2 0 596 15</inkml:trace>
  <inkml:trace contextRef="#ctx0" brushRef="#br0" timeOffset="23952.8">5094 4429 312 0,'4'3'658'15,"-4"0"305"-15,2 0 142 0,1 1-248 0,0 2-236 16,1 3-166-16,2-1-95 0,0 1-64 16,4 2-55-16,-1-1-3 0,3 2-2 0,0 0-20 15,1 1-17-15,1 2-30 0,0-2-29 16,2 0-42-16,-2 2-32 0,5 0-14 0,-3 2-14 16,1-1-9-16,-1-1-5 0,3 0-7 0,-3 1-7 15,1-1-5-15,-1-3-2 0,0-1-2 0,-2 1-2 16,2-2-1-16,-3-1-3 0,-1-1-12 15,-2 0-42-15,-2-2-65 0,-3 0-65 0,-1-1-130 16,-4-1-203-16,-2 0-310 0,-2-1-284 16,-1 2-214-16,-1-2-88 0,-2 1 418 0,0-1 554 15</inkml:trace>
  <inkml:trace contextRef="#ctx0" brushRef="#br0" timeOffset="24550.53">4338 5078 116 0,'-6'2'376'15,"-2"2"210"-15,2-2 204 0,1 0-49 16,0-1-113-16,2 1-47 0,-2-1-57 0,3-1-64 16,1 3-78-16,-2-3-77 0,3 0-75 0,-2 2-49 15,2-2-17-15,0 0 4 0,0-2-4 16,2 2-5-16,-2 0-11 0,0 0-25 0,0 0-30 15,3 0-30-15,-2 0-22 0,-1 0-14 0,2 0 1 16,1 0 1-16,2 0 6 0,1-2 6 16,4 1 11-16,2 1 5 0,1 0-6 0,4-1 0 15,1 1-1-15,4-2-3 0,3 1-8 16,2 1 5-16,3-2-2 0,3 1-4 0,2 1-4 16,2-1 2-16,2-1-3 0,4-1-11 0,1 2-5 15,2-1-5-15,0-1-3 0,3 2-9 16,-2-1 2-16,4-1-1 0,-2 3 0 0,-3-2 0 15,1 1-1-15,-4 1 5 0,1 0 1 0,-3 0 1 16,0 0 1-16,-3 1 0 0,0 1 0 16,-3-1-3-16,0 1-2 0,-4 0-3 0,-1 0 0 15,-3 0 0-15,-3 0-1 0,0-1-1 16,-4 0 0-16,-4 1 0 0,0 0-1 0,-2-2 1 16,-3 1 0-16,-4-1 1 0,-1 0-5 0,-3 0-9 15,-1 0-15-15,-2 0-25 0,-2-1-53 0,-3 1-72 16,-3-2-99-16,-4 2-167 0,2 3-291 15,-4-2-320-15,0 4-286 0,-2 1-173 0,-3 0 212 16,0 1 642-16</inkml:trace>
  <inkml:trace contextRef="#ctx0" brushRef="#br0" timeOffset="25179.66">4434 5791 284 0,'-1'3'646'0,"-2"-1"371"0,1 0 159 15,-1 0-280-15,3 0-226 0,-2-1-114 0,2-1-82 16,-1 1-100-16,1-1-78 0,0 0-59 16,0-1-50-16,1 1-65 0,-1-3-45 0,2 0-28 15,1-3-8-15,0-1-1 0,2-2 8 16,0-3 6-16,3-4-5 0,-1 0 3 0,3-2-4 15,-2-4-2-15,4-1 2 0,0-3 1 16,-1 1-1-16,3 0-9 0,-3-1-4 0,3 1 1 16,-3 1-9-16,1 3-6 0,-2 1-3 0,0 3-3 15,-3 3-1-15,0 3-5 0,-2 0-2 0,-2 4 1 16,2 1 0-16,-4 2 0 0,1 1 2 16,1 0 0-16,-3 1-2 0,2 2 0 0,-2-1-1 15,2 1-2-15,-2 0 0 0,1 0-2 0,-1 1 1 16,3 1 0-16,-3 1 0 0,2 0 1 15,-2 1 1-15,4 1 1 0,-4 2 1 0,2 0 1 16,-2 3 1-16,1 0 0 0,1 2-1 16,-2 2-1-16,-2 1 0 0,1 1-1 0,1 2-2 15,-2 0 0-15,-2 0-2 0,2 0-1 16,2 1-1-16,-3-3-1 0,2 0-1 0,-1-1 0 16,2 0-1-16,-2-2 0 0,2 0 0 0,-1-3-1 15,1 2 1-15,-2-2-2 0,2 0 1 16,0-1 0-16,0 0-6 0,2 0-10 0,-2-3-16 15,1 1-22-15,-1-2-53 0,0 1-77 0,-1-3-96 16,1 1-159-16,0-1-285 0,0 0-326 16,0-2-291-16,1 1-169 0,-1-2 177 0,2-2 625 15</inkml:trace>
  <inkml:trace contextRef="#ctx0" brushRef="#br0" timeOffset="25470.55">4849 5747 142 0,'4'-5'867'0,"-4"5"648"0,2 0 74 16,-2 0-273-16,0 0-445 0,0 0-334 0,0 0-190 15,0 0-125-15,0 0-77 0,0 0-47 16,0 0-33-16,0 0-24 0,0 0-17 0,0 0-10 15,0 0-7-15,0 0-3 0,0 0-4 0,0 0-1 16,0 0-2-16,0 0-1 0,0 0-2 16,0 0-7-16,0-2-16 0,0 2-29 0,0-1-65 15,0-2-67-15,0 3-105 0,-2 0-165 16,2 0-287-16,0 0-310 0,0 0-232 0,2 0-181 16,-2 0 215-16,3 0 588 0</inkml:trace>
  <inkml:trace contextRef="#ctx0" brushRef="#br0" timeOffset="26336.5">5173 5361 46 0,'0'-5'439'15,"0"0"395"-15,-2-2 308 0,1 1-24 0,-1 0-281 16,-1 2-134-16,1-1-120 0,-1 2-108 0,0 0-97 16,0 0-64-16,-2 0-54 0,2 1-74 0,-2 0-55 15,0 0-33-15,-1 2-21 0,-2 0-15 16,2 2-14-16,-2 0-13 0,2 2-11 0,-5 0-7 15,4 1-5-15,-1 1-5 0,0 1-2 16,-1 0-3-16,1 2 0 0,2-1-1 0,-1 0 0 16,1-1-2-16,3 3 0 0,-2-2 0 0,2 0-1 15,3-1 0-15,-2 2-1 0,2 0 1 0,2 0 1 16,-2-1-2-16,3-1 2 0,2 1-1 16,0-1 1-16,1 1 0 0,2-2 0 0,-2 0 1 15,2 0-1-15,3-2 1 0,-1 2 0 16,-2 0-1-16,4-1 1 0,-2-1 0 0,1 1 0 15,1-1 0-15,0 0 0 0,0 0 1 0,-1 0-1 16,-1-1-1-16,2 3 1 0,-2-1 0 16,1 1 0-16,-2-2 0 0,-1 2 0 0,0 1 1 15,-1-1-1-15,0 4 1 0,-2-2 1 16,0 2-1-16,-2-1 2 0,-1 3 0 0,-1-2-1 16,-1 0 0-16,-1 1-1 0,-2 2 0 0,-1-3 0 15,-1 1-1-15,1 0 2 0,-4 0-1 16,2-3 1-16,-2 0-1 0,0 0 0 0,-3 0 0 15,1-2 0-15,-1-2 0 0,0-1 0 16,2-2-1-16,-1 1 1 0,-1-2-1 0,0-2 0 16,0 1-1-16,2-2 1 0,-1-1-1 0,2-2 0 15,-1 1-1-15,2-3 0 0,1 1-1 0,1-3 1 16,0 2 0-16,1-3 0 0,1 2 0 16,1-1 1-16,2-1-2 0,-1-1 0 0,2 2 0 15,-1-1 0-15,3-1 0 0,2 0 0 16,-2 0 2-16,2-1-1 0,0-1 0 0,-1 1 2 15,3-1-2-15,0 1 0 0,0-1 1 0,1-1-1 16,0 2 0-16,1-2 0 0,-1 1 0 16,0 0 2-16,-1 1-1 0,0 0 1 0,-2-1 1 15,1 2-1-15,-1 1 1 0,-2-1 1 0,1-1 1 16,-3 2-1-16,2 1 3 0,-3 0-1 16,-1-1 1-16,-2 1-1 0,-1 0 1 0,1-1 0 15,-3 3-1-15,-1 1-1 0,-2 1 0 0,1 1-1 16,-2 1-2-16,1 1 0 0,-2 3-2 15,1 0-2-15,-2 3 0 0,-1 2-2 0,2 1-4 16,-1 4-14-16,0-1-27 0,0 4-67 16,1-2-75-16,1 1-150 0,1-2-275 0,1 2-317 15,5-2-364-15,-1 3-243 0,3-2-4 0,1-1 647 16</inkml:trace>
  <inkml:trace contextRef="#ctx0" brushRef="#br0" timeOffset="33880.23">6353 4971 272 0,'1'-2'747'0,"2"0"344"0,-3 2 56 16,2 0-261-16,2-1-336 0,-2 1-191 15,1 0-135-15,2 0-67 0,1 1-39 0,-1-1-16 0,4 2-12 16,1-2-30-16,1 0-21 0,1 0-17 16,1-2-8-16,1 1-5 0,1 0-3 0,-2-1 0 15,2-1-4-15,-2 0-1 0,3-1 3 16,-2 1-1-16,-2 0 3 0,1-2-7 0,0 2 1 16,-2 2-13-16,-3-1-25 0,-2 1-91 15,0 1-165-15,-6 1-290 0,0 2-270 0,-1 1-263 16,-4 3-160-16,1-1 247 0,-3 1 513 0</inkml:trace>
  <inkml:trace contextRef="#ctx0" brushRef="#br0" timeOffset="34096.67">6330 5222 53 0,'3'6'493'0,"2"0"348"0,-2-2 221 15,4-1 38-15,-1-1-349 0,2 2-271 0,1-3-152 16,-1 1-78-16,5-2-65 0,-2 0-65 0,3 0-50 16,2-2-30-16,2 1-16 0,0-3-10 15,1 2-8-15,2-1 0 0,1 0-16 0,-2 0-118 16,0 1-241-16,-3 1-277 0,2 1-263 16,-5 0-272-16,-3 0-130 0,-1 0 392 0</inkml:trace>
  <inkml:trace contextRef="#ctx0" brushRef="#br0" timeOffset="62539.19">7181 4803 183 0,'3'-5'441'15,"-3"2"228"-15,0-1 193 0,0 1-121 16,0 0-107-16,0 0-77 0,-3 0-72 0,1 2-43 16,1-3-30-16,-2 2-29 0,1 0-52 15,0-1-42-15,-1 1-32 0,-2 1-40 0,-1-2-47 16,3 3-52-16,-2 0-32 0,-1 0-21 0,-1 3-16 15,0 0-9-15,-1 2-6 0,0 1-6 16,0 2-3-16,-3 1-4 0,3 2-2 0,-2 2-2 16,1 2-2-16,1 2-2 0,2 2-2 15,-1 2-1-15,3-1-3 0,0 7-1 0,0-2-3 16,4 5-1-16,2 0-3 0,2 1 0 0,2 3 0 16,1-1-2-16,1 0 1 0,4-2 1 0,1 1 0 15,1-4 0-15,2 0 1 0,0-3 0 16,1-5 0-16,-1 0 0 0,2-5 0 0,-1-3 0 15,0-3 0-15,2-3 1 0,-3-4 0 16,3-4 0-16,0-4 0 0,-3-1 1 0,-1-4-1 16,0-4 2-16,-3-1 0 0,0-4 0 0,-3-1 2 15,-1-4-2-15,-4-2 1 0,0-2-1 0,-3-1 2 16,-1 2-2-16,-1-4 0 0,-4 1 0 16,-1 1-1-16,0-2-1 0,-2 1-1 0,-2-1 0 15,-1 3 0-15,0-1 0 0,0 2 0 16,-2 1 0-16,2 3 3 0,-3 3 2 0,3 2 2 15,0 4 2-15,-2 2 2 0,2 3 0 0,-1 1-1 16,2 5-2-16,-1 1 0 0,0 1-4 16,1 5 0-16,1 2-1 0,1 2 0 0,-1 1-2 15,2 3-1-15,2 0 0 0,2 0 0 0,0 2-3 16,1-1 0-16,1 1-1 0,1 1-6 16,1-2-7-16,1 2-15 0,1-1-26 0,0-1-55 15,0 0-68-15,1 0-82 0,-1 0-142 16,0 2-228-16,0-3-303 0,3 2-253 0,-1-3-202 15,0 1 34-15,1-2 503 0</inkml:trace>
  <inkml:trace contextRef="#ctx0" brushRef="#br0" timeOffset="62789.5">7616 5277 509 0,'1'0'1066'0,"-1"1"320"16,-1-1-2-16,1 0-296 0,-2-1-402 0,-1 1-227 15,1-1-127-15,-1-2-93 0,2 3-89 16,-3-1-59-16,3 0-38 0,-1-3-22 0,-1 3-15 16,3-2-8-16,-2 0-5 0,2 0-3 0,0 0-6 15,0 0-33-15,0 0-75 0,2 2-80 16,-2-1-161-16,0 2-284 0,0 0-332 0,3-2-346 15,0 2-200-15,-1 0 98 0,1 0 657 16</inkml:trace>
  <inkml:trace contextRef="#ctx0" brushRef="#br0" timeOffset="65334.62">7989 4773 272 0,'4'-6'483'0,"0"-2"210"0,-3 2 112 15,1 1-141-15,-1-1-81 0,-1 2-55 0,-1-2-55 16,-1 0-46-16,2 0-42 0,-1 2-30 16,-1-1-32-16,-2 1-38 0,2-2-27 0,-1 2-34 15,-2-3-40-15,2 3-42 0,-2 0-41 16,0-2-24-16,2 2-15 0,-3-1-9 0,1 3-6 16,-1-2-6-16,-1 2-5 0,1-1-5 0,0 1-4 15,1 1-4-15,-1 1-4 0,1 0-4 16,0 0-2-16,0 1-3 0,-1 1-2 0,3 1-3 15,0-1 0-15,0 2-3 0,-1 0-1 0,3 0 0 16,-1 2 0-16,2 1 0 0,0 2-1 16,0-1 0-16,0 2 1 0,2-1-1 0,1 1-1 15,0-1 1-15,1 2-1 0,0-2 1 0,4 2-1 16,-2-1 1-16,1 0-1 0,1 1 1 16,1-1-1-16,1 0 0 0,-1 1-1 0,2 0 1 15,0-1 0-15,0 1-1 0,0-1 0 16,0 0 1-16,-1 1 1 0,2-2-1 0,-2 2 2 15,1-2 0-15,-2 0-1 0,1 1 1 16,-2 1-1-16,0-2 1 0,-2 2-2 0,-1-1 2 16,1 1 0-16,-2 1 1 0,-1-1 0 0,0 1-1 15,0-2 2-15,-3 4-1 0,1-3-2 16,-1 0 0-16,-1 0 1 0,-2 0-1 0,0-1 0 16,0-1-1-16,-1 0 1 0,-1 2-1 0,-1-2 0 15,1-2 1-15,-4 1 0 0,1-1 0 16,-2 1 0-16,0-4 0 0,-2 0 2 0,1 1-2 15,-3-4 1-15,1 1-1 0,-1-2 0 0,2-2 1 16,0 1-2-16,-2-4 2 0,3 1-2 16,0 0 1-16,3-4-1 0,0 1 0 0,2 1 0 15,1-2 0-15,-1-1 0 0,5 0 0 0,-1 0 0 16,2-2 1-16,0 1 0 0,3-2-1 16,0 2 0-16,2-2 0 0,1-2 1 0,-1 1-2 15,1-1-1-15,2-1 1 0,0 1 1 16,-2-4-1-16,2 2 2 0,0 0-1 0,1-2 0 15,-2 0 0-15,1 3 0 0,0-5-1 0,0 3 0 16,-2-3 1-16,0 2 1 0,-1-2 0 16,-2 3 1-16,-1-2 1 0,0 1 0 0,-2 2 0 15,-2 1 0-15,0 2 0 0,-1 0 0 0,-2 1-1 16,-1 3 1-16,-2 1 0 0,0 1-1 16,0 3 1-16,-1-1 0 0,1 2-1 15,-3 0-1-15,3 3 0 0,-2 0 0 0,1 3 0 16,1-2-2-16,2 4 0 0,-1 0-3 0,1 1-7 15,3 1-16-15,0 0-43 0,1 2-71 0,1-1-78 16,-1 1-141-16,2 2-214 0,2-3-315 16,-1 3-300-16,3 0-203 0,-1 1-26 0,1 0 473 15,2 3 551-15</inkml:trace>
  <inkml:trace contextRef="#ctx0" brushRef="#br0" timeOffset="65978.07">8346 4778 325 0,'2'-10'728'0,"-2"1"345"0,-2 1 105 0,-1-1-282 15,0 2-208-15,-2 0-111 0,-1 1-95 16,1 1-89-16,-3 1-75 0,2 1-53 0,-1 0-69 15,0 3-68-15,-1-2-47 0,0 4-28 0,0 1-17 16,-1 1-11-16,0 4-8 0,3 1-5 16,-2 1-2-16,0 2-2 0,4 2-1 0,-1 1 0 15,0 0 0-15,3-2-1 0,2 0-1 0,0 0-2 16,0-1-2-16,2-1-1 0,3-3-1 16,0-2 1-16,-1-1 0 0,4-2-2 0,-2-2 2 15,1-2 0-15,1-4 0 0,1-1 1 0,-1-3-2 16,0 1 2-16,0-6-1 0,-3 2 0 15,2 0 2-15,-2-3-2 0,-1 3 0 0,-3-3-2 16,2 1 1-16,-3 1 1 0,-3 1-2 16,3 0 1-16,-3 1 1 0,0 1 0 0,-1 1 0 15,0 1 1-15,-1 0 0 0,2 1 0 16,0 3 2-16,1-1-1 0,-1 2 1 0,1 0-2 16,1 2 0-16,1-1 0 0,0 2-1 0,0 2 2 15,1 2 0-15,1 0 1 0,1 2 0 16,2 3 1-16,0-1 0 0,1 3-2 0,0 1 0 15,2 1 0-15,0 2 1 0,1 2-5 0,3 1-4 16,-3 0 1-16,5 3 1 0,-2 1 0 16,0 2 1-16,-1 2 6 0,2-1 9 0,-1 3 4 15,-2-2 2-15,-2 0 0 0,1 1 1 0,-2-2 3 16,-3 1-5-16,0-2 1 0,-3 1 1 16,-1-2 2-16,-3 1-1 0,-2-3 1 0,-3 0 0 15,-2-3-1-15,-2-2-2 0,-2-2-4 16,1-1-1-16,-3-3-5 0,-1-2-1 0,0 0-2 15,1-5-2-15,-3 0-3 0,3-3 0 0,1 0-2 16,0-3 0-16,1 0-6 0,3-2-7 16,1-1-13-16,3 1-26 0,2-1-61 0,2-1-75 15,1 0-141-15,4 1-253 0,1-2-313 16,2-1-358-16,5-1-272 0,0-1-47 0,4-2 594 16</inkml:trace>
  <inkml:trace contextRef="#ctx0" brushRef="#br0" timeOffset="66405.63">8911 4573 44 0,'-5'-13'606'15,"-1"1"559"-15,-1 0 284 0,1 4-63 16,-2 1-378-16,0 2-355 0,2 0-206 0,-1 3-132 15,0 0-94-15,0 4-80 0,2-1-50 0,2 2-33 16,0 3-21-16,1 2-12 0,1 1-8 0,2 2-4 16,-1 1-5-16,4-1-3 0,-1 3-2 15,0-2-1-15,4 1-2 0,0-4 0 0,1 1-1 16,0-3 1-16,-1-3-1 0,2-1 1 0,-3 0-1 16,2-3-1-16,-1-3 1 0,-3 0 1 15,2-2 1-15,-1-3 3 0,-3-1 4 0,-1-1 8 16,-1-5 6-16,0 4 9 0,-1 0 8 15,-4 0 4-15,2 0 2 0,-5 2-2 0,3-1-4 16,-3 4-5-16,0 0-7 0,1 4-5 0,-1-2-6 16,1 4-5-16,-1 2-5 0,1 1-2 0,0 0-3 15,2 4-2-15,1 1-1 0,0 0 1 16,3 3-1-16,1-1-1 0,0 2-4 0,1-1-8 16,3 1-17-16,0 1-25 0,1-1-58 15,0 0-81-15,-2 1-147 0,3-1-250 0,-1 1-315 16,1 3-381-16,1-2-301 0,1-3-33 0,1 4 623 15</inkml:trace>
  <inkml:trace contextRef="#ctx0" brushRef="#br0" timeOffset="66782.72">9271 5257 40 0,'5'10'333'0,"1"0"218"0,0-3 190 16,-1-2 30-16,-2-1-138 0,1 0-91 16,-1-2-54-16,0-2-40 0,-1 0-24 0,1-2 0 15,-2-2-23-15,4 0-38 0,-4-1-43 0,-1-1-37 16,0-1-39-16,-1-3-56 0,-2 2-45 0,0 0-28 15,-2 1-17-15,0 1-12 0,2 2-10 16,-2-2-9-16,-1 2-12 0,-2 3-13 16,3-2-12-16,-3 3-8 0,3 3-8 0,-4-2-4 15,5 3-4-15,-3 0-3 0,2 0-1 0,2 2-2 16,-2 0 0-16,2 0-1 0,0 0-1 0,0 0 0 16,3 0 0-16,-1-1-1 0,1 0 0 15,1-2-5-15,-1 2-10 0,2-3-18 0,-1 2-32 16,-1-1-72-16,3-1-79 0,-3 0-147 15,0-1-231-15,0-1-314 0,0 0-346 0,0 0-221 16,-3-3-38-16,3 0 545 0</inkml:trace>
  <inkml:trace contextRef="#ctx0" brushRef="#br0" timeOffset="67188.5">8693 5511 61 0,'-12'6'609'16,"1"-1"485"-16,0-3 182 0,0 2-69 0,3-3-300 16,-1 0-272-16,4 1-185 0,0-2-107 15,0-2-71-15,4 0-63 0,-1-2-77 16,2-3-55-16,3-1-28 0,2-5-7 0,3-1 3 15,0-4 4-15,6-3 8 0,-1-3 6 0,4-3 2 16,1-4-1-16,4-2-4 0,2-3-4 0,2-6-6 16,1-2-8-16,3-3-9 0,0-3-7 0,3-3-5 15,1-2-7-15,1-1-5 0,1-1-3 16,-1 3-2-16,1-2-2 0,0 1 0 0,-1 4 0 16,-2 2 0-16,-3 1 1 0,0 5-1 15,-3 0-2-15,-6 6 0 0,1 2-5 0,-5 4-9 16,-1 6-16-16,-6 3-25 0,1 1-63 0,-8 5-84 15,0 2-168-15,-4 4-277 0,-1 2-326 16,0 5-392-16,-2 3-282 0,-2 3 56 0,-1 2 760 16</inkml:trace>
  <inkml:trace contextRef="#ctx0" brushRef="#br0" timeOffset="70156.3">5503 520 190 0,'0'6'661'0,"0"1"402"16,-1-1 135-16,-1-1-176 0,2 0-333 0,0 1-133 16,0 0-91-16,2 2-77 0,-1 1-58 15,2 2-46-15,1 2-48 0,-1 4-70 0,2 3-54 16,1 2-30-16,0 3-17 0,-1 3-9 0,0 2-13 16,-1 1-9-16,1-1-7 0,-1 3-5 15,-1-1-5-15,1-1-6 0,-2 0 1 0,-1-2 1 16,1 1-3-16,-2-1 0 0,0-3-2 0,0 2 0 15,-2-6 0-15,2-1-1 0,-1-2 1 0,-1-5-1 16,2-3 0-16,0-1 0 0,-3-4 2 0,3 0 1 16,0-3-1-16,-1-3 2 0,-1-3-2 0,-1-4-1 15,1-4-4-15,-3-4-2 0,2-3-1 0,2-3 3 16,-3-4 2-16,3-4 1 0,-1-1 0 0,2-3 0 16,0-3 0-16,0-1-4 0,0 1-1 0,2 0-2 15,1-2-3-15,0 2-3 0,-1 0 0 16,3 2-2-16,-2 0 0 0,3 2-2 15,0-1 4-15,-1 7 3 0,1 1 0 0,-1 1 1 16,0 7 0-16,0 1 0 0,1 2 0 0,0 1 1 16,1 5-1-16,-1-1 2 0,5 3 1 15,-3 0 0-15,3 3-1 0,1 0 2 0,1 3-1 16,3 0 1-16,-2 0-1 0,5 2 1 16,-3 1 0-16,3 1 0 0,-1 1 0 15,0-1 0-15,1 0 0 0,-3 2 1 0,0 1-1 16,-2 0 0-16,0 3 2 0,-4-2 2 0,-2 4 0 15,-5 0 3-15,-1 4 0 0,-4 1 2 16,-3 1 0-16,-6 3-1 0,-3 1-1 16,0 3 3-16,-5 0 2 0,0 0-5 0,-3 1-2 15,0-2-2-15,-2 0 0 0,3-3-6 0,1 0-3 16,1-3 3-16,3-2 1 0,2 2 1 0,1-6 1 16,2-1-2-16,0 0 2 0,5-1-2 0,1 0 0 15,0-2 0-15,2 1 0 0,1 1-1 0,2-2 0 16,2 1-1-16,1 0 1 0,2-2 1 0,1 3 0 15,1-3 0-15,2 1 1 0,-1-2 0 0,3-1 0 16,0-1-1-16,2 0 0 0,0 0 2 0,2-3-2 16,0-1 0-16,0 0 0 0,1-3 1 0,1 0-1 15,2 0-1-15,-1-1 1 0,-1-3-1 0,1 1-1 16,-1 0-2-16,-1 0-4 0,1-1-10 0,-4 1-17 16,1 1-27-16,-3 1-47 0,-3 1-78 0,-2-1-134 15,-1 2-234-15,1-1-302 0,-1-1-348 0,-1-1-332 16,-1 0-92-16,1-1 542 0,-1-1 695 0</inkml:trace>
  <inkml:trace contextRef="#ctx0" brushRef="#br0" timeOffset="70529.44">6115 480 83 0,'2'-5'632'0,"-1"4"480"0,1-2 245 15,-1 3-14-15,-1-2-382 0,0 0-304 0,2 2-192 16,-2 0-112-16,0-3-94 0,3 3-89 16,-3-1-58-16,2 1-34 0,-2 1-19 0,3 4-11 15,-3 1-6-15,2 2-5 0,-2 4-2 16,0 1-4-16,0 4-2 0,-2 2-3 0,0 4-2 16,1-1-2-16,-1 3-3 0,2 1 2 15,0 1-4-15,0-2-3 0,0 2-3 0,0-2-2 16,2 0-2-16,1-2-5 0,2 1-1 0,-2-2 1 15,3-1-1-15,0-2 0 0,1-1-1 0,-1-1 0 16,2-2 0-16,3-1-1 0,-1-4 1 0,1-1-2 16,1-1 1-16,0-2 4 0,1-2 1 0,2-1 0 15,-1-3 1-15,2 0-1 0,1-3 0 0,-1-1-7 16,1-1-5-16,-2-1-7 0,2-1-10 0,-1-1-14 16,1 1-18-16,-1-2-33 0,0 0-63 0,-3-1-67 15,-1 0-121-15,-1-2-200 0,-1 2-303 16,1-2-318-16,-2 0-247 0,0 0-114 0,-2-2 410 15,-1-1 638-15</inkml:trace>
  <inkml:trace contextRef="#ctx0" brushRef="#br0" timeOffset="70844.09">6196 304 111 0,'-2'-2'670'0,"1"4"433"16,-1 0 116-16,4-2-71 0,-1 5-323 0,4-4-252 15,4 1-146-15,-1 1-77 0,2 4-52 16,2-3-57-16,3 1-73 0,0 0-61 0,1-1-35 16,3 0-23-16,-1-1-11 0,2 0-12 0,-2-2-6 15,2 2-8-15,-1-3-3 0,-1 2-3 16,2-2-3-16,-1 0-1 0,-3 0 0 15,1 0-1-15,-4 2-1 0,1-2-9 0,-4 0-22 16,-4 0-48-16,-3 0-63 0,-1 0-107 16,-4 1-168-16,-3 5-280 0,-1-1-315 0,-2 0-283 15,-3-1-195-15,-2 3 230 0,-2-3 600 0</inkml:trace>
  <inkml:trace contextRef="#ctx0" brushRef="#br0" timeOffset="71046.57">6169 628 35 0,'3'6'433'16,"-1"2"340"-16,2-2 286 0,1-1 93 0,2-1-337 15,2-4-256-15,0 0-143 0,1-2-85 16,3-1-87-16,-1 0-88 0,1 0-50 0,3-1-36 16,-2-2-29-16,3 1-20 0,-1-1-14 15,1 2-19-15,-2 0-35 0,2 0-104 16,-2 2-170-16,-2-3-292 0,0 0-285 0,1 4-273 15,-1-1-181-15,2 4 277 0,0-1 556 16</inkml:trace>
  <inkml:trace contextRef="#ctx0" brushRef="#br0" timeOffset="71824.28">6855 484 160 0,'0'0'499'0,"-2"2"340"0,0-2 245 16,0 0-141-16,2 2-226 0,0-2-129 15,0 1-83-15,0-1-62 0,0 1-74 0,0-1-65 16,0 2-43-16,2-2-50 0,0 3-50 15,2 1-44-15,-1 3-25 0,0 4-11 0,3 3-8 16,-1 4-6-16,2 0-6 0,0 4-5 0,1 6-8 16,-1 0-5-16,-1 3-7 0,0 1-6 15,0 2-7-15,-1-1-5 0,0 2-4 0,-2-1-5 16,1-1-3-16,0 1-3 0,-2-5 0 0,4-2-1 16,-5 0-1-16,3-7 0 0,-3-2-1 0,1-4 0 15,1 1-2-15,-3-7 0 0,3 0 0 0,-3-3 1 16,0-3 0-16,0-2 1 0,2-1 1 0,-2-5 1 15,0-2-1-15,0-5 1 0,0-1-2 0,0-2 0 16,0-3 1-16,-2-2-2 0,2-2 1 0,0-1-1 16,-3-2 1-16,0-2 0 0,1 1 0 0,-3-4 1 15,2 3-1-15,-3-2 0 0,0 0 1 16,1 2 0-16,0 3 0 0,2 0 0 0,-2 3 1 16,2 4-1-16,-1-1 0 0,1 6 0 15,1 1-1-15,0 2 0 0,1 2-2 16,1 1 1-16,-2 1 0 0,2 2-1 0,0 0 1 15,0 2-2-15,0-3 2 0,0 5-1 0,3-4 1 16,-1 3 1-16,1 0-1 0,3-1 1 16,0 0 1-16,2 1-1 0,1 0-1 15,3 1 1-15,-1 0 0 0,5 0 0 0,-2 0 0 16,5 0 1-16,-3 0-1 0,4 1 1 16,-2-1 0-16,1 0 0 0,0 0 0 0,-2 0 1 15,2 0 3-15,-3 0-3 0,0 0-2 16,-2 0-1-16,-2 0-1 0,-2 0-2 0,0 0 1 15,-3 1-4-15,-2 1-15 0,-2 1-31 16,-1 2-74-16,-4 0-83 0,-4 1-162 0,-3 2-255 16,-1 0-325-16,-1 1-355 0,-5-2-218 0,2 0 34 15,-5 1 604-15</inkml:trace>
  <inkml:trace contextRef="#ctx0" brushRef="#br0" timeOffset="72123.5">6855 778 284 0,'-2'8'821'0,"-2"1"372"0,4-3 26 0,0-2-280 16,0-1-287-16,0 0-169 0,4 0-108 0,0 2-65 15,0-1-34-15,4 0-29 0,-1-2-35 0,2 1-60 16,2-2-44-16,2-2-23 0,1 1-16 0,-1-3-10 15,4 1-11-15,-1-2-11 0,1 0-3 0,1-4-5 16,-1 2-6-16,2 0-5 0,-1 1-3 0,2-3-2 16,-2 0-8-16,-1 1-4 0,-1 0-2 15,3 1-2-15,-4 0-9 0,0 0-33 0,-1 2-76 16,-5 1-116-16,-1 0-225 0,-3 2-298 0,-2 1-363 16,-1 1-399-16,-2 1-152 0,-5 2 434 15,0 2 772-15</inkml:trace>
  <inkml:trace contextRef="#ctx0" brushRef="#br0" timeOffset="76303.2">1130 7878 301 0,'6'0'727'0,"2"0"367"15,-8 0 101-15,0 0-271 0,2-3-152 0,-2 3-148 16,0 0-127-16,0 0-98 0,0 0-69 15,-2-5-66-15,-1 1-75 0,-2-1-57 0,-3 1-33 16,-1 2-22-16,-1 0-15 0,-1 0-8 0,-1 2-11 16,-3 2-10-16,0 0-7 0,-1 1-8 15,-3 3-5-15,1 0-3 0,0 2-3 16,-1-1-2-16,1 1-1 0,1 1-1 0,1 0 0 16,2-1-2-16,1 1 1 0,1-2-2 0,2-1-1 15,2 2-1-15,2-4 0 0,0 0-1 16,2-1-1-16,1 0 0 0,3-3-1 15,0 0-1-15,0 0-1 0,0 0 2 0,0 0-1 16,3 5 0-16,3 1 1 0,1-2 2 16,2 2 0-16,4 1 3 0,3-4-1 0,4 4 2 15,1-3-1-15,1 2 0 0,5-1 1 0,-2 1 0 16,2 0 0-16,0-1 4 0,-2 3 3 16,1 0 2-16,-3-1-1 0,-1 3 2 15,-2 0 1-15,-3 2-4 0,-3 0-2 0,-3 1 0 16,-3 0 0-16,-3 3 0 0,-2-1-1 15,-3 2 1-15,-5-3 1 0,-1 3 2 0,-5-3 2 16,-2 2 1-16,-4-1 0 0,-1 0 2 0,-2 0 1 16,-1-2-2-16,-4-1-1 0,1 1-2 15,-1-3-1-15,1-1-1 0,2 0-2 16,0-2-3-16,0-1 0 0,4 1-1 0,3-4-2 16,2 2 0-16,2-3-2 0,3 1-2 0,2-2-2 15,-1 1-2-15,7-2-2 0,0 0-4 16,0 0-7-16,5-2-12 0,3-2-18 15,2 0-36-15,2-2-73 0,-1-3-83 0,5-1-159 16,0 1-279-16,1-3-329 0,1 2-346 0,-1-2-205 16,3 0 89-16,-2-2 680 0</inkml:trace>
  <inkml:trace contextRef="#ctx0" brushRef="#br0" timeOffset="76525.74">1353 7976 140 0,'11'0'777'0,"0"4"528"0,-3-2 147 16,0 4-135-16,-2 3-424 0,2-2-339 0,-5 3-173 16,-1 1-107-16,-1 4-77 0,-1 0-66 0,0 2-34 15,0 0-18-15,0 4-15 0,2 0-13 0,-2 2-11 16,3-1-9-16,-1 2-13 0,1-2-10 0,0 1-5 16,-1-2-3-16,1 0-3 0,1-3-2 0,1 1-1 15,0-5-13-15,0 1-29 0,0 0-78 0,-4-1-106 16,-4-1-204-16,-2 0-299 0,-3 0-350 0,-3-3-401 15,2-3-176-15,-3-2 334 0,0-4 765 0</inkml:trace>
  <inkml:trace contextRef="#ctx0" brushRef="#br0" timeOffset="76707.97">1263 7922 212 0,'5'-28'1156'0,"1"8"594"0,-4 3-154 15,-1 2-349-15,2 4-455 0,-6 2-315 0,3 2-216 16,0 2-99-16,0 5-57 0,0 0-38 15,0 0-29-15,0 0-20 0,0 0-13 0,0-4-8 16,0 4-4-16,5-3-1 0,-1 1-11 0,4 2-16 16,2 2-37-16,2-1-72 0,0 2-87 15,-6 0-158-15,5 3-288 0,-3 0-325 0,0 0-336 16,0 2-203-16,1 0 100 0,-4 1 641 0</inkml:trace>
  <inkml:trace contextRef="#ctx0" brushRef="#br0" timeOffset="77117.36">1609 7891 65 0,'2'0'625'0,"1"0"485"0,-1 2 150 0,0-4-121 16,0 2-369-16,0-1-307 0,1-1-160 15,5-1-77-15,0 1-35 0,4 0-28 0,1 0-2 16,-2-1-5-16,3 1-35 0,-1-3-23 0,1 2-15 15,-3-2 1-15,3 2-21 0,-4 2-16 0,1-2-5 16,-2 2 2-16,-1 1 4 0,-1-2-1 0,-2 2 6 0,-2 2 12 16,0-2 7-16,-1 2 4 0,0 3 1 15,-2 1-6-15,-2 4-8 0,-2 4-13 0,1 2-14 16,-5 6-11-16,0 1-8 0,-3 4-5 0,2 2-4 16,-1 2-1-16,1-2-1 0,1 1 1 0,0-3-1 15,0 0 4-15,3-3 1 0,-1-2-1 0,3-2 0 16,0-2-3-16,1-2-1 0,0-1-5 0,2-1-4 15,2-2-1-15,1-3-2 0,-1 2 1 0,3-3-1 16,-1 0 1-16,1-1-3 0,1-1-7 0,-1-1-12 16,2-2-17-16,2-2-29 0,-3-1-64 0,4-1-68 15,-4-4-104-15,2-1-168 0,0 0-293 0,-2-2-320 16,4-2-246-16,-1-3-171 0,-1 3 255 16,0-6 622-16</inkml:trace>
  <inkml:trace contextRef="#ctx0" brushRef="#br0" timeOffset="77430.58">2052 7810 158 0,'1'-6'821'15,"-1"2"624"-15,-1 3 128 0,-1-1-246 0,-1 4-459 16,0-2-319-16,0 2-177 0,1 1-128 0,-3 1-86 16,2 3-49-16,0-1-34 0,0 3-23 0,0 2-18 15,-1 1-11-15,0 3-7 0,1 0-6 16,1 5-2-16,1 1-3 0,-1 4 0 0,0-2-1 0,1 2-2 15,1 0-1-15,0 0-1 0,1 0 0 0,3-3-1 16,-1 0 0-16,0-2 0 0,5 1 0 0,-4 0-1 16,3-3 0-16,1-1-1 0,3 2 0 0,-2-2-1 15,1-3 0-15,2-1-1 0,1-1 0 0,-2-3 1 16,5-1 0-16,-3-1 1 0,2-3 1 16,1-2 2-16,0-4 0 0,0-2 0 0,1-3-5 15,2-1-11-15,-3-3-18 0,0-4-39 0,-2 1-71 16,-3-2-83-16,0-3-151 0,-1 0-247 0,-4-1-317 15,3 1-327-15,-4-1-212 0,0 2 21 16,-3 2 580-16</inkml:trace>
  <inkml:trace contextRef="#ctx0" brushRef="#br0" timeOffset="77697.42">2069 7854 39 0,'-11'4'625'0,"3"1"648"16,-1 0 296-16,1-1-168 0,3-1-407 0,2-2-367 16,-2 1-216-16,3-2-145 0,-2 1-102 0,4-1-61 15,0 0-42-15,0 0-27 0,6-1-17 0,-1-1-8 16,3 0-6-16,0-2 0 0,6 0-2 0,-1-2-2 16,2 1 2-16,1 1 2 0,3 0-1 15,-1 0 0-15,2-1 0 0,-1 3 1 0,0-3-2 16,2 2-1-16,-4 2 0 0,2-1-3 0,-2 1-12 15,-2-1-43-15,-3 4-72 0,-4 1-94 0,-3-2-168 16,-2 3-299-16,-3 0-335 0,-3 4-323 0,-2 1-191 16,-1-2 181-16,-5 2 665 0</inkml:trace>
  <inkml:trace contextRef="#ctx0" brushRef="#br0" timeOffset="77902.56">1993 8103 326 0,'0'4'931'16,"0"-1"356"-16,0 0-42 0,0 0-269 0,0-1-402 16,2-1-252-16,-1-1-131 0,3 0-72 0,0 0-33 0,3 0-16 15,2-1-7-15,-1-1-22 0,3-1-19 0,2 0-10 16,-1-1-3-16,4 1-2 0,0 0 1 0,3-2-2 16,-3 3 3-16,4-2-12 0,1 1-34 15,-4 2-57-15,2-1-158 0,-1 4-279 0,-1-1-287 16,1 2-284-16,-1 2-223 0,2-2 57 0,-2 1 555 15</inkml:trace>
  <inkml:trace contextRef="#ctx0" brushRef="#br0" timeOffset="78848.56">2858 7567 57 0,'-3'-3'575'0,"-2"0"491"15,-1 0 225-15,0 2-8 0,-1-2-337 16,1 2-271-16,-2-3-193 0,0 2-116 0,0-1-73 16,0 2-77-16,-3-1-63 0,2-3-42 0,1 5-23 15,-3-4-18-15,3 3-12 0,0-2-8 0,0 2-8 16,0 1-7-16,2-2-3 0,1 1-3 16,-1 1-2-16,2 0-4 0,1 0-2 0,-1 0-4 15,2 0-4-15,1 1-3 0,-1-1-3 0,2 2-3 16,-1-2-2-16,-1 1-2 0,2 2-1 15,-2 0-1-15,2 4 0 0,-1-1 0 0,-1 0 0 16,0 2 1-16,1 3-1 0,1 0 1 0,-2 2 1 16,1 2 0-16,1 2 2 0,-2 2-5 0,0 2 0 15,1 3-2-15,1 2-2 0,-2 0 0 0,2 2-1 16,-1 3 4-16,-1 0 2 0,2 1 1 0,2-1 1 16,-1 2 0-16,-1-2 0 0,2 2-1 15,-1-2 0-15,1-1 1 0,1-2 0 0,-1 0 0 16,1-3 4-16,0 3 3 0,-1-4 1 0,3 1-1 15,-2 0-1-15,1-1 1 0,-2 0-4 0,3-2-2 16,-2-1 0-16,0-1 0 0,2-1 0 16,0-2 0-16,-2-1 0 0,3-1 0 0,0-3-1 15,-1 1 0-15,2-3 0 0,-1 1 0 0,1-3 0 16,0 3 0-16,1-4 0 0,-2 1 0 0,2-3 0 16,-2 1 0-16,1 0-1 0,-1-1 0 0,1 1-1 15,0-4 1-15,1-2 0 0,0 4-1 16,0-4 1-16,0 0-2 0,1-4 1 0,1 2-1 15,1 0 0-15,0-4 0 0,-1-1-1 0,2-1 1 16,-1 0 0-16,2-2 0 0,-2 1 1 0,0-2 0 16,0-1 0-16,0 2-5 0,-1-3-10 0,2 4-16 15,-4-2-29-15,0 3-73 0,-3-1-85 0,1 3-164 16,-3-3-282-16,0 5-326 0,-1-1-386 16,1 1-223-16,-3 0 81 0,0 1 718 0</inkml:trace>
  <inkml:trace contextRef="#ctx0" brushRef="#br0" timeOffset="79446.42">3032 8230 30 0,'0'-4'555'0,"0"2"496"16,0 0 200-16,0-2-88 0,-1-1-351 0,1 1-264 16,1-2-157-16,-1 0-71 0,3-3-41 0,0 0-34 15,-1-1-31-15,1-2-50 0,0-3-50 0,-1 1-41 16,1-1-22-16,0-1-13 0,1-1-10 0,-1-2-8 16,1 2 1-16,-1-1-1 0,0 3 1 15,-1 1-1-15,1 1-1 0,-1 3 6 0,-1 1-2 16,1 2 4-16,-2 3 1 0,0 0 2 0,2 3 1 15,-2 1-7-15,0 0-4 0,1 1-6 0,-1 5-4 16,2 1-3-16,0 4-2 0,-1 1 0 16,1 3-2-16,1 3 0 0,1-1-1 0,1 2 0 15,-2-2-1-15,1 2 0 0,0-4 0 0,1 0-1 16,0-2 0-16,-1-3-2 0,-1-3-1 0,2 2 0 16,-1-5 0-16,-1-2 0 0,2 0 0 15,-1-6 2-15,2 0 2 0,-1-5 0 0,-2-6 2 16,4 1-1-16,-2-4-5 0,-1-1-3 0,1 0 2 15,1-1-3-15,-1-1 3 0,0 4-3 0,-2 2 3 16,0 2 2-16,-1 4-4 0,1-1 3 16,-1 5-4-16,-1 2 3 0,2 0 2 0,-1 3 1 15,-1 1 1-15,1 4 1 0,1 2 2 0,-1 4-1 16,1 1 0-16,-2 1-1 0,3 2-1 0,-1 2 0 16,0-2 0-16,0 2-1 0,2 0 1 15,-2 2 4-15,0-3 3 0,0-1 0 0,2-1-1 16,-2 2-4-16,2-4-17 0,-2-2-59 0,2-1-75 15,-4-1-135-15,1-1-233 0,1-2-312 0,0 0-367 16,-1-3-310-16,3-2-103 0,-2-1 527 0,0 1 681 16</inkml:trace>
  <inkml:trace contextRef="#ctx0" brushRef="#br0" timeOffset="80642.39">3470 8201 294 0,'1'4'772'0,"1"-3"368"15,0 2 68-15,-1-3-289 0,-1 2-256 16,0-2-178-16,2 0-110 0,-2 0-64 0,0 0-42 16,2-2-33-16,-1-2-41 0,-1-4-57 0,0-1-45 15,3-1-32-15,-1-4-18 0,0 1-14 0,-1-4-3 16,2 2 6-16,-1-1-3 0,2-1-5 16,-1 0-3-16,2 1-5 0,-3 1-5 0,1 2-4 15,0 1-4-15,-1 3 1 0,0-1-3 0,-1 4 2 16,1 0 0-16,-1 2 3 0,-1 1 9 0,2 2 4 15,-2-2 6-15,0 3 4 0,3-2 2 0,-2 2 0 16,-1 2-7-16,0-2-4 0,0 3-6 16,2 3-3-16,-2 2-2 0,3 3-2 0,0 1-1 15,-1 3 1-15,1 3-2 0,2 1 1 0,0 3 3 16,2-1 1-16,0 1 6 0,-1 1 2 0,-1-4 2 16,3 1-3-16,-2-4-2 0,0 0-4 0,1-3-6 15,-1-4-4-15,-1 0-2 0,1-4-1 16,-1-1 1-16,1-3 0 0,-1-1 1 0,0-3 0 15,-2-4 2-15,3-2-1 0,-1-3 2 0,0-3 0 16,-2-1-1-16,3 0 0 0,-2 1-1 0,-1 2 1 16,0 0-1-16,1 1 0 0,-2 4 0 0,1 2-1 15,-1-1 0-15,-1 3-1 0,-1 1-1 16,2 2-1-16,1 1 2 0,0 1-1 0,2 3 2 16,-2 3 1-16,3 0 0 0,1 2 1 0,-1 3 0 15,-1 0 0-15,0 1-1 0,2 0-1 0,1 0 1 16,-3-1-1-16,0 0-1 0,0-4 1 15,1 4-1-15,-1-6-1 0,-2 0-1 0,-2-3-1 16,3 0 1-16,-3-2 1 0,1-2 1 0,1-4 2 16,-1-1 0-16,1-4 2 0,-2-6-1 0,3 2 1 15,-3-6-1-15,4 3 0 0,-2-4-1 16,0 0 0-16,2 2 0 0,-2 3-2 0,0-1 0 16,1 4 0-16,-1 3-1 0,-2 2 0 0,4 1 0 15,-4 4 1-15,4 2 0 0,-2 1 1 0,0 3 1 16,1 2 1-16,1 1 1 0,-2 3-1 15,4-1 1-15,-2 5-2 0,0-1 1 0,0 0-1 16,1 1-1-16,-1-1 0 0,1 1 0 16,-1 0-1-16,0-1 0 0,1-1-1 0,-3-3 0 15,2 0-1-15,1-1-2 0,-3-1 0 0,0-2-11 16,2 0-16-16,-3-2-42 0,3-2-74 16,-4 0-84-16,-1 0-168 0,0 0-287 0,2-2-329 15,-2 0-322-15,1-2-196 0,-1-1 119 16,2-1 667-16</inkml:trace>
  <inkml:trace contextRef="#ctx0" brushRef="#br0" timeOffset="81892.67">3954 7397 314 0,'0'0'829'16,"0"0"355"-16,0 0 29 0,0 0-275 0,0 0-317 15,0 2-202-15,4-2-111 0,-2 2-42 16,1 0-38-16,2-1-28 0,0 0-35 0,1 1-11 16,2 1-35-16,3 0-34 0,0-2-16 0,2 2-12 15,1-3-7-15,2 2-27 0,1-2-14 16,0-2-8-16,1 2-7 0,1-3-4 0,1 0 2 15,-2-1 4-15,-1 1 3 0,-1-2 2 16,0 3 1-16,-5-2 3 0,0 2 3 0,-3-1 15 16,-2 1 18-16,-1 2 15 0,-2 0 15 0,-1 0 8 15,0 2 0-15,-2 1-13 0,0-2-14 0,-2 1-14 16,-1 1-14-16,0 1-5 0,-1 0-4 16,1-1-7-16,0 2 0 0,0-1 0 0,-2 3 0 15,4-3-6-15,-1 1-2 0,-1 2 4 16,3 0-4-16,-2 0-1 0,4 5-1 0,-2-2 1 15,3 2-2-15,2 3 0 0,-1-1 1 0,3 5-1 16,-1 0 2-16,2 2 0 0,3 2 1 16,0 2 1-16,0 1 0 0,3 2 1 0,1 4 0 15,0-1-4-15,0 4 1 0,2 2 2 16,-1 3 0-16,1 1-1 0,-1 3 0 0,0-1 4 16,-3 1-3-16,2-1-1 0,-5-1-1 0,2-1 0 15,-2 1 0-15,-4-5 1 0,1-2 1 0,-4-3 2 16,1 0 5-16,-4-2 6 0,0-2 4 15,-4-2 5-15,-2-1 1 0,-1 1 0 0,-4-2-1 16,0 0-1-16,-2-1-3 0,-2-2-2 16,0-2-1-16,-2-1-1 0,1-3-3 0,1-1-4 15,-2-4-2-15,0-1-2 0,1-4-3 0,-1-2-1 16,1-3-3-16,-1-3 0 0,2-3-2 0,0-3-2 16,2-2-7-16,2-2-12 0,1-1-20 15,2-1-42-15,2 2-81 0,0-3-144 0,1 0-264 16,4 2-314-16,1-2-386 0,1 3-385 15,1-1-43-15,4 1 683 0</inkml:trace>
  <inkml:trace contextRef="#ctx0" brushRef="#br0" timeOffset="82487.59">5002 7767 209 0,'5'1'772'0,"-2"0"414"0,-2-1 57 16,3 0-195-16,-1 3-270 0,3-3-210 15,1 4-147-15,3 0-82 0,0 1-47 0,3-1-53 16,1 1-78-16,0 1-59 0,4-2-35 0,-2 2-20 15,2-1-13-15,1-1-2 0,1-1-6 16,0 2-4-16,0-4-5 0,-2-1-3 0,2 0-7 16,-2 0-5-16,1-1-2 0,-2-2-4 15,-4 0 1-15,-2 0-1 0,0 1-1 0,-5 2-12 16,-1-1-46-16,-5 1-76 0,-3 1-148 0,-4 2-266 16,-2 3-312-16,-2 0-385 0,-3 4-343 15,-4-2-37-15,0 4 673 0</inkml:trace>
  <inkml:trace contextRef="#ctx0" brushRef="#br0" timeOffset="82706.42">5028 8059 107 0,'1'7'715'0,"2"-1"467"16,2-2 97-16,-2 0-145 0,2 1-361 0,1-2-339 15,1 0-170-15,-1 0-78 0,5-2-44 0,-2 3-33 16,5-3-39-16,-1-1-23 0,2 1-21 15,0-1-15-15,1 0-4 0,3 0-4 0,0 0-4 16,2 0-28-16,-1 0-36 0,-1 0-102 16,-1 0-192-16,0 2-286 0,-3-1-296 0,2 1-280 15,-1 2-177-15,-2-1 292 0,-1 2 602 0</inkml:trace>
  <inkml:trace contextRef="#ctx0" brushRef="#br0" timeOffset="87623.18">5886 7397 39 0,'0'7'299'16,"-2"0"200"-16,-1 1 228 0,2-2 36 15,-1 0-92-15,0-1-60 0,1 0-62 0,-1 0-65 16,2-2-84-16,-1 0-80 0,1-1-87 0,1 1-73 15,-1-1-48-15,0 0-18 0,2-2-17 16,-1-2 11-16,-1 2 63 0,4-3 35 0,-1-1 14 16,0-2-17-16,2-2-11 0,0-1-25 15,1-3-55-15,0-2-30 0,-1-3-19 0,1-3-5 16,1 1-8-16,0-4-6 0,0 1-4 0,-1-2-7 16,2-1-5-16,0 1-3 0,-2 2-1 0,-1 1-1 15,1 2 1-15,-1 2-1 0,-2 2 0 16,2 4 1-16,-4 0 7 0,1 2 5 0,1 2 2 15,-3 2 2-15,2-1 1 0,-1 1 0 16,1 2-8-16,-2 2-3 0,0-2-3 0,2 1-3 16,-2 1-1-16,0-1-1 0,0 0 0 0,0 2-2 15,0 0 1-15,0 0 1 0,0 0-1 16,0 0 0-16,0 0-1 0,0 0 1 0,1 0 5 16,-1 0 2-16,0 0 3 0,0 0 4 15,0 2 2-15,0-2 7 0,2 2-5 0,-1-1 4 16,-1 1 3-16,2 2 2 0,0 4 2 0,1 0-8 15,0 5 0-15,1 2-5 0,-2 3-4 0,1 1-3 16,0 2-4-16,-1 2 6 0,1 1 1 16,0 0 1-16,-1 0-2 0,1 1-1 0,-1-1 0 15,1 2-7-15,1-4-1 0,-2 3-2 16,1-5-1-16,0 1-1 0,-1-2 1 0,1-2-1 16,-1-2 0-16,-1-1 0 0,1-2 0 0,0-3 1 15,-1-1-1-15,-1-2 0 0,0 0 1 16,0-1-1-16,0-1 1 0,0-2 0 0,0 0 0 15,-1-2 0-15,1 1-1 0,-2 1 0 16,2-2-1-16,0 0-1 0,0 0-2 0,0 0-5 16,-2-2-5-16,2 1-12 0,0-2-12 0,-1 0-19 15,1-1-30-15,-2-2-61 0,1-1-65 16,-1 1-107-16,0 0-163 0,2 0-287 0,-1 0-313 16,1-1-241-16,0 1-164 0,1-2 266 15,-1 2 600-15</inkml:trace>
  <inkml:trace contextRef="#ctx0" brushRef="#br0" timeOffset="88425.52">6353 7097 430 0,'4'-6'906'16,"-2"-1"305"-16,1 0-13 0,-2 1-278 0,-1 1-224 16,0-1-158-16,0 2-116 0,-1-1-76 0,-2 1-52 15,1-1-62-15,1 1-65 0,-1 0-47 0,-1 0-30 16,1 2-18-16,-1-2-11 0,-2 2-12 0,2-1-8 16,0 3-10-16,-2 0-7 0,-1 0-6 15,1 3-5-15,-1-1-3 0,1 3-4 0,-1 0-2 16,-2 0-2-16,3 1 1 0,-1 3-3 15,1-2 2-15,0 3-1 0,0-3 0 0,1 1-1 16,-1 3 0-16,2-4 0 0,1 0 0 0,1-1-2 16,-1 2 1-16,2-1 0 0,0-1-1 15,0 0-1-15,2 0-1 0,-1 0 1 0,3-1-1 16,-1 2 0-16,4-1 2 0,-2 0-1 16,3 0 1-16,0 0-1 0,0 2 1 0,3-2 0 15,0-1 0-15,0 3 2 0,0 0 0 16,1-1 0-16,0 1 1 0,1-1 0 0,-2 2 1 15,1 0-1-15,1 2 0 0,-2-1 0 0,0 2 1 16,-1-1 0-16,-1 2-1 0,-1 2 1 16,-2-1 0-16,1-1-2 0,-2 0 2 0,-1 1-1 15,-1-2 1-15,-1 0 0 0,-1-1-1 0,-2-1 1 16,-1-1-1-16,-1-2 1 0,0 2 0 16,-2-3 0-16,-1 1-1 0,0-1 1 0,-2-3 0 15,-3 1-2-15,1-2 0 0,-1-1 0 0,-3-1-2 16,3-1 1-16,-5-2-1 0,3-2 1 15,-1 0 1-15,3-1 0 0,-2-3 0 0,3 2 1 16,0 0-1-16,2-1 0 0,0 0 0 0,2 1-1 16,1-2 0-16,2 2-2 0,1-2 0 15,2-1 1-15,0-2 0 0,2 0 0 0,1 1-1 16,2-3 2-16,0 0 0 0,2-3-1 16,-2 0 0-16,3-1 1 0,-1 0 0 0,2-2 1 15,-3 3-1-15,2-3 1 0,-1 3 0 16,-1-1 1-16,1 1-1 0,0 0 0 0,-2 1 1 15,-2 1-1-15,2 0 2 0,-4 3 0 0,1-2 0 16,2 3 0-16,-4-2 1 0,-1 1 0 0,-2 1-1 16,1 0-1-16,-2 1 1 0,-1 2-1 0,0 0 0 15,0 2 0-15,-4 0 0 0,4 2 0 16,-1 3-1-16,-1-1-1 0,1 4-2 16,-2 2 0-16,2 0-2 0,-1 4-3 0,4 1-9 15,-2-1-15-15,2 2-29 0,0-1-67 0,3 2-72 16,-3-1-122-16,2-3-182 0,1 4-304 0,1-2-328 15,2-1-236-15,0 2-137 0,0-1 344 16,1 2 611-16</inkml:trace>
  <inkml:trace contextRef="#ctx0" brushRef="#br0" timeOffset="88946.55">6803 7065 428 0,'-2'-4'992'0,"-3"2"326"16,2-1 42-16,-1 1-253 0,-1 2-363 0,-1 0-246 15,-1 0-134-15,1 2-85 0,-3 1-87 0,1-1-71 16,0 4-45-16,-2 4-26 0,3-1-15 15,-2 6-8-15,3 1-5 0,1 7-2 0,-2 0 3 16,3 8-1-16,3 3 0 0,1 4-1 16,1 2-2-16,3-1-2 0,2 0-4 0,0-1-6 15,4-7-2-15,2-1-5 0,1-5-1 0,1-5-1 16,2-5 2-16,0-4 0 0,3-7 0 0,0-5 3 16,-2-7 0-16,4-5 1 0,-1-7 0 15,-1-4-1-15,0-7-1 0,-4 1 1 0,0-4 0 16,-4-3 0-16,-1 5 1 0,-1-4 0 15,-6 7 2-15,-1 0 4 0,-2 2 2 0,-5 2 3 16,0 2 4-16,-4 2 1 0,-2 0 1 0,-3 3-1 16,-1 3-1-16,-2-2-1 0,1 4-2 15,-4 3-2-15,2 1-2 0,-4 4-3 0,2 3-3 16,-1 2-2-16,1 2-2 0,-1 3-2 0,3 4-1 16,1 1-1-16,4 2-1 0,1 0-1 15,4 2 0-15,0-1-3 0,3-1-8 0,2 3-15 16,0-1-20-16,3-1-53 0,3 0-75 0,0 1-118 15,2 0-201-15,1 1-297 0,2-2-353 16,3 1-312-16,-1-1-144 0,3-1 365 0,1 0 699 16</inkml:trace>
  <inkml:trace contextRef="#ctx0" brushRef="#br0" timeOffset="89424.3">7304 7291 136 0,'-1'1'1007'0,"-3"1"681"0,1 0-58 15,0-1-332-15,1 1-441 0,-1 1-336 0,0-2-229 16,3-1-113-16,0 1-62 0,-3 1-41 16,3-2-30-16,0 2-20 0,0-2-13 0,0 0-7 15,0-2-5-15,3 2-2 0,-3-2-3 16,2 1 0-16,-1 1-1 0,2-1-13 0,-1-1-22 15,1 1-62-15,-3-1-81 0,0 1-163 0,0 1-282 16,0 3-326-16,0 1-391 0,0 2-283 16,0 1 43-16,0-1 735 0</inkml:trace>
  <inkml:trace contextRef="#ctx0" brushRef="#br0" timeOffset="90728.46">7706 6910 46 0,'0'-4'409'0,"2"1"334"0,-1 0 285 16,-1 1 24-16,2-1-272 0,-1 2-208 16,-1-1-122-16,0 1-73 0,0 1-44 0,0 0-35 15,2 1-24-15,-2-1-29 0,0 0-38 0,4 2-37 16,-4-1-40-16,2 1-31 0,-1 1-23 16,3 3-10-16,-3 3-4 0,3 3-3 0,-1 3-5 15,0 3-6-15,0 3-11 0,0 1-10 16,2 3-7-16,-2 3-6 0,0 0-2 0,2 1-4 15,-2 2 3-15,2 1 0 0,-2-2 4 0,0 0 1 16,3 0-2-16,-3-4-2 0,2 0 0 0,-3-3-2 16,3-3-5-16,-2 0-3 0,2-4-2 15,-2-2 0-15,1-1 0 0,-2-5-1 0,1-2-1 16,0 0 1-16,-1-3 0 0,0 0 0 16,1-3 1-16,0-1 0 0,0-2 2 0,2-3 0 15,1-3 0-15,0-2 0 0,-1-4 1 0,3 1-1 16,-1-6-1-16,0 0-1 0,1-2 0 15,0-3 1-15,0 0-1 0,3-1-1 0,-3-2 0 16,2 2-1-16,-1-4 0 0,1 3 0 16,-1 1 0-16,2-2-1 0,0 3 1 0,-1 0-1 15,2 0 1-15,-1 3-1 0,-1 0 2 0,2 0 0 16,-2 0 1-16,1 3 0 0,2-2 1 16,-4 3 1-16,2 1-1 0,0 2-1 0,-3 0 1 15,0 5-1-15,-2-1 2 0,1 3-1 0,-4 1 2 16,2 1 4-16,-2 3 5 0,-1 0 7 15,-1 0 8-15,2 1 6 0,-3 2 3 0,0 0-2 16,0 4-4-16,-3-2-6 0,0 3-8 16,-2 1-6-16,0 3-5 0,0 1-3 0,-4 1-1 0,1 1-1 15,0 2 0-15,0 0 0 0,-2 1 1 16,0 2 1-16,0 1 1 0,0 0-1 0,0 2 1 16,0 1-1-16,-2-2 0 0,2 1-1 15,2 0 0-15,-3-3 0 0,3 3 0 0,0-5 0 16,2 2 0-16,-2-3 0 0,2 1-1 15,1 0 1-15,0-1-1 0,-1-2-1 0,4-1 0 16,-2-1 0-16,2 0-1 0,1-2 0 0,-1 1-1 16,4-2 2-16,-1 1-1 0,1-1 0 0,2-2 1 15,1 2-1-15,0-1 1 0,1 0 0 16,2 0 0-16,0-1 0 0,2-1 0 0,1 0 0 16,0 0 0-16,1-1 1 0,0-1 0 15,3 0 0-15,-2 1 0 0,1-1 1 0,1-1 0 16,0 0-2-16,-2 3 0 0,2-3-1 0,-2 1 1 15,1 1-1-15,-1-2 0 0,0 2 0 16,-1 0-2-16,-2-1-7 0,-2 0-13 0,0 3-22 16,-2-1-47-16,-1-2-77 0,-2 2-115 0,0-2-189 15,-1 3-298-15,-1-1-349 0,3-1-337 16,0 0-157-16,-1 1 328 0,2-2 693 0</inkml:trace>
  <inkml:trace contextRef="#ctx0" brushRef="#br0" timeOffset="90988.28">8512 7109 128 0,'2'-2'997'0,"1"0"694"0,-3 2-64 15,1-1-339-15,-1 1-441 0,0-1-333 0,0 1-230 16,0 0-114-16,2-2-61 0,-2 2-37 0,0 0-27 16,0 0-21-16,1 0-14 0,-1-2-8 15,2 2-4-15,0 0-3 0,1-2-9 0,0 2-25 16,2 0-75-16,-2 0-92 0,2 0-194 0,-1 2-289 16,-2 3-351-16,4 1-407 0,-2 0-212 15,2 2 224-15,0 0 789 0</inkml:trace>
  <inkml:trace contextRef="#ctx0" brushRef="#br0" timeOffset="92207.68">9096 6685 75 0,'0'-1'439'16,"1"-2"334"-16,-1 1 250 0,2 1-18 0,1 1-262 16,-3-2-200-16,1 4-137 0,-1-2-98 15,2 3-72-15,-1 1-40 0,3 1-19 0,-1 2 7 16,3 2 22-16,1 2 0 0,2 4-8 0,-1 0-28 15,0 1-28-15,4 5-31 0,-2-2-34 0,1 1-18 16,0 1-7-16,2 2-5 0,0 2-3 16,2 0-7-16,-2 2-3 0,4 1-4 0,-4 0-10 15,4 1-4-15,-2 1-1 0,0-3 1 16,-2 4-3-16,3 1 7 0,-3-2 3 0,1-2 1 16,-2 1-2-16,0-2 0 0,-2-2-1 0,0-2-6 15,0-1-3-15,0-1-4 0,-3-1-1 16,-1-3-4-16,2-3-1 0,-2 0-1 0,-3-2 0 15,1-5-1-15,-1 1 0 0,-1-2 3 16,-1-4 6-16,-1 1 6 0,2-1 6 0,-4-2 2 16,2-2 1-16,-3-1 0 0,1-2-7 0,-3-3-5 15,2-1-5-15,-3-3-3 0,0-1-2 16,1-2 0-16,-1 0-1 0,-1-2 0 0,1-1-1 16,0 0 0-16,1-2 0 0,0 1 0 0,-1 0-1 15,1 0 1-15,-1-1-1 0,3 0 0 16,-2 2 0-16,3 1 0 0,-1-1 0 0,0 4 0 15,1 0 0-15,1 2 0 0,-1 2 0 0,2 0 1 16,-1 2-1-16,1 0 1 0,-2 2 1 16,2 1-1-16,0 1 1 0,-3 0 0 0,3 1 0 15,0 0 0-15,0 0 0 0,0 2 2 16,0-1-1-16,0 2 1 0,-1-2 4 0,-1 2 3 16,2 0 4-16,0 2 2 0,-2-2 0 0,1 2 0 15,-2-1-3-15,1 2-3 0,-3 0-5 16,2 1-2-16,-2 2-2 0,-2 2 0 0,0 2-1 15,1 0 0-15,-2 5 0 0,0-2 1 16,-1 3-1-16,-1-1 0 0,2 4 1 0,-3 0 0 16,1 0-1-16,1 0 0 0,-2 1 1 0,1-2-1 15,1 0 1-15,-2 0-1 0,3-2 0 0,-2 0-1 16,1-2 1-16,1-2-1 0,0-1 1 16,2-1 0-16,-1 0-1 0,1-5 1 0,2 2-1 15,0-3 0-15,1 1 0 0,0-4-2 16,1 2 0-16,1 0-1 0,-1-1-6 0,-1 0-9 15,1-2-17-15,2 1-27 0,-4-1-60 0,1-1-77 16,1 1-153-16,-1-2-272 0,0 2-316 16,0 0-375-16,-1 2-287 0,-1-2-9 0,-2 0 694 15</inkml:trace>
  <inkml:trace contextRef="#ctx0" brushRef="#br0" timeOffset="93852.37">5960 7966 189 0,'2'-1'411'0,"-1"-1"198"0,1 2 113 16,-2-2-159-16,1 2-109 0,1 0-50 16,0 0-39-16,-1 0-37 0,-1 0-41 0,2 0-28 15,-1-1-9-15,3 1-34 0,-1-2-31 0,0 2-21 16,0-1-13-16,3 0-28 0,-1-1-24 16,2 2-20-16,-1-1-15 0,2 1-12 0,1-2 39 15,-1 2 13-15,2-1-4 0,2 1-6 16,-2 1 23-16,1-1 34 0,3 2-24 0,-1-2-13 15,1 0-10-15,-1 1-7 0,2-1-24 0,-2 0-35 16,4 2-18-16,-4-2-10 0,4 0-6 0,-4 0-4 16,4 0-2-16,-2 0-1 0,0-2 1 15,0 2 0-15,2-1 1 0,-1 1 1 0,1 0 2 16,-1-2 2-16,3 2-1 0,-3-1 2 16,1 1 13-16,1 0 6 0,-1-1 4 0,2 1 0 15,0 0 2-15,0-2 2 0,0 0-14 0,2 1-12 16,-1 0-2-16,1-1-7 0,1 2-4 15,0-2-3-15,0 1-1 0,0-1 7 0,2 1-3 16,-2-1 3-16,2 1 3 0,-2-1 0 16,0 1 2-16,-2 0-1 0,1-3 1 0,1 2 2 15,-1-1 7-15,-2 1 2 0,3-2 1 0,-2 0 0 16,1 1-3-16,-2-1 1 0,1 1-8 16,0-2-2-16,0 1-2 0,-3 0 1 0,1 1 0 15,-1-1-1-15,-1 1-1 0,1 2-2 0,-2-2 1 16,-1 1 0-16,0 1 0 0,2 0 2 15,-2 1 3-15,0 0-1 0,1-2 2 0,0 2-2 16,-2 0 2-16,2 0-3 0,0 0 1 16,-2 0 2-16,4 0-1 0,-2-2 1 0,0 1 1 15,1 1-1-15,3 0 0 0,-2-2 0 0,1 2-1 16,1-1 0-16,0 1-1 0,0 0 0 0,1-2-1 16,-2 2 0-16,4-1 1 0,-2 1 2 15,0 0 0-15,0-2 9 0,2 2 6 0,-1-1 1 16,2 0 2-16,-1-1-2 0,-1 0-1 0,3 0-8 15,-2-1-4-15,1 1-5 0,0 1-1 16,1-4 0-16,-1 5 0 0,-1-4-1 0,1 3-2 16,0 0 2-16,-1-1-1 0,0 1 1 15,-1 1 1-15,1 0 0 0,-1 0 1 0,-2 0 0 16,0 0 0-16,1 1 0 0,-2 1 0 0,0-1 0 16,0-1 1-16,1 1-2 0,-3 1 0 15,3 0 0-15,-2-2 0 0,-1 0 1 0,1 2 0 16,1 1 1-16,1-3-1 0,-2 1 1 0,0 0 0 15,4-1-2-15,-2 1 1 0,0-1-1 16,1 0 2-16,1 3-1 0,1-3 0 0,0 0 1 16,-1 2 0-16,-1-2-1 0,2 2 1 0,-1 0-2 15,0-2-1-15,-1 0 0 0,1 1 0 16,1-1-1-16,-2 1 1 0,1-1 0 0,1 0 1 16,0 0 0-16,0 0-1 0,-1 0 1 15,1-1-2-15,2 1 1 0,-2-1 0 0,0 1 1 16,3-2 0-16,-3 0 1 0,-1 2 1 0,3 0 0 15,0-2 0-15,-1 2 0 0,2 0-2 16,-2 0 3-16,2 0-2 0,0 0 0 0,0 0 0 16,1 0-1-16,-1 0 2 0,1 0-2 0,0 0 0 15,1 0 1-15,0 0 0 0,-2 0 1 16,-1 0-1-16,2 2-1 0,-1-2 2 0,0 0-1 16,0 0-1-16,-2 0-1 0,0 0 1 15,1 0-1-15,-1 0-1 0,0 0 2 0,-1 0 0 16,0 0-2-16,0 0 1 0,-1 2 1 0,-1-2-1 15,-1 0 1-15,0 0 0 0,-2-2 0 16,0 2 0-16,0 0 0 0,-3 0 1 0,-2 0-2 16,0 0 1-16,-3 0 0 0,2 0 0 0,-3 2 0 15,-3-2 0-15,0 2 0 0,0-2 1 16,-1 0 1-16,-1 0 0 0,0 1 1 0,-1-1-1 16,-2 0 1-16,2 0-1 0,-1 0 1 0,-1 0-2 15,0 0 0-15,2 0-1 0,-2 0 0 16,0 0-1-16,0 0 0 0,0 0 1 0,0 0 0 15,-2 0 1-15,2 0-2 0,-1 1 1 16,-1-1-2-16,0 2-2 0,-1-1-11 0,-3 2-30 16,1-1-64-16,-1 3-74 0,-2-3-146 0,0 3-251 15,0-1-315-15,-1 0-337 0,-1 1-247 0,1 0-35 16,-1 1 579-16</inkml:trace>
  <inkml:trace contextRef="#ctx0" brushRef="#br0" timeOffset="99803.17">6798 8388 321 0,'3'-3'665'0,"-1"0"308"0,-2 0 131 16,2 0-274-16,-1 1-218 0,-1 0-133 16,0 2-66-16,2 0-38 0,-1 0-36 0,-1 0-41 15,0 0-31-15,2 0-37 0,-2 0-47 0,0 2-46 16,2 0-40-16,-1-2-27 0,-1 6-16 0,2 0-10 15,1 5-8-15,1 0-7 0,-2 4-4 16,1 4-6-16,0 5-7 0,-1 1-6 0,1 0-6 16,0 2-3-16,-1 2-1 0,1-2 2 15,-1 0 2-15,1 1 1 0,1-1 0 0,-2 0-1 16,-2-1-1-16,2-2 6 0,-1-1 2 0,1-1 2 16,-1-1 0-16,-1-2 0 0,2-1-4 0,-2-3-10 15,2-1-19-15,-2-5-33 0,0 2-59 16,0-5-62-16,0 0-61 0,0-2-98 0,-2-3-136 15,2 1-162-15,0-2-231 0,-2-3-214 16,2-1-196-16,0-4 69 0,0-1 411 0</inkml:trace>
  <inkml:trace contextRef="#ctx0" brushRef="#br0" timeOffset="100100.98">6999 8355 11 0,'8'-9'437'0,"-2"1"427"0,-1 3 287 0,-2 1 17 16,0 0-349-16,1 3-255 0,-3 1-135 15,2 1-62-15,-1 2-37 0,2 2-37 0,1 3-35 16,-2 2-30-16,1 2-50 0,0 1-49 0,0 6-39 16,0 1-20-16,1 3-12 0,1 5-12 0,-1 0-8 15,0 4-8-15,1 2-7 0,-1 2-7 16,1 0-6-16,-1-1-4 0,-2-1-3 0,2-1-3 15,0-3-1-15,-2-3-2 0,0-1-2 16,0-2-2-16,2-5-6 0,-2-3-17 0,-3 0-44 16,1-7-70-16,-2 2-83 0,-2-7-152 0,-2-2-217 15,-1-2-311-15,1-5-296 0,-3-3-206 16,-3-1 26-16,2-5 505 0</inkml:trace>
  <inkml:trace contextRef="#ctx0" brushRef="#br0" timeOffset="100407.98">6735 8385 13 0,'-5'-3'462'16,"2"1"469"-16,0-2 289 0,0 2-30 0,1 0-321 15,2 2-237-15,-1-3-148 0,1 3-110 16,0-1-77-16,1 0-52 0,-1 0-57 0,2-2-59 15,1 1-44-15,3-2-27 0,0 2-14 16,2-3 0-16,4 1 0 0,0-1 1 0,3-1-2 16,0 2-5-16,3-2-2 0,2 1-5 0,2 1-7 15,-1-2-4-15,3 0-8 0,-1 1-5 16,1-1-1-16,3 1-5 0,-3-1-1 0,1 0-2 16,0 1-1-16,-1 0-1 0,-2 2-1 15,2-2 0-15,-2 4 0 0,0 0-17 0,-3 2-66 16,0 0-74-16,-5 4-152 0,0 1-279 0,-1 3-325 15,-2 1-376-15,-1 3-254 0,-2 0 14 16,-2-1 669-16</inkml:trace>
  <inkml:trace contextRef="#ctx0" brushRef="#br0" timeOffset="100847.45">7693 8734 293 0,'5'4'753'0,"-4"0"350"15,1-2 77-15,0 0-262 0,-1-2-283 16,-1 3-175-16,0-3-109 0,2 0-71 0,-2-3-55 16,0 1-40-16,-2-1-27 0,2-4-22 15,0 1-20-15,-1-3-15 0,-1 0-1 0,0 2-2 16,1-3-7-16,-4 0-13 0,3 1-7 0,-4 1 0 16,0-1-3-16,1 3-1 0,-3 1 0 15,2 2-6-15,-3 1-10 0,-1 2-8 0,0 2-10 16,2 1-6-16,-4 2-8 0,4 1-8 0,-2 3-3 15,3-1-3-15,0 1-3 0,1 1-1 16,1-2-1-16,0 1-2 0,1 0 0 0,2-2-2 16,2 3-2-16,0-3-3 0,2 1-15 15,1-2-35-15,0 0-80 0,2-1-120 0,-2-1-228 16,3-1-309-16,1-2-368 0,2 1-393 0,-1-2-123 16,0 0 476-16,0 1 759 0</inkml:trace>
  <inkml:trace contextRef="#ctx0" brushRef="#br0" timeOffset="101596.64">8496 8610 283 0,'2'-6'668'0,"1"1"358"0,-3-1 143 16,2 1-267-16,-1 3-239 0,-1-2-133 0,0 3-87 15,0 1-65-15,2 0-57 0,-2 0-44 0,0 0-41 16,2 0-53-16,-1 0-46 0,-1 0-39 16,0 1-28-16,0 1-14 0,2 2-11 0,-1 1-8 15,-1 1-3-15,2 3-5 0,1 3-3 0,-2 1-5 16,2 3 2-16,1 3 3 0,-1 4-4 16,0-1 1-16,2 6 1 0,0-1-1 0,1 1-5 15,-3 0-4-15,0 1-3 0,2-4-5 16,-2 2-1-16,-1-1-4 0,-1-4-1 0,1-1 0 15,0-4-2-15,-1-4 1 0,-1-1 0 16,0-2 0-16,-1-2 0 0,-1-4 0 0,-1 0-6 16,-2-3-9-16,0-2-16 0,-4-3-30 0,1-2-59 15,0-2-70-15,-2-1-93 0,-2-3-149 16,2 0-220-16,-2-3-305 0,2 2-246 0,-1-1-193 16,0-2 72-16,2 2 505 0</inkml:trace>
  <inkml:trace contextRef="#ctx0" brushRef="#br0" timeOffset="102285.53">8148 8322 207 0,'-1'-3'518'0,"-2"0"280"0,3 0 184 0,0 0-179 16,0 1-175-16,0 1-137 0,0-1-104 15,0 2-84-15,0-1-70 0,0-2-56 0,0 3-51 16,3 0-23-16,-2 0-9 0,-1 0 4 0,0 0 8 15,2 3 7-15,1-2 30 0,0 1 22 16,1 1 1-16,0 0-4 0,1 0-13 0,0 1-14 16,1 2-25-16,0 1-26 0,2 1-16 15,0 1-9-15,3 2-7 0,-1 0-8 0,-1-1-2 16,2 3-4-16,2 0-4 0,-2 0-7 0,3 2-3 16,-1 0-4-16,1 0-4 0,-1 0-1 0,1 0-1 15,0 0 0-15,2 0-2 0,-3 0 1 16,2 0-3-16,-2-2-4 0,0-2-2 15,-1 0-1-15,-2-1-1 0,1-3-1 0,0 1 0 0,-3-2-1 16,-1-3 0-16,-1 1 0 0,3-2 0 16,-2-1 0-16,-1-1 1 0,0-1 0 0,0-1 0 15,-1-2 1-15,2-2-1 0,-1-1 0 16,-1-4 0-16,2-2 0 0,0-1 1 0,-1-2-2 16,1-3 1-16,-1-1-1 0,3-2-1 0,-1 0 1 15,0-2 0-15,0-1 1 0,1 0 1 16,-1 0 1-16,-1-1 0 0,2 1-1 0,-1-1 0 15,0 3-1-15,-1 0-1 0,0 0 0 16,-1 4 2-16,-1 1-1 0,0 3 1 0,-2 1 0 16,1 1 0-16,-3 4 4 0,2 1 5 15,-3 2 3-15,2 2 1 0,-2-1 1 0,0 2 0 16,0 2-3-16,0-1-5 0,-2 2-4 0,2 0-4 16,-3 2-3-16,2 1-9 0,-3 0-20 15,-1 2-42-15,1 3-79 0,-3 0-139 0,1 1-267 16,2-2-314-16,-1 3-387 0,0-3-385 15,3 1-57-15,-1 2 661 0</inkml:trace>
  <inkml:trace contextRef="#ctx0" brushRef="#br0" timeOffset="103205">10381 7651 69 0,'3'-1'550'15,"-1"1"459"-15,-2-1 219 0,0 1-101 16,2-2-331-16,-1 2-228 0,-1 0-148 0,3 0-103 16,-3 2-66-16,3-2-45 0,0 0-32 0,0 1-44 15,2 0-29-15,3 1-18 0,0-1-11 16,3 2 2-16,0-2-11 0,-1 2-9 0,4-1-14 16,0 0-3-16,2-2 0 0,-2 0-6 0,2-2-6 15,0 0-2-15,0-1-4 0,-2 1-5 16,2-3-5-16,-2 1-3 0,0 0-2 0,-1-1-1 15,-1 0-2-15,0 2-2 0,-3-1-1 0,0 2-1 16,-1 0-2-16,-3 2-13 0,-2 0-55 0,-1 6-76 16,-4-2-130-16,-2 3-214 0,-3 3-309 15,-2 1-359-15,-1 3-298 0,-3 0-95 0,-2 2 475 16,-1 0 642-16</inkml:trace>
  <inkml:trace contextRef="#ctx0" brushRef="#br0" timeOffset="103464.52">10321 7986 63 0,'3'5'593'0,"4"-3"443"0,-1-1 196 0,0 2-77 16,0-3-374-16,4 0-264 0,2 0-164 0,1 0-47 16,1 0-26-16,2 0-34 0,3-3-30 15,-1 1-58-15,2-4-35 0,0 2-42 0,1 0-38 16,1-2-18-16,0 0-12 0,2 0-6 15,-5 0-1-15,2 1-2 0,-4-1-26 0,2 1-75 16,-6 2-99-16,-1 1-197 0,-4 2-287 0,-1 2-339 16,-4 1-358-16,1 2-167 0,-8 1 275 15,1 2 706-15</inkml:trace>
  <inkml:trace contextRef="#ctx0" brushRef="#br0" timeOffset="106457.75">11416 7134 224 0,'5'1'665'0,"-3"-1"387"0,1 0 139 16,-3 0-221-16,2 0-267 0,-1 0-135 0,1 0-95 16,-2 1-90-16,2-1-72 0,-1 0-54 0,1-1-60 15,-1 0-67-15,1-4-51 0,2 1-25 0,1-4-9 16,0-2-5-16,1-5-2 0,2-3-1 15,0-2-5-15,0-4-2 0,0-3-5 0,0-1-3 16,4-3-4-16,-4 2-2 0,2-1-2 16,-1 1-3-16,1 1-1 0,-4 1-1 0,2 3 4 15,0 3 1-15,-3 1 2 0,-1 3 4 0,1 4 1 16,-3 3 3-16,1 2-1 0,-1 1 0 16,-1 2 0-16,1 2-3 0,-2 0-2 0,0 2-4 15,3 1-3-15,-3 0-2 0,0 3-4 0,1 0 0 16,-1 6-3-16,0-1-1 0,0 6-1 15,2 2-1-15,-1 1 1 0,-1 4 3 0,2 3 3 16,0-1 2-16,-1 2 2 0,-1 4 2 0,0-1 1 16,0 4-2-16,0 1-1 0,0-1-2 15,0 4-2-15,0-4-2 0,0 0 0 0,0 1-2 16,0-3-1-16,0-1-1 0,0-6-1 16,2 0-2-16,-2-5 1 0,0-3-3 0,2-3 1 15,-1-2 0-15,-1-3-1 0,0-1 1 0,0 1-1 16,0-3-4-16,-1-3-8 0,1 1-13 15,1-2-18-15,-1-3-36 0,0-1-73 0,0-4-71 16,0 0-128-16,2 0-190 0,-1-3-307 0,-1 1-310 16,2-1-215-16,0-1-98 0,-1 2 417 15,2-2 577-15</inkml:trace>
  <inkml:trace contextRef="#ctx0" brushRef="#br0" timeOffset="107130.47">11869 6761 412 0,'4'-8'853'0,"-4"-1"333"0,0 1 31 0,-2 2-253 16,0 0-208-16,0 1-176 0,1 3-136 15,-1-2-100-15,-1 2-68 0,0 2-80 0,-2 0-78 16,2 0-46-16,-2 2-25 0,-1 1-17 15,1 0-11-15,-1 2-8 0,-1 1-5 0,2 2-2 16,1-1-3-16,-1 1 1 0,1-1-2 0,0 0 0 16,1 3-1-16,2-3-1 0,1 1-1 15,-2 1-1-15,4-1 0 0,-2 0 2 0,4 0-1 16,0 1 1-16,2-1 1 0,1 2 1 16,0-1 0-16,3-1 0 0,0 2 2 0,3 0-1 15,-2 1 1-15,5-1-1 0,-2 1 0 0,0-1 1 16,3 2-1-16,-2 0 0 0,1-1 1 15,1 2-2-15,-1-1 1 0,0 0-1 0,0 2 1 16,-2-1 0-16,-3 1 2 0,2 1 0 16,-4 0 1-16,-1-1 1 0,-3 5 0 0,-2-2-1 15,0 0-1-15,-6 1 1 0,0 2-1 16,0-2 0-16,-4 1 0 0,1-2 1 0,-2-1 6 16,-3-1 6-16,3-1 2 0,-2-4 2 0,0-1 0 15,0-3 0-15,-1-1-6 0,-1-4-5 0,0-1-4 16,0-3-3-16,1-3-2 0,-1-3 0 15,2-4-3-15,0-1 1 0,0-3 0 0,4-2-1 16,0-2 0-16,1 0-2 0,4-2 2 16,1 1 0-16,1 0 0 0,4 0 0 0,1-3 0 15,0 2 2-15,2-2-1 0,2 1 0 0,1 0 1 16,-2 1 0-16,1-1 2 0,-1 2-1 0,1 0 0 16,-4 0 2-16,2 3 0 0,-2 0 1 15,-1 3 1-15,-2-1 6 0,-1 2 7 16,-2-1 6-16,0 3 5 0,-2 3 3 0,-1-2 2 15,-2 2-1-15,-1 0-5 0,0 1-5 0,-2 2-5 16,1-2-2-16,-3 3-6 0,2 0-3 0,-2 0-2 16,-1 3-1-16,3-2-3 0,-3 4-2 15,3 0-1-15,-3 1-1 0,3 1-2 0,0 2-2 16,3 3-7-16,-2 1-14 0,2 1-26 16,0 0-63-16,0 3-72 0,2 1-126 0,3-3-195 15,0 3-305-15,3 0-344 0,-1 0-258 0,4 1-137 16,-1 1 389-16,4-1 640 0</inkml:trace>
  <inkml:trace contextRef="#ctx0" brushRef="#br0" timeOffset="107553.97">12255 6895 32 0,'-2'6'547'0,"2"2"482"16,-3-1 224-16,1 5-26 0,-1 1-272 0,1 3-276 16,-2 5-190-16,2 3-113 0,1 3-68 0,-1 3-67 15,2 2-81-15,2 1-60 0,1-1-35 0,1 1-22 16,1-5-15-16,3-2-12 0,0-3-6 16,3-6-4-16,0-1-2 0,4-7-2 0,0-6 0 15,1-3 1-15,1-7-1 0,1-6 1 0,-1-6 0 16,2-6-1-16,-1-6-2 0,-1-3 1 15,-3-2-1-15,0-3 1 0,-4 1-1 0,-2 1 2 16,-5 1 0-16,0 3 2 0,-6 1 0 16,-3 2 1-16,-4 1 0 0,-1 1 0 0,-6 3-2 15,-2-1 2-15,-2 2 3 0,-1 3 3 0,0 3 2 16,1 5 0-16,-2 2 0 0,-1 8-1 0,0 3-4 16,0 6-3-16,2 3-4 0,0 3-2 15,5 3-1-15,1 1-3 0,3 2-1 0,1 0-1 16,5 1-3-16,4 0-12 0,2-1-28 15,1 1-65-15,3-3-69 0,0 0-115 0,2-1-191 16,4 0-306-16,-1 0-319 0,2 0-238 0,-1 2-135 16,4-2 334-16,-2 0 613 0</inkml:trace>
  <inkml:trace contextRef="#ctx0" brushRef="#br0" timeOffset="107816.79">12803 7097 56 0,'0'-5'862'0,"0"-1"746"0,0 4 15 15,-2-4-313-15,-1 3-402 0,-1-1-383 0,2-1-241 16,-1 0-122-16,2 3-57 0,-1-1-38 15,0 0-27-15,2 1-20 0,0 1-13 0,0 0-22 16,0 1-80-16,0 0-113 0,0 0-246 16,-1 0-285-16,-1 2-363 0,-1 1-445 0,1 0-170 15,-1-1 458-15,0-1 837 0</inkml:trace>
  <inkml:trace contextRef="#ctx0" brushRef="#br1" timeOffset="118584.19">3868 10969 199 0,'-1'0'396'0,"-2"-3"180"16,1 2 63-16,1 0-133 0,-1-3-96 0,2 1-24 16,-1 2 8-16,-1-1 19 0,0-1-3 15,1 1-23-15,-1-2-40 0,-1 2-35 0,-2 0-7 16,3-2-10-16,-1 1-17 0,0 2-23 0,-3-1-23 15,3-1-31-15,-2 1-49 0,0 0-40 0,-1-3-28 16,-2 3-15-16,2-1-7 0,1 1-9 0,-1-1-2 16,-1 1-5-16,0 0 1 0,0 0-6 15,-1 0-2-15,2 1-4 0,-1 0-4 0,-2-1-1 16,1 1-5-16,0 1-2 0,2-2 0 0,-3 2-1 16,1 0-2-16,-1 0-4 0,2 2-7 0,-1-2-2 15,0 1-6-15,0 1-3 0,0 0-2 16,0 2-1-16,0-3 3 0,2 2 2 0,-2 0 1 15,0 0 0-15,2 1-1 0,-1 1 0 0,1-3 0 16,0 4 0-16,1-1 0 0,-1-1 0 16,1 0 0-16,0 2 0 0,0-1 0 0,-2 3-1 15,4-3 0-15,-2 1 1 0,0 0-1 0,0 2 1 16,0-1 0-16,1 3 0 0,-1-4 0 0,0 2 0 16,2 0 0-16,0-1-1 0,-2-1 1 0,2 1-1 15,0 1 1-15,0-2-2 0,0 1 1 16,1 0 0-16,1-1 1 0,-1 1-1 0,0-1 1 15,-1 0-1-15,3 2 1 0,-1-2-1 0,-1 0 0 16,0 1 0-16,2-1 1 0,0-1 0 0,-1 2-1 16,1-2 1-16,-2 2 0 0,2-1 0 15,0 0 0-15,0 0 0 0,0 2 0 0,0-2-1 16,2 0 1-16,-2 1 0 0,1 1-1 0,-1-1 1 16,0-1 0-16,2 3 0 0,-2-1 0 0,3-1 0 15,-3 1 0-15,2 0-1 0,-1 0 1 0,1 0 0 16,0 1 0-16,1-1 0 0,-2 2 0 15,4-1 4-15,-4-2 3 0,2 4 0 0,-1-4 2 16,3 2-1-16,-2 0-1 0,0-1-3 0,-1 1-1 16,3-1-3-16,-2 1-1 0,1-1 1 0,1 1 1 15,0 0-1-15,0 2-1 0,-2-2 2 0,2-1 0 16,2 3 0-16,-2 0-6 0,0-2 0 16,0 2-2-16,1 0-1 0,1 0-1 0,-1-1 0 15,0 1 5-15,0 0 2 0,1-1 1 0,-1 1-1 16,2-2 2-16,0 2-1 0,0-2-1 0,1 1 2 15,-1-1-1-15,0 2 5 0,2-1 3 0,0-2 1 16,0 1 1-16,0 0 0 0,2-1 0 0,-2-1-5 16,-1 1-2-16,4-1-2 0,-4-1-1 0,3 0-1 15,0 1 1-15,-2-3 0 0,-1 0-1 16,2 1 1-16,0-3 1 0,0 3 0 0,0-2 0 16,-1-1 0-16,2-1 1 0,0 2 0 15,-3-1 0-15,3-1-1 0,0-1 0 0,-1 2 0 16,1-2 0-16,1-2 0 0,-2 2-1 15,2-1 1-15,-2-1 0 0,0 1-4 0,0-2-3 16,0 0-1-16,0-1-1 0,-1 1 0 0,-1-1-1 16,2 0 4-16,0-2 3 0,-1 0 2 0,2 0 0 15,-2-2 0-15,1 1 1 0,-2-1 4 16,1 1 2-16,2-1 3 0,-4-1-1 16,2 0 1-16,0 1 1 0,-1-2-6 0,0 1-1 15,1 1-1-15,-1-3-2 0,-1 2 1 0,-1-2-1 16,-1 1 0-16,2-2-1 0,-2 2 0 0,-1-2-1 15,1-1 1-15,-1 1-1 0,0 0 1 16,1 1 0-16,-3 0 0 0,0-2 2 0,1 3-1 16,-1 0 1-16,-2 1 0 0,3-2 1 15,-3 1 0-15,1-2 0 0,-1 2 0 0,-1-3 0 16,2 1 0-16,-2-2 1 0,0 3-1 0,-2-3 0 16,2 0-1-16,-1-1 0 0,-1 2-1 15,1-2 1-15,-3 2-5 0,3-3-2 0,-4 3-1 16,3 0 0-16,-3-2-1 0,2 0 1 15,-3 2 3-15,3-4 2 0,-2 5 2 0,-1-2 0 16,1 1 0-16,0 1 0 0,1-1 0 0,-1 0 0 16,0 3 0-16,0-1 0 0,2 2 0 0,-2-1 1 15,1 1 0-15,-1 0 1 0,-1 0-1 16,3 1 0-16,-2-1 0 0,0 0 0 0,0 2 0 16,-1-1 0-16,0 1 1 0,1 1 0 15,-3-2 0-15,2 0 1 0,-2 3 4 0,0-3 2 16,-2 1 1-16,-2 1 3 0,2 0 4 0,-1 0 2 15,-1 1-4-15,-1 0-1 0,-1 0 0 16,1 2-4-16,-1 0-3 0,-2 1-3 0,0 1-1 16,-1 1-1-16,2 1-1 0,-2-1-2 15,0 2 1-15,1 1 0 0,-1 0-1 0,2 0 1 16,0 0 1-16,2 0-1 0,2 0 1 0,0 0-1 16,3-1 0-16,0 2 0 0,0-2-2 0,3 2 0 15,2-1 0-15,-2 1-2 0,2 2-1 0,2-4 0 16,-1 4-1-16,2-1-5 0,0 2-11 0,2 0-14 15,-1 1-23-15,1-1-63 0,1 1-77 16,-1 0-135-16,-1 3-218 0,1 2-309 0,1-1-365 16,0 1-274-16,2 0-97 0,-2-1 513 0,0 0 654 15</inkml:trace>
  <inkml:trace contextRef="#ctx0" brushRef="#br1" timeOffset="119137.56">3706 11217 181 0,'-2'0'429'16,"-1"-3"233"-16,1 1 186 0,-1 1-103 0,-2-1-93 15,2 0-79-15,0 2-83 0,1 0-74 0,-2 0-73 16,1 2-83-16,1 0-65 0,-1-1-36 0,1 1-5 15,-1-1-3-15,3 1-9 0,-2 0-11 16,1 1-13-16,-1 1-10 0,2 1-25 0,0-3-18 16,0 2-13-16,0 3-13 0,0 0-10 0,2 1-12 15,-1-1-7-15,3 2-2 0,-1 0-3 0,0 0-3 16,2 1 1-16,1 1 9 0,0 0 6 16,1 1 0-16,-1-2 0 0,2 2 1 0,0-2 1 15,0 2-11-15,0-2-3 0,4 0-2 0,-2 1 0 16,1-2 1-16,1 0 6 0,0 0 3 0,0-3 1 15,1 0 4-15,0 1 1 0,1-3-1 16,-1 0-6-16,-1-2-4 0,2-1-1 0,0-1-5 16,-1-1-1-16,-2-1-1 0,3-2-2 0,-2 0-1 15,0-1-1-15,-1-1 1 0,-1-1 2 0,-1 1-2 16,1-2-6-16,-4 0-49 0,-1 0-65 16,0 1-83-16,-4-1-167 0,-1 2-297 0,-3 0-327 15,0-1-289-15,1 3-184 0,-4-3 146 16,-1 1 632-16</inkml:trace>
  <inkml:trace contextRef="#ctx0" brushRef="#br1" timeOffset="119484.72">3818 10975 168 0,'3'-4'643'16,"-3"1"424"-16,0 0 154 0,0 2-169 0,0-3-247 15,-3 4-186-15,1 0-146 0,2 4-107 16,-3-2-70-16,0 1-59 0,1 0-72 0,-1 3-64 0,0 0-35 16,0 3-18-16,1 1-13 0,1 5-7 15,1-1-5-15,0 4-4 0,1 3-4 0,3 3-5 16,0 4-3-16,1 2-3 0,1 4-1 0,2-2-1 15,0 3-1-15,1 0-1 0,1-4 2 0,1 0 1 16,3 1-1-16,-1-3 0 0,3-2 1 16,0 0 0-16,1 0-5 0,1-3-16 0,0 0-72 15,1-3-75-15,-3-5-160 0,-2-1-281 16,1-2-323-16,-1-7-384 0,-3 1-236 0,2-4 52 16,-1-2 685-16</inkml:trace>
  <inkml:trace contextRef="#ctx0" brushRef="#br1" timeOffset="120536.3">5045 11035 81 0,'1'-6'526'0,"1"1"437"0,-2 1 240 16,2 0-107-16,-1 0-316 0,-1 4-204 0,0-3-141 16,2 3-90-16,-1 0-58 0,1 0-39 15,-2 0-40-15,3 3-39 0,-1-3-43 0,1 6-29 16,1 0-23-16,1 1-11 0,0 3-4 16,0 5-6-16,1 0-5 0,-1 5-2 0,4 1-4 15,-1 4 1-15,0 0 2 0,-1 3-4 0,2 1-4 16,-3 0-7-16,2-1-4 0,-1 2-9 15,0-4-7-15,1-1-4 0,-3 1-1 0,0-3-2 16,1-3 0-16,-1-1 1 0,-2-5-3 16,0 0 0-16,0-2-1 0,-1-3-1 0,-1-2-2 15,1-2 0-15,-2 0-3 0,2-4 2 0,-1 1 0 16,-1-2 0-16,2-3 2 0,1-3 0 0,0-3 2 16,2-3 0-16,-1-2 1 0,1 0 0 15,3-3-2-15,-1-3 1 0,2-1 1 0,-1-1 0 16,2 1-1-16,0-2 1 0,0 0 2 15,-2 1-1-15,0 0-1 0,3 1 0 0,-3 1 1 16,0 2-2-16,-2 2 0 0,2 1 1 0,-2-1-1 16,-1 4-1-16,-2 2 1 0,2-1 1 15,-2 4 0-15,0 2 2 0,-1 0 1 0,-1 0 10 16,-1 2 9-16,2 2 8 0,-2-1 5 0,-2 2 0 16,1 2 1-16,-4-1-8 0,2 4-8 15,-3-1-8-15,-1 4-7 0,-1 2-2 0,-1 2-3 16,-1 4-2-16,1 0 0 0,-2 3 0 0,3 4-1 15,0 0-1-15,0-1 1 0,0 0-1 16,4 3-1-16,0-5 0 0,1 1 1 0,2-1 0 16,1-3 0-16,1 0 2 0,1 0-1 15,1-4 2-15,0 1-1 0,2-1 0 0,1-2 0 16,0-1-2-16,1 0 1 0,1-3-1 0,1-2 1 16,1 2-1-16,-1-3 1 0,2 1 0 15,-1-4-1-15,1 1-3 0,1-2-10 0,-1-2-14 16,2-1-24-16,0-3-59 0,-4 0-81 15,4-3-144-15,-4-1-250 0,1-1-312 0,-2-3-373 16,4 1-292-16,-2-3-37 0,-2 0 615 0</inkml:trace>
  <inkml:trace contextRef="#ctx0" brushRef="#br1" timeOffset="120798.52">5630 11109 221 0,'1'5'864'0,"-1"-3"407"0,2 1 1 16,0 0-188-16,-1 0-444 0,2-2-305 15,2 1-155-15,0 0-67 0,4-2-40 0,-2 0-15 16,2-4-20-16,2 1-11 0,0-1-7 0,2 0-5 16,1-1-5-16,-1-1-4 0,2 0-1 0,0 1-3 15,-1-1-2-15,-1 0-30 0,-2 1-30 16,0 2-111-16,-3 1-178 0,-3 2-292 0,-2 2-283 15,-2 1-255-15,-1 5-151 0,-1 1 313 16,-2 1 529-16</inkml:trace>
  <inkml:trace contextRef="#ctx0" brushRef="#br1" timeOffset="121001.55">5631 11301 393 0,'-3'7'958'0,"0"-3"300"0,1 0-51 0,-2 0-288 15,4-2-372-15,0-1-251 0,4 2-122 16,1-3-60-16,0 0-32 0,3 0-22 0,3-1-15 16,0-1-18-16,2-1-10 0,2-1-10 15,0 0-1-15,2 0 1 0,1-3-8 0,0 5-25 16,1-3-49-16,-3 1-148 0,0 1-273 0,0 2-281 16,1-1-280-16,-1 4-226 0,1 1 21 15,-1 0 530-15</inkml:trace>
  <inkml:trace contextRef="#ctx0" brushRef="#br1" timeOffset="121582.68">6414 11056 315 0,'0'-5'742'0,"-3"2"348"16,1 2 85-16,1 1-282 0,-2 1-276 15,1 4-135-15,-1-1-89 0,1 4-53 0,0 1-45 16,1 1-36-16,1 4-36 0,-2 0-55 16,2 2-49-16,2 2-37 0,1 0-24 0,2 3-12 15,0 1-7-15,1 2-5 0,3-2-4 16,-1-2-5-16,2 1-6 0,2-3-7 0,0-1-4 16,0-3-5-16,2-4 0 0,1-2-2 0,2-4 0 15,-1-4 3-15,3-4-1 0,1-6 2 16,-2-2 1-16,2-8 0 0,-4-5 2 0,2-1-2 15,-2-5 0-15,-2-1 0 0,-3-1 0 0,-2 0 0 16,-1 1-2-16,-5 1 2 0,-3 3 6 0,-3 4 4 16,-2-1 5-16,-2 4 5 0,-5 2 4 15,0 1 4-15,-4 3-2 0,0 3-2 16,-1 3-4-16,-2 3-2 0,3 1-4 0,-1 5-6 16,1 2-4-16,0 2-5 0,2 2-3 0,1 2-3 15,2 2-3-15,1 3 0 0,1-1-1 0,3 3 0 16,3-1-2-16,-1 2 1 0,4 2-9 15,2-2-18-15,0 2-37 0,1-2-74 0,2 0-82 16,2 1-160-16,-2 0-289 0,3 1-321 16,0-4-337-16,4 4-200 0,0-2 90 0,2-3 657 15</inkml:trace>
  <inkml:trace contextRef="#ctx0" brushRef="#br1" timeOffset="121738.93">6866 11233 452 0,'3'4'1090'0,"-1"0"298"16,-4 0-77-16,2 2-258 0,-3 0-401 0,2 1-244 16,-3-2-142-16,3-1-72 0,-1 3-60 0,1-5-57 15,-1 2-43-15,4-1-22 0,-2-2-49 16,1 1-64-16,1-2-54 0,-2 0-106 0,1 0-171 16,-1 0-310-16,0 0-269 0,0 0-222 0,0 0-147 15,0-3 288-15,-1 3 542 0</inkml:trace>
  <inkml:trace contextRef="#ctx0" brushRef="#br1" timeOffset="122752.38">7285 10889 123 0,'-3'-4'518'0,"0"1"376"0,2-1 250 16,-3 2-103-16,1 0-288 0,0-2-149 15,1 3-86-15,-1 1-80 0,1-1-88 0,-1 1-52 16,0 0-53-16,-3 0-67 0,3 0-56 0,-2 1-40 16,2 0-20-16,-4 3-16 0,4-2-11 15,-2 1-9-15,-1 2-7 0,3-2-6 0,0 1-4 16,0 2-5-16,0 0-2 0,1 0-1 15,0 2 0-15,1 1 0 0,1-1-2 0,0 2 0 16,0-1 0-16,1 2 0 0,1-4-1 0,1 2-1 16,0 0 1-16,2 1 0 0,0-2 0 15,1 1 0-15,0 0 1 0,2 0 0 0,0 1 2 16,3-1-1-16,-1 0 0 0,1 0 1 0,3 1 0 16,-1-4 1-16,2 4 0 0,-2-3-1 15,3 1 1-15,-3-1 1 0,1 0-2 0,-3-1 1 16,0 2-2-16,0-1 1 0,-1 2 0 0,-4-3 0 15,0 2 1-15,-1 1 1 0,-2 1 0 16,-1-1-2-16,-2 2 0 0,-2-2 0 0,-2 1 0 16,-1-1 0-16,-2 2-2 0,1 0 0 0,-2-4 1 15,-3 2 1-15,2-2 0 0,-1 0-1 16,-1-2 1-16,0 2 0 0,0-2-1 0,-2-3-3 16,2 2 2-16,0-4-1 0,0 2 0 15,3 0 0-15,0-2 2 0,-1 0 0 0,4-2-2 16,0 0 0-16,0 2-1 0,2-4 0 0,3-1-1 15,0-1 0-15,2-1-1 0,1-3 1 16,2-1 2-16,1-1 1 0,2-2-1 0,1-3 2 16,1 0 0-16,1-2 3 0,0-2-1 15,0-2 1-15,-1-2-1 0,2 1 2 0,-2-2-2 16,1 1 0-16,-2-1 0 0,-1 0 0 16,-1 3 1-16,0-1 1 0,-2 3 3 0,-2 1 4 15,-1 3 1-15,-2-2 2 0,-2 5 1 0,-2 1 0 16,-4 1-3-16,2 2-2 0,-4 1-2 0,0 3-1 15,-4 0-3-15,3 1-1 0,-3 4-1 16,3 2-2-16,-2 1-1 0,2 2-1 0,0 1-1 16,0 1-2-16,2 1 0 0,2 0-1 15,2 1-2-15,2 1-2 0,3-1-16 0,0 3-36 16,2 2-64-16,1-1-64 0,0-2-90 0,0 2-152 16,2-2-212-16,0 2-285 0,3-2-218 15,0 0-194-15,1-1 61 0,2 2 463 0</inkml:trace>
  <inkml:trace contextRef="#ctx0" brushRef="#br1" timeOffset="123267.74">7728 10821 223 0,'-2'-6'877'16,"-1"1"503"-16,-2 4 114 0,-4 1-200 15,3 0-475-15,-4 3-302 0,-1 1-158 0,0 2-111 16,0 2-90-16,-2 2-58 0,2 1-34 0,2 6-24 16,-2-3-13-16,4 3-10 0,3-1-4 15,2 1-6-15,0 0-6 0,4-2-3 0,1-3-1 16,0-1-1-16,4-2-2 0,0-4 0 16,1 0 1-16,0-5 2 0,2-7 1 0,2-2-1 15,-2-5 1-15,0-5 1 0,2-4-2 0,-4-2-1 16,0-2 1-16,1-2 0 0,-4 2 0 0,0 1 1 15,-2 0 2-15,-3 3 1 0,0 4 1 16,-1 3 2-16,-3 1 0 0,1 2 2 0,0 3 3 16,-3 1 4-16,4 3 2 0,-1 2-1 15,0 1-2-15,1 1-2 0,-1 2-5 0,3 2-5 16,-2 1-3-16,4 1 0 0,-2 2-2 0,3 3 2 16,1 0 1-16,0 3 0 0,2 1 0 15,-1 1 1-15,2 3 0 0,1 1 1 0,2 2-1 16,-2 0 1-16,2 3-1 0,2 2 0 0,-2 0 1 15,1 1-2-15,0 0 1 0,0 4-1 16,-3-2 1-16,3 0 1 0,-5 0-1 0,-1 0 1 16,0 1 0-16,-2-1 0 0,-1-2-1 15,-2 2 1-15,-2-2 0 0,-3-3 0 0,2 0 0 16,-2-3-1-16,-1-2 1 0,-3-1-1 0,1-5-1 16,-2-1-1-16,-1-1-2 0,0-3-8 0,0-2-20 15,-3 0-48-15,-1-4-75 0,0 1-136 16,0-2-244-16,0-2-308 0,0 1-366 0,2 0-339 15,1-1-88-15,1 0 563 0</inkml:trace>
  <inkml:trace contextRef="#ctx0" brushRef="#br1" timeOffset="137210.96">1298 9091 174 0,'3'9'402'16,"0"0"178"-16,0 3 129 0,2 0-183 0,-2 4-121 16,3-2-31-16,1 4 15 0,-1 2 21 0,-1 4-1 15,-1 0-32-15,-4 1-47 0,-4 2-60 0,1 3-61 16,1 3-22-16,2 3 8 0,2 5 23 0,5 0 1 16,-2 6-8-16,-2 4-15 0,-1 1-27 0,-2 6-35 15,-2 3-33-15,1 4-17 0,-4 2-11 0,-1 5-8 16,1 3-7-16,-1 2-9 0,-1 0-11 0,1 7-9 15,-3-1-5-15,2 4 1 0,1 3-7 16,-1 3-6-16,1 5 3 0,0 4-1 0,0 3-5 16,1 6-7-16,0-1 0 0,0 3 0 15,2 1-4-15,1-1 7 0,-2-1 4 0,1-3 5 16,1-5 3-16,1-4-3 0,1-8-2 16,-2-3-8-16,2-9-5 0,0-6-3 15,0-7-4-15,0-11 4 0,0-8 1 0,0-8-2 16,0-11-2-16,0-2-2 0,0-12-7 0,0-3-10 15,0-12-20-15,0 0-35 0,-5-7-70 16,0-11-97-16,-1-7-171 0,-3-6-281 0,1-8-320 16,-4-5-339-16,-1-8-182 0,-2-7 207 15,-2-6 660-15</inkml:trace>
  <inkml:trace contextRef="#ctx0" brushRef="#br1" timeOffset="137752.66">956 9225 120 0,'2'6'447'0,"1"0"296"0,-1-2 206 16,1 1-98-16,0-2-159 0,-3-3-147 16,0 0-133-16,6 2-94 0,-6-2-57 0,0 0-27 15,6-2-3-15,-1-3 6 0,3-1-6 16,1-1-4-16,1-4-14 0,1-4-34 16,0 1-52-16,0-3-51 0,0-1-16 0,2 1-16 15,0-1-12-15,-1 0-10 0,-1 2-6 0,1-1 4 16,0 4-9-16,-1-1-3 0,-1 3 1 15,2 3 0-15,-2 0 3 0,-2 2 9 0,2 2 5 16,0 1 6-16,-2 1 0 0,1 4 2 16,-2-1 0-16,1 3-6 0,-2 4-6 15,3 1-4-15,-2 3-6 0,-2 5-3 0,-2-1-4 0,2 5-1 16,-2 4-3-16,0 0-2 0,-3 3-9 16,0 2-37-16,0 4-79 0,-3 0-144 15,4 2-266-15,-2-2-308 0,1 3-381 0,-5-4-386 16,-1 4-59-16,-1 0 668 0</inkml:trace>
  <inkml:trace contextRef="#ctx0" brushRef="#br1" timeOffset="138738.54">1715 12975 455 0,'3'-6'974'0,"-3"1"312"16,2-2 10-16,-1 1-273 0,-1 1-292 0,0 0-225 15,0 1-126-15,-3 0-76 0,-2 1-66 0,-2-2-69 16,2 1-36-16,-2 1-27 0,1-1-18 0,-2 2-13 15,0-1-9-15,0 2-9 0,-1-1-8 0,-2 2-7 16,0 0-4-16,-2 2-6 0,-1-1-5 0,-2 2-7 16,-1 1-4-16,1 2-3 0,-2 0-5 15,1 0-5-15,1 1-1 0,1 1-2 0,3 1 0 16,1-1 0-16,-1-1 0 0,4 1-2 0,0 0 0 16,1-3 0-16,1 3 0 0,3-1-4 0,0-1-2 0,1 1-1 15,4-1-1-15,0 2-1 0,1 0 0 0,2 0 5 16,2-2 2-16,3 1 1 0,1-1 1 15,3 3 2-15,2-2-1 0,3 1 1 0,1-1-1 16,1 0 0-16,3 0 0 0,-1 4 0 0,3-4 0 16,-4 0 2-16,2 2-1 0,-2-1 1 0,0 0 0 15,-3 2 0-15,-2-2 0 0,-1 3 0 0,1 2 1 16,-4-2-1-16,0 3 1 0,-4 0 0 0,-1 3 0 16,-3 0 1-16,-1 2 1 0,0 1-1 0,-4-1 0 15,-2 2 0-15,0 0 0 0,-5-1-1 0,2-1-1 16,-1 0 1-16,-2-2-2 0,-3-1 1 0,1 1 0 15,0-4-1-15,-2 0 0 0,1-3 1 0,0 1-2 16,-2-2 0-16,2-2 0 0,-1-1-2 16,2 0-6-16,2-1-8 0,0-4-13 0,-1 1-14 15,4-4-21-15,3-2-28 0,1-3-59 0,2-1-66 16,-1-3-131-16,2-2-201 0,1 0-298 0,2-3-339 0,3 0-255 16,-2-2-112-16,2-2 495 0,-3 1 615 0</inkml:trace>
  <inkml:trace contextRef="#ctx0" brushRef="#br1" timeOffset="139178.44">1841 12508 63 0,'-3'-28'651'0,"0"6"545"0,-1 3 254 0,-1 2-99 16,5 6-394-16,-2 3-330 0,-1 2-207 0,0 2-120 15,1 2-96-15,-1 4-73 0,3 1-47 0,-2 4-33 16,4 4-19-16,0 2-6 0,1 7-2 0,3 2 2 15,3 4 2-15,1 6 3 0,1 3 2 0,2 5-2 16,-1-1-3-16,0 7-1 0,3-1-1 0,-2 0-4 16,-1-2-3-16,1-1-7 0,1-2-5 15,-4-5-7-15,3-3-4 0,-3-4-4 0,0-3-3 0,-2-2 8 16,1-6 5-16,-2-2 2 0,-1-5 0 0,-1-1 1 16,0-4 2-16,-2-4-5 0,0-2-2 0,2-5-1 15,-4-6 1-15,1-5-2 0,-1-1-1 0,1-6 1 16,-2 0 1-16,3-1 0 0,-3-3 1 0,2 2 0 15,-2 0 2-15,3 3 0 0,-3 3-2 16,2 2 1-16,-1 4 0 0,1 2-1 0,-2 5 0 16,2 1-2-16,-1 2-1 0,1 4 1 0,-1 6 0 15,2 3 0-15,0 4 0 0,0 5 1 0,1 3 0 16,-1 4 2-16,0 1 0 0,2 4 1 0,0 0-1 16,1 1 2-16,-2 1 0 0,3 0-1 0,-1-1-2 15,-1 1 1-15,3-4 0 0,-2-3-2 0,-1 1 1 16,1-7-2-16,1-1-2 0,-1-3-9 0,0-3-15 15,-1-4-33-15,1-1-74 0,-1-3-81 16,-2-6-169-16,3-2-277 0,-4-2-326 0,1-5-357 16,-1 0-211-16,1-3 80 0,-1-2 686 0</inkml:trace>
  <inkml:trace contextRef="#ctx0" brushRef="#br1" timeOffset="139534.51">2398 13011 319 0,'11'9'763'0,"2"-1"334"0,-4 3 82 16,1-2-280-16,-1-1-260 0,1-2-212 0,-4 0-126 16,2-2-87-16,1 1-26 0,-1-5 8 0,0 0 4 15,-1-5-12-15,0-2-17 0,1-5-9 0,-1-2-40 16,-2-5-44-16,-1-4-35 0,2 1-19 0,-4-4-15 16,1 0-4-16,-3 1 5 0,0-1 6 15,-3 2 8-15,1 4 8 0,-4 1 15 0,0 1 4 16,-2 5 2-16,0 1-7 0,-3 5-6 0,-2 0-6 15,2 3-8-15,-3 3-8 0,3 4-7 0,-2 3-3 16,4 3-5-16,-1 3 2 0,1 4 1 0,3 2 1 16,1 4 0-16,3 0 1 0,1 1 0 15,2 2-9-15,4 2-4 0,0-1-4 0,4 2 0 16,-1-1-2-16,3 1-1 0,2-2 3 0,-1-1-9 16,1-1-23-16,1-5-56 0,-1-4-69 0,1-2-111 15,-3-4-181-15,-1-5-288 0,2-6-319 0,-2 0-272 16,2-7-159-16,-4-4 283 0,-1-1 610 15</inkml:trace>
  <inkml:trace contextRef="#ctx0" brushRef="#br1" timeOffset="139832.34">2591 12823 106 0,'0'-9'643'0,"0"1"457"0,0 3 145 16,2 3-163-16,-1 2-327 0,2 4-245 0,3 4-175 15,1 1-81-15,1 4-25 0,0 1-22 0,4 1-18 16,-2 4-33-16,1 0-27 0,3 2-18 0,-1-1-27 15,2 3-16-15,0 0-21 0,-1-1-16 0,-1-1-8 16,2-1-10-16,-3-4-6 0,-3-1-4 16,2-3 0-16,-3-2-2 0,-3-2-1 0,1-3 2 15,-4 1 3-15,-2-5 2 0,0-1-1 0,-2-7 2 16,-1 0 2-16,0-1 0 0,-2-3-3 0,0-2 0 16,2-2-1-16,-3 1-1 0,3-2-2 0,1 0-2 15,1 0-1-15,-1 0 0 0,2-2 0 16,2-2 1-16,1 1 0 0,0-2 0 0,3 1-1 15,-1 0 0-15,1 1 0 0,2 0-3 0,0 2-2 16,3 2-1-16,0 0-17 0,0 3-43 0,0 2-62 16,2 3-54-16,-2 0-71 0,2 3-130 15,-2 2-155-15,1 2-227 0,0 2-215 0,0 2-214 16,-1 1-83-16,0 3 296 0,3-1 456 0</inkml:trace>
  <inkml:trace contextRef="#ctx0" brushRef="#br1" timeOffset="140529.75">3011 12780 265 0,'-1'-8'629'0,"-1"2"304"16,2 0 146-16,0-1-222 0,0 1-224 0,0 0-172 15,2 4-110-15,-2-3-44 0,3 3-18 0,0 1-5 16,2-2-18-16,3 6-16 0,0-2-20 15,-2 1-30-15,4 5-44 0,-2 4-39 0,4-1-27 16,-2 3-17-16,-1 2-12 0,5 3-16 0,-4 2-8 16,4 0-10-16,-3 2-5 0,-1 2-7 0,2-2-4 15,-2 2-3-15,-2 2-1 0,-2-3 0 16,0-3-2-16,-1-1 0 0,-2-2 4 0,-1-3 3 16,-1-2 3-16,-2-3 0 0,-1-3-2 0,1-3-1 15,-4-2-4-15,2-4-5 0,-2-1-4 0,0-6 0 16,2 2-1-16,0-4 0 0,0 0-1 0,0-5 0 15,1 1 1-15,0-1-1 0,1-1 1 16,-1 1 1-16,2 0 1 0,2-1-1 0,-1 0 0 16,1 4 1-16,1-4 1 0,-1 3-1 0,1 2-1 15,2 1 0-15,-2 1-1 0,3 5 1 0,0 0-2 16,1 4 1-16,1 2 1 0,4 1 1 16,-2 1 2-16,3 5-1 0,2 0 1 0,-2 3 0 15,4 0-1-15,-1 0 0 0,2-1-2 0,0 1 0 16,-2 1-1-16,2-3 0 0,-1-1 0 0,-1-2-3 15,0-2-4-15,1-3-7 0,-4-2-8 0,-1 0-8 16,1-6-6-16,-3-2 0 0,-1-2 3 16,-3-1 7-16,1 0 9 0,-2-2 9 0,-2 0 5 15,0 0 4-15,1 0 3 0,-2 0 1 0,-2 3 0 16,1-2 0-16,-2 3 2 0,1 1 1 16,-2 1 0-16,-2 0 1 0,1 1 3 0,0 3 5 0,-1-1 3 15,1 3 1-15,0 0 1 0,-2 1-3 16,2 2-1-16,-3 4-6 0,1 2-4 0,0 2-3 15,1 4-2-15,-1 3-1 0,0 2-1 0,-1 4 0 16,1 3-2-16,2 1 4 0,0 4 3 0,-1-1 2 16,3 4 2-16,1-1 0 0,1 2 2 15,3-4-2-15,-1 2-3 0,2-1-3 0,2-1-1 16,1-4-2-16,2 0-1 0,2-5-3 0,3-2-10 16,0-3-30-16,1-1-73 0,2-5-83 0,-1-2-162 15,2-4-289-15,-1-3-333 0,2-3-366 0,2-1-215 16,-1-4 94-16,1-2 687 0</inkml:trace>
  <inkml:trace contextRef="#ctx0" brushRef="#br1" timeOffset="142600.82">3741 13119 340 0,'2'-3'781'0,"0"-2"279"0,0 1 21 0,-1-2-245 16,1-2-299-16,-1-2-194 0,1-4-104 0,1-1-30 15,-1 0 2-15,3-3-27 0,-2 0 0 16,3-1 5-16,0-1-9 0,-1-1-22 0,0 1-14 16,-2 3-8-16,2 0-32 0,-2 2-30 0,0 5-17 15,0 1-2-15,0 2-13 0,-1 3-1 0,-1 0 1 16,1 3 3-16,1 1 0 0,0 2-4 16,2 3-2-16,0 4-7 0,4 2-7 0,-1 4-5 15,0 1-1-15,2 2-5 0,1 1-3 16,-2 3-1-16,4-1 0 0,-2 0-2 0,0 1-1 15,0-1-1-15,0-2-7 0,-3-1-4 0,1-3-4 16,-1-1-1-16,-3-5-2 0,0 0 6 16,-2-3 7-16,0 0 6 0,-1-4 4 0,0-1 3 15,-2-2 1-15,-2-3-5 0,2-3-3 16,-3-2-1-16,-2-3-3 0,2-4 0 0,-2-2-3 16,-1-1 0-16,-2-2-2 0,3 0 2 0,0-1-1 15,2 1 1-15,-2-2-1 0,2 4 1 0,2 0 0 16,-1 0-2-16,2 2 1 0,2 4-1 15,-1 1 0-15,2 0 0 0,4 4 0 0,-1 0 1 16,3 0 1-16,1 3 0 0,1 0 3 16,2 0-2-16,-1 0-1 0,4 4-1 0,0-2-8 15,1 0-30-15,1 3-73 0,-1-3-73 0,-1 2-154 16,1 1-287-16,-2-3-323 0,2 1-355 16,-3 0-219-16,4 1 38 0,-4 0 664 0</inkml:trace>
  <inkml:trace contextRef="#ctx0" brushRef="#br1" timeOffset="143277.78">5059 12856 409 0,'-6'3'808'0,"-1"0"316"0,1 0 47 0,0-2-326 16,3 1-290-16,1 0-174 0,1-1-121 0,1 0-94 15,1-1-60-15,2 0-27 0,5 0-19 16,0 0-8-16,3-2 32 0,3-2 43 0,-1 0 18 16,4-3-3-16,1-2 15 0,-1-4 0 15,2-4-30-15,2 0-36 0,-1-5-21 0,-1-1-15 16,0 0-20-16,-2-5-4 0,-1 3-4 16,-2-1-2-16,-4 4 8 0,-2 1 9 0,0 3 17 15,-5 3 4-15,0 3-1 0,-6 3-1 0,0 1-12 16,-5 4-13-16,0 2-16 0,-6 5-12 0,1 1-6 15,-1 7-4-15,-5 1 3 0,2 3-1 16,-4 3 0-16,2 3 0 0,-1 3 5 0,2 2 0 16,1-1 2-16,1 2-1 0,2-1 2 0,6 2-2 15,1-1-6-15,4-1-2 0,3 1 0 16,3-4-1-16,2 2 2 0,5-1 0 0,2-1-2 16,1-2-2-16,4-4-16 0,1 0-33 15,2-6-78-15,-1 0-82 0,0-5-155 0,2-6-277 16,-2-5-325-16,3-2-349 0,-2-4-200 15,-2-5 66-15,2-5 630 0</inkml:trace>
  <inkml:trace contextRef="#ctx0" brushRef="#br1" timeOffset="143720.62">5546 12531 83 0,'-5'-6'688'0,"0"4"537"15,-1 4 165-15,-3 4-116 0,1 4-355 0,0 4-345 16,-1 3-189-16,1 6-113 0,1 1-72 0,2 4-65 15,2 4-59-15,1 1-32 0,4 2-20 16,1 1-10-16,2-3-6 0,2 3-3 0,3-6-1 16,0-3-1-16,1-3-3 0,3-6-2 0,1-5 0 15,0-5 0-15,-2-5 0 0,0-8 0 16,1-4 1-16,-3-6-1 0,0-4-5 0,-1-4-5 16,-4-3-5-16,0-2-1 0,0-2-4 15,-4 0 2-15,-2 2 5 0,0-2 5 0,-2 3 5 16,-2 1 3-16,1 3 6 0,0 3 3 15,-1 2 0-15,0 3 9 0,0 3 6 0,1 3 5 16,0 1-2-16,1 4-1 0,-2 4-3 0,2 1-7 16,2 4-6-16,0 3-5 0,0 3-2 0,0 4 0 15,5 2 0-15,-2 3 0 0,3 3-1 16,-1 3 3-16,3 5 3 0,1 4 5 0,1 4 10 16,1 3 8-16,0 4 8 0,2 4 5 15,-2 4 2-15,3 5-4 0,-1 0-6 0,1 2-8 16,-3 0-7-16,3-1-7 0,-1-3-6 0,-2-4-3 15,0-1-3-15,-3-9 0 0,2-4-3 0,-4-6 2 16,0-6-1-16,0-4-2 0,-4-7-3 16,1-2-5-16,-3-5-13 0,0-6-31 0,-1-3-70 15,-3-6-72-15,1-5-132 0,-2-2-203 16,-4-4-310-16,4-4-326 0,-1 0-221 0,-2-5-87 16,0 0 441-16,2-4 583 0</inkml:trace>
  <inkml:trace contextRef="#ctx0" brushRef="#br1" timeOffset="144174.54">5868 12616 39 0,'-4'-16'629'16,"4"0"636"-16,-5 6 285 0,2 4-158 0,0 2-390 15,-2 2-380-15,0 5-206 0,0 0-137 16,-2 5-94-16,2 5-60 0,3 1-39 0,-1 4-27 15,2 2-19-15,1 5-12 0,1 3-9 0,2 4-7 16,2 1-4-16,3-1-3 0,0 4-1 0,0-5-1 16,0 0-2-16,3-6 0 0,-2-5-1 15,2-2-1-15,0-4 0 0,-1-3-2 0,1-7 1 16,-2-2 1-16,-1-7-1 0,0-3 2 16,-3-6 0-16,1-6 1 0,-1-4 1 0,0-4 0 15,-2-3 0-15,0 0 0 0,0-1 0 0,-1 1-1 16,1 4 0-16,0 1 1 0,-3 7 1 15,2 2 0-15,1 4 0 0,-2 3 1 0,-1 3 1 16,0 3-2-16,2 4-1 0,-2 3 1 16,0 3-3-16,1 5 0 0,1 3 0 0,0 3 0 15,-1 2-1-15,1 2-1 0,1 4 0 0,2-2 1 16,-2 4-1-16,2-1-1 0,-1 1 1 16,1-1 0-16,2-3-1 0,-1 1-1 0,0-5-10 15,2 0-22-15,0-1-61 0,-2-6-75 0,-1-2-130 16,2-2-221-16,0-4-308 0,-2-4-357 15,1-2-278-15,1-3-101 0,-1-4 463 0,0-4 655 16</inkml:trace>
  <inkml:trace contextRef="#ctx0" brushRef="#br1" timeOffset="144518.54">6259 12677 204 0,'-3'-11'903'0,"0"3"580"16,-4 1 63-16,-1 1-255 0,-1-2-464 15,1 2-299-15,0 2-166 0,-3 0-115 0,3 3-79 16,0 2-47-16,0 3-33 0,-2 0-25 16,3 5-19-16,1 3-14 0,1 2-10 0,0 5-7 15,2 1-5-15,3 2-4 0,3 1-2 0,0 0-3 16,2 0 0-16,3-3-2 0,-1-2-1 16,3-4 0-16,-2-3-1 0,2-5 0 0,1-5 0 15,-2-3 1-15,1-6-1 0,-2-4-2 0,1-4-3 16,-2-1-2-16,-1-3-2 0,0 2 1 15,0 1 1-15,-1 2 3 0,0 1 3 0,-2 3 3 16,0 4 1-16,1 1 1 0,-1 5 1 0,2 1 0 16,-1 4 2-16,2 5-2 0,-1 3 0 15,3 2 1-15,-3 5-1 0,3 2-1 0,-2 1 1 16,2 2-1-16,0 1-1 0,1-3 1 0,-1 2-1 16,2-1-11-16,1-3-16 0,-2 0-34 15,-1-3-74-15,2-5-73 0,-4-4-131 0,0-3-192 16,-1-6-309-16,-2-7-317 0,2-3-217 0,-3-6-104 15,-1-4 395-15,1-5 583 0</inkml:trace>
  <inkml:trace contextRef="#ctx0" brushRef="#br1" timeOffset="144754.35">6436 12059 155 0,'0'-25'760'0,"0"6"472"15,2 5 158-15,-1 4-96 0,1 10-406 0,1 3-317 16,-1 4-170-16,1 7-102 0,3 4-81 0,-1 5-79 15,1 2-45-15,2 6-26 0,0 5-16 16,3 6-10-16,0 3-10 0,3 7-7 0,-1 1-8 16,1 3-6-16,-1 1-5 0,1-2-5 0,0-4-5 15,-1-4-18-15,-2-6-46 0,-3-3-77 16,-3-7-131-16,-4-6-227 0,-1 0-311 0,-3-7-361 16,-2-3-343-16,-3-6-104 0,-2-3 508 15,0-6 698-15</inkml:trace>
  <inkml:trace contextRef="#ctx0" brushRef="#br1" timeOffset="144958.66">6389 12548 213 0,'-5'-7'1022'0,"2"5"531"16,1 2-93-16,1 1-282 0,1 2-436 16,1 0-303-16,3 3-196 0,0-2-96 0,4 1-43 15,3-1-29-15,0 1-27 0,5-3-19 0,-2 2-12 16,5-2-6-16,0 1-3 0,0-2-2 15,2 0-20-15,-1 2-65 0,1 0-63 0,-1-1-131 0,-2 4-229 16,2-1-310-16,2-3-339 0,-2 3-249 16,2-2-97-16,-2-1 477 0,-1-1 624 15</inkml:trace>
  <inkml:trace contextRef="#ctx0" brushRef="#br1" timeOffset="145097.57">6843 12562 179 0,'0'4'1116'0,"0"4"621"0,0 4-142 16,0 5-349-16,0-1-440 0,0 5-330 0,1 3-222 15,2 2-101-15,3 2-53 0,-2 1-36 16,0 1-26-16,4-1-18 0,-3-4-12 0,3 0-13 16,0-4-29-16,-2-3-82 0,-1-5-126 15,-2-5-217-15,1-3-299 0,-4-7-377 0,0-5-436 16,-4-8-148-16,1-6 483 0,-2-3 761 16</inkml:trace>
  <inkml:trace contextRef="#ctx0" brushRef="#br1" timeOffset="145268.45">6811 12343 537 0,'-8'-6'1514'0,"1"5"217"16,0 2-320-16,1 2-349 0,-1 2-474 15,2 1-303-15,0 0-143 0,2 1-66 0,2-2-35 16,1 1-18-16,3 0-12 0,0 0-24 0,2 0-72 16,1-1-73-16,1 2-164 0,0 0-278 15,1 3-326-15,2 1-372 0,0 1-239 0,0 1 39 16,2 0 695-16</inkml:trace>
  <inkml:trace contextRef="#ctx0" brushRef="#br1" timeOffset="145597.85">7100 12733 190 0,'8'29'1095'0,"0"0"579"0,2 2-134 0,2 0-325 16,-1-1-440-16,3-1-332 0,-1-1-214 15,6-2-97-15,-3-1-48 0,6-4-31 0,0-5-22 16,-1-3-15-16,1-7-7 0,1-6-6 0,-3-6-6 16,-3-7-15-16,-1-4-27 0,-2-7-44 15,-6-6-50-15,-3-4-44 0,-2 0-32 0,-3-3-10 16,-5 1 18-16,-1 0 63 0,-4 1 123 16,-2 4 126-16,-1 1 75 0,-3 2 38 0,0 2 14 15,-1 5-9-15,-1 3-43 0,1 5-51 0,1 3-36 16,-1 4-26-16,1 5-20 0,2 2-15 0,1 7-12 15,-1 0-9-15,6 8-7 0,0 0-4 16,3 4-10-16,1 1-24 0,4 1-72 0,0 1-88 16,4-1-182-16,1-1-286 0,0 0-338 15,3-1-401-15,3-3-230 0,0 0 151 0,2-2 772 16</inkml:trace>
  <inkml:trace contextRef="#ctx0" brushRef="#br1" timeOffset="146281.2">7473 13041 368 0,'0'4'953'0,"-3"-2"310"0,-1-4-52 0,2-2-222 15,0-4-362-15,2-3-193 0,2-2-99 0,0-3-56 16,2-4-30-16,-1-4-37 0,4 0-59 16,-1-4-53-16,1-1-32 0,2 0-18 0,0-1-12 15,1 4-8-15,2 1-7 0,-2 1-7 0,1 5 3 16,1 2 1-16,1 6 7 0,-1 2 4 16,2 6 7-16,-3 5 4 0,4 5-2 0,-2 3-2 15,1 7-6-15,-1 3-8 0,1 1-6 0,-1 2-6 16,1 1-5-16,2 2-4 0,0-3-1 15,1 1-1-15,-1 1-1 0,-2-4 1 0,3-2 0 16,-4-4-1-16,0-3-1 0,1-4-1 0,-3-5 0 16,0-5 1-16,-1-5 0 0,-2-3 2 0,-2-6 0 15,2-3 2-15,-4-4-1 0,1-3 1 16,-2 1-1-16,1 1-1 0,-1 0 0 0,-1 3-1 16,1 3-1-16,-2 2 1 0,4 4-2 15,-2 1 0-15,0 4 1 0,2 2 1 0,0 2 1 16,1 5 1-16,2 1 1 0,-2 4 0 0,2 1-2 15,0 2 0-15,1 1-1 0,-1 1 0 16,2 0-2-16,0 0 2 0,0 0 0 0,0-1-1 16,-2-1 0-16,4 1-1 0,-4-4 2 15,2 0-2-15,-1-2-1 0,1-1 2 0,-2 1 0 16,3-2 0-16,-2 0-2 0,-1 0-7 0,0 1-17 16,0 0-41-16,0 5-78 0,-2-4-104 15,-1 4-183-15,0 0-295 0,1 1-340 0,0-1-340 16,-1 1-162-16,2-3 263 0,-1 0 678 15</inkml:trace>
  <inkml:trace contextRef="#ctx0" brushRef="#br1" timeOffset="150704.4">13091 7035 40 0,'0'4'268'0,"0"-1"160"0,0 2 155 16,0-2-49-16,-2 1-91 0,2-1-20 0,0 1 29 15,-1 1 30-15,-1-2 2 0,-1 2-28 16,3-2-37-16,-2 1-15 0,1-1-18 0,-1-1-36 16,2 3-42-16,0-3-35 0,0-1-39 0,0 2-53 15,0-3-52-15,2 0-31 0,-1 0-21 0,-1 0-11 16,0 0-6-16,2 0-6 0,-2 0-5 15,0 0-6-15,0 0-3 0,3-3-3 0,-1 1 0 16,-1-4-1-16,4 1-4 0,0-2-2 16,1-4-2-16,2-3-3 0,0-3-2 0,3-2-3 15,0-3-3-15,0-2-1 0,3-1-2 16,-1-4-1-16,-2 0-2 0,3-2 1 0,-1 1-2 0,1 0 0 16,-3 3-2-16,2-1 1 0,-2 1-2 15,-1 6-1-15,-1-2 0 0,0 3 0 0,-1 2-1 16,-3 4 0-16,0 0-1 0,0 4-4 15,1 1 0-15,-5 3 0 0,3-1 0 0,-3 5 0 16,1-4 0-16,0 4 0 0,-2 2 0 16,1-3 0-16,-1 1 0 0,0 2 0 0,2-1 0 15,-1 1 0-15,-1 0 0 0,0 0 0 0,0 0 0 16,0 0 0-16,0 0 0 0,0 0 0 16,0 0 0-16,0 0 0 0,0 0 0 0,0 0 0 15,0 1 0-15,2 1 0 0,-2 1 0 0,3 2 0 16,-3 0 0-16,2 2 0 0,-1 2 0 15,1 1 0-15,-2 4 0 0,3 0 0 0,-2 4 0 16,-1 2 0-16,0 3 0 0,2 2 0 0,-1 2 0 16,1 4 0-16,0 3 0 0,-1 1 0 15,3 7 0-15,-3 1 0 0,1 3 0 0,-1 5 0 16,1 2 0-16,1 0 0 0,-1 1 0 0,-1-3 0 16,1 1 0-16,2-5 0 0,-1-6 0 15,1-3 0-15,-1-4 0 0,0-3 0 0,-1-6 0 16,-1-5 0-16,1-3 0 0,0-4 0 15,-1 0 0-15,-1-6 0 0,-1 0 0 0,-1-3 0 16,0 0 0-16,-4-1 0 0,1-3 0 16,0 1 0-16,-5 1 0 0,-2-2-24 0,0 0-330 15,-2 2-273-15,1 0-351 0,-1 2-441 0,-1 0-475 16,0 0 68-16,-1 3 963 0</inkml:trace>
  <inkml:trace contextRef="#ctx0" brushRef="#br0" timeOffset="154786.49">13777 7018 506 0,'2'1'1194'0,"-2"-1"370"15,0 3-120-15,0-3-348 0,0 0-415 0,0 0-223 16,0 0-151-16,-2 0-99 0,2-3-65 16,0 3-43-16,-1-1-33 0,-1 0-25 0,2 1-15 15,0-4-12-15,-1 2-6 0,-1 2-5 0,0-5-1 16,2 2-4-16,-1 0 0 0,-1 0-3 16,2-2-8-16,-1 4-19 0,-1-2-44 0,0 0-79 15,-3 2-142-15,-2-1-254 0,2 2-310 0,-3 2-378 16,2-1-372-16,-2 4-58 0,-1-1 631 15</inkml:trace>
  <inkml:trace contextRef="#ctx0" brushRef="#br0" timeOffset="158863.35">14313 6744 47 0,'2'-5'424'0,"-1"1"340"15,-1 1 279-15,-1-1 41 0,-1 0-288 16,0 2-191-16,1-1-85 0,-1 1-47 0,-2 2-71 16,2-1-73-16,-2-2-54 0,0 3-56 15,-1 3-60-15,-1-3-53 0,1 1-30 0,-1 0-19 16,0 3-11-16,-1-2-7 0,1 3-9 0,0 0-6 16,-2 0-4-16,0 4-5 0,2 2-5 0,-1 1-4 15,-2 3-1-15,3 3-2 0,-1 1 0 16,2 2-1-16,2 3 1 0,-2 3-1 0,5 0 0 15,-4 5-1-15,4-1 1 0,4 3 1 16,-4 1 1-16,5-1-2 0,0 3 2 0,1-3-1 16,2-1 0-16,2-1-1 0,-1-5 0 0,4 0-1 15,-1-5-1-15,1-4 0 0,3-1 0 0,-2-5-1 16,3-3 1-16,1-5 0 0,-1-4 1 16,-1-3 0-16,3-5 2 0,-3-6 0 0,0-4 0 15,-2-3 1-15,0-5 0 0,-1-2 2 16,-2-1 3-16,-2 0 3 0,0-2 5 0,-5 2 5 15,1-1 2-15,-4 3 1 0,-1 1 0 0,-1 1 0 16,-4-1-3-16,1 2-2 0,-5 0-3 16,0 1-2-16,-2 1-2 0,-2 1 1 0,2 1 1 15,-3 0 3-15,1 6 0 0,-1-1 0 16,1 2 1-16,-1 5-6 0,2 0-4 0,0 3-3 16,0 4-4-16,1 1-2 0,-2 3-1 0,4 1-1 15,-1 3-2-15,1 4 1 0,3 1-2 0,-1-1 1 16,2 3 1-16,2-2-1 0,0 1 1 15,1 0 1-15,2 3 0 0,0-4 0 0,2 1 0 16,-1-1-3-16,1-1-6 0,1 0-9 16,2 1-14-16,-2-2-21 0,2-1-47 0,0-1-73 15,1 2-88-15,-3-4-157 0,3 1-285 0,-1 1-327 16,0-3-311-16,4 1-181 0,-1 0 137 0,0-1 642 16</inkml:trace>
  <inkml:trace contextRef="#ctx0" brushRef="#br0" timeOffset="159127.6">14658 7303 238 0,'1'0'982'0,"-1"0"545"15,0 0 4-15,0 0-273 0,0-1-475 0,0-2-290 16,-1 0-176-16,1-1-112 0,-2 3-74 15,2-2-46-15,0 0-32 0,-1 1-22 0,1 0-14 16,0-3-8-16,0 3-5 0,1-2-2 16,-1 0-4-16,0 1 0 0,2 0-2 0,-1 0-8 15,-1 1-23-15,2 0-61 0,-2 0-74 0,-2-2-118 16,2 4-194-16,0 0-309 0,0 0-339 16,0 0-262-16,0 0-123 0,0 0 362 0,-1-3 623 15</inkml:trace>
  <inkml:trace contextRef="#ctx0" brushRef="#br0" timeOffset="159613.66">14770 7146 323 0,'3'-5'780'0,"2"0"339"15,-2 1 63-15,0-3-261 0,-1 1-210 16,3-2-144-16,0 0-111 0,1-2-85 0,-2-2-60 16,1 0-55-16,0-1-76 0,2-4-65 0,0 0-39 15,1-3-22-15,0-3-11 0,0-1-7 0,1 0-8 16,1-1-3-16,0-1-4 0,0-1 0 16,-2 2-2-16,2 0 0 0,-4 1-1 0,3 4 6 15,-2 2 1-15,-2 3 2 0,-2 0-2 16,2 4 1-16,-2 1-2 0,1 1-5 0,-2 3-2 15,0 0 0-15,-1 1 0 0,1 1-3 0,-1 1 0 16,-1 1-1-16,0 0-1 0,2 2-3 16,-2-2-4-16,0 2 0 0,2 0 0 0,-2 0 1 15,0 2 0-15,0 0 0 0,0 3 3 16,0 1 0-16,0 3-1 0,-2 2 0 0,0 5-1 16,1 1-1-16,-1 3-2 0,-3 4-2 0,1-1-1 15,1 5 0-15,-2 0 1 0,2 4 0 0,-2 0 0 16,0 0 1-16,0 2-3 0,1-3 0 15,1 0-2-15,1-4-1 0,-1 0 0 0,3-1-1 16,0-4-3-16,2-2-6 0,-1-4-13 16,1-3-19-16,-1-3-33 0,1-5-69 0,2-2-75 15,-1-3-118-15,-1-4-174 0,5-6-293 0,-3 1-321 16,4-4-227-16,3-4-132 0,0-1 314 16,-1-4 588-16</inkml:trace>
  <inkml:trace contextRef="#ctx0" brushRef="#br0" timeOffset="159930.35">15129 6713 39 0,'-3'-4'573'0,"0"1"493"15,0 1 237-15,-1 1-8 0,1 1-313 16,1 0-314-16,1 0-211 0,-1 3-119 0,1 0-83 16,-2-1-84-16,3 0-72 0,0 4-44 0,3 1-25 15,0 1-10-15,0 0-7 0,0 3-2 0,4-1 3 16,-1 4 3-16,3-3 2 0,-1 4 2 15,2-1 5-15,0 3 5 0,0-3-4 0,2 4 1 16,0-2 1-16,-1 3 1 0,1-1-6 16,-2 1-3-16,1 2-2 0,-1-1-5 0,-1 0-3 15,-1-1-5-15,-3-1-1 0,2 2 0 0,-4-4-2 16,-2 0 0-16,1 1-1 0,-4-2 0 0,2 0 1 16,-4-1-2-16,-3-2 0 0,1-1-1 15,-5 2-1-15,1-3 0 0,-3 1-1 0,0-1-1 16,0-1-2-16,-3 0-4 0,3-1-15 15,-1-3-33-15,3-1-73 0,-2-2-77 0,1-4-143 16,1-2-220-16,-1-5-315 0,3-1-330 16,0-2-217-16,2-4-34 0,1-4 498 0,0-4 567 15</inkml:trace>
  <inkml:trace contextRef="#ctx0" brushRef="#br0" timeOffset="160161.39">15096 6772 295 0,'3'-5'866'0,"0"1"362"0,-1 0 19 0,1 1-208 16,-2 1-303-16,2 1-227 0,-1 1-136 16,0 0-66-16,1 0-44 0,0 0-53 0,0 0-58 15,2 0-47-15,0 1-30 0,3 1-21 0,0-1-18 16,0 1-14-16,0-2-9 0,4 1-5 16,-2 0-4-16,4 1-1 0,-3-2-2 0,2 2-2 15,-1-1-1-15,3-1-1 0,-2 0-4 0,0 1-28 16,1-1-74-16,-4 0-78 0,0 0-150 15,-2 2-266-15,-1 0-328 0,1-2-353 0,-1 2-214 16,-1-2 34-16,3 2 618 0</inkml:trace>
  <inkml:trace contextRef="#ctx0" brushRef="#br0" timeOffset="160619.67">15481 6691 33 0,'-1'1'552'0,"-1"3"495"0,1-3 236 0,-2 0 10 16,1 1-303-16,1 0-293 0,1 0-207 16,-2 3-119-16,1-3-75 0,1 3-83 0,-2-2-72 15,0 6-42-15,2-2-26 0,-1 0-14 0,-1 2-8 16,2 1-4-16,0 4-3 0,0-1-4 0,0 3-3 16,0 2 1-16,0 0-3 0,0 3-2 15,0 0-5-15,0 3-3 0,0-1-4 0,2 1-5 16,-1-2-5-16,3-1-4 0,-3-1-3 15,2-2-2-15,2-3-1 0,-1-3-1 0,1-1-1 16,0-2-1-16,2-4 0 0,-1 0-1 16,1-4 1-16,2-5-1 0,-1 0 0 0,2-5 1 15,-2-1-1-15,0-2 0 0,2-2 1 0,-1 1 0 16,-1-2-1-16,0 3 1 0,0 1 0 16,-2 1 1-16,-1 2-1 0,1 1 1 0,-2 1 0 15,-1 3 0-15,-1 0 1 0,1 3 0 0,-2 2 0 16,1 0 1-16,-2 3 1 0,3 2 0 15,-3 2 0-15,0 3 0 0,-3 0-1 0,3 1 0 16,0 4 1-16,-2-2-1 0,2 3 0 16,0 0 0-16,0 0-1 0,-1 2-7 0,1-1-13 15,0-1-23-15,0-2-53 0,-2 0-83 0,2-1-159 16,-1-2-273-16,1-1-325 0,1 1-399 0,-1-1-341 16,3-1 17-16,2 0 740 0</inkml:trace>
  <inkml:trace contextRef="#ctx0" brushRef="#br0" timeOffset="161646.43">15959 7153 326 0,'-1'0'667'15,"-1"0"305"-15,0-1 130 0,2 1-263 0,-1-2-241 16,-1 1-148-16,2-1-97 0,-1-1-68 16,1 0-69-16,1 0-50 0,-1-1 0 15,2-2-1-15,-1-2-3 0,3 1-11 0,-1-2-11 16,0-2-14-16,0-1-28 0,3 0-20 0,-3-1-21 16,1-2-13-16,0 2-8 0,0-4-1 0,1 3-3 15,-2 1-5-15,1-1 0 0,-2 3 1 16,-1-1 1-16,2 3 2 0,-3 2 1 0,2-1 1 15,-2 4 0-15,0 0-5 0,2 0-1 0,-1 3-2 16,-1 1-5-16,0 0-6 0,0 3-2 16,0 0-2-16,0 3-3 0,0 3-4 0,0 2 0 15,0 2 0-15,3 2-1 0,-1 3-1 16,0 0 0-16,1 4 1 0,0-1 1 0,2-1-1 16,1 3 0-16,-1-4 1 0,1-2-3 15,-1-1 0-15,1-1-2 0,2-6 1 0,-2 1-2 16,1-6 1-16,-1-1 2 0,1-3 0 0,0-5 1 15,1-1 0-15,0-7-1 0,-1 1 1 0,2-5-2 16,-1-2 1-16,-2 0-1 0,2-1 1 16,0 0 0-16,-2 2 0 0,-1 1 1 0,-2 2 0 15,2 3 1-15,-2 2 0 0,0 3 0 16,-1 1 1-16,-1 1-1 0,1 1-1 0,-2 3 0 16,1-1-1-16,-1 0 0 0,0 4 0 0,2 1 0 15,-2 0 0-15,2 3 0 0,-2 1 1 16,1 1-1-16,-1 0 0 0,2 4 0 0,-1 1 1 15,1 0 1-15,1 1-1 0,1 1 2 16,-3-2 0-16,2 1-3 0,2-1 1 0,-2 1-1 16,2-2 0-16,0-1-1 0,-1-1-1 0,1-3-1 15,3 1 0-15,-2-3 0 0,1-3-1 16,-1-1-2-16,0-1-15 0,0-1-44 0,1-1-77 16,-4-5-117-16,0 1-201 0,0-1-303 15,1-1-353-15,0 1-337 0,-2-2-136 0,2 1 377 16,-2 1 684-16</inkml:trace>
  <inkml:trace contextRef="#ctx0" brushRef="#br0" timeOffset="162429.57">16433 7176 42 0,'2'2'453'0,"-1"-2"398"15,-1 0 285-15,0 0-25 0,0 0-310 0,0-2-208 16,2 0-140-16,-2 0-100 0,2-1-82 15,-1 0-30-15,3-4-22 0,-1 0-33 0,2-4-41 16,-1-1-27-16,2-1-16 0,2-2-24 16,0-2-22-16,-1-2-17 0,4-1-7 0,-3 3-4 15,0-5 0-15,1 2-4 0,0 1 1 0,-1-1-1 16,1 4-2-16,-2 0-4 0,-1 2-3 0,-1 2-1 16,0 3-3-16,0 1 1 0,-2 4 2 0,-1-1 4 15,2 5 6-15,-2 0 4 0,-1 4-1 16,2 1 1-16,-1 5-1 0,0 0-2 0,-1 4-3 15,2 1-4-15,-3 2-2 0,2 2 1 0,1 2-1 16,-1 0-1-16,0 2 0 0,-1-3-1 16,2 1-2-16,2 0-3 0,-2-6-4 0,0 0-2 15,2-3-2-15,-2-2 0 0,4-2-1 0,-3 0-1 16,2-6 1-16,-1 3 0 0,2-5 0 16,1-3 1-16,-2-1-1 0,2-4 1 0,1-1 0 15,-1-1 0-15,1-1-1 0,1 0 0 16,-2-4 0-16,0 4-1 0,3 0 0 0,-2 1 0 15,-2 1-1-15,-1 1 1 0,2 4 0 0,-2-1 1 16,1 3 0-16,-1 2 1 0,2 1 0 16,-4 2 1-16,3 1 0 0,-2 2 0 0,0 2 1 15,-1 1 0-15,2-1-1 0,-1 3-1 16,2 2 1-16,-3-1-1 0,1-2-1 0,0 1 1 16,1-3 0-16,0 1-1 0,-1-1 0 0,0-1 0 15,1-2 0-15,0 0-1 0,1-3 0 16,-1-1-1-16,1-1 2 0,-1-2 0 0,3-4 1 15,-1-2-1-15,0-1 0 0,0-1 1 16,3-4-1-16,-1 1-2 0,-1-2 2 0,2 1-1 16,-3-1 1-16,3 3-2 0,-2-1 1 0,0 3 1 15,-1 1-2-15,-2 1 1 0,3 3 0 0,-2 2 1 16,-1 3 0-16,0 1 1 0,2 6 0 16,-2 0 1-16,-1 4 0 0,2 1 0 0,-1 3 0 15,0 0 0-15,-1 0-2 0,0 3 1 16,-1-2-1-16,0 2-1 0,-1-3-1 0,0 1-6 15,0 0-17-15,2-1-47 0,-5-2-81 0,0-2-148 16,-6-1-267-16,3-1-322 0,-2-1-394 16,-2 1-368-16,-1-3-26 0,-3 0 698 0</inkml:trace>
  <inkml:trace contextRef="#ctx0" brushRef="#br0" timeOffset="164218.03">11743 7800 222 0,'-4'4'479'0,"1"-1"226"0,1-2 169 16,-1 2-186-16,3-1-141 0,0 1-66 0,-1-1-50 16,-1-2-50-16,2 1-65 0,0-1-63 15,0 0-68-15,0 0-57 0,0 0-41 0,0 0-26 16,2 2-17-16,-1-2-12 0,-1 0-2 15,0 0-6-15,2 0-6 0,-1 1 39 0,1 1 45 16,1-1 20-16,2 2 6 0,1-1 3 0,2 0-3 16,-2 0-39-16,4 0-39 0,2 3-17 15,1-3 22-15,1 2 9 0,2 0 5 0,1-1 1 16,0 0 1-16,3 0-5 0,-2 0-30 0,2 0-13 16,0 0-9-16,0-2-2 0,2 3 1 15,-2-3 4-15,1 2 2 0,1-2-1 0,0 1 1 16,-3-1-2-16,3 0-5 0,0 1-4 15,-1-1-4-15,0 1 0 0,1 0-1 0,-2-1 7 16,-1 1 4-16,2 1 2 0,-1 0 1 0,-1 0 0 16,0-2 0-16,3 3-7 0,-3 0-3 15,0 2 0-15,2-4-1 0,-1 3 1 0,1 1 4 16,-2-1 4-16,1-1 0 0,2 1 1 0,-1 0 0 16,0-1-1-16,1 0-5 0,1-1-4 15,-2 0 3-15,3-1-1 0,-1-2 2 0,1 0 0 16,0-2 0-16,1 0-1 0,1-1-4 15,0-1-1-15,1 0-2 0,0-1-1 0,0 1 0 16,2-2 0-16,-1 1-1 0,1 1 0 0,-1 0 0 16,0 0-2-16,-1 2 1 0,0-3 1 0,1 3 0 15,-1 0 0-15,-1 1 2 0,1 0 0 16,0-1 1-16,-1 1-2 0,0 1 0 0,0-3 1 16,1 1-1-16,-3 1 0 0,3-1 0 15,0 1 1-15,0-1 0 0,-2 2-2 0,0-1 0 16,2 1 0-16,-3 0 0 0,0 0 0 0,-1 0-1 15,2 1 2-15,-4-1 0 0,3 2-1 16,0-2-1-16,-1 1 0 0,-2-1 1 0,3 2-1 16,-1-2-1-16,2-2 1 0,-2 1 0 15,-1-1 0-15,3 1-1 0,0-1 1 0,-1-1 0 16,-1 1 0-16,0 0 1 0,2-1 1 0,-3 1-1 16,2 1 1-16,2 0 1 0,-1-1 0 0,0 0-1 15,2 2 0-15,0 0 0 0,0-1 0 16,1 1 0-16,2-1 0 0,1-1 0 0,0-1 0 15,-1 1 0-15,2-1-1 0,-1 0 0 16,1 1 0-16,-2-4 0 0,3 2 0 0,-1-1 0 16,1 3-2-16,-2-3 0 0,3 2 1 0,-3 0 0 15,1-1 0-15,-1 2 0 0,-1 1 0 0,2-1 0 16,-2 1 1-16,0-1 1 0,0 2 0 16,0-3 2-16,2 1-1 0,-1 1 0 0,1-2 0 15,0-1 0-15,1 1-1 0,0-1 1 16,1-1-1-16,0-1-1 0,-2 2 0 0,1-2 0 15,1 2-1-15,-3-1 0 0,2 3-1 0,-3-2 1 16,2 3-1-16,-2-2 2 0,2 2-1 16,-1-1 1-16,-1 1-1 0,0 1 1 0,0-2-1 15,0 1 1-15,1-1-1 0,-3 1 2 16,0-1 0-16,2-1 1 0,-1 0-2 0,-1 0 2 16,2 0-1-16,0-1-1 0,0 1 0 0,2 0 0 15,0 0 0-15,-1 0 1 0,2 0-1 16,-1 0 1-16,3 0 0 0,-2 0-1 0,0 1 0 15,-1 0 0-15,0 2-1 0,2-3 1 16,-2 3-1-16,-1 0 0 0,-1-1 0 0,2 1 0 16,-2 0 0-16,-3 0-1 0,3 0 1 0,-3 0 1 15,-2 0 0-15,1 0 0 0,-3-1 0 0,1 0 1 16,0-4-1-16,-1 3 0 0,1-1 0 16,-3-1 1-16,3-1 0 0,-2-1 0 0,0 0 0 15,-3 0 0-15,1 1 0 0,-1 0-1 16,-3 0 2-16,1 1-2 0,-4 1 0 0,-2 0 0 15,-2 2 0-15,0-1-1 0,-5 4 0 0,-2-1 0 16,0 2 0-16,-4 0-2 0,-3 3-19 0,-1-2-63 16,-7 1-89-16,0 1-183 0,-5-4-277 15,-2 3-342-15,-5 0-416 0,-2-2-297 0,-6 1 145 16,-2-1 808-16</inkml:trace>
  <inkml:trace contextRef="#ctx0" brushRef="#br0" timeOffset="165537.37">13198 8337 154 0,'2'1'525'16,"-2"-2"298"-16,2-1 190 0,-2 0-76 0,1 0-253 15,1-4-184-15,-1 1-99 0,3-2-43 0,0-1-49 16,0 0-42-16,2-1-35 0,2 2-34 0,-2 0-34 15,2-2-41-15,3 1-31 0,0 1-33 16,0 1-27-16,3 1 5 0,-1 3 0 0,0 0 12 16,1 4 7-16,-1 0 4 0,1 3 9 15,-3 4-9-15,1 1 0 0,-2 3-10 0,-2 3 1 16,-2 0-4-16,2 2-6 0,-5 2-7 0,0 1-6 16,-1-1-4-16,-2-1-3 0,0 1-1 15,-2 1 1-15,-1 0-1 0,-2-4-1 0,-1 1-1 16,0 1-4-16,1-4-5 0,0-2-3 15,-1-1-2-15,0-3-2 0,1 0 0 0,2-3 0 16,-2 0-2-16,4-4 1 0,-3 3-2 0,3-3 0 16,-1 1-4-16,2-2-1 0,0 1-1 0,0-1 1 15,3 1-1-15,2 1 1 0,3-2 4 16,0 1 1-16,1 0 1 0,1 0 0 16,2 0 0-16,1 1-1 0,0 0 2 0,1 1-1 15,-3-1 0-15,2 3 1 0,-4-1 1 0,1 0 1 16,-2 3 1-16,-1 0 0 0,-5 1 1 0,1 0 1 15,-3 1 0-15,-3 1-2 0,1-1 1 16,-5 0 1-16,1 1 4 0,-3 1 3 0,0-3 1 16,-3 1 0-16,0-2 0 0,-2-1-2 15,1 0-5-15,1-1-5 0,-4-1-2 0,3 0-1 16,-1-2-2-16,1 0-2 0,4-2-2 0,-2-1-15 16,5 0-29-16,1-1-66 0,0-2-71 15,-1 0-131-15,4-2-217 0,2 1-308 0,2 0-339 16,2 1-245-16,1 0-110 0,0 1 447 15,1 0 634-15</inkml:trace>
  <inkml:trace contextRef="#ctx0" brushRef="#br0" timeOffset="165741.65">13636 8818 373 0,'8'-1'1390'0,"-4"1"408"0,1 0-269 0,-4 0-360 16,1 0-462-16,-1 0-322 0,-1-1-172 15,0-2-84-15,0 2-48 0,0-4-33 0,3 1-21 16,-3-2-15-16,2 0-8 0,1-2-3 16,0 0-3-16,0 1-2 0,2-4-14 0,-2 3-24 0,2-4-69 15,-2 1-83-15,0 1-168 0,0 0-286 16,-1 3-332-16,-1 1-391 0,-1 1-248 0,2 2 81 16,-2 3 739-16</inkml:trace>
  <inkml:trace contextRef="#ctx0" brushRef="#br0" timeOffset="166143.48">13896 8694 407 0,'6'-3'946'15,"-1"-3"292"-15,-2-3-16 0,0 1-213 0,4-4-288 16,-3-1-230-16,1-5-120 0,3-2-72 15,-2-4-50-15,2-1-74 0,2-5-65 0,2 1-36 16,-2-2-21-16,1-1-10 0,0 2-11 16,-2 0-2-16,1 3-3 0,-1 4-3 0,-1 0 1 15,-3 6 6-15,0 2 7 0,-2 4 2 0,0 3 4 16,0 1 2-16,0 2-2 0,-3 2-6 16,3 1-7-16,-3 2-7 0,0 2-9 0,0 1-5 15,0 3-4-15,0 3-3 0,0 0 0 0,0 4 3 16,2 0 2-16,-2 6 4 0,3 0 5 15,-1 4 4-15,-1 2 4 0,-1 1-1 0,2 2 0 16,-2 4-2-16,2-1-3 0,-2 2-4 16,0-3-4-16,0 2-2 0,0-2-4 0,0-2-3 15,0-1-1-15,-2-1-2 0,2-2 0 16,0-3-2-16,-2 0 0 0,2-6-1 0,0 0-4 0,-1-3-9 16,-1-4-13-16,1-2-19 0,-1-1-29 15,2-5-71-15,0-6-79 0,0-3-143 0,-2-3-233 16,4-2-313-16,-2-3-359 0,5-3-238 15,-2-2-33-15,4-2 567 0</inkml:trace>
  <inkml:trace contextRef="#ctx0" brushRef="#br0" timeOffset="166521.48">14212 8328 475 0,'3'-4'1031'0,"-3"0"371"15,0 2 19-15,0 0-329 0,0 2-356 0,0 2-244 16,-3 0-135-16,3 3-101 0,0 2-82 15,0 2-52-15,0 5-27 0,0 0-15 0,0 6-8 16,0 4-5-16,-1 4-9 0,-1 1-7 16,2 2-9-16,-2 5-9 0,2-4-9 0,0 0-7 15,2-1-6-15,0-4-4 0,4-4-4 0,-2-5-2 16,1-5-1-16,3-2-1 0,0-7-1 16,3-4 1-16,-1-4-1 0,1-5 1 0,1-5 0 15,0-2 0-15,0-3 0 0,-1-1-1 16,0-1 1-16,2 1 0 0,-4 1 0 0,1 2-1 15,-1 1 1-15,-2 2 1 0,-1 1-1 0,-1 6 0 16,-2 0 1-16,0 1 0 0,2 3 0 16,-4 3 0-16,1 2 2 0,-1 2 0 0,-1 4 0 15,0-1-1-15,0 4 1 0,0-1-1 0,-1 1 0 16,-1 2 0-16,2 0-1 0,0 4 0 16,-1-2-1-16,-1 2 0 0,-1 1-8 0,2 1-14 15,-1 2-24-15,0-2-50 0,-1-1-81 0,0 0-150 16,0-2-271-16,0-1-322 0,1-2-391 15,2 0-348-15,3-3-25 0,0-3 699 0</inkml:trace>
  <inkml:trace contextRef="#ctx0" brushRef="#br0" timeOffset="166742.92">14720 8580 518 0,'0'0'1521'15,"0"1"263"-15,0 0-311 0,-2 1-358 0,0 1-477 16,-1-2-298-16,1 3-149 0,2-3-74 16,-1 0-43-16,-1-1-31 0,2 0-20 0,-1 0-13 15,1 0-7-15,0 0-5 0,0 0-10 16,0 0-23-16,0 0-65 0,-3-1-89 0,0 0-184 16,0 1-283-16,-4 2-344 0,2 0-410 0,0 3-274 15,-2-1 157-15,1 1 807 0</inkml:trace>
  <inkml:trace contextRef="#ctx0" brushRef="#br0" timeOffset="168396.31">9010 3032 196 0,'-3'2'431'0,"0"0"175"15,3 1 98-15,0-3-234 0,2 1-136 0,4 1-28 16,0 0 40-16,4 0 68 0,2 0 36 15,4 1 1-15,1 0-55 0,4 0-80 0,4 1-89 16,2-1-77-16,2 0-53 0,2 0-31 0,4 0 27 16,0-1 6-16,1-1 4 0,2-1 3 0,0 0-7 15,0-1-7-15,-1 1-46 0,2-4-25 0,-3 3-9 16,1 0-9-16,-3-1-3 0,1 1-23 16,-3 1-43-16,-4 1-67 0,-1 1-162 0,-5 0-295 15,-3 3-295-15,0 2-293 0,-6 4-209 16,-2 2 114-16,-5 1 594 0</inkml:trace>
  <inkml:trace contextRef="#ctx0" brushRef="#br0" timeOffset="169676.42">15102 8308 138 0,'5'-4'544'0,"-4"-1"392"15,1 0 227-15,-1 2-126 0,-1-1-239 0,0 1-124 16,-1 0-121-16,-1 0-108 0,1 1-86 0,-4 0-60 16,2-1-67-16,-2 3-76 0,1-2-42 0,-1 2-28 15,0 2-19-15,-3-1-14 0,0 2-13 16,2 2-9-16,-4 1-7 0,1 2-7 0,1 3-3 15,0 4-1-15,2 3 0 0,-2 3-2 0,3 3-1 16,0 5 1-16,5 2-1 0,0 4-2 16,4-1-2-16,1 1-2 0,4-2-1 0,-1-3 0 15,3-5-3-15,1-4 0 0,3-3 0 16,2-5 0-16,-3-7 0 0,5-5 0 0,-1-6 0 16,1-8 1-16,-3-1 0 0,2-8-1 0,-2-5 0 15,-2-4 0-15,-4-1-2 0,1-1 1 0,-3-2 1 16,-3 2 1-16,-2 0 2 0,-3 4 1 15,-3 1 0-15,-2 1 1 0,-3 2-1 0,-3 2 0 16,-2 2-2-16,-1 2 1 0,0 1 0 16,-2 3-1-16,3 3 0 0,-1 1-1 0,0 4 0 15,1 2-1-15,-1 3-1 0,5 2-2 0,0 0 0 16,0 2-1-16,3 4-1 0,1 0 0 16,2 5-1-16,1-1 1 0,1 3-1 0,1 3-7 15,1-3-15-15,1 2-32 0,1 3-75 16,0-3-98-16,1 2-177 0,0 0-290 0,2 0-342 15,-1 1-372-15,2 2-195 0,1-2 205 0,1 1 712 16</inkml:trace>
  <inkml:trace contextRef="#ctx0" brushRef="#br0" timeOffset="169928.3">15425 8644 147 0,'1'5'858'0,"-1"-1"617"0,2 0 84 0,-2 1-248 16,0-4-442-16,0 3-342 0,0-3-194 0,0 0-123 15,1-1-80-15,-1 0-51 0,0 0-35 16,2-2-22-16,0-2-12 0,-1 2-5 0,3-3-4 16,-3 0-4-16,2 0 0 0,-1 0-3 0,2 1-13 15,-2-1-30-15,-1 2-64 0,1 0-65 16,0 2-85-16,-2 0-151 0,0-3-198 0,0 4-299 15,0 0-224-15,0 0-193 0,0 4 23 16,1-3 448-16</inkml:trace>
  <inkml:trace contextRef="#ctx0" brushRef="#br0" timeOffset="171427.36">15864 8107 96 0,'-1'0'543'0,"-1"3"395"16,-1-2 211-16,-2 4-60 0,2 1-356 15,-3 2-216-15,4 3-118 0,-1 3-60 0,3 1-32 16,3 3-36-16,-1 5-25 0,4 4-38 0,0 3-40 15,1 1-35-15,1 5-34 0,2 1-19 0,0 4-18 16,1 0-14-16,3-1-9 0,-1-2-9 16,1-1-9-16,1-5-8 0,0-4-5 0,1-4-3 15,0-3-3-15,-2-4-2 0,3-7 2 16,-4-3-2-16,1-2 2 0,-2-6 1 0,-3-5 1 16,0-3-1-16,-2-5 1 0,-2-2-1 0,-4-4-1 15,1-3-1-15,-4-2 0 0,1-2-1 0,-6-1 1 16,0-3 1-16,-3 3-1 0,0-3 1 15,-2-2-1-15,-1 0 1 0,-1 0 0 0,-2 0-1 16,3 2 3-16,-4 0 5 0,4 6 6 16,-1 1 4-16,1 6 0 0,-1 1 1 0,3 7-1 15,-2 1-7-15,1 3-6 0,2 6-4 0,2 6-2 16,-2 3-3-16,2 1 0 0,1 5 0 16,1 3-1-16,0 2-1 0,1 1-1 0,3 0-1 15,1 0-13-15,1 0-26 0,0-2-67 16,1-1-70-16,3-1-122 0,-3-2-194 0,2-2-306 15,3-2-332-15,-1-4-234 0,0 1-120 0,1-4 365 16,1-1 607-16</inkml:trace>
  <inkml:trace contextRef="#ctx0" brushRef="#br0" timeOffset="171834.26">16168 8089 25 0,'1'-1'518'15,"3"1"456"-15,-1 0 215 0,-1 0-43 16,2-2-342-16,1 1-293 0,-1-1-161 0,1 1-92 16,3-1 19-16,2-2-14 0,1 2-23 15,2 0-26-15,0-2-38 0,0 2-28 0,3-3-56 16,-2 3-32-16,4-1-12 0,-2 0-10 0,-1 1-8 15,1 2 4-15,0 0 1 0,-3 0 6 0,1 4-3 16,-3 0 3-16,0 0 0 0,-2 5-2 16,-1 1 0-16,-3 2-3 0,2 2-4 0,-6 3-5 15,2 2-3-15,-3 5-3 0,-1 1-3 16,-2 1-4-16,-1 4-3 0,1 1 1 0,-2 1-2 16,0 0-3-16,2 0-2 0,-3 2-2 0,3-2 0 15,2 0-1-15,-3-5-3 0,1 2 1 16,3-3-2-16,-2-2 0 0,2-3 0 0,0 2-2 15,0-6-4-15,2-1-11 0,-2-2-17 16,0 0-32-16,-2-5-67 0,-1-3-76 0,0 0-126 16,-2-4-173-16,-1 0-272 0,-2-2-320 0,2-2-232 15,-1 1-131-15,-3-3 314 0,2 0 555 16</inkml:trace>
  <inkml:trace contextRef="#ctx0" brushRef="#br0" timeOffset="172099.74">16251 8449 33 0,'2'-5'510'0,"3"3"432"0,-2-2 218 0,-1 2-26 16,1-2-351-16,0 2-249 0,2 0-146 0,2 0-61 16,0 0-40-16,-1 0-18 0,4 1-26 15,1-2-45-15,-2 1-49 0,3-1-46 0,0 0-25 16,1 1-32-16,2 0-22 0,-2 0-10 15,1-1-6-15,1 1-3 0,0-2-2 0,-2 0-4 16,3 1-1-16,-2 0-11 0,-3-2-58 0,3 1-68 16,-4 0-109-16,0 0-173 0,0-1-305 0,-2 4-332 15,1-2-257-15,-2 0-141 0,-1-2 306 16,2 0 588-16</inkml:trace>
  <inkml:trace contextRef="#ctx0" brushRef="#br0" timeOffset="172616.38">16897 8028 254 0,'4'-4'585'0,"0"0"305"0,-3 0 199 0,1 1-196 15,-1-2-220-15,-1 1-117 0,0-1-43 16,2 3-45-16,-2-2-78 0,-2-1-63 0,1 3-53 16,-1-2-57-16,-3 3-55 0,1-2-45 15,0 3-28-15,-3 0-18 0,2 0-13 0,-1 2-12 16,-3 2-11-16,-1 0-10 0,0 2-5 0,-1 4-4 16,-1-1-2-16,-3 3-2 0,1 4 2 15,1-1 0-15,-1 5 1 0,1 3-4 0,1 2-1 16,-1 2-1-16,4 3-3 0,-3 5-2 0,3 0 3 15,1 5 2-15,3 0 1 0,1 1 1 16,0 2 1-16,4-1-1 0,4-2-3 0,0 0-5 16,4-3-1-16,4-4-2 0,2-7-1 15,2-2-2-15,2-7 1 0,3-3 0 0,-2-9 0 16,3-5 1-16,0-6 0 0,-3-7 0 0,0 0 0 16,-2-4-1-16,-4-3 1 0,-2 0-1 15,-1-3 1-15,-6 4 1 0,-2 0 0 0,-4 0 2 16,-1 2 0-16,-6 4-1 0,1 1 2 15,-2 2-1-15,-4 2-1 0,0 4 0 0,-2 1 0 16,0 6-1-16,-1 1 0 0,3 6-1 0,-2 3 1 16,3 1-2-16,2 3 0 0,0 0-1 0,3 1-11 15,3 1-20-15,2-3-52 0,2 1-82 16,1-3-162-16,1-2-275 0,4-2-327 0,3-2-400 16,3-4-346-16,5 0 29 0,3 0 760 15</inkml:trace>
  <inkml:trace contextRef="#ctx0" brushRef="#br0" timeOffset="173146.91">17718 7363 168 0,'4'0'790'0,"1"3"437"16,-4 0 69-16,4 0-108 0,3 2-361 0,0-1-303 16,4 1-160-16,-2 1-72 0,6-1-56 15,-2-1-64-15,5-1-67 0,0 0-40 0,2-2-20 16,1 1-19-16,-1-2-10 0,2-2-6 0,1 1-3 16,-2-2-3-16,-1 0-3 0,1-1-4 15,-6 1-43-15,-1 2-78 0,-4-1-117 0,-3 2-206 16,-5 0-298-16,-4 1-359 0,-4 4-324 15,-3-1-121-15,-3 2 397 0,-6 4 672 0</inkml:trace>
  <inkml:trace contextRef="#ctx0" brushRef="#br0" timeOffset="173300.98">17761 7653 530 0,'-3'13'1038'0,"-1"-1"222"0,2 2-99 15,2-2-306-15,5 0-384 0,1 0-224 0,2-2-109 16,2 1-54-16,2-4-26 0,3 0-23 15,3-2-20-15,0-1-18 0,2-2-35 0,2-2-174 16,-2 0-302-16,0-2-262 0,0 2-269 0,-2 0-239 16,-1 4 40-16,-4-1 585 0</inkml:trace>
  <inkml:trace contextRef="#ctx0" brushRef="#br0" timeOffset="196282.22">18653 7658 259 0,'0'8'543'0,"0"-2"273"0,-1 2 186 16,1-2-177-16,0 0-177 0,-2-1-124 0,2-3-71 16,-3 2-51-16,3-2-57 0,0 1-49 15,3-1-31-15,-3-1-26 0,2 1-35 0,-2-2-38 16,0 1-31-16,1-1-31 0,-1 0-21 0,0-1-10 16,3 1-3-16,-3-3-1 0,4 0-5 15,0-3-7-15,0-1 0 0,1-1-8 0,2-3-10 16,-1-1-9-16,1-2 0 0,1-2 0 0,1-1-6 15,1-3-2-15,-1-2-2 0,4-3-2 16,-2-2-6-16,0 0-3 0,3-1-3 16,1-1-1-16,-1 1 3 0,-2-1 3 0,1 1 1 15,1-1 2-15,-1 4-1 0,-1 1 0 0,-2 2-2 16,0 2 2-16,-1 3 0 0,-3 2-1 0,-1 3 1 16,2 3 4-16,-6 1-2 0,2 3 0 15,2-1 0-15,-4 4-12 0,-1-3-3 0,2 4 0 16,-1 0 0-16,-1-1 0 0,2 1 0 15,-2 1 0-15,0 0 0 0,0 0 0 0,2 0 0 16,-2 0 0-16,0 0 0 0,0 1 0 0,1 1 0 16,-1 2 0-16,0 1 0 0,2 3 0 15,-2 3 0-15,2 3 0 0,-2 1 0 0,0 4 0 16,1 2 0-16,-1 5 0 0,0 1 0 0,0 3 0 16,0 1 0-16,-1 3 0 0,1-2 0 15,0 2 0-15,0 2 0 0,0-4 0 0,0 1 0 16,0-1 0-16,0-2 0 0,0-2 0 0,0-1 0 15,0-3 0-15,0-1 0 0,0-4 0 16,1-3 0-16,-1 0 0 0,0-2 0 0,0-4 0 16,0-3 0-16,0 1 0 0,0-4 0 15,0 1 0-15,0-4 0 0,0 1 0 0,0-2 0 16,0-2 0-16,0-1 0 0,0-1 0 0,2-1 0 16,-1-1 0-16,-1 2 0 0,4-2 0 15,-4-1-101-15,1-3-141 0,-1 1-170 0,0 2-276 16,0-3-336-16,2 3-405 0,-2 0-275 15,0-1 99-15,0 1 800 0</inkml:trace>
  <inkml:trace contextRef="#ctx0" brushRef="#br0" timeOffset="198800.91">19137 7684 34 0,'5'2'517'0,"-4"0"461"0,-1 2 236 16,2-4-59-16,-1 1-337 0,1-1-207 0,-2-1-130 15,3 0-93-15,-1-4-64 0,1 1-39 0,0-3-47 16,2-3-66-16,0-4-53 0,2-1-31 0,2-4-13 16,-1-2-13-16,2-3-10 0,2-4-7 15,-3 0-7-15,5-5-5 0,-1 0-7 0,1-3-4 16,-1 1-4-16,0 1 0 0,-1-2-1 0,1 2-1 15,-1 1 0-15,0 2-2 0,-3 5 0 16,0 0-5-16,-1 3 0 0,-1 6 4 0,-1 2 5 16,-3 4 3-16,-1 2 3 0,2 2 2 15,-2 4-3-15,0 1-4 0,-2 4-4 0,0 3-3 16,0 4-4-16,0 6-1 0,0-1-2 0,0 4-2 16,0 0 0-16,0 5-2 0,0 0 1 15,1-1-1-15,-1 4 3 0,2-1 4 0,-1 0 1 16,-1 2 1-16,2 0 1 0,0 0 0 15,-2 2-2-15,0-3-2 0,0 2-3 0,1-3 0 16,-1-1-1-16,0 0-1 0,2-1-1 16,-1-2 0-16,-1 0-1 0,0-3 0 0,0 0 0 15,0 0 0-15,0-2 0 0,0 1 0 0,-1-2 0 16,-1 2 0-16,1-3 0 0,1 0 0 0,-2-1 0 16,0 0 0-16,1-5-3 0,1 1-2 15,-2-3-4-15,2 0-7 0,0-3-7 0,2 0-11 16,-1-3-15-16,1-1-23 0,0-4-35 15,-1-1-69-15,2-1-77 0,-3-3-136 0,4-1-201 16,-4 0-311-16,1-1-315 0,-1 0-204 0,2 0-48 16,-2-1 465-16,1 0 570 0</inkml:trace>
  <inkml:trace contextRef="#ctx0" brushRef="#br0" timeOffset="199458.22">19964 7132 70 0,'11'-4'411'0,"-5"1"323"0,2-2 281 0,-3 2-6 16,0-1-226-16,-2 1-144 0,2 0-44 0,-4 0-53 16,2 0-82-16,-3-1-79 0,0 1-58 15,0 1-61-15,-3-4-76 0,2 6-55 0,-4-2-31 16,0 2-20-16,1-3-16 0,-3 3-11 15,2 3-7-15,-3-3-7 0,-1 2-6 0,0 0-5 16,-1 2-4-16,-1 1-5 0,0 1-1 16,0 1-4-16,-2 0 0 0,2 4-2 0,-3 1 0 15,4 1 0-15,-1 3-3 0,1 3 0 0,-2 2-3 16,4 3 0-16,-1 3-2 0,3 1-2 16,-2 6-1-16,3 0-1 0,2 1-1 0,-1 0-1 15,6 0 0-15,1 3-1 0,4-6 1 0,1 1 0 16,1-5 1-16,4-1 0 0,3-2-1 15,2-6 0-15,1-4 0 0,4-5 1 0,0-1-1 16,3-9 1-16,-3-3 1 0,0-3-1 0,-1-4 1 16,-4-2 0-16,-1-1 0 0,-5-2 1 15,-3-1 1-15,-4 0 0 0,-1 1 1 0,-6-1 0 16,-3 1 0-16,-1-1-1 0,-8 3 0 0,-1-1-1 16,-3 4 0-16,-2 2-1 0,0 0 0 15,-4 5 1-15,-1 1 0 0,-1 5 0 0,1 3 0 16,0 5-1-16,1 0-2 0,2 4 0 0,1 2-2 15,4 1 0-15,3 1-1 0,1-1-12 16,7 0-17-16,1 1-33 0,4-4-80 0,2-2-123 16,2-1-242-16,2-1-307 0,4-2-383 15,4 0-429-15,0-3-116 0,4 0 517 0,2 0 801 16</inkml:trace>
  <inkml:trace contextRef="#ctx0" brushRef="#br0" timeOffset="200330.63">20429 7677 226 0,'2'4'729'16,"-1"-1"393"-16,-1-1 97 0,3 3-240 15,-1-4-305-15,-2 0-192 0,1 0-74 0,2-1-59 16,-1-1-35-16,1-4-39 0,2-1-37 16,2-2-49-16,-3-5-64 0,5-1-36 0,-2-3-28 15,3-2-13-15,-1-2-14 0,-1-2-1 0,1 0-6 16,1 0-3-16,-1 1-2 0,1 1 3 16,-4 0 3-16,3 4-3 0,-4 2-4 0,-2 3 0 15,1 2 2-15,-1 1-1 0,-2 3-3 16,3 2-3-16,-4 1 0 0,0 1-2 0,1 4-4 0,-1 1-4 15,-1 5-1-15,1 1 0 0,0 4-3 16,0 2 0-16,0 3 3 0,0 2 2 0,0 1 2 16,1 1 4-16,2 2 3 0,-1-1 2 15,1 1-2-15,2-2-2 0,-2-1-1 0,0-2-5 16,2-4-2-16,0-1-3 0,0-2-1 0,2-4-2 16,-1-1-1-16,-1-2 0 0,3-4 0 15,0-3 0-15,1-4-1 0,1-5 0 0,-2-1 1 16,4-4 0-16,-3-1-1 0,0-2 2 0,2-4 0 15,-3 0 1-15,0 1 0 0,-2-3 1 16,0 4-1-16,-1 1 1 0,-2 0-1 0,1 2 0 16,-1 3 1-16,-2 5-1 0,1-1 1 0,0 4 0 15,-2 3 0-15,0-2-1 0,1 3-1 0,-1 3 0 16,0 0 0-16,0 3-1 0,0 3-1 0,-1 1 2 16,1 3-1-16,0 3 1 0,0 1-1 15,1 2 0-15,-1 3 0 0,2 2-1 0,-1 0 0 16,1 2 0-16,0-1 1 0,2 0 1 15,-1 0 0-15,2 0 0 0,0-3 0 0,1-1 0 16,1-4-2-16,2 1-4 0,0-3-8 0,1-5-21 16,2-1-44-16,-2-4-83 0,0-2-154 15,0-2-268-15,0 1-326 0,1-2-402 0,0 0-394 16,-1 0 0-16,-1 0 742 0</inkml:trace>
  <inkml:trace contextRef="#ctx0" brushRef="#br0" timeOffset="201514.17">21151 7722 338 0,'2'2'681'0,"0"0"302"16,-2 0 107-16,0 1-268 0,0-3-223 15,0 0-134-15,0 1-63 0,0-1-34 0,1 0-36 16,-1-1-37-16,3-1-32 0,-3-2-38 15,4-2-49-15,-3-2-47 0,2-2-31 0,2-3-23 16,0 0-10-16,-1-2-7 0,3-2-9 16,-1-4-2-16,1 1-7 0,2-4-4 0,-1 1-8 15,2-4-4-15,-1 2 1 0,-1-2-5 0,-2-2-1 16,2 2-1-16,1-1-1 0,-1 2 3 16,-3 1-1-16,2 1-1 0,-3 4 0 0,2 4 5 15,-3 1 3-15,-1 4-2 0,1 3-1 16,-3 2-1-16,2 1 0 0,0 3-7 0,-2 4-3 15,0 0-4-15,-2 7-3 0,2 2-2 0,-2 5-2 16,2 0 0-16,0 5 0 0,0 3 4 16,0 1 3-16,0 6 3 0,0-2 3 0,2 3 1 15,0-2-1-15,1 1-2 0,0-1-2 0,0-3-4 16,2-1-1-16,-1-5-2 0,3 0 0 0,-2-5-1 16,1-2-1-16,0-2 0 0,2-4-1 15,-2-2 0-15,2-3 1 0,-1-6-2 0,2 0 0 16,1-7-1-16,-2-2 1 0,1-4 0 0,2-2 1 15,-3-4 0-15,3 0 1 0,-2 0 0 16,1 0 0-16,-2 0 0 0,1 3-1 0,-1 2 0 16,-3 2 1-16,2 4-1 0,-3 1 0 15,0 4 0-15,2 1-1 0,-5 4 1 0,6 2 0 16,-4 4 0-16,2 4 0 0,-1 2 1 0,0 4-1 16,2 2 0-16,-2 1 0 0,0 3-1 15,0 2 1-15,1 1 1 0,-2-2 1 0,5 1-1 16,-3-2 1-16,0-1 1 0,-1-3-1 0,5-1-1 15,-2-4 0-15,-1-4 0 0,2-3-1 16,1-3 1-16,0-7-1 0,0-3 0 0,1-5-1 16,2-6 1-16,-2-1 1 0,1-5 1 0,0-3-1 15,0 1 2-15,-1 1 1 0,1-2-1 0,-2 4-1 16,-1 2 0-16,-1 4-1 0,0 2-1 16,-2 2 1-16,-2 5-1 0,0 2 0 0,1-1 0 15,1 5 0-15,-4 2 0 0,2 4 0 16,2 1 0-16,-2 3 0 0,2 2 0 0,-2 2 0 15,0 4 0-15,0 0 0 0,2 0 0 0,0 3 0 16,1-1 0-16,-1 1 0 0,0-3 0 16,-1 2 0-16,1-5 0 0,0 1 0 0,1-1 0 15,-1-4 0-15,0 2 0 0,-1-4 0 16,1 2 0-16,3-4 0 0,-4 0 0 0,0 1-26 16,-1-3-52-16,-3 3-89 0,-2-2-204 0,-1 2-281 15,1 1-362-15,-1-1-462 0,-3 1-428 16,2 0 205-16,-3-1 1020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6:48:31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2409 4596 53 0,'0'-6'544'0,"-3"2"460"16,0 2 219-16,0-1-55 0,-1 0-330 0,1 1-232 15,0 1-143-15,1-1-98 0,0 2-64 0,0-1-50 16,0 1-59-16,1-2-67 0,1 2-40 16,0 0-31-16,0 0-14 0,0 0-10 0,0 0-5 15,0 0-5-15,0 0-4 0,0 0-2 0,0 0-10 16,0 0-4-16,0 0-3 0,1 0-3 0,-1 0 0 15,2 0-2-15,-2 0 13 0,2 2-1 16,0-1 0-16,2-1 0 0,0 2 0 0,0 1 1 16,0 0-4-16,3 0 6 0,-1 1 4 0,2 0 5 15,0 2 2-15,1 3 7 0,4-2 5 0,-4 3 0 16,3 2 1-16,3 2 2 0,-3 1 1 0,0 2-2 16,-1 0-3-16,-3 4-2 0,3 0-3 15,-3 2-2-15,-3-1-2 0,1 2-3 0,-3 2-2 16,-1-1-2-16,2-1 0 0,-4 2-2 0,-4-2-1 15,4-3-1-15,-3 1 0 0,-2-3-2 0,2 0 2 16,-4-3 0-16,1 0 2 0,-3 0 3 0,2-4 0 16,-2 0 3-16,-2-3 0 0,-2-2 0 15,2-1-1-15,-5-3-1 0,-3-1-3 0,0-4-2 16,-4-2-2-16,-1-4-3 0,0-2-2 0,-1-3 3 16,-2-4 0-16,3-3 1 0,-1-1-2 0,4-2 1 15,-1-2-1-15,3 1-3 0,5 2-1 16,-2-1-1-16,5 2 0 0,3 2-1 0,-1-1-1 15,4 3 1-15,2-2-1 0,3 3 0 0,0-1-1 0,3 0 1 16,5 1 1-16,-2 0 0 0,4 1-1 16,1 0 2-16,1 2 0 0,1-2 0 0,3 5 0 15,0 1 1-15,1-1 0 0,2 2 0 0,0 2 0 16,3 2 0-16,-1-1 1 0,3 1-4 0,-1 2-3 16,2 2 0-16,2 0 0 0,0 0-2 15,-3 0 0-15,1 0 3 0,-1 0 2 0,1 0 2 16,-4 0 0-16,1 0 5 0,-2 0 1 0,0-2 1 15,-3 2 0-15,0 0 0 0,-1-3-1 0,-3 2-4 16,-1 1-3-16,0-1 0 0,-2 1-4 0,-2-1-5 16,0 1-9-16,-1 0-18 0,0 0-27 0,-2 1-72 15,-2-1-95-15,-1 1-183 0,0 3-287 16,-1-2-342-16,-1 0-413 0,0 2-223 0,2 1 189 16,1 1 787-16</inkml:trace>
  <inkml:trace contextRef="#ctx0" brushRef="#br0" timeOffset="405.91">3408 4596 254 0,'5'-12'842'0,"-2"0"413"0,-3 1 127 15,-3 1-151-15,0 1-400 0,1 1-269 0,-4 0-148 16,1 1-88-16,1 3-79 0,-3 0-76 0,2 2-43 16,-3 0-31-16,1 2-25 0,-1 3-19 15,1 0-19-15,1 1-12 0,0 2-9 0,0 3-7 16,1 1-3-16,2 1-1 0,-1 0-1 0,3 3-1 16,-1-1-3-16,2-1-2 0,2-1-4 0,-1-1 0 15,1 0-1-15,0-3 0 0,-1 0 3 0,2-2 2 16,-1-1 1-16,1-1 1 0,-1-2-1 15,1 1 1-15,1-4 2 0,-2 1 5 0,1-2 4 16,-1 0 2-16,-1-3 3 0,1 0 0 0,-2-1 1 16,0-2-6-16,-2 1-1 0,1-1-1 0,-1 2-1 15,-1 1 0-15,1 1 0 0,1 2 0 16,-2 0-1-16,3 0-2 0,-3 3-1 0,3 0-3 16,-2 2-1-16,2 0-4 0,2 6-11 0,-1 2-20 15,4 4-33-15,-2 3-74 0,0 2-101 0,2 0-184 16,3 5-289-16,0-3-333 0,4 3-377 0,-2 1-196 15,4-3 226-15,2 0 724 0</inkml:trace>
  <inkml:trace contextRef="#ctx0" brushRef="#br0" timeOffset="702.38">3905 5044 116 0,'17'7'476'0,"-1"-2"355"0,-3 0 269 0,-2-2-100 16,-3-2-232-16,-2 1-115 0,0 1-72 15,-1-3-80-15,0 0-87 0,-2 0-71 0,-3-3-54 16,0-3-73-16,-2-2-68 0,1-3-45 16,-1 1-25-16,-4 0-15 0,3-2-9 0,-2 0-6 15,0 0-4-15,0 3-5 0,-3-2-5 0,1 2-6 16,2 2-5-16,-3 2-7 0,3 1-4 16,-2 1-4-16,0 3-4 0,1 1-2 0,-1 2-3 15,1 2-1-15,0 2-1 0,1 2-1 0,-1 1-3 16,1 1-12-16,2 0-20 0,-2-1-40 15,2 1-78-15,-3-2-116 0,1 0-200 0,-2-2-300 16,-1 0-348-16,-1 1-366 0,0-3-149 0,-4 2 356 16,-3-1 719-16</inkml:trace>
  <inkml:trace contextRef="#ctx0" brushRef="#br0" timeOffset="1018.22">3276 5254 110 0,'-8'9'741'0,"3"-1"487"0,0-3 88 16,3-2-178-16,1 2-399 0,2-5-310 15,1 0-128-15,3-5-50 0,1 2-27 0,2-7-18 16,5-2-14-16,0-3-37 0,2-4-40 0,1-5-34 16,3-4-17-16,3-1-9 0,-1-4-8 0,1-5-8 15,3-1-9-15,-1-4-7 0,0 2-5 16,1-3 3-16,2-3 1 0,-2 2-2 0,-1 0 0 15,-2 1 0-15,0 2-2 0,-2 2-8 0,-2 3-5 16,1 0 0-16,-5 2-1 0,2 4-2 0,-5 1-1 16,0 3 0-16,0 0-1 0,-3 5-1 0,0-1-1 15,1 4-1-15,-4 3-3 0,2-1-12 16,-4 3-23-16,2 3-62 0,-1 3-65 0,-2 0-84 16,-1 3-143-16,1 4-217 0,-2 1-309 0,0 1-237 15,-2 6-206-15,2 0 16 0,-3 0 457 0</inkml:trace>
  <inkml:trace contextRef="#ctx0" brushRef="#br0" timeOffset="1847.64">2098 6781 370 0,'5'-8'856'0,"-2"1"356"16,-2 1 85-16,-1 0-235 0,0 2-268 0,-1 1-206 15,-2-2-154-15,-4 4-94 0,1-1-80 0,-4 1-82 16,-1 1-53-16,-2 1-33 0,-2 1-24 0,-1 2-18 16,-3 1-18-16,1 1-13 0,-4 1-10 0,2 2-1 15,-2 0-1-15,1 2-2 0,2 0 3 0,0-1 3 16,2-1-1-16,2 0-4 0,0 0-7 16,5-2-5-16,-2 0-2 0,4 0-2 0,3-1-3 0,0-1-1 15,0 1 4-15,1-2 2 0,4 3 1 16,3 1 1-16,0-1 2 0,3 2 0 0,4 1 0 15,2 1 2-15,3-1-1 0,2 0 1 0,2-1 0 16,3 2 0-16,0-4 2 0,-1 0 4 0,1 1 3 16,-2-2 1-16,0 1 2 0,0 0 0 0,-3-1-1 15,-2 0-4-15,-2 0-2 0,-3-1 0 0,0 1 0 16,-3 2 1-16,-3-2 2 0,1 2 1 0,-4 2-1 16,-2-1-1-16,-4 6 1 0,1 0-6 0,-3 1-4 15,-1 2-1-15,0 1-3 0,-3 1-1 0,0 1-1 16,-3 2 4-16,3-1 1 0,1-1 1 0,-2 0 0 15,4-1-7-15,1-5-18 0,-1-2-33 0,2-2-74 16,3-4-100-16,0-4-185 0,0-2-293 0,1-3-328 16,4-6-368-16,-2-4-183 0,3-5 233 0,0-3 712 15</inkml:trace>
  <inkml:trace contextRef="#ctx0" brushRef="#br0" timeOffset="2000.56">2251 6906 93 0,'14'7'649'15,"-3"3"448"-15,-3 3 140 0,-3 0-92 0,3 5-324 16,-4 1-224-16,1 4-164 0,-2 2-88 0,1 0-61 16,-3 0-54-16,1 1-74 0,-2-2-76 0,2-2-37 15,-1 0-20-15,1-5-14 0,-1-2-14 16,-1 0-53-16,0-4-67 0,-1-3-109 0,-4 1-191 16,0-5-298-16,-1-4-333 0,-2-2-286 0,-1-4-150 15,-3-5 314-15,1-2 640 0</inkml:trace>
  <inkml:trace contextRef="#ctx0" brushRef="#br0" timeOffset="2220.88">2074 6628 16 0,'2'-13'527'16,"2"4"494"-16,-1-2 220 0,-1 5-83 0,-1 1-362 16,1 1-327-16,1 0-223 0,-1 0-114 0,1 4-55 0,2-3-30 15,0 1-14-15,4 1-8 0,-1-1-5 0,3-1-10 16,0 3-7-16,2 0-2 0,1 0-1 15,0 0-2-15,3 0 0 0,-2 3 2 0,2-1 1 16,-1-1-16-16,1 1-43 0,-1 1-95 0,0 1-125 16,-2 0-136-16,0 2-189 0,-1 2-278 0,0 1-193 15,-1 1 45-15,-2 0 274 0,0 1 317 16</inkml:trace>
  <inkml:trace contextRef="#ctx0" brushRef="#br0" timeOffset="2689.63">2433 6711 44 0,'5'6'270'0,"-1"-1"149"0,1 1 122 0,1-4-68 16,-1 2-112-16,-2-2-62 0,2 0-8 15,0-1 14-15,4 2 87 0,-3 0 20 0,1 0 1 16,3 0-24-16,-1 2-53 0,0-1-52 0,1 2-87 16,2 1-58-16,-2 1-47 0,1-1-37 0,2 2-27 15,-4 1-8-15,4 0-10 0,-2 2-3 0,2 0-1 16,-4 1-3-16,4 1 0 0,-4 2-1 16,2 0 3-16,0 1-6 0,-3 2 1 0,0 0 8 15,1 0 8-15,-2-2 4 0,-1-2 5 0,1 1 7 16,-1-2 0-16,-2 0-11 0,3-4-7 0,-2 1-4 15,1-3-7-15,-1-1-2 0,4 1-1 16,-1-1-1-16,0-4-1 0,5 0 0 0,-2-3 1 16,3-2 0-16,2-2 0 0,1-3 0 0,-1-1 1 15,3-1-4-15,-1-3 2 0,0 0 2 16,0-3-1-16,-1-1 1 0,0 3 0 0,-2-4 0 16,-2 4 3-16,-1-2 22 0,-1 2 42 0,0 0 65 15,-5 3 53-15,-1-1 26 0,-2 3 3 0,-1-1-18 16,-5 1-25-16,1 1-42 0,-3 2-32 15,-1 3-18-15,-3 2-14 0,1 0-12 0,-2 4-11 16,-4 3-9-16,3 4-5 0,-3 2-4 0,3 5-2 16,-2 4 0-16,1 1-2 0,2 4-3 0,0 5-3 15,1 0-5-15,1 4-3 0,2-1-3 0,1-1-1 16,3 1-2-16,2-4-3 0,2 1-2 16,3-3 1-16,1-4-2 0,4 0-1 0,2-5-1 15,1-1-8-15,4 0-17 0,1-6-50 0,2-1-75 16,1-4-123-16,1-2-222 0,3-3-303 0,2-3-360 15,5-2-323-15,1-3-118 0,0-2 448 0,5 0 698 16</inkml:trace>
  <inkml:trace contextRef="#ctx0" brushRef="#br0" timeOffset="3395.2">4121 7144 124 0,'5'-2'707'0,"-3"0"442"0,-1-3 91 0,1-1-134 15,-2-3-394-15,0-1-288 0,3-3-124 16,0-3-41-16,1-2-21 0,2-3-26 0,-2 1-28 16,3-3-41-16,-1-1-47 0,-1 2-40 15,4 0-21-15,-2 1-15 0,-3 5-8 0,1 2-3 16,0 2 8-16,-2 3 7 0,0 3 2 0,0 3 2 15,-1 3 9-15,1 3 6 0,0 5 0 0,0 3 1 16,2 6-7-16,-3 4-2 0,3 3-9 16,-2-1-9-16,3 4-7 0,-3-2-8 0,2 0-1 15,1-2 0-15,-1-3-1 0,0-3-1 16,1-2 0-16,0-4 0 0,1-3-1 0,-1-2 1 16,3-6 1-16,-1-6 2 0,0-5 6 0,2-3 3 15,2-5 1-15,-2-5 0 0,1-1-2 16,2-1-2-16,-4 1-6 0,2 1-3 0,-3 5-1 15,0 0-1-15,0 6 1 0,-2 2 1 16,-1 2 1-16,0 4 0 0,-1 1 3 0,1 3 0 16,-1 2 2-16,-1 4 2 0,3 4 0 0,-3 1 2 15,0 3-3-15,0 4 1 0,1 0-3 0,-1 2 0 16,0 1-4-16,2 1-2 0,-2-2-3 16,1 1-27-16,1-3-73 0,0 0-84 0,-2-2-168 15,-1-3-285-15,1-1-334 0,-1-2-369 16,-1-4-210-16,1 0 125 0,-1-4 695 0</inkml:trace>
  <inkml:trace contextRef="#ctx0" brushRef="#br0" timeOffset="3865.53">4671 7038 181 0,'5'3'860'0,"-3"1"550"16,0 0 75-16,1-2-223 0,-2 0-457 15,1-4-320-15,-2 0-178 0,3-5-114 0,-1 0-77 16,-1-2-50-16,5-1-30 0,-2-4-16 16,2 0-8-16,-1 1-4 0,3-2-1 0,1 2-3 15,-1 0-1-15,0 1-2 0,0 3-2 0,1 0-1 16,-1 3 0-16,2 0 2 0,-4 3 8 16,3 3 8-16,-2 0 12 0,1 3 9 0,0 3 6 15,1 3 4-15,-1 0-2 0,-1 3-5 16,2 2-7-16,-1-1-5 0,-2-1-7 0,2 2-6 15,3-4-4-15,-1 1-6 0,-1-2-1 0,4-3-4 16,-2-4 0-16,3-2 0 0,0-6 0 16,1-3 0-16,0-4 0 0,1-4-1 0,3-3 1 15,-2-3 0-15,-1 2-1 0,3 0 1 0,-4 1 0 16,0 3 1-16,-2 1-3 0,1 6 1 16,-3 1 0-16,2 5 1 0,1 4 2 0,-1 1-1 15,1 4 5-15,-3 4 7 0,5 3 2 0,-3 2 2 16,-1 4-1-16,4 1 1 0,-3 0-4 15,2 2-7-15,0 1-3 0,2-1-2 0,-1-3-3 16,0 1-5-16,-2-1-16 0,0-2-41 16,-3-2-79-16,-1-2-111 0,-3-4-194 0,-2-1-300 15,-1-1-352-15,-4-1-348 0,-2-5-143 0,-5 0 327 16,-2 0 694-16</inkml:trace>
  <inkml:trace contextRef="#ctx0" brushRef="#br0" timeOffset="4365.96">4009 6388 103 0,'-6'-3'515'0,"-1"0"384"0,1 0 250 15,-5 0-88-15,3 0-266 0,-3 0-138 0,2 2-117 16,-1-1-97-16,-1 2-87 0,0 0-65 0,0 2-61 15,1-1-75-15,-4 2-52 0,3 2-31 0,-3 1-16 16,3 0-12-16,-2 1-4 0,1 2-5 0,-1 2-10 16,-1 2-8-16,3 2-8 0,-5 1-5 15,3 7-8-15,-2 0-4 0,0 5 2 0,-2 4 9 16,4 4 3-16,-4 4 0 0,4 3 4 0,0 5-4 16,1 2-3-16,2 1-7 0,2 5-4 0,2 0 0 15,3 0-2-15,2 1 2 0,4-1 4 16,3-3 0-16,2 0 6 0,3-5 2 0,3-2 1 15,2-6 1-15,3-4-1 0,0-3-1 0,5-6-4 16,-1-3-3-16,2-5 1 0,2-4-1 16,0-3 2-16,0-3 1 0,5-4-2 0,0-5-10 15,2 0-23-15,-1-5-64 0,2-4-70 16,0-2-119-16,0 1-194 0,1-2-306 0,-3 2-333 16,2 0-248-16,-3 2-133 0,-2 0 362 0,0 4 621 15</inkml:trace>
  <inkml:trace contextRef="#ctx0" brushRef="#br0" timeOffset="5021.89">5583 6445 24 0,'-4'-7'510'0,"3"1"462"16,-1 2 233-16,0-2-53 0,1 3-362 0,-1-1-305 15,2 0-194-15,0-1-112 0,0 1-62 0,2-1-38 16,1-1-23-16,2 0-19 0,0-1-2 15,2-1 7-15,3 2 3 0,-2-1 2 16,4 1 4-16,1 2-3 0,0-1-12 0,4 2 16 16,2 3 20-16,2 1 2 0,4 3 5 0,2 3 4 15,1 2 1-15,4 3-4 0,-2 1 4 0,3 5 2 16,-1 3-5-16,-1 3-5 0,-1 1-5 16,1 5-24-16,-3-1-22 0,-3 5-12 0,-4-2 1 15,-1 4 5-15,-2-1 9 0,-4 0 7 16,-4 3 10-16,-3-2 13 0,-2 0 2 0,-5 3 3 15,-3-1-3-15,-2 0-4 0,-4 3-5 0,-1-2-6 16,-1 2-9-16,-5-3-8 0,2 0-5 0,-3-3-5 16,-2 1-7-16,3-6-4 0,-1-2-5 15,-1-5-3-15,1-4-2 0,-1-5-9 0,1-1-19 16,-2-5-35-16,3-4-75 0,1-5-105 16,3-4-190-16,3-3-294 0,2-3-340 0,5-1-375 15,4-2-178-15,3 1 285 0,2-1 715 0</inkml:trace>
  <inkml:trace contextRef="#ctx0" brushRef="#br0" timeOffset="5482.48">6931 6523 308 0,'-2'2'850'0,"1"-2"327"16,1 1-4-16,0 1-240 0,3-1-362 16,2 1-252-16,3 2-122 0,6 1-52 0,0-1-27 15,2 2-18-15,4-2-30 0,1 1-14 16,4 0-20-16,-1-2-16 0,3-2-14 0,-3 0-3 15,4-1 2-15,-2 0-1 0,0 0-1 0,-2-1 3 16,1 0 5-16,-2 0-20 0,-3-4-33 16,-3 3-116-16,-4 2-193 0,-6 0-289 0,-3 0-285 15,-4 2-265-15,-3 3-146 0,-3-2 347 16,-4 4 546-16</inkml:trace>
  <inkml:trace contextRef="#ctx0" brushRef="#br0" timeOffset="5635.4">7086 6654 80 0,'-2'6'568'16,"2"1"385"-16,0 1 146 0,2-2-69 0,3 1-396 16,1 1-305-16,5-1-169 0,0 1-82 0,3 0-46 15,2 1-17-15,5-2-10 0,2-3-26 0,0 2-79 16,4-1-119-16,1-2-218 0,0 0-268 16,4 0-227-16,3-3-110 0,0 0 166 0,1 0 356 15</inkml:trace>
  <inkml:trace contextRef="#ctx0" brushRef="#br0" timeOffset="6216.89">8296 6854 49 0,'1'0'548'0,"4"-1"442"0,-1-2 198 0,0-5-44 16,2 0-349-16,2-6-229 0,1-3-118 15,1-5-72-15,3-2-46 0,2-4-46 0,0-5-54 16,2-2-66-16,1-3-60 0,0 0-35 0,1-1-24 15,1 0-6-15,-2 1 4 0,0 3-3 16,-1 1-4-16,-1 4-3 0,-2 4-2 0,-3 4-9 16,2 4-4-16,-5 3-1 0,-2 5 4 0,2 0 2 15,-2 5 3-15,-1 2 0 0,1 6-2 16,-4 2-1-16,3 8-4 0,-5 3-4 16,3 5-4-16,-4 7-2 0,-1 3-2 0,0 2-4 0,-1 7-1 15,-2 2-2-15,2 3-1 0,-2 1-3 16,-1-1-1-16,1 2 1 0,2-1 1 0,0-3-1 15,0-3-6-15,1-3-17 0,2-1-41 16,0-5-76-16,-1-6-115 0,1-4-191 0,0-1-301 16,0-7-348-16,0-2-341 0,-2-4-164 0,0-2 326 15,1-5 696-15</inkml:trace>
  <inkml:trace contextRef="#ctx0" brushRef="#br0" timeOffset="6579.1">8791 6834 125 0,'10'2'702'15,"-2"0"428"-15,-3 0 92 0,0-2-122 16,3-2-383-16,-2-1-240 0,2-1-100 0,0-2-54 16,3-5-39-16,0 0-26 0,0-6-42 0,5-3-64 15,-2-5-58-15,2-3-31 0,2-4-18 16,0-2-15-16,1-4-9 0,0-3-7 0,2 1 3 15,-4-2 1-15,1 3 1 0,-3 1 2 0,-2 2 4 16,0 5 5-16,-1 0 0 0,-4 8 3 16,-1 0 5-16,0 6 3 0,-2 3 4 0,-2 3 1 15,1 2 0-15,-1 4-5 0,-2 1-6 0,1 3-6 16,-2 2-8-16,0 4-5 0,0 2-5 16,0 7-4-16,0 5-1 0,-2 3-1 0,1 6 0 15,-1 6-2-15,2 2 0 0,-1 5-1 0,-1 4-2 16,0 2-1-16,2-2-3 0,-1 2-2 15,2 1-1-15,1-5-4 0,1 0-14 0,2-6-28 16,1-2-82-16,0-4-114 0,-1-4-225 16,3-1-303-16,-1-5-370 0,1 0-423 0,2-5-138 15,-3 0 448-15,-1-3 785 0</inkml:trace>
  <inkml:trace contextRef="#ctx0" brushRef="#br0" timeOffset="7447.4">10008 6874 207 0,'1'0'706'15,"1"0"379"-15,0 2 96 0,-2-2-197 0,1-2-341 16,-1 2-224-16,0-2-123 0,2 2-40 15,0-3-5-15,-1 1 2 0,2-4-14 0,-1-1-22 16,2-5-34-16,1 1-40 0,-2-6-39 16,2-3-34-16,0-1-18 0,1-2-11 0,2-3-7 15,-2 2-6-15,2-1-6 0,-1 3-3 0,0-2-4 16,0 6-5-16,-2 2-4 0,-1 3 3 16,0 3 5-16,-3 4 4 0,2-1 4 0,-1 2 5 15,2 4 0-15,-2 4 4 0,1 2-1 0,0 6-3 16,2 1-4-16,-2 4-4 0,2 5-2 15,2 2-8-15,0 3-4 0,0 2-3 0,1 2-1 16,0-2 1-16,1 0 0 0,0 1 0 0,0-4 0 16,1 0 0-16,-2-3 1 0,0-3-1 15,0-2-1-15,1-4-1 0,-2-4-1 0,1-1 1 16,0-5 0-16,1-3 0 0,-2-5 0 16,1-2 0-16,0-7 1 0,-1-4 2 0,1-4-1 15,-1-3 0-15,1-3 1 0,-1 2 0 0,1-4 0 16,-1 4-2-16,-1 1 0 0,0 1-1 15,-1 6 1-15,-2 2 0 0,0 5-1 0,0 1 1 16,-1 2-1-16,1 1 0 0,-3 4 0 0,2 0 2 16,1 3 1-16,0 3 3 0,3 2 1 15,-1 6 0-15,1 1 1 0,1 2 0 0,-1 4 0 16,3 2-3-16,-2 4 0 0,3 0 0 16,0 3-2-16,0 1 0 0,0-1-1 0,0 1-1 15,0 1 0-15,1-4-3 0,0-1 0 0,-1-1-2 16,1-5-2-16,1-2-9 0,-1-1-19 15,-1-5-50-15,1-3-78 0,-2-4-149 0,0-3-273 16,1-1-315-16,-2-3-387 0,-1-2-342 0,-1-5-15 16,2 0 693-16</inkml:trace>
  <inkml:trace contextRef="#ctx0" brushRef="#br0" timeOffset="8475.08">10866 7028 41 0,'0'4'496'15,"-1"2"432"-15,-1-3 248 0,2 0-38 0,-2-2-370 16,2-1-266-16,-1-1-169 0,-1-2-74 0,4-3-23 15,-1-1 10-15,1-4-3 0,1-4-14 0,-1-3-21 16,3-5-39-16,0-2-38 0,1-4-43 16,3-2-24-16,-1-4-11 0,2 3-8 0,1-4-3 15,-2 2-6-15,1 1-6 0,1 0-2 16,-2 4-2-16,-2 2-3 0,-1 5-3 0,2 3-2 16,-4 2 9-16,1 4 5 0,-2 3 3 0,-1 3 3 15,1 3 2-15,-1 2 0 0,0 4-8 16,-1 4-8-16,2 3-6 0,-1 3-6 0,2 5-3 15,-1 3-3-15,-1 4-2 0,3 2-1 16,0 1-2-16,1 3-1 0,2 0 0 0,-2 0 0 16,2-2 0-16,0 1 1 0,1-4 1 0,-1-2 0 15,0-2 0-15,0-5-1 0,3-1-1 16,-3-5 0-16,0 1 0 0,0-9-1 0,1 3 1 16,-1-8-1-16,1-1 0 0,0-3 0 15,0-4 0-15,-1-2 0 0,0-2 1 0,1-1 0 16,0 0 1-16,-3-2 0 0,2 3 1 0,1 2-1 15,-4 2-1-15,1 0 0 0,-1 7 1 0,4-2 1 16,-2 5 1-16,-1 1 1 0,2 2 3 16,1 5-1-16,1 4 0 0,-2 3 1 0,2 1-2 15,0 1 1-15,0 3-1 0,0 2-1 0,0-2 0 16,0 1-2-16,0 0 0 0,0-2-2 16,0-2 0-16,-2-3 0 0,1-2 0 0,-1-1 0 15,0-6 0-15,0 0 0 0,1-4 0 0,-2-6 0 16,1-3 0-16,0-5 0 0,1-4-1 15,-1-5 1-15,2-1 0 0,-1-2 1 0,-1-3 1 16,0 1 1-16,0-2 0 0,1 1 0 0,1 4-1 16,-2 1-1-16,1 3-1 0,-3 4 0 15,2 4 0-15,-1 2-1 0,1 4 2 0,1 3 1 16,1 4 2-16,-1 4 1 0,5 3 1 16,-4 7 1-16,4 0 0 0,-1 7-1 0,-2 2-1 15,3 1-1-15,0 2-1 0,-1-1-1 0,0-1 0 16,-1 1-1-16,1-3 0 0,-2-3-2 0,1-1-2 15,-2-2-4-15,1-4-9 0,-2-4-20 16,-4-2-37-16,0-3-82 0,-2-3-139 0,-3-4-262 16,0-2-314-16,-3-1-389 0,-2-3-412 0,-1-2-53 15,-5 0 659-15</inkml:trace>
  <inkml:trace contextRef="#ctx0" brushRef="#br0" timeOffset="9781.39">5192 4536 409 0,'-2'0'830'0,"2"0"305"16,0 0 31-16,0 0-325 0,-3 0-264 16,3 0-189-16,3 0-124 0,-3 0-77 0,3 0-5 15,2 0 16-15,1 0 2 0,4 0 1 0,2 3-6 16,1-3-10-16,3 1-38 0,2 1-40 0,2 1-30 15,-1-1-20-15,0-1-16 0,1 0-5 16,0-1-8-16,0 0-8 0,-1 0-2 0,0-1-2 16,0 0-3-16,-1-3-3 0,-1 3-2 15,-2-2-2-15,0 0-2 0,-4-1-2 0,3 0 0 16,-4 2-1-16,-1-2-1 0,-1 3-1 0,-2-3-7 16,-1 3-14-16,0 1-37 0,-2-1-63 0,-1 1-68 15,-4-2-124-15,1 4-195 0,-4-2-304 16,-2 1-296-16,1 0-235 0,-3 3-115 0,-3 1 386 15,1 1 590-15</inkml:trace>
  <inkml:trace contextRef="#ctx0" brushRef="#br0" timeOffset="10097.08">5247 4795 400 0,'2'3'968'16,"1"-1"305"-16,-2-1-61 0,1 1-304 0,1-1-356 16,0 1-270-16,-1-2-103 0,3 3-53 15,1-1-8-15,3 2 46 0,1 0 18 0,3 0 16 16,1 0-24-16,2-2-14 0,1 0-19 0,1 1-47 16,0-3-25-16,3 0-21 0,-2 0-11 0,3 0-8 15,0-3-9-15,-1 0-6 0,1 1-4 16,0-1-4-16,-3-1-2 0,3 1-1 15,-3-2-1-15,-1 3-3 0,-1-3-33 0,-4 2-72 16,1 0-96-16,-3 0-179 0,-3 1-290 0,0 1-340 16,-2 1-347-16,-1 0-186 0,-2 0 226 0,-3 3 679 15</inkml:trace>
  <inkml:trace contextRef="#ctx0" brushRef="#br0" timeOffset="33972.16">6749 4268 242 0,'-3'-1'595'0,"0"0"323"0,-2-1 209 15,0 1-214-15,-4-1-217 0,3 2-113 0,-1 0-70 16,-1 0-69-16,-3 2-98 0,2-1-67 0,-2 2-53 15,-2 1-61-15,2 3-59 0,-3 0-38 16,1 4-12-16,0 4-11 0,-1 3-6 0,3 6-7 16,0 5-7-16,3 6-1 0,0 5-8 15,5 9-3-15,1 2-10 0,2 6-2 0,2 0-1 16,1 1-4-16,4-2-3 0,1-5-2 0,4-5 2 16,1-5 0-16,4-8 2 0,1-5 1 15,5-9 1-15,1-8 1 0,4-7 1 0,-1-8 4 16,-1-9 0-16,-1-9 2 0,2-4 5 0,-3-9 3 15,-4-2 2-15,-1-5-1 0,-5 0 1 16,-1-1 3-16,-6 3 5 0,-3 2 7 0,-4 1 11 16,-4 5 6-16,-6-2-4 0,-1 3-5 0,-7 0-11 15,-2 5-9-15,-1-2-11 0,-4 3-2 16,1 6 2-16,-1 1 1 0,4 5 1 16,-1 2-1-16,0 5-1 0,3 2 1 0,2 4-2 15,2 4 0-15,0 2-1 0,5 5-1 0,-1 3-1 16,7 3-6-16,0 4-1 0,6 2-2 0,1-1-2 15,2 2-9-15,7 1-19 0,-2-2-47 0,6-1-75 16,-2-3-123-16,3 3-212 0,2-4-303 16,2-3-357-16,-1-2-324 0,-2-2-141 15,-1-3 423-15,1-1 700 0</inkml:trace>
  <inkml:trace contextRef="#ctx0" brushRef="#br0" timeOffset="34226.99">7089 4831 121 0,'5'5'770'0,"3"1"606"0,-4-1 152 15,1-1-202-15,-3-1-420 0,1 0-339 0,0-1-176 16,-1-1-122-16,0-1-84 0,-1 1-59 16,1-1-41-16,-1 2-30 0,-1-2-24 0,2 0-15 15,-2 0-8-15,0-2-5 0,0 2-3 0,0-1-1 16,0-2-1-16,0 0-1 0,0 0-5 0,0-1-14 15,0-1-21-15,0-1-47 0,0 4-66 16,0-4-73-16,-2 1-131 0,1 3-190 0,-1-3-302 16,-1 2-273-16,1 0-218 0,1 2-94 0,-1-2 401 15,-1 0 569-15</inkml:trace>
  <inkml:trace contextRef="#ctx0" brushRef="#br0" timeOffset="34845.51">7623 4268 188 0,'5'-5'664'0,"0"1"425"0,-2-2 149 16,-3 1-135-16,2 2-211 0,-4-2-225 0,2 1-170 15,-3 0-110-15,0 1-70 0,-2 2-78 0,-1-1-72 16,0-1-37-16,-1 1-24 0,1 2-17 0,-1 0-15 15,-2-2-12-15,3 2-13 0,-1 2-12 16,-1-2-8-16,-1 2-7 0,1 1-6 0,-2-1-5 16,1 4-3-16,0 2-4 0,-1 3-2 15,-1 0 0-15,0 7-2 0,3 3 0 0,-3 5-1 16,3 5-1-16,0 5-1 0,3 4 1 16,1 6 2-16,-1 4 1 0,5-1 1 0,3 5 1 15,2 0 0-15,1-1-2 0,4-2-1 0,2-2-2 16,4-6-1-16,1-5-1 0,3-7 0 0,0-6 0 15,2-5 1-15,-1-6 0 0,1-7 2 16,-2-4 0-16,-2-6 0 0,-1-3 2 0,-4-4 0 16,-1-2 1-16,-4-3 0 0,-3-5 1 15,-3 2 0-15,-2 1-1 0,-2-3 1 0,-4 0-1 16,-4 2-1-16,-2 1 1 0,-1 1-1 0,-4 1-1 16,1 0 1-16,-3 5-1 0,1 1 0 15,0 3 0-15,0 2 0 0,1 4-1 0,1 2-1 16,0 3-2-16,2 2 0 0,3 4-5 0,1 2-9 15,1 0-17-15,3 4-28 0,1-2-69 16,0 0-82-16,3-1-156 0,2-1-279 0,2-1-327 16,3 1-383-16,0-3-243 0,1-1 33 15,3-2 698-15</inkml:trace>
  <inkml:trace contextRef="#ctx0" brushRef="#br0" timeOffset="36808.94">7886 4217 452 0,'5'2'888'0,"-2"0"250"0,0-4-7 16,2 0-313-16,-1 0-283 0,3-3-145 0,1-1-44 15,0-2-10-15,3 0-33 0,-2-1-40 16,5-2-31-16,-2 0-56 0,0 0-58 0,4-1-44 16,-3-1-22-16,4 3-4 0,-4 0-10 15,2 1-3-15,-2 1-1 0,1 2 2 0,-1-1 1 16,-2 5-5-16,0 0-1 0,0 2-2 16,-3 2-1-16,3 2-3 0,-4 5 0 0,-1-1-1 15,0 6-2-15,-2 2-1 0,0 4-3 0,-2 4-5 16,-1 1-2-16,-1 7-4 0,0 0-2 15,0 3-2-15,-1 1-2 0,-1 3-1 0,0 1-1 16,-2-2 0-16,2 1 0 0,1 0 1 0,-1-1 0 16,1-3 1-16,-1 1-1 0,2-7-1 15,0 0 0-15,0-4 0 0,2-2-1 0,-1-5-2 16,-1 0 1-16,3-6-1 0,-3-1-4 16,2-1-9-16,-2-2-13 0,0-2-20 0,0-2-37 15,0 1-66-15,-2-4-68 0,-1-1-105 0,0-1-158 16,-2-2-257-16,-1 2-288 0,-1-2-222 15,1 0-148-15,0 0 231 0,-2-1 532 0</inkml:trace>
  <inkml:trace contextRef="#ctx0" brushRef="#br0" timeOffset="37107.26">7897 4532 181 0,'3'-3'789'16,"0"2"432"-16,-3-1 57 0,3-1-152 0,-1 2-390 15,0 0-235-15,1 1-129 0,0 0-67 0,2-2-38 16,1 0-37-16,3 2-47 0,1-1-60 16,3 0-31-16,3 1-28 0,2-2-17 0,0 0-12 15,4 1-13-15,0 0-7 0,1-2-5 0,0 0-2 16,4 0-3-16,-2 0-2 0,2-2-1 15,-1 2-1-15,0-1-1 0,1-2-1 0,0 0-8 16,-2 0-38-16,-1 0-79 0,-3-1-125 16,-4 4-243-16,-1-2-303 0,-2 1-374 0,-1 2-376 15,-1 0-105-15,-4 0 522 0,2 2 744 0</inkml:trace>
  <inkml:trace contextRef="#ctx0" brushRef="#br0" timeOffset="38559.91">9603 3979 85 0,'0'0'653'0,"0"2"474"0,0-2 129 0,0 1-127 15,-2 1-390-15,2 1-306 0,0 1-129 0,0 3-32 16,0 2-12-16,2 2-22 0,-2 0-20 16,3-1-36-16,0 1-53 0,-1-1-55 0,1-1-36 15,2 0-16-15,-2-3-12 0,3 0-6 16,-1-3-3-16,-2 0 2 0,2-3 2 0,0-1 0 15,-2-2 12-15,0-1 6 0,-1-2 9 0,1-3 6 16,-2 1 9-16,-2-1 7 0,-2-1 2 16,1 3 1-16,-1-2-1 0,0 2-2 0,-2 1-7 15,0 2-8-15,0 0-8 0,-1 2-8 0,0-1-7 16,1 2-8-16,0 2-5 0,2 2-4 16,0 1-2-16,1 2-2 0,-1 3-1 0,3 1-1 15,2 2-4-15,-1 2-14 0,3 2-29 0,0 1-72 16,3 1-83-16,-1 1-160 0,3 1-289 15,-2-1-325-15,4 1-362 0,1-1-211 0,1 0 88 16,3 1 680-16</inkml:trace>
  <inkml:trace contextRef="#ctx0" brushRef="#br0" timeOffset="38887.5">10258 4695 343 0,'5'3'933'0,"-2"-2"356"0,0 3 22 15,0-3-221-15,-2-1-353 0,1 1-253 16,-2-2-137-16,0 0-83 0,0-4-72 0,-2-1-59 16,2-2-51-16,0-4-31 0,-1 1-14 0,-2 0-4 15,3-3 0-15,-2 2 0 0,-1-1 0 0,3 3 1 16,-3 0 2-16,1 3-3 0,-1 1-2 15,0 1-4-15,1 0-6 0,-3 4-5 0,1 2-7 16,-2 1-4-16,-1 3-5 0,2 2 0 16,-1 2-2-16,-2 1-2 0,2 0-2 0,1 1-6 15,0-1-17-15,-1 0-47 0,3 1-66 0,0-4-72 16,-2-1-130-16,2 0-197 0,0-1-308 16,1 0-277-16,-1-1-214 0,1-1-85 0,2 0 402 15,0-2 557-15</inkml:trace>
  <inkml:trace contextRef="#ctx0" brushRef="#br0" timeOffset="39282.83">9671 4785 419 0,'3'1'887'0,"-1"-1"281"15,0-1 2-15,1-4-302 0,0-1-251 16,3-3-130-16,-1-2-89 0,1-1-51 0,2-4-51 15,1-3-41-15,1-2-60 0,1-5-65 0,2-2-40 16,-1-3-23-16,1-3-14 0,4-1-13 16,-1-4-9-16,0-1-6 0,3-2-10 0,-3-2-5 15,3 1-3-15,-3 0-2 0,1 1-1 0,-3 1-2 16,2 2-2-16,-5 3 0 0,2 2-2 16,-4 4 0-16,-1 3-1 0,-3 4-7 0,1 2-18 15,-4 3-66-15,-4 5-72 0,-2 1-146 0,-3 3-268 16,-1 5-316-16,-3 1-367 0,-1 6-256 15,-1 1-23-15,-3 2 629 0</inkml:trace>
  <inkml:trace contextRef="#ctx0" brushRef="#br0" timeOffset="40034.08">9453 3814 205 0,'-2'2'542'0,"-1"-2"310"0,0 0 228 0,-2 0-156 15,-1-2-217-15,1 1-88 0,0-1-52 0,1 1-78 16,-3 0-97-16,1-3-73 0,0 3-59 16,-1-2-70-16,-1 1-62 0,-1-1-36 0,1 2-22 15,2 1-17-15,-2 0-11 0,-3 0-11 0,3 1-9 16,-2 2-8-16,1 2-6 0,-4 0-2 16,2 2-3-16,0 2-2 0,-2 3 2 0,-2 2-1 15,2 2-6-15,-1 5-4 0,-2 0-1 0,0 4-3 16,0 2-1-16,0 3 1 0,1 0 5 15,0 3 9-15,1 1 5 0,1-1 3 0,0 0 1 16,1 2-2-16,3 2 1 0,-2-2-7 16,3 0-4-16,0 1-2 0,0-2-1 0,4-2 1 15,-1 1 1-15,1-3 0 0,3-2 0 0,1 0 2 16,0 0-1-16,1-3 1 0,3-3 0 16,-1 3 1-16,2-3 0 0,2-1 0 0,-2 1 2 15,3 0-1-15,0-3 1 0,1 2-1 16,1-1 0-16,-2 1-6 0,3-2-2 0,-2 0-3 15,-1 1-1-15,0 0 0 0,3-1 0 0,-4 0 4 16,-1-2 4-16,2 0-1 0,0-2 2 16,-2-4 0-16,0 1-2 0,-1-1 1 0,2-3-1 15,-1-1 2-15,0-2-1 0,2 0 0 0,0-3 0 16,1 1 1-16,2-3 0 0,2-3 1 16,1 1 0-16,2-4 5 0,3 0 5 0,0-5-6 15,0 2-28-15,2-2-75 0,-1-1-82 0,-1 0-174 16,3-1-292-16,-3 1-337 0,0 1-371 15,0 3-210-15,0 1 123 0,2 1 701 0</inkml:trace>
  <inkml:trace contextRef="#ctx0" brushRef="#br0" timeOffset="40794.93">10454 3891 9 0,'-2'2'484'0,"1"1"477"0,-2 2 268 16,1-2-44-16,0-1-319 0,1-1-293 0,-1 2-188 15,2-1-127-15,2-1-72 0,-1 1-45 16,1-2-46-16,0 0-37 0,2 0-31 0,2 0-10 16,1-2-5-16,-1-1 0 0,4 2-1 15,0-2 52-15,2-2 25 0,-1 0 10 0,1 1 3 16,1-2-3-16,-2-1-6 0,0 2-44 0,1-2-20 16,-2 3-12-16,-2-2-6 0,0 2-4 0,-1 2 2 15,-1-1 6-15,-3 1 7 0,0 2 9 16,-1 0 6-16,-1 2 4 0,1 3 4 0,0 1-4 15,-1 2-5-15,-1 1-6 0,3 3-7 16,-1 1-5-16,0 2-6 0,2 1-3 0,1 3-2 16,1 0 0-16,1 2-3 0,1 2 0 0,2 1 1 15,0 0-1-15,1 3 0 0,2 0-1 16,-1 3 0-16,4 0 0 0,-2 1-1 0,2 2-1 16,-2 0 0-16,2 1 0 0,-2-2-1 15,-1 0 1-15,1 0 0 0,-2-4 0 0,0 0 1 16,-4-1 0-16,0-2 2 0,-2 0-1 0,0-1 1 15,-2 1 0-15,-3-1 1 0,-1-1 0 0,-3 1 1 16,1-2 7-16,-4 3 3 0,0-2 3 16,0-1 1-16,-3 2 2 0,0-3-2 0,-2 1-6 15,3-3-4-15,-3-2-4 0,0-1-1 16,0-2-2-16,-3-1-2 0,1-3-2 0,-1 0-1 16,1-4-2-16,-4-2-10 0,3-2-19 0,-4-4-49 15,2 0-72-15,-2-3-102 0,1-1-185 0,-3 4-294 16,3-4-334-16,-2 5-302 0,-2 2-169 15,-1 5 258-15,1 5 670 0</inkml:trace>
  <inkml:trace contextRef="#ctx0" brushRef="#br0" timeOffset="41598.83">9986 6241 287 0,'-2'0'638'0,"-1"-1"347"15,-2 1 170-15,0 0-268 0,-1 0-215 0,-2 0-111 16,2 1-71-16,-2-1-83 0,0 0-82 15,-3 0-55-15,3 0-49 0,-3 0-60 0,0 0-51 16,0 0-36-16,1 0-16 0,-2 0-11 0,1 0-9 16,0 0-4-16,0 1-4 0,1-1-5 0,-1 4-4 15,0-3-3-15,3 0-4 0,-3 3-1 16,3 0-4-16,0 1-2 0,0 1-2 0,-1-1-2 16,3 5-1-16,-1-1-3 0,-1 1 0 15,3 4 0-15,-4 0 1 0,4 4 0 0,-1 2-1 16,1 1 1-16,0 5 0 0,-1 1-1 0,2 4 0 15,-1 4 0-15,0 0 0 0,-2 5 1 0,0-1 0 16,1 3-1-16,-1 1 1 0,2 1 1 16,-3 0 0-16,2 2 1 0,-2 0 0 0,3 2 2 15,1 0-3-15,0 0-1 0,1 0-1 16,3-1 0-16,0 0-2 0,3-4 0 0,2-3-1 16,3-4 0-16,3-3-1 0,0-4 0 0,4-4 0 15,2-4 2-15,5-3 0 0,-3-4 3 0,6-4 0 16,2-5 1-16,2-5 2 0,2-4 0 15,1-2 1-15,3-2-2 0,0-6-2 0,1 1-3 16,3-2-16-16,-2 1-66 0,-1 0-69 16,-3 3-143-16,-1 0-278 0,1 3-318 0,-3 2-372 15,-1 2-266-15,-2 2-34 0,-2-1 641 0</inkml:trace>
  <inkml:trace contextRef="#ctx0" brushRef="#br0" timeOffset="42513.92">11873 6190 511 0,'-4'-4'1030'0,"1"4"255"0,-2-2-50 16,3-1-285-16,-1 1-315 0,2 2-208 16,-1-1-105-16,4 1-65 0,-1-1-53 0,4-1-51 15,0-1-47-15,4 0-27 0,2 0-20 0,0 0-12 16,5 0-7-16,0 0-10 0,1 2-7 16,4-1-7-16,0 1-5 0,2-1-4 0,2 2-1 15,1 2-2-15,-2 1 0 0,3 1 0 0,-1 2-2 16,1 1 1-16,0 4 1 0,-2-1 0 0,2 5 0 15,-3-1-1-15,0 4 0 0,-1 2 1 16,1 3-1-16,-5 0 0 0,2 4 7 0,-3 0 4 16,0 2 4-16,-1 0 4 0,-4 3 4 15,3 3 4-15,-5-1-1 0,0 5-1 0,0-1-1 16,-2 1-2-16,0 4-4 0,0 2 1 16,-1 0-1-16,-2 2-1 0,1-2-2 0,-1 3-2 15,0-2-1-15,-3-2-4 0,0-4-4 0,-3-1-3 16,0-3-1-16,-3-1 4 0,-2-5 0 15,-4-3 1-15,-2-4 1 0,-5-1-1 0,0-4 1 16,-3-4-4-16,-3 0-3 0,-5-3-2 0,-1-6 0 16,-2 0-1-16,-2-4-2 0,-3-1-6 0,2-3-14 15,-3-4-23-15,4-2-56 0,-2 0-79 16,2-1-158-16,2 3-272 0,3-1-317 0,5 2-381 16,-2 1-308-16,5 3-2 0,3 2 713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9T17:03:44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5337 707 255 0,'8'-7'621'0,"-5"-1"373"0,-3 3 185 16,0-5-222-16,-1 3-129 0,-4-2-153 15,-1 0-130-15,-2 1-120 0,0 0-87 0,-6 0-73 16,1-1-86-16,-6 2-54 0,0-3-30 15,-3 4-21-15,-5 1-15 0,0 2-12 0,-3 1-9 16,-1 2-9-16,-3 2-6 0,1 2-7 0,0 4-4 16,1 0-3-16,1 5-2 0,-1-3-1 15,5 3-1-15,2 0 1 0,6-3 2 16,0 0 2-16,3 0-1 0,5-1-1 0,3 0-1 16,2-1 0-16,4-1-5 0,2 1-2 15,3 5-5-15,5-3-2 0,4 2-1 0,3 0 0 0,1 1 0 16,6 0 0-16,2 0 4 0,1 0 3 15,2 4 1-15,3-3 1 0,0 2 1 0,-1 1-1 16,-1 0 0-16,2 3 0 0,-5-2-1 0,2 2 1 16,-3 1 0-16,-5-1 0 0,1 0 1 0,-2-1 0 15,-4 4-1-15,-4-2 1 0,-1 0 0 0,-3 1-1 16,-4 2 1-16,-2-4 1 0,-2 4-1 0,-4-1 0 16,-3 1-1-16,-1-1 0 0,-3 0 0 0,-1 2-1 15,-2-5 0-15,-3 2 0 0,-1-5-1 0,2 1 6 16,-2-3 2-16,2-3 0 0,0 1 0 0,0-5 0 15,4-3-2-15,0-1-9 0,1-2-15 16,5-4-17-16,-1 1-20 0,4-5-35 0,2-2-67 16,1-1-73-16,2-6-131 0,2 0-209 0,1-4-302 15,5-3-316-15,0-1-231 0,1-4-59 0,4 0 494 16,0-5 587-16</inkml:trace>
  <inkml:trace contextRef="#ctx0" brushRef="#br0" timeOffset="221.37">5535 558 396 0,'8'6'953'0,"-2"6"309"0,-1 3 12 15,1 5-163-15,-3 3-328 0,0 7-243 16,2 2-136-16,-3 2-88 0,-1 5-73 0,1 2-95 16,1 2-54-16,-1 4-38 0,1 2-23 0,0 1-6 15,-1 1-10-15,4-2-6 0,-3 1 0 0,2-5 0 16,1-3-2-16,2-7-6 0,0 1-14 0,-2-8-26 15,1-5-64-15,-1-3-70 0,-4-4-92 0,1-5-170 16,-3-2-298-16,-3-6-312 0,1-1-261 0,-3-7-184 16,-1-2 170-16,-2-4 641 0</inkml:trace>
  <inkml:trace contextRef="#ctx0" brushRef="#br0" timeOffset="424.9">5348 783 45 0,'5'5'492'0,"0"2"364"0,1-1 196 16,-1 0 18-16,4 0-335 0,-1 0-259 0,0-2-160 15,2 0-75-15,2 0-47 0,-2 1-52 0,4-3-49 0,0 4-39 16,2-4-20-16,0 2-18 0,1 1-9 0,-1-1-9 16,5 2-29-16,-4-1-98 0,2-1-168 15,-2 0-291-15,-1 0-269 0,0 0-264 0,0 1-144 16,-2-2 270-16,0-1 505 0</inkml:trace>
  <inkml:trace contextRef="#ctx0" brushRef="#br0" timeOffset="1032.38">5831 844 21 0,'6'14'493'16,"-3"1"437"-16,2 1 233 0,-2 2-33 0,0-1-312 15,2 3-223-15,0 0-124 0,2 4-78 16,-2 2-54-16,0 2-48 0,1-1-57 0,-1 2-71 15,0 0-68-15,1 2-40 0,0-1-25 0,-1-2-13 16,2 1-10-16,-3-4-2 0,1-4-4 0,1-1-1 16,-3-5-1-16,-1-2 1 0,1-2 0 0,-1-5 0 15,-1-1 2-15,1-5 1 0,0-4-1 0,-1-3 0 16,1-5 1-16,0-2-1 0,-1-2-2 0,5-4 1 16,-3 1 0-16,2-4-1 0,0 2 1 0,0 2-2 15,1-2-2-15,-1 1-6 0,4 1-11 0,-1 4-24 16,-1 0-26-16,2 1-38 0,0 0-36 0,1 1-34 15,2 2-18-15,-2 4-6 0,1 2-26 0,3 3-15 16,-3-2-21-16,2 4-27 0,1-1-37 16,-1 2-41-16,1-1 11 0,1 4 37 0,-2-3 52 0,0 2 57 15,0 0 60-15,-2 1 61 0,-3-2 68 0,0 1 67 16,-1 2 96-16,-2-2 131 0,0 0 92 0,-3 0 43 16,-1-1 0-16,-1-2 4 0,0 0-4 0,-1 1-47 15,-1 0-43-15,-1-1-37 0,-2 0-33 16,2-1-50-16,-3 0-56 0,3-1-42 0,-2-1-32 15,0 0-19-15,0 0-14 0,2 1-2 0,0-3-2 16,0 4 0-16,-2-1 1 0,5-1-2 0,-3 2-1 16,3 1-5-16,0 4-7 0,0-2-5 0,3 4-6 15,-1 2-3-15,1 1-1 0,0 4-1 0,2 1 1 16,1 0-1-16,-1 5 2 0,1-1-1 0,2 1 1 16,0 0-1-16,-2 3 7 0,1 0 3 0,0 1 0 15,1-1 1-15,-3 2 0 0,0 0 1 0,-2 0-7 16,2 2-2-16,-3-1 0 0,-1 2 0 0,2 1 0 15,-3-1 2-15,0 4 1 0,0-1 1 0,-3 0-2 16,3 2 0-16,-3-5-1 0,1 2-3 16,1-2-1-16,-2-3-2 0,1-1-2 0,0-5-7 15,1-3-15-15,-1-2-35 0,-1-6-70 0,1-2-64 16,-1-6-106-16,0-4-159 0,1-5-244 0,2-3-293 16,0-2-216-16,0-4-182 0,0-4 156 15,4 0 507-15</inkml:trace>
  <inkml:trace contextRef="#ctx0" brushRef="#br0" timeOffset="1351.05">6743 1033 108 0,'3'-6'662'0,"0"0"478"16,-4 0 171-16,-1 0-83 0,0 2-314 0,1-1-267 15,-2 1-200-15,-2-3-98 0,-3 4-65 0,2-6-71 16,-2 3-62-16,-2 1-35 0,-1 0-22 0,2 2-20 16,-4 2-16-16,-1 1-13 0,1 1-9 0,-1 2-10 15,-2 3-6-15,2 3-4 0,0 2-3 0,0 1-4 16,1 0-2-16,2 4-3 0,0 2-3 0,1 1 0 16,4 6-1-16,1 0 0 0,-1 5 3 0,3-3 2 15,1 2 1-15,1 1 0 0,2-3-2 0,1-1 0 16,4-1-10-16,0-5-14 0,2 0-17 0,2-5-23 15,2-1-52-15,1-3-72 0,-2-5-76 0,3-4-138 16,-1 0-201-16,3-5-310 0,-2-2-272 0,5-3-209 16,-1-3-48-16,2-3 467 0,0-1 552 0</inkml:trace>
  <inkml:trace contextRef="#ctx0" brushRef="#br0" timeOffset="1696.5">6993 1069 449 0,'0'-6'1220'0,"-3"4"429"15,-2-3-166-15,0 5-403 0,-3 1-378 0,-1 0-250 16,-1 4-172-16,-4 1-100 0,3 3-54 0,-5 5-31 16,3 1-21-16,-1 1-19 0,0 5-12 0,3-1-10 15,-2 1-9-15,5 0-5 0,0 0-7 0,4 0-5 16,0-2-2-16,4-3-4 0,0 0-1 0,5-2 3 16,0-4 1-16,1-5 2 0,4-1-1 0,1-6-5 15,0-4-7-15,3-4-10 0,0-5-11 16,2-3-12-16,-2-6-10 0,1 0-1 0,1-2 0 0,-4 1 5 15,2 1 7-15,-4 2 11 0,1 2 9 16,-5 3 11-16,2 4 6 0,-3 2 5 0,-2 5 2 16,-1 0 6-16,-1 5 3 0,-1 2 1 0,-1 5 1 0,-1-1 1 15,1 5-1-15,-3 5-3 0,1 2-3 16,0 3-2-16,1 1-3 0,1-1-4 0,-1 3 4 16,4 1-1-16,-1-3-2 0,4 0-14 0,-2-1-36 15,2 1-75-15,0-5-93 0,1 0-174 0,2 1-295 16,-2-4-341-16,2-4-360 0,3 1-194 0,-1-4 151 15,1-2 704-15</inkml:trace>
  <inkml:trace contextRef="#ctx0" brushRef="#br0" timeOffset="2527.75">7320 1382 78 0,'-3'8'631'0,"-2"0"470"0,4-3 147 16,-2-1-130-16,-1-3-389 0,4-2-305 0,0-4-151 16,2-1-43-16,1-4-10 0,5-2-8 0,-2-5-15 15,2-1-21-15,0-2-24 0,3-3-39 0,0 0-34 16,2-1-16-16,1 0-14 0,-3 1-6 0,5 3-20 16,-5 2-9-16,3 0-7 0,-1 4-3 0,-4 3 1 15,2 4 4-15,0 1 9 0,-1 1 7 0,-1 5 5 16,-1 4 5-16,0 0 5 0,0 4-3 0,-2 0-3 15,-1 4-3-15,0 2-4 0,1 2-4 0,-2 0-5 16,0-1-6-16,2 1-4 0,-1 0-2 0,2-2-4 16,-1-2-2-16,0 0 0 0,2-3-1 0,0-2 0 15,0-4 0-15,2 2 1 0,0-8 1 0,0-1-1 16,4-2 1-16,-3-5 1 0,2-1-2 16,1-1 0-16,1 0 0 0,0-5 0 0,0 5 0 15,0 0-1-15,-2-1 0 0,1 4 0 0,0 3-1 0,0-1 1 16,-2 3 2-16,-1 0-1 0,1 4 2 0,-1 2 0 15,-1 4 0-15,-1 1 0 0,1 2 0 0,-2 3 1 16,1-2 5-16,-1 5 2 0,0-2 3 16,0 0-2-16,3 0 0 0,-1 0-1 0,-1-3-6 15,2 0-4-15,-1-3-2 0,1 0-1 0,0-5 1 16,0 1 2-16,-2-4-2 0,2-2 2 0,0-3 0 16,-1-4 0-16,1 0 1 0,-3-3-1 0,0-4 1 15,1 0 1-15,-3-1 0 0,-1-1-1 0,0-2 2 16,-2 3 0-16,-1 0-1 0,0 1 0 0,-4 1 0 15,0 1 1-15,-1 2 2 0,-2-1 4 0,0 5 6 16,-4-1 5-16,1 4 1 0,-1 1 2 0,-4 1-4 16,0 5-4-16,-4 1-4 0,1 4-3 0,-1 2-1 15,-1 4 2-15,1 3 2 0,1 2 0 16,2 4 0-16,3 0 1 0,1 5-2 0,1 0 0 16,3 5 4-16,1 0 8 0,3 7 4 0,-1-2 4 15,3 6-1-15,0 0-2 0,3 2-3 0,4-3-5 16,-1-1-5-16,5-1-4 0,2-5-2 0,4-5-2 15,1-4-4-15,2-3-3 0,4-8 0 0,0-3-2 16,1-6-1-16,2-2-3 0,-2-5-5 0,3-2-9 16,-1-2-20-16,0-2-21 0,-1-3-40 15,-1 0-71-15,0 0-81 0,-3-2-142 0,-1 4-237 0,-1-2-314 16,-3 4-317-16,1 0-212 0,-4-1 8 16,-3 5 548-16</inkml:trace>
  <inkml:trace contextRef="#ctx0" brushRef="#br0" timeOffset="6723.07">9864 11745 24 0,'5'1'236'16,"-1"-1"123"-16,-1 1 118 0,2-1-59 0,-3 0-119 16,1 0-63-16,-1 0-22 0,-1-1 7 0,1 1 38 15,0-1 47-15,-1 1 62 0,2-2 52 16,-3 1 15-16,2-1-19 0,-2 1-28 0,0-2 9 16,3 0-9-16,-2 1-38 0,-1-1-41 0,0 0-28 15,0 0-38-15,-1 0-54 0,-2 0-48 16,1-1-30-16,1 1-18 0,-2 0-12 0,1-2-11 15,-1 2-7-15,1 0-8 0,-1 1-8 16,-2-2-4-16,2 2-6 0,-3-2-3 0,1 2-5 16,0-1-4-16,-1 1-4 0,-1 2-3 0,-2-2-5 15,1 2-3-15,-3 2-4 0,0-2-1 0,-2 5-3 16,2-2 0-16,-4 2-2 0,0 3 1 16,1 1-1-16,1 0 0 0,-1 1 0 0,2 4-1 15,2-2 1-15,-1 3-1 0,3 2 0 16,0-2 0-16,3 5-2 0,1-1 1 0,4 4-1 15,0-2 0-15,4 4-1 0,1-3 1 16,3 1 0-16,0 0-1 0,4 0 0 0,-2-4 1 16,3 2 0-16,1-5 1 0,2 1 0 0,0-4 1 15,0-3 0-15,1-1 1 0,0-5 0 16,-1-1 1-16,3-1-1 0,-3-4 1 0,1-2 0 16,-2-3 0-16,0-1 1 0,-2-1 0 0,1-6 0 15,-3 2 0-15,0-1 0 0,-1-4 1 16,-2 0 0-16,-2 2-1 0,1-3 1 0,-3 2-1 15,1 0 1-15,-4 2 0 0,2 2-1 0,-3-3 1 16,0 4-1-16,-3 2 1 0,3-2-1 16,-3 3 0-16,-1 1 0 0,1 1 1 0,-1 1 0 15,3 1-1-15,-3 0 1 0,1 1-1 16,3 3 0-16,-3-1 0 0,1-1 0 0,2 3 0 16,-3-1 0-16,3 1-1 0,0-2 0 0,-1 2 0 15,1 0-1-15,0 0 0 0,0 0 0 16,0 0 0-16,-2 0 0 0,2 0 0 0,0 2 0 15,-3-2 0-15,3 1 0 0,-1 1-1 0,-1-1 0 16,2 2 1-16,-2-1-1 0,2 2 0 16,-1-1 0-16,1 0 0 0,-2-1 1 0,2 3-1 15,0-3 0-15,-1-1 0 0,1 4 1 16,0-3-1-16,0 2 1 0,0 1-1 0,0-2 1 16,1 0 0-16,-1 3 0 0,0-2 0 0,2 1-1 15,-1-1 1-15,1 2 0 0,0 0-1 0,-1 0 1 16,2 2 0-16,0 0-1 0,0 2 1 15,2 0 1-15,-2 2-1 0,2 0 0 0,0 1 0 16,3 4 0-16,-2 0 0 0,2-1-1 16,3 2 0-16,0 0 0 0,0 0-1 0,-1-1 1 15,4 1 0-15,0-3 0 0,0-2 0 16,-1-1-1-16,4-1 0 0,-4-2 0 0,4-3-1 16,-2-2 1-16,0-1-1 0,0-3 1 0,0-3 0 15,0-1 0-15,2-2-4 0,-2-1-9 0,0-3-11 16,-2 1-19-16,3 1-37 0,-4-2-78 15,-2 1-108-15,-1 2-191 0,-1 0-294 0,-1 3-353 16,-1 0-390-16,0 1-169 0,-1 0 311 16,0 3 754-16</inkml:trace>
  <inkml:trace contextRef="#ctx0" brushRef="#br0" timeOffset="7195.49">10749 11749 70 0,'2'-3'609'0,"-2"2"467"16,0 1 161-16,2-2-110 0,-2 1-392 0,1-1-298 16,1 2-173-16,1 0-60 0,5 0-15 0,-2 2-10 15,4-1 10-15,-1 1 6 0,5 0-18 16,-1 0-33-16,1-2-33 0,1 2-22 0,0-2-27 16,1 2-28-16,1-2-12 0,1 0-9 15,-1 0-4-15,-1-2-2 0,1 2-4 0,-4 0-35 16,1-2-63-16,-4 2-64 0,-2-2-122 0,-2 4-186 15,-3-2-310-15,-3 2-291 0,-2 3-225 16,-5-2-116-16,1 4 362 0,-3-3 550 0</inkml:trace>
  <inkml:trace contextRef="#ctx0" brushRef="#br0" timeOffset="7365.64">10893 11800 39 0,'-9'1'602'16,"6"3"533"-16,-2-3 226 0,3 1-104 15,-1-1-352-15,3 2-353 0,0-1-205 0,0-1-113 16,3 2-75-16,1-1-52 0,2 0-41 0,3 2-25 15,-1 1-16-15,5-2-7 0,1 2-7 16,2 1-3-16,1-1-6 0,4 1-25 0,-2 0-54 16,3 1-55-16,-2-1-123 0,1 3-202 15,1-2-301-15,0 3-295 0,-1 1-235 0,-1 2-103 16,1 1 403-16,-2 2 562 0</inkml:trace>
  <inkml:trace contextRef="#ctx0" brushRef="#br0" timeOffset="7814.19">12788 12233 72 0,'4'0'809'15,"4"0"686"-15,-5 0 52 0,2 0-286 0,-2 1-409 16,0-1-382-16,-1 0-225 0,-2 1-130 16,3-1-56-16,0 0-33 0,-1 0-18 0,4 0-67 15,-3 0-64-15,2 0-130 0,3 0-230 16,-2-1-297-16,2 1-339 0,2 0-242 0,-1-1-78 15,5 1 469-15</inkml:trace>
  <inkml:trace contextRef="#ctx0" brushRef="#br0" timeOffset="7989.05">13323 12234 400 0,'7'7'1236'15,"-4"0"349"-15,0 1-198 0,-1-2-300 0,-1 2-492 16,1-4-275-16,1 0-165 0,5 1-78 0,-2-4-58 15,2 4-79-15,3-5-65 0,3-5-132 16,2 4-207-16,2-1-304 0,2-3-300 0,1 1-227 16,2 2-100-16,4 2 409 0,0 0 563 15</inkml:trace>
  <inkml:trace contextRef="#ctx0" brushRef="#br0" timeOffset="8146.84">14188 12402 228 0,'16'6'646'0,"-2"-2"295"0,-3 0 88 16,-2-2-186-16,-2 0-283 0,-1-2-227 0,-1 0-124 16,2-2-63-16,-2 0-38 0,-1 1-56 15,2 0-102-15,-1-2-137 0,-2 0-177 0,0 0-293 16,1 3-245-16,1 0-163 0,-2 0 86 16,0 3 344-16</inkml:trace>
  <inkml:trace contextRef="#ctx0" brushRef="#br0" timeOffset="10880.54">13124 9660 108 0,'2'-6'360'0,"0"1"209"0,-1 0 188 16,-1 3-67-16,2-2-65 0,-2 2-37 0,0 0-50 15,0-1-35-15,0 3-3 0,1-1-19 0,-1-1-68 16,0 2-72-16,2 0-57 0,-2 2-54 15,0-1-65-15,3 0-62 0,-2 4-39 0,1 1-20 16,-1 2-14-16,1 9-2 0,1-2-1 0,2 7-1 16,0-1 1-16,-2 7 0 0,2 2-2 15,2 0-1-15,-3 2-2 0,1 2-1 16,-2-1-2-16,0 3-5 0,0-4 0 0,0-1-5 16,-1 0-2-16,2-3-3 0,-2-5-1 0,0 1 0 15,-1-7-2-15,-1-2 2 0,0-2-1 0,2-2 1 16,-2-3 4-16,0-1 4 0,0-2 4 15,0-2 4-15,0-1 4 0,-2-2-2 0,2-2-3 16,-1-2-5-16,-3-5-5 0,0-1-3 0,2-3-4 16,-1-4-2-16,2-1 0 0,1-3-1 15,0-3-1-15,0-1 1 0,1-5 1 0,2 3 0 16,3-4 1-16,-1 0 1 0,0 0 1 0,3 1 1 16,0 0-1-16,1 0 0 0,1 2-1 15,-1 3 1-15,2-1-2 0,-3 6 0 0,4-1-2 16,-2 3 2-16,0 2-1 0,0 0 0 0,2 4 0 15,-2 2 1-15,-1 2 0 0,2 0-1 16,-1 4 1-16,-1 0 1 0,3 1-1 0,-2 1 0 16,0 2 1-16,2 0 0 0,-2 0-1 15,-1 2 0-15,2 0-4 0,0-1-3 0,-1 2 4 16,-1 0-2-16,-1-1 3 0,0 0 2 16,-1 1 6-16,-1 2 4 0,-2-2 0 0,-2 1 5 15,1 1 0-15,-4 1 1 0,-1 2 0 0,-4 3-1 16,-2 4-1-16,-2 0-4 0,-2 3-3 0,-4 3-3 15,2-1-3-15,-4 2-1 0,2 0-2 16,-2 4 0-16,0-2 0 0,2 1 2 0,2-1 0 16,2 2 0-16,0-3 2 0,2-1-1 15,1 1-1-15,1-3 0 0,4-2 0 0,-1 2 0 16,2-3-1-16,2-2 1 0,1-2-1 0,1 2 0 16,2-5 0-16,2 1-1 0,-1-2 0 15,4 0 0-15,1-3 0 0,1 1-1 0,2-3 0 16,2-2 1-16,2 0 1 0,1-2 0 15,0-2 0-15,2 1 0 0,0-2 0 0,3-1-1 16,-1-1-12-16,0 2-18 0,-1-3-38 0,-1 2-77 16,-3-1-107-16,-1-2-200 0,-2 0-294 15,-1-1-351-15,-2 0-365 0,-2-2-170 0,0-1 302 16,-3-2 740-16</inkml:trace>
  <inkml:trace contextRef="#ctx0" brushRef="#br0" timeOffset="11227.1">13791 9682 124 0,'4'-4'760'15,"0"1"523"-15,-2 2 131 0,1-3-122 0,-1 3-387 16,-1 0-341-16,1 1-173 0,0 0-105 16,-1 0-77-16,2 0-72 0,-1 0-44 0,-1 2-27 15,2 2-14-15,2 1-6 0,-2 4 1 16,2 3-1-16,-2 1-7 0,2 6-5 0,1 0-9 15,-1 2-7-15,-2 1-5 0,2 3-5 0,-2 0-3 16,2-1-2-16,3 1-1 0,-2-2-1 0,2 1-1 16,0 0 0-16,3-1-2 0,-1-1-1 15,-1-1 0-15,3-1 0 0,0-2 0 0,-1-4 0 16,1 3 0-16,1-7 1 0,0 0 1 0,-1-3 0 16,4-2 0-16,-2-2 1 0,2-3-1 15,0 0 0-15,1-5-5 0,-1 1-9 0,3-3-15 16,-3-3-29-16,1 1-66 0,-4-3-71 0,1 0-119 15,-1-1-192-15,1 0-303 0,-4 1-328 16,-1-1-247-16,-1 0-134 0,-2 1 364 0,-1 0 638 16</inkml:trace>
  <inkml:trace contextRef="#ctx0" brushRef="#br0" timeOffset="11510.13">13883 9696 330 0,'-11'7'1114'0,"-2"1"416"16,4-2-131-16,0 1-266 0,2-5-457 0,4 2-270 15,0-2-165-15,1 1-85 0,2-1-43 16,5-2-23-16,1 0-31 0,5 0-16 0,2 0-7 16,3 0-5-16,1 0-4 0,2-2-7 0,0 0-9 15,3 1-4-15,2-2-4 0,0 0 1 16,-2 1 0-16,3-3-1 0,0 1 1 0,1 1-2 15,-1-2 1-15,-3 1-2 0,0 1 0 0,-3-1-6 16,0 2-27-16,-3 2-63 0,-3 0-65 16,-4 2-109-16,-1 1-188 0,-5 1-310 0,-1 0-316 15,-4 4-241-15,-1 1-151 0,-2-1 311 16,-4 3 618-16</inkml:trace>
  <inkml:trace contextRef="#ctx0" brushRef="#br0" timeOffset="11744.68">13908 9974 601 0,'0'4'1519'0,"0"-1"163"16,-1 0-318-16,-2 0-333 0,3-2-491 0,0 2-286 16,0-1-133-16,4-1-61 0,-1 1-30 0,2-1-12 15,3 1-8-15,2-2-3 0,4 0-2 16,0 0 0-16,5 0 0 0,2 0-1 0,-1 0-2 15,4-2 1-15,1 2-2 0,2-1-20 0,1 1-71 16,-1 0-74-16,-1 0-155 0,2 1-285 16,-2 1-320-16,0-1-355 0,-2 2-208 0,1 3 59 15,-4 0 649-15</inkml:trace>
  <inkml:trace contextRef="#ctx0" brushRef="#br0" timeOffset="12898.25">14517 9724 39 0,'0'0'298'16,"0"0"192"-16,0 0 177 0,0-3-6 0,0 1-118 15,0 1-48-15,0 0-6 0,-1 1-10 0,-1 0-34 16,2 0-49-16,0 0-59 0,-1 0-48 16,1 1-51-16,0 0-28 0,0 4 2 0,0 0 5 15,0 3-15-15,1 6-30 0,-1 3-29 16,3 3-24-16,-3 4-32 0,5 5-26 0,-4 1-13 15,2 3-8-15,1 1-4 0,-3 2-6 0,3-1-5 16,-3 1-5-16,2 0-6 0,-1-1-4 16,1-4-4-16,2-4-3 0,-1-1-3 0,0-7-1 15,-3-2-2-15,1-4 2 0,-1-3 1 16,3-1 0-16,-4-5 5 0,1-2 4 0,-1-4 1 16,2-4 0-16,-1-5 1 0,-1-2-1 0,0-5-2 15,0-3-3-15,0-2-2 0,-3-4-1 0,2-1-1 16,1-4-1-16,-4-1 0 0,1-1 0 15,3 2 1-15,-1-3 0 0,1 4 2 16,1 0 0-16,-1 2 0 0,3 2 1 0,1 2-3 16,-3 3 1-16,4 2-1 0,0 3-1 0,0 3 6 15,2 0 2-15,3 3 2 0,-1 2 1 0,2 3 1 16,2 0 1-16,1 2-5 0,-1 1-2 16,0 1-3-16,2 2 1 0,0-1-2 0,0 1 0 15,0 1-2-15,0-1 0 0,-2 0 1 16,3 2-2-16,-2-2 1 0,-1 1-1 0,-1-1 1 15,0 2-1-15,0-1 1 0,-2-1-1 0,-1 2-1 16,0-1 0-16,0 1 0 0,-5 0 0 16,3 0-2-16,-1 1-2 0,-3 0-10 0,0 1-20 15,-1 1-45-15,-2 1-69 0,-2-1-70 16,-1 1-125-16,-3 2-180 0,0-2-303 0,-2 1-279 16,-1 2-204-16,0 0-107 0,-4-1 349 0,1 2 558 15</inkml:trace>
  <inkml:trace contextRef="#ctx0" brushRef="#br0" timeOffset="13182.37">14462 10029 38 0,'0'4'577'0,"1"0"483"16,1 0 182-16,-1-2-104 0,1 0-348 0,3 0-334 15,1 0-150-15,1 0-74 0,5 0-13 0,-1 1 29 16,5-2-3-16,0 1-24 0,6-2-48 16,0-2-36-16,2-1-35 0,1 0-49 0,2-1-26 15,2-2-11-15,-1-1-7 0,0-1-5 16,2 1-1-16,-1 0-2 0,-1 0 1 0,-2-1-3 16,2 1 0-16,-2 1-3 0,-3 0-47 0,1 2-69 15,-7-1-96-15,2 4-183 0,-4 1-294 16,-1 0-341-16,-1 2-306 0,-3 3-161 0,1 1 249 15,1 1 656-15</inkml:trace>
  <inkml:trace contextRef="#ctx0" brushRef="#br0" timeOffset="15428.24">20182 9492 67 0,'8'-8'396'0,"-2"0"279"16,-2 1 262-16,-3 1 62 0,1-1-221 0,-2 0-126 15,0-1-31-15,-2 0-46 0,-1 1-92 16,-2 2-101-16,-1-3-76 0,-2 2-68 0,0 0-76 16,-1 1-51-16,-5 0-28 0,-1 2-18 0,0 0-13 15,-2 3-10-15,-3 0-11 0,0 2-6 16,0 1-8-16,-2 1-4 0,2 2-3 0,1 0-3 16,2 1-1-16,0 4-2 0,0-5-2 0,6 3-2 15,-3 1 0-15,6-1-2 0,0 2 0 16,2-2 0-16,0 3-1 0,3-1 0 0,1 0 0 15,4 2-1-15,-1-1 1 0,4 0-1 0,2 1 1 16,1-1 0-16,2 1 2 0,6 1 0 16,0 0 0-16,4 2 2 0,2-1 0 0,2 1 1 15,2 3-1-15,0-3-1 0,1 0 0 0,2 3 0 16,-3-1 0-16,1-2-1 0,-3 2 1 16,-2-3 0-16,0 2-1 0,-3-2 1 0,-3 0 0 15,-3-2 1-15,-2 2 2 0,-3-5 1 16,-3 1 1-16,-2 3 1 0,-5-2 0 0,1-1-1 15,-6 3 0-15,-3-1-1 0,-2 2-1 0,-1-2-1 16,-1 0-1-16,-2 0 1 0,1 0-2 0,0 0 0 16,1-2-1-16,1-1 0 0,2-1-1 15,2-2-1-15,-1-2-2 0,6 1-6 16,-1-3-16-16,1-1-34 0,1-1-70 0,3-2-71 16,0-4-133-16,5-2-217 0,-2-4-309 0,4-5-317 15,1-3-227-15,3-4-85 0,0-3 456 0,2-2 602 16</inkml:trace>
  <inkml:trace contextRef="#ctx0" brushRef="#br0" timeOffset="15663.08">20441 9424 74 0,'5'-15'643'16,"0"5"481"-16,-2-1 151 0,1 5-127 16,-3 2-367-16,1 1-267 0,-1 4-112 0,5 4-71 15,-3 2-43-15,1 6-36 0,1 4-32 16,-1 4-56-16,1 6-58 0,0 6-28 0,1 0-17 15,-3 9-10-15,2-1-11 0,-2 4-9 0,0 0-10 16,1 1-8-16,-1-3-6 0,3 0-4 0,-2-4-2 16,3-2-2-16,-1-4-4 0,-1-4-16 15,2-4-42-15,-1-6-70 0,-2-1-70 16,-4-8-138-16,0-3-232 0,-3-2-314 0,-2-7-300 16,-2-1-211-16,-1-2-59 0,-2-5 487 0,-1-3 585 15</inkml:trace>
  <inkml:trace contextRef="#ctx0" brushRef="#br0" timeOffset="16320.01">20397 9737 433 0,'5'0'964'0,"0"6"259"0,-1-4-51 16,1 3-256-16,3 1-409 0,5 0-203 16,-4 1-97-16,3 0-46 0,3 1-33 0,0 1-21 15,2-1-21-15,0 1-34 0,5-1-16 16,0 0-13-16,2-2-11 0,-1 0-6 0,3-1-5 15,-1-2 3-15,1 1-5 0,0-1-1 0,-1-1 5 16,-2 0-36-16,2 0-30 0,-3 1-37 0,-2 0-45 16,-2 1-58-16,-5 1-51 0,1-3 7 15,-4 4 12-15,1-1 18 0,-5 1 55 0,-1 0 81 16,0 1 95-16,0-1 75 0,-4 1 59 16,2 2 42-16,-1 0 44 0,2 3 53 0,-2 1 33 15,1 3-4-15,0-1-29 0,1-1-34 0,0 3-47 16,3-4-61-16,0 1-58 0,1-2-39 15,4 0-21-15,3-5-11 0,1-1-8 0,5-2 0 16,2-4-3-16,6-5-1 0,1-2 0 16,-1-2-2-16,5-3-1 0,1-2 1 0,0-1 0 0,0 2 0 15,-2-1 0-15,-2 2 0 0,-2 2-1 16,-2 3 1-16,-5 2 0 0,-5 2 9 0,0 3 10 16,-4 2 13-16,0 4 15 0,-4-1 11 15,-2 6 7-15,-2-1 0 0,-1 3-7 0,-2 0-7 16,2 4-9-16,0-1-9 0,-3 0-7 15,2-1-9-15,2 0-4 0,2-1-6 0,-1-2-4 16,6-2-3-16,0 0-2 0,3 0-1 0,1-4 1 16,3 1-1-16,0-5 2 0,5 2-1 15,1-2 0-15,4-2 2 0,-3 0-1 0,4-2-1 16,0 1 1-16,-1-2 0 0,-1 1 0 16,1-1-1-16,-5 0 0 0,-1 0 1 0,-1 1-1 15,-4 0 1-15,-1 0 0 0,-4-1-1 0,-1 2 1 16,-2-1 0-16,-2 2-1 0,3-2 1 15,-5 2-1-15,2-1 0 0,-1 1 0 0,-1 0 0 16,0 0 1-16,1 1 0 0,-3 1 1 0,4 1-1 16,2 0 1-16,-2 1 0 0,1 2-1 0,4 1 1 15,-4 4-2-15,4 1 0 0,1 1 0 16,1 1 0-16,0 3-2 0,0 2 1 0,3 1 0 16,-2 3-2-16,2-2-3 0,0 2-11 15,0 0-16-15,-1-1-35 0,-2 2-80 0,-3-2-104 16,-2-1-185-16,-4-1-289 0,1-1-345 15,-4-1-375-15,1-2-163 0,-4 1 258 0,-3-2 712 16</inkml:trace>
  <inkml:trace contextRef="#ctx0" brushRef="#br0" timeOffset="18322.23">13426 11410 207 0,'5'-15'435'0,"-2"2"223"0,0-1 144 15,-3 2-88-15,-3 0-63 0,0 2-70 16,0 1-56-16,-4 0 5 0,-1 2-15 0,-1 1-73 15,-2 2-85-15,-3 1-59 0,1 1-49 0,-4 1-67 16,1 0-58-16,-1 2-35 0,-1 0-17 0,-1 1-14 16,3 1-6-16,-3-1-9 0,3 5-6 15,1-3-6-15,0 2-6 0,1-1-5 0,3 1-6 16,0 0-5-16,3 0-4 0,0 1-2 16,2 0-2-16,0-1-3 0,1 1 1 0,2 1-3 15,1-1 0-15,4 3-1 0,0-2 1 0,2 5 1 16,2-4 0-16,2 2 2 0,2 1 0 0,2 1 2 15,3 0 0-15,0 0 0 0,3 0 1 16,2 1-1-16,1 0 1 0,1 3 0 0,0-1-1 16,2 0 1-16,-5 2-1 0,3 1 1 15,-2 0 0-15,-3 1 0 0,-2 1 1 0,-2 1-1 16,-2 2 1-16,-3 0 0 0,-5 0 0 0,-1 0-1 16,-4 0 0-16,-3 1 0 0,-4 0 0 15,-1-2 0-15,-1 2-1 0,-6-4-1 0,2-1 0 16,-3-2 0-16,-1-2-1 0,1-2 0 15,0-3 1-15,1-4 0 0,0-3 0 0,1-1 0 16,4-4-1-16,-1-5 0 0,5-1-1 0,0-5-1 16,2-4 1-16,4-2 0 0,2-2 2 0,4-6 1 15,2-3-1-15,3 0 0 0,2-5 1 16,5-1-1-16,0-2-1 0,4-3-1 0,1 0 1 16,3 1-1-16,1-3 2 0,2 1 0 15,-2 1 2-15,-1 2 0 0,-2 4 0 0,-3 1 2 16,-1 6 1-16,-4 2 0 0,-5 7 6 0,-2 2 2 15,-6 2 2-15,-1 6 2 0,-6 1 1 16,-2 5-1-16,-8 0-5 0,0 5-2 0,-2 3-2 16,-2 3-3-16,-3 3-3 0,-1 3-1 15,2 1-2-15,1 1-1 0,2 2-1 0,3-3 1 16,1 2-1-16,3-3 0 0,3 0 0 0,5 0-2 16,0-2-4-16,4 1-10 0,4-2-22 0,0-3-64 15,5 1-76-15,-1-1-154 0,2-3-280 16,4 2-320-16,2-2-390 0,1 0-272 0,1 0 10 15,2 0 698-15</inkml:trace>
  <inkml:trace contextRef="#ctx0" brushRef="#br0" timeOffset="18512.49">13758 11891 409 0,'-6'15'1442'16,"-3"-2"326"-16,2 1-306 0,-1-3-365 0,-1-2-446 15,4-1-347-15,0-3-158 0,0 0-74 16,2-2-36-16,0-1-18 0,3-2-10 0,2 0-6 16,1-2-5-16,0-1-9 0,4-3-48 15,-1 0-72-15,3-2-104 0,-1 3-193 0,-1-2-298 16,2 2-345-16,-1-1-300 0,0 1-151 0,-2 2 301 16,3-1 668-16</inkml:trace>
  <inkml:trace contextRef="#ctx0" brushRef="#br0" timeOffset="19567.24">14032 11382 161 0,'1'0'550'0,"2"-1"293"16,-1-2 127-16,1 1-151 0,0 2-251 0,2-4-168 15,2 3-98-15,0-3-44 0,3 1-27 0,0 1-21 16,0-1-48-16,3 0-40 0,0 0-38 16,3 1-27-16,-2-1-8 0,3 3-4 0,-2-1-4 15,0 2 24-15,-2-1 36 0,1 3 56 16,-3 1 36-16,0 0 10 0,-5 4 5 0,-1-1-27 16,-2 3-31-16,-1 1-45 0,-4 3-34 0,-2 2-21 15,-3 1-16-15,-2 0-11 0,-1 2-6 16,-1 1-6-16,-1 0-3 0,-1-1-3 0,1 2-2 15,0-4 0-15,1 0-3 0,0-2-1 16,3-2-1-16,2-2-1 0,-1-1-1 0,4-1-2 16,-1 0 0-16,2-3 0 0,2 1-1 0,0-1 2 15,5 0 2-15,-1 1 2 0,3 0 1 16,1-2-1-16,3 1 1 0,0 1 0 0,2-1 0 16,2 2 2-16,-2-1 0 0,4 1 1 15,1 0 0-15,-1 1 0 0,-1 2-1 0,0 0 0 16,-2 1 0-16,-1 1 0 0,-4 0 1 0,-1 2 1 15,-2-1 0-15,-4 1-1 0,-2 0 1 16,-3 1 0-16,-5-1 1 0,0 1-2 0,-3 0 0 16,-3-1 0-16,-1 0-1 0,-2 0-1 0,1-1-1 15,-3-2 0-15,-1-2 1 0,2-1 0 16,-2-2-1-16,2-1 0 0,1-2 0 0,-2-3-3 16,5-1 1-16,0-1-2 0,4-3-1 0,1 0-2 15,2-2-9-15,1 0-28 0,3-2-50 16,3 0-62-16,0 1-59 0,2-3-103 0,2 1-153 15,1-2-198-15,1 3-251 0,2-3-212 16,2 3-169-16,2 0 139 0,3 0 457 0</inkml:trace>
  <inkml:trace contextRef="#ctx0" brushRef="#br0" timeOffset="20217.99">14824 11487 444 0,'-5'-18'909'0,"-3"-2"301"16,-1 4 26-16,-2-1-241 0,-2 2-255 0,1 1-189 15,-3 3-135-15,1 2-87 0,-3 4-72 0,-1 0-81 16,4 4-62-16,-2 2-37 0,0 4-24 16,2 1-16-16,1 4-11 0,2 3-8 0,-1 2-8 15,2 1-3-15,2 4-2 0,-1 2-1 16,4 1-1-16,2 2-2 0,1 0-1 0,2-2 0 16,2-2-2-16,1-1 0 0,2-2-1 0,3-3 0 15,-2-3 0-15,4-2 0 0,-1-2 0 16,2-4 1-16,-1-1 1 0,2-2 1 0,-1-3-2 15,1-1 1-15,0-5 1 0,-1-1-1 16,0-1-1-16,2-2-1 0,-4 0 2 0,1-3-2 16,-1 3-1-16,-2-2 1 0,-3 3 1 0,1-2 1 15,0 3 1-15,-1 2 2 0,0 1 0 0,-3 1 1 16,-1 3-2-16,2 1 0 0,-1 2-1 16,-1 3-1-16,0 1 0 0,2 5 0 0,0-1 1 15,1 4 0-15,0 1 1 0,0-1-1 16,2 5 0-16,3-1 0 0,-2 4 1 0,0-1-1 15,1 3 2-15,-1 1 0 0,0 2 0 0,2 0 0 16,-3 1-1-16,2 1 1 0,-6-1-1 0,2 2 1 16,-1-2-1-16,-2 1 2 0,-2-1-2 15,-2 0 1-15,-1-5 0 0,-2 4-1 0,-1-5 1 16,-1-2 0-16,-1-1-1 0,-2-3 1 16,-1 0-2-16,-1-4 0 0,-2 1 0 0,3-4-3 15,-2-1-2-15,2-2-10 0,-1 0-19 0,3-2-44 16,1 1-67-16,-1-3-69 0,3 0-125 0,2-3-183 15,1 2-303-15,0 0-281 0,4-1-210 16,1 2-99-16,1-2 364 0,-1 1 556 16</inkml:trace>
  <inkml:trace contextRef="#ctx0" brushRef="#br0" timeOffset="20730.37">15314 12255 168 0,'-3'-5'516'16,"0"2"254"-16,0 0 119 0,-1 0-147 0,1 2-302 15,1-2-196-15,1 1-110 0,1 1-59 16,0 0-33-16,1-3-20 0,1 3-13 0,1 0-9 15,1-3-4-15,0 3-19 0,3-1-41 0,0 2-64 16,-2 0-85-16,2 0-132 0,-3 3-261 16,1 2-152-16,2-2-9 0,-1 1 144 0,0 1 224 15</inkml:trace>
  <inkml:trace contextRef="#ctx0" brushRef="#br0" timeOffset="20898.28">15594 12247 19 0,'11'-1'301'0,"-3"-1"190"16,-2-1 154-16,1 3 3 0,0-1-228 0,0 0-180 15,-1 1-96-15,1-2-56 0,-1 2-28 16,1 2-22-16,0-2-7 0,1 2-15 0,0 0-38 16,3 1-61-16,-2-1-103 0,3 2-224 15,0 0-181-15,-1 1-67 0,2 0 71 0,-1 1 171 16</inkml:trace>
  <inkml:trace contextRef="#ctx0" brushRef="#br0" timeOffset="23161.23">20816 11381 203 0,'3'-9'487'0,"-1"-1"275"0,-2 3 214 0,0-2-135 16,0-2-168-16,-2 2-102 0,-1 1-37 15,0-1-31-15,0 1-65 0,-2 1-81 0,-2 2-58 16,-2-3-53-16,1 3-63 0,-4 0-58 16,2 2-36-16,-2 0-23 0,-1 0-16 0,-1 1-7 15,0 2-7-15,1 2-4 0,-3 0-4 0,5 0-4 16,-2 0-5-16,3 1-4 0,-2-1-6 0,4 1-2 15,-1 1-3-15,4-2-3 0,-1 3 0 16,1-2-2-16,0 0 0 0,4 0-2 16,-4 0-1-16,4-1 0 0,1 3 0 0,1 1-1 15,5 0 0-15,1 2 1 0,1 3 1 0,1 0 1 16,5 2 0-16,-1 0 1 0,3 0 1 0,-2 1-1 16,5 1 1-16,-3 0 1 0,1-1 0 0,0 3 1 15,-1-3-1-15,2 3 0 0,-4-2 2 16,2 1-1-16,-4 3 1 0,-2 0 1 0,1 0-1 15,-5 1 0-15,2 2-1 0,-4-1 0 16,-1 2 1-16,-2-1-1 0,-1 3 0 0,-1-5 1 16,-1 3-1-16,-3-2 1 0,0-1-2 0,1-2-1 15,-4 0 2-15,-1-1-2 0,0-2 2 16,1-1-1-16,-4-3 2 0,4-1-1 0,-2 1 1 16,-2-7 0-16,2 3-1 0,-1-4 0 0,0-1-2 15,0-2-1-15,1-3-1 0,0-2-1 16,2-3 2-16,0-3-2 0,3-3 0 0,-1-1-1 15,4-4 3-15,1-2-2 0,2-2 0 16,5-2 0-16,1-2 1 0,2-2 0 0,4-1-2 16,0 0 1-16,3-1 1 0,1-5 1 0,2 4 1 15,0-3 0-15,1 2 3 0,2 0 0 0,-2-2-1 16,0 2 1-16,0 1-1 0,-4 4 1 16,0 0-1-16,-5 2 0 0,0 4 0 0,-3 2 2 15,-5 2 1-15,-3 6 0 0,-1-1 0 16,-7 6 0-16,-2 2 0 0,-2 1-2 0,-6 4 0 15,1 4-2-15,-4 1-1 0,1 2-2 0,1 6 1 16,-2-1-1-16,3 3-1 0,1 1-2 0,0 2 1 16,4 0-2-16,5 1-2 0,1 1-9 0,5-1-19 15,2-1-70-15,2 2-74 0,3-3-130 16,2 0-227-16,3 2-315 0,1-3-355 0,5 1-236 16,0-1-60-16,2 2 473 0,0-1 630 15</inkml:trace>
  <inkml:trace contextRef="#ctx0" brushRef="#br0" timeOffset="23346.7">21232 11887 54 0,'2'10'748'0,"1"1"693"16,-8-3 148-16,2-2-249 0,-2 0-401 0,2-1-398 16,-2-1-215-16,2-1-133 0,-2 0-76 15,4 0-48-15,-4-2-31 0,5-1-19 0,-1 1-13 16,2-1-5-16,2 0-8 0,0-1-30 15,2 0-69-15,0-1-74 0,0-3-145 0,0 0-255 16,4-1-324-16,-3 0-333 0,1-2-215 0,1 0 4 16,-2-2 574-16</inkml:trace>
  <inkml:trace contextRef="#ctx0" brushRef="#br0" timeOffset="23815.12">21431 11453 90 0,'3'-14'580'0,"1"0"403"0,-1 3 184 0,0-2-51 15,5 1-407-15,-4 1-253 0,1 1-153 0,3 1-82 16,0 1-25-16,3 3-6 0,0 0 16 0,3 3-19 16,1-2-15-16,-2 4-11 0,2 2-37 15,-2 0-19-15,3 2-32 0,-2 0-15 0,-2 2-5 16,-2 0-1-16,0 3 5 0,-3 1-9 15,-2 3 1-15,-5 2 0 0,-2 1-3 0,-5 2-1 16,-3 4-4-16,-1 0-3 0,-4 2-7 16,-3 1-3-16,-1 1-2 0,-1-1-4 0,0-1-2 15,3-1-3-15,1-6-4 0,1 2-1 0,3-5-6 16,3-2-4-16,1-2-3 0,3-3-2 16,2 1-1-16,5-3-2 0,1 2 1 0,3-3 0 15,3 1 1-15,3-1 1 0,3-1-2 0,0-2 1 16,4 1-2-16,-2 0 1 0,4-2-2 0,-4 2-1 15,4 1 0-15,-3-2 1 0,-1 1 0 16,-2 1 1-16,-2 4 3 0,-2 0 2 0,-5 2 1 16,-1 2 1-16,-5 2 0 0,-5 2 1 15,-1 2-2-15,-5 0 1 0,-2 1 1 0,-4 3 0 16,-1 2 0-16,-4-2-1 0,0 2 3 0,0-3-2 16,1 0 0-16,1-1-1 0,1-3 0 15,2-3-2-15,4-1-8 0,0-3-23 0,5-4-59 16,0 0-73-16,2-4-108 0,3-2-190 15,3-1-306-15,2-2-334 0,4-4-278 0,0 1-141 16,0-3 305-16,4 1 640 0</inkml:trace>
  <inkml:trace contextRef="#ctx0" brushRef="#br0" timeOffset="25193.19">22256 11473 25 0,'5'-5'267'0,"0"-1"171"16,0 0 172-16,-2-3-11 0,0 4-89 0,1-1-35 16,-2-2 11-16,-2 1 7 0,0 1-29 15,0-1-26-15,-2-1 8 0,2 2-15 0,-2 1-46 16,0 0-53-16,-1 2-43 0,2-2-42 15,-3 1-64-15,0 0-54 0,0 1-37 0,-1 0-20 16,2 2-12-16,-3-3-5 0,2 3-6 0,-1 0-1 16,2-1-5-16,-2 0-3 0,0 1-3 15,2-1-7-15,-5 2-3 0,3 0-6 0,0 0-4 16,-1 2-3-16,0-1-4 0,-2 1-1 16,3 1-2-16,-3 0-2 0,2 3-1 0,-3 1-1 15,1 2-1-15,0 1-2 0,-2 2 0 0,-1 4 1 16,2 1 0-16,-1 3 2 0,-1 3-2 0,2 4 2 15,-3 1 0-15,2 6-1 0,2-1 0 16,-1 6 0-16,2-1-1 0,2 3 0 0,4 2 0 16,-3 0-2-16,4-1 0 0,2-2-1 15,1 1 0-15,2-5-1 0,2-3-1 0,2-5 1 16,0-4-1-16,5-7 1 0,-1 0 1 0,3-7 1 16,0-5 1-16,1-5 0 0,1-2 1 15,-1-4 0-15,-3-5 1 0,3-2-1 0,-2-4 0 16,-1 2 0-16,-3-3 0 0,0 0 1 15,-3 1-2-15,-3 0 1 0,-2 1-1 0,-2 1 1 16,-1 1 1-16,-4 1-1 0,0 2 1 0,-2 0-1 16,-3 3 0-16,-1 1-2 0,2 3 1 0,-3 1-3 15,0 3-2-15,-2 3-5 0,1 3-9 16,1 3-10-16,-5 1-13 0,5 3-18 0,0 3-39 16,-2-1-59-16,5 2-58 0,0-2-85 15,3 2-138-15,-2-2-190 0,4 1-279 0,3-2-221 16,0-1-195-16,3 2 38 0,2-5 432 0,1 2 466 15</inkml:trace>
  <inkml:trace contextRef="#ctx0" brushRef="#br0" timeOffset="25524.29">22533 12153 52 0,'-1'-1'613'0,"-4"1"500"15,2 0 165-15,0 1-113 0,0-1-349 0,-1 1-354 16,1 1-190-16,2 0-106 0,-3-1-51 16,4 2-37-16,-1 0-36 0,2 0-20 0,-1 1-46 15,5 1-42-15,-2-2-86 0,2 1-152 0,0 1-236 16,3-3-292-16,0 3-246 0,0 0-187 0,1 0 149 16,4-3 477-16</inkml:trace>
  <inkml:trace contextRef="#ctx0" brushRef="#br0" timeOffset="25710.59">22789 12243 103 0,'5'0'668'0,"-1"1"463"15,-3-1 126-15,1 2-134 0,-1-2-381 0,1 1-297 16,1 0-172-16,0-1-92 0,0 2-52 0,0 0-27 16,2-1-37-16,2 1-25 0,2-1-21 15,0 1-8-15,1-1-33 0,2 2-37 0,-2-1-67 16,1 0-136-16,2 2-170 0,-4-2-291 0,3 0-256 15,0 1-225-15,2-2-21 0,0 2 387 16,1-3 439-16</inkml:trace>
  <inkml:trace contextRef="#ctx0" brushRef="#br0" timeOffset="25819.01">23141 12298 35 0,'0'5'181'0,"-2"2"20"16,2-2-123-16,-1-1-145 0,1 0-92 15,0 0-17-15</inkml:trace>
  <inkml:trace contextRef="#ctx0" brushRef="#br0" timeOffset="27413.55">16223 11472 66 0,'-2'-4'516'16,"2"0"425"-16,0 2 224 0,-1-1-37 0,1 2-401 15,-2 0-261-15,4 1-111 0,-1 0-42 16,3 1-15-16,2 3-22 0,1 0-28 0,2 0-25 15,4 2-51-15,-1 1-60 0,4-1-49 0,0-1-25 16,3 1-15-16,0-1-7 0,0-1-5 16,1-1-6-16,2-1-1 0,-2-2-3 0,2 0-2 15,-4 0-2-15,0-2-32 0,-2-1-65 0,-4 2-63 16,-2-1-114-16,-1 1-181 0,-6-3-316 16,1 4-297-16,-4 0-211 0,-4-1-111 0,1-1 337 15,-3 0 555-15</inkml:trace>
  <inkml:trace contextRef="#ctx0" brushRef="#br0" timeOffset="27601.14">16394 11383 5 0,'-1'4'452'0,"-3"4"418"0,1 0 247 0,0 1 3 16,-2 0-300-16,3 1-294 0,1 1-127 0,-1 3-47 16,2-1-23-16,2 2-41 0,-1-1-40 15,1 2-41-15,0 1-65 0,1-3-53 16,-2 1-41-16,3 0-21 0,1-1-14 0,-4-2-9 15,2 3-13-15,2-3-48 0,-2-1-62 0,-2 0-77 16,-1 1-166-16,0 0-299 0,-3 1-310 0,2 1-263 16,-7 1-181-16,2-1 151 0,-4 1 610 15</inkml:trace>
  <inkml:trace contextRef="#ctx0" brushRef="#br0" timeOffset="27839.26">16193 11984 378 0,'6'3'1065'0,"-1"-1"316"0,-1 0-111 0,0-2-222 16,4 3-517-16,-2-2-265 0,2-1-133 16,2 0-67-16,4 0-26 0,0 0-21 0,5 0-6 15,2-1 0-15,-1-2-10 0,4 3-3 0,3-4-4 16,1 1 0-16,2 0-16 0,0-2-35 15,0 1-74-15,-1 0-170 0,-1 0-295 0,-4-1-279 16,2 2-276-16,-4 3-184 0,-1 0 203 16,-4 2 570-16</inkml:trace>
  <inkml:trace contextRef="#ctx0" brushRef="#br0" timeOffset="28882.7">23733 11458 296 0,'3'8'676'0,"-1"-1"256"0,1-2 53 0,0 1-245 16,1-1-287-16,2-1-155 0,2 0-74 0,0 0-22 15,1 0-15-15,4-1-10 0,0 0-38 16,-1-2-35-16,4 1-37 0,0-2-31 0,1 1-18 15,4-1-8-15,-4-1-5 0,2 1-4 16,-1 0-2-16,1-2-2 0,-1 1-1 0,-2 1-4 16,0-2-13-16,-2 2-51 0,-4 0-108 0,-1 2-146 15,-4-1-296-15,-2 2-258 0,-3 2-218 16,-5-1-20-16,1 0 312 0,-6 1 406 16</inkml:trace>
  <inkml:trace contextRef="#ctx0" brushRef="#br0" timeOffset="29105.12">23865 11400 53 0,'-2'3'500'0,"0"3"390"0,-1-1 195 0,2 0-39 16,-3 2-388-16,2 3-251 0,-2-1-154 15,1 4-87-15,2-1-40 0,-1 2-19 0,0 0-14 16,1 2-26-16,-1 1-22 0,2-3-18 0,0 1-14 15,2 1-7-15,-1 0-10 0,-1-1-46 16,2 1-91-16,0-2-132 0,-2 0-240 0,0 0-277 16,0-3-249-16,0 4-104 0,-4-3 207 15,3-1 403-15</inkml:trace>
  <inkml:trace contextRef="#ctx0" brushRef="#br0" timeOffset="29373.19">23643 12033 65 0,'8'6'462'0,"-1"0"298"16,-1-2 165-16,3 0 79 0,2 0-330 0,5-2-222 15,0 1-110-15,1-3-57 0,3 0-35 16,0 0-73-16,2-3-64 0,0 1-48 0,4-3-26 15,0-2-19-15,3-1-13 0,-1-3-8 0,1 1-7 16,1-2-5-16,-4-1-43 0,-1 3-98 0,-2-3-155 16,-2 3-295-16,-5 0-258 0,-1 3-245 15,-2 0-66-15,-4 2 286 0,-2 2 448 0</inkml:trace>
  <inkml:trace contextRef="#ctx0" brushRef="#br0" timeOffset="30118.02">20149 12581 188 0,'21'8'579'0,"-5"5"330"16,7-1 166-16,6 5-83 0,6 4-399 16,4 4-182-16,4-2-100 0,4 4-94 0,4-2-69 15,2-2-60-15,4-1-28 0,0-3-24 16,2-4-15-16,3-2-1 0,2-5-4 0,-1-2 4 0,4-5-6 15,-1-1-8-15,-1-3-5 0,-2-1-3 16,-3-2-7-16,-1-1-34 0,-6-3-97 0,-5 3-143 16,-2-1-264-16,-8 2-271 0,-5 4-251 15,-4-2-134-15,-7 3 228 0,-10 2 450 0</inkml:trace>
  <inkml:trace contextRef="#ctx0" brushRef="#br0" timeOffset="31287.08">13551 12945 338 0,'55'34'893'15,"-1"-2"294"-15,0 1-33 0,6 0-158 16,3 1-535-16,8-1-233 0,1-3-108 0,2-4-55 16,3-5-24-16,-1-8-32 0,0-2-72 0,-1-7-121 15,-1-4-167-15,-5-3-292 0,-1-3-265 16,-3-3-213-16,-1-1 13 0,-6 1 347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CE894B-75B0-88A7-D2C7-905B1A65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50C3C5-5D51-2F2E-5E51-1E23CE0BA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D3A22E-ADAB-F8BA-6AF0-AB357985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AD1189-3C01-679B-44B6-9F0FF74F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7097C0-34A4-7DAD-DC0A-C488A48F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8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A825D-89A2-C963-C308-FB11D74B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80D7E8-E3A2-FA0D-AB10-B2640256F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F7400FA-23C8-B954-51D9-7473CA7A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B05D09-53D4-66D7-9B00-D3C8B421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577B4C7-5852-4D33-B385-C5BA2649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3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095EEA-F07B-8BBF-E545-5599B747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27E334F-22B6-B0AB-831B-95E8C54F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A08830B-AA5A-A8DA-95DD-88316D21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6CCC82-914F-C236-4F29-51CD663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A4844BC-B131-6A9E-E247-C5B2B2FC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4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8767DF-C40A-E02C-5A8F-6E15F452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F1CD07-20B5-712C-0E41-B991437A2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D2E6C78-6879-FC27-B7BD-650E20C8E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04EEECE-E712-256B-CD66-56F93935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05D149E-6FFB-3321-95AA-2EC474F1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AB0F7B-4CF1-E511-4FB7-B544EC4F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2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13A025-B565-5C9A-FE4C-9FDF4CAAE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77CD0F4-F834-8E9F-7598-BF3E5F793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0383959-AAB4-0C1E-9A24-D62160594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00E62F0-60EB-4E0B-7D07-C224E0A37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43C10D5-AF77-9E46-B681-CC7DC1C4D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77F103E-F300-0F15-FD5E-7FA41CAD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60166DD-AE53-30D1-9929-E4FE9A2E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56700D7-B9A7-6DAE-3EFB-DFDCEFB2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9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E2BB95-5195-A415-9503-BCCC553D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C9A68EA-8F7E-408A-A94C-862031E2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0E8F148-A557-B737-F4A0-5D90B5AD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6C7DD48-1957-31A2-7A39-87D9C608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2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5CEDE66-C456-CA07-D111-AA6BC728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F2B74EE-FF54-79E6-5B83-F014C63D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059D9B-F79E-1565-78F8-23EC93C9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7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38D6C6-1E09-8171-9273-87A0482B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E94F44-8C72-DC2B-EAEA-D42A6EFE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AC3C271-99C4-F59A-79C2-B817D91F8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7469F71-F82E-D124-8DF6-2F7E6C64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29ACF55-A376-7C06-E148-285CF9207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2CB0B2E-42B0-602E-3B34-40206BDD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1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362DFB-4812-F74B-D984-9FA8D92A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3C3EF4-9640-9617-80BA-E54CF867F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842D5CD-2827-B614-87DE-A305D2598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464838-6917-A398-2241-B5913471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FF16502-ACAB-F2B3-E8B1-2336E8A1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1955F0B-7A9E-808A-53C5-EA98C314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8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2FD8AF-842F-8016-3A13-3853DD8F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5D13298-D495-2717-E8BE-62486E481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45EB96F-86C5-884C-0D5A-CC87212A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51D3CC-4A3A-4DC4-CA54-02434C55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E1F8DC-37FE-0862-D121-63CB1628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2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63F77BC-8065-02F1-FFBF-CAE0370CC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27E9125-9F9A-797D-B525-B50F95654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96A94E0-CAC6-70F8-E545-4759DE57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958FEF-C98B-EE0F-3B0F-BDCBD28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6491DF2-689B-37AF-7795-2FA1782D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8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B600A3A-204A-4C25-5636-EEC76DBD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5432C6C-19B1-7EB7-2C71-500F2B7E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BFFF378-D352-2CB3-EE4B-B3792B801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9E5C3-2112-45DA-A8E3-EFD0593DEBF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6E33295-631A-0AFE-F154-1BCDDE0BF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5425FC-29AB-EE19-C955-00B9C3253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CA2C8-B6B3-4DCC-B14A-B071768E2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7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E51F86DE-1933-C7A8-965C-085B9A7AE4BC}"/>
                  </a:ext>
                </a:extLst>
              </p14:cNvPr>
              <p14:cNvContentPartPr/>
              <p14:nvPr/>
            </p14:nvContentPartPr>
            <p14:xfrm>
              <a:off x="485280" y="228960"/>
              <a:ext cx="10265400" cy="58561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E51F86DE-1933-C7A8-965C-085B9A7AE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920" y="219600"/>
                <a:ext cx="10284120" cy="58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649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A27D-DBB8-F4EF-3CCD-EF825FCB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21BA4E1-5661-877A-7E7C-435A74F4248D}"/>
                  </a:ext>
                </a:extLst>
              </p14:cNvPr>
              <p14:cNvContentPartPr/>
              <p14:nvPr/>
            </p14:nvContentPartPr>
            <p14:xfrm>
              <a:off x="507960" y="96840"/>
              <a:ext cx="8188920" cy="66754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21BA4E1-5661-877A-7E7C-435A74F424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600" y="87480"/>
                <a:ext cx="8207640" cy="66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06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F461-4B6D-FF5F-EAD2-20F6B66C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9932916-D5D2-02C9-FC97-0C83D600995F}"/>
                  </a:ext>
                </a:extLst>
              </p14:cNvPr>
              <p14:cNvContentPartPr/>
              <p14:nvPr/>
            </p14:nvContentPartPr>
            <p14:xfrm>
              <a:off x="358560" y="90000"/>
              <a:ext cx="7340760" cy="6209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9932916-D5D2-02C9-FC97-0C83D60099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200" y="80640"/>
                <a:ext cx="7359480" cy="622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571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FAADF-ECE7-5AF8-8880-327EF3FAE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D2DF902-FBEB-98B1-B870-D2D4B1FDA8A3}"/>
                  </a:ext>
                </a:extLst>
              </p14:cNvPr>
              <p14:cNvContentPartPr/>
              <p14:nvPr/>
            </p14:nvContentPartPr>
            <p14:xfrm>
              <a:off x="1005120" y="170640"/>
              <a:ext cx="6643440" cy="3440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D2DF902-FBEB-98B1-B870-D2D4B1FDA8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760" y="161280"/>
                <a:ext cx="6662160" cy="345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689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79D8-B994-33B3-9CEA-B81637D9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43FCB8CC-2330-8E9D-89A0-A0EBAF2AE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16" y="604694"/>
            <a:ext cx="4486275" cy="476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D18784DD-FB62-40DC-9D4B-8A31DA175550}"/>
                  </a:ext>
                </a:extLst>
              </p14:cNvPr>
              <p14:cNvContentPartPr/>
              <p14:nvPr/>
            </p14:nvContentPartPr>
            <p14:xfrm>
              <a:off x="302040" y="108720"/>
              <a:ext cx="7579800" cy="48099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D18784DD-FB62-40DC-9D4B-8A31DA1755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80" y="99360"/>
                <a:ext cx="7598520" cy="482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35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79D8-B994-33B3-9CEA-B81637D9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F3174F5-ED9F-4097-3138-30948654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34" y="670214"/>
            <a:ext cx="4552950" cy="419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72E3C91A-2B62-F47E-C401-5C362A8DEEAF}"/>
                  </a:ext>
                </a:extLst>
              </p14:cNvPr>
              <p14:cNvContentPartPr/>
              <p14:nvPr/>
            </p14:nvContentPartPr>
            <p14:xfrm>
              <a:off x="636840" y="1366200"/>
              <a:ext cx="3885480" cy="134712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72E3C91A-2B62-F47E-C401-5C362A8DEE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480" y="1356840"/>
                <a:ext cx="3904200" cy="13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BB8071D5-4FC5-DDDD-7689-BDD7F1617A5C}"/>
                  </a:ext>
                </a:extLst>
              </p14:cNvPr>
              <p14:cNvContentPartPr/>
              <p14:nvPr/>
            </p14:nvContentPartPr>
            <p14:xfrm>
              <a:off x="1724400" y="200880"/>
              <a:ext cx="6966360" cy="4569120"/>
            </p14:xfrm>
          </p:contentPart>
        </mc:Choice>
        <mc:Fallback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BB8071D5-4FC5-DDDD-7689-BDD7F1617A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5040" y="191520"/>
                <a:ext cx="6985080" cy="45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7919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020CA89A-82AA-404E-88BF-E1A369DF5D5E}"/>
</file>

<file path=customXml/itemProps2.xml><?xml version="1.0" encoding="utf-8"?>
<ds:datastoreItem xmlns:ds="http://schemas.openxmlformats.org/officeDocument/2006/customXml" ds:itemID="{6DBF88DD-3325-4630-B3A9-A7291AC58995}"/>
</file>

<file path=customXml/itemProps3.xml><?xml version="1.0" encoding="utf-8"?>
<ds:datastoreItem xmlns:ds="http://schemas.openxmlformats.org/officeDocument/2006/customXml" ds:itemID="{779E65F5-AE32-4E37-82E8-3508A4B2A4C0}"/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Panoramiczny</PresentationFormat>
  <Paragraphs>0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4</cp:revision>
  <dcterms:created xsi:type="dcterms:W3CDTF">2025-01-09T15:53:38Z</dcterms:created>
  <dcterms:modified xsi:type="dcterms:W3CDTF">2025-01-09T17:04:32Z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