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5.xml" ContentType="application/inkml+xml"/>
  <Override PartName="/ppt/ink/ink4.xml" ContentType="application/inkml+xml"/>
  <Override PartName="/ppt/ink/ink6.xml" ContentType="application/inkml+xml"/>
  <Override PartName="/ppt/ink/ink3.xml" ContentType="application/inkml+xml"/>
  <Override PartName="/ppt/ink/ink7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2:31:27.0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</inkml:brush>
  </inkml:definitions>
  <inkml:trace contextRef="#ctx0" brushRef="#br0">14588 823 88 0,'-3'-2'530'0,"-5"2"393"0,2-1 226 16,-4-2-18-16,2-3-418 0,-1-2-202 16,-2 1-68-16,1-1-58 0,-4-2-56 15,1 1-49-15,-2-2-47 0,0 3-48 16,-2-3-64-16,3 0-42 0,-5 2-24 15,3-1-15-15,-3 3 2 0,0-1-2 0,0 1-2 16,0 2-4-16,-1 0-4 0,1 4-5 0,-2 1-4 16,2 1-3-16,0 4-6 0,-3 2 4 15,5 4 1-15,-5 3 0 0,-2 4-2 0,5 2 0 16,-2 6 1-16,-1-1-6 0,3 4-7 0,0 3-6 0,0 0-1 16,3 4-2-16,-1 1 0 0,3 2-3 0,0 1 6 15,3 1 1-15,2 2 1 0,0-1 6 0,6 3 3 16,0-3 0-16,3 2 0 0,3-3 2 0,2 2 1 15,4-5-6-15,1 2-2 0,1-5 2 0,6-1-1 16,0-3 1-16,1-2-1 0,4-5-5 0,2-2-3 16,1-2-3-16,2-4-1 0,0-2-1 0,6-5-2 15,0-3 6-15,5-5 4 0,-2-2 1 0,3-5 2 0,0-3 6 16,-1-3 2-16,1-4 1 0,-1 2 0 16,-4-3 0-16,-4 1-3 0,-2-1-4 0,-3 0-1 0,-5 3-1 31,-2-2 1-31,-5 2-1 0,0 0 3 0,-5 2 0 15,-3-3 1-15,-2 2 1 0,-3 1-1 0,-3-2 2 16,-2 1-5-16,-3 3-4 0,-2-5-2 0,-2 5-1 16,-3-2-1-16,-2 2-2 0,-2-1 5 0,-2 2 2 0,1 2 2 15,-2-1 0-15,1 0 1 0,-1 4 0 0,0-2-1 16,1 3 1-16,-1 0-1 0,3 1 1 0,0 1-1 16,2 1-1-16,2 0-1 0,0 0 0 0,5 0 0 15,-2 0-1-15,6 0 0 0,-1 0 0 0,2 0 0 16,0 0-1-16,2 0-1 0,-1 0 0 0,2 0-2 15,2 0 1-15,2 1-1 0,1-1 1 0,1 4-5 0,1-1-7 16,2 0-12-16,1 1-15 0,2 0-48 0,-1 2-68 16,0 3-72-16,3-1-133 0,1-2-180 0,-1 5-315 15,3-1-270-15,-2 1-211 0,4 1-54 0,-1 1 432 16,1-1 514-16</inkml:trace>
  <inkml:trace contextRef="#ctx0" brushRef="#br0" timeOffset="350.86">14830 1764 352 0,'10'10'717'0,"-2"-2"277"0,-2-2 104 15,-1-2-262-15,1-4-261 0,-3-3-154 0,-1-3-93 16,1-4-46-16,2-5-38 0,0-5-29 0,1-5-7 16,3-5-15-16,2-7-16 0,2-1-29 0,0-6-26 15,1-1-27-15,0-4-32 0,2-1-28 0,-2 1-21 0,1-1-9 16,-3 2-8-16,1 2-6 0,-1 2 5 0,-1 2 5 15,1 4 12-15,-2 4 4 0,-2 4 3 0,0 5 3 16,-3 5-12-16,3 1 6 0,-4 5-7 0,0 4 1 16,1 3 2-16,-1 3 3 0,1 4 11 0,2 5-2 0,0 3 3 15,0 5-3-15,-1 3-2 0,0 5-2 0,4 3-3 16,-4 5-2-16,0 1-2 0,2 4-2 0,0 4-1 16,-2 0-5-16,-1 4 4 0,3-3 1 0,-3 1 0 0,4-1-1 31,-2-1 0-31,-1-5 1 0,2-1-7 0,1-2-9 15,-1 0-17-15,-1-7-45 0,-1-2-71 16,-1-3-90-16,1-5-163 0,-5 0-295 0,1-3-323 0,-4-3-307 16,1-1-184-16,-5-3 157 0,0 0 635 0</inkml:trace>
  <inkml:trace contextRef="#ctx0" brushRef="#br0" timeOffset="551.27">14979 1482 10 0,'-8'-5'465'0,"3"1"419"15,2 1 228-15,0 2-29 0,1-1-318 0,1 2-300 16,2 0-167-16,1 0-93 0,3 2-42 0,1-2-19 16,2 1-11-16,6 0-26 0,1 1-20 0,0-2-18 15,4 0-10-15,2 0-14 0,1 0-15 0,1 0-12 16,0 1-6-16,2-1-7 0,0 3-4 0,-1-2 1 0,-2 4-3 16,2 0-20-1,0-1-31-15,-3 0-66 0,-1 1-142 16,0-2-218-16,-1 0-286 0,-3-2-262 0,3 2-222 15,-3-7 56-15,1-1 454 0</inkml:trace>
  <inkml:trace contextRef="#ctx0" brushRef="#br0" timeOffset="899.41">15654 1080 247 0,'5'-17'713'0,"-1"2"382"15,-1 5 109-15,-3-1-254 0,0 4-288 0,0 1-170 0,0 3-97 16,0 5-68-16,2 5-48 0,-2 1-36 0,2 5-37 15,-1 3-50-15,3 2-48 0,-3 5-33 0,1 0-22 0,1 6-11 16,-1 1-7-16,1 2-7 0,0 2-7 0,3 1-3 16,-3 1-4-16,4-2-2 0,-3-2-3 0,1-1-3 15,4-6-1-15,-1 0-1 0,0-6-3 0,0-4 1 16,3-1-2-16,-3-5 3 0,2-3 4 0,-1-5 4 16,-3-1 5-16,2-4 0 0,-1-4 1 0,-1-2 0 0,2-5-4 31,-2-2-4-31,-1-4-3 0,2 0-1 0,-3-4-1 15,2 0-1-15,-3-3 1 0,1 1-2 0,-1-1 0 16,-1-1-2-16,-1 1-1 0,-1-1 0 0,0 2-3 16,0 2-1-16,0 1-3 0,0 1-9 0,0 1-17 15,0 1-40-15,-1 2-61 0,1 3-58 0,0 1-67 16,1 2-105-16,-1 1-138 0,2-1-147 0,-1 3-226 16,3 1-218-16,0 5-144 0,4-1 148 0,0 2 395 15</inkml:trace>
  <inkml:trace contextRef="#ctx0" brushRef="#br0" timeOffset="1385.52">16513 896 411 0,'-2'-10'863'0,"0"1"307"16,-2-1 9-1,-3-4-317-15,-2 5-216 0,1-3-144 0,0 5-110 16,-2 2-77-16,-2 1-53 0,-1-1-43 0,-1 2-68 16,1 2-55-16,-1 1-35 0,0 1-18 0,-2 2-12 15,0 3-6-15,2 2-8 0,1-1-4 0,1 5-3 16,-1-3-1-16,5 5-3 0,0-1 0 0,3 3-2 0,-2 1 0 16,4 0-1-16,1 2-2 15,2-1 3-15,2 2-2 0,1 0-1 0,0-1 1 0,4 0 0 0,2-1-1 16,-1 2-1-16,4-2 0 0,-1 0 0 0,2 0-1 15,3 0-3-15,-2 0-1 0,3-2 0 0,-1 2 1 16,1-1 1-16,1-2-1 0,-4 1 2 0,3-1 0 16,-2 1 0-16,0-2 1 0,-3 0 1 0,-3 0 1 15,2 0-1-15,-5 0 8 0,-2 1 11 0,-3-2 7 16,-2 4 13-16,-4-2 11 0,-3 1 10 0,-3 2 2 0,-2 2 2 31,-4 1-2-31,-5 1-2 0,-1 4-6 0,-3 2-4 16,-3 1-5-16,-1 1-7 0,-1 1-5 0,-1 1-8 15,0-1-6-15,4-1-5 0,1-2-5 0,4-2-4 16,3-3-3-16,3-5-4 0,7-5-2 0,4-5-11 16,4-5-15-16,7-8-20 0,3-6-32 0,7-4-76 15,3-9-95-15,4-4-170 0,5-3-281 0,-1-5-327 16,4 0-374-16,0-2-186 0,0 0 168 0,2-2 709 0</inkml:trace>
  <inkml:trace contextRef="#ctx0" brushRef="#br0" timeOffset="1750.96">17053 789 128 0,'-5'-11'751'16,"-4"4"500"-16,-2-1 183 0,-5 3-122 0,0 4-409 16,-6 1-339-1,-1 5-166-15,-1 2-96 0,-5 1-84 16,2 3-63-16,1 0-38 0,2 1-26 0,0 4-18 15,5 3-14-15,0 0-14 0,3 2-10 0,2 1-10 16,6 2-8-16,0-1-5 0,5 1-5 0,1-1-2 16,6-1-1-16,0 0-2 0,4 3-1 0,2-2 0 15,4-1 0-15,2 0-2 0,1 1 0 0,4-1 1 0,0 1-2 16,1-2 1-16,-1 1-2 0,2-1 1 0,-1 3 1 16,2-4-1-16,-4 1 1 0,-1 0-1 0,0 0 1 15,-3 1 1-15,1-1 0 0,-5 3 0 0,0-4 1 16,-2 4 1-16,-6 0 0 0,1 0 1 0,-2 1 0 15,-1 0-1-15,-2-2-1 0,-2 0 0 0,-1-1-1 16,0-1-2-16,0-1-1 0,0-1-6 0,-2-4-14 16,0 0-22-16,-1-2-45 0,1-5-74 0,0-2-117 0,4-1-189 15,-1-4-292-15,2-1-342 0,2-3-335 16,1-2-153-16,0-1 331 0,5-2 681 0</inkml:trace>
  <inkml:trace contextRef="#ctx0" brushRef="#br0" timeOffset="2267.21">18584 1369 102 0,'-6'0'620'16,"-1"0"436"-16,-1 0 145 0,3 0-109 0,4 0-404 16,1 0-279-16,0 0-114 0,4 2-18 0,6-2 4 0,1 3-7 15,5-3-17-15,0 1-22 0,3-1-41 0,3 0-62 16,0 0-43-16,5-1-23 0,3-2-19 0,2 1-14 15,-1-3-11-15,3 2-8 0,0-1-5 0,-1-1-4 0,0 3-1 16,-1-3-1-16,-2 2-2 0,-1 0 0 0,-4 0 0 16,-1 2-1-16,-2 1-4 0,-3 0-25 0,-5 0-63 15,-1 0-65-15,-4-2-113 0,-4 2-195 0,-3 2-312 16,-2-2-322 0,-2-2-243-16,-3 1-133 0,-1-3 344 0,-7 0 620 0</inkml:trace>
  <inkml:trace contextRef="#ctx0" brushRef="#br0" timeOffset="2482.76">18776 928 243 0,'0'4'866'0,"-3"3"379"16,-3 2 2-16,3 0-175 0,2 4-429 15,1 5-232-15,-2 1-85 0,0 4-47 0,2 1-34 0,0 4-28 16,-1 0-48-16,1 0-56 0,1 4-50 0,1 0-32 15,1 2-14-15,0-1-11 0,2-2-8 0,-1 2-7 16,3-2-46-16,-1-1-64 0,2-4-114 0,3 0-208 16,-1-5-292-16,1-2-341 0,5-4-294 0,0-2-142 15,1-3 375-15,2-6 662 0</inkml:trace>
  <inkml:trace contextRef="#ctx0" brushRef="#br0" timeOffset="3017.13">20794 786 315 0,'11'-17'607'0,"-3"-1"283"0,-2 5 189 16,-1 1-238-16,-1 3-176 0,-1 3-38 0,-2 0-63 15,-1 1-86-15,3 1-106 0,-6 4-81 16,3 0-64-16,-3 0-83 0,0 7-47 0,-2 3-28 16,3 3-12-16,-2 5-6 0,0 2-5 0,0 5-1 15,-1 2-4-15,2 1-2 0,2 2-4 0,-3 3-1 16,3 4-2-16,1 0-3 0,-4 3-4 0,3 2-1 16,-1 2-4-16,2-1-3 0,-1 2-5 0,1-1-2 15,0-2-3-15,0-2-2 0,1-4-2 0,2 1-1 0,1-6 0 16,-1-3 0-16,2-3-1 0,2-2 1 15,0-3-1-15,-1-3-1 0,2-3-1 0,3-5 1 16,0 0 0-16,0-4-1 0,5-3 0 0,-2-2-1 0,4-2-1 16,0-3-6-16,3-4-11 0,3 0-11 0,1-4-19 15,0-1-38-15,4-4-70 0,-4 0-65 0,4-4-108 16,-1-1-164-16,2-5-298 0,0 1-293 0,0-4-210 16,0 1-138-16,0-2 306 0,0 0 555 0</inkml:trace>
  <inkml:trace contextRef="#ctx0" brushRef="#br0" timeOffset="3332.13">21605 979 233 0,'6'9'748'0,"-1"3"389"16,-2 3 81-16,-3 5-226 0,0 2-235 15,2 4-181-15,0 4-138 0,1 3-85 0,0-1-57 16,0 4-50-16,2 1-73 0,1-1-64 0,1 0-37 16,1-3-23-16,5-1-12 0,0-6-8 0,5-3-6 15,1-3-4-15,3-7-2 0,3-5-1 0,0-3-1 0,4-6-4 16,-4-7-3-16,4-3-2 0,-1-6 0 0,-1-3-2 15,-2-4-1-15,-3-4 2 0,-1-2-1 0,-4-1-1 16,-4-3 0-16,-2 3 0 0,-5-1-1 0,-6 2 0 16,-1 2 0-16,-7-1 0 0,-6 2 0 0,-2 0-1 15,-3 3-1-15,-3 1-2 0,-2 3 0 0,0 3-1 16,-3 3-1-16,-1 4 2 16,0 6 0-16,-1 4-1 0,2 3 0 15,2 2-1-15,3 5-2 0,1 3-3 0,6 0-9 16,3 1-16-16,4 4-37 0,5 0-69 0,1 3-67 15,4-1-128-15,5 1-183 0,1 4-305 0,4-2-292 16,4 2-208-16,4 2-101 0,4-1 386 0,3 0 550 16</inkml:trace>
  <inkml:trace contextRef="#ctx0" brushRef="#br0" timeOffset="3965.88">22526 873 272 0,'-4'-4'619'0,"0"0"290"0,-1 4 126 0,2 2-204 16,-1 1-249-16,0 1-137 0,0 4-93 16,2-1-36-16,2 6 14 0,0 4-14 0,2 6-34 15,2-1-32-15,-1 5-34 0,0 3-40 0,0 1-60 16,2 3-39-16,-2 1-23 0,2 5-14 0,-2 0-9 16,2 1-8-16,-4 0-7 0,2 2-5 0,1 0-4 0,-1-5-2 15,0-1 0-15,0-7-2 0,2-3 1 0,3-4 0 16,-4-5 3-16,3-5 2 0,-1-4 1 0,1-4 0 15,0-5 1-15,0-6-3 0,-1-6-1 0,2-6-3 16,1-4 2-16,-1-7 1 0,0-4-1 0,5-5 3 16,-5-2-3-16,1-3-8 0,3 1-4 0,0-4 2 15,-1 1 0-15,2 3 0 0,-1 0 0 0,1 2 5 0,3 4 3 16,0 1-4 0,-1 2-3-16,4 2-2 0,-3 2 0 0,1 2 1 0,1 2 2 0,-1 2 1 15,-1 4 1-15,0 4 0 0,-1 1 1 0,-3 5-1 31,-1 3-3-31,-3 1 0 0,1 4 1 0,-1 5 2 16,-3 0 0-16,-3 7 3 0,-1 1 4 0,-2-1 0 16,-3 5 2-16,-2 1 2 0,-5 3-7 0,2 0-4 15,-4 3 0-15,-3 1 0 0,-1 4 2 0,-2 1 1 16,-2 3 6-16,2 0 3 0,-3 4 7 0,3-1 3 16,0 1-2-16,0 2-2 0,5-2-3 0,0-2-1 15,4-1-8-15,2-3-4 0,7-2-3 0,1-5 0 16,4 0-2-16,4-7 1 0,8-1-1 0,2-5-3 0,5-3-8 15,6-3-21-15,-1-5-61 0,4-2-65 0,1-6-114 16,3-3-179-16,-1-2-301 0,3-1-328 0,2-4-256 0,-1-2-156 16,-1-3 310-16,5 0 611 0</inkml:trace>
  <inkml:trace contextRef="#ctx0" brushRef="#br0" timeOffset="4234.83">23555 891 78 0,'1'-18'656'0,"-1"3"492"0,-5 1 214 0,1 3-53 16,-5 5-373-1,0 4-336-15,1 0-191 0,-4 4-104 0,-1 2-84 16,2 5-77-16,-1 2-52 0,-3 5-28 0,3 2-20 16,1 3-10-16,-1 5-7 0,0 2-6 0,4 3-5 15,-2 4-4-15,3 4-3 0,0 3-3 0,3 3 0 16,-1 1-1-16,1 3-1 0,4 0-1 0,0-1 2 16,4-1-1-16,1-4 1 0,3-1-3 0,2-5 0 15,3-6 1-15,3-4-2 0,1-7-2 0,5-2 0 0,-1-8 1 16,5-3-1-16,0-4-1 0,3-3 0 15,-1-4-7-15,1-4-15 0,-3-2-52 0,1-1-69 16,-4-6-98-16,-1 1-178 0,-4 0-295 0,-1-2-332 0,-2-1-284 16,0-1-174-16,-5-3 233 0,2 2 645 0</inkml:trace>
  <inkml:trace contextRef="#ctx0" brushRef="#br0" timeOffset="4434.87">23759 675 194 0,'-18'-4'824'0,"-4"9"438"0,0 1 106 16,5 4-110-16,-1 1-445 0,6 3-311 15,2 1-156-15,2-1-90 0,5 2-78 0,3-1-73 0,5-2-46 16,4-1-24-16,2-1-16 0,7-3-8 0,1-2-7 0,1-1-4 16,5-1-4-16,1-3-14 0,-4-2-44 0,5-2-61 15,-3 1-92-15,-2-3-166 0,-5 0-297 0,2 3-314 16,-4-1-288-16,-5 0-181 0,-2 0 198 0,-5-4 618 15</inkml:trace>
  <inkml:trace contextRef="#ctx0" brushRef="#br0" timeOffset="4617.47">23621 958 114 0,'-28'23'703'0,"3"-1"468"0,-2-1 119 0,4 1-129 15,1 1-391-15,7 0-325 0,3-2-168 0,3-1-90 16,6 0-52-16,3-2-41 0,6-3-35 0,4 0-23 15,5-3-12-15,6-1-11 0,6-3-9 0,5-2 0 16,2-4-1-16,7 0-2 0,2-4-13 0,3 0-28 16,1-3-41-16,4-3-95 0,-2 2-170 0,1-6-297 15,1 0-287-15,-2 2-259 0,3-4-164 0,-1 1 248 16,-2 1 559-16</inkml:trace>
  <inkml:trace contextRef="#ctx0" brushRef="#br0" timeOffset="5216.39">24360 1283 17 0,'0'-17'404'0,"0"-1"331"0,0 0 223 15,0-1 73-15,3 0-284 0,-2 1-232 16,3 1-124-16,-3-4-71 0,2 4-3 0,2 1-5 16,-4 5-8-16,2 2-24 0,2 4-29 0,-3 1-30 15,0 1-44-15,-1 6-44 0,-1 3-40 0,0 4-27 16,-1 7-15-16,-3 2-10 0,1 8-11 0,-2 3-7 0,-2 3-7 16,0 3-6-16,-1 1-6 0,2 1-3 0,-2-1-2 15,4-2 0-15,0-2 0 0,3-4 0 0,1-5 0 16,1-3 2-16,-1-6 0 0,5-3-1 0,-2-6 0 15,3-5-2-15,1-7 4 0,-1-4 0 0,2-8 1 16,1-6 1-16,3-5 1 16,-3-4 1-16,2-1-7 0,-1-4-6 0,-2-1-2 0,0 0-2 0,-1 1-2 15,-2 1-1-15,1 5 12 0,-2 1-1 0,-1 6 2 16,0 2 0-16,0 8 0 0,2 0 1 0,-2 7-6 16,2 4 3-16,-1 6 3 0,1 4 0 0,2 5 1 0,2 3 0 15,-1 7 1-15,2 4 6 0,-1 4 3 0,-1 4 2 16,1 0 0-1,1 3-1-15,1 0-2 0,0 0-6 0,1-3-5 16,1-1-1-16,-2-4 0 0,3-4-1 0,-1-4 0 16,1-4 1-16,1-5 0 0,0-7 1 0,0-5 2 15,-1-5 0-15,-1-8 3 0,-1-5 0 0,2-4 1 16,-1-5 3-16,-1-4 3 0,-2-5 1 0,-2-1 1 16,1-3-1-16,-2 0-2 0,-2-1-2 0,-2-1-7 15,2 0-4-15,-2 0-1 0,2 1-3 0,1 0 0 0,0 4-4 16,0-1-16-16,-1 5-52 0,3 8-70 15,-2 4-126-15,2 6-226 0,0 5-309 0,5 4-344 16,-4 5-292-16,4 2-109 0,3 2 473 0,-2 5 667 16</inkml:trace>
  <inkml:trace contextRef="#ctx0" brushRef="#br0" timeOffset="5399.13">25348 945 161 0,'-3'22'809'15,"-1"5"583"-15,-2 3 86 0,-2 2-227 0,0 4-432 16,0 3-327-16,-1 1-161 0,-4 2-125 0,2 0-74 16,-1 3-42-16,-3 1-33 0,6 2-24 0,-2-4-14 15,3 0-11-15,1-5-2 0,4-2-6 0,2-8-37 16,2-5-69-16,1-8-74 0,1-5-152 0,3-7-256 16,-1-7-322-16,2-4-315 0,0-8-210 0,0-3 31 0,-3-6 583 15</inkml:trace>
  <inkml:trace contextRef="#ctx0" brushRef="#br0" timeOffset="5583.46">25169 859 326 0,'-3'5'697'16,"1"0"249"-16,1 2 44 0,2 0-260 0,4 1-317 15,4 1-198-15,3-2-101 0,2 0-51 0,3 0-25 0,4 2-17 0,3 0-8 0,3-2-3 0,3-1-6 31,3 2-4-31,4-4-7 0,0 2-43 0,2-1-79 16,3-3-122-16,0 3-236 0,1-1-247 0,-2-1-170 16,3 2-2-16,-2 0 219 0,-2-2 304 0</inkml:trace>
  <inkml:trace contextRef="#ctx0" brushRef="#br0" timeOffset="6000.87">25866 932 183 0,'3'-7'423'16,"2"1"177"-16,2 0 121 16,2 4-166-16,1-2-191 0,2 3-85 0,4 1-26 15,0 1 12-15,1 3 3 0,4-1 6 0,-2 4-2 0,1-3-6 0,1 3-18 0,-4 0-28 31,2-2-30-31,-3 0-29 0,1 3-13 0,-2-1 21 16,-1 4 38-16,-3 2 16 0,-3 4 2 0,-2-1-5 16,-4 4-17-16,-6 1-38 0,-2 1-45 0,0 4-27 15,-4 1-19-15,-4 5-16 0,2 0-12 0,-6 3-7 16,2 2-7-16,1 3-3 0,-1-2-3 0,2 1-3 16,-1 0-2-16,4-1-5 0,0-3-1 0,5 2-4 15,3-5-2-15,-1 2-4 0,4-4-1 0,5-5-1 0,2 1-3 16,1-2 1-16,6-3-1 0,-1-6 0 15,4 3 0-15,2-8-1 0,3-1-1 0,2-3-1 16,2-3-5-16,0-3-12 0,-1-3-16 16,1-1-39-16,-1-3-71 0,-3 0-80 0,-5-3-145 0,4-1-251 15,-7 0-313-15,-1-1-317 0,-5 2-206 0,0 0 24 0,-2-2 567 16</inkml:trace>
  <inkml:trace contextRef="#ctx0" brushRef="#br0" timeOffset="6349.29">25806 1183 131 0,'2'-3'738'15,"-2"3"448"-15,0 2 76 0,0 2-160 16,1 1-390-16,4 0-335 16,2 5-135-16,3 0-67 0,2 2-35 0,3-1-23 0,1-1-22 0,5 1-24 15,-2-4-32 1,5 1-19-16,2-4-10 0,3-1-4 0,2-2 1 15,1-1-6-15,1-1-1 0,4 0-2 0,-2-1 1 16,2 0-21-16,-4 0-40 0,1 2-59 0,-4-2-152 16,-4 0-272-16,-1 4-289 0,-3 0-280 0,-4 0-213 15,-5 2 69-15,1 1 552 0</inkml:trace>
  <inkml:trace contextRef="#ctx0" brushRef="#br1" timeOffset="45563.62">14650 2196 70 0,'1'-2'312'16,"-1"-3"168"-16,0 3 145 0,-1-2-71 0,1 2-163 16,-2-2-78-16,2 3-9 15,-3-2 26-15,3 1 24 0,0 1 0 0,0 0-24 16,-3-1-39-16,3 2-47 0,0 0-58 0,0 2-41 16,0-1-30-16,0 4-18 0,0 2-17 0,-1 5-8 15,-1-1-1-15,2 5 20 0,0 2 35 0,0 5 35 16,0 4 20-16,-1 1 1 0,1 7-7 0,-4 1-26 15,3 4-34-15,-1 2-36 0,-1 3-23 0,0 0-17 16,-1 0-11-16,1-1-12 0,2-2-7 16,-4-1-3-16,4-6-4 0,-1 1-1 0,2-4 1 0,-2-4-2 15,2-2-3-15,0-2-1 0,0-5 2 0,0 1-1 16,0-5 0-16,-1 0-1 0,-1-2 0 0,-1-2-17 16,-2-1-54-16,-3 1-57 0,-1-2-55 0,-1-1-105 15,-2 0-155-15,-2 0-199 0,-1-4-243 0,-2 2-220 16,1-1-159-1,-3-3 155-15,3 0 435 0</inkml:trace>
  <inkml:trace contextRef="#ctx0" brushRef="#br1" timeOffset="45896.1">14294 2878 305 0,'2'-2'593'0,"-2"-3"213"16,2 5 87-16,-2-2-231 0,3 2-178 15,0 2-79-15,3-2-48 16,-1 6-24-16,0-1-30 0,1 3-40 0,5 4-34 16,-2 0-10-16,4 5 0 0,0 0-7 0,-1 5-10 15,1 3-18-15,1 1-29 0,-1 2-41 0,3 4-39 16,-3 0-22-16,0 0-13 16,2 0-13-16,0 0-8 0,-2-3-5 0,1 0-5 0,2-4-2 15,0-1-3-15,-2-2 0 0,2-5-3 0,-2-2 0 16,2-1 0-16,-2-4 0 0,-1-3-1 0,1-5-1 15,1-2-1-15,-3-2 2 0,1-5-1 0,-1-2 1 32,0-3-3-32,-3-1 3 0,0-3 1 0,-1-1-1 15,0-1 0-15,-3-2-14 0,0 1-37 0,-1-3-65 16,-2 3-59-16,-4-3-109 0,-2 1-169 0,1-2-241 16,-4 2-280-16,3-1-209 0,-5 3-151 0,-1-3 213 15,0 3 506-15</inkml:trace>
  <inkml:trace contextRef="#ctx0" brushRef="#br1" timeOffset="46745.32">12298 4492 19 0,'-5'14'348'0,"-2"-4"247"16,1 0 180-16,1-2 70 0,-1-3-308 15,3-2-153-15,0 0-58 16,1-5-25-16,0-2-12 0,-1-3-12 15,3-3-31-15,0-3-51 0,2-5-49 0,-1-3-33 16,1-5-17-16,3-4-24 0,0-2-16 16,1-5-3-16,0-4 0 0,2 0-13 0,0-5-9 0,1 2-6 15,2-1 20-15,-1-1 8 0,2 2 1 0,-2 2 4 16,1 1 7-16,0 2 5 0,-3 5 13 0,3 0 13 16,-2 4 5-16,0 5-3 0,-1 3-10 0,-2 2-3 15,2 4-30-15,-4 1-23 0,1 4-13 16,0 0-7-16,1 4-2 15,0 1 9-15,-1 2 5 0,2 2 3 0,-1 4 0 0,4 1 2 0,0 4 0 16,3 5-12-16,0 3 4 0,1 3-1 0,2 3 3 31,0 4 2-31,1 6 2 0,-1 0 1 0,1 4-6 16,1 1-4-16,-1 3-2 0,-1-2-3 0,-2 2-4 16,1 0-3-16,-2-1-2 0,0-4-2 0,1-1-1 15,-2-1-1-15,-3-4-1 0,2-2-3 0,-3-4 2 16,0-1-2-16,-2-3 0 0,0-1 1 0,-3-2 2 15,-1-2 0-15,-2-1 0 0,0 0-1 16,-2 1-5-16,-1-5-12 0,-3 1-39 0,0 0-56 16,0-3-51-16,-4 0-65 0,-1-1-114 0,-2-5-150 15,-1-2-172-15,0-1-228 0,-2-3-229 0,0-1-123 16,-3-3 208-16,2-1 420 0</inkml:trace>
  <inkml:trace contextRef="#ctx0" brushRef="#br1" timeOffset="46995.55">12346 4099 249 0,'-5'-1'545'0,"-1"-1"242"0,0 1 97 15,5 1-255 1,1 0-181-16,0 0-76 0,1 1-47 0,5 1-23 16,-1-1-15-16,1 3-17 0,4-3-48 0,2 2-55 15,1 0-50-15,4 0-38 0,1 1-25 0,2-1-12 16,2 0-17-16,2 2-11 0,0-2-5 15,3-2-6-15,0 2-2 0,-1 0 0 0,1-1-1 16,-1 0 0-16,2 0-1 0,-4 0-11 16,1 0-64-16,-4 1-140 0,-2-1-237 0,0-2-279 0,-5 1-274 15,3-1-230-15,-4-1 66 0,0 0 459 16</inkml:trace>
  <inkml:trace contextRef="#ctx0" brushRef="#br1" timeOffset="47532.99">13105 3826 127 0,'6'3'500'0,"-1"3"274"0,0 1 187 15,-2 4-29 1,4 4-260-16,0 5-191 0,-2 1-103 0,0 4-54 16,-2 5-52-16,2 2-67 0,0 1-58 0,1 4-46 15,-2 1-22-15,1 0 8 0,-1 2 3 0,0-1-3 16,1 1-7-16,-2-3-1 0,3 0-7 15,-1-5-26-15,-2 0-18 0,1-5-14 0,0-2-3 0,-2-6-6 16,1-4-2-16,0-2-2 0,-1-4-3 16,2-1 3-16,-4-4 1 0,0-4 5 0,0-3 0 15,-4-6-1-15,2-3 0 0,-4-4-4 0,1-4-1 16,-1-4-4-16,-3-1 2 0,-1-7-1 16,0-4 2-16,-4-2 3 0,3-3-3 0,-2-5-2 0,1 0-2 15,1 0 2-15,1-3-4 0,-1 1-1 0,3-1 1 16,3 4 6-16,1 2 1 0,2 3 1 0,2 3 0 15,2 5-2-15,1 2-1 0,0 5-1 0,5 2-1 16,0 6-2-16,3 1 0 0,0 4 4 16,5 2-2-1,-2 4-1-15,6 3 6 0,-2 5-1 16,3 1 1-16,1 3 2 0,-2 3 0 0,2 4-1 0,-3 1-4 16,1 2 5-16,-2 2 0 0,-2 0 28 0,0 3 25 15,-5 1 10-15,-2 3 13 0,-1 0 3 16,-6 2 5-16,-2 0-26 0,-2 2-20 0,-3-1-9 15,-4 2-11-15,0-1-9 0,-3-1-4 0,-1 1-4 16,-2 0-2-16,0-4-1 0,0 0-2 16,0-1 0-16,0-1-3 0,-1-4 0 0,4-2 0 0,0-4-12 15,-2-1-44-15,3-3-58 0,0-3-60 16,3-1-117-16,0-4-163 0,3 0-245 0,-2-2-265 0,7 1-219 16,0 0-136-16,3-3 245 0,1 2 471 15</inkml:trace>
  <inkml:trace contextRef="#ctx0" brushRef="#br1" timeOffset="47912.99">13550 4489 291 0,'8'18'728'0,"-4"-2"291"0,2 0 66 15,-4-2-170-15,-1-1-341 0,-1-4-181 16,2-2-85-16,-2-1-22 0,2-3-19 0,-1-4-45 0,3-5-39 15,-3-5-31-15,4-5-38 0,-2-5-34 0,4-5-31 16,0-6-19-16,0-5-6 0,1-6-8 0,1-4-7 16,2-3-7-16,-1-5-2 0,2-2-1 0,-1 0-5 15,2-2-1-15,-1 4 2 0,0 4 4 0,-3 5 1 16,2 5 3-16,-3 7 1 0,-3 5 1 16,1 8-1-16,0 3-3 0,-3 4 0 15,1 6 1-15,1 2 8 0,-2 4 1 0,3 6 6 0,-1 4 2 0,3 3 3 16,-2 4-3-16,2 4-5 0,0 2 0 15,4 4-1 1,-4 3-1-16,2 0-4 0,2 5 1 0,-2 2-4 16,1 3-3-16,0 0-4 0,0 3-2 0,-1-1 3 15,-1-1-4-15,-1 0 2 0,2-1-4 16,-3-4-43-16,1-1-61 0,-3-3-80 0,0-4-145 16,-2-2-220-16,0-3-320 0,-3-5-260 0,0 0-191 15,-3-5 67-15,0 0 484 0</inkml:trace>
  <inkml:trace contextRef="#ctx0" brushRef="#br1" timeOffset="48113.62">13674 4365 203 0,'-11'-8'813'0,"1"4"407"16,-2 2 25-16,3 1-164 0,-1 2-432 15,7 1-259-15,0-1-101 0,5 2-58 0,1 1-32 0,2 1-24 0,5 0-27 16,0 0-50-16,4-3-44 0,4 2-23 0,2-2-14 15,1 0-7-15,4 1-7 0,2-3-3 0,1 1-3 16,2-2-43-16,0 1-58 0,-1-3-90 0,1 1-176 16,0 0-295-1,-2-2-315-15,2-1-270 0,0 1-161 16,2 0 231-16,-4-4 608 0</inkml:trace>
  <inkml:trace contextRef="#ctx0" brushRef="#br1" timeOffset="48829.74">14402 3892 171 0,'1'-13'499'0,"1"4"285"0,-1 0 178 0,-1 2-107 0,0 4-231 32,0 0-128-32,0 1-99 0,0 7-70 0,2 1-47 15,-2 2-33-15,0 6-31 0,2 3-6 0,-1 4-8 16,-1 5-18-16,2 4-23 0,-1 4-35 0,1 1-32 15,1 5-35-15,-1-1-25 0,0 5-14 0,-2 0-10 16,0 0-2-16,1-1-5 0,-1-4-3 0,0-3-2 16,0-3 3-16,0-5 3 0,0-6-4 15,0-2 2-15,0-5 6 0,0-4 2 0,-1-4-1 16,-1-4-1-16,-1-4 4 0,-1-5 1 0,0-6-7 16,-1-3-2-16,0-4 0 0,-3-6 0 0,4-2-2 15,-3-2-2-15,2-5 2 0,1 1-2 0,-4-3-3 16,5 2-3-16,1-2 2 0,-1 1 2 0,3 1-1 15,3 1-1-15,2 1 2 0,3 2 2 0,-2 2-3 16,4 2-1 0,4 2 0-16,-3 2 1 0,3 0 1 15,3 3-1-15,-1 3 3 0,0-1-2 0,3 4 2 16,-3 1 1-16,3 1 2 0,-2 3-2 16,1 1 0-16,-4 3 0 0,2 3 1 0,-4-1-1 0,-1 5 0 15,0 0 3-15,-2 4 0 0,-5 2 1 16,-1 3 2-16,-3 4-1 0,-3 3-1 0,-3 1 3 15,-2 7 0-15,-3 3 3 0,-3 1 4 0,-1 5 6 16,0 1 3-16,-1 2-1 0,-2 3 2 0,2-1-4 16,2 1-6-16,1 0-4 0,1-2-2 0,4 0-3 15,2-1-5-15,2-5 1 0,3-3-1 16,2-4 0-16,4-3-2 0,0-5-1 0,6-2 0 16,2-3-2-16,1-5 0 0,3-3-3 0,1-3-8 15,2-2-33-15,2-4-64 0,-2 0-60 0,2-1-101 16,-2-4-168-16,-1 1-260 0,2-1-284 0,-1-3-216 15,-1 1-155-15,2 0 209 0,-1-4 523 0</inkml:trace>
  <inkml:trace contextRef="#ctx0" brushRef="#br1" timeOffset="49330.71">15036 4478 44 0,'2'28'490'0,"-2"-2"394"0,-2 2 224 0,2-4 10 16,-2-1-359-16,2-6-278 0,-1-3-164 0,2-2-84 31,-1-6-38-31,2-6-32 0,1-5-32 0,0-5-15 16,2-7-12-16,-1-6-20 0,3-8-21 0,1-7-26 16,0-3 25-16,4-8 21 0,0-1 15 0,1-6 12 15,0-1 2-15,1-1 2 0,2-2-30 0,-3 0-20 16,4 2-17-16,-4 5-11 0,1 3-8 0,-2 6-5 15,-2 9-3-15,-2 3-4 0,0 7-6 0,-3 5-1 16,3 5-5-16,-2 3 0 0,-1 5-1 0,1 3-2 16,2 4 1-16,0 8-2 0,0 2 1 15,-2 4 2-15,2 6 1 0,2 2 0 0,-2 4 1 16,-2 4 1-16,2 1 0 0,0 7-1 0,-4 2-3 16,1 3 2-16,0 2-3 0,-2 5-2 0,-1 1 0 15,-1-2-2-15,-1 3-1 0,2-3-3 0,-2-4-15 16,0-1-52-16,0-5-63 0,-2-5-92 0,2-5-167 15,-1-2-280-15,-1-8-313 0,-1-2-265 0,1-4-178 16,-1-3 173 0,-2-4 594-16</inkml:trace>
  <inkml:trace contextRef="#ctx0" brushRef="#br1" timeOffset="49529.58">15159 4386 386 0,'-16'-20'855'16,"2"4"326"-16,3 1 10 0,1 4-313 15,1 4-279-15,6 4-155 0,1 4-105 0,2 5-69 16,5 2-41-16,4 1-36 0,3 3-42 0,2 1-52 16,5 0-39-16,3-3-23 0,0 0-14 0,5-2-10 15,2-1-8-15,2-1-3 0,2-3-5 0,1-2-55 16,3-1-59-16,-2-1-99 0,2-3-177 0,-1-1-298 16,0-1-323-16,2 0-256 0,-2-1-151 0,-1-3 271 15,-1 1 600-15</inkml:trace>
  <inkml:trace contextRef="#ctx0" brushRef="#br1" timeOffset="49846.41">16065 3776 327 0,'-2'-16'919'0,"-2"2"329"0,-1 6-22 16,0-1-190-16,1 6-415 0,0 1-194 16,1 7-104-16,0 4-54 0,0 4-40 0,0 7-30 15,1 4-51-15,2 2-55 0,2 10-28 0,-2 2-18 0,4 5-11 16,-1 4-11-16,-1 4-11 0,1 3-5 16,-1 2-5-16,1 2-3 0,-1-1-2 0,1-1-3 15,-1-4-6-15,1-4-23 0,-2-6-58 0,1-3-60 16,-2-8-82-16,-2-3-147 0,1-4-219 0,-6-4-299 15,1-6-233-15,-5-1-199 0,-3-5 48 0,-2-2 474 16</inkml:trace>
  <inkml:trace contextRef="#ctx0" brushRef="#br1" timeOffset="50048.6">15619 4131 400 0,'0'-27'852'0,"0"2"270"0,2 6-15 0,0 4-287 16,2 2-370-16,5 2-183 0,3 3-99 0,3 2-47 0,1 1-23 16,6 1-12-16,4 2-5 0,4 2-17 15,1 0-30-15,4 0-14 0,5 0-9 0,1 0-7 0,3 0-3 16,-3 2-9-16,2 1-40 0,-4-1-108 16,-1 2-164-16,-4-2-292 0,-3 2-268 0,1 0-249 15,-4-1-78-15,-1 0 317 0,-2-2 458 0</inkml:trace>
  <inkml:trace contextRef="#ctx0" brushRef="#br1" timeOffset="50364.93">16522 3826 33 0,'0'0'573'16,"-3"6"503"-16,1 2 278 0,-2 4-25 0,0 4-354 16,1 5-339-1,2 3-209-15,-1 5-113 0,0 2-88 16,2 5-80-16,0 1-44 0,2 6-27 0,0 0-19 15,1 3-12-15,0-3-7 0,0 3-7 0,4-2-12 16,0-1-5-16,1-4-5 0,0-4-3 0,5-6-5 16,-1-4 0-16,0-7 0 0,3-8 1 0,0-4-1 15,0-7 2-15,0-7-1 0,0-6 2 0,0-6-1 16,0-6-1-16,-2-5-1 0,0-6-1 0,-2-3 0 16,-2-3 0-16,-1 0 0 0,-5-3-1 15,0 3-1-15,-4-1-1 0,-2 3-2 0,-5 4-8 16,2 2-16-16,-2 6-33 0,0 2-59 0,-5 4-60 15,5 5-83-15,-1 4-155 0,-1 6-266 0,6 4-282 16,-3 2-233-16,6 4-184 0,1 2 125 0,0 1 561 31</inkml:trace>
  <inkml:trace contextRef="#ctx0" brushRef="#br1" timeOffset="50979.31">17028 3961 62 0,'-2'-4'649'0,"-1"1"536"15,-2-2 222-15,1 5-126 0,1 0-346 16,1 2-369-16,1 1-183 0,1 3-106 0,0 2-77 16,0 5-50-16,1 2-43 0,2 3-26 0,2 4-14 0,-1 2-12 15,-2 6-9-15,3 1-6 0,0 7-6 16,0-1-7-16,-1 6-5 0,1-1-5 0,-1 3-4 15,1-2-4 1,-1 1-4-16,0 0-2 0,1-6 1 0,0 1-1 0,-1-3 0 0,1-5-2 0,-2-3 0 16,1-4-2-1,0-5-1-15,-2-2-2 0,0-7-1 16,-1 0 2-16,-1-6 0 0,0-6 0 16,0-2 2-16,-3-6 0 0,1-5-1 0,2-4 0 0,-3-5 1 15,3-1 1-15,-1-4-1 0,1-3 1 0,-2-5 0 16,0-3-2-16,2-2 0 0,0-2 0 15,4-1-2-15,-4-2 1 0,4 3 1 0,0 0-1 16,2 4 0-16,2 1 1 0,-2 6 1 0,2 2-1 16,0 6 2-16,1 3-1 0,1 3 1 0,0 2-1 15,2 3 0-15,-1 3 0 0,0-2-1 0,3 5 1 16,-2-1 1-16,1 1-1 0,-1 3 1 16,-3 1-1-16,4 1 0 0,-4 1 0 0,-1 1 0 15,2 2 0-15,-2 1 2 0,-2 2-1 0,0 0 2 16,-2 2-1-16,0 3 1 0,-2 2 1 0,-1 3-2 15,-2 0 3-15,-1 3-2 0,-4 2 2 0,1 3-1 16,-3 2 0-16,0 1 2 0,-1 4-1 0,-2 2 0 31,0 4 1-31,-3-1 4 0,2 4 6 0,-2 1 3 16,3 0 4-16,1-1 0 0,1 0 2 0,5-2-4 16,-3 2-4-16,5-4-3 0,1 2-2 0,1-1-3 15,3-2-2-15,0-2-3 0,5-2-1 0,1-2-2 16,1-5-2-16,3-1 0 0,3-5-2 15,-2-6-1-15,5-4-3 0,1-5-8 0,-1-5-10 0,3-5-20 16,0-1-48-16,-1-7-77 0,3-3-105 16,0-2-176-16,-2-3-295 0,-2 0-335 0,2 0-308 15,0-1-138-15,-1 1 279 0,0 1 644 0</inkml:trace>
  <inkml:trace contextRef="#ctx0" brushRef="#br1" timeOffset="51396.22">18043 4734 325 0,'5'7'882'16,"-2"-6"327"-16,-3-2-7 0,2-5-219 0,-1-4-305 15,-1-4-207-15,3-4-111 0,-1-4-61 0,0-4-39 0,-1-2-43 16,4-4-66-16,-4 0-53 0,2-6-29 15,1-1-20-15,-3-5-14 0,4-2-10 16,0-1-8-16,0-4-9 0,1-5-5 0,2 2-2 0,-2-4-2 16,2 1 1-16,1 1 0 0,-1 3 0 15,2 0 0-15,-2 4 0 0,1 4 1 0,-1 4-2 0,0 5 0 16,1 7 0-16,-2 4 0 0,-1 6 1 16,1 5-1-16,-3 7 1 0,2 3 0 0,-1 6 1 15,2 6 0-15,-3 4 0 0,1 5 0 0,-2 6-2 16,3 4 1-16,-2 6 1 0,-3 2 2 0,1 4 1 15,-1 4-2-15,-1 2 4 0,0 3-4 0,0 2 0 16,0 1-1 0,0 0-2-16,-3 0-2 0,3-2-1 15,-1 1-1-15,-3-5-3 0,2 1-13 0,-2-5-36 16,3-3-68-16,-2-1-63 0,-1-4-115 0,0-5-176 16,0-1-284-16,0-4-286 0,-2-3-205 15,2-1-124-15,1-6 297 0,-2-1 533 0</inkml:trace>
  <inkml:trace contextRef="#ctx0" brushRef="#br1" timeOffset="51679.27">18033 4255 82 0,'0'-2'640'0,"0"2"459"0,0 1 145 0,-4 2-106 16,4 3-341-16,4 1-270 0,0 4-135 0,0-1-77 15,1 1-48 1,3 1-40-16,0 0-49 0,1 0-64 0,1-2-45 16,1 2-28-16,2-1-16 0,-2-3-10 0,3 2-6 0,-1-3-4 0,2 1-3 15,0-2-2-15,0-2 0 0,1-1 1 0,2 0-4 0,-4 0-9 32,2-3-48-32,-4 2-67 0,1-1-83 15,-2 1-153-15,-1 1-249 0,-1 0-317 0,0-1-273 16,-1 2-183-16,-1-2 92 0,-1 0 538 0</inkml:trace>
  <inkml:trace contextRef="#ctx0" brushRef="#br1" timeOffset="53178.39">12677 5070 140 0,'8'-11'353'0,"-2"0"159"0,1 3 138 0,-3-1-107 15,1 0-81-15,-2 0 14 0,0 1 22 16,-1 1 13-16,-1 1-36 0,-1 0-64 0,0 4-45 16,0-4-28-16,2 5-30 0,-2 0-41 0,-2-2-33 15,2 2-35-15,-3 1-44 0,1 0-49 16,-1 1-39-16,-3 3-23 0,0 0-13 0,-1 1-6 16,-2 6-6-16,-2-1-7 0,-2 5-3 0,0 1-2 15,-4 5-2-15,0 2-1 0,-1 4-1 0,-2 3-1 16,-2 1-1-16,1 2 2 0,1 3-1 0,-4-2 0 15,3 3 1-15,1-3 1 16,-1 0 0-16,2-2-1 0,0 0 0 0,2-4-2 0,-1-2 1 0,4-2-3 16,-2-2 0-1,2-1 0-15,2-3-1 0,0 0 0 16,0-3 0-16,2 2 0 0,-1-4-5 0,0 2-15 16,2-4-40-16,1 1-57 0,-3-2-51 0,3-1-68 15,-2 0-112-15,2-3-148 0,-1 0-178 0,1-3-231 16,0 0-221-16,0-3-117 0,1-1 212 15,0-3 431-15</inkml:trace>
  <inkml:trace contextRef="#ctx0" brushRef="#br1" timeOffset="53629.41">12123 5301 191 0,'0'-2'465'0,"-3"2"226"0,0 2 160 16,0 1-134-16,-2 0-146 0,2 1-72 0,-2 2-60 0,-1 0-48 16,-2 3-52-16,0 1-60 15,0 2-59-15,0 4-37 0,-1 2-12 0,-1 1 8 16,-1 8-5-16,-3 0-7 0,3 4-17 0,-5 6-23 15,4 1-29-15,-1 5-25 0,-3 0-17 0,3 2-16 16,-1-1-10-16,3 0-6 0,-1 0-4 0,2-3-12 16,4-3-5-16,-1-5-1 0,2-1 1 0,3-3-5 15,0-5 2-15,6-4 0 0,-2-3 0 0,3-2 1 16,1-3-1-16,2-1 1 0,3-4-1 16,3-5 1-16,-1 1 1 0,4-6-1 0,1-2 1 15,-1-4 1-15,5-3 2 0,2-5-1 0,-2 0 1 0,5-6-1 16,-2 1-1-16,4-5 0 0,-1 0-5 15,-1-2 1-15,1-1-2 16,-1 2-7-16,-3-1-45 0,0 2-63 0,-2 2-72 0,-3 1-146 0,-2 3-248 16,-4-1-315-16,1 5-279 0,-1 1-204 0,-4 0 33 31,-1 2 531-31</inkml:trace>
  <inkml:trace contextRef="#ctx0" brushRef="#br1" timeOffset="55346.15">9823 6096 29 0,'-2'-4'272'0,"2"2"153"0,-1-2 140 16,-1 3-19-16,0-2-165 0,2 2-69 15,-1-1 12-15,1 1 47 0,0 1 38 16,0-2 7-16,1 2-20 0,-1 0-49 0,0 0-70 16,0 0-70-16,0 0-59 0,0 2-42 15,0 1-30-15,0 0-19 0,0 4-4 0,2 2-3 16,0 2 7-16,1 6 14 0,-2 0 8 0,4 5 2 15,-3 3-5-15,4 0 44 0,0 5 12 0,-1 3-4 16,0 0-9-16,1 1-10 0,-1 3-5 0,0-2-42 16,-1 3-27-16,1-1-16 0,0 0-9 0,0-2-3 15,-2-3-6-15,0-2-2 0,2-1 1 0,1-4-1 16,-1-4 0-16,-2-2-1 0,2-3 1 16,0-3-1-16,1-4 1 0,0 0 0 15,0-5 1-15,2-2 4 0,0-4 1 0,2-4 0 0,-1-4 4 16,3-3 0-16,0-3-1 0,-1-6-1 0,2 0 2 15,1-5-2-15,2-2 2 0,0-1-4 0,1-2 0 16,-1-2-3-16,1-1-3 0,-1 1-1 0,1 1-2 16,-4 1 2-16,3 1-1 0,-5 4 2 0,-1 3 2 31,-1 3 0-31,-3 5 19 0,0 1 10 0,-4 4 8 16,0 2 3-16,-2 5 2 0,-4 0-1 0,-2 6-15 15,0 2-11-15,-3 6-4 0,-1 2-4 16,-1 3-3-16,-2 3-1 0,0 2-8 0,1 3-5 15,-1 3 3-15,4-1 2 0,-2 3 1 0,4 1 3 16,-1 1 5-16,3 1 6 0,1-2-7 0,-1 0-3 16,5-1-3-16,0-2-2 0,2-3 0 15,2-3-2-15,1-2-1 0,0-3 0 0,3-3-2 0,4-8-9 16,-2 0-28-16,1-5-48 0,2-6-47 16,-1-4-44-16,1-2-51 0,1-5-65 0,-1-2-53 0,1-4-18 15,-1 1-11-15,2 1-23 0,-2-3-4 0,3 4 38 16,-2 0 67-16,-2 3 75 0,0 2 65 15,1 2 51-15,-2 4 38 0,-2 1 34 16,-1 4 31-16,3 2 46 0,-3 3 64 0,3 5 80 0,0 4 75 16,0 1 58-1,2 7 30-15,1 0-8 0,-1 5-31 16,4 2-53-16,-1 0-60 0,0 1-53 0,0 2-47 16,1-2-32-16,-1-3-26 0,0-1-18 15,-2-3-6-15,3-2-4 0,-2-2 2 0,-1-5 1 0,-1-2 5 16,0-4 6-16,-3-3 10 0,0-3 2 15,-1-4 4-15,-3-5 1 0,1-4-3 0,-4-3-9 0,0-5-7 16,0-2 1-16,-3-1 24 0,0-1 20 16,-3 0 24-16,0 1 12 0,-3 0 8 0,-3 4-2 15,-3-1-24-15,-1 5-25 0,-2 0-20 0,-1 6-14 16,-3-2-11-16,4 6-7 0,-3 2-5 16,3 4-3-16,0 1-4 0,3 5-1 0,2 3 0 15,3 3-24-15,2 3-31 0,2 3-26 0,3 3-25 16,3 3-39-16,2 1-82 0,0 3-77 0,4 0-102 15,2 0-173-15,1 1-271 0,3 1-199 0,1 0-31 16,3-2 219 0,3-2 360-16</inkml:trace>
  <inkml:trace contextRef="#ctx0" brushRef="#br1" timeOffset="56062.16">10814 6938 119 0,'0'5'351'16,"-1"-4"160"-16,1-1 109 0,1-3-130 0,-1-4-178 16,2-4-82-16,1-2-9 0,0-3 15 0,3-4 48 0,1-2 23 15,-1-5 18-15,4-1 2 0,0-2-15 16,-3 1-28-16,3 0-46 0,0-1-38 0,-3 5-45 16,-1 0-34-16,-1 6-18 0,1 4-2 15,-2 2 20-15,0 3 15 0,-1 2 7 0,-1 3-6 0,-1 2-17 16,-1 3-24-16,2 3-29 0,-2 4-29 0,2 3-18 15,-1 3-7-15,-1 4-6 0,3 2-4 0,-1 3-5 16,1-2 4-16,2 4-2 0,1-4-2 0,0 4-1 31,1-5 5-31,-1-1-2 0,2-4-5 0,1-1 5 16,-1-2-1-16,2-7 5 0,-1-1-2 16,1-6 4-16,1-6 1 0,0-4-3 0,0-6 0 0,0-4 2 15,0-3-3-15,0-2-1 0,1-1-1 16,0 1 2-16,-2 0 2 0,2 3-4 0,-4 0 0 15,0 5 3-15,0 2-1 0,-2 2-2 0,-1 3 0 16,-2 5 4-16,0 0 5 0,0 3 3 16,-1 5 10-16,1 2 8 0,-1 4 2 0,0 5 2 15,-1 1-3-15,1 3-6 0,-1 4-9 0,1 2-9 16,1 0-3-16,-2 2-5 0,2-1-3 0,1 2-2 16,1-3 1-16,-1 1-1 0,1-1-3 0,3 0-24 15,-2-4-52-15,2-1-51 0,0-2-84 0,0-3-138 16,-2-2-193-16,2-3-294 0,0-3-234 0,1-2-205 15,-1-2 44-15,0-4 422 0</inkml:trace>
  <inkml:trace contextRef="#ctx0" brushRef="#br1" timeOffset="56479.03">11475 6730 179 0,'8'2'383'0,"0"1"175"15,0-2 114-15,0 1-143 0,-2-1-92 0,0-1-27 16,1 0-4-16,-1-1 2 0,2-2-25 15,-2-3-33-15,1-1-56 0,-1-4-61 0,0-2-53 0,2-1-53 16,-3-4-37-16,1-4-27 0,1-1-17 0,0-4-5 16,0-3-6-16,-1-2-4 0,1-3 0 15,-1-2-7-15,-2-1-4 0,1-3-7 0,-2-1 9 0,-3 0 14 16,0-1 12-16,-1 2 29 0,-3-1 27 16,0 3 24-16,-4 1 1 0,0 3-9 0,-2 3-6 15,-2 3-19-15,1 5-23 0,1 4-18 0,0 6-15 16,1 2-10-16,1 6-13 0,-1 4-5 0,1 4-6 15,3 5-4-15,-1 4-2 0,1 3 0 0,2 4 0 32,0 5 0-32,3-1 1 0,0 8 2 0,5 1 7 0,-1 2 8 0,1 4 6 0,3 4 3 0,0 2 0 31,1 4 3-31,-2 1-6 0,1 1-4 16,1 3-5-16,-3-1-3 0,2 2-3 0,2-1-3 15,-2-2-2-15,0 0 0 0,-2-4 1 0,2-1 0 16,0-4-3-16,-2-4 0 0,1-2 1 0,-1-6-5 15,-1-2-1-15,-2-5-14 0,1-3-39 0,-4-5-65 16,0-2-78-16,-4-5-148 0,-1-3-237 0,-1-2-309 16,-4-2-287-16,1-5-202 0,-2-1 32 15,-1-3 522-15</inkml:trace>
  <inkml:trace contextRef="#ctx0" brushRef="#br1" timeOffset="56678.3">11489 6832 87 0,'5'3'580'15,"-2"3"387"-15,1 0 148 0,0-1-70 16,-1 2-372-16,0-5-269 0,-1 5-151 0,3-1-78 0,0-1-38 31,0 1-25-31,-1-2-36 0,5 1-32 0,-1-2-20 16,1 0-9-16,3-2-5 0,-1 1-3 16,0-2-4-16,3-2-1 0,1 1-5 0,0-2-31 15,-2-2-94-15,3-2-129 0,-5 1-220 0,3-4-283 16,0 0-265-16,-1-2-171 0,1-1 161 0,-2-4 413 15</inkml:trace>
  <inkml:trace contextRef="#ctx0" brushRef="#br1" timeOffset="56878.04">12005 6548 413 0,'5'6'995'0,"-4"4"282"16,-1 0-64-16,0 4-222 0,-3 1-410 15,1-1-215-15,-1 5-106 0,-2 2-55 16,-1 0-38-16,2-1-38 0,0 1-49 0,1-1-42 0,2-3-22 15,-3-1-14-15,4-2-47 0,-1-3-52 0,-1-1-86 16,2-3-167-16,-3-4-295 0,0-3-304 0,0-1-260 16,1-5-178-16,1-3 204 0,-1-4 588 15</inkml:trace>
  <inkml:trace contextRef="#ctx0" brushRef="#br1" timeOffset="57011.69">11978 6463 50 0,'-2'-15'553'15,"1"5"450"-15,-3 2 194 0,1 0-70 16,-3 5-382-16,3 1-312 0,0 2-194 0,0 1-110 16,1 3-57-16,0 2-37 0,4 0-22 0,1 2-18 15,1 4-61-15,2 0-99 0,1 3-133 0,2 1-210 16,-1 1-285-16,4 3-247 0,-1-2-82 0,2-1 207 16,1 2 380-16</inkml:trace>
  <inkml:trace contextRef="#ctx0" brushRef="#br1" timeOffset="57394.25">12324 6623 150 0,'-1'-7'760'0,"-1"0"521"0,-3 2 184 16,0 1-176-16,-1 2-439 0,-1 4-326 16,0 1-161-16,-1 0-110 0,2 4-93 0,-2 1-55 15,3 0-39-15,2 4-21 0,-2 0-17 0,4 1-12 16,-1 2-7-16,2 0-4 0,0 0-1 0,3-2-3 15,0 1-2-15,1-4 0 0,0 1 0 16,4-3 1-16,-2 0 0 0,2-2-1 0,1-1 1 16,1 1 0-16,0-4-1 0,0 3 0 0,2 0 0 15,-3 0 2-15,3 0-1 0,-2 1 0 0,0 0 1 16,1 3 0-16,-2 2 0 0,-2 2 2 0,1 0 0 16,-3 1 0-16,-2 4 1 0,1 1 0 0,-2 2-2 15,0 4 0-15,-2 0-1 0,-2 3 1 0,0 0-1 16,-2 1-1-16,2 3 1 0,-1-1 0 15,-2 1 1-15,2-2-1 0,-2-1 1 0,0-2 1 0,2-5-2 16,-1-2-1-16,-1-4-2 0,2-4-2 16,1-3-9-16,-2-4-20 0,-1-5-48 0,1-5-63 0,0-4-62 31,-2-5-112-31,1-6-159 0,3-4-229 16,-3-6-257-16,4-2-210 0,-1-2-155 0,2-2 208 15,0-3 481-15</inkml:trace>
  <inkml:trace contextRef="#ctx0" brushRef="#br1" timeOffset="57777.95">12401 6692 83 0,'7'-22'336'0,"-4"3"184"16,2 2 163-16,-2 0-66 0,0 3-124 0,-1 0-77 15,2 4-30-15,0 0-9 0,-1 2-3 0,-2 1-14 16,3 5-39-16,-3 0-11 0,2 4 13 0,2 5-1 16,0 1-30-16,-1 3-35 0,0 2-33 0,-1 5-43 15,0 1-52-15,0 4-41 0,0 1-25 0,1 3-17 16,-1 1-12-16,0-2-8 0,3 2-7 15,-1-5-6-15,1-2-5 0,-1-3-4 0,3-3-3 16,0-4 1-16,1-3-3 0,-1-3-2 0,0-6 0 16,3-5 4-1,0-5-1-15,-1-6-1 0,1-2 0 16,-2-5 1-16,4-5 0 0,-4 1-2 0,1-3 1 16,0 2 0-16,-1-1 0 0,-3 4 0 0,1 1 1 15,-3 1 3-15,0 6 0 0,0 1 2 0,-4 3-1 16,3 4 0-16,-3 1 1 0,2 5-4 0,-2 2-1 15,0 4 2-15,0 2-1 0,0 5 0 16,1 3-2-16,-1 2-2 0,2 3 3 0,1 3-3 16,0 2-1-16,-1 3-1 0,3-1 1 0,-2 1-2 15,3-1-10-15,0-1-29 0,-1-2-53 0,0-3-55 16,0-3-59-16,1-2-86 0,0-2-127 0,-1-7-141 16,2-1-172-16,-4-6-226 0,2-1-200 0,-1-5-10 15,2-6 305-15,-1 1 397 0</inkml:trace>
  <inkml:trace contextRef="#ctx0" brushRef="#br1" timeOffset="58062.41">12808 6566 238 0,'3'-18'578'0,"0"5"312"16,-1 3 143-16,1 1-174 15,-1 3-200-15,-1 3-165 0,1 1-126 0,2 6-90 16,1 1-49-16,-2 6-58 0,4 2-47 16,-1 2-29-16,1 4-22 0,0 0-21 0,3 3-27 15,-2 1-13-15,1 2-7 0,1 2-11 16,-1-2-1-16,2 1 3 0,-3-2-4 0,2-1-1 0,-2-4-4 15,2-2 9-15,-3-5 2 0,-1-4-5 16,-1-2 13-16,0-4 0 0,-1-4 0 0,-1-4-3 16,-1-4 2-16,0-3 2 0,-1-3-2 0,-1-3-5 15,-1-2 3-15,1 0 3 0,-2-2-2 0,0 4-5 16,2-2-6-16,-3 2 2 0,3 2-14 0,0 1-25 16,0 2-17-16,3 2-25 0,-1 3-65 15,0 1-112-15,-1 2-120 0,3 0-145 0,0 2-262 16,3 2-239-16,0-3-72 0,3 3 194 0,0-3 344 15</inkml:trace>
  <inkml:trace contextRef="#ctx0" brushRef="#br1" timeOffset="58313.41">13228 6422 18 0,'2'-5'563'16,"0"2"575"0,-2 3 341-16,-4 3-97 0,0 2-378 0,-2 3-361 15,-1 4-218-15,-1 2-131 0,-3 3-100 16,0 7-63-16,1 1-41 0,0 1-28 0,2 5-18 15,1 0-14-15,2 2-11 0,2 0-9 0,3 0-6 16,0-1-3-16,2-2-2 0,1-4-2 0,4-6-1 16,-1-2-1-16,0-3-8 0,5-4-9 0,-1-5-15 15,-1-4-31-15,1-4-54 0,-1-4-59 0,-1-3-43 16,3-2-46-16,-3-2-60 0,0-1-56 0,-2 1-23 16,2-2-25-16,-2 2-58 0,-1 1-60 0,2 2-41 15,-1 0-60-15,0 3-97 0,0-1 27 0,1 1 123 16,-1 4 184-16</inkml:trace>
  <inkml:trace contextRef="#ctx0" brushRef="#br1" timeOffset="58511.74">13472 6552 295 0,'3'-12'819'0,"-6"0"396"0,2 1 189 15,-2 3-263-15,1 2-298 0,0 0-259 16,-3 3-178-16,2 6-103 0,-2-1-112 0,1 6-72 0,-1 1-46 15,0 4-23-15,2 2-17 0,2 2-11 16,-1 2-8-16,2 4-9 0,0-3-4 0,0 6-4 0,3-2-8 16,0 3-19-16,1 1-49 0,2-2-71 15,0 1-91-15,0-1-169 0,3-2-288 0,-2-2-322 16,4-1-285-16,1-1-168 0,3-5 181 0,0-2 620 16</inkml:trace>
  <inkml:trace contextRef="#ctx0" brushRef="#br1" timeOffset="58780.4">14103 6716 18 0,'-2'1'561'0,"-1"4"560"0,0 2 282 15,0 2-59 1,-2 3-347-16,4 4-373 0,-2 2-213 0,3 5-131 15,-4 4-81-15,1 2-67 0,0 8-47 16,0 1-27-16,-1 5-19 0,1 4-7 0,0 3-11 0,-3 6-9 16,3-1-7-16,0 3-5 0,-1-3-3 15,1-1-16-15,0-7-52 0,1-4-69 0,-1-9-97 16,3-6-162-16,-1-7-271 0,1-3-325 0,0-10-274 16,1-6-174-16,1-6 193 0,-1-8 571 0</inkml:trace>
  <inkml:trace contextRef="#ctx0" brushRef="#br1" timeOffset="58945.06">14036 6486 323 0,'-4'-33'914'0,"-4"6"347"0,0 5-30 0,2 8-217 16,-1 3-470 0,-2 5-261-16,3 5-130 0,1 4-71 15,2 3-35-15,1 1-26 0,2 7-9 0,3-1-6 16,4 2-19-16,3 3-47 0,-2 0-134 0,4 2-199 15,0 1-285-15,1 0-276 0,1-1-238 0,2 1-48 16,0-1 414-16</inkml:trace>
  <inkml:trace contextRef="#ctx0" brushRef="#br1" timeOffset="59277.92">14454 6526 6 0,'-5'-4'774'16,"0"1"763"-16,-4 4 101 0,-3 4-292 0,-3 4-365 15,-1 3-408-15,0 3-249 0,1 4-113 0,2 1-62 0,-1 2-39 16,3 3-31-16,1-2-26 0,4 3-20 16,0-3-14-1,4-1-9-15,2-3-5 0,3-2-3 0,5-2-3 0,2-6-2 0,-1-1-1 0,7-7-4 32,-2-2-7-32,2-7-8 0,-2-2-11 0,3-4-11 15,-2-3-5-15,0-1-1 0,-2 0 4 0,-2 3 11 16,-3 0 11-16,0 5 13 0,-1 1 7 0,-4 1 5 15,-2 5 3-15,-1 2 0 0,0 2 1 0,-1 5-2 16,-1 2 0-16,-1 4-2 0,0 1 0 16,1 3 0-16,-1 4-2 0,1 0-1 0,2-1-1 15,2 2 1-15,1 2-7 0,2-3-25 0,0 1-68 16,2-2-66-16,3 0-113 0,-2-3-176 0,4 3-292 16,1-4-323-16,4-2-229 0,-1-1-141 0,2-2 276 15,-1 0 574-15</inkml:trace>
  <inkml:trace contextRef="#ctx0" brushRef="#br1" timeOffset="60182.71">15614 6396 4 0,'-3'-11'363'0,"-2"4"328"0,1 1 312 16,-5 0 120-16,-1 1-305 0,0 3-248 15,-2-2-133-15,1 4-91 0,1 2-70 0,-2 1-61 16,2 1-47-16,0 2-26 0,3 0-31 0,0 2-30 16,3 0-33-16,-3 3-24 0,5 0-9 15,-1 1-11-15,3 1 0 0,0 1-1 0,2-2 1 0,-1 1 0 16,4 2 1-16,-1-1-2 0,2 1-2 16,0-1-1-16,3 3 0 0,1-1 1 0,-2 3 0 15,5 0 0-15,-4 2 2 0,2 0 1 0,0 0-5 16,0 3-1-16,-1-1 45 0,-1-1 26 0,-1 2 16 15,-1-1 6-15,-2 1 2 0,-1-2 0 0,-2-1-38 16,2 0-22 0,-4 0-12-16,0-3-9 0,-4 0-3 0,2-2-2 0,-1-3-3 0,2-1 0 0,-4-3-4 31,1-4-2-31,-2 0-3 0,1-5-32 0,-4-3-63 16,3-1-56-16,-1-6-86 0,-1-4-139 0,-1-2-186 15,3-1-249-15,-1-4-224 0,1 0-198 16,1-3 26-16,-1-1 378 0,6 2 420 0</inkml:trace>
  <inkml:trace contextRef="#ctx0" brushRef="#br1" timeOffset="60462.66">15623 6559 114 0,'13'-13'347'0,"0"2"190"0,0 1 188 0,0 1-76 0,-1 2-75 16,2 1-15-16,-2 0-34 0,2 0-46 16,-3 1-67-16,0 3-74 0,1-3-56 0,1 5-40 0,0 0-2 15,-1 2-11-15,-2 3-13 0,-1 0-17 16,1 1-27-16,-4 4-35 0,-1 3-40 0,0 2-21 15,-1 2-15-15,-1 3-6 0,-3 5-11 0,0 1-4 16,-1 4-6-16,-1 1-3 0,2 1-6 0,-4 0-5 16,4-1-2-16,0 1-3 0,0-2-3 0,0-2-4 15,4 0-3-15,-1-4-2 0,-1-1-2 0,3-3-2 32,0-2-2-32,1-3 1 0,3-3-2 0,-2-2 0 15,2-3 0-15,-1-4-6 0,3-2-11 16,-1-3-29-16,-1-4-67 0,2 0-66 0,-1-6-114 15,-1 0-174-15,-1-1-304 0,-2-2-309 0,2-2-224 16,1 1-130-16,0-4 310 0,-1 1 579 0</inkml:trace>
  <inkml:trace contextRef="#ctx0" brushRef="#br1" timeOffset="61410.37">16190 6460 8 0,'0'-6'481'15,"-2"2"476"-15,1 1 265 0,-4 0-40 16,2 1-306-16,2 2-247 16,-3 3-166-16,1 2-116 0,0 2-67 0,0 2-43 0,-1 3-54 0,1 2-60 15,2 1-48 1,-1 4-25-16,-1 1-16 0,3 1-13 16,0 1-8-16,5-1-7 0,-4 0 0 0,4-1-3 15,0-2-1-15,1-2-2 0,2-3 0 16,0 0 3-16,1-5-3 0,1-3 1 0,2-1-1 0,0-8 1 15,2-3 0-15,0-4-3 0,-1-3 2 16,4 0-1-16,-4-4 0 0,4 0 1 0,-4-2 0 16,1 2 2-16,1 2-1 0,-5 0 0 0,1 3 0 15,-1 0-2-15,-1 3 1 0,-1 5-2 0,-3 2 1 16,3 1 2-16,-3 5 0 0,1 2 0 0,-1 3-2 16,1 4 1-16,1 3 0 0,-3 4 0 15,2 0 1-15,2 3 0 16,-1 3 1-16,-1-1-2 0,5 1 0 0,-1 2-1 0,-2-1 0 0,1-3 0 15,2 2 2-15,-1-3 0 0,-1-1 2 0,2-5-1 16,0 0 0-16,2-6-1 0,-4-1 0 0,3-4 0 16,0-4-3-16,-2-4 2 0,1-3 0 0,-1-1-1 31,0-7-1-31,0 1 1 0,-1-2 1 0,-3-2 1 16,2-2 0-16,-1-3 0 0,0 1 0 0,-2-2-1 15,-2-2 0-15,2-2 0 0,-2 2 0 0,-1-3 0 16,-2-1 0-16,2-1 0 0,-2 0 0 15,-2-1-1-15,2-2 2 0,-2 4-1 0,1 0 0 0,-1 3 2 16,2 2 0-16,-1 5 1 0,-3 2-2 16,1 9 1-16,2 2 0 0,-5 6 0 0,1 8-2 15,0 5 2-15,2 5-1 0,0 6 0 0,-1 4 0 16,3 6-1-16,-1-1 1 0,4 4-1 0,-1 1 1 16,1 2-1-16,1 1 1 0,0-2-1 0,1-3 1 15,0 0-1-15,2-5-1 0,2-6 2 0,2-6-1 16,1-6 1-16,0-6-3 0,2-7 0 0,1-7 2 15,-1-9-1-15,1-6 0 0,0-10 1 16,2-7 0-16,-2-7 0 16,3-6 0-16,-2-4 0 0,0-8-2 0,-2 1 2 0,-2-3 2 0,2-3 0 15,-4-1 2-15,1-3-1 0,1-2 0 0,-2 0 1 16,0 2-4-16,-3 1 2 0,1 5 2 0,-2 9 4 31,0 5 4-31,-2 7 6 0,1 9 7 0,-4 9 1 16,0 5-1-16,0 7-4 0,0 4-1 0,-2 9-6 15,0 6-3-15,-1 7-2 0,3 5-2 16,-1 8 4-16,1 5 1 0,-2 8 4 0,0 6 7 16,2 6 4-16,-1 6 5 0,-1 6 4 0,0 4 3 15,-1 6 1-15,2 5-2 0,-4 1-5 0,4 4-5 16,1-1-7-16,1-2-7 0,5-4-7 0,-1-7-4 16,6-8-2-16,-1-8-2 0,6-8-2 0,-2-8 1 15,5-6-2-15,-2-7 1 16,-1-7 0-16,3-2 1 0,-3-4 0 0,-1-3 1 0,-2-3 0 0,1 2 1 15,-3-3-1-15,-1 0 1 0,-1 2 0 16,-2-3 1-16,-1 2 0 0,-1 0 0 0,0 1 1 16,-2 0-2-16,0 0 0 0,-2 1 0 0,-1 2-2 15,0 2-4 1,0-1-9-16,0 0-15 0,0 1-32 0,0 1-74 16,-1-5-87-16,1 0-164 0,0-3-286 15,0-1-323-15,1-5-365 0,2 1-201 0,-1-7 119 16,3-2 686-16</inkml:trace>
  <inkml:trace contextRef="#ctx0" brushRef="#br1" timeOffset="61596.17">17291 6254 76 0,'-10'-23'692'0,"0"5"562"16,-2 4 141-16,-1 5-144 16,2 5-362-16,-1 2-380 0,0 4-187 0,3 2-118 15,0 3-63-15,0 3-55 0,3-1-47 0,3 3-76 16,1 0-66-16,1-2-113 0,2 1-185 0,2 0-302 15,2-1-318-15,0-1-249 0,3 1-151 0,3 0 308 16,0 1 597 0</inkml:trace>
  <inkml:trace contextRef="#ctx0" brushRef="#br1" timeOffset="62347.3">17295 6901 238 0,'-4'9'704'15,"0"-3"370"-15,1 0 94 0,0-3-226 16,1-1-333-16,-1-4-218 0,2-2-137 15,1-4-73-15,0-2-18 0,3-5 1 0,2-5 17 0,1-2 12 16,5-4-4-16,-2-3-13 0,1-3-24 0,2 1-29 16,1-5-26-16,0 5-25 0,-1 1-16 0,-2 2-11 15,2 3-11-15,-3 3-5 0,-1 6-6 16,-2 2 4-16,0 4 5 0,-1 5 7 0,0 4 7 16,-4 5 2-16,2 5 0 0,1 4-7 0,-3 5-8 15,1 6-10-15,1-1-7 0,-1 3-6 0,4 2-6 16,-2-1 0-16,1 0-3 0,0 0-1 0,3-3-1 15,1 0 1-15,-1-1 1 0,0-5-1 16,5-3-1-16,-4-3 1 0,4-3 0 16,1-7-2-16,1-4 0 0,0-3 2 15,3-9 0-15,1 0 0 0,-1-7 1 0,0-2 0 0,-1-4 0 0,1 2-1 0,-1-1 0 32,-2 1 0-32,-2 3 0 0,-3-1 1 15,1 4 0-15,-2 5 0 0,-1 0 0 0,-3 5 1 16,0 1 0-16,-2 4 0 0,2 3 0 0,-4 1 2 15,2 5-2-15,-1 3 1 0,0 3 0 16,-1 4-1-16,3 0-1 0,-1 3 0 0,0 0 0 0,3 1-1 16,0-1 0-16,1-1 0 0,1 1 0 0,1-3-2 15,2-3-1-15,-1-2 1 0,1-4-1 16,1-3 1-16,0-1 0 0,-3-6 0 0,4 0 2 16,-4-4-1-16,4 3 1 0,-7-3 0 0,2 1 0 15,-1 1-1-15,-1 1 0 16,0 1 0-16,-3 2 0 0,2 0-1 0,-2 4 0 0,2 2-3 0,-2 2-10 15,-1 2-19-15,-1 3-49 0,-1 3-75 0,-3 3-101 16,2 2-179-16,-3 1-295 0,1 3-327 16,0-1-298-16,1 2-152 0,2 0 248 0,2-2 645 15</inkml:trace>
  <inkml:trace contextRef="#ctx0" brushRef="#br1" timeOffset="62629.46">18250 6919 91 0,'2'-6'766'0,"-2"3"698"0,0 3 107 15,1 1-264-15,-1 3-424 0,0 2-349 16,2 2-190-16,-1 4-142 0,-1 0-68 15,0 4-40-15,0 1-27 0,0 6-24 0,0 0-18 0,-3 4-11 16,2 2-6-16,-3 3-7 16,0 4-4-16,-1 0-14 0,2 1-36 0,-2 3-72 0,-1 0-88 15,-3 0-177 1,1-3-294-16,-4 1-325 0,3-3-341 0,-4-2-191 16,5-1 176-16,-1-3 691 0</inkml:trace>
  <inkml:trace contextRef="#ctx0" brushRef="#br1" timeOffset="63843.21">10033 7738 102 0,'0'-5'631'15,"-2"4"422"-15,1 0 135 0,-1-1-101 16,2 1-401-16,-4 1-291 0,4-2-159 0,0 2-79 16,-2 2-21-16,4 2 15 0,-2 4 8 0,4 4 21 15,1 2 2-15,0 2-7 16,1 5-11-16,2 3-31 0,1 3-23 0,0 2-27 0,0 5-16 16,0 2-10-16,1-1-16 0,0 2-9 0,0-1-7 0,0 2-9 15,-2-5-8-15,2-1-4 0,-1-3-2 16,0-5-1-16,-2-2-4 0,-1-5 2 0,3-2 0 15,-4-5 1-15,3-3 0 0,-1-2 2 0,0-5 1 16,1-6 1-16,0-5 4 16,2-3 0-16,1-5 4 0,0-6-5 0,1 0 2 0,0-4-2 0,0 1-4 31,2-2-3-31,-1 3-1 0,1-1-1 0,-3 5-1 16,-1 0 1-16,2 4 0 0,-4 2 0 15,-1 4 1-15,-1 1 2 0,-1 3-1 0,-1 3 1 16,-2-1 0-16,1 4 1 0,-3 3 3 0,0 3-2 15,-1 1 2-15,-3 5 0 0,1 3 1 0,-3 2-1 16,-2 5-2-16,3 2 0 0,-3 3-2 0,-1 2-2 16,1 5-1-16,0 2 0 0,0 3-1 15,1 3-2-15,0 1 1 0,1 4 4 0,-1-2 1 16,4-2-1-16,0 1 2 0,3-7 2 0,0-1-1 16,2-6-4-16,2-5 0 0,1-2-3 0,2-6-3 15,-1-5-1-15,3-5-22 0,1-6-51 16,-1-5-60-16,2-5-55 0,-3-5-81 0,2-6-111 0,2-2-105 15,-1-2-70-15,-1-4-60 0,2 0-118 0,0 1-125 16,-1 0-62-16,1-1 83 0,-2 5 215 16,2 2 245-16</inkml:trace>
  <inkml:trace contextRef="#ctx0" brushRef="#br1" timeOffset="64112.23">10533 8175 63 0,'11'-7'278'0,"0"3"200"0,-2 4 211 16,1 4 31 0,4 3-66-16,-3 3-76 0,5 4-60 0,-2 0-56 15,0 5-68-15,2-1-81 0,0 1-83 16,-2 3-65-16,4-5-54 0,-4 1-31 0,3-1-23 0,-4-4-13 15,1-1-9-15,0-4 10 0,-2-1 40 16,0-3 44-16,-2-4 27 0,-1-5 13 0,-1-3-2 16,-2-5-20-16,-1-4-37 0,-2-3-35 0,-1-5-23 15,-2 0-10-15,-3 0-2 0,-2-2-1 16,-2 4-1-16,-3 0-7 0,-3 4-7 0,-3 0-6 16,-3 6-6-16,0 1-6 0,0 5-4 0,-3 2-4 15,2 5 1-15,0 3-4 0,3 4-1 0,0 3-2 0,4 3 0 16,2 4-2-16,3 1-14 0,2 1-31 15,4 2-51-15,2 0-47 0,2 0-45 0,3 2-52 16,1-3-66-16,0 2-81 0,2-5-80 16,0 1-166-16,3-2-243 0,0-3-201 0,0-2-37 0,3-3 248 15,-1-6 377 1</inkml:trace>
  <inkml:trace contextRef="#ctx0" brushRef="#br1" timeOffset="64560.95">10961 7761 203 0,'3'-30'581'0,"-3"4"353"0,0 2 202 16,-1 3-191-16,-1 5-250 0,2 2-125 15,-1 3-80-15,-1 3-88 16,2 4-83-16,0 4-66 0,-2 4-47 0,2 4-59 16,2 8-54-16,-2 2-33 0,3 7-11 0,0 4-2 15,1 4-4-15,-1 5-2 16,3 0-4-16,0 6 0 0,2 2-6 0,0 1-2 0,0 1-6 0,1 0-5 15,1 2-4-15,1-5-6 0,0 1-2 16,0-3-1-16,3-4-2 0,-1-3 1 0,0-3 0 16,1-2 0-16,2-4 0 0,-2-5-3 0,2-5-1 15,-2-1-3-15,2-6-1 0,-2-4 1 0,1-2-1 16,0-8 1 0,-4 0 1-16,2-5 2 0,-4-4 1 15,1 0-1-15,-2-2 0 0,1-1 1 0,-4-2-1 16,1 2 0-16,-1-3 1 0,-2 3 0 0,1-1-1 15,-3 0 0-15,2 2 0 0,0 2 1 0,-3 2-1 16,0 4 1-16,0 1 0 0,2 4 0 0,-1 0 0 16,1 5-2-16,0 4 0 0,-1 4 0 15,2 5 1-15,2 3-2 0,-1 3 1 16,0 2 3-16,2 2-1 0,1 2-1 0,-3 0 1 0,3 2-2 16,-1 0-17-16,0-3-40 0,1-1-70 0,-1-4-82 15,-1-6-157-15,0-1-260 0,-2-7-317 0,3-6-304 16,-3-2-194-16,0-8 71 0,-1-4 583 0</inkml:trace>
  <inkml:trace contextRef="#ctx0" brushRef="#br1" timeOffset="64727.64">11388 8051 196 0,'-5'-18'788'0,"-2"1"393"15,0 5 45-15,1 1-153 0,-1 2-453 0,3 3-297 16,-1 3-151-16,2 0-73 0,2 2-43 0,1 1-21 15,0 1-19-15,4 1-12 0,2 0-8 0,-1 2-19 16,3 0-78-16,0 0-136 0,1 0-201 0,1 1-285 16,0-1-266-16,2 3-210 0,-1-1 82 0,0 0 418 15</inkml:trace>
  <inkml:trace contextRef="#ctx0" brushRef="#br1" timeOffset="67195">11614 8424 236 0,'-3'4'511'0,"0"2"221"16,1-2 122-16,1 0-200 0,-1-2-191 16,2 1-77-1,0-1-65-15,0-2-44 0,0-5-38 0,0 2-48 16,0-6-36-16,0 1-31 0,0-6-24 15,2-1-11-15,-1-4 1 0,1 0 0 0,0-1-11 16,-1-1-17-16,2-2-2 0,-1 2-4 0,0 0-9 16,-1 3-10-16,1 2 2 0,-1 0 20 0,1 5 30 15,1 2 18-15,-3 3 7 0,1 1 2 0,-1 3-8 16,0 2-26-16,2 2-33 0,-1 6-19 0,-1 2-14 16,2 5-5-16,1 4-6 0,1 2-2 0,0-1-1 15,1 4-5-15,0 1 1 0,4-2-2 16,-2 1 3-16,-1-1 2 0,2 1 2 0,0-4 2 0,-2 1-2 15,0-5 0-15,2 0-1 0,-3-4-1 16,3-2 2-16,-3 0-7 0,-1-4 1 0,1-1 1 0,-1-3-2 16,-1-2 2-16,1 0 0 0,-2-5 2 15,-1-2 1-15,2-4 1 0,-1 0-1 0,1-4-3 16,0-2 3-16,-1-3 2 0,1 0-3 0,2-3 0 31,-2 0 2-31,3 0 2 0,-3 2-5 0,2 1 1 16,-1 4-1-16,-1 0 0 0,0 5 0 0,0 2 3 15,-1 2-2-15,1 3 0 0,1 4 1 16,1 4 0-16,0 1 1 0,0 4-2 0,-2 4 2 16,3 3 1-16,0 2 0 0,-1 1 1 0,0 1 0 15,1 0 1-15,-1 0-3 0,0-1-1 0,1-2-1 16,0-1 2-16,1-3-4 0,-2-3 1 0,1-2-2 16,0-4-1-16,0-2 4 0,-1-6-1 0,2-6 0 15,-1-3 1-15,0-4 7 0,-1-4-1 0,1-1-4 16,-1-3 1-16,-2 0 2 0,2 0 0 0,-2 1-1 15,2 3-2-15,-2 1 2 0,0 4-1 0,-1 0 2 16,-1 4-5-16,1 4-3 0,0 2 1 16,-1 1-1-16,-1 3 0 0,3 4-2 0,-1 4 3 15,1 3 2-15,0 4-2 0,-1 1 2 0,4 6-1 16,-1 1-4 0,0 2-3-16,-1 1-35 0,3-1-37 15,0 3-43-15,0-4-78 0,1 1-134 0,0-3-197 16,-1-1-269-16,1-4-240 0,2-2-212 0,0-5 52 15,0-4 421-15</inkml:trace>
  <inkml:trace contextRef="#ctx0" brushRef="#br1" timeOffset="67544.58">12313 8174 121 0,'0'-6'685'0,"0"1"434"15,-2 3 118-15,-2 1-126 0,-4 4-391 0,3 2-271 16,-3 1-141-16,3 3-70 0,-4 5-48 0,3 0-31 15,1 1-34-15,-1 6-47 0,2-2-36 0,1 1-20 16,3-1-13-16,0 0-4 0,0-3-4 0,3-1-5 16,1-3 4-16,2-3-3 0,0-3 3 15,2-3 0-15,0-5 1 0,2-5 2 0,-1-3-2 0,2-6 1 32,-1-3-5-32,2-5 0 0,-2-2-2 0,-1-2 1 15,-1-1-1-15,1 2 1 0,0 2 3 16,-3 0-2-16,0 4 3 0,0 5-2 0,-3 1 4 15,2 5 1-15,-3 1 4 0,1 5 3 0,-1 1-1 16,-1 3-1-16,1 7-2 0,1 2 0 0,0 3-5 16,-1 2-3-16,2 5-2 0,1 2 0 0,0 3 2 15,0 1-4-15,0 1 1 0,1 2-3 0,3 0 3 16,-2 2-12-16,-1-2-38 0,4 0-35 0,-3-1-34 16,1-1-78-16,0-3-139 0,-1-1-178 0,-1-6-264 15,0-2-236-15,0-4-208 0,-1-4 66 16,0-5 412-16</inkml:trace>
  <inkml:trace contextRef="#ctx0" brushRef="#br1" timeOffset="67811.41">12623 7692 24 0,'3'-26'476'0,"-1"7"428"15,-1 2 251-15,-1 6-17 0,0 3-351 0,2 6-266 31,0 4-157-31,1 4-86 0,2 5-31 0,1 2-24 16,0 2-18-16,0 4-21 0,2 0-37 0,3 6-32 16,-3-1-27-16,2 5-19 0,1 0-18 0,-2 4-12 15,1 5-7-15,-2 1 0 0,1 4-9 0,-1 2-8 16,-1 5-5-16,-3 1-4 0,2 3 1 0,-1 1-5 16,-2-1 1-16,1-1-4 0,-3-2-3 0,2-5-35 15,-1-4-65-15,1-6-64 0,-3-5-140 16,0-6-231-16,0-6-312 0,-3-4-294 0,1-5-215 15,-2-7-35-15,-1-3 498 0</inkml:trace>
  <inkml:trace contextRef="#ctx0" brushRef="#br1" timeOffset="68043.17">12641 8040 13 0,'-2'-16'553'0,"2"5"505"0,0-1 211 0,-2 5-106 15,2 1-332-15,0 2-371 0,2 1-186 16,2 2-99-16,1 1-45 0,0 0-26 0,3 1-8 16,0 2-23-16,4 1-28 0,-2 1-13 0,4-1-14 15,-1 0-5-15,1 2-11 0,2-2-3 0,0 1-2 16,1-1-3-16,2 0-16 0,-3 0-32 16,4-1-27-16,-2-1-84 0,1 0-145 0,-2 1-232 15,-1-3-274-15,1 3-249 0,-1-1-191 0,-2 1 132 16,-1 0 464-16</inkml:trace>
  <inkml:trace contextRef="#ctx0" brushRef="#br1" timeOffset="68309.92">13262 8313 45 0,'17'27'315'16,"0"-4"181"-16,-2-4 181 16,-1-2 16-16,-3-6-127 0,0-2-40 0,-2-3-18 15,0-5-28-15,-5-5-60 0,0-2-59 16,-3-4-75-16,1-5-55 0,-4 0-5 0,-1-4 10 15,1 0 4-15,-4 0-14 0,-2-1-19 0,-3 1-34 16,0 1-49-16,-5 1-38 0,0 2-26 0,-2 2-17 16,-2 1-12-16,0 3-10 0,-4 1-5 0,3 3-7 15,-4 5-2-15,2 2-3 0,-1 3 0 0,3 5-4 16,-1 1-2-16,3 7 0 0,3 0-3 0,4 3-3 16,2-1-3-16,5 4-22 0,4-3-57 15,1 1-61-15,3-1-68 0,0-2-131 0,5-1-182 0,0 0-292 16,5 0-238-16,-1-4-206 0,4-2-49 15,0 0 369-15,4-3 492 0</inkml:trace>
  <inkml:trace contextRef="#ctx0" brushRef="#br1" timeOffset="68928.91">13524 8122 166 0,'0'2'429'16,"0"-2"217"-16,0 2 166 15,0 0-114-15,0 2-131 0,2 0-69 0,0 3-45 16,-1 1-45-16,2 2-52 0,3 1-72 16,1 0-64-16,-1 5-38 0,1-4-28 0,2 3 0 15,-1 2 10-15,1-3 5 0,-1 3-10 16,3-3-22-16,-3 2-23 0,0-1-26 0,0-1-28 15,0 2-22-15,-2-2-13 0,-1-1-7 0,2-1-6 16,-3-1-4-16,-1-3-2 0,2 0-1 0,-4-2-1 16,1-2 7-16,0-1 4 0,-2 0 3 0,0-3 0 15,0-3-2-15,-2 0 2 0,0-3-10 0,-1-1-3 16,0-4-3-16,0-2 2 0,-1-3-2 16,0 0 0-16,1-2-2 0,-2-1 1 0,2-3-2 15,1 1 1-15,-1 1 0 0,2-1-1 0,-4 2 1 16,5 0 1-16,-1 3 1 0,1 1 1 0,0 3-3 15,1 0 1-15,-1 2 0 0,5 3 0 0,-4 0-2 16,4 2-1-16,-2 0 0 0,4 3-1 0,-1 0 1 16,3 1-1-16,1 2-2 0,0 1 2 0,0-1 0 15,1 3-1-15,-1 0-17 0,2 0-48 0,-2 1-56 32,1-3-51-32,2 2-87 0,-4-3-135 0,3-1-158 15,0-1-194-15,-2-1-228 0,2-2-208 16,-1-1-5-16,-1-1 320 0,2 0 407 0</inkml:trace>
  <inkml:trace contextRef="#ctx0" brushRef="#br1" timeOffset="69144.05">13938 8093 299 0,'8'10'597'0,"-3"5"309"15,2 1 146-15,-1 1-212 0,3 6-201 16,-2-1-119-16,1 4-76 0,2 1-63 0,0 0-61 0,1 1-48 16,2 0-46-16,-2-1-45 0,0-1-51 0,3-3-45 15,-1-3-37-15,1-1-22 0,-3-6-13 0,2-3-3 16,1-2-3-16,-3-7-3 0,1-2-1 0,-2-5-3 15,-2-3 3-15,-1-5-1 0,0-1-2 0,-4-3 2 16,-1-1-1-16,-2-2 1 0,-2-2-1 0,-2 1-2 16,-4-1 1-1,-2 2-2-15,-1 0 1 0,-3 0-18 16,-2 0-59-16,-3 3-57 0,-3-2-124 0,0 2-181 0,-5-1-307 0,-1 0-313 0,-1 0-234 0,-1 2-118 31,0-3 373-31,0 1 556 0</inkml:trace>
  <inkml:trace contextRef="#ctx0" brushRef="#br1" timeOffset="69309.89">13921 7579 430 0,'5'-3'1254'0,"-5"9"336"0,-5 4-188 0,-3 4-296 16,-3 4-495-16,0 3-274 0,1 0-148 0,-2-1-77 16,2 4-43-16,2-5-30 0,4-1-19 0,2-4-17 15,2-1-62-15,6-4-73 0,2-3-156 0,1-4-278 16,4-2-300-16,4-3-368 0,-2 0-264 15,3-4 13-15,-1 1 647 0</inkml:trace>
  <inkml:trace contextRef="#ctx0" brushRef="#br1" timeOffset="70244.34">14466 8056 298 0,'2'-3'665'0,"-2"-1"315"0,-2 1 126 16,2 0-244-16,0 1-257 0,-1 1-159 16,1-1-94-16,-2 0-56 0,2 2-40 15,0 0-35 1,0 0-21-16,2 0-14 0,-2 2-26 0,1 1-28 16,1 0-25-16,0 3-24 0,-1 1-16 0,2 4-21 15,-3 1-11-15,2 2-10 0,-2 2-8 16,3 2-4-16,-3 1-1 0,2 2-4 0,0-1-1 15,1 1-2-15,0 0-4 0,1-1 0 0,1-2-3 16,2-2 1-16,-1-1-2 0,2-2 0 0,1-5 1 16,1-2-1-16,-1-4 2 0,4-4-3 0,-2-4 1 15,-1-1 3-15,2-5 0 0,-1-1 0 16,2 0 0-16,-4-2 0 0,3 4 1 0,-2 0-2 0,-2-1 1 16,4 5 0-16,-2 4 0 0,2-2 3 15,-3 5 0-15,3 0 2 0,0 5 0 0,-1-2-1 16,1 4 2-16,-2 2-2 0,2-1-3 0,0 2-2 15,-1 0-1-15,0 1-1 0,-2-1 2 0,1-1-2 16,-1-1 2-16,1 3 1 0,-2-3 0 0,-2-2 0 16,-1 0 0-1,2-3-1-15,-3 0 2 0,-3-1-2 0,3-4 3 0,-4-1 1 0,0-3 0 0,0-3 1 16,-2-3-2-16,0-2 2 0,-1 0-1 16,1-4-1-1,-2 0 0-15,-1-4 1 0,1 1-1 16,-3-2 2-16,-1 0-1 0,3-2-1 0,-2 1-1 15,0 0 1-15,2-1 0 0,-1 3-5 0,1 3 0 16,2 0-2-16,0 0-17 0,0 4-54 0,1 3-63 16,2 2-74-16,2 1-146 0,0 5-223 0,4 0-311 15,-2 2-250-15,1 2-195 0,3 2 30 16,0 2 480-16</inkml:trace>
  <inkml:trace contextRef="#ctx0" brushRef="#br1" timeOffset="71042.74">15706 8036 404 0,'3'4'863'0,"-1"-1"298"16,0 3 4-16,-1 1-297 0,1 4-310 16,-1 1-170-16,3 3-98 0,0 2-63 0,-1 3-43 15,0 3-33-15,-1-1-33 0,0 2-41 0,-1 0-32 16,1 1-20-16,-2-2-13 0,1-1-4 16,-1-2-50-16,2-2-50 0,-2-4-116 0,0-4-185 0,0-4-291 15,0-6-311-15,0-3-248 0,0-6-119 16,0-4 341-16,0-5 556 0</inkml:trace>
  <inkml:trace contextRef="#ctx0" brushRef="#br1" timeOffset="71210.53">15795 7767 415 0,'-7'1'899'0,"0"3"256"0,-3 2-31 0,2 1-273 0,2 1-398 0,-2-1-225 0,5 1-115 31,0 2-71-31,3-1-92 0,0-2-125 0,4 0-158 16,0-4-298-16,3 2-258 0,1-1-193 0,2-3 33 16,2 0 324-16</inkml:trace>
  <inkml:trace contextRef="#ctx0" brushRef="#br1" timeOffset="71592.67">16179 7718 164 0,'8'-11'590'0,"-5"1"374"16,0 4 166-16,0 1-152 16,-3 0-296-16,2 4-202 0,-2 2-118 0,1 4-66 15,-1 2-27-15,2 5-21 0,-2 2-23 0,2 2-28 16,-1 6-40-16,-1 3-38 0,4 1-37 0,-3 4-33 16,2 2-16-16,-1 1-13 0,2 5-7 0,-1-1-4 15,-1 1-5-15,1 2-2 0,1-1-2 0,-4 2-3 16,1-1-2-16,-1 0 0 0,-1-5-28 0,1 0-61 15,0-3-53-15,-4-6-86 0,3-1-152 0,-1-3-234 16,-1-6-287-16,0-1-220 0,-2-3-193 16,1-3 107-16,-3-3 483 0</inkml:trace>
  <inkml:trace contextRef="#ctx0" brushRef="#br1" timeOffset="71809.24">16066 8307 347 0,'5'-13'764'0,"-1"3"272"0,-3 0 58 16,4 1-253-16,0 0-285 0,2 2-191 0,1 1-117 0,2-2-54 15,2 2-45-15,1 1-45 0,0-1-33 16,4 1-22-16,-1 3-20 0,1-3-10 0,4 2-9 16,-2 1-9-16,2 1-8 0,-1 1-7 0,-1 1-11 15,3 1-46-15,-1 1-115 0,-4 2-157 0,2-3-288 16,-3 3-267-16,3-1-243 15,-3 0-73-15,1 2 327 0,0-3 455 0</inkml:trace>
  <inkml:trace contextRef="#ctx0" brushRef="#br1" timeOffset="72259.14">16647 8294 125 0,'-3'7'721'0,"1"8"443"15,1-2 104-15,-1 5-126 0,2 2-350 16,0 4-291-16,3 1-150 16,2 6-78-16,-1 0-43 0,1 4-41 0,2 5-55 15,-1 1-55-15,3 3-25 0,-1 1-18 0,0-2-16 16,0-1-9-16,3-4-5 16,-3-3-2-16,0-7-6 0,3-3-1 0,-3-5 1 0,-2-3 1 0,1-7-2 15,-4-2 0-15,0-7 1 0,-3-4 0 0,-3-4 0 16,0-5 0-16,-4-4 2 0,1-4-2 15,-5-4 1-15,2-3 1 0,-3-2 0 0,0-4 1 0,-1-2-1 16,0-1 2-16,-1-3-3 0,1 1 0 16,0-2 3-16,1-2-2 0,4 0 0 15,-2 3-2-15,3-1 3 0,2 3 1 0,0 1 0 0,2 3-1 16,3 3 3-16,-1 3-1 0,2 3 1 0,1 1-2 16,1 4 0-16,0 2-2 0,2 3-2 0,2 1 0 31,-1 1 2-31,3 1 0 0,-1 3-2 0,0 0 2 15,1 2 0-15,-1 0 1 0,0 2-2 0,0 3 0 16,2 2 1-16,-2 2 2 0,-2 2-2 16,0 5-3-16,0 0 0 0,-1 6-23 0,-5 3-61 15,0 3-58-15,-1 4-120 0,-7 2-200 0,2 2-310 16,-2 2-304-16,0 0-232 0,0 2-112 0,2-1 391 16,-1-1 584-16</inkml:trace>
  <inkml:trace contextRef="#ctx0" brushRef="#br1" timeOffset="72459.66">17038 8539 456 0,'-15'12'1199'0,"-4"5"278"15,-1-1-179-15,-3 1-254 16,0 2-514-16,-1-4-273 0,1 0-130 0,3-3-105 15,3-5-74-15,4-2-156 0,1-3-259 16,4-4-291-16,2-4-310 0,4-1-251 0,0-4-61 16,4-2 502-16</inkml:trace>
  <inkml:trace contextRef="#ctx0" brushRef="#br0" timeOffset="120681.72">10329 3292 139 0,'-2'-3'340'0,"1"2"155"0,-1-2 91 16,-1 0-142-16,1 0-127 0,-1 1-54 15,-2-1-18-15,2 0 4 0,0 2 9 0,-1 0-3 0,0-1 1 16,0 0-10-16,0 1-10 0,1 0-12 16,-2-1-12-16,2 2-15 0,1-2-17 0,-2 0-23 15,-1 2-24-15,2-3-24 0,-2 2-21 0,2-1-17 16,-2 2-12-1,2-3-9-15,0 3 0 0,-3-2 4 16,1 2 12-16,2 0 17 0,0 0 12 0,-1 0 16 16,0 0 4-16,0 2 1 0,-2-2-16 0,2 0-10 15,-1 0-11-15,0 3-21 0,0-3-13 0,2 0-12 16,-2 0-3-16,-1 0-6 0,0 1-3 0,1-1-1 16,-1 1-1-16,-1-1-2 0,1 1 0 15,-2 2-5-15,2-3 0 0,-2 4-1 0,1-2 1 16,-3 0 0-16,0 2-1 0,3-2-2 0,-5 1-3 15,3 0 2-15,-1 2 2 0,-2-1 2 0,0-1 2 16,0 3 1-16,2-1 0 0,-1-1-1 0,-1 1-5 16,0 0-4-16,1 0 0 0,0 2-1 15,0-4 0-15,0 2 0 0,-1 0 1 0,2 1 1 0,-4 0-1 16,4-2-1-16,-3 2 0 0,1 0-2 16,-1 2 1-16,1-2-3 0,-1 2 0 0,0-1 1 15,-1 4 1-15,1-3-1 0,-1 1 1 0,0 2 0 16,0-1 1-16,1 1 0 0,0 1-2 0,-1-2 2 15,1 1-2 1,-2 1 1-16,2 0-2 0,-1-2 0 16,1 2 3-16,2-1-2 0,-3 0 1 0,1 2-1 15,-1-1 1-15,1-1-1 0,-2 3-1 0,2-2 1 16,-1 3-1-16,0-1 0 0,1-1-1 0,-3 2 1 16,3 0-3-16,-2 1 2 0,0 1-1 15,1 0 0-15,0-1 1 0,-2 3 1 0,2 0 3 16,-2-1 0-16,0 0 2 0,-1-1 1 0,1 2 1 15,0-1-2-15,0-2-1 0,1 0 0 0,0 3-2 16,-2-2 5-16,3-2 4 0,-2 2 2 0,3 0-1 16,-1-2 2-16,1 0 0 0,1 1-4 0,-1-1-4 15,2 1-3-15,0 1-1 0,3 0-1 0,-2 1-1 16,0 2-1-16,2-1-1 0,0 0 1 0,0 2-2 31,0-2 0-31,0 1-1 0,3 1 1 0,-1-1 1 0,1 1-1 0,-2 0 0 0,2 0 1 16,0-1-1-1,0 3 0-15,0 1-1 0,-1 0 1 0,1-1 2 16,2 1 0-16,-2-2 1 0,2 1 0 0,-2 2 2 16,1 0 1-16,0 0-3 0,-2 3 2 15,2-1 0-15,-1 2 0 0,0-2-2 0,0 2 1 0,0-1 0 16,-1-1-1-16,0 1-1 0,1-2 0 16,-1 0 1-16,1-1 0 0,-1 2 1 0,1-2-1 15,0-2 0-15,-1 2 0 0,1-1 1 0,0 0-3 16,1-3 1-16,-1 3-1 0,2-1 1 0,-2-1-2 15,2 1 1-15,1-1 1 0,-1 2 0 16,0-1 0-16,1-1 2 0,-1 1 1 0,0 1-1 16,0-2-1-16,2 2 4 0,-1 0-1 0,0 0-2 15,2 1 0-15,0 0 0 0,-1 0 0 0,1-1-1 16,0 2 0-16,0-1 0 0,1-1 1 0,-1 3 0 16,0 0-1-16,2 0 0 0,0 0-1 15,-1 0 0-15,1 2 0 0,-1-1-1 0,-1 0 0 0,3 0 0 31,-3-1 0-31,2 1 0 0,-2-2-1 0,1 1 3 16,-1 0 0-16,0-2 1 0,0 0 0 0,0 0 0 16,0 0 1-16,0-1 0 0,-1 0-2 15,-1 1 1-15,-1-2 1 0,3 4-1 0,-3-4 1 16,2 2-1-16,-1 2 2 0,0-1 0 0,-1-1-1 16,1 1 1-16,-1 1-2 0,0 0 1 0,1 1-1 15,1-1-2-15,-1 0-1 0,-1 0 1 0,0 0-2 16,2-1 1-16,-1 1 0 0,0-3 1 15,1 1 0-15,1 0-1 0,-2-3-1 0,2 1 0 0,0 1 0 16,0 1 0-16,0-3 1 0,0 1 4 0,0 1 0 16,0-2 2-16,0 1 1 0,0 4-1 15,0-4-1-15,0 2 0 0,0 2-1 0,0-2 0 16,0 3-2-16,0-3 0 0,0 1 1 0,0 1-1 16,2 3 0-1,-2-2 0-15,0 2 0 0,1-1 0 0,-1 2 0 0,2 1 0 0,-2-3-1 0,2 4 0 16,-1-2-2-16,2 1-2 0,-3 1 0 0,3-2 1 31,-1 1 1-31,-1 0 0 0,1-1 3 0,1 1 3 16,0-3-1-16,1 2 1 0,-1 0-1 0,2-1-1 15,-1 0 0-15,1 1-1 0,0-3 0 16,-1 3-1-16,1-1 1 0,2 2-2 0,-1-1 1 16,0 3 0-16,-1 1-1 0,3 1 1 0,-2-2 1 15,0 3 0-15,1-1-1 0,-2 2-3 0,1-1 2 16,0-1 1-16,0 1 1 0,1-1 1 0,-2 0 2 0,1-1 2 15,0 0-1-15,2 2 0 0,-2-1 0 16,2 0-1-16,-1-2-1 0,2 1 0 0,-1-1 0 16,-2-1 0-16,3 2-1 0,1-3-1 0,-2 2 0 0,2-1 0 15,-2 0-1-15,3 0-3 0,-2-3 2 16,-1 2-1-16,3 1-1 0,-1-4 1 0,-1 1 2 16,2-1 2-16,-1-2-1 0,-1 1 2 0,4-2-5 31,-2-3-4-31,0 1-3 0,3-1-2 0,-2-3-1 15,3-1 2-15,-2-1 5 0,2-4 2 16,-2 4 3-16,4-5 0 0,-2 1-1 0,2-3-1 0,-1 0 2 16,1 1-1-16,1-1 1 0,-1-1 2 0,2 1-1 15,0-1 2-15,2 0-1 0,-2 1 0 16,3 1-2-16,2-1 0 0,-1 1 6 16,1 1 3-16,1 1 0 0,2-2 0 0,-2 1 1 0,2 0 0 15,2-2-5-15,-1 1-2 0,2-2 2 0,0 0-1 16,0-3-4-16,0-1-5 0,2 0-5 15,-1-1 0-15,3-3-3 0,-1-2 1 0,0 0 5 0,2 0 4 16,0 0 3-16,0-2 0 0,-2-1 1 16,3 1 0-16,0-2 0 0,-1 4-1 0,0 0 7 0,3 0 3 15,0 0 1-15,0 0-1 0,0 4 2 16,2-2 1-16,0 3-5 0,0-1-3 0,0 0-6 16,1 1-2-1,1 1-4-15,1 0-1 0,3 1-2 0,-2 0 1 16,5 1 5-16,-3 1 2 0,3-1 1 15,0 3 7-15,0-3 3 0,3 1-2 16,-4 0 1-16,6 0 0 0,-4 0 1 0,-1 0-4 0,3 0-3 0,0-1 1 16,1 1 1-16,2-1 1 0,0-1-1 15,2-1 0-15,2 0-1 0,-1-2 0 16,-1 0-2-16,3 0-1 0,1-2-2 16,-1 0-3-16,0 0 3 0,0-2 0 0,1-2 2 0,-1 0 2 15,4-2 3-15,-1 1 2 0,3-1-1 0,2-1-1 16,-2 1-1-16,1-1-3 0,1-1-2 15,0 0-2-15,3 0-2 0,-3 0 2 0,0-1 2 0,2 2 2 16,-1-1 3-16,2 0 3 0,-1 2 0 16,3-1-1-16,1 1-2 0,-3 2-3 0,3-1-2 15,-4 3-2-15,1 0 1 16,2 0 1-16,-4 0 1 0,1 2 2 0,0-1 2 0,1 1 1 0,2-2-1 16,-2 3 0-16,1-2-1 0,0 0-3 0,-3 3-1 15,4-3-2-15,-4 2-1 0,-1-1 2 0,-3-2 0 0,2 0 3 16,-1 0 2-16,3-2 3 0,-2 0 1 15,1 0-3 1,0 0 1-16,-1-1 0 0,0 0-3 16,0 2-3-16,-2-2-3 0,1 0 2 15,-1 0-2-15,-2-1 2 0,1 0 3 0,-1 0 2 0,0-1 3 16,0-1-6-16,-1 0 1 0,2-1-3 16,-2 0 1-16,-3 0 2 0,3 1-2 0,-4-1 6 15,1-2-4-15,-1 1 3 0,0 0-4 0,-2 0-1 16,-1-1 2-16,-1 1 1 0,1-3 2 0,-1 4-4 15,1 0-4-15,-2-2-4 0,0 1-1 0,1 1-2 16,-1 0 5-16,-3-1 10 0,0-1 3 0,1 2 3 16,-4 0-1-16,2 0 0 0,-3 1-6 0,0-2-2 15,-2 2 0-15,2 2 1 0,-5-2 1 16,2 1 2-16,-1 3 1 0,-2-2 0 0,1 2-1 16,-1-2-1-16,-2 3 1 15,-2-2-1-15,2 0-2 0,-3 1 0 0,-2-1 0 0,2 0-1 0,-5 0-1 16,-3-1-1-16,1-1 0 0,-2 2 0 0,-1-1-1 15,-2-2 1-15,-2 1-1 0,0-1 1 0,-3 0-1 32,0 0 1-32,1 0 2 0,-5-1 0 0,2 1-1 15,-2-1 0-15,-1 1 0 0,-2 0-1 0,0 0 0 16,2 1 0-16,-5-1 2 0,1-1-1 0,0 2 1 0,-1-1-1 16,-1 0 0-16,-1 0-1 15,3-3 0-15,-4 4 2 0,3-3-1 0,-3 2 1 16,4-1 1-16,-1 0 0 0,0-1 1 0,0 1-1 15,2-1 1-15,-1 1 0 0,2-2-1 0,2 1 1 16,-2 0-2-16,5 2 0 0,-4 0 0 0,6-1 0 16,-4 1 0-1,3-1-1-15,1 1 0 0,1 0 2 0,0-1-1 0,0 0-1 0,1-2-1 16,-1 1 3-16,3 0 1 0,-1-1-1 0,0-2 0 0,1 0 1 16,-2-1-1-16,1-1 1 0,-1-4-1 15,1 3 2-15,-2-4-1 0,-2 0 0 0,4-2 0 16,-7-1 0-16,3-2-2 0,-1-1 1 0,1-1 0 15,-2-3-1-15,0 0 2 16,-2-2-2-16,1 1 0 0,-2-3 0 0,0-1 0 0,-1-1-2 0,0-2-1 31,1-1-1-31,-2 0 3 0,0-2 0 0,1 2 1 16,0-2 0-16,-1 2 0 0,-1-3 2 0,2 3 0 16,-3-1-1-16,2 3-1 0,-1-3 1 15,-1 2 0-15,-2-1-2 0,1 2 0 0,-2-1 0 0,0 0 1 16,0-3-1-16,-1 3 1 0,-1-5 1 15,-2 1-1-15,3-2 1 0,-4-3 0 0,1-1 0 16,1 1 0-16,-1-5 2 0,-1-1 0 0,2-3 0 16,2 1-1-16,-4-2 0 0,4-1 0 0,-3 1-1 15,2-1-2-15,1 1-1 0,-3-1 1 0,2 3-1 16,1-2 1-16,-3 3-1 0,-1-2 3 0,3 0 1 16,-3 1 1-16,0-3 0 15,-3 1-1-15,3-2 0 0,-1 0-2 0,-3-1 0 0,3-2-3 16,-1 3-1-16,1-2 2 0,-1 4 1 0,0-1 1 0,1 4 2 15,-1 1 2-15,2 1 0 0,0 3-1 16,-1-1-1 0,-1 4 0-16,0-1 0 0,2 1-1 0,-2 2-1 15,0 2-1-15,2 1-1 0,0-1 0 16,0 3 1-16,0-1-1 0,4 3 0 0,-4-1 1 16,4 0 1-16,-3-1-1 0,2 2 1 0,2-3-1 15,-2-1 2-15,2-1 1 0,0-2-2 0,3-2 3 16,-2-1-2-16,0-3 1 0,1 0-1 0,-1-3-1 15,2 0 2-15,-2-1-2 0,2 1 0 0,0 0-2 16,1 1-1-16,0 2 1 0,-3 1 0 16,0 2 3-16,3 4-1 0,-2 0 2 0,-2 3 2 0,1 0-2 0,-3 2-2 31,3 3 0-31,-3 0-1 0,1 2 0 0,1-1 1 0,-4 0 0 0,2 2 0 0,-1-1 0 16,0 0 1-16,-1 0-1 0,1 1 0 15,-1-1-1-15,-1 1 1 0,2-3 0 0,0 4 0 16,0 1 0-16,-2-2 0 0,2 3 0 0,0-1 0 15,-2 2 0-15,1 2 0 16,-1-1 0-16,0 3-1 16,0 0 1-16,0 0-1 0,0 0 1 0,0 1 1 15,0 0 0-15,0 0-1 0,0 2 0 0,-1-2 0 16,1 1 0-16,-2-2 0 0,0 3 1 0,0 2 1 16,0-3-1-16,0 1-1 0,-1 2 1 15,0 1-1-15,0-2 0 0,0 1-1 0,-1 1 1 16,1 0 0-16,0 4 0 0,-3-4 1 0,3 5-1 15,0 0 0-15,-2 0 0 0,0 1 1 0,0 2 0 16,0 1 1-16,-2-1 1 0,0 2-1 0,3-1 1 16,-3 2 0-16,1-1-1 0,-2 1 0 0,0 1 3 15,2 1 2-15,-2-1 1 0,-1-1 1 0,0 0 1 16,1 1-2-16,-1 1-1 0,0-3-2 0,1 2-2 16,-2-1 2-16,-1 1-2 15,0-1 1-15,-1 1 0 0,0-2 1 0,-1 2 0 0,0-1 1 16,-2-1 1-16,0 4 2 0,-2-4 1 0,0 2-1 15,1 1 1-15,-3-2 0 0,1 2 1 0,0 0-1 32,-2 0 2-32,0 0 0 0,-2 2 0 0,2-1 0 15,1 1-1-15,-3 1-2 0,-2-1-1 0,2 1-2 16,0 0 0-16,-2 0 0 0,2 0-1 0,-2 0-2 0,3 0 0 16,-1 0 2-16,2 0-3 15,-1 0-1-15,2 0 1 0,-1 0 0 0,1 0 0 0,2 1 0 16,-1-1 0-16,-1 0 0 0,2 1 0 15,-1 1 1-15,1-1-1 0,1 1-1 0,0-1 1 16,0 2 1-16,1-2-1 0,0 1 0 0,1 0 0 16,2-2 0-16,-4 1 0 15,3-1 1-15,2 0-1 0,-1 0-1 16,-3-1 1-16,3 1-1 0,0-4 1 0,1 3 0 0,-3-2 0 0,3 0 0 0,-3-1 0 16,3 1 1-16,0-2-1 0,-3 2 0 15,-1-1 0-15,1-1 2 0,1 1-2 0,-1 0 1 16,0 0 0-16,1-1 0 0,-3 1-1 0,-1 1 1 15,4-3 0-15,-4 2 1 16,1 0-1-16,-1 0-1 16,3 0 1-16,-4-1-1 0,-1 2 0 0,2-1-1 15,-1 1 1-15,-1 0-1 0,-1 0-1 0,4 0 1 16,-3 0-1-16,2 1 0 0,-4 0 0 0,4 0 1 16,-1 0-1-16,0 0 0 0,1 2 0 0,-1-3 0 15,2 2 0-15,-3 1 0 0,0 0 0 0,3 0-1 16,-3 0 0-16,2 0 1 0,-1 0-1 0,2 0 1 0,-1 0 1 15,0 0 0-15,1 0 2 16,-1 0-2-16,2-1 1 0,-2 0-1 0,1-2-1 16,-1 1 0-16,2 0 0 0,-2-1 1 0,1 0 0 15,1 0 0-15,0-1 2 0,0 0-2 0,-2 2 1 16,0-3 0-16,1 2 0 0,-1 0-1 0,1-1 1 16,0 1 1-16,0-2 0 15,1 2 1-15,-1-1-1 0,-1 1 0 0,-1-1 0 0,2 0 0 0,-1-1-1 16,-1 2 0-16,0-2 0 0,2 3-1 0,-5-5 0 15,2 2 0-15,0 0 0 0,0 1 0 0,-1 0 0 32,2-1-1-32,0 1 0 0,-2-2 0 0,1 1 0 15,-1 1 0-15,2 1 0 0,-2-1 0 0,0-2 0 16,0 3-1-16,2 0 1 0,-2-2-2 0,0 3 1 16,0-1 1-16,0 0 0 0,1 2 1 0,-1-3 1 15,2 2 0-15,0 0 1 0,-2-1-1 0,2 2 0 16,-3-3 0-16,3 2 0 0,0-1 0 0,-3 0-1 15,4 0 1-15,-2 0-1 0,0 0 1 0,0 0-1 16,0 0 1-16,1 0-1 0,0 0-1 0,0 0 2 0,-1 0-2 16,0 1 1-1,2 0-1-15,-4-1 1 0,4 2-1 0,-4 0 0 0,-1 0 0 0,4-2 0 16,-2 3 0-16,0 0 0 0,0-2 0 0,-2 2 0 0,2 0 0 16,2 0 0-16,-2 2-1 0,2-2 0 15,0 0 0-15,-3 0-1 0,3 0 1 0,-2 0-1 16,1 0 1-16,3 0 0 0,-2 0 0 0,0-2 1 0,1 2 0 15,1 0 0-15,-2 0 1 16,1 0 0-16,0-2 1 0,-1 2 0 0,2 0-1 16,-2 0 1-16,1 0 0 15,0-3 0-15,1 3 0 0,-3 0-1 0,3 0 1 16,-1 3-1-16,0-3 0 0,1 0 0 0,-3 0 0 16,3 0 0-16,-1 2 0 0,1-2 0 0,-3 0 0 15,5 2-1-15,-5-2 1 0,0 3-1 0,5-2 0 16,-7 0 0-16,5-1 0 0,-3 1 1 0,2 2-1 0,-2-1 0 0,0 0 0 15,1 0 0-15,0-1 0 16,0 2-1-16,-1-1 0 0,0 0 0 0,2 0 1 16,0-1-1-16,0 1 0 0,0-1 1 0,1 1 0 15,-1 1-1-15,3-2 1 0,-4 1-1 0,4-1 1 16,-2 1 0-16,0-1-1 0,2-1 0 0,0 2 0 16,-2-1 0-16,3 1 0 15,-2-2 0-15,2 1 1 0,-2-1 0 0,2 0 1 0,-1 1-1 0,-1-1 3 16,1 0-1-16,1 0 0 0,1 0 0 0,-4-1-1 15,3 1 0-15,-2 0 1 0,0-1-1 0,1 1 0 16,0-2 0-16,0 2 0 0,-1 0-1 0,1 0 0 16,0 0 1-16,1-1 0 0,-1 1-1 0,0-2 0 31,0 2 1-31,1 0 0 0,-3-1-1 0,3 1 0 16,-1 0 1-16,2-2-1 0,-4 2 0 0,3-1 1 15,0-1 0-15,-1 1-1 0,0 1-1 0,-2-2 1 16,2 2 0-16,-2-1-1 0,0 1 1 0,1 0-1 15,0 0 1-15,-2 0 0 0,4 0 0 0,-2 0-1 16,0 0 1-16,0 0-1 0,-2 1 0 0,4 1 1 16,-4-2-1-16,2 1 0 0,0 1 0 15,-2 1 1-15,4-2 0 0,-4 2-2 0,3 0 1 0,-2-2 0 16,0 3 0-16,1 0-1 0,0-1 0 0,0 2 1 16,0-1 1-16,-1 1-1 0,2 0 2 0,0-2-1 0,0 2 1 15,-2 0 0-15,3-2-1 0,0 1 1 16,-1 1 0-16,0-1 0 0,0 1 0 0,1-2-1 0,-2 1 0 15,2-1 1-15,-1 2-1 16,1-3 1-16,-3 2-1 0,3-3 0 0,1 2 1 16,-4 0 0-16,3 0-1 0,-1 0 0 15,1-1 0-15,-2-2 0 0,0 2 0 16,1 1 0-16,-2-1-1 0,1-1 1 0,0 2 0 16,-2-1 0-16,-1 0 0 0,1 1 0 0,1 0 1 15,-4-1-1-15,1 0 0 0,0 0 0 0,-2 1 0 16,-1-2-1-16,3 2 0 0,-3 0 1 0,0-1 0 15,-1 1-1-15,2 0 0 0,-3 0 0 16,2-2 1-16,1 2-1 0,-1 0 0 0,-2-2 0 16,2 3-1-16,-2-2 1 0,2 2 1 0,-1-2 1 15,0 3 0-15,-2-3 0 0,1 0 2 0,-1 1-2 16,0-1 1-16,3 2-1 0,-4-2 1 0,1 0 0 16,0 1-1-16,-2 0 0 0,3-1-1 15,-1 0 1-15,-2 1-1 0,2 0 0 16,-2-1 0-16,0 1 0 0,0 0 1 0,0 1-1 15,0-1 0-15,0 0 0 0,-1-2-1 0,1 4 0 0,0-2 0 0,2 0 0 32,-2 2-1-32,3-3 1 0,-1 3 0 15,1-1 0-15,-1 0 0 0,3 1 1 0,-2-1 0 16,2 0 0-16,0 0 1 0,1-2 0 0,-1 3 1 16,3-2 0-16,-1 0 0 0,-1 1-1 0,2-1 0 15,0 0 0-15,0 0 0 0,2 0 1 0,-2 0-1 16,0 0-1-16,3 0 1 0,-3-1-1 0,3-1 1 15,-1 2 0-15,1-2 0 0,-1 1-1 16,2-2 1-16,-2 3-1 0,0-3 0 0,1 2-1 16,-1-2 2-16,1 0-1 0,-2 2 1 15,2 1-1-15,-1-3 0 0,-1 1 0 0,1 0-1 16,0-1 0-16,-2 1 1 0,0 2-1 0,3-3 0 0,-1 0 1 16,1 2-1-16,-3 0 0 0,3 0 1 0,-1-1-1 15,0-1 0-15,-1 1 0 0,2 1-1 0,0-2 2 16,-1 2-1-16,1-2-1 0,-1 0 1 15,2 1 1-15,-2-1-2 0,1 1 1 16,-1-1 1-16,1 0 0 0,-1 0 0 0,-2 0 1 0,3 2 0 16,-1-2 0-1,1 1 0-15,-3-1 0 0,3 2 0 16,-3-1 1-16,3-1-1 0,-1 2 1 0,0 1-1 16,-1-1 0-16,2-1 0 0,0 0-1 0,-1 1 1 15,1-1 0-15,-1 1-1 0,2-1 1 0,0 2-1 16,2-2 1-16,-3 1-1 15,4 0 0-15,-2 0 0 0,2-2 0 0,0 2 0 0,-1 0 0 16,2-1 0-16,1-1 1 0,-2 2-1 0,2-2-1 16,2 1 1-16,-2-1 0 0,1 0 1 0,3 0-1 15,-2 0-1-15,2 0 1 0,0 0 0 0,1-1 0 16,0 1-2-16,2-2 2 0,-2 2-1 0,2 0 0 16,0-1 1-16,0 1 1 0,1 0-1 15,-1-2 1-15,1 2-1 0,-1-2 0 0,2 2-1 0,-1 0 1 16,-1-1-1-16,1 0 1 0,-1-1-1 15,0 0 1-15,0 1-1 0,-2 1 2 0,2-3-1 0,1 2 0 16,-2-1 0-16,0 1 0 0,1-1-1 16,-2 1 1-16,-1-2-1 0,2 1 0 0,0 1 1 15,-2-1 0 1,1 1 0-16,0-1 0 0,-1-1 0 16,0 2 0-16,1 0 0 0,-3-1-1 0,2 0 1 15,-2 1-1-15,0 0 1 0,0-1-1 0,-3 0 1 16,3 0 0-16,-3 2 0 0,0 0-1 0,0-3 0 15,-2 3 0-15,1 0 0 0,-3 3 0 0,1-3 0 16,0 0-1-16,-2 0 0 0,0 2 2 0,-2 0 0 16,1-2 1-16,0 2-1 15,1-1 1-15,-3-1 1 0,2 1-1 0,0-1 0 0,-1 2-1 16,1-2 2-16,-2 2-1 0,4-2 0 0,-3 0 0 16,2 1 1-16,-2-1-1 0,1 1 0 0,1-1-1 15,2 0 0-15,0 2 0 0,1-2-5 0,2 0-2 16,0 0-1-16,1 0 0 0,-2 0-1 0,2-2 0 15,1 2 4-15,-4-1 3 16,4 0 0-16,-2 1 2 0,1-2-1 0,-1 0 1 16,0 1-1-16,0-2 0 0,0 1 1 0,-3 0 3 15,1 2 2-15,-1 0 1 16,0 0 0-16,-4 2 0 0,2 2-1 16,-1 2-10-16,-1-1-9 0,-2 5-18 0,1-2-22 15,0 2-46-15,-3 1-78 0,0-3-143 0,0 3-266 16,-2 1-304-16,0-2-369 0,-1 2-355 15,-2-1-40-15,0 3 664 0</inkml:trace>
  <inkml:trace contextRef="#ctx0" brushRef="#br0" timeOffset="126161.46">13938 9922 138 0,'0'-4'275'0,"0"-1"105"0,0 1-19 0,-1-2-94 16,-2 0-78-16,3 2-44 0,-2-2-20 0,1 1 5 0,-1-1 13 0,2 4 10 15,-1-3 17-15,-1 3 18 0,0-2 17 0,2 2 25 16,-3 0 31-16,3-1 30 16,0 2 16-16,0-1 4 0,-1 2-18 15,1-2-28-15,0 2-40 0,-2 0-43 16,0 0-39-16,2 0-38 0,0 0-24 0,0 0-18 16,-1 0-11-16,1 2-8 0,0 0 0 15,0 0 14-15,0 4 18 0,0 2 17 0,0 1 16 16,1 2 18-16,-1 4 10 0,0 0-10 0,2 1-16 15,0 5-12-15,-2 2-14 0,0 2-17 0,0 3-18 16,0 1-8-16,-2 4-5 0,0 0-6 0,2 1-7 16,-1 2-3-16,-1-1-2 0,0 3 2 0,2-3 0 15,-1 3 0-15,-1 1-1 0,1 1-1 16,-2-2-1-16,1 3-4 0,-1-1-2 0,2 2 5 16,-3-1 2-16,1 2 2 0,0 2 1 0,0 2-1 15,-2-1-2-15,0 4-7 0,-1 0-5 16,0 3-1-16,-1 3-2 0,-1 1-3 0,-1 2 1 0,1 0 1 0,0 3 4 15,-3-1-1-15,0 1 3 0,1 5 0 16,-2-1-1 0,2 3 1-16,1-1-3 0,-4 1-4 0,4 0-2 0,-1-2-2 0,1 2 1 0,1-2 0 15,0-3 2-15,1-1 2 0,1-2 4 0,0-2 1 32,1-2-2-32,0-1-1 0,2-1 0 0,2-3-2 15,-1 0-2-15,2-5 2 0,0 2-1 16,0-5-1-16,2 0-1 0,-1-1 1 0,2-1 1 15,-1-1 0-15,1 1 2 0,1-2 0 0,-1 2 2 16,1-3 0-16,-1 2 0 0,0-1-3 0,1-1 0 16,-3 1-1-16,2-2-2 0,-1 0 0 0,1-1-1 15,-1 0 1-15,0-4-2 16,-2 1 1-16,1-1-2 0,-1-6 1 0,0 0 1 0,-1-4 0 0,1-5 1 16,-2 0 0-16,2-5 0 0,0-5 0 0,0 2 0 0,0-6 0 15,0-1-1-15,-2-2 1 16,1-2 2-16,-1-2 0 0,0-1 1 0,1-2-2 0,-1 0-1 31,-1-1-1-31,1-1 0 0,1 0-1 0,-1 1-1 16,1-2 2-16,-1 1 0 0,-1 0-1 0,2 3-1 15,-1 0 0-15,1 1-5 0,1-2-14 16,-4 3-17-16,4 0-45 0,-1 0-60 0,-1 0-55 16,0 0-82-16,-2-1-120 0,0 2-150 0,1-1-186 15,-3 0-227-15,2 0-218 0,-1 1-52 16,0-3 272-16,0-1 420 0</inkml:trace>
  <inkml:trace contextRef="#ctx0" brushRef="#br0" timeOffset="126577.91">13502 13384 141 0,'-3'5'352'0,"-2"-1"162"0,2 0 132 16,-2 0-128-16,2-2-84 0,-2 3-34 0,2-2 5 0,0 2 6 15,0-1-9-15,2 1-48 0,-1 1-52 0,0 2-49 16,-1 0-53-16,3 3-43 0,-2-1-34 0,2 4-31 16,2-1-17-16,1 4-9 0,1-2-9 15,0 3-5 1,2 1 24-16,2-2 15 0,0 0-1 0,0 3 1 16,3-2 22-16,2 2 13 0,1-3-24 15,-3 3-16-15,5 1-7 0,-3-4-12 0,1 1-24 0,2-1-19 16,-2 1-8-16,2 0-3 0,-3-2-3 15,2-1 1-15,0-2-4 0,-2-1-2 0,0 0-1 16,0-3-2-16,0 1-1 0,-2-5-4 0,1 1 2 16,-2-1 0-16,-1-4 0 0,1-1-1 0,-4-1 5 15,2-2-1-15,-2-5-2 0,-1 1 2 16,1-6 1-16,-1 0 1 0,-2-3-5 0,0-4 0 16,1-3 1-16,-1-2 1 0,-2-2-2 0,1-1 2 15,1-3 0-15,0 2-1 0,0-3 0 0,-1 2-7 16,-1 2-49-16,3 1-57 0,-3 1-73 0,1 5-140 15,1 0-214-15,-1 5-319 0,-1-1-251 0,3 4-214 16,-4 1 11-16,1-2 468 0</inkml:trace>
  <inkml:trace contextRef="#ctx0" brushRef="#br0" timeOffset="128843.69">3676 14506 53 0,'3'-3'302'0,"-3"0"174"0,3 0 147 0,-3 2-69 15,0-1-128-15,0 1-62 0,-3-1-10 0,3 2 24 0,0 0 36 16,-2 0 0-16,2 0-32 0,0-1-56 16,0 1-68-1,0 0-62-15,0 0-55 0,0 0-37 0,2 0-20 0,-2 1-11 16,3 2 15-16,-2 3 10 0,4 2 17 16,0 2 12-16,1 2 0 0,1 4-7 0,2 2-23 0,2 4-11 15,0 1-17-15,5 7-19 0,-3 2-10 0,4 3-3 16,-1 4 5-16,1 5-5 0,2 1-4 15,-1 7-3-15,-1 2-5 0,-1 2-2 0,1-1-7 16,-2 0-4-16,0-2-2 0,-2-4-9 0,-1-3-1 16,-2-9-5-16,-2-3-5 0,-2-7-1 15,2-6-2-15,-3-3 6 0,-2-3 3 0,0-5 4 16,-1-2 2-16,-2-3-1 0,-2-4 10 0,1-4 4 16,-4-4 1-16,-3-7 1 0,-3-4-3 0,1-4-3 15,-4-3-7-15,0-3-3 0,-2-3-2 0,0-2-1 16,-1-4 4-16,1 2 3 0,-3-3-1 0,3-1-6 15,1 0-3-15,0 2-2 0,3-3-4 0,2 5-1 16,4-1 4-16,1 3 9 0,2 1 4 0,2-1 1 16,2 3 2-16,2 0 0 0,0 2-8 0,4-1-4 15,-1 3-2-15,4 1 0 0,-1 0 1 16,2 4 2 0,0 0 2-16,3 3 1 0,-1-1 0 0,1 4 0 15,-1 2-1-15,4 0 1 0,-4 4-1 0,4 0 3 16,-2 2-1-16,0 3 1 0,0 2-1 0,0 2 0 15,-4 1 2-15,2 4 0 0,0 2 3 0,-2 2 2 16,-3 3 3-16,1 3 1 0,-1 4-7 0,-3 1-4 16,0 2-3-16,1 4-2 0,-3 1-4 15,-3 0-3-15,3 1 5 0,-3 1 4 0,0-2 1 0,-2-1 1 16,1-4 0-16,1-1 1 0,-2-5-1 0,2 0-1 16,-4-4 0-16,2-4-3 0,1 0-3 15,-2-3-1-15,-1-4-11 0,0-2-35 0,-3-4-52 16,2-3-43-16,-1 0-33 0,3-3-42 0,0-2-32 15,3 1 1-15,0 1 27 0,2-1 8 0,1 2 2 16,3 2 7-16,0 0 17 0,2 1 28 0,3 5 32 16,5 2 48-1,0 0 29-15,4 0 26 0,2 4 14 16,4 1 11-16,-1 3 27 0,2 2 19 0,2 1 25 16,-1-1 36-16,0 2 15 0,1-2 5 15,1-1-16-15,-2 0-9 0,-1-2-1 0,-2-3-14 16,-4-1 0-16,1-3 2 0,-3-3 9 0,-3-2 8 15,-2-5 2-15,-3 0 29 0,-1-2 22 0,-5-3 30 16,-1-2 9-16,-2 0-4 0,-4-3-12 0,-2-1-29 16,-3 1-26-16,-1 0-27 0,-1 1-20 0,-5 1-14 15,-1 3-10-15,-4 0-11 0,-1 2-10 0,-1 4-10 16,-1-1-6-16,-3 4-5 0,1 1-3 16,3 3 0-16,-2 1-4 0,2 2 0 0,4 2-8 15,0 1-6-15,2 2-2 0,3 2-3 0,4 1-2 16,1 0-4-16,4 5-5 0,3-2-53 0,0 0-57 15,5 1-113-15,1-1-179 0,4 1-299 16,2 0-329-16,3-3-260 0,2-1-159 0,5-3 322 0,2-2 610 16</inkml:trace>
  <inkml:trace contextRef="#ctx0" brushRef="#br0" timeOffset="129846.82">5048 14859 226 0,'0'4'455'0,"0"2"200"15,-2-1 117-15,2 0-142 0,-3-1-129 0,1 0-59 16,1 0-9-16,-1 1-28 0,-2 0-45 0,2-1-67 16,1-1-62-16,-1 2-55 0,-1-2-51 0,3-1-34 15,-2 1-24-15,2-3-12 0,0 0-12 0,-1 0-15 16,-1-5-10-16,2-3-4 0,-2-3-7 15,1-5-6-15,-1-3-1 0,1-5 3 0,1-5-3 16,-2-1-3-16,2-2 0 0,2-1 21 0,-1-2 12 16,1 0 6-16,1 2 6 0,-1 2 6 0,1 3 8 15,-1 3 5 1,1 3 4-16,-2 6 6 0,1 1 2 16,2 5 5-16,-2 1-4 0,-1 5-15 0,3 2-1 15,-1 5-2-15,3 3-4 0,1 7-3 0,2 3-2 16,-1 5-3-16,0 1-21 0,0 6-10 15,4-2-9-15,-2 4-7 0,1-1-3 0,0 0-1 0,0 1 4 16,2-5 3-16,-2 0 1 0,-1-4 2 16,0-3 0-16,-2-3-5 0,0-1 0 0,2-5 1 15,-3-4 1-15,0-1 0 0,1-4 3 0,-3-5-2 16,1-4 2-16,-3-4 7 0,0-4 4 0,0-3 2 16,-1 0-3-16,1-4 2 0,0 2-2 0,-1-2-4 15,0 2-9-15,-1 3-2 0,1 0-1 0,-1 4-1 16,1 2 4-16,-2 1-2 0,4 2 2 15,-4 2 1-15,2 2-1 0,1 2-1 0,0 0-1 0,2 4-1 16,-2 0 0-16,2 0 1 0,2 2 4 16,0 3 1-16,0 0 1 0,-1 0 0 0,-1 1 2 15,4 0-2 1,-3 2-2-16,-1-2 2 0,2 0-2 16,-2-2-2-16,-1 0 1 0,2 1-2 0,-1-3 1 15,-2-2-2-15,0 0 2 0,2 0-2 0,-1-2-2 16,0-3 1-16,2 0-3 0,-3-3 0 15,2-1 0-15,0-1 2 0,2-2-1 0,-1-1 1 16,0 0-2-16,2 0-11 0,0 1-8 0,0-2-12 16,1 3-3-16,1-1-4 0,-1 6 3 0,4-1 9 15,-2 1 11-15,3 3 12 0,-1 3 6 0,0 4 4 16,2 3 6-16,-2 4 0 0,1 1 1 0,1 2 1 0,0 3 2 16,1 2 0-1,-2 4-2-15,1-1 2 0,0 2-2 0,-2 2-1 16,1-2-1-16,-3 0-2 0,1-2-5 0,0 1-1 15,-3-5-48-15,0-4-57 0,-2 0-98 16,-2-4-177-16,-2-4-293 0,0-4-325 0,-3-2-267 16,0-2-173-16,0-6 254 0,-3-2 612 15</inkml:trace>
  <inkml:trace contextRef="#ctx0" brushRef="#br0" timeOffset="130027.93">5617 14307 402 0,'-8'-14'944'0,"0"4"301"0,0 1-26 16,1 3-268-16,2 2-365 0,0 0-235 0,2 3-133 16,1 1-65-16,2 0-50 0,0 5-38 15,2-1-29-15,4 0-25 0,-1 4-13 0,6-1-35 16,0 1-35-16,0 0-95 0,5 3-148 16,0-2-227-16,1 2-285 0,2-1-254 0,2 1-191 15,2-1 150-15,3-1 469 0</inkml:trace>
  <inkml:trace contextRef="#ctx0" brushRef="#br0" timeOffset="130458.03">6191 14337 409 0,'-1'0'984'0,"-3"0"359"0,-2 0 31 15,0 4-279-15,0 2-392 0,-1 2-245 0,-1 3-130 16,0 3-87-16,-1 4-79 0,2 2-50 15,1 2-31-15,3 2-22 0,0 2-14 0,1 2-10 16,2 1-10-16,2-1-7 0,2 1-8 16,1-2-3-16,2-3-5 0,1-3-3 0,1-4-2 15,0-4-3-15,1-5 2 0,2-4-1 16,0-6 0-16,-3-5 1 0,2-4-1 0,-3-4-3 0,0-4-6 16,1-4-7-16,-4-2-4 0,0-1-7 0,0 0-3 15,-2-4 0-15,-1 4 3 0,-1-1 7 16,-1 1 7-16,0 4 6 0,-1-1 5 15,-1 4 6-15,2 4 3 0,-2 1 4 0,-1 4 1 16,3 1 1-16,-3 3-2 0,3 3 1 0,0 4-4 16,0 3-2-16,3 3-2 0,2 3-1 0,-2 4 0 15,4 2 0-15,0 2 2 0,1 2 0 16,2 2-1-16,-1 0 2 0,2 1-1 0,-1 1 0 16,4 0-2-16,-3-4-1 0,2-2-20 15,-1-2-59-15,0-1-59 0,-2-5-76 0,0-4-132 16,-2-1-187-16,0-3-298 0,-1-6-228 15,2 0-209-15,-3-3-29 0,2-4 377 0,-2-1 479 16</inkml:trace>
  <inkml:trace contextRef="#ctx0" brushRef="#br0" timeOffset="130742.97">6485 14430 13 0,'3'-12'324'16,"-1"2"256"-16,-1 1 248 0,3 3 119 16,-1 4-150-16,2 0-160 0,1 2-122 0,2 2-74 15,0 4-61-15,1 1-70 0,4 4-52 0,-2 2-42 16,3 0-29-16,0 4-36 0,1-1-31 0,0 3-24 15,1 0-27-15,2 2-14 0,-1-2-12 16,-1 3-7-16,1-5-4 0,-1 1-11 0,-2 0-7 16,0-5-10-16,-1-1-4 0,0-3 0 0,-4-4-1 15,-1 0-1-15,0-4-1 0,-2-1 4 16,-4-6 1-16,1-1 2 0,-3-3-2 0,-3-2 0 16,3-4 0-16,-5-1-1 0,2-1 2 15,-3 0-2-15,3-2 2 0,-2 0-2 0,0 0-1 16,0-1 0-16,2-2-3 0,1 2-2 0,2-1-4 15,2 0-42-15,1 0-57 0,2 1-63 16,2 0-132-16,3 2-209 0,3-4-320 0,0 4-267 16,4-3-215-16,4 3-52 0,1 1 440 15,3 2 541-15</inkml:trace>
  <inkml:trace contextRef="#ctx0" brushRef="#br0" timeOffset="131392.43">7820 13816 352 0,'-2'-10'706'0,"2"3"270"0,-2 2 89 16,2 2-260-16,-1-2-235 0,-1 2-155 0,2 2-103 15,0-1-59-15,3 2-44 0,-1 2-39 0,1 0 4 16,4 5 7-16,-1 1-7 0,5 5-2 16,0 0-13-16,0 3-13 0,3 7-37 0,2 0-27 15,0 4-9-15,0 3-14 0,1 3-10 16,0 4-12-16,-1-2-8 0,0 5-6 0,0-1-8 16,-2 2-7-16,0-2-2 0,-1-1-1 0,0-3-1 15,-2 0-1-15,1-5-2 0,-2-4-1 0,1-2 0 16,0-6 0-16,0-2-1 0,0-6-1 15,0-3 1-15,0-7 0 0,3-2 3 0,-2-9-2 16,-1-7 3-16,3-2 1 0,-3-8-1 16,3-3 1-16,-3-4-1 0,1-1 1 0,0-2-3 15,-1 3 1-15,-1-1-1 0,-1 3-1 0,-1 4 0 16,0 4 0-16,-3 4 0 0,-2 3 3 16,1 3 1-16,-2 7 0 0,-1 1 0 0,-2 3 0 15,-1 4 0-15,-2 5-2 0,1 4-1 16,-2 7-1-16,0 4 0 0,0 7-2 0,0 5 0 15,2 2-1-15,-1 3-2 0,2 4-2 0,2 3-1 16,2-3 2-16,4 3-1 0,0-2 3 0,2-4-15 16,2-4-50-16,2-4-64 0,1-5-88 15,1-7-156-15,2-3-277 0,1-8-316 0,1-7-274 16,-1-4-185-16,2-9 123 0,-3-2 571 16</inkml:trace>
  <inkml:trace contextRef="#ctx0" brushRef="#br0" timeOffset="132121.81">8699 14044 330 0,'0'-4'974'0,"-2"4"340"15,-1 4-15-15,-2 5-168 0,-1 3-452 0,1 5-256 16,-1 3-131-16,-2 2-71 0,3 3-54 0,-1 3-60 16,1 0-47-16,3 3-32 0,1 1-13 15,1-1-8-15,1 1-2 0,4-1-3 0,0-2-2 16,2-4 2-16,0-2-1 0,3-4-3 15,-1-4 0-15,4-4-1 0,-2-8 0 0,0-5-2 16,1-6 0-16,-2-8 2 0,1-4-3 0,-1-5-5 16,-4-2-10-16,2-4-3 0,-3 0-2 15,0-3-1-15,-1 3 1 0,-1 1 6 0,0 1 14 16,-1 3 6-16,0 7 8 0,-1 2 14 16,-1 3 10-16,0 5 7 0,0 1 1 0,0 4-1 15,-1 4-4-15,1 3-12 0,1 4-10 0,1 5-7 16,-1 3-6-16,4 6 0 0,-2-1 0 15,5 2 1-15,-2 5-2 0,2 0 0 0,2 2-1 16,2-2-1-16,-2 3 2 0,3-4-1 0,-1 0-2 16,1-2-10-16,1-1-49 0,-3-7-56 15,3-3-53-15,-2-4-75 0,0-7-112 0,-1-4-128 16,-1-8-88-16,-2-5-91 0,-2-6-152 0,3-4-124 16,-5-7 22-16,-1-2 210 0,0-5 333 15,-1-3 268-15,-1-3 224 0,-2-2 239 0,-1 1 245 16,-1-3 172-16,0 2-18 0,-1-3-91 0,0 2-105 15,-2-1-71-15,1 1-17 0,0 3-43 16,2 1-65-16,0 4-57 0,-1 2-42 0,1 5-43 16,0 5-63-16,1 4-50 0,-2 4-29 0,2 3-13 15,2 6-12-15,-1 3-8 0,1 3-4 16,1 9-1-16,1 3-5 0,4 6-4 0,-1 6-3 16,1 6-2-16,2 4-2 0,3 5 0 0,2 3 2 15,1 9 3-15,2 1 2 0,3 9 2 16,0 6-2-16,3 1-5 0,0 3-6 0,2-3-7 15,1-2-6-15,2-5-4 0,1-5-2 0,-1-6-2 16,2-8 0-16,-3-7-1 0,1-5 0 16,-4-6-1-16,2-6 0 0,-3-4 0 0,-3-4 0 15,-2-3 1-15,-2-3 0 0,1-4 3 0,-5 1-1 16,-1-2 0-16,0 0 1 0,-3 0 1 16,-1 2 0-16,0 1-1 0,-1 0 0 0,-2 2 0 15,0-1 0-15,0 2-1 0,1 0-1 0,0 3 0 16,0 0-4-16,0 0-9 0,-1 3-14 15,2 0-20-15,-2 0-37 0,2 1-74 0,-3-1-71 16,-1-1-133-16,1-1-193 0,-2-2-303 0,0-2-305 16,-2-5-201-16,1-2-71 0,-1-7 443 15,-1-2 557-15</inkml:trace>
  <inkml:trace contextRef="#ctx0" brushRef="#br0" timeOffset="132261.67">9451 13806 91 0,'-11'-28'918'0,"0"8"659"15,0 3-27-15,0 5-317 0,0 6-401 0,3 3-392 16,0 3-228-16,0 3-109 0,5 3-54 0,0 4-25 16,5-2-16-16,-1 3-44 0,4 1-67 15,3 1-96-15,-2-1-170 0,5 2-293 0,0-1-323 16,0 2-298-16,2-1-176 0,1 1 229 0,-1 0 617 16</inkml:trace>
  <inkml:trace contextRef="#ctx0" brushRef="#br0" timeOffset="133127.87">9663 13711 37 0,'-2'-14'519'0,"2"4"460"0,-3 1 237 16,-1 3-56-16,2 0-356 0,-1 5-287 0,3 1-168 16,-1 4-76-16,2 5-47 0,2 6-34 0,3 6-10 15,2 4-29-15,2 7-14 0,4 6-33 16,2 6-20-16,4 8-3 0,4 2-18 0,0 6-10 16,3 1-12-16,1 4-9 0,2-4-4 0,-1-1-12 15,1-4-7-15,0-7-3 0,-2-5-5 16,2-7 1-16,-3-8-4 0,0-7 0 15,-5-5-1-15,0-9 1 0,-6-3 0 0,-2-6-1 0,-4-7 0 16,-2-4 1-16,-5-3 3 0,-5-5-2 16,-4-4 2-16,-2 1 0 0,-3-5 2 0,-5 4 0 15,0 1-1-15,-4 2 1 0,1 1-1 16,-2 1-2-16,-1 4-2 0,0 1-1 0,3 0 0 16,2 6-1-16,1 0 1 0,0 2-2 0,7 3 1 15,-1 0-1-15,2 3-2 0,5 2-1 16,2 2-1-16,2 2 3 0,4 4-2 0,1-2-3 15,4 4-14-15,-1-1-28 0,5 1-49 16,-3-2-50-16,5 0-45 0,-2-1-54 0,2-4-81 16,0-1-90-16,1-4-74 0,-1-4-95 15,3-3-159-15,-3-1-161 0,3-5-40 0,-3-2 134 16,1-5 278-16,-4 1 297 0,3-2 231 0,-2-2 191 16,-2 3 189-16,0-2 197 0,-3 4 122 15,0 0-4-15,-2 5-46 0,-1-2-71 0,-1 6-84 16,-2 1-88-16,5 0-71 0,-3 6-31 15,1 2-12-15,2 2-25 0,1 4-22 0,-1 4-22 16,2 2-34-16,-2 4-54 0,4 4-50 0,-2 1-29 16,0 1-18-16,0 4-14 0,0 1-7 0,1-1-4 15,0 2-2-15,0 0 0 0,0-2-2 16,-1-1 1-16,-1-2 1 0,-1-3-5 0,1-3 0 16,-2-2-3-16,-1-3 2 0,-1-3-1 15,0 0 1-15,-1-7 2 0,-1-4-1 0,-1-3 4 16,-2-3-2-16,-2-4 1 0,1-5-1 0,-1-3-1 15,-2 0 1-15,1-3-1 0,0-1 2 0,-1 3 0 16,3-4 0-16,-1 2-3 0,-1 1-16 16,3-2-26-16,0 3-45 0,0-1-47 0,2 0-39 15,1 3-54-15,0 1-95 0,0 2-129 0,0 3-193 16,3-2-236-16,-1 6-241 0,2 0-126 16,-1 2 225-16,2 1 452 0</inkml:trace>
  <inkml:trace contextRef="#ctx0" brushRef="#br0" timeOffset="133483.14">10724 13984 4 0,'-1'13'641'0,"-3"4"728"0,1-2 205 16,-2 3-227-16,-1 1-352 0,-2 4-423 0,2-2-218 16,0 3-140-16,1 1-66 0,1 3-43 0,1-3-31 15,3 4-21-15,0-1-19 0,5-2-12 16,0 1-10-16,1-3-4 0,2-5-4 0,3-1-2 15,0-5-3-15,2-5-2 0,1-4 1 0,-2-8 0 16,1-4-1-16,0-10-4 0,-2-1-6 16,0-7-7-16,-1-5-8 0,1-2-5 0,-3-3-1 15,-2 2 3-15,-1-1 6 0,-2 2 8 0,0 6 10 16,-1 3 7-16,1 3 4 0,-3 6 1 16,0 4 3-16,0 2 0 0,0 5 0 0,0 0-1 15,0 8-3-15,0 3-1 0,1 1-2 16,2 6 0-16,2 2 0 0,2 2-3 0,-1 1-1 15,5 4-3-15,0 1-29 0,0 0-70 16,3 3-70-16,-1 0-134 0,1 0-215 0,-1 0-318 16,1 1-322-16,0 0-214 0,1-3-61 0,-1 2 473 15,0-4 568-15</inkml:trace>
  <inkml:trace contextRef="#ctx0" brushRef="#br0" timeOffset="134160.49">11132 14131 464 0,'-3'-7'1026'16,"0"-1"282"-16,-2 2-65 0,0 4-242 15,0 2-373-15,1 2-216 0,0 4-109 0,-2 5-67 16,3 3-47-16,2 4-45 0,1 6-52 15,1-1-31-15,2 4-19 0,3 2-11 0,2-1-9 16,2 3-9-16,1-3-6 0,3-3-3 16,1-1-3-16,2-4-2 0,-1-4-3 0,3-5 0 0,-1-5 0 15,0-5-2-15,1-6-5 0,-1-2-23 16,-1-6-39-16,0-5-50 0,-1-5-46 0,-2-2-37 16,0-2-25-16,-1-4 7 0,-2 2 41 15,-3-1 63-15,-1 1 52 0,-4 3 34 0,-2 1 25 16,1 2 29-16,-4 6 72 0,1 2 80 15,-1 1 39-15,-1 8 14 0,0-1-6 0,-1 3-18 16,1 4-51-16,0 5-56 0,1 3-30 0,2 3-17 16,2 6-11-16,0 1-7 0,2 3-3 15,1 4-4-15,2-2-4 0,3 4-1 0,-1-1-4 16,2 1-2-16,1 1-5 0,1-1-1 0,1 2 1 16,0-1-2-16,2 1 1 0,0 1 1 15,0 0 1-15,-2 1-1 0,3 0-3 0,-4 1-2 16,0 3 0-16,-1-1-1 0,-2 0 7 0,-4 3 5 15,0 0 3-15,-4 1 2 0,-4-1 1 0,-4 2-1 16,0 0-6-16,-4-1-6 0,-2-1-3 16,-3-1-2-16,1-3-2 0,-2-3-2 15,-1-4-1-15,3-3-1 0,-2-5 0 0,3-1-7 16,1-6-9-16,-1-5-19 0,2-5-55 0,1-4-67 16,1-7-72-16,4-5-126 0,-1-8-180 0,4-4-307 15,-1-5-248-15,3-4-193 0,2-3-62 0,1-4 381 16,0-2 510-16</inkml:trace>
  <inkml:trace contextRef="#ctx0" brushRef="#br0" timeOffset="134361.99">11649 14047 389 0,'9'-16'1029'16,"-2"5"392"-16,-2 5-4 0,1 6-283 0,0 6-433 15,-1 7-258-15,3 3-139 0,-3 5-93 16,-1 6-77-16,1 3-50 0,0 7-31 0,1 1-18 15,0 4-15-15,-1 3-9 0,3 3-5 0,-3 1-3 16,4 2-5-16,-2-3-21 0,-1-1-58 16,-1-5-67-16,0-8-123 0,-2-3-194 0,3-8-308 15,-3-5-332-15,0-7-261 0,-3-4-136 0,0-7 390 16,0-7 615-16</inkml:trace>
  <inkml:trace contextRef="#ctx0" brushRef="#br0" timeOffset="134550.65">11731 14061 592 0,'-6'-21'1467'0,"-3"5"180"0,-1 8-296 0,2 3-317 15,0 5-497-15,-1 5-286 0,2 3-125 0,1 5-64 16,1-1-29-16,4 3-18 0,-3 1-10 16,4-1-6-16,4 4-10 0,-1-3-41 0,2 1-60 15,3 2-55-15,1 0-95 0,2 1-149 16,3 1-192-16,2-1-259 0,0 2-223 0,4-1-187 15,1 1 97-15,0-2 418 0</inkml:trace>
  <inkml:trace contextRef="#ctx0" brushRef="#br0" timeOffset="135027.12">11953 14416 66 0,'20'2'316'0,"-4"-5"207"15,0 0 219-15,-5-3 22 0,1-2-59 16,-4-1-63-16,-3-3-74 0,2 0-18 0,-3 0-16 16,2-1-82-16,-1 0-82 0,0 0-63 0,0 0-43 15,-2 1-59-15,2 0-61 0,-2 0-37 16,0-1-26-16,3 5-24 0,-3-2-15 0,1 3-14 15,0 2-7-15,0-1-7 0,1 5-4 16,-2 0-1-16,3 2-2 0,0 0-3 0,0 3-2 16,1 2-1-16,4 0-1 0,-2 1 0 0,3 2-2 15,1 2 0-15,2-1 0 0,0 2-1 0,3 0 2 16,-1 2-2-16,3 0 1 0,0-1-1 16,0-1 1-16,1-2-1 0,1-1-2 0,4-3-6 15,-5-1-10-15,0-4-12 0,3-1-18 16,-2-3-22-16,-3-3-17 0,3 0-10 0,-3-1 3 15,0-1 10-15,-1 0 16 0,-1 2 24 0,-3 0 17 16,-1 2 16-16,1 2 6 0,-4 2 4 16,0 1 6-16,-2 1 3 0,-1 3 7 0,-1 1 1 15,1 3 3-15,-1 2 23 0,-2 0 16 16,0 3 9-16,-3 2 4 0,2-2 7 0,-3 4 3 16,0 0-8-16,0 0-4 0,-3 3 2 0,0-1 2 15,-2 2 0-15,-1-1-1 0,1 0-7 0,-1-1-7 16,0-2-10-16,-1-2-9 0,2-2-10 15,-4-4-9-15,4-2-7 0,-1-5-5 0,-1-3-5 16,0-6 0-16,-1-3-4 0,3-7-1 0,-3-4-6 16,-1-7-9-16,1-4-12 0,0-3-15 0,0-7-15 15,-1 0-21-15,2-3-35 0,1-4-56 0,1 3-54 16,0 1-96-16,2 1-165 0,-1 5-295 0,2 0-274 16,2 7-221-16,-1 1-138 15,2 5 301-15,-1 5 571 0</inkml:trace>
  <inkml:trace contextRef="#ctx0" brushRef="#br0" timeOffset="137093.7">3320 16327 168 0,'3'-7'359'16,"-1"0"158"-16,-1 2 61 0,-1 1-96 0,0-1-62 0,2 2-11 0,-1 0 18 16,-1 2 18-1,2-1-12-15,-2 0-44 0,0 1-64 0,-2-2-54 16,2 0-65-16,-1 3-43 0,1-2-27 0,0 2-9 15,1 0 12-15,-1 0-10 0,2 0 10 0,0 2-1 16,-1-2-6-16,-1 0-11 0,2 3-26 0,-2-2-12 16,3 2-18-16,0 1-16 0,-2 2-7 0,2 1-6 15,1 0 2-15,-3 4-6 0,3 1-5 0,-1 1-2 0,2 2-5 0,-2 2-5 16,4 2-5-16,-2 0-2 0,0 5 3 16,1-1 2-16,1 3 3 0,-1 0-1 0,0 2 1 15,2 0 1-15,-1 3-5 0,-1 0-2 0,3-1-2 0,-2 3 1 16,-1-2-1-16,2 3 0 0,-3 1 3 0,2 1-1 15,-2-2-1-15,0 4-1 0,2-2 0 0,-4 2-1 16,3-2-3-16,-3 0 0 0,0-2 0 0,2 3-1 0,-2-5-1 16,0 1-1-16,-1-1 0 0,3-1 0 15,-2-2-1-15,1-4 0 0,1-1-1 0,-2-3 0 0,2-1 0 32,-2-3 0-32,1 0-1 0,-1-4 1 0,2 0 0 15,-1-3 1-15,1-1-1 0,-2-2 0 0,2-1 2 16,1 0-1-16,-1-1-1 0,3 1 1 0,-2-4 0 15,2-2 1-15,0 3-1 0,1-3-1 0,1 0 2 16,1-3 0-16,0 1 1 0,3-1-2 0,0 0 7 0,-1-2 3 16,4 1 1-16,-2-2 0 0,4 0 0 0,-2-1 1 15,2-2-4-15,0 0-3 0,0-1-6 0,1-1-3 16,0-2-1-16,0 0-3 0,-1 0 0 0,0 0-2 16,0-1 6-16,-3 0 2 0,3 0 1 0,-2 3 1 15,-4 0-1-15,1 1 0 0,0 3-1 0,-4-1-1 16,2 2 0-16,-2 1-1 0,-2 2-9 0,0 1-24 15,1 2-60-15,-4 2-64 0,-2 1-133 0,0-1-201 16,-1-2-302-16,-2 3-324 0,3 0-249 0,-3-3-117 16,0 0 432-16,0-2 592 0</inkml:trace>
  <inkml:trace contextRef="#ctx0" brushRef="#br0" timeOffset="137577.76">4346 16973 203 0,'-8'-5'834'0,"-2"2"441"16,-4 0 71-16,1 3-113 0,-2 1-449 0,0 3-296 16,-2 0-146-16,0 2-82 0,-2 1-65 0,2 4-69 15,-1-1-39-15,1 3-26 0,2 4-18 0,0 0-11 16,2 2-8-16,3 2-7 0,1 2-3 0,3-1-3 15,4 1-6-15,2-2-3 0,2 0 0 0,4 0 0 16,3-3-2-16,1 0 1 0,3-3 1 0,1-1-2 16,0-3 1-16,2-2-2 0,0-5 1 0,1 0-1 0,-1-6-2 31,0-4 1-31,-2-4-1 0,2-4 3 0,-3-3-1 16,-3-3 0-16,0-4 1 0,-2-1 0 0,-3-3 0 15,0 0-1-15,-1-1 1 0,-4 1 0 0,2-1 0 16,-4 2 1-16,2 3 0 0,-2 2 1 0,-2 1-1 15,1 2 3-15,0 3-1 0,-1 4 2 16,1 1 1-16,2 3-1 0,-3 2 0 0,3 3-1 0,-1 1 0 16,2 5-2-16,2 2 0 0,1 4 0 0,2 4-1 15,1 2 0-15,3 3-1 0,1 3 0 0,1 2-1 16,3 1 1-16,2 2 0 0,0 0-1 0,2 1-1 16,0 2-1-16,4-2 5 0,-1 1 1 0,1-3-9 15,2-3-28-15,1-1-69 0,-3-3-68 0,2-3-136 16,1-5-203-16,-3-2-310 0,1-5-320 0,2-2-221 15,-3-4-90-15,3-1 422 0,-1-4 571 0</inkml:trace>
  <inkml:trace contextRef="#ctx0" brushRef="#br0" timeOffset="138360.29">4948 16374 215 0,'-1'-9'478'16,"-1"0"266"-16,-1 2 158 0,3 4-100 0,-1-2-122 31,-1 1-118-31,2 3-109 0,-2-2-92 0,2 3-91 15,2 3-91-15,1 2-56 0,5 3-5 0,0 3 16 16,3 4 3-16,5 2 4 0,0 3 11 0,4 5-9 16,-1 3-22-16,2 3-24 0,2 2-11 0,1 2-9 15,0 3-10-15,-2 2-4 0,0 1-17 0,0-1-15 16,-3 0-7-16,0 1-9 0,-2-5-11 0,-1 0-7 16,-2-4 3-16,-1-5 0 0,-3-3 0 0,-1-4-1 15,-1-4 0-15,-3-3 0 0,0-3 0 0,-2 1-3 16,-2-6 0-16,1-2-1 0,-2-2-3 0,-3-2-5 15,0-5-36-15,-2-2-57 0,-2-4-51 0,-2-1-99 16,-2-5-148-16,1 0-205 0,-5-3-279 0,2-2-228 16,-4 1-205-1,1-2 119-15,0-3 443 0</inkml:trace>
  <inkml:trace contextRef="#ctx0" brushRef="#br0" timeOffset="138893.35">4906 16324 55 0,'-2'-13'394'16,"-1"0"257"-16,1 2 202 0,2-2 37 0,0 1-216 16,2 1-152-16,1-2-87 0,0 2-58 0,3-3-66 15,-1 3-62-15,5-2-81 0,-1 0-50 0,5-1-36 16,1 1-24-16,2 1-11 0,2 2 34 0,0 0 43 16,3 3 9-16,-1 1 22 0,1 1 11 0,0 4-1 15,0 1-23-15,-3 3-38 0,0 0-6 0,-3 4-17 0,1 3-17 16,-2 0-6-16,-1 7-10 0,-1 2-5 0,-3 3-10 15,0 2-9-15,-4 6-2 0,-1 1-3 16,0 3-4-16,1 1-4 0,-3 2-4 0,0-1-2 0,-1 0 4 16,1-2 2-16,0-2-1 0,1-4-1 15,0-2 0-15,1-2-1 0,3-5-6 0,-2-1-4 0,2-2-2 32,-1-2-1-32,2-2 0 0,-1-3-1 0,3-1 3 15,0-2-1-15,0-3-1 0,0 0 2 0,3-3 0 16,-1 0-1-16,3-2 2 0,-2 1-1 0,2-2 3 15,-2 1 1-15,2-1 0 0,-2 2 1 0,3-1 0 16,-2 2 0-16,0 2-1 0,0 1 1 0,-1 0 0 16,-1 3 0-16,-2 1 0 0,1 3 1 0,-2-2 1 15,-2 5 0-15,-1 0 2 0,-2 2 0 0,-1 1 0 16,-3 2 1-16,1 2-1 0,-4-1 1 0,1 0-2 16,-3 3 1-16,-1-2-2 0,-2-1-1 0,-1 1 2 15,0 2-2-15,-2-3-1 0,-2 2 0 0,-1 0 0 16,-1-1-1-16,1-1-2 0,2 1-1 0,-3-4 1 15,1 1-1-15,1-2-1 0,1-3-1 0,1-2-1 16,-1-1-1-16,3-3-11 0,0 0-17 0,3-3-44 0,-1-1-66 16,3-2-74-16,0 0-147 0,3-2-219 15,2-1-306-15,1-1-285 0,2-2-213 0,0 0-20 16,4-2 505 0</inkml:trace>
  <inkml:trace contextRef="#ctx0" brushRef="#br0" timeOffset="140453.53">6340 16854 172 0,'1'-2'372'0,"1"1"178"0,1 1 62 0,-3-2-79 15,2 1-65-15,-2 1-32 0,0 0-12 16,-2 1 3-16,2-1-17 0,-2 0-43 0,1 0-53 0,-1-1-69 16,2 1-56-16,-3 0-45 0,1 0-27 0,-1 1-2 15,0 1 7-15,0-1 27 0,-1 1 8 0,0-1-1 16,-1 0-7-16,2 1-21 0,-2 1-24 15,1-2-27-15,-2 1-15 0,1 0-12 0,0-1-8 0,0 0-5 16,0 3-2-16,-1-3-8 0,-2 2-5 0,2 0-1 16,1-1-1-16,-3 1-2 0,2 1 0 0,-2 1-8 31,2 1-5-31,-1 0-6 0,-1 0-5 0,1 1-3 16,0 1 0-16,1 1 6 0,-1-1 2 0,0 3 1 15,2 0 0-15,0 1 0 0,0 1-1 0,1 1 0 16,-1 0 0-16,3 2 2 0,-1 0-2 0,3 1 0 15,-3 2 2-15,3 1-1 0,3 4 0 0,-1-2 0 16,-1 5 0-16,4 2 0 0,-2 0-2 0,2 3-2 0,2 0 9 16,3-2 2-16,-2 2 2 15,4-2 2-15,0 1 1 0,2-1 1 0,2-3-9 0,0 1-1 16,1-2-2-16,1-5-1 0,2 3 2 0,1-5-7 16,-2-2-3-16,3-2-2 0,-2-4-2 0,1-1-1 0,0-4-2 15,1-3 7-15,-3-3 4 0,1-3 3 16,-1-5 1-16,-3-3-1 0,1 1 7 0,-4-7 5 15,0 1 1-15,-2-1 0 0,-3-3 3 16,-2 2-4-16,-1-2-11 0,-1 1-4 0,-4 2-4 0,-1-1-1 0,-4 3 0 16,2 0 5-16,-3 2 6 0,-1 4 1 0,-2 0 12 15,-2 1 7-15,-2 3 8 0,-1 4 4 16,0 2 1 0,-3 4-1-16,0 3-9 0,0 1-9 0,0 5-11 15,-1 0-5-15,4 1-2 0,-2 3-1 0,5 2 1 16,0-1 1-16,3 3 2 0,4 1-1 0,0 1-5 0,4 0-16 0,0-1-43 0,4 0-69 15,-1-4-114-15,0-1-214 0,3-3-298 16,3-4-336-16,1 1-324 0,1-7-153 0,2-2 379 0,-2-3 705 16</inkml:trace>
  <inkml:trace contextRef="#ctx0" brushRef="#br0" timeOffset="144676.71">9059 15780 233 0,'2'-5'571'0,"0"1"319"15,-2-1 186-15,-2 2-202 0,0-1-208 16,-3 1-145-16,1 1-79 0,-1 2-44 0,0 0-64 0,-4 0-59 16,2 2-45-16,-2 2-38 0,-2 2-46 15,1 2-53-15,-2 1-21 0,-1 3-17 0,2 5-9 16,-1 2-4-16,2 8-5 0,0 1 4 0,4 7-2 0,0 2 0 16,4 7-2-16,7 3 0 0,1 8-1 15,4 2-4-15,3 6-5 0,5 1-4 0,4 7-4 16,2 1-4-16,2 3-8 0,2 0-7 0,4 3-4 0,-1-6-2 15,1 1 0-15,1-9-4 0,-3-5 5 0,2-9 1 16,-2-7 1-16,-2-5 0 0,-1-10 0 0,-2-4-1 16,-3-4 0-16,-1-5 1 0,-2-5-1 0,-2-1 1 15,-4-3-1-15,-2-2-1 0,0 1-5 0,-4-3-9 32,-3 1-15-32,0 0-28 0,-3 0-63 0,-1 1-60 15,-3 0-111-15,-2 0-156 0,0 0-243 0,-1-1-300 16,-2 0-227-16,0-2-169 0,2-2 230 0,-2-2 514 15</inkml:trace>
  <inkml:trace contextRef="#ctx0" brushRef="#br0" timeOffset="145844.15">9567 16187 335 0,'-8'-11'684'0,"0"2"315"16,-2 0 126-16,-2 1-263 16,2 2-261-16,2 0-109 0,0-1-49 0,-1 5-65 15,1 2-64-15,3-2-51 0,-1 2-45 0,0 2-53 16,1 0-59-16,4 5-39 0,-1 3-27 0,2 1-23 15,3 6-10-15,2 4-5 0,4 1-2 0,-1 4-1 16,2 3 0-16,2 3 9 16,-1 3 10-16,3 1 4 0,-1 3 8 0,-2 1 3 0,3 1 0 0,-2-2-2 15,0-2-9-15,-4-1-3 0,2-4-10 0,-2-4-5 0,-1-5-2 32,-2-4 1-32,-2-4 1 0,0-4 3 15,-1 0 8-15,0-5 2 0,-4-2 2 0,2-4 1 16,-5-3 0-16,-1-3-5 0,-2-3-3 0,-1-2-3 15,-1-4-8-15,-4-3-3 0,3 1-4 0,-2-6-1 16,-1 2-3-16,1-5-1 0,-1 1 5 0,0-1 2 16,-2-1 2-16,3 0 0 0,-1-1 0 0,1-2 1 0,1-2-1 15,-1 2 1-15,5 0 0 0,-1-1 0 0,1 2 0 16,3 1 0-16,0 0 0 0,1 3 7 0,2 3 3 16,0-1 1-16,1 5 1 0,-1 2 0 15,2 0 0-15,2 6-7 0,-1 0-3 16,-1 2-1-16,4 2 0 0,0 3 0 0,1 2 0 0,3 2 0 0,3 4 1 15,4 4-5-15,2 2-5 0,2 6-2 16,3 3 0-16,3 4 6 0,2 5 2 0,3 2 8 16,0 3 2-16,0 3 2 0,2 1 1 0,-1 3-5 0,-1-1-2 15,0-1-3-15,-3-2 1 0,0 0 1 0,-1-6-1 32,-3-4-1-32,1-3-1 0,-4-3 1 0,-2-5-1 15,-1-2 1-15,-2-3-1 0,-3-5 1 0,-1-2 0 16,-3-2 1-16,-3-4 3 0,-2-3 0 0,0-6 1 15,-6-3 0-15,-1-5-6 0,-3-4-4 0,-3-5 1 16,-2-1 3-16,-1-5-1 0,-2-2-1 0,-3-3 6 16,-1-2 3-16,-2-2-6 0,-4-4-3 0,1 0 0 15,1 2 0-15,-1-2 1 0,5 2 2 0,0 2 1 16,1 7 2-16,3 1-1 0,4 6 0 0,-2 5-1 16,7 6-2-16,0 3-1 0,2 5-3 15,3 2 1-15,2 7-2 0,1 4-1 0,4 3 1 16,2 4-4-16,3 4-7 0,-1 1-18 0,-1 2-49 0,4 0-64 15,-2 1-66-15,1 1-122 0,1-1-169 16,-2 1-303-16,3-3-261 0,-1 2-206 16,1-3-99-16,-1-1 344 0,0-3 522 0</inkml:trace>
  <inkml:trace contextRef="#ctx0" brushRef="#br0" timeOffset="146095.26">10009 15994 296 0,'4'-2'811'16,"-1"2"321"0,2 0 46-16,1 2-212 0,2 4-338 0,1 3-178 15,5 5-79-15,-1 2-54 0,4 4-37 0,1 2-40 0,-1 5-44 16,1 2-64-16,-1 2-49 0,1 5-27 0,0-2-14 16,0 7-9-16,-2-2-8 0,1 3-6 0,-3 0-4 15,3 0-1-15,-4-3-8 0,1-1-9 16,-1-5-2-16,-2-6-1 0,0-2-16 0,-3-4-58 0,0-6-60 0,-3-3-91 15,-2-4-155-15,-3-3-278 0,0-5-316 16,-3-4-246-16,1-3-191 0,-2-2 156 0,0-5 562 16</inkml:trace>
  <inkml:trace contextRef="#ctx0" brushRef="#br0" timeOffset="146877">10784 15835 22 0,'0'-4'358'0,"0"0"312"0,-1 1 286 16,-1 0 81-16,0 0-223 0,1 1-194 16,-4 0-114-16,3 0-65 0,-1 2-47 15,-3 0-73-15,2 0-57 0,-1 2-42 16,-2 0-41-16,-2 3-49 0,-1-3-43 0,-1 4-21 0,0 0-20 15,-3 2-11-15,1 1-10 0,-2 0-8 0,-2 1-5 16,0 2-7-16,1 2-1 0,-1 2-1 0,1 2-2 16,0 2 1-1,2 1-1-15,2 1-1 0,2-1 0 0,2-1 0 0,2-1-2 0,3 0 0 0,1-4 0 32,5 2 0-32,1-4-3 0,3 0 1 0,3 2-1 15,1-5-1-15,3 1 0 0,2-2 1 0,3 0 3 16,1-2 2-16,1-1 2 0,4 0 3 0,-1 0-1 15,1-1-1-15,2-1-1 0,-3 0 2 0,1 0-3 16,0-1-1-16,-1 0 1 0,-3 1-2 0,-1-1 0 16,-1 2 0-16,-3-1 2 0,1 2-7 0,-4 1-2 15,-2 2-4-15,-3-1-1 0,-2 1-1 0,-1 3 0 16,-3 0 6-16,-2 0 2 0,0 1 3 0,-3 4 2 0,-1-4 2 16,-2 3-4-16,1 0 9 0,-2 1 5 15,-1 1 0-15,0-2-1 0,-2 1-1 0,-1-3 2 0,3 1-8 16,-1-1-4-16,-1-1-2 0,2-3 0 15,0-1 0-15,3 0-2 0,-2-2-4 0,4-3-6 16,-2 1-21-16,3-1-48 0,-1-3-56 16,3 0-52-16,-3-2-84 0,3 0-149 0,2-3-157 15,-1 1-254-15,-1 0-223 0,5-2-203 0,-2 0 38 0,0-1 419 16,3-1 416-16</inkml:trace>
  <inkml:trace contextRef="#ctx0" brushRef="#br0" timeOffset="148043.82">11377 15877 146 0,'0'-6'420'0,"0"0"236"0,0 2 193 0,-1 1-91 15,1 0-152-15,0 0-88 0,0 1-68 0,0 2-69 0,1 2-66 16,1 1-74 0,1 0-61-16,0 2-47 0,2 2-17 15,1 3 7-15,1 1 14 0,2 2 24 0,0 2 3 16,1 3-11-16,4 0-14 0,-1 4-23 0,0 3-25 15,2 2-28-15,0 0-19 0,0 5-5 0,1 1-8 16,0 1-9-16,-2 0-7 0,0 1-3 0,-1-1-4 16,-1 0-5-16,-2-3-1 0,0 0-1 0,0-4-1 15,-3-2-3-15,-1-2 0 0,-1-3 2 0,0-4-2 16,-1-2-2-16,0-2-1 0,-4-5-35 0,-2 1-54 16,0-2-49-16,-4-5-76 0,0-2-129 0,-2-2-177 15,-2-2-273-15,-2-1-228 0,1-3-218 16,-3-3-20-16,-1-2 368 0,0 0 460 0</inkml:trace>
  <inkml:trace contextRef="#ctx0" brushRef="#br0" timeOffset="148311.93">11083 15966 189 0,'-5'-5'755'0,"0"4"388"0,1 1 57 0,2 0-133 16,2 0-450-1,2 2-265-15,4 0-118 0,0 1-47 0,6 1 8 16,2-2-2-16,2-1-12 0,2 2-16 0,3-6-32 16,3 1-26-16,3-2-35 0,0-2-25 15,1-1-19-15,0-2-12 0,4-3-4 0,0 1-2 16,-1-6-5-16,1 2-5 0,3 0 4 0,-2-3-3 16,0-2-20-16,2 3-39 0,3-2-42 0,-2 1-56 15,1 0-152-15,-1 0-293 0,2 1-276 0,0 1-268 16,-4 3-229-16,1-1 31 0,-3 5 580 0</inkml:trace>
  <inkml:trace contextRef="#ctx0" brushRef="#br0" timeOffset="149310.65">12544 15583 55 0,'14'-7'271'15,"-3"-3"129"-15,-1 3 126 0,-1 0-82 0,-1-1-87 16,0 1-26-16,0 1 23 0,-4 2 67 0,1-2 48 0,-1 1 13 16,-1 1-42-16,-2 2-59 0,1-1-54 0,-2 1-6 0,0-1-11 15,0 3-33-15,0-1-28 0,-3 1-24 0,0 0-28 32,-1 0-50-32,-4 0-48 0,1 0-26 0,-1 3-16 15,-2 0-13-15,-1 1-8 0,-1 3-9 16,0 2-5-16,-2 1-4 0,1 1-4 0,0 3-2 15,-2 3-5-15,-1 1-1 0,4 4-2 16,-2 0-3-16,2 5 1 0,1 1-4 0,-1 2 0 0,4 0 0 16,1 4-1-16,2 0 1 0,2 1 0 0,3 2 2 15,3-3 2-15,2 2 1 0,3 0 1 0,6-1 1 16,-1 1 0-16,6-3-1 0,0 3 0 0,3-5-8 16,3 0-3-16,1-1-3 0,1-3-1 0,0-1-1 15,1-5-1-15,-1-2 7 0,0-4 2 16,-2-3 1-16,0-4 8 0,-1-2 4 0,-2-5 1 15,-1-1 2-15,-2-2 2 0,0-5-2 0,-2-2-7 0,-3-1-2 16,-1-2-2-16,0-2-1 0,-4-2-1 0,-2-2 1 16,-1 3 0-16,-3-3-1 0,-2 0 0 0,-1 0 1 15,-1 2 0-15,-2-3-2 0,-3 3 1 0,1 1 1 16,-2 0 0 0,-1 0-2-16,-1 3 2 0,0-2 0 15,-3 4 0-15,0 3 0 0,1-1 0 0,-2 2 2 16,-1 3-1-16,-1 1 0 0,0 2 1 0,2 2 1 15,-2 4-1-15,0 1-1 0,1 4 0 0,0 1 0 0,-2 2 0 16,3 3-1-16,-1 2 0 0,0-2-3 16,3 4 1-16,-2-2 1 0,2 3-3 0,1-3 3 15,1-1-2-15,3 0-2 0,1-1-8 0,0-2-12 16,3-3-23-16,-1-1-45 0,3-1-52 0,0-3-44 16,0-1-34-16,3-1-42 0,2-2-51 0,0-3-51 15,-2-2-62-15,4-2-96 0,0-1-196 0,1 0-235 16,0-4-114-16,2 2 115 0,1-2 293 0,0-3 300 15</inkml:trace>
  <inkml:trace contextRef="#ctx0" brushRef="#br0" timeOffset="149878.42">13186 15270 338 0,'-2'-5'785'0,"-2"2"339"0,-3 0 52 15,2 0-267-15,-2 2-249 0,0 1-142 0,3 1-114 0,-5 2-82 16,2 0-52-16,2 1-48 0,-3 1-69 0,2 1-60 15,-1 3-28-15,0 1-18 0,0 0-15 16,1 3-8-16,1 2-3 0,-1 3-2 0,0 3-8 16,1 4-2-16,2 1 5 0,-1 6 3 0,3 2 1 15,1 5 2-15,1 5-2 0,4 2-3 0,0 3 0 16,6 6-1 0,0 1 1-16,3-1 0 0,-1 2 2 0,3-3 0 0,1 0-5 0,0-5-3 0,1-2-4 31,2-4 1-31,-2-5-3 0,2-8 0 0,-1-3 1 15,1-8-3-15,-3-4 1 0,0-6-2 0,-1-4 0 0,-2-5-1 16,0-2-1-16,-1-5 1 0,-1-4-1 0,-2-2 1 16,-2-1-1-16,-3-2 1 0,3 0 0 15,-5-3-1-15,0 1 1 0,-3 1 0 0,0-2 1 16,-2 2-2-16,-1 0 0 0,2-1 3 0,-5 3 2 16,1-1-1-16,-2-1-1 0,1 1 2 0,-4 3-2 15,1 0-1-15,0 3-1 0,-3-3 0 0,-2 4 2 16,3 3-1-16,-3 2 0 0,3 1 0 0,-2 1 0 15,2 4 0-15,2 4-2 0,-1 0-1 0,2 4 0 16,2 3 1-16,1 2-1 0,4 1-5 0,-1 2-10 16,4-2-27-16,-1 2-59 0,2 1-60 0,4-3-80 15,-1-1-141 1,3-2-207-16,1-1-292 0,0 1-234 0,4-6-206 16,0 0 7-16,3-4 460 0</inkml:trace>
  <inkml:trace contextRef="#ctx0" brushRef="#br0" timeOffset="150944.51">13747 15348 10 0,'2'-8'262'0,"2"1"172"0,-4 1 162 0,-1 0 25 16,-2 0-141-16,1 3-74 0,-1-1-6 15,2 0 14-15,-3 2 7 0,1 2-12 0,-2-4-47 16,0 3-63-16,1 0-63 0,-2 1-59 0,1 0-43 16,0 1-33-16,0 0-17 0,0 3-9 0,2 2 11 15,0-1 10-15,0 5-5 0,0 1 6 0,3 4 12 16,0 4 1-16,3 3-18 0,2 4-15 0,-1 5-11 31,4 3-13-31,2 6-10 0,4 1-5 0,1 7-5 16,3 0-3-16,0 3-1 0,6 0-4 15,-1-1-10-15,2-2-5 0,1-2-1 0,-1-4 0 0,2-4 0 16,-2-4 0-16,2-5-1 0,-2-7-6 16,1-4-2-16,-2-7-2 0,-1-7 2 0,-1-5 0 0,-1-8-3 15,-4-4 1-15,0-7 4 0,-2-8 1 0,-3-1-1 16,-2-7-1-16,-2-3 1 0,-2-2 0 16,-4-2 0-16,-2-2-1 0,0 1-3 0,-5 2 2 15,0 1 3-15,-1 1 1 0,-4 2-1 0,-2 3 0 16,-1 0 4-16,-1 5 3 0,-4 0 3 0,0 3-1 15,-3 3 2-15,-3 2 1 0,1 3-2 0,-3 2-4 16,0 3-3-16,-1 3-1 0,3 1-1 0,-2 6 0 16,3 2-2-16,1 5-1 0,1 6-1 0,4 3-1 15,1 5-2-15,3 6 0 0,4 0 2 0,2 7-2 16,1 2 0-16,6 1 0 0,2-1-13 16,4 2-44-1,2 1-58-15,2-4-52 0,4 0-98 0,0-1-159 16,3-3-233-16,3-1-262 0,0-5-224 15,3-2-176-15,0-4 152 0,2-3 484 0</inkml:trace>
  <inkml:trace contextRef="#ctx0" brushRef="#br0" timeOffset="152560.19">14525 14927 95 0,'3'-9'316'0,"0"0"129"16,-1 4 105-16,0-3-143 0,-1 2-155 0,1-1-85 15,-1-1-19-15,1 2 29 0,0 0 15 16,-1 1 11-16,-1 1-5 0,0-1-9 0,2 3-16 16,-1 1-7-16,-1-2 27 0,2 3 20 0,-2 0 22 15,4 0 11-15,0 3-14 0,0-1-24 0,1 2-33 16,0 0-28-16,3 3-33 0,4 1-27 0,-2 1-14 15,6 1-10-15,0 2-17 0,4 2-14 16,1 3-5-16,3-1-10 0,2 5 20 0,3 0 15 16,2 3 7-16,-1 2 2 15,4 1 43-15,1 2 30 0,-1 1-9 0,2 3-13 0,-1-2-6 0,-2 5 2 16,2-1-25-16,0 1-21 0,-2 2-10 0,-3 0-6 31,0 3-5-31,0 3-9 0,-3-1-13 0,-2 5-8 16,-2 4-7-16,1 1-4 0,-2 4-4 0,-4 5 4 15,0 1 0-15,-1 2 1 0,-2 0 4 0,0 1 2 16,-4 0 0-16,1-3-5 0,-2 0-3 0,0-3-1 16,-2-4-6-16,3-4 0 0,-3-5-1 0,0-6 2 15,0-4 0-15,-1-7 0 0,0-5 1 0,-1-4-2 16,-1-4-14-16,0-5-34 0,1-2-38 0,-3-4-38 16,0-2-29-16,1-4-34 0,-3 0-31 0,-1-2-36 15,0-3-56-15,-1 0-86 0,1 1-143 0,-4 0-274 16,1 1-206-16,2 0-48 0,-5-2 183 0,2 2 338 15</inkml:trace>
  <inkml:trace contextRef="#ctx0" brushRef="#br2" timeOffset="212550.83">21680 2550 189 0,'0'0'338'0,"0"-2"128"0,0 0 5 16,-2 2-149-16,2-1-106 0,-2 1-57 15,2-1-22-15,0-1-5 0,-1 1-5 0,1 1-9 0,-2-2-12 16,2 2-18-16,0 0-20 0,0-1-7 0,0 1 2 15,0 0 6-15,0 0 8 0,0 0 20 0,0 0 16 16,2 0 0-16,-2 0 0 0,0 0-5 0,1 0 4 16,-1 1-1-16,0-1-1 0,2 0 0 0,-2 0-1 15,2 2-2-15,-2-2-11 0,0 0-18 0,1 1-13 16,-1-1 17-16,0 0 18 0,2 2 11 0,-1-1 1 16,1 0 0-1,0 1-6-15,-1 1-19 0,-1-2-20 0,0 3-12 16,2-2-6-16,-1 3 2 0,-1 1 1 15,0-4-9-15,2 5-8 0,-2-1-9 0,2 2-4 16,-2 1-2-16,0 1 0 0,0 0 4 0,2 2 2 16,-2 1-1-16,0 2 2 0,0-2-6 0,0 1-7 15,2-1-2-15,-2 0 12 0,2 1 19 0,-2 0 3 16,1-1 3-16,1 1 2 0,-1-1 4 0,1 1-14 0,0-1-16 16,-1 4-9-16,2-2 28 0,1 2 31 0,-1 2 14 15,0 0 2-15,1 2-1 0,-2 1 3 16,0 4-26-16,-1 1-27 0,2 2-19 0,-3 4-6 0,0 0-3 15,0 3-3-15,0 1 8 0,0 1 5 16,0 2 3-16,-3 1 2 0,2 3 1 0,-3 2-1 16,2 0-10-16,-2 5-8 0,1 0-2 0,0 3-3 15,-2 3 0-15,4 0 1 0,-4 0 0 0,2 4 0 16,-3-3 1-16,2 2-2 0,1 3-1 0,0-2 0 31,0-2-3-31,1-1 2 0,1-3 0 0,1 1 2 0,0-3-2 0,0-3 1 0,0-3 0 0,1-3-2 31,-1-2-1-31,3-3 0 0,-1-3 0 0,0-2 0 16,-1-4 0-16,2-1 0 0,-1-3 0 16,0-4 2-16,0-1-1 0,0-2-1 0,0-2 0 15,-2-4-1-15,1 1 2 0,-1-4-1 0,0-1 0 16,0-1 0-16,0-2 2 0,0-1 0 0,0-3-1 16,0 2 1-16,0-2-1 0,-1 0 2 0,1 0-2 15,-2-2 2-15,0 0-2 0,0 0 2 0,-2-2-2 16,1 0 0-16,2 1 1 0,-3 0-2 15,1-3-1-15,2 2-2 0,-3 0 2 0,1-1-2 0,1 0-1 16,1-2 0-16,-1 2-2 0,1 0 2 16,-2-2-10-16,1 3-21 0,1-2-38 0,-1 3-50 0,1-2-43 15,-1 0-48-15,0 0-70 0,1 0-91 16,-2-1-87-16,-1 1-91 0,3-1-202 16,-3 0-236-16,1 1-111 15,2 1 121-15,-5-3 311 0,3 0 317 16</inkml:trace>
  <inkml:trace contextRef="#ctx0" brushRef="#br2" timeOffset="213066.6">21409 4663 194 0,'0'-3'447'0,"-1"0"235"0,-1 0 191 15,2 2-139-15,-2-1-120 0,2 1-74 0,-1 1-74 0,-1-2-73 16,2 2-78-16,-1 0-87 0,1 0-70 0,0 0-57 16,0 0-35-16,0 0-21 0,1 3-10 0,-1 2 24 31,5-1 6-31,-2 5 5 0,2 1 8 0,3 4 29 15,0 2 20-15,0 3-14 0,1 0-7 16,4 6-7-16,0-2-11 0,-1 4-26 0,-1 4-27 16,4-2-10-16,-1 3 1 0,0-1 2 0,2 1 0 0,-4-2-2 15,6-2-1-15,-4 1-4 0,2-4-9 16,-3-1-4-16,0-1-3 0,0-4 1 0,1-2-4 16,-2-4-1-16,0-2 0 0,1-4 0 0,-2-1 6 15,-1-4 8-15,0-2 4 0,2-5 3 0,-4 0 3 16,2-5 1-16,-2-2-5 0,1-4-4 15,-2 0-2-15,-1-5 0 0,1-2-5 0,-1-1-1 0,-1-3-2 16,3 0 1-16,-4-1-5 0,3-3-2 0,-1 1 1 16,1 0-1-16,0 0-5 0,0 1 2 15,-1-1 1-15,-1 4 0 0,1 0 0 0,0 2-1 16,-1 1 2-16,0 4 1 0,0-1-1 16,0 4-1-16,-1 3-2 0,0-1-6 0,2 2-19 0,-2 2-53 15,1-1-65 1,2 2-93-16,-3 0-169 0,4 2-299 15,-2 1-311-15,2-2-265 0,2 1-165 0,2 1 217 16,0 0 607-16</inkml:trace>
  <inkml:trace contextRef="#ctx0" brushRef="#br2" timeOffset="-213263.03">20106 6006 37 0,'2'-5'276'0,"-2"2"166"16,-2 0 150 0,2 1-29-16,-3 0-128 0,3 0-59 0,-2 1-10 0,2-1 16 0,0 2 6 15,0 0-18-15,-1 0-40 0,-1 2-57 0,1-1-55 16,1 2-54-16,-5 2-37 0,2-1-32 0,2 2-22 16,-1 2-15-16,0 0-12 0,1 3-6 0,-1 2-7 31,2 0 0-31,0 2 21 0,2 2 13 0,-2 2 8 15,1 5-3-15,-1 2 45 0,2 2 24 16,0 3-7-16,-2 1-13 0,1 1-4 0,-1 1-9 16,0 1-38-16,0-1-31 0,0 0-14 0,-1-3-9 15,1 0-8-15,0-4-3 0,0-2-3 0,0 0 0 16,0-2-3-16,-2-4 1 0,2-1 5 0,-2-3-3 16,2 2 0-16,0-4-1 0,0-3 1 0,0 0 0 15,0-2-3-15,0-2 1 0,0 0 2 0,0-1 0 16,0-3-2-16,0 2 2 0,0-2-2 15,0 1 0-15,0-3-2 0,0 0 2 0,0 0 0 0,0 0-1 16,0-3 2-16,0-3 3 0,2 2 0 16,-2-7-1-16,2-2-1 0,-2-2-1 0,0-1 1 15,1-4-2-15,-1-4 0 0,0-1 0 0,2-4 1 16,-2 1 2-16,1-3-3 16,-1-1 0-16,0-1-1 0,0-1-1 0,0 0 1 0,-1-1-3 0,1 3 3 31,-2-1-2-31,2 0 5 0,0 3 0 0,-1 0-1 15,-1 1 3-15,0 4 0 0,2-1 0 0,-3 2-1 16,1 1-2-16,1 2 0 0,-1 4-2 0,1-1 2 16,-3 2-1-16,4 3-1 0,-1 2 3 15,-1 1 3-15,2 3 7 0,-1 1 6 0,1-1 4 16,0 3 2-16,0 1-3 0,0 2-1 0,0-2-9 16,0 3-5-16,1 0-3 0,-1 4-3 0,3 1 0 15,1 2 0-15,-1 4 2 0,2 2-2 0,1 4 0 16,2 4 1-16,1 1 3 0,1 5 0 0,2 3-1 15,0 3 4-15,0 4 0 0,4 1-1 16,-2 3-1-16,0 0 1 16,2 3 0-16,0-2-3 0,-1-1 1 0,0-3-4 0,1-1 1 0,-2-4-2 0,1-5 1 15,-2-1 0-15,0-4 1 0,1-5 0 16,-2-3-1-16,-4-2-1 0,2-4 0 0,-2-3 1 16,-3 0 2-16,2-6 4 0,-3-3 0 0,0-5 2 31,-3 0 1-31,2-7 1 0,-1-1-3 0,-2-4-2 15,-2-3 0-15,-1-4-2 0,0-1 1 0,0-2-2 16,-2-4-1-16,0-2-1 0,0-1 0 16,-1-2-2-16,0 1 1 0,1-3 0 0,2 0 0 15,0 2-1-15,0 3 4 0,1 3 0 0,0 5 2 16,1 3-4-16,-1 6 0 0,1 2 0 0,1 4 0 16,-2 3-1-16,0 1-2 0,2 7 3 0,2-3-1 15,0 5 0-15,-1 5-1 0,2-3 1 0,1 5-2 16,-3 1 0-16,4 1-1 0,-2 3-11 0,2-2-33 15,3 2-59-15,0 3-54 0,-4-2-74 16,4 3-126-16,0-1-162 0,-2-1-230 0,4 5-225 16,-2 0-215-16,3-1-58 0,-2 3 298 0,3-1 446 0</inkml:trace>
  <inkml:trace contextRef="#ctx0" brushRef="#br2" timeOffset="-212829.87">20737 6297 294 0,'-3'-6'718'0,"0"0"353"0,-3 0 99 15,-1-1-268-15,-2 3-229 0,-1 0-128 0,1 1-114 0,-2 6-93 16,0 0-58-16,-1 2-50 0,-1 3-61 16,0 4-58-16,-1 3-39 0,2 5-20 0,1 2-15 15,0 4-9-15,2 2-7 0,2 3-10 0,3-2-2 16,0 2-5-16,4 0-3 0,2-4-2 0,1-3 1 15,4-5-3-15,1-3 1 0,1-5 0 0,5-5 1 16,-1-6 0-16,3-6 1 16,-2-6 0-16,2-4 1 0,-2-6-1 0,0-4-1 0,1-3 0 0,-3 1 0 15,-1-2 2-15,-1 0 1 0,-1 3-1 0,-3 3 1 16,-2 1-1-16,-1 2 2 0,-3 4-2 16,-2 3 1-16,1 3-1 0,-3 4 0 0,0 2 2 15,-2 3 0 1,-1 4-1-16,2 3 0 0,1 4 0 15,-1 3 0-15,0 3 0 0,2 3-2 0,0 3 0 16,1 3-1-16,2 1 0 0,0 1 0 0,2 2 0 16,2 2-2-16,-1-1 1 0,2 1-2 0,2-2 0 15,-1 1-16-15,3-4-51 0,-1 0-59 0,0-5-67 16,0-2-115-16,3-4-169 0,-1-3-235 16,0-4-253-16,-1-4-212 0,0-1-111 0,-1-6 244 15,3-2 464-15</inkml:trace>
  <inkml:trace contextRef="#ctx0" brushRef="#br2" timeOffset="-212364.01">20901 6418 59 0,'2'-14'429'0,"0"2"311"15,-1 5 199-15,1 1 1 0,0 2-213 16,1 4-186-16,2 1-139 0,-1 4-71 0,4 4-33 16,-2 4-42-16,2 2-35 0,0 5-32 0,2 1-24 0,-1 4-22 15,-1 1-29 1,5 2-28-16,-5 3-35 0,1 3 3 15,2-1-1-15,-1 3-6 0,-1 1 3 0,4 1-1 16,-5 1-1-16,1 0-20 0,-2-1-11 0,0-1-3 16,1-3-6-16,-3-7-4 0,-2 0-1 15,2-6-3-15,-2-2 2 0,2-5-2 0,-4-2 0 0,2-3-5 16,-3-5 4-16,0-4-1 0,0-2-1 16,-1-6-1-16,-1-4 3 0,1-4-1 0,-5-4 1 15,3-5 1-15,-1-5 0 0,0-3 0 0,-3-3-3 16,2-3 3-16,-1-4-1 0,0-4-3 0,1 0-2 15,2-2 0-15,1 0 0 0,1 4 3 0,2 1-1 16,3 3 5-16,-3 4 0 0,4 2 0 16,1 5 0-16,3 5-4 0,0 2 0 0,0 3 0 0,2 7 0 15,-1 1 2-15,-1 5 1 0,4 0 1 16,-4 7 1-16,2 0-2 0,0 6 4 0,-3-2 0 16,0 5-1-16,-1 0 3 0,0 4-1 0,-4 2 1 15,1 1-2-15,-4 4 0 0,0 2 0 0,-4 3 1 31,0 2-3-31,-5 1 1 0,0 0-2 0,-2 3 3 16,-1-3-2-16,1 1-3 0,-3-2-1 0,-1-2 1 16,2-4-2-16,-1-3-1 0,3-1-25 0,-1-4-57 15,2-5-58-15,-1 0-124 0,0-3-184 0,3-5-311 16,2-2-298-16,1-2-224 0,2-3-108 16,3-1 380-16,1-1 548 0</inkml:trace>
  <inkml:trace contextRef="#ctx0" brushRef="#br2" timeOffset="-211163.59">21409 6300 161 0,'-1'-6'433'0,"-1"1"229"15,0 1 184-15,-1 1-98 16,3 1-139-16,-1 1-94 0,1 1-80 0,-4 0-72 16,4 0-75-16,-1 3-72 0,1 0-70 0,0 3-46 15,1 3-22-15,1 1-14 16,1 5-2-16,0 2 4 0,2 4 4 0,2 0-4 0,0 4 12 15,1 1 15-15,0 0 8 0,0 2-14 0,1-4-17 16,0-2-5-16,-1-1-24 0,1-3-17 0,-3-3-12 16,2-4-9-16,-1-2-3 0,1-5 0 0,-2-2 2 15,2-4-2-15,-4-4-3 0,1-3 3 0,0-3 0 16,1-2 4-16,-3-5-2 0,4 0 1 16,-4-4 1-16,2 1 0 0,-1-1-2 0,4 2-2 0,-3 0 3 15,0 3-3-15,1 2-2 0,1 1 1 0,-3 1 0 31,4 2-3-31,-2 5-2 0,2-1-1 0,-1 3 2 16,2 3 5-16,1 3 1 0,-2 2 3 16,4 2 0-16,-2 2 1 0,2 4 1 0,1-1-6 15,0 4-1-15,1-2 1 0,0 1 1 0,2 1 0 16,-2-2 0-16,2-2 0 0,-2-1 3 0,2-3 1 16,-2-3-3-16,2-1-2 0,-2-5 0 0,2-3 3 15,-5-3-3-15,0-3-5 0,2-3 5 0,-4-1-1 16,1 0 0-16,-4-2-5 0,-1 1 3 15,-2 1 3-15,-3 1-1 0,-2 2 3 0,-4 1 2 0,1 3 2 16,-3-1 2-16,0 5 23 16,-2 2 15-16,-2 3 6 0,1 1 6 0,-3 3 3 0,5 6 2 15,-4-1-19-15,2 3-14 0,1 3-7 0,4 1-7 16,0 0-5-16,3 4-2 0,1-1-4 0,4 4-1 16,4-2 0-16,-2 0 1 0,5 1-1 0,0 2-2 15,3-2-1-15,0 0 1 0,3 1 0 0,0-1-3 31,2 1 0-31,-1-4-1 0,1 2 1 0,-1-3-2 16,1 0 3-16,-2-1 1 0,0-2 0 16,-2 0-1-16,0-3-1 0,-5-2 2 0,1-1-1 15,-2 0 0-15,-1-2 3 0,-2 0 1 0,-2-2 9 16,-2-2 3-16,0 0 6 0,0-1 0 0,-2-2-1 16,-2-2-1-16,-1-3-8 0,2-3-6 0,2-5-3 15,-3-4-1-15,3-2-2 16,1-7-1-16,1-2 1 0,3-4 1 0,0-2-3 0,5-2-2 0,0-2 2 15,-1 4 0-15,2-1 0 0,2 5-2 0,0 2 1 16,-1 2 3-16,0 5-1 0,2 3 1 16,0 5 1-16,-4 4 0 0,4 4 1 0,-4 4-1 15,1 2-1-15,-2 4 1 0,-1 4 2 0,0 2 0 16,-2 6-1-16,0 1 1 0,-4 3-2 16,1 2 0-16,-1 1-3 0,-1 1 1 0,-1 1-1 0,-1-1-3 15,2-1-8-15,-1-2-45 0,1-2-60 0,-4-2-67 31,4-6-139-31,0-3-203 0,-1-4-310 0,1-5-267 16,1-5-211-16,-1-5-35 0,2-5 444 16,0-5 514-16</inkml:trace>
  <inkml:trace contextRef="#ctx0" brushRef="#br2" timeOffset="-210996.24">22247 6186 16 0,'-4'-29'543'0,"-1"6"512"15,-2 0 266-15,1 4-11 0,-2 5-315 0,0 0-350 16,2 4-218-16,-1 0-123 0,-2 5-81 0,3 2-82 15,1 3-61-15,0 0-37 0,0 6-21 0,4 1-10 16,-1 3-7-16,2 1-10 16,0 1-50-16,3 3-64 0,-1 2-96 0,1-1-167 0,0 1-300 15,1 2-325-15,-1-1-282 0,2 3-160 0,2-1 225 16,1 2 608-16</inkml:trace>
  <inkml:trace contextRef="#ctx0" brushRef="#br2" timeOffset="-210680">22598 6748 211 0,'11'2'675'16,"2"-4"394"-16,-5-2 126 0,0-5-211 0,0-2-265 16,-1-4-177-16,1-3-112 0,0-3-86 0,-3-2-57 0,2-3-40 15,-3-3-56-15,-1-2-43 0,-1 1-41 16,-1 0-19-16,-1 0-10 0,-1 1-8 0,-2 2-6 0,-1 2-8 15,-2 2-7-15,2 3-7 0,-4 4-7 0,-1 2-7 16,0 4-8-16,-2 3-5 0,1 5-3 0,-2 5-5 16,-1 6-3-16,-1 4-2 0,3 6-1 15,0 5 0-15,0 2-2 0,3 4 0 0,2 2-1 16,2 0 0-16,4-1-1 0,0 0 0 16,5 1-8-16,2-3-14 0,-1-2-18 0,6-2-49 0,0-1-78 31,-1-3-108-31,3-1-178 0,0-4-290 0,5-4-333 15,1-5-302-15,3-2-135 0,4-5 288 0,1-6 634 16</inkml:trace>
  <inkml:trace contextRef="#ctx0" brushRef="#br2" timeOffset="-209713.91">22919 6817 114 0,'5'-6'376'0,"-2"-1"201"16,0-3 168-16,0 0-75 0,-1-3-147 15,3-5-57-15,-4-3-29 0,6-2-20 0,-2-5-39 0,-1-2-58 0,2-4-63 0,1 2-64 31,-3-3-54-31,3 1-39 0,-1 2-16 0,0 2-7 16,-1 4-5-16,-2 1 11 0,2 6 21 0,-2 2 23 16,1 5 3-16,-3 4-8 0,-1 1-5 0,3 3-22 15,-3 4-25-15,5 7-26 0,-4 3-18 16,1 3-12-16,-1 5 5 0,3 1 2 0,1 4 2 16,-1 2 2-16,1 1 1 0,0 1 0 0,3 0-12 0,-4-2-6 15,3-1-4-15,-1 0-1 0,2-3-2 16,0-2-1-16,-2-2-1 0,2-3 1 0,-1-4 1 15,2-3 0-15,-3-3-1 0,2-4-1 0,0-6 1 16,1-3 0-16,1-6 0 0,-2-4-2 16,1-1 1-16,-1-7 2 0,0-1 1 0,0 0 1 0,1-2-1 15,0 2-2-15,-1 1 0 0,-2 0-1 0,1 4 1 16,-2 0-2-16,0 6 3 0,2 1 0 16,-4 2 2-16,2 3-2 0,-3 2-1 0,2 3-1 15,0 2-1 1,0 1 2-16,0 3-2 0,1 1 1 15,2 3 1-15,-1 2 1 0,2 2 1 0,-2 1-2 16,1 1 2-16,2 3 0 0,-1 0-2 0,0-1 0 16,-2-2 0-16,3 4-1 0,-2-3-21 0,1-4-48 15,0 1-47-15,2-4-44 0,-1-1-43 0,-1-4-69 16,2-2-74-16,-2-4-50 0,2-3-58 16,0-2-67-16,0-2-62 0,2 0-1 0,-3 0 83 15,4-1 139-15,-4 2 151 0,-1 2 148 16,1 2 130-16,-1 2 123 0,1 4 124 0,0 1 112 0,-3 5 66 15,2 3 14-15,-1 4-45 0,-1 6-68 0,1 0-71 16,-2 7-66-16,0 2-59 0,-2 2-51 0,-1 2-29 16,0 1-22-16,-1 0-24 0,1 1-34 15,-1-1-13-15,1-1-14 0,1-2-4 0,-2-2-23 0,2-4-34 16,2-5-44-16,-1-3-117 0,-3-5-149 16,2-5-254-16,-1-6-274 0,1-3-240 0,-1-5-130 15,1-5 262-15,-1-3 460 0</inkml:trace>
  <inkml:trace contextRef="#ctx0" brushRef="#br2" timeOffset="-209547.01">23568 6246 294 0,'-7'-18'770'0,"1"3"351"0,-1 5 59 0,0-1-285 0,4 5-315 16,-2 4-222-16,3 2-155 0,2 5-88 0,2 3-54 15,-1 2-26-15,4 2-16 0,4 3-5 0,-1 1-6 16,4 1-8-16,3 1-41 0,0 0-101 0,3 0-142 15,2 1-223-15,0 1-284 0,2 1-258 16,3 0-127-16,-1-1 211 0,3-1 413 0</inkml:trace>
  <inkml:trace contextRef="#ctx0" brushRef="#br2" timeOffset="-209131.49">24261 6422 188 0,'-4'-13'833'0,"-4"-2"537"15,-2 5 108-15,-2-2-209 16,-2 1-451-16,-3 3-298 0,-1-2-155 16,-3 3-107-16,4 5-77 0,-5 2-49 0,0 2-33 15,1 2-24-15,0 5-18 0,-1 6-16 0,5 2-8 16,0 5-8-16,2 4-7 0,1 4-3 0,8 0-6 16,3 1-3-16,3 1-3 0,3 0-3 0,3-3-1 15,8-1-1-15,1-5-2 0,2-2 0 16,4-6-2-16,2-6 1 0,1-5 2 0,1-6 0 0,0-6-2 15,1-5-4-15,-1-7-5 0,-1-3-4 0,-1-3-4 16,-3-3-2-16,-2-2 3 0,-5 2 5 0,1 1 8 16,-6 1 5-16,-3 4 5 0,-2 4 3 0,-3 2 3 15,-1 5 6-15,-2 3 4 0,-1 4 2 0,-1 4 3 16,2 6 0 0,-2 2-1-16,1 7-3 0,-1 1-3 0,4 6-4 0,1 1-3 0,0 4-3 31,6 1-2-31,-2-1-2 0,4 4-2 0,2-4 0 15,6 3-1-15,-2-2-2 0,7-1-1 0,-3 1-8 16,3-1-13-16,3 0-22 0,-2-3-48 0,0 2-77 16,0-3-111-16,-1-2-183 0,-4 3-295 0,2-4-334 15,-2 0-312-15,-4 0-140 0,2-3 304 16,-3 1 661-16</inkml:trace>
  <inkml:trace contextRef="#ctx0" brushRef="#br2" timeOffset="-204496.09">21022 7339 48 0,'3'-3'337'0,"-2"2"227"16,1-2 214-16,-2 1 33 0,2 1-129 0,-2 0-100 0,-2-1-83 0,2 0-65 16,-2 2-55-16,1-2-41 0,-1 2-30 0,-1 0-31 15,0 0-29 1,-1 2-26-16,-1 0-26 0,0 1-42 0,0 0-44 0,0 0-34 0,-4 1-22 0,4 2-12 16,-3 2-10-1,0-1-3-15,1 4-9 0,-1-1-2 16,0 3-1-16,1 3-2 0,0 2-4 0,0 1 0 15,1 3-1-15,1 3 1 0,2 3 3 16,1 3 3-16,0 2 0 0,4 3 0 0,1 5 1 0,1 1-5 16,4 2-3-16,0 0-1 0,2-1-3 15,3 3 1-15,1-4-2 0,1-1 1 0,3-5-2 16,-1-4 0-16,1-2-1 0,3-4-2 0,0-5-1 16,-1-3 0-16,0-2 0 0,0-3 0 0,-2-4 0 15,-2-1 0-15,2-3 2 0,-5-1-1 0,-1 1 1 0,-3-2-1 16,0-1-1-16,-5 1 0 15,2-2 1-15,-3 1 1 0,1 0 0 0,-4 0 0 16,0 0-1-16,-2-1-1 0,-1 2-3 0,0-1-13 16,-2 3-37-16,1-3-73 0,-5 2-94 15,3-4-170-15,0 2-296 0,-3 0-326 0,2-2-332 0,2 0-176 16,0 0 198-16,2-4 657 0</inkml:trace>
  <inkml:trace contextRef="#ctx0" brushRef="#br2" timeOffset="-203617.45">21585 8043 114 0,'0'6'390'0,"-2"0"235"0,2-2 177 0,-2 0-98 16,2 0-160-1,0-2-90-15,0 1-56 0,0-3-38 16,0 0-35-16,2 0-41 0,0-4-50 0,-1-1-51 16,2 1-27-16,-1-2-13 0,1 0 5 0,1-1 23 0,0-2 18 15,1-2-1-15,-1-1-9 0,1-2-22 16,2 0-30-16,-1-3-28 0,2-1-26 0,1-1-14 15,-1-4-11-15,2-2-5 0,1 0-5 0,0-4-8 16,1-1-6-16,1-3-2 0,0 1-9 0,1 0-1 16,-1-2-3-16,-1 3-3 0,1-2-1 0,-2 3-2 15,2 2-1-15,-4 0-2 0,1 3-1 0,-1 3 1 16,-2-2 1-16,-1 7 1 0,0-1-1 0,0 3 0 16,1 0 1-16,-2 1-2 0,-2 2 1 15,2 0-1-15,-2 2 0 0,0 0-1 0,1 2 1 16,-1 0-2-16,-1 2 0 0,-2 0-1 0,2 0 1 15,-1 3 1-15,-1 2 0 0,-1-1-2 0,-1 2-6 16,0 2-12-16,-1 0-34 0,-3 5-61 0,2-1-57 31,-3 1-78-31,1 1-132 0,-2-1-172 0,0 3-278 16,0-2-223-16,2 1-206 0,-2-1-16 16,0-1 381-16,0 0 463 0</inkml:trace>
  <inkml:trace contextRef="#ctx0" brushRef="#br2" timeOffset="-203215.85">21477 7494 90 0,'0'1'444'0,"0"-1"313"0,-1 2 195 0,1 0-58 15,1-1-249 1,1 0-157-16,2 2-113 0,-1 1-82 16,6 4-45-16,-1 0-29 0,4 2-16 0,2 3 9 0,5 3 12 15,0 2-4-15,3 1-11 0,4 3-13 16,0 5-35-16,1-2-48 0,1 4-40 0,2-1-23 15,0 0-16-15,0 1-16 0,1-4-6 0,-1 0-4 16,-1 0-3-16,-1-5-2 0,1 0 1 0,-6-1-1 16,1-3-3-16,-5-1 3 0,2-2-1 0,-4-1-2 15,-4-2-4-15,-4 1-27 0,2-2-63 0,-5 1-65 16,-1-3-129-16,-3 0-212 0,-1-1-312 16,-2-3-303-16,-1 0-224 0,1-3-82 0,-3-1 445 15,-1-2 570-15</inkml:trace>
  <inkml:trace contextRef="#ctx0" brushRef="#br2" timeOffset="-202615.4">22163 7159 234 0,'7'4'504'0,"-1"2"245"16,2 3 171-16,4 1-166 0,1 2-177 0,4 1-88 15,1 2-70-15,3 1-72 0,-1 4-74 0,2 1-52 16,4 3-26-16,0 0-20 0,4 3 26 0,1 4 5 16,-3 0-5-16,4 0-25 0,-4 2-34 0,0 2-33 15,1 1-45-15,-2 1-28 0,-5 1-15 0,0 2-8 16,-3 1-5-16,-3-1-3 0,-2 2-2 0,-3-1-2 15,-3 4 0-15,-1-2-1 0,-1-1 0 0,-5 0-11 32,-1-1-53-32,0 1-62 0,-6-5-98 0,1 3-177 15,-3-5-299-15,-1 1-321 0,0-1-255 0,-3-2-149 16,1 0 267-16,-3-1 597 0</inkml:trace>
  <inkml:trace contextRef="#ctx0" brushRef="#br3" timeOffset="-191594.73">26026 2589 168 0,'2'1'395'0,"-1"3"171"15,3-2 134-15,-1 1-145 0,-2 2-138 0,5 1-31 16,1 1 3 0,1 1 9-16,0 2-12 0,2 1-45 0,0 0-44 15,1 3-63-15,3 1-53 0,2 3-40 16,2-1-34-16,0 6-7 0,3-1 8 0,1 1 5 15,3 2 28-15,1 2 15 0,-4 1 3 0,3-1-19 0,2 3-31 16,-2 1-7-16,4 0-24 0,-2 0-25 16,1-1-13-16,-1 3-2 0,2-1-4 0,-1 0-13 15,1 1-7-15,-1-1-5 0,0 1 1 0,-1 0-2 16,2 0 2-16,-3 1 6 0,1-1 1 0,-1 1 3 16,-1 0-2-16,2-1-2 0,-2 3-1 0,0-2-7 15,2 3-1-15,-3-1-3 0,2 3 1 0,0-1-1 16,0 2 1-16,-1-1 0 0,2 1 1 0,-2 4 1 15,1-1 5-15,0 2 2 0,0 2 2 0,-1 3 1 16,2 0 3-16,-3 0-2 0,-1 4-6 16,3 0-2-16,-1-1 1 0,0 3 4 0,-3-1-2 15,4 3 2 1,-3-2 0-16,2 3 1 0,-2 1-5 0,1-1-4 0,-2 3-2 0,-1-3-2 0,2 1-1 16,-1 2-2-1,2-2 0-15,-2 0 1 0,-1 1 2 16,1-3 0-16,-1 3 0 0,-1 0 0 0,2 1 1 15,-3 1-2-15,-2 0 1 0,4 1-2 0,-5 1-1 16,1-1 0-16,-3 2-1 0,2 1 0 0,-3-2 1 16,-1 3 1-16,-1-1 5 0,-1 2 5 0,1 3 4 15,-3 1 0-15,0 2-2 0,-1 0 1 16,1 0-5-16,0 2-2 0,0 0 1 0,2-1-1 16,-4 0 3-16,0 3 0 0,3-2 1 0,-2 3-1 15,-1-3-3-15,-1 4-2 0,2-1-3 0,-4-3 2 16,2 2 0-16,-4 0-1 0,4-1 3 0,-2 3 3 15,-2 0 3-15,3 0-2 0,-3 1-1 0,1 2-2 16,-1-2 1-16,3-1-3 0,-3-2-1 0,3 2 0 16,-3-1 0-16,2-1 0 0,2-4-2 0,-2 3-2 15,0-6 0-15,0 1-1 0,1-5 0 0,-1-5 0 32,-2-2 1-32,1-2 0 0,0-5 1 0,1-3 1 0,-3-3 0 0,0-2-2 0,0-7 2 31,0-3-2-31,0-3 1 0,0-4-1 0,0-5 1 15,-2-3-1-15,1-3 0 0,1-5 0 0,-2-1 0 16,0-3 0-16,1-1 0 0,-2 0 0 0,-1-4 1 16,-1 0-1-16,1-1 1 0,-4 0-1 0,2 0 1 15,-1 0-1-15,1-1 0 0,-2-1 0 0,4 1 0 16,-3 0 0-16,2 0 0 0,0 1 0 0,2 0-1 16,0-1 1-16,-1 0-1 0,2 2 1 15,1 3-1-15,1-5 0 0,0 2 1 0,0 3 0 16,3-3 0-16,-2 2-1 0,2 0 1 0,-1-1-1 15,1 2 0-15,0-1 1 0,0-1 0 0,0 1 0 16,2 0 0-16,-1 2 0 0,0 0 0 0,2 0-1 16,-3 0 1-16,2 1 0 0,0 2 1 0,0 0-1 15,-2 3 0-15,0 1 0 0,3 2-1 0,-3-1 0 16,1 2 0-16,-3 0 0 0,3-1 0 0,-1-1 0 31,-2 1 1-31,3-1-1 0,-1-1 0 0,-2 0-1 0,4 0 1 0,-4-1 1 0,2-1-1 31,-1-1 1-31,0-2 0 0,-1 1 1 0,3-2 0 16,-4-1 0-16,3-1-1 0,-3-2 0 0,0-1 0 16,0 0-2-16,0 0-1 0,-3-3-2 0,-1 0-10 15,-1-1-16-15,-4-1-20 0,1-2-53 0,-1-1-74 16,-5-2-100-16,-1-2-144 0,0 1-217 0,-1-3-319 16,-1-2-275-16,-1-1-171 0,-1-2 95 15,1 2 495-15</inkml:trace>
  <inkml:trace contextRef="#ctx0" brushRef="#br3" timeOffset="-191278.09">27673 9563 59 0,'-1'-10'589'0,"-5"1"471"16,1 3 169 0,0 0-91-16,0 5-361 0,0 1-252 15,4 2-117-15,-1 5-77 0,2 2-43 16,2 1-35-16,3 5-36 0,-2-2-62 0,3 4-60 15,1 1-25-15,3 2-17 0,3 2-10 0,1-1-6 16,4 3-7-16,2 2-5 0,1-3-9 0,5 3-6 16,0-3-2-16,3-1-2 0,1-2-2 0,0-2-1 15,0-3 0-15,1-4-1 0,-1-3-2 0,1-3-1 16,0-4-1-16,1-2 2 0,-4-5 0 0,2-3-1 16,-1-6 2-16,-3 0-1 0,0-8 1 0,-1-3-2 15,1-8 2-15,-4 0-1 0,1-7-3 0,-2 0-1 16,-1-5-12-16,-1-1-46 0,-3 3-75 0,-2-1-111 15,-2 3-184-15,-8 4-301 0,0 4-337 16,-6 6-309-16,-4 8-142 0,-6 5 326 0,-5 9 637 16</inkml:trace>
  <inkml:trace contextRef="#ctx0" brushRef="#br3" timeOffset="-190029.35">24364 11140 108 0,'2'-4'587'0,"-4"0"379"0,1 3 150 15,-2 2-32-15,1 3-408 0,2 2-242 16,2 3-108-16,1 2-19 0,2 6 5 16,-1 2-33-16,5 5-30 0,0 5-26 0,0 2-43 0,4 5-53 15,-1 2-44-15,1 4-15 0,3 2-14 16,-2 4-10-16,0 3-7 0,1 0-5 0,-1 1-5 15,-1 2-12-15,0-3-5 0,-1-2-4 0,-3 0-2 16,4-6-3-16,-4-4 0 0,-1-4 0 0,2-4-1 16,-1-5 0-16,-2-6 0 0,-1-3 0 0,0-2 1 15,-3-4 0-15,2-4 2 0,-3-4 1 0,-2-6 0 16,0-3 1 0,-4-6-2-16,0-5 0 0,-2-5-1 15,-2-6 2-15,0-6-1 0,-4-1 0 0,-2-7 0 16,0-3-2-16,-3-2-2 0,1-3-2 15,-2 0 0-15,1-2 1 0,1 0 1 0,1 3 0 16,3-1 1-16,3 1 0 0,1 7 0 0,3 0-1 16,1 6 0-16,4 1 1 0,0 5 0 0,1 3 2 15,4 3-2-15,3 2 0 0,0 2 1 0,3 3 0 16,4 0 0-16,2 3 0 0,1 3 1 0,3 1-1 16,0 3 0-16,2 3 0 0,2 2-2 0,1 2 0 15,-1 3 1-15,2 1 1 0,-2 4 1 0,1 1 7 16,-1 1 4-16,-3 2 4 0,-1 0 0 0,1 1-1 15,-6 3 3-15,1 0-1 0,-3 2 1 16,-1 1 0-16,-5 1 0 16,-2 2-1-16,-3 4 2 0,-1 0-8 0,-2 0-1 0,-3 4-3 0,-2-2 0 15,-2 2-1-15,-2 1 0 0,-2 2-3 0,-2-2 0 16,-1 3-1-16,-2-1-1 0,-1 0-1 0,-1 1 0 16,1 1 1-16,-1-2-2 0,1-2 1 0,3 0-1 15,0-3-1-15,4 0 1 0,1-4-1 0,1-3 1 31,3-1-1-31,4-4 0 0,1 0 0 16,3-3 0-16,0-1 1 0,5-1-2 0,0-3 2 0,0-2-1 16,1-3 1-16,5-1 0 0,1-2-1 15,0-2 2-15,1-1 0 0,3-3-1 0,0-2 0 16,0-1 0-16,2-1 0 0,-1-2 0 0,-1 0-2 16,3-1 2-16,-1 2-1 0,-4-1 0 0,0 1-1 15,1 1 1-15,-2 3 0 0,-2-2-8 0,0 3-12 16,-1 0-16-16,-3 0-44 0,0 1-72 0,-2 2-72 15,1-1-115-15,-5 0-156 0,1 0-228 0,-1-1-280 16,0 1-201-16,-1 0-143 0,0-2 217 16,0 3 473-16</inkml:trace>
  <inkml:trace contextRef="#ctx0" brushRef="#br3" timeOffset="-189713.01">25171 11826 51 0,'11'8'305'15,"-3"3"183"-15,1 2 168 16,4 0-32-16,-2 0-128 0,3 0-71 0,2 4-37 15,1-2-14-15,1 2-27 0,0-1-38 16,0-2-57-16,3 1-61 0,-1-2-27 0,-1-3-32 0,2-5-23 16,-1-3-14-16,-2-5-9 0,0-3-6 15,0-5-20-15,-1-3-5 0,-4-3-8 0,1-5 6 16,-3-1 22-16,-1-5 46 0,-1 2 45 0,-2-4 17 16,-6 4 14-16,-1 0-14 0,-1-1-24 0,-3 2-38 15,-4 2-35-15,-1 0-24 0,-2 2-19 0,-5-1-4 16,2 5-3-16,-3 2-2 0,-3 0-8 0,2 6-4 15,-4 1-1-15,2 4-7 0,0 5-6 16,1 4-4-16,2 4-3 16,-1 3-2-16,6 6-1 0,0 1 0 0,2 4 1 0,3 3 1 0,4 0 0 15,3 1-1-15,1 0-1 0,6 0-1 0,4-1-15 16,-2-4-46-16,7 1-70 0,2-3-93 0,0-2-161 16,2-2-284-1,3-2-321-15,2-5-298 0,4-1-168 0,-1-5 173 0,4-1 595 0</inkml:trace>
  <inkml:trace contextRef="#ctx0" brushRef="#br3" timeOffset="-189195.38">25822 11584 289 0,'8'-6'592'0,"-2"0"246"0,1 2 164 15,-1 0-217-15,2 0-190 0,-4 2-141 16,3-2-84-16,-2 1-61 0,0 2-61 0,-1-1-40 16,2 2-6-16,-3 0 9 0,2 0-9 15,-1 0-4-15,-1 0-19 0,0 2-29 0,-1-1-43 16,1 2-31-16,-2 2-14 0,4 1-15 0,-4 2-12 16,2 3-7-16,-1 2-2 0,0 2-3 0,-1 2-1 15,1 2-2-15,-2 4 2 0,2 0 0 0,-2 2 0 16,0 2-7-16,0 0-3 0,0 0 3 0,0 1-2 15,1 0 2-15,-1 0-1 0,2 0 1 0,-2 1-2 16,1-4-5-16,1 0-3 16,0 2-2-16,1-5-1 0,0 0-2 0,1-3 1 0,1-3-2 15,0-1 0-15,1-5 1 0,2 1-2 0,2-5 2 16,1-1-3-16,2-2-12 0,2-5-39 0,0 1-77 16,3-6-102-1,1 2-187-15,1-3-300 0,-2-2-331 16,4-2-338-16,-1-1-144 0,1 1 275 0,2-1 678 15</inkml:trace>
  <inkml:trace contextRef="#ctx0" brushRef="#br3" timeOffset="-188279.24">26344 12062 31 0,'4'4'432'0,"0"0"344"0,-1-1 211 16,-2 1 12-16,-1-3-305 16,4-1-199-16,-3 0-133 0,1-1-72 0,-1-6-24 15,3-1 3-15,-1-2-24 0,2-2-17 0,-1-3-7 16,1-4-23-16,0-3-29 0,-2-1-28 15,2-4-30-15,0-1-30 0,-1-6-28 0,1 1-15 16,-1-1-7-16,1-2-9 16,-2 1-11-16,2 2-6 0,0 0 2 0,-2 5 8 0,0 2 5 0,-1 5 8 15,-1 3 7-15,-1 3 4 0,2 5 0 0,-2 1-9 16,0 2-5 0,-2 5-7-16,2 3-9 0,0 3-5 15,-1 6-2-15,1 2-1 0,-2 5 0 0,2 3-1 16,2 4 1-16,-2 2 1 0,1 2 0 15,2 4-1-15,2-1 0 0,-2 1-1 0,2-1 0 0,0 1-1 16,3-4 0-16,-4-1-2 0,5-5 2 16,-3 0-1-16,2-6 0 0,1-2 1 0,-2-4 4 15,1-5 1-15,0 0 0 0,1-10 1 0,-3 0 0 16,2-5-2-16,0-5-2 0,1-5-1 0,-1-5 0 16,-1 0-1-16,2 0 1 0,-1-4 1 0,-2 3 0 15,3 0-1-15,-5 3 0 16,2 2 1-16,-1 4 0 0,-2 2-1 0,0 4 2 0,1 4-1 15,-3 2 1-15,1 4 0 0,0 3 0 0,-2 7 0 16,1 1-1-16,-1 5 2 0,2 1 0 0,-2 4-1 16,1 0 0-16,-1 3 0 0,5-2-1 0,-4 1 0 15,2 0 0-15,1-3 0 0,1-1 0 0,-1 1-1 16,1-6 1-16,0 1 1 16,2-4-2-16,-2-3 0 15,2-2 0-15,-1-5 1 0,1-4 2 0,0-3-2 16,0-6 1-16,-1-2-1 0,0-6 1 15,4-2-1-15,-4-2-1 0,0 0-1 0,1 0 0 16,-1 1 0-16,2 2-1 0,-2 2 1 0,-1 4 0 16,-2 2 0-16,2 2 1 0,-2 4 0 0,2-1 1 15,-2 7 0-15,0 2 1 0,0 2 0 0,2 4 0 16,-2 5 0-16,2 3-1 0,-2 2-1 0,5 4-1 16,-3 0 0-16,1 6 0 0,1 0 0 0,-1 2-1 15,0 2 1-15,0 2 0 0,1 0-1 16,-1-1-8-16,2-1-24 0,0-2-72 0,-3-3-82 15,-1-3-166-15,1-4-287 0,2-3-323 0,-1-3-366 16,-2-5-210-16,1-4 115 16,2-3 683-16</inkml:trace>
  <inkml:trace contextRef="#ctx0" brushRef="#br3" timeOffset="-188112.85">27169 11816 98 0,'7'5'685'16,"-3"5"469"-1,-2 4 100-15,-4 5-142 0,-2 4-387 0,1 6-311 0,-4 1-166 0,1 2-85 16,1 4-35-16,-3-3-21 16,3 1-19-16,2-4-37 0,0-4-25 0,3-1-35 15,2-7-52-15,-1-3-116 0,2-7-188 0,1-4-289 16,2-5-291-16,-2-8-260 0,1-4-134 0,2-5 336 16,-2-4 543-16</inkml:trace>
  <inkml:trace contextRef="#ctx0" brushRef="#br3" timeOffset="-187946.34">27155 11505 268 0,'-11'-30'790'0,"0"6"360"0,0 4 37 0,-2 8-235 15,0 3-362-15,4 7-243 0,0 3-155 0,1 6-81 0,4 3-39 0,1 4-27 0,5 5-20 16,-1 3-8 0,6 2-6-16,2 3 1 0,4 0-18 15,1 1-43-15,5 1-97 0,0-2-149 0,3 0-232 16,0-2-285-16,3-1-255 0,2-1-129 15,-1-3 209-15,1-1 437 0</inkml:trace>
  <inkml:trace contextRef="#ctx0" brushRef="#br3" timeOffset="-187294.34">27525 11778 147 0,'0'-11'775'16,"-3"2"550"-16,-7 2 163 0,2 1-189 0,-3 3-441 16,-3 1-315-16,1 4-170 0,-1 3-114 0,0 4-87 15,0 4-51-15,1 3-33 0,2 4-24 0,2 1-17 16,1 4-11-16,1 0-10 0,4 2-5 15,3 1-9-15,2-3-5 0,2 0-4 0,3-3-2 16,4-4-1-16,-2-2-2 16,6-4-1-16,0-4-1 0,1-3-1 0,2-5 0 0,0-3-6 0,-2 0-11 15,3-6-14-15,-3-1-26 0,0-4-53 0,-3-1-58 16,-1-4-53-16,-2 0-40 0,-2 0-34 0,-3-1-15 16,-1-2 35-16,-4 2 51 0,0 0 50 15,0 1 31 1,-1 1 29-16,-4-2 29 0,0 4 27 15,-1 1 20-15,-1 0 23 0,0 2 27 0,-1 3 32 16,1 1 30-16,1 1 23 0,-2 5 9 0,2 1-3 16,1 2-20-16,0 4-20 0,4 2-24 0,-1 3-16 15,2 2-10-15,2 0-4 0,-1 3-1 0,4 1-4 16,1 0-1-16,-1 1 0 0,4 1 3 0,-1 0 1 16,2-1-2-16,1 1-1 0,-2 0 0 0,3-1-4 15,-2-1-8-15,2-1-15 0,-3 0-33 16,4-3-54-16,-4-3-76 0,-1-1-88 0,5-3-95 0,-5-2-89 15,1-4-69-15,2-2-9 0,-3 0 69 16,-1-5 126-16,-1 1 157 0,0-3 160 0,-1-1 158 16,-4 0 134-16,1-1 129 0,0 0 95 0,-2 0 41 15,0 1-14-15,0 3-50 0,0 0-32 0,1 5-32 16,2 1-46-16,-1 2-53 0,1 3-48 16,1 4-40-16,0 1-47 0,2 6-47 0,-1-2-45 0,1 4-25 31,-1 1-13-31,2-1-10 0,0-2-4 15,0 2-9-15,-1-2-3 0,1 0-5 0,-3-4-3 0,2-1 0 16,-1-4-1-16,0-3 1 0,0-2-2 16,-4-3 0-16,3-2 2 0,-3-5 0 0,1-3-3 15,-2-3 0-15,0-2-1 0,-2-2 2 0,1-2-1 16,-3 0 1-16,3-3 0 0,-2 3-2 0,-1-3 2 16,1 4-1-16,1-3-1 0,-1 4-1 0,3-1 0 15,0 2-21-15,2 1-63 0,-1 4-59 16,3-2-81-16,1 4-157 0,3 2-256 0,1-1-302 15,4 3-229-15,1 2-182 0,6-1 107 0,2 2 523 16</inkml:trace>
  <inkml:trace contextRef="#ctx0" brushRef="#br3" timeOffset="-186496.89">28823 11093 101 0,'0'-12'422'0,"-2"2"303"0,-1 4 266 15,-2 2-39-15,1 2-210 0,1 4-162 0,-4 1-116 0,4 6-86 0,0 1-56 16,1 5-42-16,1 5-38 0,2 4-24 16,3 3-29-16,-1 2-35 0,5 7-31 0,-1 2-34 0,3 2-20 15,1 4-9-15,2 3-6 0,-1-1 3 0,2 5-5 16,1 0-8-16,-2-1-3 0,1-3-12 0,-1 0-7 31,2-3-8-31,0-8-7 0,-2-5-3 0,4-4 0 0,-4-7-2 0,4-4 0 0,-4-9 1 31,0-3-1-31,1-8 0 0,-1-6 0 0,-2-6-1 0,2-6 0 0,-4-3 1 0,0-5-1 16,0-3-1 0,-1-1 0-16,-2-1 0 0,-1 1 0 0,0 0-2 15,-4 4 1-15,-1 2 0 0,0 3 0 0,-1 3 1 16,-2 5 0-16,-1 4 1 0,-1 2 1 0,1 3 0 16,-1 4 0-16,-3 4 0 0,4 1 1 0,-1 4-1 15,0 6-1-15,2 3 0 0,-2 3 1 16,0 4-1-16,1 4-1 0,2 4-1 0,0 2-1 15,2 4-1-15,0 1 0 0,4 0-1 0,0 0 0 16,1 0-3-16,1-2-12 0,2-2-31 0,0-4-65 0,3-4-65 16,0-4-81-16,2-3-134 0,-2-6-157 15,2-7-182-15,1-4-206 0,-1-4-202 0,0-6-84 16,2-8 239-16,1-1 392 0</inkml:trace>
  <inkml:trace contextRef="#ctx0" brushRef="#br3" timeOffset="-186046.54">29329 11698 104 0,'8'-27'375'0,"-4"3"251"0,0 5 234 16,-4 0-29-16,0 6-114 15,0 1-114 1,0 3-93-16,-2 3-62 0,0 3-49 0,2 3-47 16,0 5-59-16,2 0-41 0,-2 6-37 0,2 1-39 15,-1 3-44-15,1 4-45 0,-1-1-28 16,3 5-19-16,-1 1-11 0,3-1-12 0,0 1-5 0,2-3-4 16,2 2-1-16,1-4-2 0,2-1-4 0,-2-3 2 15,4-3-2-15,-2-3-1 0,4-5 0 0,-1-2-2 16,2-5 0-16,-1-3-3 0,0-5 4 15,1-3-2-15,-2 0 1 0,-1-3 0 0,-2-1 2 16,-2-1 0-16,0-1-2 0,-1 0 4 0,-4 4-2 16,1-1 1-16,-3 0 1 0,1 5-1 0,-4-2 0 15,-1 3 0-15,0 1 0 0,0 1 2 0,-1 3 0 16,-1 1 0-16,1 3 1 0,-1 2-3 0,2 2 3 31,-2 5-4-31,2 2 0 0,2 1 0 0,0 3-1 16,1 4 1-16,2 1-1 0,-2 3 1 0,2 1-2 15,-1 3 2-15,4 3 0 0,-2-1 1 16,1 1 0-16,1 4 0 0,1-2-1 0,-3 2 1 0,2-1-1 16,-1 1 1-16,-1-1 1 0,2-1-1 15,-2 1 0-15,1-2 0 0,-2 0 0 0,-1 2 0 0,1 0-1 16,-4 1 1-16,1-1 0 0,-1 5-2 16,-2-2 1-16,-1 0-1 0,1 1 0 0,-5-1-3 15,3-2 1-15,-2-6 0 0,2-3-24 16,-2-8-60-16,0-6-58 0,-3-7-97 0,4-9-164 15,-1-7-268-15,-2-9-303 0,4-6-234 0,0-5-169 16,1-9 184-16,2-4 542 0</inkml:trace>
  <inkml:trace contextRef="#ctx0" brushRef="#br3" timeOffset="-185513.48">29756 11350 18 0,'-5'-7'541'0,"0"4"499"0,-1 2 230 16,-3 3-58-16,2 4-286 0,2 3-287 0,1 3-195 16,0 3-109-16,3 2-64 0,1 2-51 0,1 1-63 15,4 3-52-15,2 2-32 0,1 0-20 16,2 0-11-16,2 3-10 0,3-3-9 0,1 3-8 16,1-5-5-16,3 1-3 0,-1-2-4 0,1 3-1 0,-1-6-2 15,0 1 1-15,-1-1-1 0,-1 1-1 16,-3-2 0-16,-1 0 0 0,-2 1 1 0,-5 0 0 0,2-2 0 15,-5 3-1-15,-1-1 1 0,-2 0-1 16,-4-2 1-16,1 1 0 0,-1-1 1 0,-1-2 0 16,0-2 0-16,1 1-1 0,-1-6 1 0,-2 2-2 15,1-4-1-15,3-4 0 0,2-3-1 0,-3-1 2 16,4-8-1 0,0-3-2-16,0-6 2 0,4-4-1 0,-3-7 1 0,2-3-2 0,2-6-4 15,-4-2-6 1,1-6-6-16,-1-1-9 0,1-4-9 15,-2-3-14-15,-2-4-8 0,2-2-4 0,-1-3-1 16,-2-3 8-16,0 3 9 0,1-2 19 0,2 2 28 16,0 6 19-16,-1 4 15 0,1 5 10 0,-2 8 6 15,1 6 2-15,1 5-9 0,-2 8-7 0,2 7-4 16,0 7-4-16,2 6-3 0,-1 6-3 16,2 6 1-16,2 8 3 0,-1 8 1 0,1 7-1 0,2 7-1 15,1 4-2-15,-1 8-5 0,3 4-4 16,-2 5-1-16,2 1-4 0,-1 4-2 0,0 1-2 15,-1 4 0-15,3-2-4 0,-1-1-4 0,0-4-14 0,2-4-37 16,-3-6-77-16,0-7-92 0,0-9-165 0,-1-2-298 16,-2-10-326-16,1-4-331 0,-3-8-175 15,2-3 196-15,-4-8 647 0</inkml:trace>
  <inkml:trace contextRef="#ctx0" brushRef="#br3" timeOffset="-185329.22">29926 11361 23 0,'-6'-26'472'0,"0"5"401"16,3 4 216-16,1 4-33 0,2 2-325 0,4 4-279 15,0 3-175-15,4 2-98 0,0 2-48 0,3 2-28 16,1 1-32-16,3 3-35 0,0-1-22 0,2 5-9 16,0 1-10-16,-1 1-39 0,1 2-85 0,-2 2-123 15,0 0-153-15,0 1-295 0,0 2-254 0,0-1-151 16,-2 3 109-16,2-4 354 0</inkml:trace>
  <inkml:trace contextRef="#ctx0" brushRef="#br3" timeOffset="-184596.06">30433 11515 255 0,'-5'0'1066'0,"-2"3"528"0,-1 1-99 0,-1 6-296 31,0 1-476-31,0 2-268 0,0 0-187 0,1 5-97 16,0 1-53-16,0 1-32 0,1 2-25 0,0 4-19 16,3-2-16-16,0 0-10 0,3 0-5 0,-1-3-4 15,4-1-4-15,1-6-3 0,2-1 0 0,3-5-2 16,-1-4 0-16,5-4 0 0,-1-5-1 0,1-2 1 16,1-6-1-16,1 1 1 0,0-5 1 0,-1-2-1 15,3 0 1-15,-2-1 2 0,0 0-1 0,-1 2 1 16,-2 1 0-16,-1 2 1 0,-2 4 0 0,1 1 0 15,-5 3 0-15,1 3 1 0,-1 1 0 0,-1 6 0 16,-2 3 0-16,1 1 0 0,-2 3 0 0,0 2-1 16,0 3 0-16,0 1-2 0,0 3 1 0,0-1-2 15,0 0 0-15,2 0-1 0,1 1 0 0,-2 0 0 16,5-2 0-16,-1-2 0 0,-2-2-1 0,4-2-1 16,-1-3 1-16,1-3-2 0,0-3 0 0,1-4 0 0,0-5-2 31,0-3-2-31,1-7-5 0,-1-2 0 15,2-5-2-15,-1-6 0 0,-1 0 0 0,0-7 4 16,0-1 4-16,0-7 3 0,-2 0 2 0,1-5 2 16,-2-5 3-16,-1-1 0 0,1-4 2 0,-2-3-1 15,2 0-1-15,0 0 0 0,-1 4 0 0,1 1 0 16,3 7-1-16,-4 6 2 0,1 9 0 0,-1 7 2 0,-1 5 1 16,-2 10 0-16,3 3 0 0,-1 8-2 0,-2 5 0 15,3 5-1-15,-2 8-1 0,2 4 0 0,-1 7 0 16,2 6-1-16,-2 5 2 0,3 5 3 15,1 6 1-15,2 3 4 0,0 5 6 0,3 4 7 0,2 1 3 16,2 4 4-16,-1 1 5 0,1 3 1 0,5 0-3 16,1-2-5-16,-1-3-4 0,4-5-7 0,-2-5-6 15,6-6-7-15,-2-8-3 0,1-5 0 0,0-9-2 16,1-5 0-16,-1-10-1 0,-4-6 1 0,2-6 0 16,-3-7 0-16,-1-6 0 0,-2-5 0 0,-3-3 0 31,-1-4 1-31,-2 1-1 0,-5 0 1 0,1 0 0 15,-4 4 1-15,-1 3 0 0,-5 4 0 0,0 4 1 16,-2 1-1-16,-1 5 0 0,-1 0-1 0,0 4 0 16,0 4-1-16,-1 0 0 0,2 4-1 0,-2 1-2 15,-2 2-2-15,1 5-9 0,2-1-17 0,-3 1-33 16,1 1-78-16,1 1-107 0,-3-3-193 0,4-2-291 16,0-2-344-16,3-3-380 0,-1-3-165 0,2-5 298 15,0-1 720-15</inkml:trace>
  <inkml:trace contextRef="#ctx0" brushRef="#br3" timeOffset="-184445.88">31294 11559 40 0,'-8'-26'616'0,"2"2"569"0,-2 4 199 0,0 4-165 15,2 5-364-15,-1 5-392 0,3 1-198 16,-2 3-134-16,1 4-96 0,2 5-60 0,-1 3-40 0,3 0-48 16,1 1-76-16,-2-2-121 0,2 2-124 0,2 0-233 15,1-3-256 1,0 1-195-16,4-1 12 0,0-2 314 15,1 1 383-15</inkml:trace>
  <inkml:trace contextRef="#ctx0" brushRef="#br3" timeOffset="-184063.67">31392 11016 35 0,'14'-38'584'0,"-2"4"503"0,-4 4 212 0,-1 7-83 16,-2 6-287-1,0 5-329-15,-2 6-176 0,0 3-99 16,-1 7-66-16,0 1-49 0,-1 8-56 0,1 2-46 15,-1 4-27-15,2 5-13 0,0 3-6 0,-1 3-7 16,1 5-6-16,0 1-6 0,2 1-9 0,-2 4-8 16,4 1-8-16,-1 1-6 0,2 2-3 0,-2 4-2 15,2-2-2-15,3 6-2 0,-3-1 0 0,2 4-1 0,0 2-2 16,2-1-1-16,-1 2-2 0,1-3-2 16,-1-3-2-16,1-4-12 0,2-6-17 0,-3-5-44 15,0-5-72-15,0-5-81 0,-5-7-137 0,2-3-196 0,-2-4-314 16,-3-1-287-16,-1-6-201 0,-4-3-31 15,1-3 433-15,-5-4 534 0</inkml:trace>
  <inkml:trace contextRef="#ctx0" brushRef="#br3" timeOffset="-183478.59">31462 11650 55 0,'4'-6'530'0,"3"1"439"0,-1 0 216 0,1 0-45 16,0 2-385-16,1 0-262 0,4 0-137 0,0 3-82 16,-1 0-46-16,4 0-39 0,-1 2-27 0,0-1-35 0,2 2-41 15,0-3-36-15,1 2-23 0,-3-2-13 16,5-2-8-16,0 1-5 0,-1-2-4 0,-1 1 2 16,0 0-6-16,1-2-32 0,-6 2-44 0,4-1-34 0,-3 2-50 15,-1-1-94-15,-2-1-108 0,-4 1-84 0,2-2-68 16,0 0-69-16,-3 0-20 0,-1-1 80 15,1 1 132-15,-1-4 165 0,-3 1 161 0,-1 0 144 0,0-1 137 16,-1 1 163-16,-1 1 121 0,0 0 42 0,-1-1-23 16,1 5-37-16,1 1-21 0,-1 2-40 15,1 3-64-15,1 3-52 0,0 3-41 0,1 1-44 0,1 4-54 16,1 5-51-16,2 0-25 0,1 8-11 0,5 0-4 16,0 5 6-1,3 0 1-15,1 5-2 0,2-1-6 16,1 2-10-16,0-3-11 0,3-1-12 0,1-4-10 15,3-4-8-15,-1-3-3 0,1-6-1 0,-1-3-1 16,5-7 0-16,-4-4 1 0,2-4 1 0,-2-6 1 16,0-5-2-16,-2-5 2 0,2-5 1 0,-1-4 6 15,-1-4 0-15,0-3 3 0,-1 1 5 0,0 0 3 16,-6 1-1-16,1 3-4 0,-3 1-2 0,-3 7 1 16,-1 2-1-16,-5 5-25 0,-1 3 0 0,-2 5 0 15,1 1 0-15,-3 4 0 0,0 4 0 0,0 1 0 16,-3 2 0-16,3 1 0 0,3 5 0 0,-3 0 0 15,3 2 0-15,-2 4 0 0,4-2 0 0,0 3 0 16,2 1 0-16,-1 2 0 0,1 0 0 0,3 0 0 16,-2 2 0-16,1-2-47 0,1 0-21 0,-2-2-24 15,0-1-51-15,0-1-74 0,-4-2-99 0,3-3-165 16,-2 0-288-16,0-4-332 0,-2 0-280 0,1-5-148 16,-2-2 244-1,1-2 637-15</inkml:trace>
  <inkml:trace contextRef="#ctx0" brushRef="#br3" timeOffset="-182296.32">27922 13228 85 0,'1'-12'576'16,"-2"2"424"-16,-4-1 191 0,0 2-61 0,-1 3-396 16,0 0-180-1,-2 2-114-15,-2 0-79 0,1 4-52 16,-3 2-43-16,0 1-39 0,-2 3-65 0,0 3-49 15,-1 3-26-15,-2 4-18 0,3 3-10 0,-3 5-11 16,-1 6-5-16,1 3-8 0,1 7-4 0,0 7-6 16,1 5-3-16,2 7-1 0,1 7 0 0,4 6-1 15,2 6-2-15,2 7-1 0,4 4-1 16,0 2-5-16,4 1-3 0,4-2-3 0,2-2-2 16,-1-5-1-16,7-5-1 0,0-8 1 0,3-6-3 0,3-7-2 15,-1-10-1-15,4-6-8 0,-2-9-15 16,2-2-27-16,-2-10-69 0,1-2-77 0,-6-6-147 15,2-1-263-15,-5-4-310 0,-2-3-352 0,-1 0-228 16,-2-3 6-16,-3-2 604 0</inkml:trace>
  <inkml:trace contextRef="#ctx0" brushRef="#br3" timeOffset="-181696.31">28499 13962 34 0,'2'-17'493'0,"-2"5"436"16,1 1 233-16,-1 3-20 0,0 0-361 16,0 4-230-16,3 1-101 0,-1 3-82 0,1 3-48 0,-2 1-45 15,3 5-35-15,-3 0-52 0,2 6-63 16,2 0-35-16,-1 3-25 0,-1 3-9 0,1 2-11 15,1 4-10-15,-2 1-7 0,0 3-9 0,2 1-4 16,-2 3-7-16,1-1-3 0,-1 2-1 0,-2-1-4 16,4-2-2-1,-4-1 1-15,1-5-2 0,-1-2 0 0,-1-2-3 0,2-4-4 0,-2-5-15 0,0-3-40 16,0-3-62-16,-2-2-63 0,-2-5-91 0,-2-6-145 16,-1-2-180-16,-1-3-279 0,2-4-211 15,-5-2-186-15,1-3 58 0,1-5 412 0,-4 1 433 31</inkml:trace>
  <inkml:trace contextRef="#ctx0" brushRef="#br3" timeOffset="-181313.63">28240 13489 24 0,'1'-7'326'0,"-1"1"258"0,2 2 250 0,-2 2 66 16,0-2-159-16,1 3-137 0,-1 1-112 16,4 1-90-16,-3 4-50 0,2 0-31 0,3 2-18 15,2 4-29-15,-1 1-26 0,1 4-26 16,3 2-33-16,0 1-42 0,2 6-40 0,1 3-24 16,2 1-15-1,1 7-7-15,2 1-8 0,-2 2-10 0,4 2-9 0,-4 1-9 0,4-1-8 0,-2-6-7 31,-2-2-4-31,4-6-2 0,-4-4-4 0,4-9 1 16,-3-1-1-16,-1-8 0 0,0-8 0 0,-1-2 1 16,-2-6-1-16,-3-6 0 0,-1-2 1 0,-1-5-1 15,-3-2 0-15,-1-2-2 0,-2-2 1 0,-3 0 1 16,0 0-1-16,-1 3 0 0,-3-1-2 16,0 2-1-16,-4 4-8 0,0-1-21 0,0 4-56 15,-2 1-65-15,2 3-75 0,1 1-143 0,-1 4-202 16,1 1-307-16,4 1-252 0,0 0-197 0,1 4-20 15,4 0 444-15,-1-1 512 0</inkml:trace>
  <inkml:trace contextRef="#ctx0" brushRef="#br3" timeOffset="-180729.52">28769 13091 19 0,'4'-11'381'0,"-1"0"301"16,3 4 256-16,2 4 123 0,3 2-300 0,4 2-202 15,2 4-120-15,1 0-45 0,4 6-26 16,2 2-34-16,3 3-49 0,2 6-32 0,-2 2-38 16,3 4-38-16,-2 4-47 0,4 2-37 0,-2 7-19 15,0 2-14-15,0 5-7 0,0 5-13 0,0 2-4 16,-3 5-8-16,-3 5-5 0,-1 4-9 0,-1 4-5 15,-1 7-1-15,-4 0-5 0,2 5-3 0,-4-2-3 16,-2 2 2-16,-1-2 0 0,-4-4-2 0,-1-1-2 16,0-3-2-16,-6-3-15 15,1-6-43-15,-4-4-71 0,-1-5-67 16,-4-5-128-16,0-9-194 0,-2-7-306 0,-4-6-283 0,-1-8-198 0,-7-5-79 16,2-8 393-16,-8-3 542 0</inkml:trace>
  <inkml:trace contextRef="#ctx0" brushRef="#br1" timeOffset="-170525.66">5711 6402 166 0,'-2'0'323'0,"2"1"130"0,-2-1 7 16,1 0-96-16,-1 1-100 15,-1-1-57-15,1 2-8 0,1-2 6 0,-1 0 10 16,-1 3 3-16,1-3 19 0,1 2 24 0,-1-2 9 0,2 0 5 16,-1 3-6-1,1-3-4-15,-2 1-19 0,2-1-30 0,-2 0-35 0,2 0-31 16,-2-1-24-16,0 1-24 0,0 0-16 0,2 0-13 0,0 0 3 15,0 0 11-15,0 0 11 0,2 0 10 16,-2 1-3-16,0-1-6 0,2 0-17 0,-2 0-15 0,2 0-19 16,0 0-24-16,-2 0-8 0,3 0-5 15,0 0-2-15,-1 0-4 0,3 0 1 16,-2 0 2 0,2 0 1-16,1 0 2 0,0 0 17 0,1 0 13 15,-1 0 3-15,-1 2 3 0,4-2 1 0,-3 0 0 16,1 0-20-16,-1 0-11 0,2 0-7 0,1 0-1 15,-2 0-4-15,1 0-2 0,0-2-1 16,1 2-1-16,1-1 3 0,-2 1-3 0,1 0 1 16,-1-3-1-16,2 3 1 0,-2-2 0 0,1 2-1 15,0 0 2-15,-2-3-3 0,2 1 3 0,-1 1 1 16,-2 1-1-16,1-1 0 0,-1 1-3 0,2 0 0 16,-2-2 0-16,-1 2 0 0,0 0-2 0,0 0 4 15,-1 0-1-15,1 0 0 0,0 2 0 16,-1-2-1-16,1 0 1 0,0 0-3 0,-2 0 0 0,2 0 2 15,-2 0 0-15,0 0 3 16,0 0-1-16,-1 0 1 0,1-2 0 0,-1 2-1 0,-1 0 2 0,-1 0-3 31,2-2 10-31,-2 2 15 0,0 0 14 0,0-1 9 16,0 0 10-16,0 1 8 0,0 0-3 16,-2 0-11-16,2 0-11 0,-3 0-8 0,3 0-9 15,-3 0-9-15,1 0-6 0,1 0-4 0,-1 0-1 16,2 1-2-16,-2 0-1 0,1-1-1 0,1 0 1 15,0 0-2-15,-2 2 1 0,2-2-1 16,0 0 0-16,0 0-1 0,0 0 1 0,0 0 1 16,0 0 0-16,0 0 0 0,-1 2 1 0,-2-2-1 15,1 1 0-15,1-1 2 0,-1 1-2 0,-1 1 1 16,0 1 1-16,-2-3 4 0,2 2 2 0,-2 1 0 16,0-2 3-16,-1 2-1 15,1-2-1-15,0 2-1 0,-1-1-4 0,0 0-1 0,-2 0-1 0,0-1-1 16,0 0 0-16,0 1-1 0,-1 1 0 0,1-3 1 15,-2 1 0-15,1 1 0 0,-1-1 1 16,2-1-1-16,-1 0-1 0,-2 0 0 0,3 0 0 0,0 0-1 16,0 0 0-16,4 0-1 0,-3 0 1 0,4 0 0 15,0 0-1-15,-1 0 1 16,3 0 1-16,-1 0 0 0,1 0-1 16,-1 0 1-16,2 0 0 15,0 0-1-15,-3 0 0 0,3 0-1 0,0 0 1 16,0 0 0-16,0 0-1 0,0 0 1 0,0 0 0 15,0 0 0-15,0 0-1 0,3 0-1 0,-3 0 1 16,0 0-1-16,0 0 0 0,2 0 0 0,1 0 1 16,0 0-1-16,0 0 2 0,2 0-1 15,0 0 1-15,1 0 0 0,0 0 0 0,2 0 1 16,0-1 0-16,0 1 0 0,5-2 1 0,-4 1-1 16,5 0-1-16,-2-1 0 0,-1 2 1 0,4-2-2 15,0 2 1-15,0 0 0 0,-2-1 0 0,3 1 0 16,-2-1-1-16,0 1 1 0,-1 0 1 0,3 0-2 15,-5-2 2-15,2 2-1 16,-1 0-1-16,-2-2 1 0,-1 2-1 0,2 0 0 16,-4-2-1-16,-1 2 1 0,-1 0 1 15,0 0 1-15,-1 0 0 0,-1 0 1 16,-1 0 1-16,-1 0-1 0,1 0 3 0,-2 0-1 16,0 0 1-16,-2 0 8 0,1 2 3 15,-2-2 2-15,-3 0 0 0,1 2 0 0,-2 0 0 16,1-1-6-16,-2 0-4 0,-3-1-3 0,2 2-1 15,-1 0-1-15,-2-1 0 0,0 2-2 0,0-2 1 16,-1-1-1-16,0 2-1 0,-2-1 0 0,0-1 1 16,-2 0-1-16,3 2 0 0,-2-2 0 15,0 0 0-15,2 0 0 0,0-2-1 0,-2 2 1 16,5 0 0-16,-3-1-1 0,3 1 1 0,-1-2 0 16,2 1 0-16,0-1 0 15,2 1 0-15,0 1 0 0,0-1 0 0,2 1 0 0,-1-2 0 0,1 2 0 16,2 0 0-16,-1-2 0 0,3 2 0 0,-1 0 0 15,1 0-1-15,1 0 0 0,-1 0 1 0,2 0-2 16,0 0-1-16,0 0 0 0,2 0 0 0,-1 2 0 31,3-2 0-31,2 0 2 0,2 2 1 0,1-2 0 16,1 1 0-16,2-1 1 0,-1 1 0 0,2-1 0 0,1 2 0 16,1-2-1-16,0 1 1 15,0-1-2-15,0-1 1 0,-2 1-1 0,1-2 1 16,-3 1 0-16,1 1 0 0,-2-1 0 0,-2-1 1 15,-1 2-1-15,-1 0 1 0,0-2 1 0,-4 2-1 16,1 0 1-16,-1-1 1 0,-1 1-1 0,-1-1 1 16,0 1 1-16,-1 0-1 15,-4 0 0-15,2 0 0 0,-5-2-1 0,2 2 1 16,-1-2-2-16,-2 2 0 0,-2 0 0 16,-2-2 0-16,1 2-2 0,0 0 1 0,-2-3-1 15,0 2 1-15,1 0-2 0,1 1 1 16,1-2-1-16,1 2-1 0,2 0-1 0,2 2-2 0,1-1-6 0,0 3-15 0,2 2-25 15,3 1-72-15,0 0-103 16,0 4-215-16,2-3-287 0,-1 3-346 0,1 1-412 16,-1-3-204-16,-1 2 326 0,-1 1 813 0</inkml:trace>
  <inkml:trace contextRef="#ctx0" brushRef="#br2" timeOffset="-160176.89">6207 6454 192 0,'1'2'349'0,"1"-2"142"15,-2 1 14-15,1-1-105 0,1 0-78 0,-2 0-26 16,0 0 8-16,0 0 23 16,0 0 19-16,0 0 10 0,0 0-11 15,0 0-24-15,0 0-31 0,0 0-42 0,0 0-44 16,0-1-41-16,0 1-34 0,0 0-27 0,0 0-19 15,0 1-7-15,0-1 0 0,0 0 3 0,0 0 3 16,0 0-3-16,0 2-6 0,0-2-10 0,0 0-12 16,2 0-19-16,-2 0-11 0,0 0-3 15,1 0-7-15,-1 0-9 0,0 0 1 0,0 0 4 16,0 0-2-16,0 0-5 0,2 0 4 0,-2 0-2 16,0 0-2-16,2 0-3 0,-2-2 0 0,1 2 1 15,1-1 0-15,-1 1 1 0,1-2 2 0,1 1-1 16,0 1 0-16,2-3 3 0,-2 1-5 0,0 1 3 15,2-1 2-15,-2 1 0 0,2-1-3 0,0-1-4 16,-2 2 1 0,1-1 2-16,1 1-2 0,-2-2 5 0,2 3 2 0,-2-2 3 0,1 1-3 0,-1 0-6 31,0 1 0-31,0-2-2 0,2 0 3 0,-2 0-4 16,-2 2 7-16,3 0 0 0,-3 0 2 15,1 0-2-15,-1-3-4 0,1 3 5 0,-2 0-3 0,2 0 3 16,-1 0 8-16,-1 0 43 0,0 0 20 15,0 0 17-15,0 0 13 0,0 0 8 0,0 0-4 16,-1 0-31-16,-1 3-10 0,-1-3-13 0,1 0-10 16,-1 0-11-16,-2 2-7 0,2-2-4 15,-3 2-7-15,3 0-5 0,0-2-3 0,-2 0 2 0,2 1 2 16,-1-1 1-16,1 1-1 0,-2-1-1 16,1 0 1-16,1 2-4 0,0-2-1 0,1 0-1 15,-1 2 1-15,1-2 0 0,1 0-2 0,-1 0-1 16,2 0-1-16,-2 0-1 0,2 0 0 0,0 0-2 15,0 0-1-15,0 0 0 0,0 0-1 0,0 0 0 16,2 0 0-16,0-2-1 0,1 2 2 0,0-2 1 16,0 1 0-16,2 0-1 0,1-1 1 0,0 0-1 31,-1 0 0-31,2-1 0 0,-1 2-1 0,3 0 2 16,-2-1 1-16,-1 1 0 0,-1-2 2 15,1 3 0-15,0 0-1 0,-1-2 1 0,-2 2-1 16,2 0 0-16,-3 0-1 0,-1 0 2 0,1 0 0 15,0 0 1-15,-2 0-1 0,1 0 1 0,-1 0 0 16,0 0 0-16,0 0 1 0,0 0 1 0,0 0 0 16,0 0 1-16,0 0 2 0,-1 0 5 0,-1 0 4 15,0 0 0-15,1 0 0 0,-3 0 1 0,1 0-2 16,0 0-6-16,0 0-2 0,-2 0-1 16,1 0 0-16,-1 0 0 0,0 0 0 0,2 0 0 15,-2 0-1-15,2 0 0 0,-2 0-1 0,1 0-2 16,0 0 0-16,1 0-1 0,2 0-1 0,-1 0 1 15,0 0 0-15,1 0-2 0,1 0 1 0,-2 0-1 16,2 0 0 0,0 2-2-16,0-2-1 0,0 0 0 15,0 0 0-15,2 0 0 0,-1 3 0 0,1-3 1 16,1 1 1-16,-1 1-1 0,3-1 1 0,-1 0 1 16,1-1-1-16,0 3 1 0,1-3-1 15,-1 2 1-15,1-2-1 0,2 2 0 0,-2 0 1 16,1-1 0-16,-1 0 0 0,-1-1 1 0,1 2-1 0,0 0 0 15,-1-2 2-15,0 1-1 0,0-1 1 16,-2 0-1-16,1 1-1 0,-2-1 1 0,1 2-2 16,0-2 1-16,-1 1-1 0,-2-1 1 15,2 0 1-15,-1 0 0 0,-1 0 2 0,0 0 0 0,0 0 1 16,-1 0 2-16,-1 0-1 0,0 0 5 16,1 0 4-16,-4 0 1 0,3 0 3 0,-4 0 1 15,3 0 1-15,-2 0-5 0,1 0-3 0,-1 0-1 16,0 0-2-16,-1-1-1 0,1 1 0 0,0 0-2 15,-1-2 0-15,3 2-2 0,-1-1-1 0,0 1 0 16,-1 0-2-16,2 0 0 0,0 0-1 0,3 0 0 16,-2 0 0-16,1 0 0 0,-1 0-1 0,2 0 0 15,0 0-1-15,0 0 0 0,0 0-2 16,3 0 1 0,-1 1 0-16,0-1-1 0,2 2 2 15,1-2 0-15,-1 1 1 0,3-1 0 0,-1 2 1 16,1-1 1-16,0 1 0 0,1-1 0 0,-1-1-1 15,-1 2 1-15,3-2 0 0,-4 1 0 0,2-1-1 16,-3 0 0-16,1 2 0 0,-3-2 1 0,1 0-1 16,1 0 1-16,-2 0 1 0,-2 0 0 0,1 0 1 15,-1 0 0-15,-1 0 0 0,1 0 1 0,-3-2-1 16,-2 2 0-16,2 0-1 0,-2-1-1 0,1 1 0 16,-1-2 0-16,0 2-2 0,-3 0 1 0,2-1 0 15,1 1 0-15,-1-2 1 0,-1 2-1 0,1 0 1 16,2-1 0-16,0 1 0 0,-1-2 0 15,2 2-1-15,0 0 0 0,1 0 0 0,-1 0-1 16,3 0 1-16,-1 0-1 0,1 0 0 0,-2 0-1 16,2 0 0-16,0 0-2 0,0 0 0 0,0 0 1 31,2 0 0-31,-1 0 0 0,-1 0 1 0,3 0 1 16,-1 0 0-16,1 0 0 0,-1 0 0 0,3 0 1 15,-2 0 0-15,-1 0 0 0,1 0 0 0,0 0 0 16,1-1 0-16,-2 1 0 0,1 0 1 0,0-2-1 15,-1 2 0-15,1-1 0 0,-1 1 1 16,-1 0 1-16,1-1-2 0,0 1 0 0,-2-2 0 16,1 2-1-16,-1 0 1 0,0-2 1 0,0 1 1 15,0 0 0-15,-1-1 2 0,-1 0-1 0,-1 0 1 16,1 2 0-16,-1-3-1 0,-2 1-1 0,2 0-1 16,-3 1 0-16,3 1 0 0,-2-3 0 0,0 3-1 15,0-2 1-15,2 2-1 0,-2 0 0 0,2 0-1 16,-1 0 1-16,2 0 0 0,-1 0 1 15,1 0-1-15,2 0 1 0,-3 0-1 0,3 0 0 0,-2 0 0 16,2 0 0-16,-1 0-1 0,1 0 0 16,0 0 0-16,0 0 0 0,0 0-2 15,0 0 1-15,-2 0-1 0,2 0 0 0,0 0-1 16,0 0 0-16,0 0 0 0,-1 0 0 0,1 0-9 16,0 0-11-1,0 0-15-15,0 0-22 0,0 0-45 0,0 0-71 16,-2 0-64-16,2 0-107 0,-2 2-158 0,1-2-237 15,-2 0-273-15,-2 3-206 0,2 0-151 0,0-3 227 16,1 1 503-16</inkml:trace>
  <inkml:trace contextRef="#ctx0" brushRef="#br3" timeOffset="-155036.83">6566 6442 36 0,'-2'0'282'16,"2"-1"173"-16,-3-1 171 0,3 2-17 15,-3 0-106-15,3-1-62 0,0 1-19 0,0 0-2 0,0 0-26 0,0-2-38 16,0 2-49-16,0 0-57 0,0-1-54 0,0 1-51 15,0 0-31-15,0 0-31 0,0 0-17 16,0 0-16 0,0 0-2-16,1 0 19 0,1 0 27 0,0 1 20 0,-1 1 18 0,3-1 9 15,-1 1-6-15,0-1-24 0,1 1-26 0,1-1-19 0,0 2-25 32,0-1-16-32,0-1-9 0,1 1-5 0,0-1-4 15,0 1-2-15,-1-2 0 0,2 1 2 0,-1 1 9 16,0-2 8-16,-1 1 2 0,0-1 1 15,-1 0 0-15,1 0 0 0,-3 0-6 0,1 0-7 16,-1 0 2-16,-1 0 8 0,2 0 13 0,-3 0 9 16,0 0 6-16,0 0 6 0,-3 0-5 0,2 0-8 15,-3 0-12-15,1 0-5 0,-2 0-6 0,-1 0-4 16,1 0-2-16,-4 1 1 0,4-1-3 0,-1 0-2 16,-1 0-2-16,1 0-3 0,-2 2 1 0,4-2-2 15,0 0 1-15,0 2-2 0,0-2-1 0,1 0-1 16,1 0 0-16,1 1-2 15,1-1-2-15,-2 0 1 0,2 0-1 0,0 0 0 0,0 0-2 16,0 0 0-16,0 0 0 0,0 0 0 0,2 0 0 16,-1 0 1-16,1 0 0 0,1 1 1 0,1-1 0 15,-1 0 0-15,0 0 0 0,0-1-1 0,2 1 2 32,-1 0 0-32,-1-1 0 0,1-1 0 0,-1 2 0 15,-1-2 1-15,-1 1 0 0,2 1 1 0,-3-1 1 16,2 1 1-16,-2 0 1 0,0 0 2 15,0-2-2-15,0 2-1 0,-2 0 0 0,1 0-1 16,-1 0 0-16,-1 0 0 0,1 0-3 16,-1-1 2-16,0 1-1 47,1 0-1-47,1 0 0 0,-2 0 1 0,0 1-11 0,4-1 4 0,1 2 2 15,2-1 1 1,1 0 1-16,0 1-1 0,17 1-34 0,-14-4-32 0,0-1-73 0,0-2-114 0,1 1-203 15,-1-2-303 1,0 1-335-16,0-1-328 0,1-1-141 0,-1 2 369 16,-1 1 680-16</inkml:trace>
  <inkml:trace contextRef="#ctx0" brushRef="#br4" timeOffset="-147177.45">668 2839 214 0,'3'-4'361'15,"-3"4"146"-15,0 0 17 0,0 0-94 0,0 0-28 16,0 0 12-16,0 0 19 0,2-5 2 16,1 2-27-16,2 0-52 0,-5 3-35 0,0 0-52 15,6 3-44-15,2 2-37 0,-2 1-28 0,1 4 9 16,4 2-26-16,0 4 11 0,3 3-8 0,2 3-10 16,0 5 7-16,1 3-22 0,-1 3-12 15,3 4-42-15,-3 0-20 0,1 3-8 0,-2 1-20 16,0-1-9-16,-2-1-10 0,1-3 6 0,-3-1 1 15,3-3-1-15,-4-6-1 0,0 0-3 0,-1-7 0 16,-3 0-2-16,1-7 2 0,-3 1-2 0,1-4 17 16,-2-1 8-16,2-2 13 0,-5-6 7 15,0 0 3-15,0 0 0 0,-3-6-13 0,0-4-6 16,-2-4-11 0,0 0-6-16,-3-6-6 0,-1-2-2 15,-2-4-3-15,1-2-1 0,-2-4-2 16,-1 1 0-16,-3-4 6 0,2 1 6 0,-2-3-5 0,0 3-2 15,1-2-2-15,0 2 0 0,2 1-8 16,1 3-3-16,1 1 4 0,-2 0 2 0,4 4 3 16,2 1 0-16,-1 2 1 0,1 2-1 0,0 2 1 15,4 3 0-15,-2 2 1 0,2 1 0 0,0 1-1 16,1 2 1-16,1 1-1 0,-1 1-2 0,2 1 0 16,0 6 0-16,0 0 1 0,0 0-2 0,0-6 0 15,2 2 2-15,-1 0-3 0,2-1 1 0,2 2 1 16,2-1-2-16,-1 0 3 0,3 3 1 15,2-2 3-15,1 0 0 0,3 3 0 0,0-2 0 0,2-1 0 16,-1 1 0-16,3 1-3 0,0 0 0 16,-2-1 0-16,4-1 1 0,-4 2-1 0,2-3-1 15,0 2 3 1,-1-2-1-16,0 3 0 0,-3-2-1 0,0 0-1 16,-2 0 0-16,0 2-1 0,-4-2-1 15,-1 3-1-15,-1-2-9 0,-7 2-15 0,0 0-41 16,0 0-59-16,0 0-84 0,-2 6-145 0,-1 2-199 15,0-2-304-15,-2 1-280 0,-5 2-220 0,-1 1 27 16,-1 0 474-16</inkml:trace>
  <inkml:trace contextRef="#ctx0" brushRef="#br4" timeOffset="-146862.02">700 3121 448 0,'5'8'882'0,"1"-2"264"0,-1-2 9 0,0 1-320 15,-1-3-275 1,-4-2-180-16,3 4-82 0,-1 0-34 0,4 0-38 16,-1 1-36-16,2 1-39 0,3-4-34 15,0 3-20-15,3-3-34 0,2 2-19 16,1-4-8-16,3 0-6 0,0 0-4 0,0-3-9 15,2 1 5-15,1-2-1 0,0 0-2 0,0-2-2 16,0-1-3-16,-1-1-9 0,3-1-5 0,-2-1-5 16,-2 1-2-16,-1 0-5 0,0 0-53 0,-6 1-58 15,2-1-118-15,-2 1-182 0,-3 4-297 0,1 0-327 16,-5 1-261-16,-1 0-143 0,-2 1 352 0,-3 2 592 16</inkml:trace>
  <inkml:trace contextRef="#ctx0" brushRef="#br4" timeOffset="-145727.28">1383 2884 216 0,'0'-6'473'15,"3"1"256"-15,0 1 215 0,2-1-124 0,-3 1-131 16,-4 1-103-16,1 2-76 0,-1-1-35 0,2 0-83 16,3 1-81-16,-1 0-57 0,-1 1-42 0,1-2-37 0,-2 2-51 15,0 0-33-15,0 2-22 0,0-2-15 0,-2 1-14 16,2 2-13-16,-1 1-9 0,1 2-9 0,0 3-5 16,0 6-4-16,3 2 1 0,0 4-2 0,0 4 0 0,2 4 1 15,0 3 1-15,1 2-5 0,-1 3-2 0,2 1-1 16,1-2 0-16,0-3-3 0,2-3-1 0,-1-4 6 15,1-2 3-15,1-6 0 0,0-2-2 0,0-6 1 0,3-1 0 16,-3-5 0-16,2-3 0 0,1-6 3 0,-3-2 1 16,3-3 1-16,-2-7-1 0,-1-1 1 0,1-2-1 15,-2-2 6-15,1 0 5 0,-2-1 0 0,1 2 2 16,-2 2-1 0,1 2-1-16,-1 3-7 0,0-1-2 0,-1 5-5 15,2 1 1-15,-1 3 1 0,1 2 1 0,1 2 2 16,2 4 1-16,0 0 0 0,0 4-2 0,2 2 1 15,2 1 0-15,-3 4-1 0,4-3-2 0,-4 2 1 16,1-2 0-16,2 2-1 0,-3-3 0 0,1 0 0 16,-3-1 0-16,1-1 0 0,-2-2-1 0,-2-2 0 0,-2-1 0 15,2-1 1-15,-5-2 3 0,2-3 4 0,-5-2-1 16,0-5 0-16,0-2 2 0,-2-2 4 0,-4-4 7 16,0-3 4-16,0 0 1 0,-4-2 1 0,2 0 4 15,-4-2-2-15,0 3-6 0,-3-3-5 0,2 2 0 0,-3-1-1 16,0-1-6-16,-3 2-2 0,2-1-3 0,0 3-2 15,-1-2-1-15,2 6 0 0,2 1-2 0,0 2 1 0,4 2-2 16,1 3 0-16,1 1-2 0,3 3-1 0,-1 1-2 16,4 3-4-16,-1-1-5 0,5 1-10 0,-1 4-15 15,2-1-25-15,2 2-54 0,0 2-63 0,1 1-91 0,-3-2-138 32,4 5-199-32,-1-4-297 0,2 3-247 0,1-2-177 0,1 0 86 15,-2 1 457-15</inkml:trace>
  <inkml:trace contextRef="#ctx0" brushRef="#br4" timeOffset="-145193.98">2046 2538 241 0,'0'-3'511'0,"1"1"218"0,-1 1 86 0,3 1-185 0,-3 0-147 16,3 0-56-16,-1 1-33 0,-1 1-23 15,4 1-23-15,-3 0-34 0,4 1-41 0,-1 3-52 0,4 3-30 16,1 2-9-16,0 2-16 0,2 0-3 0,-1 4-15 15,0 0-26-15,3 1-28 0,-1 3-27 0,-1 1-15 16,1 2-22 0,1 0-12-16,-1 0-5 0,0 1-5 0,-1 1-2 0,1-1-5 0,0 0 1 0,-4-3-1 0,3 1-4 15,-2-1 2-15,0-1-1 0,-2-1 0 0,0 0-1 32,-2-3 1-32,0 0-5 0,-2-1-31 0,-3-3-56 15,1-1-54-15,-4 0-108 0,-1-3-158 0,0-2-251 16,-2-2-277-16,-4-1-229 0,2-2-171 15,1-2 218-15,-2-4 493 0</inkml:trace>
  <inkml:trace contextRef="#ctx0" brushRef="#br4" timeOffset="-144978.64">2191 2902 301 0,'3'-6'664'0,"-1"2"255"15,1 0 64-15,1 0-286 0,1 2-153 0,0-1-150 0,0 2-91 16,1 0-45-16,2 0-30 0,1-2-15 15,-1 3-73-15,2 0-49 0,2-2-30 0,0 2-18 0,0-2-9 16,1 2-14-16,0-5-8 0,2 4-3 0,-2-4-4 16,1 3-2-16,-1-3-4 0,-1 0-2 0,0 1-8 15,-1 0-28 1,-2-1-98-16,-1-1-147 0,-3 0-205 0,-2 2-285 16,0-4-273-16,0 2-192 0,-1-1 170 15,-2 2 443-15</inkml:trace>
  <inkml:trace contextRef="#ctx0" brushRef="#br4" timeOffset="-144677.93">2319 2444 102 0,'-5'-12'545'16,"2"5"416"-16,0 1 217 0,0 0-144 16,1 1-301-16,-1 3-239 0,1-2-190 0,1 3-119 0,1 0-60 15,1 2-24-15,4 0 3 0,1 5 27 0,3 0 28 16,3 4 11-16,-2 0-21 0,1 2-25 0,3 2-29 15,-3 1-25-15,5 4-26 0,-2-2-15 0,2 4-1 0,-2-1 1 16,3 3-1 0,-4 1-10-16,4 3-4 0,-4 1-5 0,4 1 0 0,-4 2 5 0,3 3 4 0,-3-1-5 15,-1 0 0-15,2-2-1 0,-4 0-2 0,4-2-10 16,-3-2-3 0,-1 0 1-16,-1-4-3 0,1-3-3 15,-4 1-1-15,2-5-5 0,-2-1-41 0,0-2-51 16,-1-4-45-16,-3-2-90 0,1-1-154 0,-3-1-247 15,0-5-259-15,0 0-234 0,-2-5-195 0,1 1 151 16,-2-4 499-16</inkml:trace>
  <inkml:trace contextRef="#ctx0" brushRef="#br4" timeOffset="-143812.31">2749 2464 228 0,'2'-7'658'16,"-4"-1"368"-16,2 3 129 0,0 0-233 0,0 0-270 15,0 3-202-15,0-2-154 16,2 3-82-16,-2 1-31 0,3 2-2 0,1 5 9 15,1 1-6-15,2 2-12 0,-1 2-11 0,2 1-27 0,3 4-39 16,-2 1-33-16,3 1-10 0,0 0-6 0,-1 4-9 16,3 0-4-16,-1 0-1 0,-2 2-2 0,3 0-10 15,-2-1-5-15,0 0-5 0,-1-1-6 0,0-2-3 16,0-2-2-16,-1-2 2 0,-2-1-1 0,1-2 1 16,-3-4 0-16,-1-1 1 0,0-1 2 0,-2-4 9 0,-1 0 8 15,-2 1 7-15,0-5 5 0,0 0-2 0,-2-5 0 16,-1 1-8-16,-2-2-8 0,0-3-6 0,-1-1-3 0,-3-4 0 15,1 0-1-15,-2-2-1 0,-1 0-1 16,0-2 0-16,0 0-7 16,-3-2-4-16,1 1-2 0,-2-4-1 0,0 3-2 0,1-4-1 0,0 2 7 0,0-1 3 15,1-2 0-15,0 3 0 0,1 0 1 0,0-1 1 16,4 4 1-16,-2 2 0 0,3 1 1 0,2 1 0 31,-1 5-1-31,4 1 0 0,-2 1-2 0,2 2-1 0,1 4-1 16,1 0 2-16,1 1-1 0,4 1 0 0,-1 1 2 15,3 2 1-15,3 2 1 0,0 2 2 0,0 0 0 0,1 4 1 16,3 2-1-16,-1 0 1 0,1 0 7 16,-1 0 2-16,1 4 0 0,0-4 2 0,-1 1-1 15,1 1 1-15,-3-1-8 0,3-4-3 0,-4 1-2 0,1-3-2 16,-2 1 0-16,1-5-1 0,-2 0 1 0,0-4-1 16,1 0 5-16,-4-2-1 0,1-4-1 0,-1-4 2 15,0 1-2-15,1-8 1 0,-1 3-2 0,-2-5 0 16,0-4-2-16,0 0-1 0,1-1 2 0,-1-1-3 15,-3-1 2-15,3-1 2 0,-3 2 3 0,0-2 0 16,2 2 0-16,-2 0 2 0,0 2-2 0,0 1 0 0,0 5-1 16,0-1-1-16,0 6 3 0,0 2 4 0,0 3 2 15,0 0-1-15,1 3 1 0,2 3 0 0,0 1-1 16,0 4-4 0,2 1 1-16,0 5 1 0,2 0 2 0,0 2 0 15,-1 6 0-15,2-4 4 0,1 4 3 0,1 0 3 16,-2 2-1-16,2-1 1 0,1 2 1 15,-2 1-11-15,1 2-7 0,2-1-4 0,-2 3-1 0,1 0-3 16,-3 0-1-16,3 4 5 0,-3-1 2 0,0 2 1 16,3 1-1-16,-5-1 5 0,2 2 4 0,-1-1 0 0,0-1 0 15,-2 0-2-15,1-2-1 0,-1-1-6 0,0 0-5 16,0-3-11-16,-1-1-15 0,1-1-21 0,-3-4-46 16,-1-1-71-16,1-5-95 0,-2-3-173 0,-2-2-288 15,1-6-314-15,1-2-301 0,-2-4-173 0,-1-4 218 16,3 0 659-16</inkml:trace>
  <inkml:trace contextRef="#ctx0" brushRef="#br4" timeOffset="-136477.66">2368 10534 110 0,'0'0'256'0,"0"-2"109"0,0 1 5 16,0 1-97-16,2 0-58 0,-2-1-41 0,0 1-19 16,0 0-8-16,0-2 2 0,0 2 5 0,0-2 2 15,1 2 5-15,-1 0-2 0,0-1-3 0,0 1-8 16,2-1 21-16,-2 1 71 0,3 0 24 0,0-2 14 16,0 2 14-16,1-1 0 0,0 1-26 0,1 0-71 15,-2 0-32-15,2 0-28 0,0 0-37 0,-1 1-17 16,4 1-16-16,-3-1-11 0,3 0-12 0,0 1-9 15,1 0-6-15,1-1-7 0,-1 2-2 0,2-1 14 16,0-1 5-16,-1-1 4 0,2 1 3 0,-2-1-1 16,0 0-2-16,2 0-19 0,-2 0-7 0,-1-1-4 15,2 1-3-15,0-3 2 0,-1 1-3 0,1 1-1 16,0 0-2-16,-2-3 2 0,2 3-2 0,-1-2 49 16,1 2 20-1,0-2 11-15,0 1 5 0,-1-1 0 16,2 0 0-16,-1 2-44 0,-1-2-22 0,2 0-10 0,-2 1-4 15,2 1-4-15,1 0-2 0,-3-3 1 16,4 4 1-16,-3-1 0 0,0 0-3 0,2-1-5 16,-2 2 0-16,1-2 0 0,-1 0-1 0,1 2-1 15,0 0 1-15,-1 0 4 0,2 0-1 0,-4-3-2 16,3 3 4-16,0 0 2 0,-1-1-3 0,-1 1 2 16,2-1-2-16,-4 1 1 0,2-1 0 0,1-1 0 0,-2-1 3 15,1 3-1-15,-1 0 1 0,-1-2-1 0,2 2-2 16,-2-3-1-16,1 1-1 0,-1 2-1 15,0-1 4-15,0 0 3 0,3-1-1 0,-3 0 1 16,0 2-1-16,1-1-2 0,-1 0-2 0,0-1 2 0,0 2-1 16,1-2-2-16,1 1 6 0,-2 1-4 0,1 0 3 15,-1-1-1-15,0 1 0 0,2-2-1 16,-1 2-2-16,-1-2 2 0,2 1-1 0,0 0-2 16,-2 1 1-1,2-2 3-15,1 1-1 0,-2-1-1 0,1-1 0 16,2 2-1-16,-2-1 1 0,1-1-3 15,0 2 1-15,0-2 3 0,0 0-3 0,3 1 2 0,-4 0 2 16,1-2 1-16,2 3-2 0,-4-2 2 0,4 1-1 16,-4 0-2-16,1 2-2 0,2-3 0 0,-4 3 3 15,2-1-4-15,-2 1 0 0,3-1 2 0,-2 1 0 16,-1 0-3-16,3 0-1 0,-3 0 3 0,0 0-2 16,3 0-1-16,-3 0 3 0,0 0-3 0,0 0 2 15,1 0 2-15,-1 0 0 0,2 1-2 16,-1-1 0-16,-1 0 2 0,2 0 0 0,-1 0-2 0,0 0 1 15,1 0 1-15,0 0 0 0,2 0-4 0,-1 0 4 16,-1 0-3-16,2 0 3 0,0 0-1 0,0-1 2 16,-1 1-1-16,2 0-3 0,-1-1 2 0,1-1-3 15,1-1 3-15,-1 3-2 0,1-2 2 0,-1-1 1 16,0 0 2-16,2 0 2 0,-2 0 0 0,4 0 1 31,-2 0 1-31,0 0 2 0,0 0-1 0,2 0-1 16,-1 0-2-16,1 0-1 0,-1 2-1 15,1-2 1-15,2 1-3 0,-3 1-1 0,3-1 1 16,-1 1 0-16,1-2 0 0,-1 1-2 0,0 1 4 16,1 0 0-16,0-1-2 0,0 0 2 0,-3 1 0 15,3 0 0-15,-2-1-2 0,1 2 0 0,0-2 1 16,-3 0-2-16,4 2-1 0,-3 0 2 0,-1-3-2 16,1 3-2-16,0 0 0 0,1 0 3 15,-3 0-1-15,1 3-2 0,1-3 1 0,-2 0 2 16,2 0-1-16,-2 2-3 0,2 0 3 0,-2 0 1 15,3 0 0-15,-1 2-1 0,0-3 2 0,-2 2 2 16,3 0-4-16,-2-2 1 0,2 1 2 0,0-1-1 16,-2 2-1-16,0-3 0 0,0 2 3 0,2-1-2 15,-3 1-2-15,2-1 4 0,-2-1 2 0,2 0-2 16,-3 2 1-16,1-2 1 0,0 1 0 0,-1 1-3 31,3-2-2-31,-5 1 1 0,3 0 1 0,0 1 0 16,-2 0-1-16,2-1 2 0,-3 0 0 15,3 1-1-15,-3 0 3 0,3-1-2 0,-3-1 1 16,2 1-1-16,-1 1-1 0,1 0-1 0,-3-2-3 16,4 1 2-16,-3-1-3 0,0 1 0 0,2-1 4 15,-2 2 0-15,1 1 2 0,0-3-1 0,0 0 0 16,1 2 4-16,-2-2-3 0,3 5 0 0,-1-4-1 16,1 1 1-16,-3 1 1 0,2-1-5 0,1 0-1 15,-1 1 0-15,2-2-2 0,-2 3 1 0,1-2-3 16,-1 0 4-16,3-1 3 0,-4 1 1 0,1 1-1 15,1-2-2-15,1-1 1 0,-1 2-1 16,-1-2 1-16,2 0-1 0,-2 0 4 0,2-2-1 16,0 2 1-16,-1 0-1 15,2-1-1-15,-2-1 3 0,2 1-2 0,-2-1 3 0,2 1 0 0,0-1-1 16,-2 0-1-16,3 0-4 0,-2 0 3 0,2 0-1 16,-3 0 1-1,3 0-1-15,-2 0 3 0,2-1 2 16,1 2-5-16,-1 0 1 0,-1 0-1 0,1-1 1 15,2-1-1-15,-3 1-1 0,1 2 4 16,1-3-2-16,-1 1 0 0,1 1 0 0,-1-2 2 16,-1 1-1-16,1 1 1 0,-1 0 0 0,1-1 2 0,-1 2-3 15,0-2-2-15,1 1 0 0,-4 0-2 16,4 1 0-16,-2-2-3 0,0 0 2 0,0 2 3 16,0 0-4-16,0-1 2 0,-1 0-2 0,0-1 5 15,1 1-1-15,0 1-4 0,-2-2 3 0,1-1 4 16,-1 2-3-16,1-1-2 0,-3 1 4 0,2-1 0 15,-1 1-3-15,1-1-2 0,-2 1 3 16,2 1 2-16,-2 0-1 0,0-2-2 0,0 2 4 16,0 0 1-16,0 0-2 0,0 0-2 0,-1 0-2 15,2 2 2-15,-2-2-2 0,2 0-1 0,-2 1 1 16,1-1 0 0,0 2 0-16,-1-2 4 0,1 0 0 0,1 1 0 15,-1-1 1-15,-1 0 0 0,2 0 2 0,0 0-2 16,0 2 0-16,-1-2-2 0,1 0-1 15,0 0 2-15,1 0-3 0,1 0-1 0,-3 0 2 16,3 0 2-16,0 0 0 0,1 0-1 0,0 0 0 16,0 0 3-16,2 0 0 0,-1 0-4 15,1 0 0-15,-1 0 3 0,1 0-2 0,2-2-2 0,-3 2 1 16,1 0 1-16,1-1 0 0,-1 1-4 16,1 0 1-16,2 0-1 0,-2 0-1 0,1 0-1 15,0 0 1-15,0 0 1 0,1 0 0 0,1 1 1 16,-2-1-2-16,3 2 2 0,-2-1-1 0,1-1 3 15,0 3-2-15,-1-1 4 0,1-1-1 0,1 1 1 16,0-1 3-16,0 1 0 0,-1 0-3 0,1 0-2 16,-2 0 1-1,1-2-1-15,1 1-2 0,0 0-1 0,-1-1 5 0,1 2-2 0,0-2 4 16,0 0 2-16,0 0-2 0,2-2 0 0,1 1-3 16,0 1 4-1,1-1-3-15,-2-1-2 0,3 0 0 0,-1 2 3 16,0-1-2-16,0 0-1 0,1-1 0 15,2 1 2-15,-2 1-1 0,1-2-4 0,1 1 3 16,-1-1-2-16,2 1-1 0,0-1 0 0,0-1 2 16,2 0 14-16,-2 0 9 0,3-1 5 0,-1-1 5 15,1 1-2-15,-1 0 3 0,1-1-11 0,3-1-7 16,-3 1-4-16,4 1-4 0,-3-1 2 16,3-1-3-16,-1 1-1 0,2 1-2 0,-2 0-2 15,1-1-1-15,-2 1-4 0,-2-1 3 0,3 2-2 16,-2-1-1-16,0 0 0 0,-2 0 2 0,-1 2-1 15,1-3-1-15,-4 3 3 0,1-2 1 0,-2 2 1 16,0 2-1-16,-2-5 0 0,-3 4 0 16,-1 0 0-16,-2-1 0 0,-2 0 0 0,-4 4-2 0,-2 0 0 15,-2-1-28-15,-4 0-71 0,-2 4-97 16,-4-5-195-16,-3 2-287 0,-4-4-330 0,-1 2-334 16,-4-7-159-16,-4-3 274 15,-2-1 671-15</inkml:trace>
  <inkml:trace contextRef="#ctx0" brushRef="#br4" timeOffset="-134329.99">4980 286 28 0,'3'5'246'0,"-1"-1"131"0,-1-1 115 16,1 1-75-16,1-2-132 15,0 0-91 1,-1 3-35-16,3-5-3 0,-2 1 28 0,1 0 19 15,1-1 37-15,0 0 9 0,1 1 17 0,-1-1 6 16,0 0-13-16,2 3 6 0,0-3-27 16,1 0-11-16,0 2-30 0,1-2-27 0,-1 2-24 15,0-2-34-15,3 0-20 0,-3 0-24 0,3 0-18 16,-3-2 2-16,3 2-5 0,0-2-12 0,0 2 0 16,-1-3-6-16,-1 2-2 0,2 0-12 15,-1 0-8-15,-1-2-1 0,-1 3-1 0,1-2 2 16,1 0 55-16,-2 0 24 0,1 0 15 0,-1 0 4 15,2 1-3-15,-2-1-3 0,3 2-44 16,-2 0-20-16,1 0-17 0,-1 0-1 0,1 2-7 16,-2-2-1-16,3 0-2 15,-2 1-3-15,-1-1 11 0,0 2 1 0,1-2 6 0,-1 0-1 0,1 0 1 32,-3 0 3-32,5 0-11 0,-3-2-4 0,0 2-3 15,1 0 24-15,1 0 9 0,-1 0 2 0,0 0 1 16,1 0 5-16,1 0-4 0,0 2-20 15,-1-2-9-15,-1 0-6 0,2 0-2 16,0 1-10-16,-1-1-5 0,2 1 0 0,-2-1-5 16,1 0 1-16,0 2-2 0,-1-2 5 0,-1 2 3 15,2-2 2-15,0 0 2 0,-1 2 0 0,2-2 2 16,-2 3 0-16,1-3 4 0,0 0-4 16,0 0 4-16,-1 0 1 0,2 0-2 0,-1 0 1 15,2 0-3-15,-2 0-1 0,0 1-2 0,1-1 0 16,1 1 2-16,0-1 0 15,-2 1 2-15,0-1-2 0,1 3 3 0,0-1 1 0,-1 0-3 16,3-1 0-16,-3 1-3 0,2 1 2 0,-4 0 0 16,2-2-2-16,2 2 4 0,-4-1 3 0,1 1-2 15,1 0 1-15,0-1-2 0,0 0-2 0,0 1 1 16,-1 0-2-16,-1 0 1 0,2 0-2 0,0 0 3 31,-1 0 0-31,2 0 0 0,-2 0 3 0,2 2 0 16,-2-3 0-16,1 0-4 0,0 0 0 15,-1 3-2-15,-1-3 0 0,2-1 0 16,-3 2 0-16,3-1 4 0,-3 0 1 0,3-2-1 16,-3 3-1-16,0-3 1 0,1 1-1 0,-1-1-2 15,2 0 0-15,-2 0 3 0,-1 0-2 0,2-1 1 16,-1 1-1-16,-2 0 1 0,3-3 7 0,-1 3 2 16,0 0 2-16,0 0 0 0,1 0 2 15,-2 0-1-15,3 0-6 0,0 0-4 0,-2 0-2 16,4 0 4-16,-2 0-2 0,0 0 0 0,1 0-8 15,0 0-4-15,0 0-2 0,0 0-4 16,2 0 0-16,-2 0 1 0,3 0 6 0,-3 0 5 16,2 0 2-16,-1 0 1 15,1 0 1-15,0-2-1 0,-2 0 2 0,2 2 1 0,-1-3 2 0,1 2-3 16,-1 0 1-16,1 0-1 0,0-4-1 16,-1 5 0-16,1-2-3 0,0 0 3 0,-1 1 0 31,-2 0 0-31,2-2 0 0,0 1 0 0,-3-1-1 15,4 0-2-15,-2 0 2 0,0 0 0 0,-2 0 0 16,1 0 4-16,2 0-3 0,-2 0 3 16,0 1-2-16,0 0-1 0,0-1-1 0,1 0-3 15,0 0 3-15,-1 0-3 0,-1 0 1 16,4 0 2-16,-4 0 0 0,2-1 0 0,0 1-2 0,-1 2 2 16,1-1 0-16,0-3 0 0,-2 5 1 15,0-4 0-15,1 3-1 0,-2 0 0 0,0-1 1 16,2 1-1-16,-1 1 2 15,-1-2-2-15,0 2 0 0,1-1 0 0,-1 1 0 0,-1-2 0 16,-1 1-3-16,3 1 9 0,-2-2-2 0,-1 2 7 16,1 0 1-16,-1-1 2 0,0-1 2 0,0 2-8 15,-1-1 3-15,-2-1-6 0,2 0-2 16,0 2-1 0,-2-1-2-16,0 1-1 0,0-2 1 0,0 2 1 0,-1 0 3 15,-2-1-4-15,3 1-1 16,-3 0 1-16,2 0-1 0,-2 0 0 0,1 0-2 15,1 0 2-15,-2 0 0 0,0 0 1 16,2 0 0-16,-2 0 0 0,1 0 0 0,-1 0 0 16,0 0-1-16,0 0 1 0,0 0 0 0,0 0-1 15,-1 0 3-15,1 0-2 0,-2 0 0 16,0 0 2-16,1 0-6 0,-2-1-17 0,-1 1-55 16,-2 1-53-16,-1-1-89 0,-2 4-165 0,0 0-281 15,-2-1-301-15,0 1-252 0,-2-1-191 16,1-1 171-16,-1 1 577 0</inkml:trace>
  <inkml:trace contextRef="#ctx0" brushRef="#br4" timeOffset="-132347.1">4270 589 156 0,'0'6'291'0,"0"1"108"16,-2-1-2-16,2 3-99 0,-1 1-71 0,1 1-34 15,-3 0-12-15,3 3 2 16,0 2 7-16,3 4 6 0,-2 2 4 0,1 3 12 15,-1 4-3-15,1 1-4 0,1 3-5 0,-1 0-7 16,1 2-15-16,-1-1-10 0,1 1-4 0,-1 1-15 16,1-1-22-16,-2 2-22 0,4 0-16 0,-4 2-21 15,2 0-19-15,1 1-12 0,-3-1-10 0,1 3 12 16,1-3 5-16,-1 2-15 0,-1-1-8 0,1 1-5 16,-2 0-5-16,2-1-15 0,-1 1-18 0,-1-1 15 0,0 0 5 15,2-1 3-15,-2 3-2 0,1-3-1 16,1 1 0-16,-2 0 0 0,4 1 1 15,-2-1 14-15,0 0 10 0,-1 1 5 0,2-3 4 0,1 1 1 0,-1-2 2 16,0 1-13-16,0-1-7 0,2 1-21 0,-2-1-11 16,2 1-6-16,-1 1-5 0,0 0-4 15,-1 0-3-15,2-2 16 0,-2 2 10 0,0 0 18 0,3-1 14 16,-3 0 3-16,2 3 5 0,-2-2 0 0,0 2-2 16,1-2-14-16,-1 1-9 0,0 0-3 15,0-2-1 1,0 1 2-16,0 0 0 0,-1-1-2 0,1-1 2 15,0-1-1-15,0 1-2 0,1 0-1 0,-1-1 0 16,0-2 1-16,2-1 0 0,-1 1 0 16,1 1-1-16,0-1 0 0,1 0-2 0,-1-1 1 15,0 0-1-15,1 0-1 0,-1 0 0 0,0 0-1 16,-1 1-3-16,1-2 4 0,-2-2 3 16,3 3 3-16,-4-2 0 0,1 1 3 0,0-1 3 0,-1 3-2 15,1-3-3-15,-1 0-3 0,-2 1 1 0,1-1 0 16,1 1-2-16,-2-1 0 0,0 1-2 15,2 0 1-15,-2-1 1 0,0 0 0 0,-2-1 0 16,2 1 0-16,0 0 1 0,-2-2-3 0,1 2 0 0,1-1-5 16,-2 1 0-16,1 1-1 15,1 0 1-15,-2 0 7 0,2-1 0 0,0 3 6 0,-2-1 1 16,2 0 2-16,0-1-1 0,0 3-3 0,2-2-3 31,-2 2 1-31,0-2-3 0,2 1-2 0,-2 0 0 16,1 0 1-16,-1 0-1 0,0 1-1 0,0 1 0 15,0 1-2-15,0 1 0 0,2 1-4 16,-2 0-2-16,0 0 3 0,0 0 8 0,0 0 4 16,1 0 3-16,-1 1 3 0,2 1 3 0,-2-1-4 15,2 3-4-15,-1 0-3 0,1 0-1 0,-1 1 2 0,1-1-4 16,1 1-3-16,0-1 2 0,0 1-3 16,-1-1-4-16,1 2-3 0,-1 1 5 0,1-2 3 15,0 0 4-15,0 0 1 0,0 3 6 0,2 1 2 16,0 0-3-16,-2 3-1 15,3 4-5-15,-3 1-2 0,2 0-3 0,0 4-2 0,1 0-3 0,-1-1 1 16,1 3 2-16,-1-2 3 0,0 2 5 16,0-2 5-16,1 1 4 0,-2-1 0 0,3 2-5 0,-2-1-2 15,1-1-2-15,2 3-5 0,-2-1-5 16,1 2-4-16,-1 1 9 0,0 0 4 0,2 3 1 16,-2 0 6-1,-1 3 3-15,0 0 4 0,-2 3-7 16,2-2-7-16,-1 3-8 0,1 1-4 0,0 1 7 15,-2-1 3-15,2 3 5 0,0-2 3 0,1 2 4 16,0 0 3-16,1-3-10 0,-1 2-4 16,2-3-6-16,0-1-4 0,0-5 3 0,-2-3 6 15,4-6 2-15,-3-4 3 0,1-5 0 0,0-4 2 16,-3-6-34-16,0-7-61 0,-1-6-100 16,-2-2-125-16,1-5-173 0,0-1-288 0,-1-4-205 0,-2-1-63 15,0-2 206-15,-2 1 327 0</inkml:trace>
  <inkml:trace contextRef="#ctx0" brushRef="#br4" timeOffset="-130630.49">4395 4888 126 0,'0'-3'154'0,"-2"0"-2"0,2 2-25 0,0-1-28 0,0 1-29 0,0-1-25 16,0 1-17 0,0 1-13-16,0 0-7 0,0 0-8 0,0 0-8 0,0 0-9 0,0 0-7 15,0 0-13 1,0 1-6-16,0-1-4 0,0 2 3 15,0-2 2-15,0 0 4 0,0 1 6 0,0-1 6 16,0 0 4-16,0 0 4 0,-1 0 7 0,-1 0 5 16,2-1 4-16,0 1 2 0,-3-2 2 0,3 1-2 15,0 1-10-15,-1-2-16 0,1 1-23 0,0-1-26 16,-2 0-22-16,2 1-3 0</inkml:trace>
  <inkml:trace contextRef="#ctx0" brushRef="#br4" timeOffset="-130547.06">4356 4842 9 0,'-2'0'14'16,"2"0"-10"-16,0 0-17 0</inkml:trace>
  <inkml:trace contextRef="#ctx0" brushRef="#br4" timeOffset="-128711.67">4333 5145 55 0,'0'0'92'16,"0"0"20"-16,0 0 11 0,0 0 6 15,0 0-1-15,-1 0 0 0,1 0-11 0,0 0-33 0,-2 0-24 16,2 0-21-16,0 0-14 0,-2 0-10 0,2 0-2 16,0 0-6-16,0 0-2 0,-2 0 1 15,2 2-4-15,-2-2-1 0,2 0-1 0,0 1-5 16,0-1 1-16,0 1 2 0,0-1-1 0,0 0-1 16,0 0 4-16,0 0 9 0,0 0 6 0,0 0 16 15,0 0 15 1,0 0-9-16,0 0-5 0,0 0-2 0,0 0-9 0,0 0-12 0,0 0-9 0,0 0 15 31,0-1 10-31,0 1 9 0,0-1 6 0,0 1 8 16,0 0 5-16,0-2 5 0,0 2 6 15,0 0 1-15,0-2 11 0,0 2 9 0,0-1 9 16,-2 1 12-16,1 0 14 0,1-2 18 0,0 2 16 16,-2-1 24-16,2 1 18 0,0 0 7 0,-1-3 7 15,-1 3 0-15,2 0 20 0,0 0 6 0,-2-2-7 16,2 2-8-16,-1 0-13 0,1 0-21 0,0-3-40 15,0 3-31-15,0 0-28 0,0 0-17 16,0 0-22-16,0 0-17 0,1 0-8 0,-1 0-11 0,2 0-9 16,-2 0-4-16,2 0 0 0,-1 0-1 15,1 0 0-15,3 0-1 0,1 0 3 0,-2 0-1 16,3 0 0-16,1 0-1 0,1 0 4 0,2 0 29 16,1 0 17-16,0 0 8 0,2 0 1 0,2 3 4 31,-2-3-6-31,2 0-23 0,0-3-19 0,-2 3-5 15,2 0-5-15,-2-2-2 0,-1 1-4 0,0 1 0 16,-1 0 10-16,-1-1 2 0,0 1 5 0,-3 0 3 16,-2 0 2-16,1 0 2 0,-2 0-7 15,-1 0 11-15,-1 0 18 0,-1 0 36 0,1 0 38 16,-3 1 28-16,0-1 20 0,2 0-2 0,-2 0-9 16,-2 0-30-16,2 1-30 0,-3 1-29 0,0 1-18 15,-3-1-18-15,-1 1-12 0,-1 0-5 16,2 0-5-16,-3 1-1 0,-1 0-2 0,0-2 0 0,-2 2 3 15,1-2-1-15,-2 0-1 0,1 1 0 16,0-2-1-16,0 0 1 0,2 1-3 0,1-2 0 0,2 2 1 16,0-2 0-16,0 1-1 0,4-1-1 15,0 0-2-15,1 2-1 0,-1-2-2 0,3 0 1 16,-2 1-1-16,2-1-3 0,2 2 0 0,0-2-2 16,1 3 2-1,2-2-1-15,1 1 0 0,3 0 2 16,-1 2 1-16,2-2 2 0,1 0-1 0,0 1 1 15,-1-2 1-15,2 3 0 0,-1-4 0 0,-1 1-1 16,2-1 2-16,-2 0-2 0,-1-1 2 0,1 1 0 16,-4 0 2-16,2-1-1 0,-3 1 1 15,-2-3 0-15,0 3 1 0,0 0 1 0,-3 0 1 16,2 0 10-16,-2-1 4 0,-2 1 6 0,-1-1-1 0,0 1 0 16,0 0-1-16,-2-2-8 0,-3 0-6 15,2 1-5-15,-2 1-1 0,0-1 0 16,0 1-3-16,2 0 2 0,-4 0-1 0,4 0-1 0,0 0-1 15,1 1-1-15,0-1 0 0,3 1-2 0,-2 1 0 16,4 1-2-16,2 2 0 0,0-1-4 16,3 1-8-16,0 4-18 0,1-1-45 0,2-1-58 0,2 0-55 15,-1-1-93-15,1 0-137 0,2 0-182 16,1-1-258-16,-2-3-220 0,5 3-189 0,-2-4 85 16,2 3 413-16</inkml:trace>
  <inkml:trace contextRef="#ctx0" brushRef="#br4" timeOffset="-126156.58">5778 5359 274 0,'0'0'527'15,"-1"2"240"-15,-1 1 132 0,2-2-171 0,0 1-133 16,-3-1-90-16,2-1-80 0,1 0-66 0,-2 0-62 16,2 0-46-16,0 2-37 0,0-2-14 0,0 0-12 15,0 2-17-15,0-2-19 0,0 0-32 0,0 0-22 16,2 0-29-16,-2 0-18 0,1 0-8 16,-1 0-5-16,0 0-6 0,0 0-5 0,0 0-2 15,0 0 1 1,0 0-4-16,0 0-3 0,0 0 4 15,0-2-1-15,3 2-2 0,-3 0-5 0,0 0 1 16,2 0-4-16,-2 0 0 0,0 0 1 0,0 0 3 16,1 0 1-16,-1 0 1 0,0 0-1 0,0 0-2 15,0 0-5-15,0 0-3 0,0 0-2 0,2 0-1 16,-2 0 0-16,0 0-1 0,1 0-3 16,-1 0 2-16,0 0-1 0,0 0-1 0,0 0-1 0,0 0 1 15,0 0 0-15,0 0 0 0,2 0 0 16,-2 0 1-16,0 0 1 0,0 0 0 0,2 0 1 15,-1 0 0-15,-1 0 0 0,2 0 0 0,-1-2 0 16,1 2 0-16,1-1 1 0,-1 1 0 0,0 0 0 16,1-2 2-16,-2 1 1 0,4-2 0 0,-2 3 0 15,0 0 0 1,0-2 0-16,2 2-1 0,-2 0-1 0,2 0-2 0,-2-3 1 0,3 1-1 0,-1 1-2 16,0 1-1-16,-2 0 1 0,2-1 0 0,-2 1-1 15,2 0-1-15,1-1 1 0,-3 1 3 31,2-3-1-31,0 3-1 0,-2 0 0 0,2-1 0 16,1 1-1-16,0-1 0 0,-1 1-1 0,-2-2 1 16,2 2 1-16,0-2 0 0,0 2-1 0,-1 0 0 15,2-1 1-15,-2 1-1 0,0 0 1 0,0-1 0 16,-1 1 0-16,2-2-1 0,-1 2 0 0,1 0 0 16,-2-2 0-16,2 2 0 0,0-1 0 0,-2 1-1 15,3 0 1-15,-1-1 0 0,-2 1-1 16,2 0 1-16,-2 0 2 0,2 0-2 0,-2 0 1 0,2 0 0 15,-2-2 0-15,1 2-1 0,-1 0 1 16,2-1 0-16,-3 1 0 0,3 0 0 0,-2 0 0 16,0 0-1-16,-1-2 0 0,1 2 0 0,3-1-1 15,-3 1 0-15,0 0 1 0,2-2 0 0,-2 2 0 16,1 0 0-16,-1-1 1 0,0 1 0 0,3 0 0 16,-3 0 0-16,2 0 1 0,-2 0-1 0,0-2 0 15,2 2 0-15,-2 0 0 16,2 0-1-16,0 0 0 15,-2 0 1-15,0 0-1 0,0 0 0 0,2 0 1 16,-2 0 0-16,-1 0 0 0,1 0-1 16,0 0 1-16,0 0 1 0,0 0-2 0,0 0 0 0,-1 0 0 15,1 0 2-15,0 0-2 0,-1 0 0 16,1 0 0-16,-1 0 0 0,1 0 0 0,0 0 0 16,-1 0 1-16,2 0 0 0,-2 0-1 0,1 0 1 15,0 0 0-15,-1 0-1 0,1 0 0 0,0 0 0 16,-1 0 0-16,1 0 1 0,2 0-1 0,-1 0 0 15,-2 0 0-15,1 2 0 0,2-2 0 0,-2 0-1 16,0 0 1-16,1 1-1 0,-1-1 0 16,0 2 1-16,1-2 0 0,-1 0 0 0,1 0 1 0,-1 0-1 15,0 0 2-15,0 0-1 16,-1 0 0-16,1 0 0 0,-1 0 1 0,1 0-1 0,1 0-1 0,-4 1 0 16,2-1 0-16,1 0 0 0,-1 2 0 0,-1-2 0 0,1 0 0 31,1 0-1-31,-1 0 1 0,-2 0 0 0,1 0 0 15,1 0 1-15,1 0 0 0,-1 0 1 0,-1 0-1 16,1 0-1-16,1 0 0 0,0 0-1 0,-3 0 0 0,3 0 0 16,-1 0-2-16,-1 0 3 0,1 0-1 0,1 0 1 0,-1 0 0 15,1 0 0-15,0 0 0 0,-1 0 1 16,-2 0 0-16,3 0-1 0,-1 0 0 0,-1 0-1 16,2 0 1-16,0 0 0 0,-1 0 0 0,1 0-1 15,0 0 1-15,-1 0 0 0,1 0 0 0,-1 0 0 16,1 0-1-16,0 0 2 0,-1 0-1 0,1 0 2 15,1 0-1-15,-2 0-1 16,1 0 1-16,0 0-1 0,-1 0-1 0,0 0 0 0,1 0 0 0,-2 0 0 16,1 0 1-16,0 0-1 0,-1 0 1 0,2 0-1 15,-1 0 1-15,1 0 1 0,-2 0 0 0,1 0 2 16,1 1-2-16,-1-1 2 0,-1 0-2 0,1 0 0 16,0 0-1-16,1 0-1 0,-2 2 1 0,3-2-1 15,-3 0 0-15,1 0 1 16,1 1-1-16,1-1 1 15,-2 0-1-15,1 1 1 0,0-1 0 0,-1 2 1 16,1-2 1-16,2 2-1 0,-2-2 1 0,-1 1-1 16,1-1 0-16,3 1-1 0,-3-1-1 0,0 2 0 15,2 0 2-15,-2-1 0 0,2-1-1 0,-2 1 0 16,2 2 1-16,1-3 0 0,-3 1-1 16,1-1 0-16,-1 1 0 0,2-1 0 0,-2 1 1 15,0-1-1-15,0 2 1 0,2-2-1 0,-2 3 1 16,0-3-1-16,0 0 0 0,0 0-1 0,1 2 0 15,-3-2 0-15,3 0 1 0,-1 0-1 0,-2 0 1 16,4 3 0-16,-4-3 1 0,2 0 1 0,-1 1-1 16,1-1-1-16,-1 2 1 0,1-2 0 15,-1 0-1-15,1 1 0 16,-1-1 1-16,1 2-2 0,0 0 1 0,1-2-1 0,-2 0 1 0,1 1-1 16,0 0 1-16,-1 1 0 0,1 0-2 0,-1-2 0 15,-1 1-1-15,1 0-3 0,0 1-8 0,-2 0-33 16,1 0-81-1,-2 1-128-15,-1 0-255 0,0 2-298 16,-2-1-366-16,0 1-378 0,-1-1-75 0,-2-1 563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2:37:39.57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</inkml:brush>
  </inkml:definitions>
  <inkml:trace contextRef="#ctx0" brushRef="#br0">796 913 32 0,'5'-5'209'0,"-2"1"101"0,1 1 66 16,-4 3-59-16,0 0-59 0,-2-6-19 0,-1 0 16 16,1 3 43-1,2 3 53-15,0 0 60 0,0 0 45 0,0 0 6 0,2-6-22 0,-2 0-24 0,0 6-21 32,-2-4-30-32,2 4-54 0,0 0-38 0,0 0-32 15,0 0-38-15,0 0-40 0,0 0-34 0,0 0-18 16,0 0-17-16,0 0-15 0,0 0-15 0,0 0-12 15,0 0-16-15,0 0-11 0,0 7-12 0,0 4-5 16,0 3-3-16,2 5 0 0,-2 6-2 0,3 4 1 16,-1 4 0-16,-1 5-1 0,2 5 0 0,2 1-3 15,-4 6 0-15,2 0-1 0,-1 0 0 0,1 0-1 16,1-1 0-16,-1-6 2 0,0-3 2 0,0-3-2 16,0-3 3-16,-1-6-1 0,2-4-1 0,-2-4 0 15,1-2-2-15,-1-5 1 0,-2-1-2 0,1-3 2 16,-1-3 0-16,0-6 0 0,0 0 2 0,0 0 0 15,0 0 1-15,0 0 0 0,0 0-2 16,0 0 2-16,-1-6-3 0,1-3 1 0,-2-1-2 0,1-4 1 31,-1 1-1-31,0-2 1 0,0-3-1 0,0-2 2 0,0-2 0 0,1-1 2 0,-1-2-1 16,2-2 1 0,-3-1-1-16,1-3 1 0,1 0-1 0,-2-1 0 15,1-1-1-15,-1 0-1 0,-1 1 1 0,1-1-1 16,-4-1-1-16,4 3 0 0,-2 1 1 15,0 0 0-15,0 1-2 0,0 4 2 0,-1 0 0 16,2 4-1-16,-1-1 1 0,1 6-1 0,1 0 1 0,0 3 0 16,-2-2 0-16,1 5 5 0,1 1 6 0,0 1 2 15,-1 0 3-15,3 2 0 0,-1 0 1 16,-1 1-2-16,3 5-1 0,-2-6 0 0,2 6 0 0,0 0 0 16,0 0 0-16,0 0-2 0,0 0-3 0,0 0-3 15,0 0-3-15,0 0-1 0,0 0-1 0,0 0 0 16,0 0-1-16,0 0 1 0,0 0 0 0,0 0 1 15,7 7 0-15,-1 1 1 0,5 4 1 0,0 1 0 16,0 7 0 0,3 1 0-16,1 4 0 0,2 4 1 0,-1 3-1 0,3 1-1 0,1 7 0 0,-2 0-1 31,2 3 0-31,1-1 0 0,-2-2-1 0,0-3-1 16,-2-1 0-16,2-4-1 0,-2-5 0 0,-1-3 1 15,0-5 0-15,-3-1 0 0,0-4 0 0,-1-2 1 16,-2-4 5-16,-2 0 2 0,1-3-3 0,-3-2-3 15,-1-2 1-15,-5-1-1 0,7-3-4 0,-4-3-2 16,3-3 5-16,-3-3 2 0,-2-3 2 0,-1-3-1 16,0-3-1-16,-1-1 1 0,-1-6-1 0,-2-3 0 15,-1-3-1-15,0-2-1 0,-3-3 0 0,0-5-1 16,-2-1 0-16,0-1-1 0,0-5-2 0,-2-2 1 16,4 3 2-16,0-2-1 0,0 4 1 15,2 4 0-15,3 2 0 0,-2 10-1 0,3 5-2 16,1 6-1-16,-1 6-1 0,2 4 0 0,0 11-1 15,0 0-3-15,3 6-11 0,2 8-18 16,-2 1-27-16,2 4-72 0,1 6-95 0,0 0-158 16,1 2-239-16,1 1-309 0,-2-1-353 0,2 4-207 15,0-3 104 1,2 4 583-16</inkml:trace>
  <inkml:trace contextRef="#ctx0" brushRef="#br0" timeOffset="499.39">1413 1624 125 0,'5'2'370'0,"1"-4"183"15,-3-1 144-15,3-3-119 0,-1-1-94 0,0-5-43 16,0-1-16-16,0 0 1 0,-4-5-13 0,-1-1-43 0,-3-1-67 16,-2-4-61-16,-3 0-38 0,3 0-13 0,3-1-10 15,4 1-9-15,0-2-8 0,0 2-13 0,-1 1-19 16,-2-2-30-16,-1 1-25 0,0 0-15 0,-2 2-13 0,2-2-6 15,-1 1-9-15,2 1 0 0,-3-1-2 0,3 1-5 0,-1 0-3 16,-1 0 4-16,3 0 3 0,-2 1-2 0,2 0 0 0,-1 1 6 31,-1 1 2-31,2 0-3 0,0 0-6 0,0 1 3 0,0-1 3 16,0 0-5-16,0 0-3 0,3 1-2 0,-1 0 0 16,-2 0 0-16,2 2-2 0,-1-2 1 0,1 1-1 15,-2 0 1-15,3 3-2 0,-1 0-6 16,1 0-4-16,-2-1-3 0,3 5-2 0,-2 1-3 15,0 1 0-15,1 3 0 0,-3 0 3 0,2 4 7 0,1 2 4 16,2 4 4-16,-2 2 3 0,2 7 2 0,4 2 0 16,-3 4-2-16,1 5-1 0,1 4-2 0,4 1-4 15,-4 1-2-15,4 4-3 0,-2 4-4 0,1 0-2 0,1 0-3 16,0 1 0-16,-2 1-2 0,1-1 0 0,1-1-1 16,-2 1 1-16,2-3-1 0,-2-1 0 0,1-2 0 0,0-2-1 15,0 1 0-15,-3-4 4 0,3 1-1 0,-3-3-2 0,0 1 0 16,-1-1-1-16,0-3-1 0,-2 1-12 0,1-1-10 15,-4 0-15-15,3-1-22 0,-2 0-32 0,0-3-70 16,-3-1-81-16,0 0-141 0,-5-4-217 0,2 0-303 16,-2-5-333-1,-1 0-230-15,-2-4 5 0,0-2 541 0</inkml:trace>
  <inkml:trace contextRef="#ctx0" brushRef="#br0" timeOffset="700.96">1372 1291 96 0,'6'-9'687'0,"-1"3"483"0,-2 1 120 0,-3 1-153 15,2 1-408-15,-2 2-319 0,3-1-146 0,2 2-66 0,4 0-37 16,4 2-16-16,-2-1-12 0,3 1-16 0,-1-1-40 0,2 2-34 16,0-3-17-16,4 1-13 0,-3-1-5 0,4 2-3 15,-1-2-4-15,2-2 2 0,1 1-1 0,0-2-24 16,-1 0-61-16,1-3-99 0,0 1-178 0,1 1-293 0,-2 0-308 15,3 1-300-15,-1-1-162 0,-1-1 275 0,-4 2 598 0</inkml:trace>
  <inkml:trace contextRef="#ctx0" brushRef="#br0" timeOffset="1299.66">2091 863 42 0,'0'2'523'15,"0"3"443"-15,0 1 214 0,0 0-41 0,0 0-359 16,0 0-279-16,2 2-138 0,1 3-52 0,2 1-34 15,1 7-34-15,2 0-37 0,0 1-30 0,0 5-51 0,0 0-42 16,1 4-23-16,1 1-14 0,-2 3-7 0,2 3-7 16,0 1-1-1,-2 4-2-15,1-1-3 0,-4 1-4 0,2 0-3 16,-4-3 2-16,2-1 0 0,-4-6-9 0,1-3-4 16,1-2-1-16,-3-5-2 0,0-5-1 0,0-4-2 15,0-1 3-15,-3-6-1 0,1-3 0 0,-3-3-1 16,1-5-3-16,-1-5-2 0,-2-2 1 0,-2-5 1 0,3-2 0 15,-1-5 3-15,-1-2-6 0,1-2-3 0,-1-2-3 16,1-1-3-16,-1-1-3 0,1-1-2 0,2 1 6 0,3-2 3 16,1 2 0-16,2 0 4 0,1 3 0 0,1-1 1 15,6 1 2-15,-1 3 1 0,2-2 0 0,1 2 0 16,0 2 0-16,3 1 2 0,2 1-2 0,-2 2-1 0,4 0 2 16,-1 5-1-16,-1 3 0 0,3-2-1 0,-3 2 1 15,1 4-2-15,-3 0 1 0,2 5 1 0,-5 2 0 16,2 4 2-16,-2 1 1 0,-3 0 4 0,0 4-1 0,-3 2 3 15,-1 1 3-15,-1 4 3 0,-4 2 4 0,-4 1-1 16,0 3 1-16,-1 2-1 0,-4 1-1 0,0 1-3 16,-3 0-4-16,1-2-2 0,-3 2-3 0,2-3-1 0,-2 1-2 15,2-3-1-15,-1-5-1 0,1 2-2 0,3-3-2 32,-2-2-1-32,4-3-8 0,0-1-25 0,0-1-62 0,2-2-66 15,-1-4-147-15,4 0-233 0,0-1-307 0,3-6-330 16,2 3-244-16,1-3-50 0,3-2 544 0</inkml:trace>
  <inkml:trace contextRef="#ctx0" brushRef="#br0" timeOffset="2000.23">2697 852 317 0,'3'6'702'0,"0"0"285"0,0 1 112 15,2 0-241-15,0 3-259 0,1 2-144 0,3 0-56 0,1 4-29 16,0 4-57-16,-1 2-45 0,2 4-44 0,-3 1-39 0,3 1-50 16,-3 4-38-16,0 4-22 0,0 2-15 0,-2 1-9 15,-1 4-17-15,-2 1-2 0,-3 0-11 0,0 0-5 16,0-1-6-16,-2-2-1 0,-1-4-1 0,0-2-1 0,-1-5 6 16,-1-5 4-16,3-2 9 0,-3-5 4 0,2-5 5 15,0-3-4-15,-2-4-6 0,2-4-5 0,-3-6-7 16,0-4-8-16,-1-7-4 0,2-4-2 0,-1-3 0 15,0-7 1-15,0-3 0 0,1-4 0 0,-2-3 1 0,1-3-1 16,-2-2 0-16,2 0 0 0,1-1 0 0,0 0-1 16,2 0 0-1,3 1-1-15,0 2-1 0,0 4 1 0,3 0 0 0,2 3-1 0,0 5-1 0,3 4 2 0,1 0-1 32,-1 3-1-32,2 4 1 0,2 1 0 0,-1 5 2 15,3 3-2-15,-1 4 2 0,2 0 1 0,0 6 0 16,1 2 1-16,0 2 0 0,0 0 1 0,-1 6 0 0,0 1 0 15,-3 0 0-15,1 5 2 0,-2 0 0 0,-3 3-1 16,0 1 1-16,-3 2 0 0,-2 3 0 0,-1 3-1 0,-2 0 2 16,-2 2 1-16,-3 2 3 0,-1 2 7 0,1 2 1 15,-5 0 4-15,1 1-1 0,0-3 1 0,-1-1-4 16,-1-2 1-16,3 0-2 0,0-4 0 0,-1-4-2 0,4 2-1 16,0-6 0-16,2 0-7 0,1-4-4 0,2 0-1 15,0-3-2-15,4-1-2 0,-1-2-1 0,3-3-2 16,5-2-1-16,0-4 0 0,3-2-5 0,1-4-8 15,3-4-13-15,2-4-15 0,0-4-31 0,4 0-65 0,1-3-61 16,-1-4-94-16,1-2-139 0,2 0-181 0,0-1-288 16,1-1-225-1,2 2-195-15,0-4 78 0,-1 1 418 0,1-1 440 0</inkml:trace>
  <inkml:trace contextRef="#ctx0" brushRef="#br0" timeOffset="2250.52">3488 906 57 0,'-2'-8'549'0,"-1"4"488"0,-2-1 244 15,-2 4-42-15,3-1-311 0,-4 5-276 0,2 0-198 0,-1 3-127 16,-1 2-79-16,1 0-73 0,0 3-60 0,1 4-38 16,-1 2-19-16,3 1-11 0,-2 3-5 0,2 6-8 15,1 0 1-15,2 5-2 0,1 0-6 0,0 4-6 16,1 3-3-16,2 4-5 0,1-4-3 0,0 1-6 0,1-3 5 16,3-3-4-16,-2-3-4 0,5-5-1 0,-1-4-1 15,1-3 5-15,3-4-4 0,-1-4 4 0,2-4 0 16,0-1 0-16,0-6-11 0,0 0-24 0,0-6-38 0,0-1-64 0,-1-4-56 15,0-2-78-15,-1-2-125 0,1-3-163 16,-3 0-214-16,0-3-222 0,-1 1-219 0,-1-1-68 0,-2-2 306 31,2 1 449-31</inkml:trace>
  <inkml:trace contextRef="#ctx0" brushRef="#br0" timeOffset="2450.21">3521 790 70 0,'-18'-15'641'0,"1"3"509"16,1 3 176-16,2 1-90 0,3 4-358 16,1 1-312-16,3 3-195 0,2 0-115 0,3 2-67 0,2-1-61 15,5 3-54-15,4 1-36 0,1 1-18 0,3 0-7 0,2 0-6 16,3-1-2-16,2-1-2 0,0-2-3 0,1 0-1 16,1-4-4-16,2-3 1 0,0 1-1 0,-2-3-2 15,0 4-3-15,0-2-45 0,-4 0-52 0,-1 2-79 16,-6 3-143-16,0 2-213 0,-5 4-313 0,-2 1-262 15,-4 1-216-15,-2-1 45 0,-3 1 479 0</inkml:trace>
  <inkml:trace contextRef="#ctx0" brushRef="#br0" timeOffset="2615.94">3410 1057 334 0,'-22'20'798'0,"3"-3"333"0,3-1 27 0,0-1-304 15,5-2-312-15,3-1-221 0,3 1-144 0,4-5-85 16,2-1-45-16,4 1-20 0,2-2-13 0,4-2-5 15,4-2-5-15,0 0-1 0,7-4-1 0,-2 0-4 0,4 0 2 16,3-1 9-16,0 0-37 0,1-2-91 0,1 0-125 16,-1 1-166-16,1 1-292 0,-1 1-279 0,-3 2-149 15,-1-2 122-15,2 4 370 0</inkml:trace>
  <inkml:trace contextRef="#ctx0" brushRef="#br0" timeOffset="2798.44">3891 1342 96 0,'-5'19'703'0,"0"0"530"15,-1 3 159-15,-1 5-111 0,-2 2-395 0,4 4-352 16,-3 3-172-16,2 4-106 0,-2 1-69 0,2 3-67 16,-1 0-39-16,4-2-28 0,0-2-21 0,1-4-15 15,2-2-13-15,5-6-5 0,0-4-6 0,0-3-26 16,4-6-67 0,1-3-70-16,-1-4-152 0,1-4-289 15,2-4-314-15,0-6-333 0,0-2-211 0,1-5 64 16,-2-3 635-16</inkml:trace>
  <inkml:trace contextRef="#ctx0" brushRef="#br0" timeOffset="3199.01">4044 1023 104 0,'-3'-9'555'15,"1"3"340"-15,2 0 142 0,4 0 8 0,0-2-346 16,5-3-245-16,3 0-133 0,3-3-47 16,3 2-20-16,4-1-63 0,3 3-44 0,-1 0 31 15,3-1 3-15,0 3-19 0,-2 0-18 0,2 1-14 16,-2 1-14-16,-2 0-45 0,-1 3-19 0,-2 2 2 15,-4 1-1-15,1 1 8 0,-5 4 9 0,0 2 1 0,-6 5-2 16,-1 4-7-16,-3 5-3 0,-4 4-7 0,-1 4-9 16,-2 6-9-16,-1 3-7 0,-3 6-6 0,-1 3-7 15,0 2 1-15,-2 3-3 0,2-2 0 0,-1-2-1 16,2-1 0-16,2-4-1 0,4-5-7 0,0-6-4 16,3-4-3-16,2-7-14 0,2-5-24 0,3-6-65 15,-1-5-80-15,3-6-176 0,1-10-283 0,0-4-326 0,0-6-384 16,0-7-261-16,0-5 88 0,-1-7 761 15</inkml:trace>
  <inkml:trace contextRef="#ctx0" brushRef="#br0" timeOffset="3365.92">4436 595 182 0,'-13'-21'1055'16,"-4"6"549"-1,1 2-119-15,-1 6-298 0,1 6-399 16,2 1-397-16,1 1-189 0,2 4-90 0,3 0-42 0,3 2-30 15,4 0-22-15,2-1-11 0,6 2-7 16,1 0-8-16,4-1-60 0,3 1-75 0,0 0-152 16,1 1-263-16,1 1-305 0,0-1-366 0,1 1-249 15,-2 2 30-15,3 0 615 0</inkml:trace>
  <inkml:trace contextRef="#ctx0" brushRef="#br0" timeOffset="3666.27">4748 836 16 0,'-4'3'587'0,"1"4"557"15,-2-1 230-15,-1 1-82 0,2 4-308 0,-1 1-375 0,0 4-209 0,0 0-113 0,-3 4-64 32,1 4-55-32,0 4-48 0,-1 0-27 0,0 6-16 15,2 4-11-15,-2 3-8 0,3 3-11 0,1 1-10 16,0 2-8-16,4-1-8 0,0 1-8 0,0-1-4 15,4-2-3-15,-1-4-2 0,3-1 0 0,-1-3-1 16,4-3-2-16,1-8 0 0,1-2 0 0,3-5-1 16,2-4-1-16,3-5-2 0,1-6 0 0,1-6-2 15,4-6-12-15,-1-5-23 0,4-4-57 0,-1-4-69 16,0-2-126-16,-1-5-218 0,-1 2-301 0,0-1-338 16,0-1-283-16,-3-1-117 0,-1 0 439 0,-2 2 654 0</inkml:trace>
  <inkml:trace contextRef="#ctx0" brushRef="#br0" timeOffset="3887.65">4972 912 30 0,'-21'-10'632'0,"1"4"614"0,2 4 239 0,1 0-155 16,4 4-370-16,3-1-411 0,2 0-208 0,3 3-129 15,3 0-85-15,4 0-54 0,1 2-29 0,5 1-20 16,4 0-6-16,1-1-11 0,6 0-1 0,2-1-7 15,4-1 4-15,0-2-3 0,4-1-3 0,-1-1 5 16,2-1-17-16,-1-2-58 0,-1-1-85 0,-1-2-179 16,-3 0-283-16,-2-1-309 0,-2 3-355 0,-5 2-214 0,-4-3 134 15,-2 3 684-15</inkml:trace>
  <inkml:trace contextRef="#ctx0" brushRef="#br0" timeOffset="4065.31">4768 1174 313 0,'-20'18'1197'0,"2"1"429"0,4-5-180 0,1 0-323 0,2-2-463 16,5-3-322-16,1 1-177 15,5-3-84-15,3 2-41 0,4-4-16 0,4 0-9 0,3-1 0 0,3-2-1 16,4-4 0 0,6-2 0-16,1-3-2 0,6 0-3 0,2-5-40 15,3-1-63-15,1-2-114 0,1-2-181 16,3-1-293-16,-3 2-331 0,2-1-307 0,1 1-165 0,-2 2 308 15,0-4 628-15</inkml:trace>
  <inkml:trace contextRef="#ctx0" brushRef="#br0" timeOffset="4665.87">5838 1007 42 0,'-6'-11'639'16,"3"2"550"-16,-2-1 166 0,-1 2-131 0,4 2-305 16,-3 3-355-16,4 1-180 0,-1 1-101 0,1-1-62 0,1 0-38 0,-3 1-59 0,3 1-42 15,0 0-31-15,0 0-17 0,0 0-5 0,0 1-10 16,0 3 1 0,3 2-3-16,-3 2 3 0,1 7-1 0,-1 1 0 15,-1 5 1-15,-2 4-3 0,1 7-1 0,-1 5-4 16,-2 5 0-16,-3 6 0 0,2 3-2 0,-3 5 2 15,2-1 1-15,-1 1 0 0,2-3-4 0,1-4-2 16,-2-6-1-16,3-5-2 0,1-7-1 16,0-6-1-16,1-5-2 0,-1-8 0 0,3-6 0 0,-2-6-2 15,2-8-1-15,0-8-1 0,0-8-1 0,2-7 2 16,0-6 2-16,1-5-5 0,0-4-1 0,2-2 0 16,-2 0 0-16,0 0-2 0,2 1-2 0,-2 0 5 15,-2 3 2-15,1 4 2 0,1 2 0 0,-1 7 1 0,-1 2 1 16,1 7-1-16,0 2 0 0,-1 7 0 0,1 3 1 15,1 4 0-15,0 2 0 0,3 6 0 0,1 4 1 16,-1 4 0-16,4 4 1 0,0 3 0 0,3 6 0 16,1 4 1-1,1 3-1-15,2 3 1 0,-1 3-2 0,0 3 5 16,0 2 3-16,1 1 0 0,-1-2 1 0,1-1 1 0,-2-3 1 0,0-4-7 0,0-7-2 16,-2-4-2-1,0-5-1-15,-3-6 0 0,2-6-1 16,-4-4 1-16,-1-7 3 0,2-5 6 0,-4-7 3 0,-2-4 2 15,2-5-4-15,-4-4-2 0,1-4-1 0,0-3-6 16,-2-3-4-16,-2-2-4 0,2-1 4 0,-2-1 0 16,1 0 5-16,-1 1 0 0,-1-2 0 0,3 1-2 15,-2 3-15-15,1 4-33 0,-1 5-78 0,-1 7-124 16,1 7-228-16,0 8-299 0,0 5-352 0,6 5-382 16,-2 7-146-16,1 2 467 0,2 5 742 0</inkml:trace>
  <inkml:trace contextRef="#ctx0" brushRef="#br0" timeOffset="4915.14">6501 1056 273 0,'-2'-12'1046'0,"1"1"518"16,-2 4-74-16,1 2-288 0,0 1-479 15,-1 4-274-15,0 0-171 0,0 4-100 0,0 3-54 16,1 4-31-16,1 6-24 0,-1 4-18 0,1 5-15 16,-1 3-10-16,0 8-9 0,1 0-9 0,-1 6-6 15,2 2-4-15,-3 3 0 0,3 2-3 0,0-1-5 16,3 1-20-16,0-5-71 0,-1-4-76 0,3-3-180 16,0-7-282-16,2-3-332 0,1-7-384 0,0-6-236 15,3-5 98-15,-3-4 751 0</inkml:trace>
  <inkml:trace contextRef="#ctx0" brushRef="#br0" timeOffset="5298.06">7088 1650 424 0,'1'6'1146'0,"-1"-2"294"0,0-4-143 0,0-3-251 16,0-4-487-16,0-7-229 15,2-2-125-15,1-8-53 0,3-2-29 0,-1-5-2 16,1-7-27-16,4-2-29 0,-2-4-15 0,4-4-11 0,1 0-8 16,1 0-15-16,-1 0-5 0,1 1-3 0,0 5-4 15,-2 0 0-15,0 5 0 0,-1 4-2 0,-3 5-1 0,1 7 6 16,-2 3 5-1,-2 5 9-15,-2 2 8 0,3 5 11 0,-3 4 6 0,3 5-3 0,-2 7-2 0,0 1-1 16,1 7-6-16,0 3-7 0,-2 5-5 0,3 5-5 16,1 2-3-16,-1 6-8 0,-1 3-4 0,1 3-6 15,2 2-2 1,-2 2-3-16,2 1-19 0,-3-1-40 0,4-2-73 16,-4-1-127-16,-2-2-247 0,-1-7-305 15,1-5-350-15,-3-5-340 0,0-7-91 0,-5-3 531 16</inkml:trace>
  <inkml:trace contextRef="#ctx0" brushRef="#br0" timeOffset="5500.37">7138 1335 613 0,'-5'-12'1525'0,"4"3"155"0,-2 3-321 0,1 5-332 0,2 1-488 0,2 1-294 16,4 2-129-16,0 3-61 15,4 0-28-15,4-1-16 0,0 2-5 0,5-1-4 0,4-1-1 16,2 0-1-16,5 0 0 0,2-4-23 15,2 3-65-15,5-3-79 0,1-1-154 0,3 0-285 0,4-1-319 16,-1 1-341-16,3-4-221 0,3 3 89 0,-2-3 635 16</inkml:trace>
  <inkml:trace contextRef="#ctx0" brushRef="#br0" timeOffset="5915.57">9189 702 25 0,'9'-6'581'0,"-4"4"531"0,-5 0 271 0,-2 2-41 15,-2 2-350-15,-4 0-363 0,0 2-210 16,-2 1-113-16,-4 4-84 0,2 4-69 0,-4 5-43 15,3 6-26-15,0 3-15 0,-1 6-12 0,3 7-10 16,-1 4-10-16,0 9-9 0,3 5-10 0,-2 7-9 16,3 4-4-16,3 1-2 0,0-2-1 0,5-1-2 15,2-7-2-15,4-3 0 0,4-7-8 0,4-9-23 16,-1-4-63-16,6-9-75 0,-2-6-145 0,2-3-282 16,3-7-315-16,-3-2-367 0,3-4-272 0,0-1 10 15,-1-2 645-15</inkml:trace>
  <inkml:trace contextRef="#ctx0" brushRef="#br0" timeOffset="6149.12">9475 1577 148 0,'5'-2'760'0,"-2"-3"444"0,0 1 60 15,0-2-138-15,2-2-331 16,4-2-290-16,-1-2-152 0,2-4-85 0,0-2-45 0,2-2-41 15,2-4-75-15,2-3-45 0,0-2-29 0,1-3-14 16,4-2-10-16,-2-2-4 0,3-1-3 0,1-1-4 16,-2 1-1-16,3 1-3 0,-2-2-13 0,0 1-60 15,-3 4-66-15,-2 0-141 0,-4 1-230 0,-3 4-301 0,-1 2-331 16,-1-1-238-16,-5 6-33 0,-3 3 510 16</inkml:trace>
  <inkml:trace contextRef="#ctx0" brushRef="#br0" timeOffset="6331.45">9554 958 218 0,'-3'21'864'0,"1"2"414"15,1 1 3-15,2 1-145 16,1 4-401-16,3 1-278 0,1 4-134 0,3-4-75 16,-1 4-42-16,2 0-54 0,4-1-56 0,2-1-43 15,1-6-25-15,4-1-16 0,0-1-8 16,4-7-3-16,0-5-29 0,3-3-68 0,-1-6-95 0,3-3-182 15,-1-3-288-15,-2-6-325 0,1-1-328 0,1-7-178 16,-2-1 234-16,-2-3 658 0</inkml:trace>
  <inkml:trace contextRef="#ctx0" brushRef="#br0" timeOffset="6631.47">10093 516 127 0,'-9'-10'797'15,"3"6"563"-15,-1 1 62 0,6 3-169 16,-1 2-405-16,5 2-344 0,2 2-175 0,1 4-108 16,3 2-47-16,3 1-48 15,3 5-32-15,0 1-21 16,5 2-12-16,1 5-10 0,4 2-10 0,0 3-10 16,4 4-7-16,-1 2-3 0,2 1-9 0,2 5-1 15,-2 0-5-15,0 5-2 0,0 5-3 16,0 0 0-16,-3 4-1 0,-1 4 0 0,-3 1 1 0,-1 0 1 15,-3 3 1-15,-5 0-2 0,-4 2 0 0,-1 1-3 16,-7 1 0-16,-4 0-10 0,-2-4-14 0,-4-1-20 16,-3-4-59-16,-2-3-69 0,-3-5-122 0,-1-2-200 15,1-5-297-15,-3-6-330 0,1-3-265 0,-3-5-119 16,0-1 397-16,-1-7 632 0</inkml:trace>
  <inkml:trace contextRef="#ctx0" brushRef="#br0" timeOffset="8615.6">2983 5589 150 0,'0'3'515'0,"0"-2"332"0,-2 3 190 15,2-3-120-15,0 2-253 16,-1-1-168-16,-1 0-126 0,2 2-87 0,0 0-61 15,0 0-56-15,0 2-46 0,2 2-35 0,-1-3-23 16,1 3 23-16,1 1 16 0,2-1 10 0,0 1-5 16,1 0-2-16,0-2-1 0,-1 0-40 0,0 1-27 15,0-2-18-15,0 0-7 0,-1-2-4 0,2 0-5 16,-1-2 0-16,0 0-2 0,0-2 5 16,-2 0 1-16,2-2 0 0,1 0 1 0,-3-3-1 0,2-2 2 15,-2-2 14-15,0-2 12 0,0 0 4 0,-1-2 3 0,-2 0 1 16,0-1 0-16,-2-1-18 0,-1 2-4 15,0 0 2-15,-2 0 1 0,0 1 8 0,-2 0 7 16,0 3 7-16,-1 0 2 0,2 2-1 0,-3 0-1 16,2 2-7-16,-1 2-5 0,2 1-6 0,-2 2-8 15,2 2-7-15,1 2-5 0,0 1-3 16,0 1-2-16,2 2-1 16,0 2 0-16,3 2 1 0,-2 0 0 15,2 0 0-15,2 2-1 0,-2-3-2 0,3 1-1 0,-1 0 0 16,1-3-1-16,-1 0 0 0,1 0 0 15,0-1-1-15,0-2-1 0,0 0 0 0,2-2-8 16,0 0-28-16,-2 1-71 0,2-2-82 0,-2-1-151 16,0 1-291-16,2-3-323 0,0 0-337 0,1 0-204 15,0-2 114-15,2 1 625 0</inkml:trace>
  <inkml:trace contextRef="#ctx0" brushRef="#br0" timeOffset="9581.87">4506 5538 84 0,'3'3'353'15,"3"1"206"-15,-3-1 196 0,2 2-28 16,-2 1-95-16,0 1-73 0,2 0-56 0,0 1-51 0,3 1-69 16,-4 0-83-16,3-1-85 0,-1 2-74 0,1-1-51 31,-1 0-33-31,0-2-20 0,-1 1-11 15,0-2-8-15,0-1-6 0,-2-1-3 0,1-1 2 0,-1-1 75 16,-1 0 47-16,1-2 32 0,-1-2 13 16,-1-1-1-16,1-3-9 0,-2 1-61 0,0-1-37 15,0-3-28-15,0 0-9 0,-2 0-5 0,1-1 1 16,-1 1-2-16,-1 0-3 0,1 0 0 0,1 1-5 16,-4 1 3-16,4 1 4 0,-2 1 6 0,-1 1 3 15,1 1-1-15,0 1 0 0,-2 1-9 0,2 1-6 16,-2 0-8-16,-1 3-4 0,3-2-2 0,-2 2-3 15,0 1 1-15,2 1-3 0,0 1 0 0,0 0 0 16,-2 2 1-16,2-2 0 0,0 1 0 16,1 1-1-16,1-2 1 0,-1-1 0 0,2 2-1 15,0-1-2-15,0-2 0 0,0-1-2 0,0 0 1 16,0 0-2 0,2-1 0-16,-1-1 1 0,1-1 0 0,1 0 1 15,0-1-2-15,3-1-1 0,-1-1-4 16,0 0-19-16,1 0-66 0,-1 0-68 0,3 0-135 15,0 2-242-15,1 2-313 0,2 2-345 0,2 0-244 16,1 3-61-16,4 0 527 0</inkml:trace>
  <inkml:trace contextRef="#ctx0" brushRef="#br0" timeOffset="10414.92">6531 5522 16 0,'0'-2'395'0,"-2"-1"379"0,1 3 319 0,-1 0 38 0,-1 1-304 16,0 1-232-16,-2 2-129 15,2 2-87-15,0 2-65 0,0 2-58 0,0-1-33 16,1 1-33-16,-1 1-51 0,3 1-44 0,-2 1-35 15,2-3-22-15,0 0-17 0,0-1-10 0,2 0-2 16,1 0-7-16,0 0-1 0,1-4 1 0,0 1 0 16,2-2-1-16,-1 0-1 0,1-3 2 0,1-1 1 15,2-1 1-15,-3-3 1 0,1 0 1 16,-1-2-1-16,-1-2 2 0,0-1 0 0,-1 0 7 16,-2 0 6-1,-1-2 7-15,1 3 7 0,-4-3 2 0,1 4 8 16,-1-1-4-16,-2-1-5 0,1 1-5 15,-2 2-7-15,0 2-3 0,0 0-8 0,-1 1-5 16,3 0-3-16,-3 1-1 0,1 2-3 0,3 0-1 16,-1 3-3-16,1 0-1 0,1 2-1 0,1 2-1 15,3 1-11-15,0 0-36 0,-1 5-70 0,4-2-87 16,0-1-159-16,2 3-296 0,0-1-322 0,6-2-318 16,1 1-191-16,2 2 165 0,2-5 629 0</inkml:trace>
  <inkml:trace contextRef="#ctx0" brushRef="#br0" timeOffset="11299.4">8126 5532 11 0,'2'2'294'0,"1"-1"240"15,-1 2 261-15,1 0 84 0,0 1-91 0,2 1-118 16,1-1-118-16,2 2-79 0,-2 1-67 0,2 1-73 15,2 1-83-15,-2-1-60 0,1-1-40 16,0 1-7-16,1-2-24 0,0-1-21 0,-1 0-13 0,2-2-9 16,-1-1 7-16,-1-2-23 0,0-2-13 15,-1-2-10-15,1-1-4 0,-3-1 9 0,1-1-7 16,-2-2-4-16,0 0 5 0,-3 0 0 0,-1-1 5 16,-1 3-2-16,-1 0-5 0,-1-1 1 15,-3 2-6-15,2 1-2 0,-3-1-5 0,-2 1-7 0,2 2-3 16,-1 0-3-16,-1 1-3 0,2 2-3 15,0 0-2-15,-1 2-1 0,3-1-1 0,0 3-1 16,1 2 0-16,0 0 0 0,0 1 1 0,3 2-1 16,0 0-1-16,3 1 0 0,0 0-2 0,2 3-1 0,1-2-14 15,1-1-28-15,5 0-74 0,-2-1-78 0,1 0-159 16,3-3-292-16,1 0-316 0,2-3-345 31,0 2-202-31,5-5 102 0,0 4 648 0</inkml:trace>
  <inkml:trace contextRef="#ctx0" brushRef="#br0" timeOffset="12031.66">10422 5470 382 0,'0'-2'945'0,"-3"1"314"15,0 2-16-15,0 1-194 16,-1 3-365-16,1 1-240 0,3-1-123 15,-3 1-70-15,3 4-55 0,-2-3-68 0,2 1-56 16,2-1-29-16,-2-1-20 0,3 0-11 0,0-1-4 16,1-1-5-16,1-2-5 0,-1-1 1 15,2-2 1-15,-1-1-2 0,2-2 1 0,-1-1 4 16,0-1-2-16,0-1 2 0,-1-1-3 0,0-1 1 16,-2 0-1-16,0 0 0 0,-1 2 3 0,1-1 2 15,-3 2 11-15,0 2 6 0,0 0 3 0,-3 0 0 16,1 3 0-16,1 0-3 0,-1 1-10 0,-1 1-4 15,1 4-3-15,-1 0-1 0,1 3-3 16,-1 2-1-16,2 0 0 0,-2 4-3 0,3 0 0 0,0-2-3 16,0 3-4-16,0-2-37 0,0 0-68 15,-2 0-94-15,-1-1-173 16,0-1-292-16,-2-3-327 0,-1 0-308 16,-2-1-178-16,-3-3 223 0,-4 1 639 0</inkml:trace>
  <inkml:trace contextRef="#ctx0" brushRef="#br0" timeOffset="13383.07">2904 7365 44 0,'-5'0'299'0,"2"1"174"15,1-1 142-15,1 1-66 0,-1-1-161 16,1 2-96-16,1 0-32 0,-2-1 22 0,2 1 48 16,0 1 47-16,0-2 17 0,2 2-20 0,-2 0-38 15,1-1-47-15,-1 4-34 0,2-1-19 0,-1-1-13 16,1 2-22-16,1 0-22 0,-1 1-20 0,1 1-35 16,2-1-38-16,-1-1-35 0,-2 0-22 0,1-1-11 15,2-1-12-15,-2 1-3 0,2-5-3 0,-2 2-2 16,2-2 5-16,-1-2 5 0,1-5 8 0,0-1 4 15,-2-3 3-15,-1-4 1 16,1-1 0-16,-1-2 5 0,-2-1 7 0,-2 3 10 0,0 1 16 0,-1 1 10 16,0 3 7-16,-2 2-3 0,-1-1-9 0,-2 4-7 15,0 2-15-15,0 3-11 0,-1-1-10 0,-1 4-6 16,2 0-6-16,0 3-5 0,-2-1-3 0,3 4-2 16,1-2-2-1,-1 1-2-15,4 2-1 0,-1 1-1 16,2 0-1-16,2 1-1 0,0 1-1 0,3 1 0 15,3 1-2-15,-1-1 0 0,3 1-14 0,0-2-20 16,3-1-48-16,0 1-67 0,2 0-92 0,1-4-154 16,2 1-248-16,3-1-310 0,1-2-280 0,4 0-195 15,2-1 108-15,2 0 547 0</inkml:trace>
  <inkml:trace contextRef="#ctx0" brushRef="#br0" timeOffset="14164.85">4483 7288 61 0,'3'-5'379'0,"-1"3"306"0,1-3 281 16,-3 3 17-16,-1 0-196 0,-1 0-164 16,0 1-126-16,1-1-86 0,-1 2-64 0,1 2-65 15,-2-1-49-15,0 1-40 0,1 1-37 0,1 1-37 16,-1 2-38-16,2 3-23 0,0 1-17 15,0 2-6-15,2 1-5 0,-1 0-6 0,2 2-2 0,-1-1-5 16,2 1-8-16,1-4-5 0,-2 2-2 16,2-3-2-16,0-2-3 0,0-1-4 0,2-2 3 15,-2-3 3-15,2 0 5 16,-1-4 7-16,-1-2 6 0,4-2 5 0,-4-2 3 0,0-6 0 0,-1 1-1 31,0-2-2-31,-1 0 1 0,-3 1 6 0,3 0 3 16,-3 3 8-16,0-1 5 0,0 2 1 0,-3 3 0 15,3-1-6-15,-2 2-5 0,-1 3-8 0,1 0-8 16,1 2-7-16,-1-1-6 0,1 4-6 16,-1-1-3-16,2 3-2 0,2 3-3 0,1 2-1 15,0 1-4-15,3 3-15 0,4 0-36 0,-1 2-75 16,1-2-95-16,2 2-171 0,1 0-299 0,4-3-321 16,-1-1-330-16,5-2-170 0,2-2 224 0,3-3 653 15</inkml:trace>
  <inkml:trace contextRef="#ctx0" brushRef="#br0" timeOffset="14947.98">6414 7344 342 0,'0'3'869'0,"-3"-1"342"0,0-1 36 15,0-1-189-15,-2 3-309 16,0-2-230-16,3 1-147 0,-4 0-80 0,3 0-63 15,-2 1-87-15,2-1-53 16,2 0-31-16,-1 2-22 0,2-1-15 0,2 1-9 0,-1 2-8 0,4-2-3 16,0 2-4-16,2-1 0 0,1-1 0 0,0-2-1 15,2 0 1-15,2-4 2 0,-2 0 4 16,4-4-1 0,-3-3-1-16,2-1 1 0,-1-3 2 0,-2-2-3 15,1 0 1-15,-2-1 0 0,-1 1 1 16,-1 2 3-16,-2 0 1 0,-1 2 7 0,-4 1 8 15,0 2 7-15,-3 1 11 0,0-1 6 0,-2 3 4 16,-1 1-3-16,-1 0-5 0,-2 0-7 0,0 3-9 16,-1 1-8-16,2 0-6 0,-3 1-4 0,3 3-4 15,2-1-4-15,-1 1-2 0,1 2-2 0,3 2-1 16,0 1-3-16,3 3 1 0,0-1-2 0,5 0-14 16,0 3-26-16,5-2-68 0,0-1-78 0,1-1-148 0,5-1-266 0,1-1-309 15,2-3-349-15,5-1-226 0,4 1 16 16,2-2 599-16</inkml:trace>
  <inkml:trace contextRef="#ctx0" brushRef="#br0" timeOffset="15598.22">8169 7242 124 0,'-5'2'321'0,"2"1"137"0,2 3 99 16,1 1-109-16,1-1-95 15,2 3-24-15,2 1 20 0,4 2 36 0,1 2 20 16,1-1 9-16,3 4-34 0,-1 0-50 0,3 2-58 16,-2-3-57-16,0 1-56 15,-1-1-57-15,1-1-37 0,-1-3-26 0,-2 1-10 0,0-5 2 0,-2-2 36 16,-1-1 67-16,-3-5 47 0,0 0 18 0,-1-5-5 15,-2-3-9-15,-4-3-30 0,1-1-41 0,-4-2-32 16,-1-1-13-16,0 0-4 0,-3-2-3 16,-1 3-6-16,0 0-7 0,-3 3-5 0,1 0-4 15,2 1-8-15,-1 4-5 0,0 1-5 16,2 1-5-16,2 4-8 0,0 3-7 0,2 0-3 0,3 4-4 16,2 3-1-1,2 3-1-15,3-1-1 0,5 4-7 16,2-1-20-16,3 0-64 0,1 0-67 0,3-4-131 15,2 2-213-15,4-2-307 0,0-1-341 0,5-1-252 16,-3-3-101-16,5 1 452 0,0 1 620 16</inkml:trace>
  <inkml:trace contextRef="#ctx0" brushRef="#br0" timeOffset="16308.6">10669 7201 50 0,'-13'-4'597'0,"0"2"475"0,1 1 176 0,-1 2-85 15,-1 4-310-15,4 1-293 16,2 1-174-16,-1 2-98 0,5 2-54 0,0 0-51 16,3 2-58-16,2 0-57 0,1-1-36 0,4 2-13 15,2-1-11-15,0 0-2 0,0-2-1 0,4 0 0 16,-2-2-1-16,1-2-4 0,1-1-1 0,0-3 0 16,-3-1 2-16,2-2-2 0,-3-2 3 15,-1-2 12-15,-1-3 6 0,0 2 5 0,-3-4 2 0,-3-2 9 16,0 0 9-16,-1 0-5 0,-3 2 0 15,-2-2-2-15,0 1-3 0,0 1-4 16,-1 1-10-16,-4 2-3 0,3 1-7 0,-1-1-3 0,-2 3-3 16,0 1-3-16,-1 3-6 0,-1 0-21 0,0 4-68 15,-4 3-73-15,0-1-155 0,-5 3-270 0,-3-2-315 16,0 1-352 0,-5 2-224-16,0-4 34 0,-2 0 627 15</inkml:trace>
  <inkml:trace contextRef="#ctx0" brushRef="#br0" timeOffset="17397.74">2928 9293 140 0,'0'6'482'16,"0"-1"308"-16,0 1 214 0,1 2-98 15,1 0-201-15,-2 0-167 0,3 2-126 0,0 0-89 0,2 2-74 0,-1-2-75 16,1 2-60-16,-1-3-39 0,-1 0-26 0,2 0-21 15,-1-3-12-15,2-1-11 0,-4-1 2 16,3-1-3-16,-2-1 30 0,2-2 30 0,0-3 39 0,-2 0 22 16,0-2 6-16,0-4 1 0,0-3-27 0,-3 0-17 15,0-1-30-15,-3-3-11 0,0-2-1 0,-2 2 5 16,2 1 4-16,-3 1 1 0,-1-2 4 0,2 4 3 16,-4 2-4-1,3 2-7-15,1 1-5 0,-3 2-11 0,2 2-8 16,0 2-12-16,-1 2-6 0,2 1-7 15,2 1-2-15,0 1-2 0,1 4-1 0,2-1-1 16,0 5-1-16,2-4 1 0,1 4-3 0,2 0-1 16,0 0-15-16,3 0-35 0,2 1-61 0,2-1-63 15,-1-1-103-15,3-1-165 0,0-1-257 0,4 0-285 16,2-3-235-16,3 0-167 0,2-1 194 0,2-3 535 16</inkml:trace>
  <inkml:trace contextRef="#ctx0" brushRef="#br0" timeOffset="17896.08">4504 9344 162 0,'-3'-2'596'0,"0"0"352"16,0 0 140-16,1 4-145 0,0 0-281 15,4 0-208-15,-2 3-147 0,5 1-80 0,0 1-50 0,1 1-47 16,2 1-46-16,0 0-34 0,-2-1-24 0,2-1-16 15,1-1-4-15,-1 0-3 0,-3-2-2 16,1-2 6-16,-1-2 13 0,1-2 7 0,-3-4-2 0,1-1-2 16,-3-2 6-16,-1-3-10 0,0 1-9 0,0-6-6 15,0 2 4-15,0-1-1 0,-1 0 12 16,-1 3 13-16,2 1 9 0,0 1 0 0,0 2-1 16,0 3-6-16,0 0-15 0,2 2-11 0,-1 2-3 15,1 1-3 1,1 1 1-16,0 0 6 0,1 3 10 15,-1 3 5-15,3 0 4 0,-3 1-1 0,3 1-5 16,-1 5-5-16,0 1-9 0,1-1-4 0,0 1-10 16,2 0-37-16,0-1-44 0,2-1-111 0,2 0-176 15,-2-5-294-15,4 1-301 0,-1-4-250 0,6-1-133 16,-2-1 336-16,5-1 536 0</inkml:trace>
  <inkml:trace contextRef="#ctx0" brushRef="#br0" timeOffset="18998.2">7804 9318 413 0,'4'1'778'0,"1"2"231"16,-2 1 41-16,2 1-278 0,0 1-258 0,0 0-176 0,4 0-94 16,-3 0-54-16,2 1-43 0,-1-3-53 0,-1 0-40 15,2 1-25-15,-2-2-15 0,2 0-6 0,-3-2 2 16,1-1 2 0,-1 0 4-16,-2-1 3 0,2-1 0 0,-2 1 3 0,0-2-7 0,1 2-5 15,0-3-4 1,4 4-6-16,-2-1 2 0,2 2-5 15,5-1 3-15,-2 4-5 0,3-2 0 0,0 3 2 16,1-3 0-16,2 2 2 0,-2-3-1 0,0-1 6 16,-2 0 2-16,2-3-2 0,-5 0 2 0,1-3 1 15,-2 0 17-15,-4-1 68 0,-1-1 71 0,-3-1 46 16,-1 1 22-16,-3 0 9 0,-2-1-6 0,-1 1-47 16,-5 2-42-16,1 0-32 0,-1 2-22 15,0 1-18-15,0 0-17 0,0 0-14 0,2 3-13 16,1-1-9-16,1 1-7 0,0 1-8 0,3 0-3 15,4 3-4-15,2 2-3 0,4-1-2 0,2 4-3 16,2 2-15-16,2-1-30 0,4 2-75 0,1-1-94 16,3 1-176-16,0 1-295 0,5-1-328 0,0 0-376 15,3-1-187-15,3-2 199 0,5 2 703 0</inkml:trace>
  <inkml:trace contextRef="#ctx0" brushRef="#br0" timeOffset="19680.59">10751 9224 269 0,'-8'-6'684'0,"2"1"314"16,-2-1 118-16,0 0-217 0,0 4-285 0,0-3-192 15,0 2-103-15,0-1-44 0,0 3-26 0,0-1-20 16,2 2-18-16,-2 0-27 0,0 0-32 0,2 2-33 15,-2 0-37-15,0 2-29 0,2-2-24 0,-1 3-11 16,3 3-5-16,-1-1-5 0,2 3-1 0,3-1-4 16,0 4 0-16,3 0 1 0,2 2 1 0,-1-2 1 15,3 0-1-15,-1-1 0 0,2 0 0 0,3-4-1 16,0 0-3-16,-1-4-2 0,2-2 2 0,0-4 2 16,0-4-5-16,-1-2 1 0,0-6 3 0,-1-2 1 31,-4-2-3-31,2-3 0 0,-3-2 1 0,-2 3 7 15,-3 1 9-15,0-2 14 0,0 5 13 0,-3 3 5 16,0 2 4-16,-4 3-2 0,2 4-12 0,-4 2-11 16,1 4-9-16,0 4-8 0,2 3-4 0,-1 3-4 15,-2 4-1-15,4 2-2 0,1 0-2 16,0 3-4-16,1 0-3 0,3-1-33 0,0 0-71 16,-2-3-98-16,2-2-178 0,0-2-291 0,0-3-335 15,-1-1-340-15,-2-3-176 0,-5-3 239 0,-3 1 677 16</inkml:trace>
  <inkml:trace contextRef="#ctx0" brushRef="#br0" timeOffset="20930.63">2817 11051 203 0,'5'5'344'15,"-2"-2"164"-15,-2 0 7 0,1-3-14 0,-2 0-9 0,2 0 21 0,-2-3 2 16,1 1-27-16,-1 0-54 16,0-2-67-16,0 3-71 0,0-2-83 0,0 2-61 15,0-2-52-15,2 0-34 0,-2 2-26 0,0-3-16 16,1 3-4-16,1-2-2 0,0 1-5 0,-1 1 0 15,-1 1 1-15,2 0-4 0,-2 0-1 0,3 0 10 16,3 3 10-16,-1 0 3 0,4 3 2 0,1 2 4 16,4 1-2-16,-1 3 33 0,2 2 10 0,0 0 6 15,2-1 1-15,-1 0-1 0,1 0 0 0,-2-3-39 16,-1 0-21-16,-3-4-8 0,3 0-5 0,-6-2-5 16,2-3-3-16,-4 1 24 0,0-1 27 0,-3-2 18 15,-1-1 15-15,-2 1 7 0,-2-3 8 0,-1-2-15 0,-3 1-16 31,0-1-12-31,-1-1-10 0,-1 3-3 16,-1 0-9-16,1-1-9 0,0 2-7 0,2 0-6 16,-2 0-6-16,0 2-5 0,2-1-2 0,1 1-1 0,0 1-2 15,-1 0-2-15,3 0-2 0,1 0-4 0,2 0-2 16,0 1-13-16,2 2-28 0,3 1-63 0,2 1-66 16,-2 0-115-16,3-1-183 0,0 0-303 0,4-1-309 15,1 1-239-15,4 1-125 0,1-2 336 0,4 0 581 16</inkml:trace>
  <inkml:trace contextRef="#ctx0" brushRef="#br0" timeOffset="21447.71">4640 11118 168 0,'0'4'745'16,"-2"2"415"-16,2 0 73 0,0 2-149 0,0 1-401 16,2 2-265-16,3 2-147 0,1 1-74 0,1-2-40 15,3 4-34-15,0-1-33 0,3-2-36 0,1 1-24 16,0-2-13-16,3-3-9 0,-1-5-3 16,2 1-2-16,-1-7-5 0,-1-3 1 0,-2-1 1 31,0-4 1-31,-2 0 10 0,-2-5 32 0,-3 0 24 15,-4 1 22-15,0-2 15 0,-4-1 9 0,-3 0 3 0,-2 2-15 16,-5 2-13-16,0 1-14 0,-3 2-14 0,-2 2-11 16,-1 2-14-16,-1 2-13 0,1 1-8 15,-1 3-6-15,3 2-3 0,-1 0-3 0,2 3-2 16,2 1-2-16,3-2-2 0,1 4-3 0,2 0-3 16,4 0-4-16,2 1-21 0,3-1-57 0,2 3-62 15,4-1-84-15,-1-3-150 0,5 3-252 16,1-3-306-16,2 0-249 0,3-1-192 0,0-1 84 15,5 0 524-15</inkml:trace>
  <inkml:trace contextRef="#ctx0" brushRef="#br0" timeOffset="22097.29">6508 11115 189 0,'12'6'285'0,"-3"1"87"16,1-1-49-16,-1-1-65 0,-4-1-18 15,0-1 34-15,0-2 89 0,-4-1 112 0,1-3 101 0,-4 1 19 16,-1-1-18-16,-2-2 4 0,-1-1-61 15,-2 0-90-15,0 0-88 0,-3-1-54 0,0-1-47 16,-2 2-67-16,2 0-44 0,-3 0-27 0,3-1-18 16,1 4-17-16,1-1-14 0,1 2-13 0,3 0-12 15,2 1-13-15,0 1-8 0,3 0-5 0,1 3-5 16,4-1 0 0,0 2 0-16,5 1 2 0,-1 1-1 15,4 3 0-15,-2-2-2 0,6-1-1 0,-1 2-13 16,0-3-23-16,3 1-60 0,-2-1-72 15,2-3-143-15,0 3-264 0,0 0-305 0,3-1-355 16,-1 1-269-16,1 0-33 0,0-2 594 0</inkml:trace>
  <inkml:trace contextRef="#ctx0" brushRef="#br0" timeOffset="22898.6">8101 11091 151 0,'-3'-4'749'0,"-2"4"440"16,0 0 98-16,-1 4-77 16,0-1-389-16,1 1-312 0,2 2-161 0,-2 0-88 15,3 0-60-15,-1 1-70 0,2 1-58 16,-1 0-32-16,2 0-19 0,3 1-8 0,-1-1-5 0,1 1-6 15,2-3-3-15,1 0 0 0,-1 0-1 16,1-1-2-16,0-3 0 16,-1 0 0-16,2-2 0 0,-2 0 4 0,-1-3 0 0,2 0 5 0,-3-2-1 15,1-2-1-15,-1 0 1 0,-3 0 0 0,2-3 1 16,-1 1 6-16,-1 2 9 0,-1 1 8 0,-1 0 4 16,2-1 3-16,-2 3 1 0,1 1-7 0,-1 1-8 31,0-2-7-31,2 3-5 0,-3-1-3 0,3 1-5 15,0 1-2-15,0 0-2 0,0 0-2 16,3 3-1-16,-1 2 0 0,1 0 0 0,2 2 2 16,2 3-20-16,-1-2-59 0,3 5-60 0,-2-2-103 15,2 0-167-15,0 0-310 0,1-1-310 0,3-1-241 16,2 0-162-16,-2-1 264 0,4-2 582 0</inkml:trace>
  <inkml:trace contextRef="#ctx0" brushRef="#br0" timeOffset="27346.23">13644 807 123 0,'-4'4'362'0,"-3"2"204"0,1-2 195 15,3 0-70-15,-2 0-84 0,2-1-54 16,1 1-47-16,1-2-58 0,-1-1-73 0,2-1-92 16,0-1-83-16,0 0-57 0,2 0-39 0,1-6-26 0,0 3 10 15,4-1 6-15,0 2 6 0,3 2-6 16,0-1 29-16,3 1 8 0,0-1-18 0,3 1-13 0,0-2-12 16,3-1-7-1,-2 0-30-15,2 0-23 0,2 1-11 0,-4 0-6 0,2 4-3 0,-1 3-2 0,0 0 1 16,-2 1 16-1,-3 2 9-15,0 0 2 0,-3 3 4 16,-1 1 10-16,-3 1 2 0,-3 3-9 0,0 0-5 16,-4 5-1-16,-1-1-3 0,-3 2-16 0,-3 2-10 15,0 1-6-15,-2 2-2 0,-5 0-3 0,1 1-1 0,-2 2 5 16,-1 1 3-16,-1 2-2 0,-1-3 0 0,1 4 1 16,0-3-1-16,-2 2 1 0,2-2 8 0,-1 1 3 15,0-2 0-15,3-1 2 0,2-2-1 0,1-2 0 16,2-3-6-16,0-3-4 0,3-4 0 0,2 0-3 15,3-3 1-15,0-2-2 0,1-1-2 0,0-3 3 0,4 1-1 16,0-1 0-16,2-1 0 0,0-1 1 0,2 0 1 16,0 0-1-16,5 0 0 0,-3-2 2 15,4 1-2-15,0-2 0 0,1-2-1 0,2 2-2 16,-2-2 1-16,4 0-1 0,1-1-1 0,-1-1 0 0,-1-1-1 31,3 1-1-31,-1-2 1 0,0 0-2 0,1 0 0 0,-1-1-12 0,-1-1-49 0,-1 3-69 0,1-3-95 31,-1-2-162-31,0 3-278 0,-2-2-322 0,2 1-286 16,0 0-165-16,0-2 173 0,1 1 588 0</inkml:trace>
  <inkml:trace contextRef="#ctx0" brushRef="#br0" timeOffset="27832.33">14418 1163 38 0,'-4'-8'568'0,"0"3"499"16,-3 1 201-16,-2-3-79 0,3 6-322 0,-1 0-281 16,1 2-188-16,-1 5-102 0,-2 0-49 0,1 5-43 15,-2 2-55-15,1 2-43 0,-2 4-31 0,3 5-17 16,-3 1-21-16,3 4-8 0,0 2-9 0,3-2-9 16,-2 3-6-1,4-2-4-15,0-1 1 0,3-3-1 0,1-4-1 16,2-5 0-16,3 0-2 0,-1-8 0 0,5-1 0 15,-1-6-1-15,4-4 1 0,-2-4 4 16,4-5 2-16,0-7 4 0,1-1-1 0,-2-6 2 16,2-5-8-16,-4-1-6 0,4-3-3 0,-2-2-4 0,-2-2-1 15,2 1-1-15,-1-1 13 0,-3 2 7 0,2 0 3 16,-4 0 2-16,2 0-1 0,-3 2-2 0,-1-1-8 16,-1-1-4-16,1 2-1 0,-4-1 3 0,2 3 2 15,-4 0 3-15,2 4 4 0,-2 7 3 0,0 1-3 16,-2 4-3-16,2 5-2 0,-2 2-1 0,0 4-1 15,2 7-4-15,-2 3-1 0,1 9 1 16,-1 2 3-16,2 8 2 0,-3 2 2 0,3 3-4 0,-2 3-2 16,1 3-3-16,-1 3-1 0,1 1-2 0,-1 1-3 15,-1 3 12-15,1 3 8 0,0 1 4 0,-1-4-4 16,3 1 0-16,0-2-2 0,3-2-12 0,1-4-32 16,1-2-68-16,-1-3-76 0,1-1-148 0,0-5-256 15,4-1-317-15,-2-5-323 0,1 0-211 0,1-3 49 31,2-5 573-31</inkml:trace>
  <inkml:trace contextRef="#ctx0" brushRef="#br0" timeOffset="28361.61">15246 1080 170 0,'3'-11'514'0,"1"-1"339"16,-3 1 211-16,1 4-138 0,-2-4-218 0,-2 2-163 16,1-2-91-1,-1 3-51-15,-3 2-56 0,0 0-57 0,-1 1-46 16,-3 3-32-16,-3 0-42 0,0 2-50 0,-6 0-33 15,1 2-23-15,0 3-9 0,-4-2-13 0,0 4-8 16,-1 0-9-16,0 1-4 0,3 2-4 0,-3 1-7 16,3 1-1-16,2 0-2 0,-2 1-1 0,4 0-3 15,1-3 2-15,1 3-3 0,3-1-1 0,0-2-2 16,4 1 2-16,-1-3-3 0,3 1 1 0,-1-1 0 16,5-1 0-16,-1-1 0 0,2 0-2 0,2 0 2 0,2-2 0 15,-1 2 1-15,3-2 1 0,1 2-1 0,3-1 0 16,0 1 0-16,2 0 0 0,2 2 1 0,1-2-2 15,2 1 2-15,2 0 0 0,-1 3-1 0,0-2 0 16,2 2-1-16,-1 0 1 0,1 1-2 0,-4 1 1 16,2-2 0-16,-4 2 1 0,-1 2-1 0,-3-1 1 15,-2 1 2-15,-3 1-1 0,-4-2 2 0,0 1-3 16,-4-1 1-16,-1-1-2 0,-5 1-1 0,0-1 1 0,0-3-1 16,-3 4 1-16,-1-3 1 0,-1 1 0 0,-1-2-1 15,-1 0-2-15,1-1 0 0,0-2-1 0,0 1 0 31,1-1-2-31,2-2-8 0,0-1-21 0,1-1-47 16,2-2-61-16,4-2-60 0,-2-1-105 0,4-3-134 16,1-1-162-16,1-2-215 0,1-3-220 0,5-1-188 15,0-1 63-15,2-1 345 0,2-3 398 0</inkml:trace>
  <inkml:trace contextRef="#ctx0" brushRef="#br0" timeOffset="28579.71">15387 1094 49 0,'14'-2'457'0,"0"4"419"0,-4 3 289 0,-1 4-56 16,-1 3-280-16,0 1-177 0,-3 7-147 0,0 1-125 16,-1 1-88-16,-2 6-54 0,0-3-51 0,-1 3-58 15,-1 3-52-15,-1-3-25 0,1 2-17 0,-4-1-17 16,4-3-8-16,-3-1-6 0,3-4-4 0,0-3-4 16,-1-3-15-1,-1-3-59-15,0-3-55 0,-1-3-72 0,1-5-120 0,-1-2-147 0,-1-5-179 0,2-1-204 31,-1-5-226-31,0-1-115 0,1-3 165 0,-1-4 355 16,3-2 344-16</inkml:trace>
  <inkml:trace contextRef="#ctx0" brushRef="#br0" timeOffset="28695.46">15431 911 203 0,'7'-25'359'0,"-6"8"134"0,2 1-21 0,-1 5-140 15,2 2-126-15,-2 5-84 0,-1 2-62 0,1 4-62 16,0 1-105-16,-1 4-245 0,3 4-120 0,-3 3-26 15,2-1 62-15,1 2 130 0</inkml:trace>
  <inkml:trace contextRef="#ctx0" brushRef="#br0" timeOffset="29180.17">15638 1478 18 0,'0'0'513'0,"2"0"458"16,-1-1 225-16,-1-3-54 0,0-2-339 16,3-3-299-16,-1 0-174 0,5-4-77 0,-1-3-36 15,3-2-29-15,-1-1-13 0,3-2-13 0,3-2-30 16,-1-1-31-16,1 0-21 0,-3 2-17 0,2-1-14 16,1 4-21-16,-1-1-12 0,-2 4-5 0,-2 1 0 0,1 3-5 15,-2 3 6-15,-2 3 8 0,0 3 10 16,-1 3 6-16,0 4 7 0,-2 4 5 0,-1 3-1 0,1 5-2 15,-2 0-6-15,-2 4-5 0,-2 5-7 0,1 0 0 0,2 0-6 16,-3 3-3-16,2 0-2 0,1-2-4 0,0-1-2 16,0-1-3-16,1-2-2 0,1-4-2 0,-1-3-2 15,5-2 1-15,-1-6-1 0,0-1-1 16,0-3 0-16,1-7-1 0,3-3 2 0,-1-7-1 16,2-1 0-16,0-4 0 15,0-4 1-15,0-1 2 0,1-1-1 0,0-1 0 16,0 0 0-16,0 5 0 0,-3 1 0 0,0 3 0 15,-1 2-1-15,-3 4-1 0,2 1 1 0,-1 4-1 16,0 2 1-16,-2 1 0 0,2 6 0 0,-2 0 0 16,-1 4-1-16,-1 3 0 0,1 3 0 0,-2 1-3 0,0 4-1 15,3 4-2-15,-2-1-1 0,1 3-9 16,1-2-24-16,-1 2-57 0,1-3-66 0,0 2-90 16,0-4-166-16,4 2-260 0,0-3-310 0,3-1-251 15,1 1-170-15,3-4 137 0,2-1 570 0</inkml:trace>
  <inkml:trace contextRef="#ctx0" brushRef="#br0" timeOffset="29913.8">16614 726 213 0,'-2'-15'512'16,"-1"0"278"-1,-2 1 212-15,2 1-134 0,0 1-208 16,-2-1-123-16,0 2-54 0,4-1-35 15,-5 5-65-15,4-1-74 0,-1 4-55 0,1 2-44 16,-1 2-55-16,-2 0-55 0,0 4-34 16,2 5-19-16,-4 3-13 0,2 7-7 0,-2 4 5 15,1 6 7-15,1 8 4 0,-2 5 4 0,0 4 1 0,2 7 6 16,1 5-4-16,-1 4-4 0,-2 1-7 0,3 5-7 16,1-2-4-16,1-2-9 0,2-4-4 0,2-4-5 15,1-7-4-15,6-5 0 0,-1-7-3 0,3-6 0 16,5-10-1-16,0-5-1 0,1-9-1 0,5-6 0 15,-1-7 0-15,3-7 0 0,1-7 1 0,0-6 1 16,0-8 1-16,-1-3-6 0,0-3-2 0,0-4-3 16,-2 0-1-16,-5-2-2 15,0 0 0-15,-5 2 9 0,-1 0 6 0,-4 1 4 0,-3 1-1 0,-3 1 1 0,-2-2 1 16,-4 3-5-16,-6 1-1 0,2 3-3 16,-3 1 3-16,-3 4 0 0,-1 5-1 0,0 4-1 15,0 2 0-15,0 7-1 0,-1 3-2 0,3 6-1 31,-1 5-1-31,0 6-1 0,0 4-1 0,1 3 0 16,1 6 1-16,1 2 1 0,1 3 1 0,3 1 1 16,0 4 2-16,2 0-4 0,1 2-9 0,3 1-13 15,1-1-20-15,-1 4-46 0,2-5-63 0,2 0-61 16,-1-2-98-16,1-2-151 0,1-2-250 0,1-2-264 0,0-4-216 16,2 0-170-16,-1-3 191 0,2-4 515 15</inkml:trace>
  <inkml:trace contextRef="#ctx0" brushRef="#br0" timeOffset="30146.67">16517 1003 337 0,'-4'2'900'0,"0"0"318"16,3-1-25-16,-1 0-240 0,2 3-398 15,3-2-254-15,1 2-127 0,2-2-61 0,2 3-33 16,1-3-25-16,4 3-18 0,1-2-12 0,2-1-10 16,4-2-3-16,2-2-3 0,4 1 2 0,-1-2-6 0,5-1-3 15,2 0-2-15,1 0-13 0,2 1-25 0,-4 0-91 16,1 0-157-16,0-1-275 0,-4 0-277 0,-1 0-265 16,0 1-181-16,-2 3 206 0,1-2 513 0</inkml:trace>
  <inkml:trace contextRef="#ctx0" brushRef="#br0" timeOffset="30562.73">17233 961 41 0,'2'2'560'15,"-1"-1"486"-15,-1 2 198 0,0-1-99 16,0-1-370-16,2-1-297 0,1 0-158 0,1 3-64 15,0 0-35-15,3 3-23 0,2 0-2 0,1 0-19 16,1-4-40-16,3 4-45 0,2-3-22 0,1 0-13 16,2 0-20-16,2-1-14 0,-1-1-7 0,1-1-4 0,1 0-2 15,-2 0-4-15,0-1-2 0,-2-1-2 0,1-1-3 16,-3 2-2-16,-2-1-4 0,-3 0-33 0,-1-1-57 16,-2 3-54-16,-7-1-96 15,-1 1-150-15,-6 0-240 0,0 1-278 0,-4 2-236 0,1 3-184 0,-9 0 142 0,1 3 484 16</inkml:trace>
  <inkml:trace contextRef="#ctx0" brushRef="#br0" timeOffset="30720.62">17194 1207 161 0,'-10'7'596'0,"2"3"335"0,4-6 120 0,-2 2-174 0,4-1-303 16,5 0-200-16,2-1-133 0,1 0-67 0,5-1-36 15,2 0-23-15,1-1-12 0,3-1-50 0,3-2-27 0,2-1-16 16,3-1-3-16,2-1-4 0,-2-1-2 0,5-1-2 15,2-1-46-15,0-1-119 0,0-3-157 0,2 4-291 0,-3-2-261 16,2 3-228-16,1 0-25 0,1 2 340 16,-4-1 403-16</inkml:trace>
  <inkml:trace contextRef="#ctx0" brushRef="#br0" timeOffset="31479.74">18376 628 214 0,'-7'-15'538'0,"1"3"340"0,-1 2 233 0,2 0-191 15,0 5-226-15,1-2-133 16,-1 2-118-16,2-1-112 0,2 3-101 0,1 0-67 16,0 0-49-16,1 3 0 15,2 0 1-15,2 3-3 16,1 1-2-16,2 3 4 0,0 1 3 15,4 4-28-15,-2 3-24 0,3 1-7 0,3 6-4 16,-4 3-1-16,6 3-1 0,-6 4 0 0,6 3-11 16,-4 1-10-16,3 1-5 0,-2 4-11 0,-1 1-9 15,0 1-3-15,-2 2 3 0,1 1 1 0,-3 2 6 0,2-3 1 16,-4 2 0-16,2-3-1 0,-1-3 0 0,-1-1-1 16,2-5-8-16,-4-3-4 0,3-2 0 0,-2-5 0 15,-1-1-1-15,-1-4 0 0,1-3 2 0,-3-4 1 16,0-1 1-16,1-3-2 0,-3-3 5 0,-1-1 2 15,0-4 1-15,0-2 0 0,0-2-1 0,-1-3 1 16,-1-3-3-16,0-4-2 0,-1-1-1 0,2-2 0 16,-4-3 1-16,2-1 0 15,2-2 0-15,-3 0-7 0,3-2-4 0,-1-2-1 0,0 1-3 0,2-1-1 16,-3-1 0-16,3 2 4 0,-1 2 5 0,-3-2 0 0,4 2 1 16,-3 2 0-16,0 2 2 0,-1 1-1 0,0 3 0 15,1 1 1-15,-2 4 1 0,1 0 1 0,-1 3-1 31,0 2 1-31,-3 1-1 0,0 2 0 0,0 2 0 0,0 4-2 0,-1 2 1 0,0 1 1 16,-3 1 0-16,2 4-1 16,-3 0 1-16,0 4 6 0,0 0 3 0,1 3 1 15,-4 2 1-15,3 1 0 0,-1 2 0 0,1 2-6 16,-1 2-3-16,2-1-2 0,-4 2-1 0,2 0-1 16,1 2 1-16,-1 0 1 0,-1 1 1 0,1-1 0 15,1-1-1-15,1-1 0 0,2-4-1 0,-1 0-3 16,2-4-1-16,3-4-1 0,-1 0-8 15,4-4-19-15,-2-3-47 0,4 0-72 0,-3-6-104 0,4 1-179 16,-2-2-296-16,2-3-328 0,0 0-305 0,2-2-159 16,-2 0 266-16,0 0 640 0</inkml:trace>
  <inkml:trace contextRef="#ctx0" brushRef="#br0" timeOffset="32912.69">7641 5451 135 0,'8'9'326'0,"1"-2"123"0,-1-1 89 16,4 0-186-16,3 0-185 15,1-1-79-15,6-1-15 0,3 0-12 0,2 1-7 16,3 1 34-16,5-4 21 0,3 1-17 0,3 0 21 16,5 0 58-16,0-1 36 0,6-1-19 0,5 0-14 15,6 1-7-15,4 0-27 0,2-2-61 0,7 1-39 31,0-1-22-31,1 0-7 0,1-1-4 0,1 1-2 16,0-2 6-16,5 0 0 0,0 0 7 0,1-2-6 16,-1 1-8-16,0-1-8 0,-1 2-13 0,-2-1-12 15,-2-1-13-15,-4 0-36 0,0 2-44 16,-2-2-56-16,1 2-64 0,-3-2-134 0,1 2-220 0,0-1-93 16,-4 0 38-16,0 0 144 0,-3 1 187 15</inkml:trace>
  <inkml:trace contextRef="#ctx0" brushRef="#br0" timeOffset="33927.55">8142 7322 67 0,'11'8'265'16,"0"0"121"0,-1-1 102-16,4 1-130 0,2-1-161 0,4 0-88 15,2 3-44-15,4-3-25 0,1 0 17 0,7-1 7 16,1 0 9-16,3-1-3 0,2 0 1 0,4-1-5 15,0-1-31-15,4 1 9 0,1-3 0 0,3 2 10 16,0 0 11-16,2-2 4 0,1 2 8 0,4 0-25 16,-1 0-11-16,2 0-9 0,0 2-10 15,0-2 26-15,2-2 45 0,-2 2 26 0,0-2 11 16,0 1 2-16,0-4 31 0,0-1-1 0,-1 1-33 16,1-4-11-16,2-2-7 0,2 1 42 0,1-4 12 15,0-1-2-15,2 1-12 0,-3 0-10 0,1 0-12 31,-3 1-41-31,1 1-46 0,-3-2-25 0,-1 4-16 16,-2-2-3-16,-4-1 0 0,-2 2 0 0,1 1 3 16,-6 2 5-16,-2-3 3 0,-2 2-2 15,-2 2-6-15,-5-1-1 0,-3 3-23 0,-4 0-39 16,-4 2-50-16,-2 2-67 0,-5 0-70 0,-2 3-77 16,-3 0-68-16,-2 1-62 0,-4 4-126 0,-2-3-136 15,-3 1-16-15,-1-3 100 0,-3 2 183 0</inkml:trace>
  <inkml:trace contextRef="#ctx0" brushRef="#br0" timeOffset="35329.73">11717 6265 17 0,'0'-4'304'0,"0"2"237"0,0-3 236 0,-1 3 89 16,-1-2-139-16,0 2-114 0,-1-2-91 0,0 2-81 16,1-3-66-16,-1 2-55 0,0 2-46 0,0-2-30 15,0 1-24-15,-2 1-24 0,2 1-23 0,-2-2-30 31,0 2-41-31,-1 2-35 0,1-1-22 0,-2 2-11 0,0 0-13 0,1 3-8 0,-1 0-1 16,-1 2 0 0,-1 1 1-16,1 2-3 0,0 1 3 15,-1 2 1-15,1 1-4 0,0 1-1 0,1 4-6 0,1 1 0 16,0 0-1-16,1 2-2 0,2-1 0 16,1 1 0-16,2-1 0 0,0-2-1 0,2-2-1 15,1-2 1-15,-1-3 0 0,4 0 0 0,-1-2 1 16,-1-3-1-16,3-2 2 0,-1-1 0 0,1-4 1 15,0-1-1-15,1-3 1 0,0-2 1 0,0-5 0 16,1-5 0-16,1-2 1 0,0-2 0 16,1-5-2-16,-2-2 0 0,1 0-1 0,1-4 0 0,-2-2-2 15,1 2-1-15,-1-2-1 0,1 0-1 0,-2 0 0 16,0-2 2-16,1 2 2 0,-3-1 2 16,2 2 1-16,-3-2 2 0,3 0 0 0,-4 1-1 15,1 1 0-15,-1-1 0 0,-3 2 0 0,2-1-1 16,-3 2 0-1,0 1 0-15,0 0-1 0,0 3 0 16,-3 1 2-16,2 2-1 0,-3 0 0 0,-1 3-1 16,2 2 9-16,-3 4 9 0,2 1 3 0,-1 3 2 15,1 0 2-15,-2 3 0 0,4 3-8 16,-2 0-7-16,-1 3-5 0,2 0-3 0,0 4-2 0,0 1-1 16,1 2-1-16,-1 3-1 0,1 0 0 15,-1 4 0-15,3-1 1 0,-2 5-1 0,2-1-1 16,-1 7 1-16,1-2 0 0,1 5 0 0,-1 2-2 15,2 0 7-15,1 7 6 0,2-1 3 0,-2 5 1 16,4-1 4-16,0 3 2 0,1 1-5 0,2-1-3 16,4 0-3-16,-3 3 0 0,5-4-3 0,-3-2 0 15,3 1-2-15,-1-5-1 0,2-2-2 0,-1-4 0 16,0-4-3-16,0-4 0 0,3-1-1 16,-3-3-1-16,1-6-1 0,-1 0 0 0,3-5-1 0,-3 1-8 15,1-6-25-15,2-1-76 0,-5-3-118 16,-1-2-236-1,1-1-291-15,-2-5-351 0,-2 3-388 16,-3-7-130-16,-1 1 459 0,-3-2 747 0</inkml:trace>
  <inkml:trace contextRef="#ctx0" brushRef="#br0" timeOffset="42521.72">20971 2238 44 0,'2'0'262'16,"-2"1"138"-16,0-1 122 0,0 0-70 0,0 0-161 15,0 0-54-15,-2 3 8 16,2-1 26-16,0 0 32 0,-1 2 25 0,1 2 6 16,0 0-32-16,-2 1-37 0,0 2-19 0,2 2-32 15,0-1-16-15,0 4-17 0,0-1-26 0,0 2-12 16,0 1-31-16,-1 3-18 15,-1 0-15-15,2 2-14 0,0 2-6 0,-1 2-11 0,1 2-9 0,0 2 20 16,1 1 17-16,-1 2 11 0,0 0 2 0,2 0 2 16,-2 1 1-16,-2 1-28 0,2 1-25 0,-1 0 16 15,-1 3 10-15,0 1 1 0,-2 2 1 0,1 2 4 16,0-1 2-16,-4 4-28 0,4 1-3 0,-2 3-1 31,-2 0 0-31,0 3-2 0,2 3-6 0,-3-2-4 16,2 0-11-16,-2 2-7 0,0 2-7 0,0-3 0 15,0 1-1-15,-1-1 0 0,1-1 1 0,2 0-2 16,-4-1 3-16,-1-1 0 0,3-1 0 16,-1 1 0-16,0 1-2 0,-3-2 0 0,3 1 0 15,-2 3-1-15,1-3-1 0,-1 2-1 0,0 0 2 16,2 0 2-16,-4 2 0 0,0 0 0 0,0 1-1 16,0 0 1-16,1 3-1 0,-3-2-3 0,3 2 0 15,0-2-1-15,-2 2-1 0,1 0-1 0,0 0 1 16,2 0 1-16,2 2 2 0,-4-2 2 0,2 2 1 15,0-1 1-15,0 3 0 0,0-1 1 0,0 2-3 16,1-3-3-16,1 0 1 0,-2 0-3 0,1-2 1 16,2-2-3-1,0-1 4-15,-1 0 0 0,1-2 1 0,0 1 1 0,-3 0 0 0,3 0 2 16,-1 0-2 0,-1 0-1-16,-2-1 0 0,0 3 0 0,0-3-2 15,-1 0-2-15,0 1 0 0,-1-5 2 0,3 1 0 16,-1-5 1-16,0-1 0 0,3-5 2 15,-2-3 2-15,3-6-4 0,2-5-1 0,-1-6-2 16,1-7 0-16,1-7-2 0,2-7-1 0,-2-5-3 16,2-11-16-16,-2-6-42 0,2-7-57 0,2-7-62 15,-4-6-120-15,2-9-180 0,0-3-298 0,0-11-268 16,1-3-218-16,-1-7-111 0,1-8 351 0,2-8 536 16</inkml:trace>
  <inkml:trace contextRef="#ctx0" brushRef="#br0" timeOffset="43321.99">20802 2332 152 0,'0'-1'458'16,"3"-4"302"-16,-3-1 257 0,2-1-100 0,-1-2-191 15,1-1-129-15,-1-2-91 0,4-4-60 0,0 0-81 0,3-4-84 0,1 1-43 0,-1-4-42 16,4-1-46-16,-2 0-47 0,3-2-32 0,0 4-16 16,1-1-20-16,-1 0-10 15,1 3-7-15,-1 4-6 16,-3 1-1-16,2 4 4 0,-3 5 5 0,4 2 1 15,-4 5 4-15,-1 4-1 0,3 4 1 0,-3 4-7 16,-2 4-2-16,1 3-2 0,-1 5-3 0,0 0-2 16,1 5 6-16,-2-3 1 0,-1 4-2 0,1-1 3 15,0 2-6-15,-1 0-3 0,1-1-8 0,0 0-4 16,-2 1-2-16,2-1-4 0,-2 1 4 0,-1 1 2 16,-1 0-1-16,4-4 1 0,-4 2-10 0,-1-1-57 15,0-1-73-15,0-4-148 0,-4 2-271 0,2 0-309 16,-1 0-370-16,2-1-283 0,-3 0-8 0,0 4 643 15</inkml:trace>
  <inkml:trace contextRef="#ctx0" brushRef="#br0" timeOffset="44971.68">19770 6248 143 0,'-2'-2'374'0,"0"0"171"16,2 0 124-16,0 1-174 16,-1 0-158-16,1-1-82 0,1 2-12 0,-1 0 20 15,4 0 47-15,-1 0 39 0,2 0 3 0,-1 0-11 16,6 0-45-16,-2 0-47 0,1 2-59 15,5-1-60-15,-1 2-44 0,4 1-26 0,-1 0 12 0,5 0 16 16,1 1 8-16,0 1 5 0,3-1 0 16,1 2-2-16,0-2-29 0,3 0-26 0,-1 0-19 0,4 1-8 15,-1-2-5-15,3 2-1 0,-1-1 1 16,0 1-10-16,0-2 0 0,2 2-1 0,-3-1-2 16,0 1-4-1,-1-1-3-15,1 1 5 0,0 0 2 16,-2-1 3-16,1 1 0 0,-1 0 0 0,3 0-2 15,-2 0 1-15,0 0 5 0,2 2-6 0,2-1 0 16,-4-2 3-16,4 3 5 0,0-2-3 0,0 0-1 16,1 1-2-16,2 0 1 0,2 1-1 0,-2-1-5 15,1 1 6-15,1-1-6 0,1 1 7 16,-2 0 0-16,0 2 1 0,1-1-2 16,-2 1-1-16,2-1-2 0,-2 0-3 0,1 2 3 0,-1-2 0 15,0 2 2-15,-1-1-1 0,-1-1 50 0,3 0 25 16,-1 1 8-16,1-3 1 0,-1 1 3 0,1 1-3 15,0-2-41-15,1-1-22 0,-1 0-11 0,3 0-4 16,-3-1-5-16,4 0-2 0,-5-1 0 0,1 1 2 16,-1 1-2-16,3-2 3 0,-3 0-2 15,0 2 1-15,0 0-2 0,0 1 0 0,-2-1 0 16,2 1-1-16,-3-1 1 0,3 0 0 0,-2 0 3 16,2 0 0-1,-1-1 0-15,-1-1 0 0,4 0-2 0,-1 1 3 16,2 0-3-16,-1-1-1 0,1-1-2 15,-1 3 1-15,-1-4-1 0,2 0-1 0,-1 3 2 16,-2-1 2-16,1 2-1 0,1-2-1 0,-1-1 0 16,-1 1 1-16,5 1 1 0,-4-2-1 0,1 0 4 15,0 0-1-15,2 0 1 0,-1 0 1 0,3-2-4 16,-1 0 1-16,0 1-4 0,4 0 2 16,-2-1-3-16,0-1 0 0,0 1 1 0,0 1-3 15,-2 1 3-15,3-2 2 0,-2 1 0 0,2 0 0 16,-1-1 0-16,2 2 3 0,-3 0 0 15,1-3-2-15,0 2 1 0,1-2-1 0,3 0 0 0,2 2-1 16,-4-2 0-16,5 0 3 0,-1 0-2 0,1 0 1 16,0-2-1-16,0 2-1 0,-1-2 1 0,1 2-3 15,0-3-1-15,-1 1 2 0,1 1 1 0,-1 0 0 32,0 1 0-32,-1 0-1 0,-1 0 2 0,3 0 0 15,0 1 0-15,-1 0-1 0,1 1 2 0,0 1-2 16,-1 1 1-16,-4 0-1 0,1 1-1 0,-1-3 2 15,0 3 0-15,-2-2-1 0,1 1-1 0,-4-1 0 16,1 2 1-16,0-2 1 0,-4 0 0 16,0 0 3-16,1 0-2 0,-2 0 1 0,-3-1-4 15,2 2-2-15,-2-2 2 0,-1 2 1 0,1-2 0 16,-4 3 2-16,-1-4-1 0,-1 4 0 16,0-5-3-16,-4 2 0 0,-1 0 2 0,-4 1 0 0,-1-2 0 15,-3-1 3-15,-2 1-1 0,-1 0-2 0,-4-1-1 16,-2 0 1-16,-1 3 2 0,-3-3 2 0,3 0 16 15,-3 0 10-15,-1 0 7 0,0 0 1 16,-1-3 0-16,1 3-2 0,-1 0-14 0,-1 0-7 16,0 0-8-16,2 0-3 0,0-1-2 15,-2 1-2-15,1-1 0 0,1 0 1 0,0-2 0 0,1 1-1 16,1 0 0 0,-1-1 0-16,-1 1 3 0,1 1-3 15,-1 0-1-15,-1-3 0 0,1 4-1 0,-1-1-1 16,-1 0-12-16,0-1-35 0,0 0-69 0,-1 0-69 15,-1-3-133-15,1-1-196 0,-3 0-311 0,0-3-297 16,-1 0-207-16,1-2-60 0,-1 1 416 16,0-2 536-16</inkml:trace>
  <inkml:trace contextRef="#ctx0" brushRef="#br0" timeOffset="45255.62">26270 6669 108 0,'-7'-2'617'0,"1"-1"424"16,-2 3 143-16,3-1-123 0,4 1-388 15,1 0-261-15,1 1-168 0,4-1-90 0,3 3-38 0,3-1-14 0,0-1-16 16,6 2 3-16,1-1-10 0,2 1-5 0,2 0-10 16,4 1-9-16,-2-1-13 0,-1 1-19 0,2 0-4 15,-3 2-4-15,1-2 38 0,-3 3 40 0,1-1 16 16,-5 4 5-16,-1-1 1 0,-2 0-3 0,-5 1-26 31,1 2-29-31,-4 0-12 0,-5 0-6 0,0 2-7 16,-3-1-1-16,-2 2-11 0,-4 0-5 0,-1 1-2 15,1-2-4-15,-7 4-5 0,3-1-4 0,-1-1-3 16,0 0-1-16,-2 1-1 0,4-2-11 0,-1-2-49 16,2 1-66-16,1-1-86 0,2-3-161 15,2-1-289-15,2-2-322 0,2 2-267 0,4-2-169 16,-1 1 175-16,5 1 587 0</inkml:trace>
  <inkml:trace contextRef="#ctx0" brushRef="#br0" timeOffset="46204.94">26921 7344 16 0,'2'-5'403'0,"-2"1"349"15,-2-1 248-15,2-1 66 0,2 1-321 0,-1-1-204 16,2 1-149-1,3-1-95-15,1 0-45 0,2 0-31 0,3 1-21 16,2-1-29-16,2 2-23 0,2-1-15 16,4 1 9-16,4 1-17 0,-4 0-26 0,7 0-15 15,-3 3-11-15,1 0-11 0,2 3-29 0,-4-2-13 16,-3 2-8-16,0 3-3 0,-3 0 12 0,-3 3 4 16,-3 2 12-16,-5 2 6 0,-5 0 9 0,-5 4 5 15,-3 2-5-15,-5 1-1 0,-3 3-8 0,-2 1-4 16,-7 3-4-16,-1 0-4 0,-2 2-1 0,-4-1-2 15,1 3 2-15,0-1 0 0,0 1-3 16,3-2-3-16,1 0-6 0,4 1-3 0,4-2-7 16,2 0-3-16,2-3-2 0,8-3-3 0,2 1 2 0,5-5-3 15,5-3 0-15,5-2-2 0,3-2 1 16,6-5-1-16,3-4-2 0,3-2-4 0,2-4-11 16,5-3-17-1,0-4-26-15,1-2-57 0,1-4-68 16,-1 0-73-16,-1 0-112 0,1 0-154 0,-4 1-184 15,-4 0-228-15,-4 0-204 0,0 1-133 0,-4 3 190 16,-4 1 432-16</inkml:trace>
  <inkml:trace contextRef="#ctx0" brushRef="#br0" timeOffset="46506.59">27558 7678 53 0,'6'-4'309'0,"-2"1"254"0,-3 0 241 15,-1 4 60-15,-1 1-147 16,-1 4-135-16,0-1-117 0,-1 4-82 0,3 1-65 16,0 2-63-16,0 3-68 0,2 0-46 0,3 1-31 0,0 3-24 15,2 0-19-15,3 0-17 0,-1 1-11 0,4-2-11 16,0-2-15-16,4-1-2 0,-1-1-6 0,4-6 1 15,-1-2 0-15,5-3 1 0,0-8 35 16,1 0 22-16,-3-7 12 0,4-1 3 0,-1-5 5 16,0-2 25-16,-1-2-12 0,-4-2-8 0,-1-4 0 15,0 0 5-15,-5 1-1 0,-2-1-16 0,-3 3-11 16,-4 2-12-16,-4-2-6 0,-2 6-10 0,-4 0-8 16,-4 1-9-16,-3 3-9 0,0 0-4 0,-7 3-4 31,0 1-2-31,0 2-2 0,-3 5-1 0,-2 2-1 15,2 4-2-15,-2 2-3 0,-1 5 0 0,1 3-4 16,-1 1-17-16,3 2-51 0,-2 4-67 0,0-1-63 16,4 0-125-16,1 0-177 0,0 1-265 15,3-1-255-15,0 2-196 0,5-3-100 0,-1-1 309 16,4-1 493-16</inkml:trace>
  <inkml:trace contextRef="#ctx0" brushRef="#br0" timeOffset="46711.2">27697 7641 455 0,'10'-3'889'0,"-6"0"259"0,3 0-6 15,-2 1-327-15,1 1-298 0,2 0-197 0,0 1-114 16,0 0-65-16,0 0-43 0,1 0-32 0,0 0-23 16,1 1-19-16,2-1-10 0,0 1-4 0,2-1-10 31,-1 0-4-31,4 2-19 0,-3-1-46 0,1-1-107 15,-1 0-141-15,-2 0-211 0,-1 0-290 0,-1 0-250 0,0-1-123 16,-3-1 219-16,-1-2 410 0</inkml:trace>
  <inkml:trace contextRef="#ctx0" brushRef="#br0" timeOffset="47555.34">23013 6623 61 0,'4'5'473'0,"1"1"409"0,-2 1 274 0,-2 1-34 31,3 4-282-31,-3 2-165 0,3 2-157 0,-3 2-111 16,2 1-90-16,-1 1-55 0,0 3-64 0,-2 0-63 16,-2 3-36-16,2-2-30 0,-2 1-16 15,-1 1-16-15,2-4-10 0,1 3-12 0,-4-4-6 0,3 0-6 16,1-3-3-16,0-2-4 0,0 0-31 16,0-5-74-16,0 0-99 0,0-2-188 0,-2-2-289 15,-1-2-339-15,0-3-355 0,-2-2-170 0,-1-1 261 16,0-3 697-16</inkml:trace>
  <inkml:trace contextRef="#ctx0" brushRef="#br0" timeOffset="53253.72">20741 6067 57 0,'0'0'289'0,"0"1"167"0,0 1 162 16,-2-2-48-16,2 2-116 0,0-1-44 0,0-1-7 0,-2 2 9 0,2-1-23 16,0 1-27-16,-1 1-48 0,1 0-66 0,0-1-63 15,1 2-61 1,-1-2-39-16,2 2-19 0,0-2-13 15,2 3-6-15,-1-2 3 0,4 2 19 0,-3-1 3 16,1 0-9-16,2 3-5 0,3-3-4 0,-2 1-8 16,2 1 60-16,2-2 32 0,1 2 8 0,0 0-3 15,-2 0-2-15,0 0-4 0,5 0-61 0,-5 0-38 16,3-1-17-16,-1 1-9 0,0 1-5 16,1-2-5-16,-2 1 0 0,2-2 4 0,-1 1 1 15,1-1-1-15,1 1 1 0,-1-1-2 0,-2 0 0 16,3 0-3-16,1-2 0 0,-4 2 18 0,6-2 9 15,-1 2 4-15,-3-3 1 0,1 2 1 0,0 0 0 16,0-3-13-16,0 2-11 0,0-2-4 0,0 3-3 16,1-3 0-16,-2 0 0 0,2 0-1 0,-2 0-1 15,1 0 1-15,0 0-2 16,-2 1-1-16,1-1 0 0,-1 2 2 0,-2-2-1 0,2 1-2 0,0 0 2 16,-3-1 0-16,1 3-1 0,-1-3 0 15,2 2 2 1,-2 2 1-16,-2-3-3 0,4 0 1 15,-3 1-2-15,0 0-1 0,2-1 2 0,-1 2-1 16,-2-2 1-16,2 1 0 0,-2 1 0 0,2-2 2 16,-2 2-2-16,1-1 0 0,-1-1 2 0,0 1 0 15,3 1 0-15,-3-2-1 0,2 2 0 0,-1-2-1 16,0 3 2-16,1-3-2 0,0 0 0 16,0 3-1-16,0-4 0 0,1 1 3 0,0 0-1 15,-1-1 0-15,-1 0-1 0,2 2 0 0,0-2 0 16,1 0 2-16,-2 0-4 0,2 0 2 0,-3 0 2 15,2 0-2-15,-1 0 2 16,2 0-1-16,-2 0 0 0,-1 0 0 0,-1 0-2 0,5 0 1 0,-7 0-2 16,4 0 0-16,0 0 1 0,0 0 0 0,0 0 1 15,0 0 0-15,0 0 2 0,0 0 1 16,1 0-1-16,-2 0-1 0,2 0 2 0,0 0-2 0,0 0-1 16,-1 2 0-16,2-2 0 0,0 0 1 15,-3 1-2 1,2-1 1-16,0 1-1 0,-1 1 0 15,1 1 0-15,-2-1 1 0,1-2 2 0,-1 3-1 16,2-2-1-16,-3 1-1 0,3 0 1 0,-3 1-1 16,0-3 1-16,3 2-1 0,-1 0 0 0,-2 0 1 15,1 0 0-15,0 0 1 0,-1 0-2 0,1-1 1 16,0-1 0-16,0 3-1 0,-1-3 0 0,0 1 1 16,1 1 1-16,0-1-1 0,0-1 2 15,-1 2 0-15,0-1 0 0,-2 1-2 0,2-1-2 16,-1-1 2-16,0 2-3 0,1-1 2 0,-1 1-1 15,-3-2 1-15,1 0 2 0,1 1-1 0,1-1 2 16,-3 2-1-16,1-1 1 0,0 1 0 0,1-2-1 16,-1 0-1-16,0 1-1 0,-1-1 1 0,1 0-3 15,0 1 2-15,3-1-2 16,-5 0 2-16,2 0 1 0,-1 0 0 0,1 0 2 0,-1 0 0 0,0 0 2 31,2-1-2-31,-3 1 0 0,2 0-1 0,-1-1-2 16,-1 1 1-16,0-2-2 0,0 1 2 0,0-1 0 15,3 1-1-15,-3-1 2 0,2 1 0 16,0-1 0-16,2-1-1 0,-3 0 1 0,4 2 0 16,-2-1-2-16,-1 1 2 0,3-1 1 0,1 0-1 15,-1 0-2-15,-1 0 1 0,1 0 0 0,-2 2-3 16,3-2 2-16,-1 0 2 0,1 2-2 0,-2-2 1 16,-1 2 0-16,2 0 0 0,-1-3 0 15,-1 3 0-15,2-1 0 0,-3 0 0 0,1-1 0 16,-1 1 2-16,0-2-2 0,1 3-1 0,-2-2 0 15,3-1 1-15,-2 0-1 16,0 2 1-16,1-4 1 0,1 0-1 0,-2 1 0 0,2-2 0 0,-1 0 2 16,3 0-1-16,-2-1-1 0,1-1 1 0,0-3 0 15,-2 3 2-15,3-1-2 0,-1-2 1 16,1-1-2-16,1 0 0 0,-2 2 1 0,0 0-3 16,0-3 1-16,1 2-1 0,-2 1 2 0,1 0-1 15,0 1 0 1,-1 0 1-16,0 2 1 0,-1-2-1 0,-1 1 3 15,0 1-2-15,1 0 3 0,-1 1-3 16,0-1 0-16,-2-1 1 0,2 0-2 0,-2 1 0 16,2-1-1-16,1-1 0 0,-2-1-1 0,3-1 1 15,-2 1 0-15,3-2 2 0,-2 0-2 0,2 1 2 16,-2-3 1-16,1 2-3 0,2-2-1 0,-1 1 2 16,0 1 0-16,-2-2 0 0,3 1 0 15,-1 0 0-15,-1 0 1 0,1 0-2 0,1 0 2 0,-3-1-2 16,2 0-1-16,-1 0 2 0,0-2 0 15,0 1 0-15,-1-3 1 0,1 2 1 0,-3-4-2 16,2 1 0-16,-1-2 0 0,-2 0 0 0,2-2-1 16,-2 1-2-16,1-2 3 0,-1 0 0 0,2 0-1 15,-4-1 1-15,4 2-1 16,-4-1 2-16,-1 1 1 0,3-1-2 0,-1 2 1 0,0-2-1 16,-1 0 0-16,2 0-2 0,-1 0-2 0,0-1 1 15,1 1 0 1,0 1 2-16,0-5 0 0,2 3 2 0,-4 0-1 15,2-2 1-15,1 0-1 0,-3-2 1 16,2-2-2-16,1 1-1 0,-3-2 1 0,3 0 1 16,-3-1-2-16,1-1 0 0,-1 1 1 0,-1-1-1 15,3 1 1-15,-1-2 0 0,-2 1 2 0,0-1-1 16,1 1 0-16,-1-3 2 0,0 2-2 0,0-1 0 16,0 0 1-16,0-1-1 0,0 0 0 15,0-1-2-15,0 3 1 0,2-2 0 0,-2-1-2 16,1 1 0-16,-1 0 1 0,0 2 0 0,2 2 1 15,0 1-2-15,-2-1 1 0,1 1 0 16,1-1-1-16,1 2 1 0,-1-2 1 0,1-1-1 0,0 4 2 16,2-2 0-16,-1 0 1 0,3 0-1 0,-2 3-2 15,-1-2 2-15,3 1 0 0,0 2 0 0,-2 0 0 16,2-1 0-16,-3 1 0 0,1 1-1 0,2 0 1 31,0-1-1-31,-2 3 1 0,-2 0-1 0,4 0 1 0,-4 3-1 0,0 0 0 16,1 3 1-16,0-2-1 15,-3 4-2-15,2-1 0 0,-3 3 1 16,2-1 0-16,0 0-2 0,-1 2 1 0,-1 0 1 16,2 0-1-16,-1 1 2 0,1-2-1 0,0 4 2 15,-2-1 0-15,1 2-1 0,1-1 3 0,-1 3-1 16,-1-2 1-16,4 2-1 0,-4 1 1 16,0-2-1-16,0 5 0 0,1-2 1 15,-1 2-2-15,0 2 0 0,0-1 1 0,0 1 2 0,0 1-2 0,0-1 0 16,0 2 1-16,0 0-1 0,-1 0-1 0,1 2 2 15,-2-1-2-15,0 2 1 0,-1 1-1 0,2 1 0 16,-3 1 0-16,3 1-1 0,-2 0 1 0,-1 4 0 16,3-1 0-16,-1 0 1 0,1 2 1 15,-3 1 1-15,2 1-1 0,0 2 2 16,0 0 0-16,-1 2-2 0,2 1 1 0,-1-1 1 0,0 5-1 16,-1-3-1-16,2 5 1 0,-3-1-1 0,3 0-1 15,-3 1 1 1,1 2-1-16,1 0-1 0,0 1 0 0,-1 0 1 15,1 0-1-15,1 4-4 0,-3-3 1 16,3 4 0-16,-1-2-2 0,1 0 0 0,-1 2 2 16,0-2 4-16,-1 1 1 0,1 0-1 0,-1-2 6 15,2 3 0-15,-4-2-1 0,1 2 0 0,0-1 0 16,1 0-1-16,2-1 0 0,-3-2-2 0,1 3-1 16,-2 0 0-16,4-1 0 0,-4-1-2 15,2-1 0-15,0 3 0 0,0-3 0 0,-1 0-3 0,1 1 1 16,2-2 0-16,-3 1 1 0,1-2 2 15,0 1-1-15,0-2 2 0,0 1 0 16,2-1-1-16,-3-3 1 0,3 3-2 0,-3-4 1 0,1 1 3 16,2-1-2-16,-3-1 0 0,3 0 0 0,-1-1-1 15,2-1-1-15,-1 0-1 0,1 0 2 0,-2-1-1 16,2-2 2-16,-3 0 0 0,3 3-1 16,-1-2 2-16,1-2-3 0,-2 2 3 0,0 0-2 15,-1-1 0 1,2 2 1-16,-1-1-2 0,-1-1 1 0,0 1-1 15,-1 1 1-15,1 0 1 0,-3-2 1 16,3 2-2-16,-2-1 1 0,2-1-1 0,0 2-1 16,0-2 0-16,-4 3 1 0,4-2-1 0,-3 0 0 15,1 1 5-15,2-1 6 0,-3 1 4 0,2 0 0 16,-1 0 0-16,1-2 3 0,-4 2-5 0,5 0-3 16,-2-1-5-16,0 1-2 0,2-2 1 15,0 1-1-15,0-2-1 0,-2 1-1 0,2-1 1 0,2 1-1 16,-3-3 1-16,3 0-2 0,-1-1 2 15,0 0-1-15,2 0 0 0,-1-1 2 0,-1 1-1 0,2-2-1 16,0 2 0-16,-1-1 1 0,1 1-1 16,-2 0 0-16,0-2-1 0,2 2 1 0,-1 0-1 15,-1 0 1-15,2 0 0 16,-1 0 0-16,1 1 0 0,-2 0 0 0,-1-1 0 0,2 0 0 16,1 0-1-16,-2-2-1 0,2 2 1 15,0 0-1-15,-1-3 0 16,1 2-1-16,0-1 1 0,0 1 1 0,0-1 0 0,-2 2 0 0,2 0 1 0,-2-1-1 31,2-1 1-31,0 0-1 0,0 2-1 0,0-1 1 16,0 2 1-16,0-3-1 0,0 1-1 0,0 0 0 15,0 1 1-15,2 0-1 0,-2 0 1 0,2 1 1 16,-2-3 0-16,1 2 2 0,1-1-2 0,-1 0 0 16,4 1-1-16,-4-3-2 0,2 1 1 0,-1 0 0 15,1-3 0-15,0 2 1 0,1 0 0 0,-3-1 1 16,3-2 0-16,-3 1-1 0,2 1 0 15,2-3 1-15,-4 2-1 0,2-1 1 16,-1 0-1-16,0 0 2 0,-1-2 0 0,3 2 0 0,-4-2-1 16,1 1 1-16,1 0-1 0,-1-1-1 0,1 0 1 15,0 1-1-15,-1-3 0 0,1 4-1 0,-1-1 0 16,1-1 1-16,1 0 0 0,-2 0 0 0,2 0 0 16,-1-1 0-16,0 1 2 0,1 1-1 0,-1-1 0 15,1 1 1-15,0-1-1 0,0 0-1 16,0 0 0-1,1 0 0-15,2-1 0 0,-2 3 1 0,0-4 0 16,0 1 0-16,1 0 0 0,0-2 1 16,-2 3-1-16,3-4-1 0,1 4-2 0,-4-2 2 15,2-1-1-15,1 0 1 0,0 1-1 0,-1-2 2 16,0 0 0-16,-1 2-1 0,1-2 1 0,2 1-1 16,-1-1 1-16,0 0-1 0,0 0 0 15,-1 0-1-15,0 0 1 0,3-1-1 0,-2-1 1 0,-1 0-1 16,1 1 1-16,-1 0 0 0,3-1 0 0,-4-2 0 15,3 4 0-15,-2-3 0 0,1 2 1 16,-1 0-1-16,2-2 2 0,-2 3-1 0,0-3 0 16,2 3 1-16,-1-2-2 0,2 2 1 0,-2 0-3 15,0 0 1-15,1 0-1 0,-1 0 2 16,2 0 0-16,-2 0 0 0,1 2 2 0,-1-2 0 16,2 0-1-16,-2 0 0 0,0 0-1 0,-1 3 1 0,2-2-1 31,-1-1-1-31,-2 2 1 0,1-1-1 0,0 0 1 15,-2-1 0-15,2 3 0 0,-2-3 0 0,3 0 1 16,-3 2 0-16,2 0 0 0,-1-2 1 0,-1 2-1 16,2-2-1-16,-2 0 0 0,3 1-1 15,-3 0 1-15,2-1-1 0,-2 0 1 0,0 2 0 16,0-2 0-16,2 0 1 0,-2 0 0 0,3 0-1 16,-2 2 1-16,-1-2-1 0,2 1 1 0,-1-1-1 15,1 0 0-15,-2 1 0 0,2-1 0 0,1 2 1 16,1-2-1-16,-3 0 0 0,3 1 1 15,-2-1-1-15,2 0-2 0,0 2 2 16,-3-2 0-16,1 1 1 0,3-1 0 0,-2 2 1 0,1-1 0 0,1-1 0 16,-3 2-1-16,1-2-1 0,0 1 0 15,0-1-1-15,-1 0 0 0,0 2 1 0,0-2 0 16,1 0 0-16,-2 1 0 0,0-1 1 0,1 0 0 16,-1 2 0-1,0-2-1-15,-1 0 0 0,2 1 0 16,-1-1 0-16,-1 2 0 0,2-2-1 0,0 1 2 15,0-1 0-15,-1 2-1 0,0-2 0 0,2 1 0 16,-2-1 1-16,1 0-2 0,0 1 1 16,0-1 0-16,0 2 0 0,1-2 2 0,-2 0-3 15,1 2 1-15,2-2 0 0,-2 1 0 0,-1-1 1 16,2 1-1-16,-1-1 0 0,-2 2 0 0,2 0 0 16,0-2 0-16,-2 1-1 0,5-1 1 15,-5 1 1-15,2-1-1 0,-2 0 0 0,0 2 0 0,0-2 0 16,1 2 0-16,-1-2-2 0,0 0 2 0,1 1 0 15,-1-1 0-15,1 0 0 0,-3 0 0 0,3 1 1 16,-1-1-2-16,0 2 2 0,0-2 0 16,0 0 1-16,3 3-1 0,-2-3 0 0,0 0 1 15,1 0-3-15,0 0 1 0,0 2-1 16,0-2 1-16,1 0-1 0,0 0 0 0,-1 0 1 16,1 3-1-16,1-3 1 0,0 0-1 15,0 1 0-15,-3-1 2 16,3 2-1-16,-1-2 0 0,0 0-1 0,1 0 1 15,-1 0 1-15,1 1-3 0,-1-1 1 16,1 1 2-16,0-1-1 0,-1 0 0 0,2 3 0 16,0-3 0-16,-2 0-1 0,1 0-1 0,1 0 1 15,1 2 1-15,-3-2 0 0,2 2-1 0,0 0 1 16,2-1 0-16,-2 0 0 0,0 1 0 0,0 1 0 16,1-3 1-16,-1 1 0 0,0 1-1 0,1-1 0 15,-3-1-1-15,2 2 1 0,1-1-1 0,0-1 1 16,-1 0 1-16,-2 0-1 0,2 0 1 0,0 0 0 15,0 0-1-15,0 0 1 0,-2-1-1 16,3 1 1-16,-1 0-1 0,-1 0 1 16,-1-2 0-16,3 2-1 0,-2 0 0 0,-1-1-1 0,-1 1 1 15,0 0 0-15,0 1 0 0,1-1 0 0,-3 0 1 16,2 0-1-16,-4 2 1 0,2-2-1 0,1 1 1 16,-3-1-1-16,3 0 0 0,-1 2-1 0,-3-2 1 15,1 0-1-15,2 0 1 0,-1 0 0 16,-2 0 0-16,1 0 0 0,-1 0-1 0,0-2-2 15,0 2 1-15,-1 0-2 0,1 0-2 16,0 0-18 0,-5 0-56-16,4-1-72 0,-2-1-135 0,-2 1-234 15,0-2-309-15,0-2-354 0,0 1-285 0,-2-4-73 16,0-1 520-16</inkml:trace>
  <inkml:trace contextRef="#ctx0" brushRef="#br0" timeOffset="54503.74">20307 1660 90 0,'-1'0'305'0,"-1"0"162"16,1-2 150-16,-1 1-86 0,0 1-72 0,1 0 9 16,-1-1 19-1,2 1 8-15,-1 0-24 0,-1-2-52 0,0 2-74 16,2-2-91-16,0 2-67 0,-1-1-50 0,1 1-34 15,0 0-19-15,0 0-9 0,0 1-8 0,-2 1-6 16,2 1-12-16,-2 0-9 0,1 3-10 0,-1 2-5 0,-2 1-4 16,2 2-6-16,-1 0 4 0,2 4-4 15,-3 0-1-15,1 2-4 0,1 0-3 0,-1 0-1 16,0 3-5 0,0-2 2-16,0 0-3 0,-2 0 4 0,2-1-1 0,2 0-1 0,-3-4 3 0,3 1-4 15,-1 0 1-15,0-4-5 0,2-1 0 0,-1 0-2 16,-1-3-1-1,2-1 1-15,0-1 4 0,0 0-3 0,2-4 0 16,-1 0-22-16,1-4-27 0,1 0-27 16,1-1-64-16,-3-6-88 0,-1-1-118 0,2 1-109 15,-1-3-137-15,-1 0-260 0,0 1-173 0,0-4 6 0,-1 1 214 16,-1 1 306-16</inkml:trace>
  <inkml:trace contextRef="#ctx0" brushRef="#br0" timeOffset="54787.88">20214 1524 24 0,'0'-5'256'0,"0"0"156"0,0 2 144 0,0-1-32 15,0 1-137-15,0 0-62 0,0 2-17 0,2 1 50 16,-1-2 54-16,5 2 22 0,-3 2-11 0,2-2-40 16,2 1-60-16,-1 0-81 0,3 3-72 0,1-2-48 15,0 3-38-15,2 1-27 0,-1-4-15 0,2 4-11 0,1 0-7 31,0 0-13-31,2-1-5 0,-2 0-2 0,4 1-1 16,-4-1-1-16,3-1-2 0,-1-1 0 0,0 0 0 16,-2-2 3-16,4 3-3 0,-6-4 2 0,2 1 1 15,-1-1 1-15,-1 1 0 0,-3-1-2 0,-1 2-2 16,-4 1-13-16,-2 1-51 0,-2-2-106 16,-3 4-154-16,-4-1-292 0,-1 1-275 0,-1 0-259 0,-4 2-92 15,0-1 295-15,-2 2 470 0</inkml:trace>
  <inkml:trace contextRef="#ctx0" brushRef="#br0" timeOffset="55021.11">20021 1957 323 0,'-3'12'592'15,"1"-6"197"-15,2 1 133 0,3-3-226 0,1 2-213 16,2-2-110-16,5 1-39 0,0-3-33 0,3 2-70 15,0-1-71 1,4 0-37-16,-2-2-46 0,2 1-37 0,3-1-19 16,0 2-5-16,-1-2-9 0,1 1-3 0,1 1-8 15,-2 2-69-15,-2-1-128 0,-1 2-169 0,-2-1-290 16,0 4-258-16,-3-1-222 0,-2-1 51 0,-2 1 370 16</inkml:trace>
  <inkml:trace contextRef="#ctx0" brushRef="#br1" timeOffset="85409.89">6477 8868 61 0,'-1'1'314'16,"1"-1"189"-16,-2 2 173 15,-1-1-22-15,3-1-128 0,-2 2-73 16,2-2-26-16,-1 0-30 0,1 1-33 0,-2-1-48 0,2 1-59 16,0-1-53-16,-3 0-49 0,3 2-31 15,-2-2-31-15,-1 0-23 0,2 2-17 0,-1-2-14 16,0 0-12-16,0 1-14 0,0-1-6 0,-1 0-2 15,1 0-3 1,-1 0-4-16,3 1-3 0,-2 1 4 0,-1 0 0 16,0-1-11-16,1 0-24 0,-1 2-57 0,-2-2-95 0,-1-1-122 0,2 2-137 0,-1 0-224 31,0 1-256-31,0-1-122 0,0 4 106 16,-1-3 284-16,2-1 302 0</inkml:trace>
  <inkml:trace contextRef="#ctx0" brushRef="#br1" timeOffset="85625.07">6256 9013 139 0,'-2'5'387'0,"-1"-1"216"16,-2-1 184-16,2 0-110 0,1 0-127 16,-1-2-77-16,2 1-53 0,-2 1-66 0,1-3-71 15,1 1-73-15,-1 2-64 0,2-2-57 0,-3-1-41 16,3 1-23-16,-2 0-13 0,2 1-7 0,-3 1-7 15,3-3-2-15,-1 2-5 0,-1 1-28 0,0-2-54 16,2 2-77 0,-3-1-90-16,1 1-105 0,1 0-136 0,-1-1-209 0,-2 0-149 0,2 2 2 15,-1-2 157 1,0 1 242-16</inkml:trace>
  <inkml:trace contextRef="#ctx0" brushRef="#br1" timeOffset="85858.91">6136 9181 12 0,'0'6'266'16,"0"-1"173"-16,0-3 165 0,-2 3 8 15,2 0-129-15,0-2-92 0,-1 3-59 0,1-1-29 16,-2-1-30-16,2 0-38 0,0 1-39 0,-2-1-42 16,1 2-35-16,1-1-32 0,0 0-18 0,0 1-18 15,0 0-17-15,0 0-13 0,0 1-9 0,0-1-6 16,0-1-6-16,0 1-3 0,1 0-14 0,-1-2-46 15,0 0-72-15,0 1-85 0,0-1-96 16,-1 1-124 0,1 0-196-16,0 1-158 0,-2 0 1 0,2 0 144 0,-1 1 218 0</inkml:trace>
  <inkml:trace contextRef="#ctx0" brushRef="#br1" timeOffset="86075.72">6126 9432 41 0,'2'6'268'0,"-2"0"153"0,3 0 136 15,-3 0-68-15,0 0-116 0,2 0-78 16,-2 0-41-16,0-2-20 0,0 2-9 0,1-2-17 0,-1 1-21 16,0 1-30-16,2-4-27 0,-2 2-30 0,0-1-23 15,2 1-22-15,-1 0-13 0,-1-1-15 0,2 0-9 16,-1 0-4-16,2 0-7 0,0 0-4 0,-1-1-3 16,-1 2-3-16,1-1-4 0,1 0-31 0,0 0-60 15,-1 0-80-15,1 1-108 0,-1 0-214 16,0 1-218-16,-1 0-90 0,2 2 78 0,-1-5 207 15</inkml:trace>
  <inkml:trace contextRef="#ctx0" brushRef="#br1" timeOffset="86292.17">6261 9664 10 0,'3'4'218'0,"3"-2"129"16,-3 0 135-16,2 0-39 0,-2-1-104 0,0-1-74 15,1 1-28-15,-1-1-31 0,0 0-29 0,0 0-32 16,0 0-35-16,0 0-26 0,0 0-35 0,1 0-24 16,-1 0-12-16,0 0-4 0,0 0-7 0,-1 2-2 15,3-2-18-15,-4 0-45 0,4 0-71 0,-4 0-112 16,2 1-228-16,-1-1-142 0,0 2-17 0,-1-2 108 16,4 0 178-16</inkml:trace>
  <inkml:trace contextRef="#ctx0" brushRef="#br1" timeOffset="86507.98">6435 9724 93 0,'4'0'287'16,"1"2"140"-16,-2 2 108 0,1-2-114 0,0-1-105 16,1 1-66-16,-2 0-45 0,3-2-37 15,-2 4-37-15,0-4-31 0,1 2-30 0,1-1-24 16,1-1-17-16,-3 1-11 0,3-1-7 0,-1-1-6 15,2 1-3-15,-2-1 5 0,1 1-3 0,-1-2 3 16,3 0-3-16,-2 0-3 0,-1 2-22 0,1-2-32 16,-1 2-38-16,1 0-50 0,0-2-57 0,-1 2-94 15,1-1-133-15,0 1-111 0,-2 0 2 0,0 0 95 16,1 0 138-16</inkml:trace>
  <inkml:trace contextRef="#ctx0" brushRef="#br1" timeOffset="86693.48">6716 9730 152 0,'3'0'303'0,"2"0"130"16,1 2 17-16,-3-2-92 16,2 0-77-16,-2-2-46 0,0 2-31 15,1 0-29-15,-1-1-28 0,0-2-33 0,0 3-25 16,2 0-29-16,-2-2-20 0,0 2-16 16,0-3-8-16,1 0-7 0,-1 2-5 0,0-3-31 15,0 0-59-15,0 1-97 0,2 0-239 0,-2-1-166 16,-2 1-59-16,3-2 73 0,-1 2 173 0</inkml:trace>
  <inkml:trace contextRef="#ctx0" brushRef="#br1" timeOffset="86878.14">6911 9643 81 0,'4'0'319'0,"-2"-1"160"16,-1 1 123-16,2-2-128 0,-1 0-180 15,0 0-130-15,-1-3-79 0,2 2-39 0,1-3-25 0,-1 0-8 32,0-2-9-32,0 1-21 0,3 0-39 0,-1-2-64 0,-2 0-135 0,1 0-197 0,0 1-85 31,-2-1 30-31,1 0 116 0</inkml:trace>
  <inkml:trace contextRef="#ctx0" brushRef="#br1" timeOffset="87092.85">7015 9413 226 0,'1'-1'410'0,"1"-2"171"15,-2 0 21-15,3 0-111 0,-3 0-103 16,2 0-65-16,-2 0-40 0,1 0-35 0,-1 0-37 0,2-2-46 0,0 3-46 16,-1-3-43-16,1 1-33 0,-1-2-21 0,1 0-13 15,2 0-9-15,-2-2-21 0,1-1-59 0,-1 0-83 16,-1 0-104-16,-1 0-201 0,0 2-232 0,0-1-122 15,0 1 56-15,-1-2 203 0,-1-1 243 16</inkml:trace>
  <inkml:trace contextRef="#ctx0" brushRef="#br1" timeOffset="87258.72">7007 9139 139 0,'-5'-4'360'0,"4"1"160"0,-2-3 100 15,1 1-153-15,-1 1-174 0,1-2-114 16,-1 0-63-16,3 0-37 0,-2 0-24 0,2-2-26 0,0 1-25 16,0-1-52-16,-1 1-80 0,1-1-160 0,-2-3-207 15,0 4-101-15,1-4 21 0,1 3 130 0,-2-3 173 16</inkml:trace>
  <inkml:trace contextRef="#ctx0" brushRef="#br1" timeOffset="87459.09">6921 8905 96 0,'-3'0'382'0,"0"2"236"0,0-2 208 16,0 0-50-16,0-2-168 15,0 2-132-15,-1-1-92 0,1-2-77 16,2 3-75-16,-1-2-72 0,0 2-64 0,-1-5-45 16,3 3-26-16,-1-3-14 0,-1-1-9 0,-1 1-16 15,3 0-54-15,-3 0-81 0,1-1-99 16,1 0-127-16,-4 1-223 0,3-1-238 0,-4 0-107 15,3-1 91-15,-2 1 246 0,-1 0 272 0</inkml:trace>
  <inkml:trace contextRef="#ctx0" brushRef="#br1" timeOffset="87658.88">6749 8770 13 0,'-8'0'298'0,"2"0"218"0,-2 0 221 15,0 0 73-15,0 0-163 0,0 0-134 16,1-1-83-16,0 1-61 0,1-1-63 0,-1-1-71 15,-2 0-61-15,1 1-55 0,0-2-44 0,0 0-27 16,-1 0-24-16,-1-2-13 0,2 0-6 16,-4-1-7-16,2 2-9 0,-1-2-36 0,0 2-73 31,-2-1-104-31,1 1-126 0,-1 1-207 0,-1 3-267 16,0 1-173-16,1 1 25 0,-1 1 243 0,1 1 316 15</inkml:trace>
  <inkml:trace contextRef="#ctx0" brushRef="#br1" timeOffset="94593.04">928 12959 33 0,'0'0'265'0,"0"0"163"0,0 0 176 16,0 0 17-16,-2-7-46 16,2 7 24-16,0-5-2 0,0 5-38 15,0 0-60-15,0-6-60 0,0 6-56 0,0 0-77 16,0 0-52-16,0 0-30 0,0 0-26 0,0 0-38 15,0 0-42-15,0 0-38 0,-2 6-25 16,1 5-25-16,1 4-18 0,0 6-9 0,0 5-5 16,0 4 2-16,1 4 2 0,-1 4 3 0,2-1 3 15,-2 1 3-15,3-4-2 0,-1 1-2 0,1-5-2 16,-1-5-1-16,2-2-2 0,-2-5-2 0,-1-3-1 16,1-3-1-16,-1-4 1 0,1 0-2 15,0-4 0-15,-2-4 2 0,0 0 1 0,3-4 1 16,2-4 0-16,1-2 2 0,2-2-2 0,0-1 0 31,0-1-1-31,0 0 0 0,4 2-2 0,-2 1-1 0,3 2 1 0,1 0 3 0,0 3 0 31,2 0-1-31,0 4 1 0,2 4 2 0,1 1 5 16,1 3 3-16,0 2 5 0,0 3-1 0,1 2 2 16,1 4-2-16,2-4-5 0,-3 1-5 0,-1 1-1 15,-3-1 1-15,-1-1-3 0,-2-2 0 0,-2-3 2 16,-3 2-2-16,0-6-4 0,-2 1 2 0,-1-3 3 15,-4-2 1-15,1-2 1 0,-3-4 3 0,0-3 4 16,-3-3-2-16,0-6-3 0,-2-2 0 0,-2-2-4 0,0-4-2 16,0-2-2-16,-1-4-3 0,2 0-2 0,-6 1 2 15,0-2 0-15,-2 0 2 0,1 3-2 16,2-4 2-16,-1 6 2 0,2-2-2 0,2 5 1 16,-1 5-1-16,4 1-2 0,0 4-5 0,2 3-17 15,0 3-45-15,0 3-59 0,3 6-83 0,0 0-151 16,0 0-259-16,3 7-305 0,0 1-266 0,-1 1-207 15,3-2 99-15,-4 2 547 0</inkml:trace>
  <inkml:trace contextRef="#ctx0" brushRef="#br1" timeOffset="95010.58">1606 13541 125 0,'2'0'529'0,"-1"-2"321"0,1-3 172 16,-1-1-60-16,-2-3-242 0,-4-1-206 15,0-4-128-15,-1-4-64 0,1 0-54 0,3-4-45 0,1-6-30 16,2 0-32-1,1-5-14-15,-1 0-14 0,1-3-11 0,1-2-31 16,-1 3-24-16,0-1-8 0,-1 1-17 0,1 2-7 16,1 2-6-16,0 1 0 0,-1 5-4 0,1 3-5 15,-1 6-4-15,0 2-6 0,0 2-3 0,0 5-2 16,1 1-3-16,0 3 2 0,2 3-2 0,3 1-2 16,1 5 4-16,1 3 3 0,1 5-4 0,1 3-6 15,1 2 0-15,3 5 3 0,-2 3-4 0,2 1-1 16,0 5 2-16,-1-1 5 0,0 0-2 0,2 4 0 15,-4-3-2-15,2 1 1 0,0-1 0 0,-4-3 7 0,1-1 3 16,0-3 0-16,-4-2-8 0,1-4-41 0,-3-2-56 16,-1-3-85-16,-5-2-161 0,0-4-280 0,-3 1-312 0,-2-4-291 15,-3-4-215-15,-1 0 91 0,-2-4 610 16</inkml:trace>
  <inkml:trace contextRef="#ctx0" brushRef="#br1" timeOffset="95212.37">1501 13326 101 0,'7'1'595'0,"1"0"376"15,-2 1 137-15,2 1-46 0,0-2-366 0,-2 4-280 16,1-3-149-16,2 1-72 0,-1-2-56 0,5 2-47 16,2-3-51-16,1 2-34 0,5-4-2 0,1 2-5 15,0-3 15-15,4 2 4 0,0-4 1 0,3 2 0 16,-1-1-59-16,2-1-138 0,-1 0-200 0,-1-1-287 15,0 2-270-15,1-2-255 0,-2 2-42 0,-2-2 414 0</inkml:trace>
  <inkml:trace contextRef="#ctx0" brushRef="#br1" timeOffset="95977.4">2099 13045 12 0,'2'-9'284'0,"-2"0"213"15,0 2 224-15,0-1 75 0,2 2-99 0,-2 0-73 32,0 2-71-32,0-1-72 0,-2 3-50 0,2-2-42 15,2 3-53-15,-1 1-61 0,-1-1-40 0,2 1-33 16,-1 0-32-16,-1 1-42 0,2-1-37 0,-2 3-25 16,4 0-17-16,-2 3-11 0,-2 4-10 0,5 2-6 15,-2 4-2-15,2 3 0 0,0 3 1 0,1 4 0 16,1 2 2-16,0 1-2 0,1 2-2 0,-2 1-5 0,3-2-3 15,-2 0-4-15,1-2-3 0,0-3-8 0,1 0-3 16,-2-4 4-16,-1-4 0 0,2 0 3 0,-2-8 1 16,-1 2 6-16,0-5-4 0,-2-2-9 0,3-2-3 15,-1-4-4-15,1-3-1 0,-1-7 2 0,1-1 7 16,-1-5 2-16,2-3 3 0,0-2 0 0,-1-3 0 16,2-3-1-16,1 1 7 0,1-2 3 0,-2 1 2 15,0-1 0-15,0 2 2 0,1 3-1 0,-2 0-7 16,-1 3-2-16,1 2-1 0,-4 4 0 0,3 0-1 15,-3 6 4 1,-1 1 1-16,-1 3 4 0,-2 0 2 0,-2 5 2 16,-1-1 0-16,-2 4-4 0,0 4 0 15,-2 1-4-15,0 4-1 0,-3 2-1 0,2 2-2 16,-1 5-6-16,-1 2-5 0,0 2-2 0,1 2-1 16,1 0-2-16,1 3-1 0,3 1 4 0,0 0 7 0,4 0 0 15,1-1 1-15,3-2 0 0,0-2 1 16,5-2-1-16,-1-4-2 0,5-2-1 0,-1-3 5 15,5-3-10-15,-2-5-43 0,5 0-63 0,-3-6-82 16,3-1-148-16,3-2-244 0,-1-3-318 0,1-2-289 16,3 1-210-16,-1-1 53 0,-2 1 532 0</inkml:trace>
  <inkml:trace contextRef="#ctx0" brushRef="#br1" timeOffset="96276.34">2809 13441 13 0,'-3'3'562'15,"3"0"516"-15,-3-2 223 16,-2-1-80-16,0 0-292 0,-4-4-343 0,3-1-205 16,-2-7-109-16,-2 1-59 0,1-8-51 0,1-1-56 15,1-5-42-15,-1-3-21 0,2-3-9 0,3-3-9 16,0-2-3-16,3 2-3 0,0 1-5 16,0 2-8-16,3 1-6 0,0 3-2 0,3 4 1 15,-1 2 2-15,0 5-1 0,1 2 3 0,1 4-1 0,2 3 0 16,-1 2 1-16,0 5 4 0,4 5 3 0,-2 2 2 15,1 5 4-15,2 4 2 0,-2 4 0 16,0 4-4-16,0 3 0 0,0 1-6 0,0 4-4 0,0 1-3 16,0 1-5-16,-1 1-4 0,-1-2-39 0,-2-2-65 15,-3 1-103-15,1-5-180 0,-3-4-292 0,-2 0-329 16,-2-6-309-16,-1-4-167 0,-3-2 273 0,-3-4 642 16</inkml:trace>
  <inkml:trace contextRef="#ctx0" brushRef="#br1" timeOffset="96460.03">2670 13297 375 0,'-2'-4'1139'0,"-1"1"352"0,-1 0-144 0,2 3-273 16,2-2-503-16,0 1-263 0,3 1-161 16,3 0-75-16,2-1-34 0,2-1-18 0,4 0-10 0,4 1-5 15,2-4-5-15,2 1-4 0,2-1-3 0,6-2 3 16,-1-1-20-16,2 0-44 0,-1 0-116 0,2 0-192 15,1 1-285-15,0 1-302 0,0 0-311 0,-3 0-155 16,-1 1 350-16,-1 4 599 0</inkml:trace>
  <inkml:trace contextRef="#ctx0" brushRef="#br1" timeOffset="97142.63">3228 13073 7 0,'-5'-4'382'0,"-1"0"376"15,1 1 340-15,1 0 71 0,-1 0-299 0,2 0-149 16,1 2-145-16,-1 1-121 0,1 0-99 0,1 0-68 16,-1 0-49-16,-1 0-72 0,0 0-44 0,1 0-27 15,1 0-20-15,-1 0-17 0,1 1-14 0,-1 2-14 16,-1 1-10-16,1 2-6 0,-1 5-5 0,1 2-2 16,-1 2-3-16,0 7-6 0,-1 3-4 0,0 3-3 15,1 4 0-15,0 2 3 0,0 3 2 0,0-2 9 16,-1-1 1-16,1-2 3 0,1-5-1 0,1-4-6 15,1-4-4-15,0-4-3 0,0-5 0 0,0-4-1 32,3-1 2-32,-1-8 1 0,1-3 1 0,0-8 1 15,-1-4 1-15,1-3-1 0,2-9-1 0,-2 2-1 16,3-2-1-16,-3-4-1 0,2 2 1 0,0 0 0 16,0 5 1-16,-1-1-1 0,1 4 1 0,1 2 0 15,-1 2 1-15,-2 5-2 0,2 3 1 0,-2 3 1 16,2 2 0-16,4 3 2 0,-2 6 0 0,2 3 1 15,2 4-5-15,0 3-3 0,2 3-2 0,1 3 1 16,2 3-2-16,1 2 1 0,-2 3 5 0,4 1 2 16,-3 1 2-16,1 0 0 0,0-1 0 0,-1-2-1 15,-2-2 0-15,-1-2 1 0,0-5-2 0,-1-1 0 16,-4-6 6-16,2-3-1 0,-3-1-1 0,-2-5 1 16,0-3-1-16,-2-5 1 0,0-1-7 0,-3-8 4 15,0 1 0-15,-3-6-1 0,0-1 1 0,1-1-1 16,-4-1 6-1,3-1 4-15,-3 2 0 0,1 1 0 0,0-2 0 0,0 2-3 0,2 3-7 0,0 1-4 16,1 0-4 0,2 4-13-16,2 2-21 0,-2 1-52 0,3 3-64 15,2 3-83-15,-2 1-152 0,5 2-221 0,0 3-306 16,1 0-262-16,1 2-203 0,2-1 40 16,1 3 507-16</inkml:trace>
  <inkml:trace contextRef="#ctx0" brushRef="#br1" timeOffset="97395.38">3858 13028 102 0,'-2'2'707'0,"-1"0"549"15,-2 0 196-15,-3 3-148 0,-1-3-407 16,-1 2-344-16,-1-1-172 0,0 2-107 0,-2 0-83 0,-1 1-56 0,1 1-36 16,2 3-25-16,-1 2-19 0,2 3-17 0,-1 2-11 15,3 2-8-15,2 3-5 0,4 1-6 0,-1 3-4 16,6 0-3-16,1 2 0 0,2-1-2 0,3-2-3 15,1-1-1 1,3-1 0-16,2-4-2 0,0-1 0 0,2-3-10 16,3-4-22-16,0-2-68 0,0-3-86 0,2-4-166 15,-3-2-289-15,3-2-318 0,0-3-376 16,-1-2-223-16,1 0 129 0,2-4 697 0</inkml:trace>
  <inkml:trace contextRef="#ctx0" brushRef="#br1" timeOffset="97943.64">4090 12996 10 0,'-5'-12'414'0,"-3"1"349"0,5 2 225 15,-2-3 37-15,4 3-284 0,-1 2-225 0,2 1-154 16,0-1-82-16,3 3-40 0,1-1-19 0,2 3-12 16,3 2-28-16,2 2 5 0,3 0-7 15,1 5 5-15,4 4-14 0,0 2-36 0,3 6-20 0,1 2-23 16,3 3-12-16,-4 4-20 0,3 4-13 15,2 2-8-15,-2 4-3 0,-1 1-12 0,0 2-8 16,-2 2-1-16,0-1 2 0,-4 0 4 0,2-2-3 16,-7 3 6-16,1-4 6 0,-4 3 3 0,-4-4-1 15,0 0 0-15,-4-1 4 0,-4 0 0 0,-2-4-1 16,-3 1 0-16,-1-1-1 0,-3-3-1 0,-3 0-5 16,-1-5-2-16,0-1-6 0,-1-3-5 0,-1-3-5 15,-1-3-3-15,1-3-2 0,0-6-3 16,1-3-3-16,-3-4 0 0,4-5-2 0,-2-8-1 0,3-2-1 15,0-5 1-15,3-3 0 0,1-5 2 16,2-2 1 0,2-4 1-16,4 1 0 0,1-6 2 0,2 1 0 15,6-4-1-15,0 0 0 0,3-2 0 16,3 1-1-16,2 2-3 0,0 3-8 0,4 3-16 0,-1 4-23 16,-3 4-51-16,4 6-72 0,-2 4-100 15,-1 4-163-15,0 7-285 0,1 3-319 0,-1 4-290 16,0 6-174-16,0 2 203 0,1 3 627 0</inkml:trace>
  <inkml:trace contextRef="#ctx0" brushRef="#br1" timeOffset="98210.45">4703 13557 433 0,'5'9'987'16,"-3"-3"268"-16,-2-5-61 0,-2-5-252 0,0-4-336 16,-1-4-211-16,0-6-104 0,1-4-55 0,-2-9-35 15,1-3-29-15,1-7-53 0,1-3-40 16,-1-3-22-16,4-1-13 15,-1-1-1-15,1 0-10 0,1 3-2 16,3 3-5-16,-3 7-3 0,2 3-1 0,0 6-6 16,0 4-9-16,-2 5-1 0,4 5 0 0,-2 2 5 15,2 7 8-15,1 1 3 0,0 6 7 16,2 4 4-16,0 4 4 0,1 4-7 0,2 4-5 16,-2 4-4-16,3 5-6 0,-1 4-6 0,1 4-4 15,-1 4-3-15,1 3-2 0,-2 5-3 0,1-1-13 16,-2 1-39-16,-3-1-72 0,0-6-110 0,-5 1-183 15,-1-9-297-15,-4-1-336 0,-1-5-332 16,0-6-164-16,-4-3 299 0,1-4 666 0</inkml:trace>
  <inkml:trace contextRef="#ctx0" brushRef="#br1" timeOffset="98392.76">4728 13368 134 0,'-9'-20'912'0,"3"4"620"0,1 2-17 15,3 5-295-15,1 2-439 0,1 2-335 16,1 2-218-16,1 2-102 0,4 2-50 15,4 1-21-15,2 0-11 0,3 2-10 0,4-1-7 16,3-2-10 0,2 1-8-16,4-2-4 0,4-2-7 0,3-2-21 15,2-1-73-15,1-3-124 0,2-3-234 16,2-1-289-16,-2-2-340 0,3-1-370 0,1-4-113 16,0-4 462-16,4-4 700 0</inkml:trace>
  <inkml:trace contextRef="#ctx0" brushRef="#br1" timeOffset="103878.23">4673 7457 167 0,'0'0'297'0,"0"0"105"0,2 0-40 16,-2 0-76-16,1 0-79 0,-1 0-52 0,0 0-37 15,0 0-14-15,0 0-8 0,0 0-4 0,0 0-4 16,0 0-3-16,2 0 5 0,-2-1 8 0,0 1 6 15,0 0 15-15,0-2 20 0,0 2 11 16,0 0 13-16,0-1 8 0,0 1 7 0,0 0 1 0,2 0-1 16,-2 0 3-16,1 0-6 0,-1 0-4 0,0 0-11 15,2 0-13-15,-1 0-20 0,-1 0-15 16,0 0-16-16,0 0-10 0,0 0-14 0,0 1-4 0,0-1-8 16,0 0-9-16,0 0-7 0,0 2-12 15,0-2-6-15,0 0-14 0,0 1-3 0,0-1-5 16,0 2 0-16,2-2-1 0,-2 0-2 0,0 2 3 15,2 0-2 1,-1 3 0-16,2 1-2 0,1 0-2 16,0 2 2-16,-1-1-2 0,0 1-1 0,2 0 1 15,0 2 1-15,1-2 0 0,0 4 0 0,1-4-1 16,-1 1 0-16,-1 0 2 0,3 2-1 16,-2-1 1-16,2 1 1 0,-2-3 3 0,1 2 2 15,-1 1-1-15,2-3 5 0,-2 1-1 0,1 0-2 16,-1 0 1-16,2 2-3 0,-2-4 1 0,-1 3-1 15,3-2 0-15,-3 3-1 0,4-1 1 0,-3 1-1 16,-1-1-4-16,0 1-2 0,1 0 2 0,0 0 0 16,-1 0 0-16,0-1-1 0,-2-1 3 0,0 0 0 15,1-1-2-15,-1-2-2 0,-2-1 1 16,1-1 2-16,0 2-1 0,0-4 2 0,-2 1 0 16,0-1 0-16,2 0-1 0,-2 0 0 0,0-2 3 15,0 1-6-15,0-1 0 0,0 0-1 0,-2-1 0 16,2 1 1-16,0-2-1 0,-2 0 0 0,0 0-23 31,0-3-54-31,1 1-86 0,-4-2-115 0,3 2-135 16,-2-2-227-16,0 2-261 0,-1-1-146 0,2 2 61 15,-1 1 271-15,-1 1 320 0</inkml:trace>
  <inkml:trace contextRef="#ctx0" brushRef="#br1" timeOffset="104226.81">4774 7836 87 0,'-1'0'354'0,"-1"0"207"0,2 0 168 0,-1 0-75 16,-1 0-196-16,2 0-139 0,0 0-86 0,2 0-37 15,-1 5-5-15,2-3-18 0,2 2-14 0,0 3-10 31,3-1 32-31,0 2 9 0,1-1-22 0,1 1-18 16,1 0-17-16,-2 1-6 0,4 0-39 0,-2 0-38 16,0-3-24-16,0 2-12 0,-1-4-5 15,-1 1-5-15,2-1-2 0,-3 0-1 0,2-4 14 16,-2 0 14-16,-1-5 4 0,1 0 7 0,-1-1 1 16,-2-3 3-16,2-2-15 0,-2 0-15 0,0-3-3 15,-2 0-8-15,2-5-4 0,-2 2-2 0,0 1 0 16,0 0-2-16,2 1-31 0,-4-2-74 15,1 4-108-15,1-2-138 0,-1 2-257 0,1 4-278 16,3-2-199-16,1 3 14 0,2 0 288 0,1-1 366 16</inkml:trace>
  <inkml:trace contextRef="#ctx0" brushRef="#br1" timeOffset="105295.04">6512 7422 234 0,'0'2'410'16,"0"-2"172"-16,0 0 19 0,0 1-112 0,0-1-99 15,0 0-73-15,0 1-41 0,0-1-50 0,0 2-42 16,0 1-44-16,0-1-47 0,0 1-30 0,0 2-7 16,0 0-1-16,3 1 4 0,-3-1 1 0,0 1 18 15,0 3 12-15,3-3-1 0,-3 1 8 0,2 0 1 16,-1 2 3-16,1 0-5 0,0-2-6 0,-1 3-7 31,-1-1-10-31,2-1 2 0,-1 3-4 0,-1-2-9 16,2 1-10-16,-2-1-8 0,0 2-7 0,0 1-12 15,0-1-6-15,0 1-5 0,-2 0-1 16,2 0-2-16,-1 1-3 0,-1-1 0 0,2 1-3 0,0 0 0 16,-1-1 0-16,1 0-1 0,-2-2 2 15,2 1-4-15,0-1 2 0,0-1-2 0,0 1-1 16,0-3-1-16,0-1-1 0,0 0-1 0,0-3 1 15,0 0-3-15,0 0 3 0,0-2-4 16,0 0 2-16,0-1 1 0,0 0-2 0,0 0 3 0,0-2 0 16,0 0-1-16,2-1-2 0,-2 1-12 15,0-3-29-15,-2 2-43 0,2 0-73 0,-2-3-89 16,-1 3-109-16,0-2-122 0,0 3-207 0,0-2-193 16,0 3-55-16,0 0 128 0,-1-2 254 0,3 1 254 0</inkml:trace>
  <inkml:trace contextRef="#ctx0" brushRef="#br1" timeOffset="105626.33">6425 7713 114 0,'0'-2'368'16,"0"1"200"-16,0 1 152 0,0-2-143 15,0 2-158-15,1 2-104 0,-1-2-60 0,2 3-7 16,1 0-3-16,1 1-3 0,-1 2-7 0,0 1-11 16,2 0-20-16,-2 2-31 0,3-1-27 0,-3 2-28 15,0 1-17-15,2-1-15 0,-2 1-12 0,1-2-19 16,-1 1-11-16,0 0-6 0,-1-2-13 0,2 0-10 16,-1 1-6-16,-1-5-3 0,1 2-6 0,-1-1-1 15,1-3 1-15,0 2 0 0,0-3-4 16,-1-1 2-16,3 0-2 0,-1-1 4 0,1-3 0 15,0 0-1 1,-1-4-6-16,1 3-26 0,2-5-54 0,0-1-79 16,0 0-105-16,-1-2-130 0,2 0-246 15,3-2-239-15,0 1-135 0,0 0 55 0,2-2 263 16,1 2 319-16</inkml:trace>
  <inkml:trace contextRef="#ctx0" brushRef="#br1" timeOffset="106859.54">8278 7417 140 0,'-2'2'321'0,"2"-1"142"0,-1 1 40 0,-1 0-103 15,1-1-101-15,-1 2-63 16,-1-3-29-16,0 1-8 16,0 1 5-16,1-2 4 0,-1 2 9 0,1 0 9 15,-1 1 3-15,2 0-5 0,-3-2-6 0,1 3-8 16,0-1-10-16,-1 0-21 0,0-2-19 16,0 3-14-16,-1 0-23 0,-2-2-24 0,1 3-22 15,-2 1-17-15,2 0-15 0,-4 0-14 0,2 2-9 16,-2 1-4-16,0-1-7 0,-1 2-2 0,-2 0-5 15,2 3-6-15,-1 0-7 0,0-1 3 0,1 0 4 16,-1-1-2-16,2 1 6 0,-1 1 6 0,0-1 6 16,2-2-3-16,-1 0-6 0,1-2 4 0,1 1-6 15,1-1-5-15,1-4 0 0,-2 2 2 0,4-2 6 16,0 0-5-16,0-2 4 0,0 1 1 0,1-3 0 16,1 2-1-1,1-2-7-15,-1 2-1 0,2-2-1 0,0 0 1 0,-1 0-5 0,1 0 2 16,1 0-5-16,-1 0-17 0,0-2-43 0,2 2-72 15,-2-2-93 1,0-1-115-16,1 1-124 0,-1 1-194 16,0 1-220-16,0 0-84 0,0 0 110 0,0 0 249 15,2-3 268-15</inkml:trace>
  <inkml:trace contextRef="#ctx0" brushRef="#br1" timeOffset="107227.33">7941 7588 176 0,'0'0'415'0,"-1"0"201"0,-1 0 126 16,2 2-126-16,-3-1-136 0,1-1-80 15,1 1-50-15,-2 3-38 0,1-1-38 0,-1 1-40 16,0 0-38-16,1 2-31 0,-1 3-32 0,1-3-19 15,-1 1-21 1,0 2-14-16,1 0-12 0,-2 1-12 16,-1 1-7-16,2-1-6 0,-2 3-5 0,2 0-6 15,-2-1-9-15,2-1-3 0,-2 3-9 0,2-2-2 16,0-2-2-16,2 0-6 0,-1-1 4 16,2-2-4-16,0 1 2 0,0-3-3 0,2 0-1 15,2 0 0-15,-1-1-3 0,0-1 1 0,2-1-3 16,2-1-5-16,-1-1-21 0,2-1-53 0,0-1-83 0,0-2-110 15,0 1-139-15,1-2-240 0,1 0-255 16,-1 3-142-16,2-3 73 0,-1 3 278 0,1-2 327 16</inkml:trace>
  <inkml:trace contextRef="#ctx0" brushRef="#br1" timeOffset="108059.84">7510 9201 213 0,'-4'0'341'0,"1"0"130"0,0 3-32 0,0-3-105 15,2 1-87-15,-1-1-35 16,-1 0 0-16,1 2-2 0,1-2 2 0,-1 0-11 16,2 1-13-16,-2-1-28 0,2 2-26 0,2 1-17 15,-2-2-18-15,3 3 7 0,1-2 15 0,0 2 10 0,2 0-1 16,-1 0-5-16,1 1 13 0,3-1 2 15,1 1-13-15,-2 0-14 0,4 0-12 0,-2 1-11 16,3-1-25-16,-2-1-27 0,3 1-17 0,-2-1-8 16,2 1-4-16,-2-2-1 15,1 2-8-15,1-3 3 0,-2 2-2 0,1-3-1 0,-1 0-1 16,-1 1-2-16,1-1 1 0,0 1-5 0,-2-2-14 0,0 0-49 16,-2 1-77-16,0-1-92 0,-2 0-111 15,0 1-166-15,-4 1-268 0,1 1-146 0,-1 0 17 16,-2 2 195-16,-2-2 280 0</inkml:trace>
  <inkml:trace contextRef="#ctx0" brushRef="#br1" timeOffset="108492.57">7503 9388 277 0,'-3'-5'491'0,"-1"3"191"16,1-1 92-16,-1 0-195 0,1 0-120 16,0-1-55-16,0 0-23 15,-1 0-24-15,1-1-38 0,-3 1-56 0,0-3-64 0,1 0-59 0,0 0-40 16,-1-1-32-16,-2 1-20 0,0-2-12 0,0 2-5 15,0-3-4-15,-1 1-11 0,4 3 1 0,-3-1-2 32,3 1-5-32,0 0 0 0,2 2-2 15,-1 0-2-15,2 1-6 0,-1 2-3 0,3-1 0 16,0 1 0-16,0-1 2 0,3 1 1 0,-1-1 1 16,2 2 4-16,3-2-1 0,-1 2-4 0,2 0 2 15,1-1 2-15,1 1 0 0,1-1 0 0,2 1-4 16,-1 1 1-16,1-1 0 0,3 1-1 0,-2-1 0 15,2 2-2-15,0 0 2 0,-2-1-17 16,0 1-59-16,0-1-109 0,-2 1-139 0,-2-1-252 16,0 1-281-16,-2 1-236 15,0-1-60-15,0 0 266 0,-2 1 405 0</inkml:trace>
  <inkml:trace contextRef="#ctx0" brushRef="#br1" timeOffset="109543.99">4681 9337 102 0,'2'0'330'0,"-2"1"155"0,0-1 117 16,0 0-154-16,0 0-154 0,0 0-100 0,1 0-56 0,-1 2 5 0,2 0 17 31,-2-2 20-31,3 2-8 0,2 0-11 0,-1 1-13 16,3-1 10-16,-1 2-18 0,2 1-15 0,1-2-4 15,1 0 41-15,1 0 26 0,2 2-23 0,-2-4-16 16,3 2-9-16,0-2-13 0,-1 1-46 0,1-2-34 15,-3 0-16-15,3 0-8 0,-1 0-10 16,-2-2-3-16,2 1-2 0,-2-1-1 0,-1 1-1 16,0 0-6-16,-3-3 0 0,-1 2-1 15,-1 0 1-15,1 2-3 0,-3-2-17 0,-3 1-52 0,0 1-92 16,0 0-126-16,-1 1-221 0,-4 3-272 0,2-2-209 16,0 3-43-16,-2-1 220 0,0-1 347 15</inkml:trace>
  <inkml:trace contextRef="#ctx0" brushRef="#br1" timeOffset="109827.13">4874 9321 57 0,'5'-2'289'0,"1"1"153"0,-1 1 148 16,1 0-43-16,2 0-141 0,1 1-50 0,-1 1-2 15,2 1 14-15,0-1-1 0,2 3-26 0,-1 1-31 16,2-1-50-16,-2-1-45 0,0 1-40 0,0 2-41 16,-2-1-25-16,1 0-32 0,-1 2-19 0,-2-3-20 15,-1 2-12-15,-1-1-9 0,0 1-4 0,-2 1-6 16,1 0-1-16,-4-1-2 0,0 4-4 0,0-3-2 16,0 3 0-16,-4-2 2 15,2 0-34-15,-1 1-73 0,-2-1-122 0,-1-1-128 0,1 3-296 16,0 1-267-16,-2-3-185 0,2 2 49 0,0-2 332 15,0 0 352-15</inkml:trace>
  <inkml:trace contextRef="#ctx0" brushRef="#br1" timeOffset="110844.02">4874 11143 35 0,'2'1'257'0,"-2"-1"154"16,0 0 110-16,0 0-74 0,0 0-100 0,0 0-77 31,0 0-20-31,0 0-11 0,0 0 18 0,0 0-8 0,1-1-15 16,1 1-31-16,-2-1-49 0,0 1-43 15,3 0-31-15,-3-2-22 0,1 2 21 0,1-1 39 16,1-1 18-16,0 1 6 0,1-1 29 0,0-2 17 15,3 0-28-15,0-1-43 0,0-1-28 0,1-2-10 16,0 1-35-16,1 0-17 0,2-4-14 0,-1 2-3 16,2-3-1-16,-1-1-2 0,2 0 0 15,0 0-4-15,0-1-2 0,-1 0-1 0,-1 2 0 0,-3 2-1 16,3 0 1-16,-3 1 1 0,-2 1 0 16,-1 2 2-16,0 0-5 0,1 1-5 0,-1 1-48 15,-4 1-79-15,1 0-130 0,-2 0-162 0,0 2-291 16,-2 1-255-16,-1 0-127 0,-2 1 117 0,1-1 364 15</inkml:trace>
  <inkml:trace contextRef="#ctx0" brushRef="#br1" timeOffset="111144.42">5080 10859 85 0,'0'-2'352'16,"-2"1"193"-1,2-4 177-15,-2 5-72 0,1-2-219 0,1 2-158 0,0-3-104 0,1 1-53 16,1 2-36-16,1-2 9 16,2 0 2-16,3 1 23 0,0-2 13 0,-2 1-2 15,2-1-26-15,2 2-42 0,0-3-25 0,0 2-11 16,-2 0-11-16,1 1 1 0,1-1-1 0,-4 2 57 16,2 0 54-16,-2 2 48 0,-1 1 34 0,0-1 14 15,-2 3-2-15,-1 1-51 0,-1 1-44 0,-2 5-43 16,-1-2-31-16,-1 0-21 0,0 4-8 0,-2-1-6 31,0 1-4-31,-1 1-5 0,0-2-2 0,1 1 0 0,0-2-3 0,0-2-18 0,-1 1-64 16,3-4-121-1,2 2-146-15,-1-1-281 0,2-2-271 16,2 0-225-16,1 0 1 0,4-3 339 0,-2 0 391 16</inkml:trace>
  <inkml:trace contextRef="#ctx0" brushRef="#br1" timeOffset="112160.03">6453 10857 213 0,'2'-6'385'0,"-2"4"151"0,2-1 6 0,-2 0-137 16,0 2-126-16,0-2-90 16,0 1-53-16,0-1-31 0,0 1-26 15,1 1-5-15,-1 0 6 0,0-1 6 0,2 0-4 16,-1 1 1-16,-1 0 0 0,2 1 5 0,0-2-1 15,-1 1 9-15,1-1 3 0,-1 2-3 0,-1 0-2 16,2-1-17-16,0 1-18 0,-1-2 2 0,-1 2 19 16,2 0 15-16,-1 0 10 0,1 0 5 0,0 0 33 15,-1 0 3-15,-1 2-5 0,3-2-1 16,-1 1 2-16,-1-1-2 0,-1 0-22 0,0 2-18 0,0-2-21 16,2 3-17-16,-1-1-14 0,-1 3-12 15,2 1-12-15,-2 1-8 0,2 0-2 0,-1 1-8 16,-1 3 2-16,2-2-2 0,-1 3 2 0,1-2-1 15,-2 1-4-15,2 1 2 0,-1-2-3 0,-1 1-1 32,2 0-6-32,-2-1 3 0,0-2-4 0,0-1-11 15,0-1-23-15,0 0-72 0,-2 0-116 0,-1-6-147 16,0 2-241-16,0-2-274 0,-1 0-232 16,-2 0-11-16,2-2 298 0,-1-5 390 0</inkml:trace>
  <inkml:trace contextRef="#ctx0" brushRef="#br1" timeOffset="112425.94">6359 10720 59 0,'0'-11'332'16,"0"3"195"-16,0 0 142 0,0-1-42 0,0 1-170 15,3 0-123-15,-2-1-68 0,1 1-27 0,1 0-16 16,0-3-33-16,2 3-46 0,-2-1-42 0,2 1-29 15,0 2-23-15,1-1-16 0,0 1-6 16,-1 3-7 0,0 0 30-16,1 2 17 0,2-1 4 0,-2 4 5 15,1 1 0-15,-1 0-7 0,1 3-28 0,0 2-22 16,-2 2-12-16,3 0-8 0,-3 2-13 16,1 4-53-16,0-3-89 0,-1 0-129 0,0 2-259 15,1 1-246-15,-1-2-180 0,1 0 20 0,-1-1 250 16,0-1 328-16</inkml:trace>
  <inkml:trace contextRef="#ctx0" brushRef="#br1" timeOffset="114009.68">7859 10846 125 0,'2'-2'328'0,"-2"2"165"16,2-1 71-16,-1 0-90 0,-1 1-94 0,0-2-67 15,0 2-35-15,0 0-15 0,0 0-4 0,0 0-9 16,0 2-6-16,0-2-18 0,0 0-14 0,0 1-20 16,0-1-17-16,0 0-18 0,0 0-16 15,2 0-16-15,-2 0-17 0,0 0-16 0,0 0-17 0,0 0-16 16,0 0-14-16,0 0-13 0,0 0-10 0,0 0-5 16,1-1-3-16,-1 1-6 0,0 0-2 15,0 0 0-15,0 0-2 0,0 0-2 0,0 0-1 16,0 0 1-16,0 1-2 0,3-1-1 0,-3 1 0 15,2-1-2-15,-1 5 3 0,2-3 0 0,-1 3 0 16,3-2 1-16,0 6 2 0,0-2 2 0,-1 2-5 31,5-2 0-31,-2 3 2 0,-1 1-1 0,2 1 0 16,0-3-1-16,0 2 2 0,0-1 0 16,0 1-5-16,-1-1 2 0,0-1-3 0,1 1 0 15,-2-1 1-15,0 0-3 0,-1-2 5 0,0 0 0 16,0-1-2-16,-2 1 0 0,0-2 1 0,-1-1-2 15,1-1 0-15,-3 2-2 0,2-2-2 0,-1 0-26 16,-1 0-55-16,-1 0-81 0,-1 0-106 16,0 0-119-16,1-1-167 0,-1 0-246 0,-1 2-162 0,1-2 10 15,-1 1 208-15,0-3 286 0</inkml:trace>
  <inkml:trace contextRef="#ctx0" brushRef="#br1" timeOffset="114510.35">7831 10906 66 0,'0'0'304'0,"-2"-1"165"16,2-1 140-16,-1 0-88 0,-1 1-138 0,0 0-86 16,-1-2-42-16,2 1-27 0,-1-1-22 15,-1 1-17-15,1-3-14 0,-1-1-14 0,1-2-7 16,2 0 7-16,-4 2 22 0,4-6 6 0,-2 0-3 15,2 1-6 1,0-4-15-16,0 0-21 0,0 0-27 0,2 0-25 0,-2 0-26 0,4 0-22 0,-4 0-18 16,2 2-11-1,1 2-9-15,-3 0-3 0,3 1-1 16,-1 2 4-16,1 1-1 0,-1 2 11 0,-1 1 9 16,1 1 17-16,1 2 12 0,2 1 6 0,-2 1 1 15,3 0-7-15,-3 4-11 0,2 1-12 16,0 0-13-16,0 1-8 0,1 2-4 0,0 0-6 15,-1 0 1-15,0 2-3 0,1 0-2 0,-1-1 3 16,3 2 1-16,-2-2-14 0,0 2-19 0,-1 0-51 16,0-4-117-16,0-1-157 0,1-1-269 0,-3 2-269 15,0-2-248-15,-1-1-77 0,1-3 309 0,-1 1 443 16</inkml:trace>
  <inkml:trace contextRef="#ctx0" brushRef="#br1" timeOffset="119460.97">10618 7510 157 0,'0'0'331'0,"-2"0"139"16,2 0 28-16,-1-2-97 0,-1 2-93 0,1 0-49 0,-2-1-10 15,3 0 11-15,-2-1 5 0,2 1 8 16,0-2 4-16,0 3-5 0,0-1-8 0,0-1-14 16,0 2-20-16,0-2-16 0,0 2-27 15,-1 0-33-15,-1 0-23 0,2 0-22 0,-3 0-3 16,3 0-2-16,-2 4 0 0,-1-2 11 0,1 3 8 0,-2-1 13 15,0 2 2-15,-2 0-14 16,-1 3-14-16,0 1-20 0,-1 0-20 0,-3 2-24 0,2 1-21 16,-3 2-7-16,-2 0-9 0,0 3-2 15,-2 1-4-15,0 1 0 0,-1 1 1 0,3 0-3 16,-2-1 2-16,3 1-2 0,-1-4-2 16,1 0-1-16,4-2-2 0,-2-2 0 0,3-2-5 15,2 0-8-15,-1-5-37 0,4 0-47 16,-3-1-41-16,4-3-71 0,-1-2-105 0,3-2-128 0,-1-4-106 15,2-1-143-15,1-2-258 16,-1-1-141-16,5-1 74 0,-4 0 276 0,1-2 322 0</inkml:trace>
  <inkml:trace contextRef="#ctx0" brushRef="#br1" timeOffset="119691.57">10365 7677 272 0,'-3'-2'526'15,"2"2"244"-15,-3 0 109 0,1 2-146 0,-2-1-139 0,-1 2-99 16,-2 2-85-16,0 0-70 0,0 1-68 15,0 2-67-15,-4 1-52 0,4 3-37 0,-2 2-24 16,1 1-21-16,-2-1-13 0,3 5-15 16,0-4-12-16,0 1-12 0,2-1-9 15,3-2-5-15,1 0-1 0,0-3 0 0,2-1-4 16,2-2-6-16,1 0 2 0,2-4 0 0,4 0-4 16,-2-3-1-16,2-3-2 0,4-2-14 15,-2-3-16-15,0-1-50 0,3-5-112 0,-3 1-150 16,-1-3-246-16,1 1-272 0,-2 0-250 0,-1 2-94 0,-3-3 275 15,1 0 437-15</inkml:trace>
  <inkml:trace contextRef="#ctx0" brushRef="#br1" timeOffset="120843.91">3054 7541 134 0,'0'-3'295'16,"-1"1"128"-16,1 2 16 0,-2-2-94 0,0-1-97 15,1 0-53-15,-1 2-21 0,2-4 7 0,-3 2 18 16,3-1 24-16,-2-1 20 0,1 2 25 0,1-1 14 15,-2 1 10-15,2 2-3 0,0-3-11 0,2 3-23 16,-2-1-31-16,0 2-40 0,0 0-44 0,1 0-39 0,-1 2-32 16,2 1-13-16,1 1-9 0,-1 3-11 15,1 4 0-15,0 1-6 16,2 4-1-16,-2-2-11 0,3 3-6 0,-1-1-1 0,1 1-2 0,-1 2 0 16,0-4 0-16,0 1-2 0,1 0-3 0,-3-2-3 15,0-2-4-15,1-2 2 0,-1-1-1 0,-2 0-12 16,1-2-41-16,-2 1-86 0,-2-4-119 0,-2 1-135 0,-1-3-216 31,0 2-283-31,-4-2-190 0,2 1 38 0,1-3 281 16,-2 0 333-16</inkml:trace>
  <inkml:trace contextRef="#ctx0" brushRef="#br1" timeOffset="121062.49">2999 7749 8 0,'2'1'249'0,"2"1"153"16,-2-2 148-16,1 1 11 0,0 1-137 0,0-1-94 0,-1 2-38 0,3-1 2 15,-2 0 5-15,2 1-24 0,1-1-29 0,-3-1-12 16,3 2-23-16,-1-3-39 0,0 2-43 16,0-2-30-16,1 0-14 0,0 0-37 0,-1-2-22 0,0 2-10 15,0-5-5-15,-1-1-4 0,2 2-3 0,-1-1-4 16,0-3-15-16,0-1-71 0,0 2-97 0,-2-2-131 16,4 1-257-16,-2 2-249 0,0-2-171 15,1 4 49-15,1-1 267 0,2 1 318 16</inkml:trace>
  <inkml:trace contextRef="#ctx0" brushRef="#br1" timeOffset="122527.6">2983 11131 13 0,'0'0'194'16,"2"0"113"-16,-2 0 63 0,1 0-28 0,-1 0-54 15,-1 0-59-15,1 0-50 0,-2 0-40 0,2 0-23 0,-2 0-13 16,1-1-5-16,-1 1-2 0,1-2 2 0,-1 0 1 15,0 1 9 1,-2-2 9-16,2 2 12 0,1-1 17 0,1 1 12 16,-2-1 13-16,1 1-2 0,1 0-2 15,-2 1-9-15,2-2-16 0,0 2-17 0,0-2-24 16,0 2-23-16,0 0-23 0,0 0-17 0,0 0-18 0,2 0-15 16,-2 0-4-16,1-1-1 0,1 1-1 15,1 0-2-15,1-2 2 0,0 1 2 0,0-1-1 16,1-1 0-16,2 0 0 0,-1-1 2 0,3-3 0 15,-1 1 0-15,2-2-1 0,1-1 3 16,-2-2 2-16,1-2-2 0,2-1-1 0,-1 0 0 0,1-4-1 16,0 2 0-16,-1-2-2 0,-1 1 1 0,1 0-24 0,-3 0-63 15,-2 4-91-15,-3 1-132 0,-1 2-290 0,-2 5-220 16,-3 2-110-16,-2 3 96 0,-3 3 267 16</inkml:trace>
  <inkml:trace contextRef="#ctx0" brushRef="#br1" timeOffset="122776.97">3062 10918 326 0,'8'-1'642'0,"-2"1"221"16,1-2 55-16,-2 1-295 0,1 1-270 0,0-2-196 15,2 1-97-15,-2-3-47 0,4 3-23 0,-1-2-10 16,1-1 44-16,1 1 49 0,3-2 25 0,-1-1-12 15,1 0-5-15,0 1-7 0,0-1-11 0,1 0-30 16,0 2-15-16,-2-1 12 0,0 3 6 0,-1 0 0 0,0 2-15 16,0 2-8-16,-1 3-4 0,-1-2-23 0,0 6-12 15,-1-1-35-15,0 1-70 16,-2 2-99-16,0-1-126 0,1 2-267 0,-3 2-196 16,3-1-72-16,1-1 126 0,-1 0 264 0</inkml:trace>
  <inkml:trace contextRef="#ctx0" brushRef="#br1" timeOffset="123893.83">10204 10931 7 0,'2'-7'335'0,"-1"2"265"0,-1 3 221 0,0 0 61 0,0 1-202 16,3 1-148-16,-3 1-102 0,2 2-64 0,-1 3-48 0,2-2-52 15,-1 5-66-15,3-1-65 0,-2 3-50 0,2 2-34 16,1 2-20-16,3 0-19 0,-2 2-3 0,-1-1-4 15,2 2-2-15,1-1-4 0,-2 0-5 16,1 0 4 0,-2-2 0-16,2 1-12 0,-2-2-39 15,-1-2-82-15,-2-1-118 0,-1-2-144 0,0-3-251 16,-1 0-271-16,-1-3-185 0,-1-2 50 0,-1-1 311 16,-1-3 351-16</inkml:trace>
  <inkml:trace contextRef="#ctx0" brushRef="#br1" timeOffset="124128.44">10164 11051 153 0,'-6'-8'495'0,"-2"-1"261"0,0-1 126 0,-1-2-128 16,2 1-242-16,-1-1-134 0,1-2-78 0,2-1-26 16,0-1-26-16,2-2-28 0,-2 3-46 0,3-2-59 15,2-1-45-15,0 1-30 0,0 2-18 16,2 1-12-16,3 2-6 0,-2 3 0 0,2 1-4 15,1 4 1 1,0 4-1-16,2 3-17 0,-1 1-66 16,-1 6-115-16,-1 1-151 0,1 4-294 0,-1 2-259 15,-2 2-194-15,-1-1 41 0,-1 0 331 0</inkml:trace>
  <inkml:trace contextRef="#ctx0" brushRef="#br1" timeOffset="126778.89">2999 7780 13 0,'0'0'221'0,"2"-1"124"0,-1 0 117 0,-1 1-82 0,0 0-111 15,3-2-91-15,-3 2-52 16,0 0-33-16,0 0-17 0,0 0-3 0,0 0-5 0,2-2-6 16,-2 2-10-16,0 0-7 0,1 0-10 0,-1 0-12 15,2 0 21-15,-1 0 49 0,1 0 26 0,1 0 15 16,2 0 7-16,-2 0 2 0,2 0 24 0,3 0-17 16,-2 2-9-16,2-2-8 0,0 2-5 0,1-2-3 15,1 1-48-15,1 0-32 0,0 1-18 16,0-2-10-16,2 3-23 0,1-2-17 0,0 1-7 0,0 1-3 31,1-1-4-31,2 0-1 0,-1 2 17 0,1-3 14 16,-1 2 3-16,3-2 4 0,0 1-1 0,-1-1 1 15,2 0 1-15,0 1-1 0,-2-1 0 0,2 1 0 16,0 0 4-16,0-1-4 0,0 1 1 0,0-1 4 16,0 1-2-16,-1 1 3 0,0-2 0 15,0 2 24-15,1-1 7 0,-2 0 2 0,1 0 2 0,-1 0 1 16,0 0 1-16,1 2-21 0,-3-2-9 0,1 1-8 15,-1-1-1-15,0 0-2 0,0 1-4 0,-2-2-1 16,0 1 2-16,2-1 1 0,-3 1 1 0,1 1 4 16,0-2-1-16,-1 1 2 0,1 0 0 15,-1 0-2-15,1 0-1 0,-3 0 0 0,2-1 1 16,1 2 2-16,-1-2 0 0,-1 2-3 0,1-2 3 16,-1 2-2-16,1-1-3 0,-2 1 1 0,2-1 1 15,-2 1 0-15,3-2-2 0,-3 1 3 0,1 1-2 16,0-2 1-16,1-1-2 0,-2 2 1 0,3-1-1 31,-3-1 0-31,3 0 1 0,-1 1-2 0,1-1 0 16,-1 2 1-16,1-2 1 0,2 2-1 0,-2-2-1 15,2 5 2-15,-2-4 1 0,0 1-3 16,1 1 0-16,0 3 1 0,0-4 0 0,0 1 2 16,-2 0-3-16,4 0 2 0,-4 1-2 0,4-3-2 15,-4 2 2-15,1-3-1 0,1 2-2 0,0-4 3 16,-2 2 0-16,0-2-1 0,1 0-1 0,0 0-1 15,0 0-1-15,-1 1-2 0,0 1 2 16,-2-2 1-16,0 1 0 0,3 1 0 0,-3 0 0 16,2 1 0-16,-2 1 0 0,0-2-4 0,1 1 4 0,0 1-2 15,-1 0 2-15,1 0 3 0,1 0 0 16,-2 0 1-16,0-1 2 0,2 0 3 0,-1 1-2 16,0-2-1-16,0 1 0 0,-1-1 0 0,2 0 1 15,-1 0-1-15,1 0 1 0,0 0 2 0,-2 0-2 31,2 2 2-31,-1-2-3 0,1 1 1 0,1 0-1 0,-1 1 0 0,1-1 0 0,-1 1 0 16,-1 1-2 0,2-1 1-16,1 1-1 0,-1-2-1 0,-1 1 2 15,2-1 0-15,-2 0-2 0,0-1 0 16,1 2 2-16,0-2-1 0,2 0-1 0,-3 0 2 16,2-2 1-16,0 2-2 0,0-1-1 0,0 0 0 15,2 1 0-15,-1-3-1 0,1 1 1 0,-1 1 0 16,1-1-2-16,2 2 2 0,-1-1 0 0,-1-1-3 15,2 2 0-15,0 0-2 0,2 0 3 0,-2 0 1 16,1 2-5-16,-1-1 2 0,0 1-2 16,2-1 0-16,-2 1-1 0,1 1 6 0,1-1 2 0,-2 0 2 15,3 0 4-15,-2-1 3 0,1 0 0 16,3 1 0-16,-2 0 0 0,0-2-4 0,2 0 1 16,-2 0 0-16,3 0-3 0,0 0 1 0,-1 0-2 15,2 0 1-15,-1 0-3 0,2-2-1 16,-2 2 2-16,2 0-2 0,-2-2 0 0,-1 2 0 0,1-1 1 15,0 0-1-15,-1-1 0 0,1 2 0 16,-2-2 0 0,0 1-3-16,-1 0 2 0,2-1-3 15,-3 1-1-15,1-1-2 0,-2 1 2 0,1 1-4 16,0-2-1-16,-1 1 0 0,-1-1 0 0,2 2 0 16,-1-2 3-16,-1 1 5 0,0 1 2 0,-1 0 3 15,1 0 7-15,-1 0-1 0,0 0 1 0,2 0-2 16,-2 0 0-16,2 1-1 0,-1-1-2 15,-1 2 0-15,2-2 2 0,-1 0-4 0,0 0-1 16,0 2 0-16,0-2 1 0,0 0-2 0,0 0-1 16,0 0 1-16,0-2 2 0,0 2 0 0,0 0 0 15,0-2 0-15,-3 2 0 0,3 0-3 0,-2 0 0 16,-1 0 0-16,2 0-3 0,-1 0 0 0,0 0 2 16,-3 0-1-16,4 0-1 0,-1 0 2 0,0 0 2 15,0 0-1-15,0-1 0 0,0 1 0 16,-1 0-1-16,0-2-2 0,1 2-1 0,0 0-2 15,-1 0-4-15,0 0 2 0,0 0 1 0,1 0-1 16,-1 0 1 0,0 0-1-16,-2 2 3 0,2-1 5 15,-2 1 2-15,0-2-1 0,-1 2 5 0,0-1 3 16,1 1-2-16,-1-2-2 0,-1 0 0 0,-1 1 3 16,2-1-5-16,-2 0 1 0,0 0 2 0,2 2 0 15,-4-2-4-15,3 0 1 0,-2 0 2 0,0 1-4 16,1 1 3-16,0-2 2 0,-1 2-2 15,-1 0 2-15,4 1-4 0,-4 0 4 0,1 1-3 16,2 0-3-16,-1 1 0 0,-1-3 1 0,4 3 3 16,-3-1-2-16,0-1-1 0,2 2 2 0,0-2 0 15,1 0-3-15,-1 0 0 0,2 1 0 16,-2-2 0-16,2 0 0 0,0 0 0 0,1-1 1 0,-2 1 1 16,3-2-2-16,-1 2 0 0,1-2 41 15,-2 0 29-15,2 0 19 0,-1 0 4 0,3-2 1 0,0 2-2 16,-2-2-38-16,2 1-24 0,-1-1-21 15,2 1-7 1,-1 0-5-16,0-2 1 0,2 1 0 16,-2 1-4-16,1 0 21 0,2-1 23 0,0 0 15 15,-1 2 10-15,3-1 6 0,-1 1 2 0,1-1-16 16,0 1-19-16,0 0-12 0,1 0-8 0,0 0-7 16,2 0-1-16,-3-2 0 0,5 2-1 15,-3-2 0-15,4 1-3 0,-1-1-1 0,1 1 1 16,-2-2 0-16,2 1-4 0,0-2 0 0,0 2 0 15,2-3-4-15,-2 3 1 0,2-4-1 0,-2 4 0 16,1-2-3-16,-1 0 1 0,0 2-3 0,-1-1-1 16,-1 0-5-16,-1 1 0 0,-3 1-34 0,-2 1-108 15,-2 0-160-15,-5 1-292 0,-3 1-254 16,-4 2-237-16,-4 0-61 0,-6 1 323 0,-3 2 435 16</inkml:trace>
  <inkml:trace contextRef="#ctx0" brushRef="#br1" timeOffset="128976.89">3040 9268 14 0,'0'-1'170'0,"-2"-1"74"15,2 0 9-15,-1 2-46 0,1 0-63 16,0-1-47-16,0 1-32 0,0 0-13 0,0 1-3 0,1-1 0 16,-1 2 4-16,2 0 2 0,-1-1 1 15,1 0-2-15,1 4 22 0,-1-5 9 0,3 2 2 16,-2 1-3-16,2-2 20 0,1 1 10 0,0-1-24 0,-1 1-10 16,1 1-15-16,1-2-13 0,2 1-23 15,-1 0 41-15,0-1 22 0,4 0 8 0,-2-1 64 16,3 2 25-16,1 0 11 0,-1-2-46 0,2 0-28 0,0 0-18 15,0 0-48-15,1 0-22 0,1 0 69 16,1 0 43 0,1 0 19-16,1 0 6 0,-2 0 0 0,2 0-3 15,0 0-73-15,0 0-45 0,-1 0-22 0,0 0-10 16,1 1-8-16,1-1-5 0,0 0 0 16,-1 1-2-16,0-1-4 0,0 2 2 0,2-2-2 15,0 0 0-15,-3 1-2 0,3-1 0 0,-3 2-1 16,2-2 0-16,-1 1-2 0,2 0-1 0,-3-1 3 0,2 2-1 15,1 0 2-15,-1-1-1 0,-1-1 8 16,2 2-1-16,-1-1 2 0,1 1 0 0,-2-1-3 16,2 1 0-16,-1-2-1 0,0 3 0 0,-1-2 1 15,-1 0-4-15,0 1 2 0,-1 1-2 0,-1 0 0 16,3 0-1-16,-4-2-1 0,1 3 2 0,1-3-2 16,-1 2 1-16,-2 0 2 0,2-3-2 0,-2 2 2 15,0 1-2-15,-2-2 1 0,1 1 0 0,-3-1-2 16,0 1 0-1,0 0-2-15,0-1 1 0,-1 2 1 16,1-1 0-16,-3 0 1 0,1 2 2 0,2-3 1 16,-3 2-1-16,2 0-1 0,-1-1-1 15,-1 2 0-15,2-1-2 0,-1 0 0 0,2-2-1 16,-3 2-1-16,3-1-1 0,0-1 4 0,-1 0 0 16,-1 1-1-16,2-2-1 0,0 2 1 0,2-1 1 15,-2-1-2-15,-1 0-1 0,2 1 1 0,-1 1 2 16,0-2-2-16,2 2 0 0,-2-1 0 15,0 0-2-15,0 1-1 0,0 0 0 0,2-2-2 16,-2 1 0-16,-1 0 2 0,2-1 2 0,-1 2 3 16,0-2 2-16,2 3 4 0,-2-3 1 0,1 0-2 15,0-3 2-15,-1 3-5 0,1-2 2 0,1 1 1 16,1 0 1-16,-1-1-1 0,0 0-2 0,1 0 3 16,-1 0-1-16,2 0-4 0,-2 1 0 0,4 0 1 15,-2-1 1-15,2 2-1 0,-1-2-1 16,1 2 1-16,-1 0 1 0,3-1-1 0,-2 1 1 15,2 0-2 1,0 0 0-16,-1 0 0 0,1-1-1 0,-1 1 0 16,0 0 0-16,-1-2 2 0,1 1-2 15,-1 1 0-15,-1-2 1 0,3 1 0 0,-2-1 0 16,-1 1 1-16,3-1-1 0,-3-1-1 0,3 1 0 16,-3 1 0-16,3 0-3 0,-2-1 0 15,0 1 0-15,2-1 1 0,-3 1-1 0,3 1-2 16,-3-1-1-16,1-1-3 0,-1 0 1 0,2 1 0 15,0 0 4-15,-2 1 4 0,2-2 3 0,-2-1 2 16,2 2 1-16,-3-1 0 0,2-1-1 0,-1 1 0 16,1-2 3-16,-1 4-3 0,2-2 1 0,-1-1-1 15,-3 1 1-15,5 1-1 0,-3 0-3 0,1-3 2 16,-1 3-2-16,1 0 3 0,1-1-3 0,-1 0-2 16,1 0 0-16,2 0 2 0,-1-1-2 0,-1 2 0 15,2-2 2-15,-1 0 2 0,0-2-3 16,0 2 0-16,0 0-2 15,-2-1 0-15,4 1-3 0,-3 0 0 0,0-1 0 0,0 0-2 0,1 2 1 16,0-2 1 0,-2 1-1-16,2 2-2 0,0-2-1 15,0 1 3-15,0-1-3 0,0 1-1 0,0 1-1 16,1 0 3-16,0-3-3 0,0 3 1 0,-1 1 3 16,3-1-1-16,-3-1 7 0,2 2 2 0,-1 0 5 15,1 0 1-15,1 0 1 0,-3 0-1 0,3 0-3 16,-3 0 0-16,3 0 1 0,0 2-1 15,0-2 2-15,-1 0 0 0,1 0-3 0,0 0-1 16,-1 0-1-16,4 0-2 0,-3-2-3 0,2 2 3 16,-2-2 3-16,2 1-1 0,1 0-2 0,-3-1 3 15,3-1-2-15,-2 0-5 0,2 0-2 0,0 0-2 16,2-1 1-16,0 0-3 0,1 0 0 0,1 0-1 16,-2-1-3-16,3 3-3 0,0-3 2 0,0 2 6 15,2 0 4-15,-1 1 8 0,3-2 8 16,0 4 4-16,-1-2 1 0,2 2-2 0,0 0-2 15,1 0-2 1,1 0-1-16,2 2-2 0,1 1-2 0,-2 0-1 16,0 0-4-16,1 1-3 0,-1 1 1 15,0 0 1-15,-1 0-5 0,-1 1 1 0,3 0-3 16,-2 0-4-16,-1 0-6 0,-1 0 4 0,0 0 4 16,0 0 5-16,-1-1 5 0,-1 1 9 0,-1-3 8 15,-1 0-6-15,1 0-1 0,-3-1-3 0,-1-1-3 16,-2 0-4-16,-1-2-22 0,-3 0-49 15,-2-1-86-15,-4 0-118 0,-2 1-188 0,-4 1-275 16,-4 1-195-16,-4 3-44 0,-2-2 190 0,-5 2 315 16</inkml:trace>
  <inkml:trace contextRef="#ctx0" brushRef="#br1" timeOffset="130177.1">8761 8251 185 0,'2'-1'329'0,"0"0"131"16,-2-1-13-16,0 0-94 0,0 2-80 15,0-1-40-15,0 1-10 0,0-1 2 0,0 1 8 16,0-2 11-16,-2 2 8 0,2-2 2 0,0 2-4 16,-2-1-9-16,2 1-9 0,0 0-21 0,0-1-22 15,0 1-26-15,0-2-25 0,0 2-23 16,0 0-23-16,0 0-16 0,0 0-13 0,0 0-13 15,0 0-11-15,0 0-15 0,0 0-9 0,0 0-5 16,0 2-5 0,2-1-5-16,-2 2 1 0,2 0-1 15,-2 2 1-15,3 2 0 0,-1 0-3 0,-1 2 3 16,1 1-5-16,1 2-1 0,-1 1-1 0,-1 4 0 16,1-3 2-16,1 3-1 0,-3 0 5 0,2 0 11 15,-1 2 6-15,1 3 3 0,-2-1 1 0,2 3 2 16,-1 0 1-16,2 1-3 0,-3 0-5 0,3 0 5 15,-3 2-2-15,0-2-5 0,0 0 0 0,0 0-5 16,3-1-3-16,-3-2-4 0,2-1-3 16,0-1 0-16,-1-2 1 0,-1-2-4 0,2-1 1 15,-1-1-2-15,-1-1 4 0,0-1 0 0,0 0 0 16,0-3 1-16,0 0 1 0,-1 2-1 0,-1-4-1 16,-1-1 2-16,1 2-1 0,-1-2 0 0,0 1 0 15,0-1 0-15,0 0 3 0,0 0-2 16,1-1-2-16,-1-1 0 15,1 2 1-15,-1-2 3 0,2 1-2 0,-1 1-4 0,0-4 3 0,2 1-4 16,0 0 2 0,0-2-1-16,0 1-2 0,0 0 2 15,0-1 0-15,0-2 1 0,2-1-2 0,-2-1 1 16,3 0-1-16,-1-2-12 0,-1-1-27 0,1-1-59 16,-2-1-95-16,0 2-126 0,0-1-156 0,0 0-289 15,0 3-231-15,0 0-90 0,-2-2 156 0,2 1 340 16</inkml:trace>
  <inkml:trace contextRef="#ctx0" brushRef="#br1" timeOffset="130942.2">9206 8643 115 0,'0'-5'412'0,"0"2"257"15,0 0 210-15,-3 0-80 0,1 2-155 16,1-1-118-16,-2 1-92 0,-2 0-71 0,0-1-73 16,2 0-66-16,-2 1-60 0,1 1-50 0,-1 0-32 15,0 0-25-15,-1 0-11 0,3 1-10 16,-2 1-4-16,0 0 0 0,2-1 3 0,0 2 1 16,-2-2-1-16,2 2-3 0,-3 0-3 0,3 2-10 15,-2-1-5-15,0 2-9 0,0 0-4 0,3 1 1 16,-2 4-5-1,-1 0 1-15,2-1-1 0,0 2 5 16,0 0 0-16,1 1-1 0,1 1 3 0,-1-2 1 0,2 2-3 0,2-3-1 0,-1 0-1 16,1 0-3-1,1-3 1-15,0-2-1 0,0 1 0 0,3-4 1 16,-1-2-3-16,0-1 4 0,1-4 1 16,1-1 0-16,0-4 1 0,1-3 0 0,-1-1 4 15,-1-4 0-15,3-2-5 0,-2-1 2 0,-1-3 0 16,2 0-2-16,-1-3 0 0,0 0-1 0,-2 1 2 15,1-1-1-15,-1 2-3 0,-1-1 1 0,0 3 1 16,-1 1 0-16,0 0 4 0,0 3-1 0,-1 3 5 16,1 0 17-16,-1 2 17 0,-1 4 24 0,-1-1 22 15,2 3 19-15,-2 1 7 0,0 2-11 16,2 1-14-16,-2 1-19 16,0 1-22-16,0 1-16 0,0 0-11 0,0 1-9 0,0 0-4 0,0 3-4 15,0 0 0-15,0 3-3 0,0 1 0 0,1 1 2 16,-1-1 0-16,0 3-3 0,0 1 1 0,0 1 1 15,0 1-1-15,0 2 3 0,0 1 0 0,0 1 1 32,0 2 1-32,0 0 0 0,2 0 2 0,-2 2-5 15,3-3 0-15,0 0 3 0,-1 1-2 0,5-2-1 16,-2 0-2-16,0-2 2 0,0-1-2 16,1 1-2-16,0-2-3 0,1 0-4 0,-1 0-15 15,1-3-58-15,-1-2-62 0,0-2-134 0,0-1-226 16,1-4-301-16,-2-2-319 0,1-2-229 0,-2-4-46 15,1-1 478-15</inkml:trace>
  <inkml:trace contextRef="#ctx0" brushRef="#br1" timeOffset="140385.32">14026 2078 50 0,'-2'2'254'0,"0"-2"123"0,-1 0 113 16,0-2-99-16,1 2-132 0,-1-1-68 15,2 0-32-15,-1-1-7 0,-1 1 5 0,1-1 10 16,1 1 12-16,-1 0 16 0,0-1 30 0,-2 0 18 16,4 1 18-16,0 0 0 0,0 1-9 0,0-2-17 15,0 2-28-15,0 0-27 0,0 0-29 0,0 0-23 16,0 0-17-16,0 0-17 0,0 0-14 0,0 0-16 16,0 0-9-16,0 0-14 0,0 0-5 0,0 0-10 15,0 0-8-15,0 0-5 0,0 2-3 0,0-2-2 16,0 0-3-16,0 0-1 0,0 1 2 0,0-1-4 15,0 0 1 1,2 0-2-16,0 1 0 0,-2 1 0 0,0 0 0 16,2 0 4-16,-2 0 5 0,2 1 4 0,-2-1 1 15,0 2-2-15,1 0 0 0,1-1 0 16,-1 2-4-16,-1-3-5 0,2 4-2 0,0-1 1 0,-1 0 14 16,2 2 10-16,-3-1 4 0,4 1 3 0,-1 0 1 15,0 2 3-15,0-2-18 0,2 2-7 16,-2 2-2-16,2-3-7 0,-1 3 2 0,1 0-5 0,0-1 2 15,1 1-3-15,0-1-2 0,1 2 2 0,-1 0 0 16,1 2 3-16,0-2-2 0,0 1 4 0,-2 1 1 16,1-1 0-16,0 2 1 0,0 1-1 0,1-2 4 15,-1 3-5-15,-1-3-1 0,0 3-1 0,1-2-1 16,-2 0-1-16,1-1-1 0,0-1 6 0,-2-1-5 16,1-1 0-16,0-3 0 0,-2 2 3 0,2-3-2 15,0-1-2-15,-3 0 7 0,2-1 0 0,-1-1-5 16,-2-1-1-1,2 0 4-15,-1 0-4 0,-1-1-7 0,2-1 3 0,-2 2 5 0,1-1-1 0,-1-1-4 32,0 0 5-32,2 1-1 0,-2 1-1 0,0-3 3 15,0 0-4-15,0 2 3 0,0-2-3 0,0 0 6 16,0 0-1-16,0 0-4 0,0 0 1 0,0 0 3 16,0 0-1-16,0 0-5 0,0 0 2 0,0-2 5 15,0 2-5-15,0 0-1 0,0-5-2 0,0 4 5 16,0 0-5-16,-2-1 0 0,2 0 5 0,-1 0-4 15,-1 0 2-15,2-1-2 0,-1 2 2 0,-1-1-4 16,0 0-5-16,-1 1-12 0,3 0-19 0,-1-1-18 16,-3 2-44-16,0 0-77 0,-1-1-109 0,0 1-113 0,1 0-166 15,-1 1-277-15,-2 1-202 0,1-1-30 16,0 2 219-16,1-1 339 0</inkml:trace>
  <inkml:trace contextRef="#ctx0" brushRef="#br1" timeOffset="140937.76">14014 2552 213 0,'0'-1'357'0,"0"1"128"0,0-1-9 0,0 1-141 16,0 0-103-16,0-2-46 0,0 2-11 16,0-2 1-16,0 2-4 0,0 0-12 0,0 0-18 15,0 0-28-15,0 0-24 0,0 0 28 0,0 0 25 16,2 2 10-1,0-2 7-15,-1 2 24 0,2-2 8 0,-1 0-38 16,1 1-9-16,0 0-6 0,0 1-10 0,0 0-26 16,2 0-19-16,0 3 14 0,0 1-18 15,0-1-14-15,2 0-4 0,1 4-4 0,-1-2-4 16,1 2-23-16,1 1-13 0,-1 2-6 0,0 0 5 16,3 0 6-16,-2 1 5 0,-1-2 2 0,2 1-1 15,-1 0 1-15,-1-3-11 0,0 3-8 0,1-5-5 16,-1 1-3-16,0-2 0 0,0-1-5 0,0-1 7 15,-2-1 4-15,1-1 7 0,-1-2 7 0,-1 0 7 0,3-2 4 16,-2-1-2-16,0-2-2 0,-1 0-4 16,2-2-9-16,-1-4 2 0,0 3 1 0,-1-1-1 15,0 0 1-15,-2-1-3 0,0-1 0 0,0 1-10 16,-1-1-7-16,-2-1 0 0,4 3-4 0,-4-2-1 0,2 4-6 16,-1 0-14-16,1 1-51 0,1 1-125 15,-1 1-163 1,1 1-292-16,2 2-275 0,3 1-250 0,1 0-65 0,2 0 361 0,1 1 458 0</inkml:trace>
  <inkml:trace contextRef="#ctx0" brushRef="#br1" timeOffset="145580.56">15611 2558 58 0,'2'5'263'0,"-1"1"128"0,-1-4 103 0,2 1-128 16,0-2-142-16,-1 2-83 0,3 1-39 15,-3-2-5-15,1 2 6 0,-1-3 18 0,1 2 15 16,2-1 9-16,-2 0 6 0,-1 0 11 0,-1-1 5 0,2 1 11 16,-2-1 14-16,0 1 8 0,2-2 7 15,-2 1 5-15,1 1-3 0,-1-2-6 0,0 1-14 16,0-1-18-16,2 0-17 0,-2-1-19 0,1-2-23 0,1 0-22 15,1-3-20-15,1-1-10 0,0-3-10 0,2-2-14 16,-1 0-8-16,3-3-6 0,-1 0-4 0,2-2-7 16,-1-1-6-16,1 0-3 0,-1-1-1 15,3-1-1-15,-1 1-1 16,-1-2-2-16,2 2 1 0,-1-1 4 16,0 4 4-16,-1-1 2 0,-3 2 0 0,0 4 1 15,-1-1-1-15,0 1-5 0,-3 4-4 0,-1 3-1 16,-1 1-11-16,-3 0-39 0,-2 3-82 15,-3 2-119-15,0-1-145 0,-4 5-290 0,-1 0-262 0,-3 2-169 16,2-1 75-16,-3 1 336 0</inkml:trace>
  <inkml:trace contextRef="#ctx0" brushRef="#br1" timeOffset="145913.66">15611 2313 177 0,'12'-9'370'0,"-3"-1"156"0,0-2 99 0,-1-1-168 15,2 0-116-15,1-1-32 0,0-2 9 0,0 1 6 0,-2-2-2 0,3 2-20 0,-2 0-37 16,2 0-40-16,-3 0-46 0,4 2-40 0,-5 2-36 16,1 1-23-1,-2 2-23-15,0 1-18 0,0 2-18 16,-3 1-7-16,1 1-3 0,-1 3 4 0,-1 1 13 15,-2 2 2-15,-1 3 6 0,0 2-1 0,0 1 3 16,-3 1-11-16,2 1-11 0,-1 2-8 0,-1 1-3 16,-1 1-4-16,1-1-4 0,-2 3-4 0,1-2-1 15,-2 2-2-15,3-1-1 0,-2 0 2 0,1 1-22 16,-2 0-64-16,3-2-108 0,0-2-128 0,-2-1-258 16,2 0-269-16,1-4-191 0,2 1 14 0,0-1 279 15,0-3 351-15</inkml:trace>
  <inkml:trace contextRef="#ctx0" brushRef="#br1" timeOffset="152910.21">22605 6246 59 0,'-2'0'226'0,"0"1"108"0,1 0 40 16,1-1-53-16,-4 2-69 16,3-2-46-16,-1 2-21 0,1-2-4 0,-4 0 0 0,4 0 3 15,-1 0 7-15,1 0 19 0,-3 0 23 0,4 1 15 16,0-1 11-16,-1 0 6 0,1 1-8 0,0-1-19 15,1 2-26-15,-1-2-27 0,0 0-25 0,0 0-26 16,0 0-23-16,0 0-19 0,0 0-21 0,0 0-17 16,0 0-14-16,2 0-11 15,-2 0-5-15,0 0-7 16,2 0-7-16,-2 0 0 0,1 0-1 0,1 0 1 16,-1 3-4-16,4-3 7 0,-1 0 9 15,0 0 4-15,2 0-1 0,-1 2 0 0,1-2 1 16,3 3-7-16,-2-3-7 0,1 3-3 0,3-2-4 15,-5 0-3-15,4 2-2 0,-2-3 0 0,3 4 0 16,-3-2 0-16,1-1-1 0,-1 0 2 0,1 1 0 16,-1 0-1-16,1-1 1 0,1 0 0 15,-2 1 3-15,0-2-4 0,0 1 0 0,1-1 8 16,-1 2 8-16,2-2 1 0,-1 0-2 0,-1 0 5 16,0 0 1-16,0 0-5 0,1 0-7 0,0 0-3 15,-3 0-3-15,0 0-1 0,2-2 1 0,-2 2-1 16,1 0-4-16,-1 0 2 15,1 0 1-15,-1 0 0 0,0 0-5 0,0 2 5 0,-1-2 1 0,0 1 0 32,1-1 2-32,-1 2-4 0,0-1 2 0,-1 1-2 15,1-1 1-15,-1-1 0 0,0 2 0 0,2-1 0 16,-3 1 2-16,2 1-5 0,-2-3 0 16,1 1-2-16,1 1 2 0,-4-1 4 0,2-1-4 15,3 1 3-15,-3 1-1 0,-1-2 2 0,1 2-2 16,-1-2 0-16,1 1 4 0,-1-1-2 0,1 1-3 15,0-1-4-15,-1 0 4 0,1 2 1 0,0 0-1 16,0-2 1-16,-2 0 2 0,3 1 1 16,-1 0-3-16,0-1-2 0,0 2-1 0,1 0 0 0,-1-2 2 15,0 0 2-15,1 1 1 0,0-1-3 16,-3 0 2-16,4 1-2 0,-2-1 1 16,0 0-4-16,1 0 0 0,-1 0 4 0,2 0-1 0,-4 0 2 15,4 0-3-15,-4 0 2 0,2 0-2 0,1 0 0 16,-3 2 2-16,1-2-1 0,-1 0 4 0,3 0-4 15,-4 0 4-15,1 0-2 0,2 0-2 0,-1 0 0 16,0 0-3-16,-2 0 2 0,1 0 0 16,2 0 2-1,-1-3 2-15,-1 2-6 0,2-1 5 0,-1-1 3 16,0 0-3-16,1-1-1 0,-2 0 0 16,3 2 5-16,-1-3-7 0,0 1-1 0,0-1 0 15,2 1 2-15,-2-1-2 0,2 1 1 0,-4-2 0 16,4-1 1-16,0 2-2 0,-2 0 0 0,5-2 0 15,-5-1 1-15,2 0-2 0,0 0-3 16,-2-1 3-16,2 0 0 0,-1-2-2 0,2 1 4 0,-3-2 2 16,2 1 1-16,0-1 0 0,-2 0 0 15,2 0 2-15,-2 0-2 0,3 0-1 0,-3-2 1 16,1 3-1-16,-1-3 1 0,-1 1 0 0,1-2 0 16,0 1-2-16,-1-1 1 0,-1 2 2 15,2 0-2-15,-1-1 2 0,0 0 1 0,2-1 1 0,-2 2 0 16,2-1-4-16,0-1-1 15,-3 2 2-15,4-2 1 0,-2 1 1 0,0 0-2 0,2 1 4 0,0 0 2 16,-1-1-3-16,0 2-2 0,-1-1-2 16,2 1 0-1,-4 1 0-15,3 1-1 0,-1-1 1 16,-2 4 0-16,2-3-2 0,-1 3 5 0,-2 0-1 16,1 1-4-16,-1 0 2 0,0 1 0 0,0-1 1 15,0 2-2-15,0 0 0 0,-1 0 3 0,1 0-1 16,0 1 0-16,0 1-1 0,0-1 0 0,0 0 1 15,0 2 0-15,0-3 0 0,0 3-1 16,0-2 1-16,0 1 1 0,0 1-1 0,0-2-2 16,0 3-1-16,0-2 3 0,0 1-2 15,0 1 0-15,0-1 1 0,0 1-3 0,0-2 0 0,1 2 1 16,-1 0 4-16,0-1-4 16,0 1 0-16,0 0 3 0,0 0 0 0,0 0-3 0,0 0 0 0,0 0 2 15,0 0-2-15,0 0 0 0,0 0 2 0,0 1 1 16,0-1-1-16,2 0-3 0,-2 2 5 15,1-1 1-15,-1 0-3 0,0 3 0 0,2-2 0 16,-2 2 2-16,2 0-2 0,-2 0-2 0,0 1 8 16,0 3 2-1,0-2 6-15,0 1 3 0,0-1 4 16,0 1-1-16,0 3-5 0,0-3-3 0,0 2-4 16,-2 0-5-16,2-1-4 0,-2 3 4 0,2 1-1 15,-1-3 2-15,-1 4 0 0,2-2 18 0,-1 1 16 16,-4 1 11-16,4 2-1 0,-1-2 0 0,1 1-1 15,-3 0-12-15,3-1-12 0,-1 4-8 16,0-4-1-16,-1 2-4 0,2-4-2 16,-1 3 1-16,0 0-7 0,-1-2-1 0,3-1 2 0,-1 2 3 15,1-3-2-15,-5 1-2 0,5-2 5 0,-1 2-1 16,1-1-6-16,-4 0 0 0,4 1 2 0,-1-3 2 16,1 2-3-16,-2-2 0 0,2 3 3 0,0-2-6 15,-1-1 2-15,1 2 0 0,0-2-4 16,0 2 3-16,0-3-2 0,0 3 6 15,0-1 0-15,0-1-5 0,0 1 1 16,0-2-2-16,0 0 3 0,0 1 0 0,0-2-1 0,0 1 3 0,0-1 0 16,0 0-1-16,0-2-1 0,0 1-3 0,0 0 2 31,0-1-4-31,1 0 5 0,-1 2 0 0,0-2 0 16,0 0 0-16,0-1 4 0,2 2-2 0,-2-1-2 15,0 1 0-15,0-2 3 0,0 1 3 16,1-1-3-16,-1 1 1 0,0 1-3 0,0-2-1 0,0 0 3 15,0 0-2-15,0 0-2 0,0-1 1 16,0 1 3-16,0 0 0 0,0-1-5 0,0 1-3 16,0-3 5-16,2 2 1 0,0 0-4 0,-2 0 2 15,0-2 1-15,0 1 1 0,1 0-5 0,-1 1 3 16,0 0 1-16,3-1 4 16,-1-1-3-16,-2 0 0 0,0 1 0 0,1 1 0 0,-1-2-4 15,3 0-1-15,-3 1 3 0,2-1 1 0,0 2 4 0,-1-1-1 16,1-1 3-16,1 2 34 0,-1-2 17 0,1 1 12 31,-1-1 0-31,1 0 2 0,1 0-3 0,-2 0-29 0,1 0-17 0,-2 0-11 0,3 0-7 16,-1 0 1-16,0 0-2 0,0 0-1 15,2 0 0-15,-2 0 0 0,3 2 0 0,-1-2 0 16,0 1-1 0,0-1 0-16,1 0-1 0,2 2 2 0,-4-1 0 15,3 1-2-15,-1-2 1 0,-1 1 4 0,4 1-1 16,-2 1 2-16,-1-2-1 0,1 0-2 0,1 1 1 15,1 0-4-15,-3-1 2 0,2 0-4 16,0 3 2-16,3-3 1 0,-1 0 0 16,-2 3 1-16,2-3-2 0,0-1 1 0,1 1 3 0,0 1 0 15,0 1-2-15,2-3 0 0,-2 0 3 0,2 2-1 16,1-2-1-16,-1 3-1 0,2-3 1 0,0 0-1 16,-1 1-3-16,-2-1 3 0,4 2-3 0,-2-2 0 15,2 0 2-15,-2 0-1 0,1 0 0 0,1 0-1 16,-4 0 4-16,2 0-1 15,-1 0-2-15,1 1 0 16,-3-1 2-16,1 1-1 0,-2-1-2 0,2 0 0 0,-4 3 1 0,-1-3 0 0,0 0-1 16,-3 0 1-1,1 0 0-15,-3 0-1 0,0 0-2 16,-2 0-9-16,0 2-60 0,-4-2-66 0,-1 0-155 16,-3 0-287-16,-2 0-299 0,0-2-341 0,0 2-231 15,-2-3 46-15,1 2 635 0</inkml:trace>
  <inkml:trace contextRef="#ctx0" brushRef="#br1" timeOffset="165617.76">2877 5632 65 0,'0'0'186'0,"-1"2"66"0,1-1-13 15,-2-1-98-15,2 0-76 0,0 1-24 0,0-1-12 0,0 0-10 0,0 0-3 16,0-1-5-16,2 1-2 0,-2-1 3 16,1-1-3-16,1 1-2 0,2-1-1 0,-2 1 19 15,1-1 12-15,0 1 3 0,0-2 3 0,1 1 2 0,-1 0 4 16,0 1-23-16,-1-2-11 0,1 3-5 0,1-1-3 15,-2 1-3-15,1-2 15 0,-1 2 10 0,1 0 5 16,0 2 5-16,-1-2 2 0,1 1-3 0,0 1-10 16,-1-1-15-16,1 2-7 0,1-1-4 0,-1 1 0 15,2 0 0-15,-3 1-4 0,1-1 2 0,0 0 0 32,2 1 0-32,-2 0 4 0,3-2 0 0,-1 2 2 0,0-2-1 15,1 3 5-15,-1-5-2 0,3 2 0 16,-2 1 0-16,2 0-28 0,-1-2-11 0,-1 1-8 15,3 0-4-15,-1-2-3 0,-1 1-4 0,1-1 21 16,-1 1 16-16,3-1 1 0,-2 0 3 0,0 0 5 16,1 0 0-16,-1 2 4 0,0-2 0 0,1 2 0 15,-1-2 0-15,0 0 0 0,0 1 2 0,2-1 2 16,-1 1-2-16,-1-1-2 0,0 0 0 0,3 0 0 16,-3 2 1-16,0-2-1 0,3 0 0 0,-2 2 0 15,1-2 0-15,1 0 0 0,-2 0-1 0,1 0 1 0,1-2 0 16,-3 2 0-16,3 0 0 0,0-2 0 15,-1 1 1-15,1 0 3 0,1-1-2 0,-2 0 0 16,1 0-2-16,1 0 2 0,-2 0 0 0,1 1-2 0,0-1 0 16,0 1 0-16,0-2 0 0,-1 3 0 31,-1 0 0-31,1 0 0 0,-1 0 0 0,-1 0-2 16,2 0 2-16,-1 0-2 0,1 3 2 0,-1-2-2 15,0 1 0-15,1-2 2 0,-2 1 2 0,0 1 2 16,3-2-2-16,-3 0 2 0,0 2-2 0,3-2 0 15,-3 0 0-15,0 0-1 0,0 0-1 0,1-2 2 0,-1 2-2 16,0 0 4-16,1-2 2 0,1 2-2 16,-2-1 23-16,0 1 13 0,1 0 3 0,-1 0 3 15,0 0 1-15,0 0-2 0,1 0-24 0,-1-2-13 16,-1 2-4-16,1-1-6 0,1 1 16 0,-1-3 17 16,0 3 12-16,1 0 10 0,-1-2 2 0,-2 2 4 0,2-3-14 15,2 0-7-15,-4 2-1 0,2-3-4 16,0 2 3-16,0-2-1 0,-2 3 2 0,2-2-10 15,-1 0-7-15,-1 0-3 0,0 2-5 0,0-1-6 16,-1 1 0-16,0-2 0 0,0 3-1 0,2-2-1 16,-2 1 2-1,0 1 4-15,0 0-4 0,0 0 3 0,-1 0 1 0,2 0-2 0,1 0 0 0,-1 0-5 32,-1 0 1-32,3 0 0 0,0 1-27 15,0-1-14-15,0 0-6 0,1 0-2 0,0 0-7 16,1 2-1-16,0-2 25 0,2 0 15 0,-1 0 3 15,-1 1 6-15,4-1 2 0,-3 2 2 0,3-2 0 16,-3 0 0-16,3 1 0 0,-1 1 0 0,0-2-2 16,1 1 0-16,-3 1 0 0,3-1 2 0,-3-1 0 15,2 1 0-15,-2-1 0 0,0 2 2 0,-1-2 2 16,1 0-4-16,-2 2 2 0,1-2 0 16,-1 0 0-16,1 0-2 0,-2-2 0 0,1 2 2 15,1 0-4-15,-2-2 2 0,0 2-2 0,1-1 2 16,-1 1 0-16,0-1-2 0,-2 1 2 0,3-2 2 15,-2 2 0-15,1 0-2 0,1-1 4 0,-1 1 0 16,0 0-4-16,-1-2 0 0,2 2 0 0,-1 0 27 16,-2 0 14-16,2 0 4 0,1-1 6 15,-1 1 2-15,0 0 1 0,-1-2-31 0,0 2-13 0,1-1-10 32,0 1 0-32,-1 0-4 0,0-2 2 15,1 1-2-15,-1-1 4 0,-1 2-2 0,2 0-4 16,0-2 5-16,-2 2-7 0,2-1 4 0,-1 1-2 15,0 0 2-15,1 0 0 0,-1 0 2 0,1 0-1 16,-1 0-3-16,1 0 4 0,0 0-6 16,0 0 2-16,0 0-2 0,2 0 5 0,-2 0 1 0,1 0 2 15,-1-1 3-15,1 1 5 0,-1 0 2 16,3-2 2-16,-1 2-5 0,-1 0 3 0,2 0-2 0,-1-1 0 16,1 1-5-16,0 0-1 0,-2 0 4 15,3 0-2-15,0 0 2 0,-1 0-2 0,-1-2 0 16,2 2-1-16,-2 0 3 0,4-1 0 0,-3 1 0 15,-1 0 2-15,4 0 1 0,-3 0-30 0,3-1-14 16,-3 1-7-16,2 0-7 0,-1 0-6 16,1 0 1-1,1 0 26-15,-1 0 15 0,0 0 7 0,-1 0 6 16,1 0 0-16,1 1 0 0,-1-1 2 16,-1 0 0-16,1 1 0 0,-3-1 0 0,4 2 2 15,-3-2-1-15,0 1 1 0,0 1-4 0,0-1 2 16,0-1 2-16,0 1 0 0,-1 1 0 0,1 0 45 15,-2-1 25-15,1 1 13 0,2-2 4 0,-2 1 3 16,0-1 3-16,0 2-45 0,-2-2-22 0,2 0-15 16,-2 1-7-16,3-1-2 0,-3 2-6 0,0-2 0 15,1 0 0-15,-1 1 0 0,0-1-4 16,2 2-2-16,0-1 1 0,-2-1-1 0,2 1 2 16,-1 1-1-16,1 0 3 0,0-1-2 0,0-1 2 15,0 1-2-15,0 1-1 0,0 0 1 0,0-1-2 16,1 0 1-16,0 3 1 0,-3-3 0 0,3 0 2 15,-2 1 2-15,1 1 2 0,0-3 2 0,-1 2 2 16,2 1 1-16,-3 0-1 0,3-2-1 16,-2 1 1-16,1 0 0 0,0-1-5 0,0 0 3 0,0 1 0 31,0-2 2-31,-1 2-1 0,1-2 5 16,-1 0-1-16,2 0 0 0,-1 0 1 0,-1 0-3 15,0 0-1-15,1 0 1 0,-2 0 0 0,2 0 1 16,0 0-3-16,-2 0 3 0,1 0-1 0,1 1 3 15,-2-1-3-15,2 0 2 0,-1 0 0 0,1 0 2 16,-1 0-3-16,-1 0-1 0,1 0 1 16,1 0 23-16,-2 0 16 0,3-1 4 0,-3 1 6 15,2-2 2-15,0 0 3 0,-2 1-26 0,0 0-19 16,0 1-6-16,2-2-4 0,-2 0-4 0,0 2 1 16,-2-1-3-16,3 1 1 0,-1 0 3 0,0-2-3 15,0 2 0-15,3 0-1 0,-3 0 3 0,2 0-1 16,0 0-3-16,2 0 0 0,-1 0 0 0,3 0 0 15,-3 0-1-15,3 0 1 0,-1 0 0 0,3-1 0 16,-2-2 0-16,3 3 0 0,-1-2-4 16,0 2-1-16,0-3 3 0,3 0-3 0,-2 2-2 15,1-3-2-15,0 2 1 0,0 0-5 0,-1-1 1 32,-1 2 3-32,1-1 2 0,0-1 4 0,-2 3 3 15,1-1 7-15,0-1 0 0,-2 2 3 0,2 0 1 16,-2-1-1-16,0 1-1 0,-1 0 0 0,3-2 1 15,-4 1-3-15,1 1-2 0,1-2 1 0,-2 1 1 16,1-2-2-16,-3 1-2 0,1 0 1 16,2 1-1-16,-4-2 1 0,1 2-3 0,-1-1 1 15,1 1 0-15,-4 1-1 0,3-1 1 0,-1 1 0 16,-3-2 0-16,3 2-1 0,-3 0 1 0,4 2 0 16,-2-2-2-16,-1 1 5 0,2-1 2 0,0 1-2 15,1 1 2-15,-1-2-2 0,0 1 2 0,3-1-2 16,-3 0-1-16,3 0-1 0,0 0 0 0,0 0 4 15,-1 0-5-15,2 0 0 0,0-1 1 0,-2 1-1 16,2 0-1-16,-1-2 1 0,1 2 0 16,-1-1-2-1,1 1 0-15,0 0 2 0,-1 0-4 16,2 0 2-16,-2 0-2 0,2 0 2 0,-1 0-2 16,1 1-1-16,1-1 1 0,0 2 1 0,0-1-1 15,-1-1-3-15,0 2 1 0,1-1 1 0,0 0 1 16,0 1-3-16,-1-2-2 0,3 2-1 0,-5-1 6 15,3 1-5-15,-1-1-3 0,0 1-1 16,1-2 3-16,-1 1 1 0,-1 1-2 0,1-1 2 16,-2-1 7-16,1 3 4 0,1-2 4 0,0 1 1 15,-1 0 0-15,1-1 1 0,0 0 0 0,-2 3 2 0,3-3-3 16,-3 0 3-16,3 1-4 0,-3 0 1 16,2-1-4-16,-2 0-1 0,2 1-1 0,-2-2 0 15,1 3 1-15,-2-3-4 0,2 0 1 0,-2 2 3 16,1-2-1-16,2 0 1 0,-2 0-3 15,-2 0 1-15,4 3 1 0,-2-2-1 0,0 1 2 16,2-1-3 0,-2 1 3-16,1-2 1 0,1 2-2 0,-2-2 0 0,3 1-1 0,-2 0 2 0,0 1-3 31,1 0-1-31,-2-2 2 0,3 1 10 0,-3 0 18 16,3-1 7-16,-3 2 6 0,2-2 0 0,0 0 1 15,-2 2-7-15,3-2-17 0,-3 0-9 16,0 0-6-16,2-2-2 0,-2 2-2 0,3 0-2 0,-3-2-2 15,2 2 1-15,-1 0 0 0,1-1 1 16,0 1-1-16,-1 0 1 0,1 0-3 0,1 0 0 16,-2 0 2-16,1 0-1 0,0 0-1 0,3 0 0 15,-3 0 2-15,1 0-1 0,-1 0 11 0,1-1 13 16,0 1 11-16,-1 0 5 0,2-2 12 0,-2 0 2 16,3 2-6-16,-2-1-12 0,0 0-7 0,1-1-5 15,0-1-1-15,-2 0-7 0,3 0 1 16,-2-2-1-16,-1 2-1 0,3 0 0 0,-2-1 0 0,0 0 3 15,0 2 34-15,2-2 21 0,-1 2 12 16,0-1 4 0,1 0 0-16,-2 0-4 0,2 0-33 15,-2-1-18-15,2 2-13 0,1-1-3 0,-2 0-4 16,0 0 0-16,0 0-3 0,0 0-2 0,0 0-2 16,0 0 1-16,-2 0-1 0,1 0-3 0,-1 0 3 15,-2 1-2-15,0-1-1 0,0 0-1 0,-1 2-1 16,-1-3-3-16,-1 3 1 0,-1 0-2 15,-1-1 0-15,0 0-3 0,-1 2 0 0,-2 0-2 16,0 0-36-16,-1 2-57 0,-1 0-88 0,-2 0-108 16,-1 3-187-16,-1 1-258 0,-2 0-149 0,0 1 12 15,-1 0 202-15,0 0 276 0</inkml:trace>
  <inkml:trace contextRef="#ctx0" brushRef="#br1" timeOffset="170122.74">5160 5822 17 0,'0'0'158'0,"0"2"58"0,0 2-6 0,0-3-40 16,0 0-47 0,0 1-36-16,0 1-29 0,0-3-15 15,0 3-11-15,0-3-3 0,0 1-1 0,0 2-5 16,0-2 0-16,0 1 3 0,0 1 5 0,0-1 7 15,0 1 1-15,0 0 11 0,0 0 5 16,0-1-3-16,0 3-6 0,0 0 4 0,0-3-5 0,0 3-4 16,0 1-4-16,0 0 4 0,0 1 4 0,0-1-3 15,-3 1-1-15,3 0-2 0,0 1-5 16,-1 1-9-16,1-1-5 0,-2 3 19 0,2 0 10 16,-1 1 2-16,1 0 0 0,-2 0 0 0,2 1 0 15,0 1-30-15,0-2-13 0,0 2 0 0,0-3-2 16,0 3-1-16,0-1 3 0,2-1 4 0,-2 2 3 15,1-1 12-15,-1-1 8 0,2 2 12 16,-1-4-19-16,2 2-12 0,-3 0-9 0,0 1-12 0,2-2-15 16,-1 0-6-16,-1 0 22 0,0 1 15 15,0-1 8-15,2-1 8 0,-2 3 6 0,0-3-1 16,0 2-7-16,0-1-6 0,0 1-2 0,0 0-2 31,0 0-1-31,0 0-1 0,0 0-4 0,0-2 1 16,0 3-5-16,0 0 3 0,0-2-3 0,0 2 1 15,0 0-2-15,0-1 0 0,0 0-1 0,0 0 1 16,0 1-4-16,0-3 0 0,0 0 0 16,0 1 2-16,0-1 0 0,1 0-2 0,1 1 0 15,-2-3 4-15,0 1-3 0,0-1 3 0,2 0-4 16,-1 0 2-16,-1-1 0 0,0 1-2 0,2-1 0 16,-2 0 0-16,0 0 0 0,1 4 2 0,-1-4 2 15,0 0-1-15,0 2 23 0,0-1 14 0,0 0 6 16,2 0 4-16,-2 1-1 0,0-1 0 0,0 0-25 15,0 1-12-15,2-2-12 0,-2 0 0 16,1 1-3-16,-1-1-1 0,0 2 1 0,2-2 1 16,-2 1 0-16,0-1-3 0,2 2-1 0,-1 1-3 15,-1-1 4-15,2 0-1 0,-1 0 3 0,-1-1 3 16,3 3 3-16,-3-3 4 0,0 3 4 0,0-1-3 31,2 2-1-31,-1-2 2 0,-1 1-2 0,0-1-1 16,2 1-3-16,-2 0 3 0,0-1-1 0,0 2-3 15,0-2 1-15,0 1 1 0,1-1-24 0,1 1-16 16,-2 0-4-16,0-1-7 0,2-1-5 16,-2 1 0-16,1-1 23 0,-1 0 16 0,0 0 3 15,2-1 6-15,-2 3 3 0,0-4-1 0,0 0 0 16,1 1-2-16,-1-1 0 0,0 2 4 0,0-3 2 16,2 2 0-16,-2-1-2 0,0 0 2 0,0 2 0 15,0-2 0-15,0 2 0 0,0-2-2 16,0 1 1-16,0 0-1 0,0 2-1 0,2-2 1 0,-2 1 0 15,1 0 0-15,-1-1 0 0,0 0 0 16,0-1 1-16,2 1-1 0,-2-1 0 0,0 0 0 16,2 1 0-16,-1 0 2 0,-1-3-2 0,2 4 0 15,-2-2 2-15,1 2 0 0,-1-2 24 0,0 2 11 16,2 0 8-16,-2-1 2 0,0 2 1 0,0 0 1 16,0-2-24-16,0 3-12 0,0-1-6 0,0-1-3 31,-2 0-4-31,2 2 1 0,0-3-1 15,-1 2-1-15,1-1-1 0,-2 0-2 0,2-2 1 16,0 2 1-16,-1 0 0 0,1-2-2 0,0 1-1 16,-2-2 1-16,2 1-3 0,0 2 0 0,0-1-2 15,0 0 3-15,0-1-1 0,-2 1-4 0,2 0 8 16,0 0-1-16,0 1 2 0,0-1 2 0,0-1 4 16,0 3 1-16,0-3 4 0,0-1-3 0,-1 2-1 15,1-4-1-15,0 0-1 0,0 0-3 0,0 0-3 16,0-1 1-16,0-2-5 0,0 1 0 15,0-2-10-15,-2 0-14 0,2-2-22 0,0-1-47 16,-2-2-61-16,1 0-118 0,-1-4-214 0,-1-3-93 16,0-4 18-16,1-1 119 0,-1-6 161 0</inkml:trace>
  <inkml:trace contextRef="#ctx0" brushRef="#br1" timeOffset="171073.85">5002 5866 13 0,'-1'1'228'0,"-1"1"126"16,1 0 122-16,-1-1-53 0,0 0-123 15,2-1-90-15,0 0-57 0,-1 2-33 0,-1-2-29 16,2 0-27-16,0 0-16 0,0 0-19 0,0 0-14 15,2 0-5-15,-1-2-4 0,-1 2 0 16,2-1-1-16,1 0 18 0,-1-1 12 0,1-1 5 16,1 2 1-16,-1-3 20 15,2 0 17-15,0 1-3 0,0-1-7 0,0-1 5 0,1 1 1 0,-2-1 16 16,3-1 0 0,-1-2 4-16,1 3 1 0,0-3-7 15,1 1-3-15,-1-3-29 0,-1 3-20 0,3 0-15 16,-4 1-6-16,2 0-4 0,-3 0-4 15,1 3-6-15,-3-1 2 0,1 2 7 0,-1 0 5 16,-1 0 26-16,2 2 43 0,0 2 20 0,-1 0 10 16,-1 2-2-16,1 1-7 0,0-1-24 0,-1 4-33 15,1-2-1-15,-2 2-2 0,3 0 0 0,-1 1-2 16,-1 2 0-16,1-1-6 0,-2 2-20 0,2 0-10 16,-1 0-12-16,-1 3-45 0,0-1-77 15,0 0-97-15,0 0-140 0,0 1-285 0,-1 0-218 0,-1-1-81 16,0 1 131-16,2 0 277 0</inkml:trace>
  <inkml:trace contextRef="#ctx0" brushRef="#br1" timeOffset="172140.56">5068 7563 85 0,'0'3'249'0,"2"-2"109"16,-2-1 8-16,3 2-80 0,-3-1-86 16,2-1-50-16,-1 0-38 15,1 2-8-15,1 0 6 0,-1-1 10 16,1-1 7-16,0 1-7 0,-1 1 12 16,3 1 5-16,-1-1 16 0,1 0 8 0,0 3 6 15,-1-3 7-15,3 5 8 0,-1-3-9 0,0 2-11 16,1 1-16-16,-1-1-15 0,1 2-15 15,0 0-11-15,1-1-5 0,-2 1-13 0,1-1-7 0,2 1-9 16,-3 1-5-16,1-4-16 0,-1 4-16 16,2-3-10-16,-2 1-8 0,1-1-5 0,-1 0-3 15,-1-2-1-15,0 1-2 0,-2 1-1 0,3-4 1 16,-3 3-1-16,2-2-1 0,-3-1-3 0,1 1-1 16,-2-3 1-16,1 0 0 0,0 0 2 0,-1-2 3 15,-1-1 0-15,2-2 3 0,-1 0-3 0,1-2-2 16,-2-3-3-16,4 1-3 15,-4-3-2-15,2 0 0 0,-2-1 1 0,3-2 0 0,-3 1-1 16,2-1-12-16,-1 0-42 0,1 2-67 0,-2-2-84 16,2 0-104-16,-1 3-140 0,1 0-267 0,-2-1-146 15,1 5 5 1,1-3 172-16,-2 2 255 0</inkml:trace>
  <inkml:trace contextRef="#ctx0" brushRef="#br1" timeOffset="172892.03">5783 6672 139 0,'0'0'401'0,"0"-2"204"15,-2 2 162-15,1-1-126 16,-1-1-145-16,2 2-79 0,-1-1-34 16,-1-1-9-16,2 1-25 0,-3 1-42 0,2-2-51 15,-1 2-51-15,-1 0-49 0,1 0-50 0,-1 2-33 16,0-1-22-16,0 2-17 0,-1 0-18 15,-2 5-10-15,0 0-1 0,1 3-5 0,-1 3-3 0,-1 4 1 16,1 0 3-16,-2 2 6 0,4 4-4 0,-1-1 4 16,-2 1 2-16,4-1-1 0,0 2 0 0,1-2-3 15,0-4 1 1,0-3-1-16,4 0-4 0,0-4 0 0,0-3-2 0,1-2-2 0,0-3-1 31,2-4 3-31,2-2-1 0,-1-4-1 0,0-6 1 16,2-5 1-16,-2-2 3 0,1-2-1 0,2-3 4 15,-3-4-2-15,1 0 4 0,1-2 2 0,-2 0-3 16,2-1 1-16,-2 0 0 0,-1 3 0 0,2 0-2 16,-3 0-1-16,1 5 1 0,-2-1-2 0,-2 3-3 15,1 2 4-15,1 3-4 0,-3 3-2 16,2 1 2-16,-2 3-1 0,0 1 4 0,0 2-2 16,0 3 3-16,0 3-2 0,0 3 0 0,0 5-3 15,0 0-1-15,2 5 2 0,-1 3 0 0,2 3 0 16,1 3-4-16,-1 2 2 0,4 1-1 0,1 1-5 15,0 2-3-15,2 3-1 0,1 0 5 0,0-1-7 16,0-1-21-16,3 0-77 0,-1-2-131 0,1-2-216 16,1-2-285-16,2-4-265 15,0-1-205-15,2-4 97 0,3-4 434 0</inkml:trace>
  <inkml:trace contextRef="#ctx0" brushRef="#br1" timeOffset="178522.75">21688 6310 142 0,'0'3'325'16,"-4"-1"142"-16,3 0 74 0,-1-2-130 0,1 2-104 0,-1 0-45 15,0-1-4-15,1 0 8 0,1-1-1 0,-2 2-4 16,2 0-28-16,0-1-38 0,0-1-43 0,2 1-35 15,-2 1-15-15,1 1-12 0,1-3 6 0,0 2 5 16,-1-2 13-16,2 3 15 0,1-2-4 16,-3 1 3-16,2-1-9 0,1 0-5 0,2-1-10 15,-3 3-20 1,2-3-16-16,-4 2-19 0,6 2-13 0,-3-3-15 16,2 0-12-16,-1 1-2 0,2 0-2 15,-1-1 3-15,0 0 6 0,4 1 1 0,-2-2 2 16,0 0-4-16,-2 1 0 0,5-1-4 0,-3 0-4 15,0 0-5-15,0 0 5 0,3-1-1 16,-5 1-3-16,4-2-2 0,0 1-1 0,-1-2 2 0,0 1-1 16,0 0-1-16,1-4 4 0,0 3-2 15,-2 1 1-15,1-4 0 0,0 4-1 0,-1-1 0 16,2-1 0-16,-2 0 2 0,-2 2-2 0,1 0 0 16,2-1 3-16,-5 2-2 0,3-1-2 0,-2 2 1 15,0-2-1-15,-1 2 3 0,2 2-4 0,-1-2 3 16,-2 0-1-16,2 2 1 0,-2-1-1 15,2 0 0-15,0 1 3 0,-1 0 0 0,-1-2-2 16,2 1-1-16,-1 0 2 0,-1-1 2 0,0 2-4 16,0-2 0-16,-1 2 1 0,1-2-1 0,0 0 0 15,0 1-3-15,-2-1-1 0,4 0-2 0,-1 1 6 16,-3-1 4-16,2 2-2 0,1-2 3 0,-1 0-3 31,2 0-1-31,-3 0-4 0,3 0-1 0,-2 0 0 16,1 0 0-16,-1 0 4 0,2-2 0 15,-4 1 0-15,4 0-2 0,-2-3 2 0,3 2 1 16,-3-2 0-16,1 2-2 0,-1 0 2 0,0-1 0 16,0 2-3-16,-1-2-2 0,1 1 3 0,-1 1 3 15,-1-1-2-15,4 1 1 0,-4-1-2 0,1 2 3 16,-1-1-3-16,3-1 0 0,-3 1-2 0,2-1 3 16,1 2 4-16,-3-1-4 0,3-1 1 0,-3 1-1 15,2-1-1-15,2 1-4 0,-4-2-1 16,2 1 6-16,-1 0 0 0,1-2 0 0,-1 2 0 15,1-1 0-15,-1 1 0 0,-1 0-2 0,1-2-3 16,1 2 5-16,-1 2-2 0,-1-5 4 0,4 3-1 16,-2-2-2-16,-2 0 1 0,3 1-6 0,-3-2 3 15,3 1-2 1,-1 0 3-16,0-1-1 0,0-1 2 0,0 2 0 0,2-2-1 0,-1 2-2 0,0-2 2 31,1-1-3-31,-4 1-1 0,4 0 3 0,-2 0-1 16,0 0 4-16,3 0-1 0,-2 2 3 15,-3-2-3-15,2 0 4 0,2 1-5 0,-2 0-2 16,-1 0-2-16,1-2 5 0,-1 3 1 0,1-3-5 16,0 2 3-16,-3 1 2 0,5-2 0 0,-4 0-5 15,1-2 5-15,-1 2 0 0,1-2 4 0,0 1-3 16,-2 1 0-16,1-2 0 0,-1 1-1 16,2 1 4-16,-1-1-3 0,-1-1 4 0,0 2 1 15,4 0 5-15,-4-1-5 0,0 2-5 0,1-2-1 0,1 1 0 16,-1 2-5-16,-1-2 0 0,2-1 2 15,-2 1 4-15,3 0 4 0,-3-1-4 0,3 2 2 16,-1-2 0-16,-1 1-3 0,-1 0 0 0,2-2 0 16,-1 1 0-16,1 1 4 0,0-2-2 15,-1 1-1-15,2 0-1 0,-1 0 0 0,0 0-1 0,-1 1 0 16,-1 0 1-16,4 1 1 0,-4-1 1 16,1 3-3-1,-1 0 3-15,0 1-1 0,2 0 1 16,-2 0 0-16,0 1-2 0,0 1 2 0,0 0-2 15,0 0-1-15,-2 1 0 0,2-1 1 0,0 2 2 16,-1 1-2-16,1-2 2 0,0 2-4 16,0-1 1-16,0 0 0 0,0 0 0 0,0 0-2 0,0-1 0 15,0 1 3-15,0 1-2 0,0-2 0 16,0 1 2-16,0 1-1 0,0-2 1 0,0 2-2 16,0 0 3-16,0 2 0 0,0-3-1 0,0 3 3 15,0 1-5-15,-2-1 2 0,0 1 0 0,2 0-3 16,0 0-1-16,0 0 1 0,-1 1 3 0,1-1 1 15,-2 0 0-15,0 0 3 0,2 2-2 0,-3-1-2 16,3 1 0-16,-1 1-5 0,-1-1-2 0,0-1 1 16,2 1 3-16,-1 2-1 0,-1-2-2 15,1 2 1-15,1-3 4 16,-2 4-1-16,-1-3-3 0,2 0 5 0,-1 1 5 0,0 0 3 0,2-1-6 16,-1-1 1-16,-1 2 3 0,1-2-2 0,1 3 1 15,-2-2-2-15,0-1-2 0,1 0 0 0,-1 1-1 31,2-1 1-31,-1 1-4 0,1-1 0 0,-2-1 6 16,2 0 0-16,-2 0 2 0,2-1-4 0,0-1 4 16,-1 0-1-16,1 2-1 0,0-4 1 0,0 3-5 15,0-2 0-15,-2 0 1 0,2 0 0 16,0 0 0-16,0 0-2 0,0 0-1 0,0 0 6 16,0 0-1-16,0-1-3 0,0 2 1 0,0-3 3 15,0 2 2-15,0-1-3 0,0 0-4 0,0 0 1 16,0 0-1-16,0-2-3 0,0 1 4 0,0 0 1 15,0 1 0-15,0-2 2 0,2 3 0 0,-1-3 2 16,-1 0-3-16,0 2-1 0,2-2 3 0,-2 3-3 16,2-2 1-16,-2 1-1 0,0 0 3 15,1 1-1-15,-1-1-4 0,2 2 2 0,-1-3 2 16,1 2-6-16,0-1 0 0,-2 0-2 0,1 0 5 31,1-1 0-31,-1 2 1 0,-1-1 3 0,2-1 1 16,1 2 1-16,0-1-5 0,-1 1-4 0,-1 0 2 15,2-2 0-15,-1 2-4 0,0-2 4 0,1 3 2 16,-2-2 0-16,3 0-4 0,-3 1 2 16,3-2 3-16,-1 3 1 0,-2-3-2 0,4 2 2 15,-4 0-1-15,1-3 0 0,-1 2-3 0,3 1-2 16,-3-3 0-16,-1 1-1 0,3 1 1 0,-1-2 0 16,0 0-1-16,-1 1 3 0,3-1 1 0,-3 1 2 0,1-1-3 15,-1 0 2-15,4 0 6 0,-4 0-2 16,2 0-2-16,1 0 0 0,-1 0 2 0,0 0-4 15,0 0-4-15,1 0 0 0,-1 0 1 16,3 0 2-16,-3 0 0 0,0 0 1 0,0 0-1 0,2 0 0 16,-2-1 1-16,2 1-5 0,2-1 5 15,-1-1 0 1,-2 1 1-16,1 1 2 0,3-3-1 0,-1 3 4 0,0-2-2 0,1 2 1 0,-1 0-1 31,1 0-4-31,-1-3 0 0,1 3-1 0,0 0 1 16,0 3 0-16,1-3 4 0,-1 0-2 0,1 2 1 15,-3 1-2-15,1-2-4 0,2 1 0 16,-3-1 2-16,0 0 1 0,0 2 1 0,1-1 4 16,-2 0-3-16,-2 0-10 0,2-1-26 0,-4-1-72 15,1 1-141-15,-2-1-209 0,0 0-282 0,0 0-262 16,0 0-195-16,0 0 99 0,0 0 429 0</inkml:trace>
  <inkml:trace contextRef="#ctx0" brushRef="#br2" timeOffset="192969.77">842 14447 228 0,'6'-1'608'16,"-6"1"338"-16,0 0 157 0,7-1-224 15,-1 1-222-15,-6 0-161 16,5 1-122-16,-2 4-48 0,2 2-40 15,1 3-35-15,2 5-31 0,0 1-32 0,2 7-34 0,2 4-45 16,1 4-27-16,1 5-21 0,-1 3-14 0,2-1-7 16,-2 5-8-16,0-2-3 0,-1-3-11 15,1-1-6-15,-2-2-5 0,-1-4-3 0,-1-2 5 16,2-5 2-16,-5-4 3 0,1-2 0 0,-1-3-3 16,-1-5-2-16,-3-1-8 0,-1-3-13 15,-1-6-37-15,0 0-64 0,-6-6-64 0,-2-6-130 0,-2-4-165 31,-2-6-245-31,2-1-289 0,-3-6-226 16,-4-1-121-16,-2-2 301 0,0-4 474 0</inkml:trace>
  <inkml:trace contextRef="#ctx0" brushRef="#br2" timeOffset="193303.29">776 14410 131 0,'3'-11'395'0,"-1"3"193"0,1 0 212 15,3 2-46-15,2 1-77 0,3 1-89 16,3 1-67-16,-1 2-58 15,1-1-74-15,2 2-89 0,1 2-79 0,1-1-19 16,5 2-19-16,3 1-12 0,-1 1-27 16,3 4-23-16,2 1-14 0,-2 0-37 15,2 2-18-15,-2 3-11 0,2-1-5 0,0 3 5 0,-1 2 0 16,-1-2 2-16,0 4 0 0,-4-1 3 0,-5 4 4 16,0-2 0-16,-6 5-7 0,-1-2-15 0,-4 1-2 15,-1 0-3-15,-4 4-1 0,-3-4-2 0,0 4-2 0,-5-1 5 31,0-1-2-31,-1 3-3 0,-4 0-9 0,-2 0-3 16,-1 0-5-16,-2-2-1 0,-2 0-1 0,2 0 1 16,-1-6-1-16,0 0 1 0,2-3-3 15,1-4 0-15,2-4 0 0,0-3-7 0,2-3-8 16,1-4-18-16,1-4-33 0,1-3-64 0,3-3-67 16,0-6-115-16,6-1-166 0,0-1-262 0,2-3-294 15,1 0-220-15,2 1-134 0,1-3 278 16,1 0 529-16</inkml:trace>
  <inkml:trace contextRef="#ctx0" brushRef="#br2" timeOffset="193587.36">1518 14999 456 0,'7'11'969'0,"-4"-2"285"0,-1-3-49 0,-2-1-324 16,0-1-290-16,0-2-200 15,3-4-98-15,2-2-58 0,0-5-27 0,-2-3-28 16,0-6-44-16,-1-5-37 0,1-4-34 0,1-5-16 16,-2-3-12-16,1-5-8 0,0-4-1 0,-1-3-7 15,1-3-1-15,0 0 1 0,-1-3-11 0,1 2-10 16,-1-3-4-16,1 3-3 0,0 1-2 0,-3 6-5 16,0 1 0-16,-3 8 5 0,0 1 4 0,1 8 10 15,-3 1-1-15,1 9-12 0,-6 2-49 0,-1 6-55 0,0 5-68 16,-6 4-149-16,-1 5-204 0,1 3-307 0,-1 3-252 15,-1 3-226-15,-1 3-38 0,-3 0 458 0,-3 6 504 16</inkml:trace>
  <inkml:trace contextRef="#ctx0" brushRef="#br2" timeOffset="193802.8">1217 14455 188 0,'0'0'803'0,"0"0"440"0,0 0 52 16,0 0-166-16,0 0-431 0,0 0-303 15,3 3-128 1,3-2-61-16,1 4-39 0,2 3-21 16,5 1-23-16,1 1-10 0,5 2-27 0,1 3-23 15,-2 1-11-15,1 2-15 0,-2-1-11 0,1 4-7 16,1-3-5-16,-2 1-3 0,1 3-5 0,-2-3-1 16,2 2-3-16,0-1-24 0,-1 0-66 0,-3-3-77 0,0 3-165 15,0-2-277-15,-2 0-313 0,1-4-330 0,-1 0-209 16,2-3 95-16,-3 0 639 0</inkml:trace>
  <inkml:trace contextRef="#ctx0" brushRef="#br2" timeOffset="194220.42">1928 14216 46 0,'-1'-17'625'0,"-5"2"543"16,1 2 237-16,-2 3-95 15,1 4-368-15,-5 2-361 0,0 4-211 0,0 1-110 16,-3 5-80-16,-2 2-64 0,0 0-41 0,2 7-28 16,-3-1-10-16,2 4-10 0,-2 2-5 0,4 3 0 15,1-1-5-15,2 1-3 0,2 2-1 0,3 0-3 16,4-1-4-16,2 2-6 0,1-4 1 0,4 0 1 16,2-1-1-16,2-1 0 0,4 1 1 0,0-3 0 0,4-2-1 15,0 1-2-15,2-3 1 0,0 1 0 0,2-3-3 16,1-3 0-16,0 2-1 0,-1 1 1 0,2-4 0 15,-3 1-2-15,-1-1 2 0,0 0 1 0,-4 0 1 16,0 1-1-16,-3-2 3 0,0 1 2 0,-3 3 0 0,-2-1 2 16,-3 2 3-16,0 3-1 0,-3-1 0 15,-2 4 0-15,-2 3-2 0,-1 0 0 0,-2 1-1 0,-3 2 0 16,0 1-2-16,-3 1-2 0,2 0 2 0,-4-1-3 16,2-1-2-16,-2 0 0 0,1-3-2 0,1-2 0 0,-1-2-6 31,2-5-22-31,0-3-58 0,2-4-60 0,-1-4-89 0,-1-5-164 0,4-4-229 0,-1-3-306 0,1-6-244 31,5-4-188-31,-1-3 104 0,2-6 530 0</inkml:trace>
  <inkml:trace contextRef="#ctx0" brushRef="#br2" timeOffset="194520.42">2145 14284 111 0,'8'-12'705'0,"-3"5"485"0,1 2 149 15,-3 4-84-15,2 2-386 0,-2 5-317 0,-2 0-173 0,-1 3-91 0,0 5-64 16,0 0-65-16,-1 4-48 0,-1 4-29 16,-2 0-21-16,2 4-13 0,1 1-8 0,-1 2-6 0,2 5-6 15,0 0-3-15,0 1-3 0,3 0-2 0,2 1-6 16,-2 2-4-16,3-4-1 0,-1 1-4 0,3-3-1 16,1-4-2-16,-2-2 0 15,4-3 0-15,-1-1-3 16,2-3 1-16,-1-1 1 0,0 1-1 0,0-5 0 15,2 0-2-15,-2-2 1 0,2-2-1 0,-2-2-2 16,1-3 0-16,0 0 1 0,0-3-5 0,1-2-9 16,0-4-11-16,-1-1-19 0,1-3-40 0,1-3-65 15,0 0-60-15,0-4-107 0,-1-4-168 0,3-2-280 16,-5-2-277-16,3-3-217 0,2-1-139 16,-2-3 296-16,4-2 552 0</inkml:trace>
  <inkml:trace contextRef="#ctx0" brushRef="#br2" timeOffset="194887.43">2721 14205 197 0,'0'0'814'0,"-3"3"424"0,-1 5 65 15,1 8-103-15,0 1-412 0,1 6-301 0,2 4-147 0,-1 3-85 16,2 3-49-16,1 3-69 0,3 3-42 0,1 1-21 16,3 3-15-16,3 1-8 0,0-1-14 0,4 2-11 15,0-1-9-15,1-4-10 0,-1-3-7 0,3-5-5 31,0-7-1-31,-1-3 1 0,0-9-1 0,0-4 1 16,-1-6 0-16,-1-3 3 0,-5-8 1 0,0-1-1 16,-2-5 0-16,-2-5 1 0,-4-2 1 0,-1-4 0 15,-4-4-2-15,0-1 2 0,-4-1 2 0,-2-1 3 16,-1 0 0-16,-1 0 1 0,-4-1 2 0,0 1 0 16,-3 1 1-16,-1 3-2 0,1-2 9 0,1 7 6 15,-3 1 5-15,3 3 3 0,0 4-1 0,-1 5-1 16,1 4-8-16,-1 3-9 0,4 4-7 15,-3 5-5-15,5 3-3 0,1 4-5 0,3 6-3 0,2-1-11 16,0 3-22-16,5 0-52 0,0 1-63 0,5 2-89 16,0-1-152-16,4 0-264 0,4 0-306 0,2 0-260 15,6-3-190-15,5-2 125 0,4-1 553 0</inkml:trace>
  <inkml:trace contextRef="#ctx0" brushRef="#br2" timeOffset="195852.54">3173 14322 112 0,'3'-8'337'15,"-3"-1"176"-15,0 1 170 0,2 0-59 0,-1 0-43 0,-1 1-14 0,2-1-15 0,-1 1-41 16,-1 0-66-16,0 3-86 0,0 2-71 0,2 0-38 31,-2-1-22-31,3 3-9 0,-3-2-14 0,3 2-16 16,-3 0-26-16,3 2-36 0,-3 4-33 0,2 1-23 15,1 4-19-15,0 2-14 0,0 4-9 0,2 4-10 16,0 2-1-16,1 3-1 0,0 2 2 0,1 3 2 16,1 0-6-16,1 3-3 0,-1-2-7 0,0 3-5 15,2-1-6-15,-1-1 0 0,1 0 3 0,-1-3 3 16,0-1 1-16,-1-4-1 0,0-1 2 0,2-5-4 15,-3-3 2-15,0-1-2 0,1-5 1 0,-3-1-1 16,4-4 0-16,-3-2 3 0,1-5 0 0,1-4 0 16,-2-5-1-16,2-5 1 0,0-3 6 0,0-4 0 15,1-7 3-15,1-2-1 0,-1-4 0 0,1 1 3 16,1-3-7-16,-2-1-2 0,1 1 0 0,-1-1 2 16,-1 3-1-16,0 3 0 0,1-1 1 0,-4 6 0 15,0 0-2-15,0 6-6 0,-2 4 4 0,-1 4 0 0,-1 2 3 16,-1 1-1-16,0 3-4 0,-1 3 3 15,-1 3-6 1,-1 2-2-16,0 1 3 0,-1 5 2 0,-2 2 6 16,0 5 3-16,0 4 2 0,-1 2-1 0,-1 5-6 15,2 1-4-15,-2 1 1 0,3 5 0 16,1 0 1-16,0 3-5 0,4 2-2 0,0 1 0 16,4 3-4-16,0 0-2 0,1-5-1 0,4-2 5 15,1-1 0-15,0-7 2 0,2 0 5 0,1-8 4 0,2-1 1 16,-2-5-8-16,3-4-17 0,0-4-54 15,1-3-65-15,-1-6-83 0,0-1-142 0,-2-4-204 0,3-4-309 16,-4 2-256-16,4-2-212 0,-2 1-4 0,0 1 448 16,1 3 517-16</inkml:trace>
  <inkml:trace contextRef="#ctx0" brushRef="#br2" timeOffset="196187.93">4003 14779 429 0,'3'5'968'31,"0"-2"278"-31,-3-3-60 0,0-3-284 0,-3-4-331 16,3-2-192-16,-2-2-88 0,1-5-46 0,-1-3-20 15,1-4-27-15,-3-2-38 0,1-5-48 16,0-3-31-16,0-1-23 0,0-2-18 0,-2-2-4 16,2 1-1-16,1 2-5 0,-1 1-4 0,2 3 0 15,-1 4-3-15,2 4-5 0,0 2-6 0,0 6-6 16,0 1-2-16,0 2-2 0,2 5 0 0,1 1 0 15,0 4 1-15,2-1-1 0,4 6 2 0,-1 2 1 16,2 3-1-16,2 4-1 0,1 4 0 0,3 3-1 16,1 5-1-16,2 3-1 0,-3 5 1 15,4 2 2-15,2 3 1 0,-2 4 1 0,0-1 1 0,-1 3-2 16,0-2-6-16,0 0-10 0,-3-3-32 16,-1-2-64-16,-2-3-64 0,-3-3-120 0,1-4-183 15,-5-1-307-15,-4-4-300 0,1-1-231 0,-5-3-123 16,1 0 357-1,-4-4 569-15</inkml:trace>
  <inkml:trace contextRef="#ctx0" brushRef="#br2" timeOffset="196403.88">3971 14826 394 0,'-8'-12'948'0,"3"0"286"15,-1 4-47-15,3 1-286 0,2 1-375 0,2 2-246 16,1-1-125-16,5 1-47 0,1 2-29 0,2 0-15 15,4-3-12-15,0 1-12 0,5 0-10 0,-1-2-12 16,4 0-6-16,0-2-4 0,2-1-4 16,3 2-4-16,-2-2-1 0,2 1-19 0,1 1-37 15,-3 0-107-15,2 0-165 0,-4 1-293 0,2 0-280 16,0 0-255-16,0 1-131 0,-1-2 309 0,0 0 501 16</inkml:trace>
  <inkml:trace contextRef="#ctx0" brushRef="#br2" timeOffset="196637.43">4681 14239 294 0,'-8'-13'1126'0,"-4"1"475"0,-1 4-125 16,-1 4-297-16,-1 2-474 0,-2 4-259 16,0 4-183-16,-2 6-83 0,1 2-47 0,-1 8-31 15,3 5-26-15,1 4-23 0,2-1-15 0,4 4-12 16,2 3-9-16,6-1-7 0,2 2-3 0,4 0-2 15,4 1-3-15,3-1-2 0,2-2-3 0,3 0-1 16,2-6-4-16,2-2-8 0,1-4-17 0,0-5-36 16,2-3-74-16,-2-4-83 0,2-5-160 0,-1-1-276 15,0-3-316-15,0-3-337 0,2-1-192 0,-1-3 93 16,1 0 632-16</inkml:trace>
  <inkml:trace contextRef="#ctx0" brushRef="#br2" timeOffset="197236.52">4883 14443 186 0,'3'-12'592'0,"-1"2"336"0,0 1 160 0,-1-1-158 15,-1 5-255-15,0-1-189 16,0 4-92-16,2-4-27 0,-2 5-34 0,0-1-47 0,2 0-42 0,-1 1-36 0,-1 1-55 31,3 0-52-31,-1 1-27 0,1 3-12 0,2 3-7 16,3 1-5-16,1 5-1 0,1 4 7 15,5 3-4-15,0 5-5 0,5 5-4 0,2 4-2 16,-1 7-2-16,4 5-5 0,2 7-5 0,0 2-6 0,1 10-6 16,1 1-3-16,-1 3-3 0,-2 2-5 15,-1-2-2-15,0-1 0 0,-3-2-2 0,-2-3 1 16,-3-4-1-16,0-7 1 0,-6-5 0 0,-3-7 0 15,-1-5 7-15,-3-5 0 0,-4-7 2 0,-4-4-1 16,-4-7 1-16,-5-4-3 0,-6-5-4 0,-3-8-1 16,-2-6-3-16,-5-4-1 0,-1-7-1 15,-3-7-1-15,-3-5-1 0,0-5-2 0,4-3 2 0,-1-3 1 16,6-3 2-16,2 1 0 0,6-1 1 0,3 2 3 16,5 1-2-16,4 2-1 0,4-1 0 15,3 2-1-15,5 0 0 0,3 1 0 0,3-1-1 16,3 0-2-1,2 2-3-15,3 1-9 0,-2 3-22 0,-1 1-49 16,1 2-75-16,-2 3-146 0,-1 5-244 16,-3 3-306-16,-1 1-360 0,1 4-327 0,-5 2-69 15,-1 1 602-15</inkml:trace>
  <inkml:trace contextRef="#ctx0" brushRef="#br2" timeOffset="197752.05">5536 14797 433 0,'0'-7'947'16,"-3"-6"274"-16,-3 0-45 0,3-6-291 15,-2-2-290-15,2-5-167 0,0-4-88 0,-2-1-45 0,2-5-32 16,-2-3-31-16,3-2-53 0,-4-1-53 15,5-1-32-15,-1-2-18 0,1 3-11 0,1 1-9 0,0 4-10 16,1 2-8-16,1 5-10 0,1 5-8 16,1 3-6-16,-2 6-6 0,4 3-1 0,-1 2-1 15,2 6 3-15,2 1 0 0,2 6 0 0,0 2 2 16,3 7 1-16,1 2-2 0,0 5-1 0,0 3-3 16,2 5-1-16,1 1-1 0,0 3-3 0,0 1 0 15,2 3 0-15,2 3 0 0,-4 1 0 0,2 1 0 16,1 3 0-16,-2 1-1 0,0 0-1 0,0 2-4 31,-3-1-12-31,1-3-22 0,-6-1-44 16,0-5-72-16,-1-3-100 0,-4-2-174 0,-3-4-291 15,-3-4-320-15,-3-2-309 0,-2-3-170 0,-2-4 224 16,-5-3 647-16</inkml:trace>
  <inkml:trace contextRef="#ctx0" brushRef="#br2" timeOffset="197969.39">5488 14541 44 0,'-4'-15'562'0,"1"4"473"0,3 2 187 16,0 3-91-16,2 3-354 0,1 2-273 0,2 2-138 15,4 2-74-15,1 2-37 0,1 1-31 16,1-2-17-16,1 2-46 0,3-1-52 0,0-3-37 16,1 2-22-16,1-2-9 0,2 0-20 0,0-2-8 0,1 0-5 15,1-2-3-15,0 0-4 0,-2-3-36 16,0 0-70-1,0-1-109-15,-2 1-190 0,-1-1-292 0,-1 0-330 16,1 0-318-16,-4 0-148 0,3-2 314 16,-5 1 639-16</inkml:trace>
  <inkml:trace contextRef="#ctx0" brushRef="#br2" timeOffset="202618.94">10745 11028 114 0,'1'0'309'0,"-1"0"142"0,0 0 72 16,-1 0-93-16,-1 0-94 0,2 0-50 15,-2 0 3-15,2 0 24 0,-1 0 31 16,-1 0 22-16,2 1 1 0,0-1-18 0,-1 0-38 16,-1 0-51-16,-1 0-50 0,2 0-47 0,-3 0-39 15,3 0-30-15,-2 0-14 0,1 2 5 0,0-2 10 16,-1 0 22-16,2 1 28 0,-1-1 15 0,-1 2 0 15,1-2-16-15,-1 1-15 0,-1-1-24 0,0 2-31 16,1 0-22-16,0-1-12 0,-2 0-5 16,2 2-5-16,-2-1-8 0,0-1-1 0,1 0-2 0,-1 2 0 15,0 1-1-15,-1-3-2 0,1 2 3 16,0-1-1-16,-2 1 0 0,2 0-7 0,0-1-1 16,-1 2-2-16,-1-3-4 0,1 1 0 0,0 0-1 15,1 2 1-15,0-2 0 0,-1 1 0 0,1 1 0 16,-2 0 0-16,0-1 0 0,2 0-1 15,0 2 0-15,-1-2 0 0,0 0 0 0,1 1-1 0,0-1 3 16,2 0 1-16,-2 1 0 0,1 0-3 0,0 0 1 31,-2-1-1-31,3 2-1 0,0-3-2 16,-2 3 0-16,2 2 1 0,0-4 0 0,-1 2 0 0,1 1-1 16,-3 0 1-16,3 2-1 0,-2-1 0 0,2 0-1 15,0 1 0-15,-2 1-1 0,2-2-1 16,-3 3 1-16,4-3 0 0,-1 2 1 0,0-1 1 15,0-2 1-15,1 1 0 0,-1 0 1 0,1-1-1 16,1 1-1-16,-1 0 0 0,2-2-1 0,-2 2-2 16,2 1 1-16,0-1 2 0,-1 1 0 0,1-2 0 15,0 1 2-15,0-1-1 0,0 0 1 0,1 0-1 16,-1-1-1-16,0 2-1 16,2 0-1-16,-2-4 2 0,3 6-1 0,-1-4 1 0,0 3 0 0,-1 0 1 15,2-3-1-15,-1 2-1 0,1 1 2 0,0-2-1 31,-1 1 0-31,4 3 0 0,-3-1 0 0,2-2 1 0,0 3-2 0,0-2 1 0,1 1 0 16,0 0 0 0,2 2 0-16,-2-5 1 0,2 5 0 15,2-3-2-15,-2 1 0 0,0 1 1 0,1-3 1 16,0 2-1-16,1-3 1 0,0 1 0 0,0-1-1 16,2 2 1-16,-1-1-1 0,1-1 0 15,0 2-1-15,0-2-2 0,-1 0 1 0,2 0 0 16,-1-1 1-16,1 0-1 0,0 1 2 0,-1-3 0 15,1 2 1-15,1-3-1 0,-1 0 0 0,1-2 1 0,-1 0-1 16,2 0 0-16,-2-2 0 16,0 0 2-16,0-1-3 0,-1-2 1 0,2-1-1 0,-2 0-1 15,0-1 1-15,-1-1 0 0,0-1 0 0,0-1 1 16,-3-3 2-16,3 2-2 0,-1-1 0 16,-2-4 1-16,0 0 0 0,-2 0-1 0,2-4 0 0,-2 1 0 15,0-2 0-15,1-2 0 0,-1 0-2 16,0 0 2-16,-1 1 1 0,0-2-1 15,0 2 0-15,-2 1 0 16,0 1 1-16,0-1 0 0,-1 4 0 0,-2 0 1 16,0 0 1-16,-2 2 1 0,-1 1 0 15,-2-1 1-15,-1 1-1 0,-1 1 1 0,-2 2-2 16,-2 1-1-16,0-2-1 0,-3 1-1 0,-2 1 0 16,-1 0-3-16,-1-1 2 0,-1 0-1 15,-1 2 1-15,0-1-1 0,0 1 0 16,-2 1 2-16,3 1-2 0,-2 1 0 0,1 2 1 0,2 1 1 0,-2 3-1 15,4 3-3-15,-1 1-4 0,2-1-17 0,0 2-51 16,0-1-66-16,3 2-93 0,-1-1-165 16,1 0-287-16,2-1-313 0,0 3-279 0,1-1-175 15,3-2 189-15,-1 0 601 0</inkml:trace>
  <inkml:trace contextRef="#ctx0" brushRef="#br2" timeOffset="209436.83">9206 10116 168 0,'0'0'345'0,"0"-2"140"0,0 0 25 0,-1 2-120 15,-1-3-109-15,2 2-67 16,-2 0-16-16,2 1 5 0,-1-2 15 0,-1 1 30 16,2 1 27-16,0-3 22 0,-1 3 11 0,1 0-9 15,-2 0-20-15,2 0-34 0,-3 0-41 0,2 0-42 16,-1 0-38-16,-1 0-27 0,3 0-22 0,-2 0-11 16,-1 0-6-1,1 0 1-15,2 0 1 0,-3 0 9 0,2 0 7 0,-1 0 7 0,0 0 15 0,1 0 5 16,-1 0 2-16,-1 0-7 0,1 0 2 15,0 3-7-15,0-3-21 0,0 0-15 0,-1 0-10 32,0 0-10-32,1 0-10 0,-1 0-4 0,0 0-1 15,1 0-1-15,-1 0 0 0,-2 0 0 0,4 0-1 16,-4 0-1-16,4 0-2 0,-2 0-1 0,1 0-3 16,-1 0 1-16,1 0-3 0,-1 0-4 0,1 0 0 15,1 1-1-15,-1-1-2 0,0 2-2 0,-1-1-1 16,2 0 1-16,-2 2-2 0,1-1 0 15,-1 2 0-15,2-2 0 0,-3 3 1 0,1 1 0 16,2-2-2-16,-3 2 2 0,1 2-1 0,1-1 0 0,-1 0-1 16,-1 1 1-16,2 0 0 0,-1-3 0 15,0 4-2-15,1-2 2 0,-1 0 1 0,1-1-2 16,1 2 1-16,-1-3 1 0,1 1-1 0,-1 0-1 16,0 0 1-16,2-1-1 0,-1 0 0 15,1-1-1-15,0 0 0 0,0 2 1 0,0-2-1 0,0 0 0 31,1 1 2-31,-1-1 0 0,2 1 1 0,0-1-2 16,-1 1 1-16,2-1-1 0,2 0 1 0,0 1 0 16,0 0 1-16,1-1 2 0,0 1 0 15,1 0 1-15,-1-3-4 0,3 2 1 0,-1 0-1 16,0-1 0-16,2 0 0 0,-1 0-1 0,1 0 2 16,-1-2-2-16,2 1 2 0,-3-1 0 0,2-1-2 15,1 0 1-15,-2 0-2 0,1-1 2 0,1-1 0 16,-2-1 0-16,1-1 1 0,-2 0-1 15,1-2 2-15,-1 0-1 0,0-1-1 0,0-4 0 16,-2 1-1-16,-1-2 3 0,0 0 0 0,-2-1-1 16,2-2 1-16,-4 2-1 0,1-1-1 0,1 0 0 15,-3 3-1-15,0-5 0 0,-3 4 3 0,1 0-2 16,-1 0 0-16,0 0 3 0,1 2-3 0,-2-1 1 16,-1 1 2-1,0 0 1-15,-1 3-1 0,1 0-1 0,-1-1 0 0,-1 2 0 0,1 0-2 0,-2 0-1 31,2 2 1-31,-2-1 3 0,1 3-1 0,-3-2 1 16,2 2-2-16,-2-2 3 0,2 3-1 0,-3-1-3 16,2 1 0-16,-1-2 0 0,-1 3 1 15,2 3 1-15,-1-2-2 0,-1-1 1 0,3 2 0 16,-2 0 2-16,1 1 0 0,3-1-3 0,-2 0 2 16,1 1-2-16,0 0 2 0,1 0-1 0,-1 0-1 15,2 0 1-15,0 0 0 0,1 0 2 0,-1 0-2 16,-1 1-1-16,3-1 0 0,-2 1-1 15,2 1-2-15,-1 1 2 0,0-1-2 0,-1 2 2 16,2 1 0-16,1 1 1 0,1-1 1 0,-1 2-1 16,2 0 0-16,0 1-1 15,0 1 0-15,0 1 1 0,2 1 0 0,-2-1 1 0,3 1-1 0,-1-1 0 16,-1 2-2-16,5-5 0 0,-3 5-1 0,1-4 1 16,-1 1 1-16,2 0 2 0,0-2-2 0,-1 0 2 31,4-2 1-31,-3 0-2 0,1-2-1 0,2-1 0 15,0-1 1-15,-2-1-1 0,2-1 0 0,-1-2 1 16,-1 0 0-16,3-2 0 0,-2-1 0 16,-1-1 0-16,2-3 2 0,1-1 0 0,-2-2 2 15,-1-2-1-15,0-1-1 0,2 0 2 0,-2-2-3 16,-1 1 1-16,-2-1-2 0,2 2 0 0,-3-2-2 16,1 1 0-16,0 1 1 0,-3-1 0 0,3 2 1 15,-6 0 3-15,3 3 1 0,-3 0 0 0,1 0 0 16,-1 4 1-16,0-1 1 0,-2 0-3 0,0 2-2 0,1 0 0 15,-4 1 2-15,3 1-2 0,-1 2-1 16,-1 0 3-16,1 0 0 0,-2 2 1 16,2 1-3-16,1 0 0 0,-3 2 1 0,3 1-2 15,-2 0 0-15,2 1-3 0,0 2 1 0,2 0 0 16,0 1 1-16,-1 0-1 0,4 1 1 0,-1 0 1 16,1 1 0-1,1 0 0-15,-1-1 0 0,2 1-2 0,1-1 1 16,-1-1 0-16,1 1 1 0,2-2 0 15,-2 0-1-15,2-3 1 0,1 0 2 0,-3-1-3 16,2-1-1-16,1-1 3 0,-1-2-1 0,3 1 0 16,-4-4-2-16,3 2 4 0,-2-2-2 15,0-3 0-15,-1 0 1 0,2 0-1 0,-1-3 3 16,0 1-1-16,0-4-1 0,-2 0 0 0,0 3-2 0,0-3 2 0,1 1-1 16,0-2 0-1,-2 0-1-15,-1 1 2 0,2 0 0 0,-3 1-1 0,0 1 1 16,0 0 0-16,0 2 1 0,0-1-1 15,-3 1 1-15,2 1 1 0,-1 0 0 0,-2 0-1 0,-1 2 1 16,2-1-2-16,-1-1 0 0,-2 4 0 16,1 2 0-16,0-5 2 15,-1 4-2-15,0 1 1 0,1 0-1 16,0 0 0-16,2 1-2 0,-2 1-2 0,-1 1-1 0,3-1 4 0,0 5-2 0,1-1-1 16,-1 0 1-16,3 3 1 0,-1 0 0 0,1 2-1 15,1 1 1-15,-1 1 1 0,2-3 1 0,-1 3 0 31,3-1 1-31,-1-2-1 0,0 1-1 0,1-3 1 16,1 3 1-16,0-5-1 0,-2 1-1 16,2-1-3-16,0 0 1 0,-2-4-2 0,5 0 1 0,-4-1-2 15,1-1 1-15,2-1 3 0,-1-1 1 16,0-2 2-16,0-2 1 0,2-1 0 0,-3-1 0 16,2 0 0-16,0-1 0 0,-2-1-2 15,0-1 0-15,-2 1-1 0,0-2-1 0,-1 1-1 0,1-1 0 16,-3 1 0-16,0 1 2 0,0-2 0 0,-1 3 2 0,-1 1 1 15,0-2-1-15,-3 1 0 0,2 3 0 0,-2 0 0 16,-1 1 2-16,0 3-1 16,0-2 0-16,-1 3 0 0,2 1-1 0,1 0-1 15,-2 1-2-15,1 3-1 0,2 0 0 0,-1 0 0 16,1 4-1-16,0 0 1 0,1 2-1 0,-1 1 2 16,3-1 0-16,-1 2-1 15,1 0 2-15,1 3 0 0,-1-5 0 16,3 5 2-16,-1-2-1 0,0 0 0 15,1 0 1-15,0 0-2 0,0-2 1 0,-1 1-1 16,3-4-1-16,-1 0 2 0,1-2-1 0,-2-1 0 16,0-1-2-16,2-2 0 0,-2 0 0 15,2-2 1-15,1-3-1 0,-1 0 0 0,0-3 2 16,-1 0-1-16,1-3 1 0,0-1 0 0,0 0 1 16,1-3 2-16,-3 2-2 0,2-1 1 0,-2 1 0 15,0-1-1-15,-1 2-2 0,0-1-1 0,-1 0 1 16,-1 2 0-16,-1 0 1 0,-1 2 0 15,0-1 2-15,-1 4 1 0,0-2 0 0,0 2-1 0,-2 0-1 16,-1 2-1-16,0 0 1 0,1-2-1 16,-2 4 1-16,1 0 0 15,-2 0 1-15,0 0 1 0,2 4-3 0,-1-1 1 0,1 0-1 0,-3 1-1 16,2 2 0-16,1 0-2 0,0 0 0 0,-2 1-1 16,3-1 1-16,0 2 1 0,-1 1-1 0,3-1 3 15,-1 3 0-15,1-1 0 0,-1 0 0 0,2 1 0 16,2 1 1-16,0-2-1 0,0 1-1 15,2 1 0-15,2-2-1 16,-1 1 1-16,2-2 0 0,0-2-2 0,2 2 0 16,-1-3 3-16,3-1 1 15,-1 1-1-15,0-4-1 0,0 1 3 0,3-3-1 16,-1-3-2-16,-1 1 1 0,2-4 0 0,-3-1 2 16,2 0-2-16,0-4 1 0,-3 0 0 0,-1-1-1 15,1-2 1-15,-1 1-2 0,-3-1 1 0,-2 1 0 16,-1-1 0-16,0 3 2 0,0-1 0 0,-3 1 0 0,-1 3 1 15,-1-1 0-15,-1 1 1 0,-1 3-1 0,1-1-1 16,-3 1 0-16,1 2-1 16,-2 0 0-16,-1 2 0 0,3-1-2 0,-3 2 2 15,3 2-1-15,-3 1 1 0,3 0-3 0,0 0 1 0,1 1 0 16,0 4-2-16,2-1 1 0,1 0 0 16,0 4 1-16,1 2-2 15,0 1 2-15,3 1 1 0,0 3-1 0,3-1-1 0,0 1 1 0,2 0 0 16,0 0 1-16,3-2-1 0,1 0 1 15,-1-2-1 1,2-2 1-16,2-1 0 0,-1-4 0 0,2-1-2 16,1-1 2-16,-2-3 3 0,1-3-2 15,0-4 1-15,1-1 1 0,-1-2-1 0,-2-4-2 16,0-3-1-16,-3-1 1 0,-1-2-2 0,-1 1 3 16,-2-1 0-16,1-2 1 0,-5 2-1 0,0 2 2 15,-1-1 0-15,-3 3 0 0,-2 1 0 0,-2 1 1 16,0 1 0-16,-4 3-2 0,-1 0-1 0,0 1-1 15,-4 2 1-15,0 2-1 0,1 2 1 0,-1 1 0 16,2 1-1-16,0 2 0 0,3 2-1 16,1 2-1-16,2 2-1 15,1 2 0-15,2 2 2 0,2 4 0 0,1-1-2 0,0 2 2 0,3 3-1 16,3 1-1-16,-1-2-4 0,1 3-20 0,2-2-71 16,0-2-78-16,-1-1-157 0,4-1-286 0,-2-2-319 15,2-4-356-15,2 1-206 0,-1-4 92 0,2 1 654 16</inkml:trace>
  <inkml:trace contextRef="#ctx0" brushRef="#br2" timeOffset="214257.53">11013 9024 82 0,'-4'4'339'0,"1"0"198"16,-2 1 166-16,0 0-54 0,2-3-146 15,-2 3-68-15,3-3-25 0,-1-2-17 0,2 3-30 0,-1-2-50 16,2 1-62-16,-3-2-62 0,3 0-60 0,0 1-50 15,0-1-31-15,0 0-24 0,0 0-10 0,3 0-6 16,-3-1 8-16,3 1 8 0,0 0 5 0,2-2 9 16,0 2 7-16,2-1 2 0,-1-2-11 0,3 1-8 15,1-1-5-15,1-1-6 0,1-1-6 0,1-1-5 32,1-1 0-32,-1-2-4 0,4-2-1 15,-1 0-1-15,1-2-2 0,-2 0 1 0,2-4 0 16,-1 2 2-16,1-2-1 0,-1 0-1 0,0 2 3 15,-2-2-1-15,-1 1-2 0,-2 1-3 0,1 1 4 16,-4 1-2-16,0 2-1 0,-3 2-10 0,0 3-20 16,-3 3-59-16,-2 0-113 0,-2 3-132 0,-1 2-188 15,-2 0-286-15,0 3-239 0,-1 1-74 0,-1-1 228 16,0 1 367-16</inkml:trace>
  <inkml:trace contextRef="#ctx0" brushRef="#br2" timeOffset="214591.88">11243 8715 263 0,'3'-3'536'15,"0"-1"204"-15,-1 3 85 16,1-2-232-16,1 2-176 0,1-2-87 0,0 2-29 16,1-3-8-16,1 2-9 0,0-2-19 15,1 0-38-15,0 1-47 0,0-3-50 0,3 4-33 16,-1-4-17-16,0 1-25 0,0 1-22 0,0 0-12 15,-2 0 1-15,0 2-2 0,1-1-3 16,-1 0 1-16,-1 1 13 0,-1 2 31 0,0 0 31 16,-3 3 37-16,2 0 25 0,-2 3 8 0,-1 2-10 15,-2 2-26-15,0 6-29 0,-2 0-35 0,-1 2-26 0,1 3-15 16,-3 3-7-16,1-2-4 0,-2 2-5 16,1 1-2-16,0-4 1 0,0 1-5 0,0-3 1 15,1-2-4-15,-1-2-3 0,2-2-17 0,-2-2-57 16,2-4-50-16,-2-1-96 0,-1-5-159 0,-2-1-272 15,0-3-295-15,0-7-233 0,0 0-168 0,-3-5 198 16,3-3 530-16</inkml:trace>
  <inkml:trace contextRef="#ctx0" brushRef="#br2" timeOffset="-213621.66">7342 8788 218 0,'0'-1'388'0,"0"-1"138"15,0 2 9-15,0-2-172 16,0 2-130-16,0 0-72 0,0 0-38 15,0 0 17-15,2 0 42 0,1 0 48 16,0 2 29-16,0 0 31 0,2 1 25 0,3 1-6 16,-2 1-22-16,5 3-38 0,-3 2-40 0,2-1-34 15,1 4-33-15,0 1-34 0,0 1-30 0,1 1-19 16,-2-1-13-16,1 4-14 0,3-4-12 0,-4 3-6 16,4-1-8-16,-5 0-2 0,3-1-1 0,-3 1-3 15,1-3 0-15,-2 3-3 0,1-4 3 0,-3-1-3 16,1-3 2-16,-3 2-4 0,1-2 2 0,-2 0 1 15,-1-3-2-15,2 0-6 0,-4 0-37 0,-2-1-74 16,-2-2-112-16,1 0-132 0,-2-1-178 16,2-1-276-16,-3-1-203 0,-1 0-24 0,0-1 228 0,-1-1 328 31</inkml:trace>
  <inkml:trace contextRef="#ctx0" brushRef="#br2" timeOffset="-213252.79">7288 8916 246 0,'-6'-11'482'16,"3"2"198"-16,-2 0 138 0,2-2-188 16,1 3-126-16,1-2-56 0,-1 1-27 0,-1-2-35 15,1-1-52-15,-1 3-69 0,2-2-67 0,-1 1-61 16,-1-1-47-16,2 0-28 0,-1 0-18 15,2-1-8-15,0-1-9 0,0 1-3 0,0-1-5 0,2 0-10 16,-1 1-3-16,2-2-4 0,0-1-2 16,0 3-1-16,-1-2 1 0,1 1 2 0,0 1 1 15,2 0-2-15,-1 0-1 0,0 0 1 0,-1 0-1 16,2 2 0 0,-2 1-1-16,0 0-2 0,-1 3 2 15,1 2-5-15,-1-1 2 0,-1 1 3 0,1 3 1 16,1 1 1-16,0 4-1 0,2-1 4 0,-1 4-3 15,0 5-11-15,-1 0-26 0,0 3-70 0,0 1-125 16,1 2-159-16,-3 3-297 0,2 2-263 16,2 1-218-16,-2 2 31 0,0 0 361 0</inkml:trace>
  <inkml:trace contextRef="#ctx0" brushRef="#br2" timeOffset="-211787.68">7924 11439 80 0,'0'0'314'0,"0"0"178"0,0 0 172 15,-1 0-57-15,-1 0-72 0,0 1-29 16,2-1-17-16,-3 2-27 0,1-2-46 16,1 1-70-16,-1-1-73 0,-1 2-76 0,0-1-50 15,0 0-30-15,-2 3-16 0,2 1 1 0,0-2-1 16,0 4 17-16,-2-1 10 0,0 1 9 0,0 1-3 15,-1 1-12-15,0 1-12 16,-1-1-25-16,-1 2-21 0,-2 0-22 0,0 2-14 0,0-1-10 0,-2 1-7 16,1 1-1-16,-2 3-4 0,-1-3-4 0,-1 3 2 31,0 1-4-31,0-1-1 0,0 0-1 0,2 2 0 16,-2-2-3-16,0 1-6 0,1-2 3 0,1 1-18 15,0-2-45-15,1 0-45 0,4-1-38 16,-2-3-65-16,1-3-119 0,3-2-132 0,-1 0-137 15,2-3-247-15,4-1-232 0,-1-2-100 0,2-3 200 16,0-2 386-16</inkml:trace>
  <inkml:trace contextRef="#ctx0" brushRef="#br2" timeOffset="-211456.28">7669 11620 200 0,'4'-12'425'0,"-3"3"193"0,1 0 135 0,-2 2-131 0,-2 2-108 0,1 0-43 0,-3 3-19 16,1 0-34-16,-2 1-57 0,1 2-74 0,-4 1-71 16,0 2-69-16,2 4-55 0,-2 1-36 0,-3 0-21 31,4 8-14-31,-1-1-6 0,0 0-2 0,-1 4 0 0,3 1 0 0,-1 2 3 0,2-1-4 31,2 1 0-31,2 2-3 0,1-3-3 0,1 0-4 16,1 1-3-16,4-2 2 0,-1-2-3 0,3-1 1 15,1-2 0-15,1-2-1 0,1-5 1 0,0 1-2 16,0-4 1-16,2-2-1 0,1-2 1 0,-1-2 2 16,-1-2-4-16,1-1-1 0,0-3-3 0,3-2-13 15,-4 0-45-15,2-4-83 0,-2 0-114 0,0-1-136 16,2-3-241-16,0 2-270 0,-1-2-173 16,0 0 47-16,1-2 293 0,1 0 342 0</inkml:trace>
  <inkml:trace contextRef="#ctx0" brushRef="#br2" timeOffset="-208855.05">7236 8551 95 0,'-3'0'298'15,"-2"0"138"-15,2 0 109 0,-1 2-160 16,-1-2-160-16,2 1-79 16,-1 1-35-16,1-1-11 0,2 0-3 15,-1-1 3-15,0 2 3 0,1-2-12 0,1 0-22 0,-2 0-20 16,2 0-17-16,2 0-18 0,-2 0-4 15,1 0-8-15,3 0-1 0,0 2 5 0,3-1 1 16,4-1 4-16,1 3 2 0,4-1 11 0,2-1 53 16,4 2 49-1,3 1 25-15,2 0 11 0,4 0 1 0,3 0-5 16,2 2-48-16,2 1-45 0,3-3-25 16,3 3-12-16,1-3 30 0,2 2 22 0,2-2 7 15,3 1-2-15,2-1 1 0,3-1 1 16,1 0-31-16,0-1-24 0,6-2-6 0,-1-2-4 0,4 1-3 15,-1-4-4-15,2 1-10 0,2-2-5 16,-1 0-9-16,-1 0-7 0,0 0-1 0,1-2 4 16,0 2 5-16,-3 1 8 0,2 1 8 0,-1 0 7 15,-1 0 1-15,2 2-4 0,-2 0-3 0,-1 2-2 16,0 2-7-16,-2 0-7 0,-3 0-5 0,0 2-6 16,-1 1 0-16,-2 0 2 0,-3-1 6 0,1 1 7 15,0-2 5-15,-4-2 9 0,1 1-1 16,2-4 1-16,-4 1-3 0,0-2-1 0,-2-2-4 0,-1 1-4 15,-2-1-3-15,-2 0-3 0,-2 1-3 16,0 0-2-16,-3 1-10 0,-1-2-31 0,-3 4-60 16,0-1-75-16,-6 2-102 0,1 2-138 0,-6 1-261 15,-3 3-146-15,-2 1 5 0,-4 3 170 0,-3 0 248 32</inkml:trace>
  <inkml:trace contextRef="#ctx0" brushRef="#br2" timeOffset="-207806.05">7673 11837 39 0,'0'-4'284'0,"0"2"164"16,-2-3 134-16,0 5-39 0,2-2-233 0,2 2-131 0,0-2-68 31,1 2-23-31,3-1 51 0,3 1 55 0,1 0 37 16,3 0 52-16,4 0 47 0,2 1 3 0,3 1-34 15,5 0-30-15,3-2-19 0,4 5-42 0,3-2-37 16,3 2-29-16,1 1-26 0,6 0-32 0,3-1-15 16,3 3-3-16,6-1-12 0,2-2-7 0,4 3-12 15,2-1-3-15,1-1-9 0,2 3-14 0,2-3-3 16,-1-2-6-16,5 2 47 0,-2-2 30 0,7-1 16 16,2-1 3-16,0 1-1 0,5-3-5 15,1 0-35-15,1-1-30 0,2-1-8 0,-1-1-4 16,3 0-2-16,2-2 0 0,1 1-2 0,2 0 1 15,-1-1-5-15,-2-1 1 0,-2 4-3 0,-4-1 27 16,-6 2 16-16,-2 1 6 0,-3 0 4 0,-3 1 0 16,-5 2-2-16,-1 1-25 0,-6 1-16 0,-4 1-8 15,-4 0-2-15,-4 2-4 0,-5 1-1 0,-7 0 0 16,-3 1-1-16,-6 0-10 0,-4 0-41 0,-7 1-54 31,-3-3-49-31,-4 1-90 0,-8-1-156 16,-1-4-209-16,-4-1-263 0,-4-1-222 0,-1-4-184 0,-4-2 118 15,1-2 461-15</inkml:trace>
  <inkml:trace contextRef="#ctx0" brushRef="#br2" timeOffset="-206806.55">11998 10099 273 0,'0'-5'821'15,"-6"1"350"-15,0 1 12 0,1 2-181 0,-3-3-447 0,2 3-246 16,-2 0-108-16,2-1-40 0,-1 2 12 0,-1 0 3 15,-1 0 1-15,1 3-13 0,0 0-22 0,-3 0-26 16,-2 3-41-16,2 2-29 0,-3 3-18 0,0 3-5 16,-2 1 3-16,2 3-2 0,-2 3 3 15,3 5 1-15,-1 0-1 0,3 4-5 0,1 2-9 16,1 3-5 0,3-1-3-16,3 2-4 0,1 0-2 15,4-2-2-15,1 0 2 0,2-5-1 0,4-2-1 16,0-2 0-16,1-4 2 0,4-7-1 0,-1-1-3 15,2-4 2-15,0-6 0 0,2-4 2 0,-1-8 1 16,0-4 1-16,-2-5 2 0,2-7 0 0,-3-4-1 16,1-7 1-16,-2-3 0 0,0-6-1 15,0-2-1-15,-2-1-1 0,-1-1 0 0,-1 1 2 0,-2 0-2 16,-1 0 0-16,-3 1 3 0,-1 2 0 16,-2-1-4-16,-2 2 3 0,-1 3-3 0,-1-1 1 15,-4 7 0-15,3 1 1 0,0 3 2 0,-1 6-2 16,1 4 2-16,-2 4 1 0,3 5-4 0,-3 4 0 15,3 5 0-15,1 3 2 0,-2 6-4 0,3 3 0 16,1 4 0-16,0 4 0 0,1 4 2 0,2 3-4 16,1 1 3-16,1 3 1 0,0 4 1 15,3 2 3-15,-1-1-3 0,3 5 2 0,-1 1-1 0,-1 1-4 32,3 1-2-32,-1 1-5 0,0 0-44 15,1 0-56-15,1-1-54 0,-2-2-103 0,0-3-167 16,3-2-287-16,-2-4-255 0,1-2-224 0,2-5-136 15,-2-5 267-15,-2-1 515 0</inkml:trace>
  <inkml:trace contextRef="#ctx0" brushRef="#br2" timeOffset="-200342.15">22001 6261 47 0,'0'0'259'16,"0"3"147"-16,0-3 108 0,-2 0-64 0,2 1-100 16,0-1-76-16,-1 2-48 0,1-1-20 0,0 0-12 15,0 2-6-15,0 1-1 0,0-2-7 0,0 0-12 16,0 2-6-16,0-2 1 0,1 1 3 15,1 0 1-15,-1-1 1 0,5 1-1 0,-3-2-7 0,1 2-14 16,-1-1-20-16,0-1-7 0,2 1-13 16,-2-1-11-16,5 1-14 0,-4-2-7 0,1 0-11 15,0 1-15-15,0-1-17 0,1 0-5 0,0 0-10 16,1 0 0-16,-1 0 4 0,1 0-3 0,1 0 2 16,1-1-4-16,-1 1-2 0,1-2-6 0,1 1-6 15,-2-1-3-15,1 1-3 0,-1-2 4 0,1 1 1 31,1-1 2-31,-2 0-2 0,1 0 3 0,1 0-2 16,-2 1 0-16,0-2-1 0,1 3-1 0,-1-2-1 16,-1-1-3-16,2 4 5 0,-3-4-2 15,1 3 2-15,-1-2-1 0,0 0 1 0,0 1 0 16,1-1-4-16,-1-1 0 0,-1 0-2 0,1 2-3 16,-1-3 4-16,1 0 2 0,1 0 5 0,-3 0-5 15,1-1 5-15,0 0 3 0,1 1-1 0,-1-1-5 16,0-3-1-16,-1 1 2 0,1 0-2 0,0 1 0 15,-2-3-2-15,3 0 2 0,-1 0-2 16,-2-1 1-16,4 0 3 0,-4-2-1 0,0 1 1 0,0-1 2 16,2-1 1-16,-4 1 0 0,1-2-2 15,-1-1 1-15,1 3 2 0,0-2-2 0,-2 0 0 16,1 2 1-16,-1-1-4 0,2-1 3 0,0 2-6 16,-1 1 2-16,-1-2-4 15,3 1 0-15,-1 2 4 0,0-1-1 0,1 0 5 0,0 0-4 0,1 1 5 31,-1-2-3-31,1 1 4 0,-1 0-3 0,0-1-3 16,0 1 3-16,2 0-1 0,-2-2 2 0,3 2-7 16,-2 1 4-16,-3 1 2 0,2 0-3 15,1 1-1-15,0 0 2 0,0 2 3 0,-3-4-2 16,2 4-2-16,1 0 6 0,0 0-1 0,-1-1-1 16,0 1 2-16,2-1-1 0,-2 1-2 0,1 0 0 15,-3-1-3-15,2-1 1 0,1 2-1 0,0 0 1 16,-1 0 1-16,-1-1-2 0,-1 2 1 15,3-2 2-15,-4 3-3 0,1-1 2 0,-1 0 1 16,0 2 1-16,0-1-2 0,0 2 0 0,-1 0 1 16,1 1-1-16,0 2 1 15,-2-3 1-15,0 3 2 0,1-2 3 0,-1 2 1 0,2 2-1 0,-1 1 2 16,-4-1 2-16,4 1-2 0,-1 1-4 0,0 1-1 16,1 0 1-16,-2 1-4 0,1-1-1 15,-1 4 1-15,1-3 1 0,-1 1 0 0,1 1-1 16,-1 0 2-16,2 1 1 0,-1 0-3 0,0 0 0 15,0 0-1-15,-2 0 2 16,3 1-2-16,-1-1 1 16,2 2 2-16,-1-2-3 0,1 3 2 0,0-1-1 15,0-2-1-15,0 4 2 0,0-3 0 0,0 1 9 16,0-2 24-16,0 4 7 0,0-1 10 0,0 0 3 16,0 1 4-16,0-1-7 0,0 1-22 0,0 0-7 15,0 1-13-15,0-2-3 0,0 1-1 0,-2 1-4 16,2-2-1-16,0 2-2 0,0-1 7 15,0-1-5-15,0 1-2 0,0 0 3 0,2 0 2 16,-2-1-2-16,0 0-3 16,1 0 1-16,-1-2-1 0,0-1 2 0,2 3-1 15,-1-4 2-15,-1-1 0 0,0 1 4 0,2-1-1 0,0 2-2 0,-2-3 3 16,2 0 0-16,-2 1 0 0,0-1 23 16,2 0 24-16,0 1 9 0,-2 0 7 15,1-1 4-15,-1 0 4 0,0 0-18 0,2 0-22 0,-1 0-8 16,-1 0-10-1,0 0-4-15,0 0-5 0,0 0-4 0,0 0-2 16,2 2 0-16,0-2-2 0,-2-1-2 16,1 2 0-16,-1-1-2 0,3 0 2 0,-1-2 1 15,1 2-2-15,-1-1 2 0,1 0 0 0,0 0-1 16,3 0 0-16,-3-1 0 0,2 0 1 16,-2 1 0-16,2 0 2 0,-1-1 0 0,0 0 1 0,2 2-2 15,-3-4-1-15,2 3-1 0,2-2 0 16,-2 1 1-16,-1-1 0 0,4 0-1 0,-2 0 0 15,2-1 4-15,0 1 0 0,1-3-2 0,1 0-2 16,0 0 2-16,2-3-2 0,-2 0-2 0,3 0-2 16,-3-2-4-16,2 1-27 15,-3 1-63-15,2-2-101 0,-3 3-198 0,-1-2-292 0,-4 4-313 0,-2 2-308 16,-1 0-148-16,-3 0 312 0,0 0 640 16</inkml:trace>
  <inkml:trace contextRef="#ctx0" brushRef="#br3" timeOffset="-188281.85">842 16012 70 0,'6'-6'319'0,"-4"-1"197"0,-2 2 201 15,0 5 23-15,2-6-57 0,-1-1-47 16,-1 3-63-16,0 4-56 0,0 0-32 0,0 0-73 16,0 0-81-16,0 0-64 0,0 0-38 15,0 0-28-15,0 0-44 0,0 0-38 0,0 0-27 16,0 0-23-16,0 0-19 0,3 4-17 0,1 3-12 15,-1 4-15-15,3 3-9 0,-1 6-3 0,4 3 2 16,1 5-2-16,1 5 0 0,3 2 6 0,-1 0 4 16,2 5 1-16,0-3 0 15,0 3-2-15,0-5 0 0,0 0-3 0,-2-3 1 0,1-3 1 16,-4-5-1 0,0-3 1-16,-2-4 0 0,-1-4 0 0,-2-2-2 0,0-2 0 0,-2-5 2 0,-3-4-2 15,0 0 0 1,0 0 2-16,-3-5 3 0,-2-6 0 15,0-3 2-15,-4-4-2 0,1-1-1 0,-2-2 2 16,0-2-2-16,-2 1-2 0,1-4-2 0,-1 0 1 16,-1 1-2-16,2 0-1 0,-3-1-1 15,2 1 0-15,0 1 2 0,-1-1-3 0,4 2 4 0,-2 2-2 16,3 1 1-16,0 3 7 0,3 3 3 16,-1 0 2-16,3 4 1 0,0 1-1 0,1 1-1 0,2 8-7 15,0 0-5-15,3-4-7 0,2 1-3 16,4 3 0-16,4 0 0 0,1 6 3 15,2 1-1-15,4 4 8 0,0 2 2 0,3 2 3 0,1 4 0 16,1 0-2-16,-2 0 1 0,0 1 2 0,1-1-3 16,-2 0 0-16,-3-5 7 0,0 1 3 0,-3-1 2 15,-2-4-2-15,-1-2 2 0,-1-2 1 16,-4-2-8-16,-1 1-1 0,-3-4-1 0,-4-1 1 0,0 0-1 31,2-7 1-31,-4-2 6 0,-1-4 3 0,-2-6 1 16,-1 1 2-16,-4-3 2 0,1-1 1 15,-2-2-1-15,-3-1-4 0,0-1-2 0,-2-2 0 16,0 0-7-16,-3-1-7 0,3 0-4 0,-1 1-1 16,2 2-3-16,3 2-2 0,1 4 4 15,1 1 3-15,1 5 0 0,4 2 2 0,-1 3-3 16,3 2 1-16,1 2-2 16,2 5 0-16,0 0-1 0,0 0 1 0,5 2 1 0,3 2 3 15,1 1-9-15,-1 4-31 0,0 1-71 0,2 1-94 16,0 1-164-16,3 1-299 0,1 0-325 0,-1 0-344 15,-3 0-196-15,2-1 190 0,-1 0 651 0</inkml:trace>
  <inkml:trace contextRef="#ctx0" brushRef="#br3" timeOffset="-188033.18">1316 15902 313 0,'12'-5'870'16,"-3"1"346"-16,0 0-4 0,-4 2-269 15,-3 1-353-15,-2 0-235 0,3 1-85 0,2 0-37 16,3 1-24-16,4 2-8 0,1 1-15 0,-2 1-14 16,0 1-42-16,0 2-27 0,2 1-11 0,-2 1-12 15,0 4-3-15,0 1-10 0,-1 2-17 0,-1 4-11 0,2-1-11 16,0 3-8-16,0 3-10 0,-1-1-7 0,-1 1-1 16,-2 2 1-16,2-1-1 0,-1 2-2 0,-3-1-2 0,1-2 0 15,-1 2-1-15,1-1-2 0,-1-2-12 0,-2-2-19 16,0-2-34-16,-1 0-62 0,1-6-62 0,-6 0-125 15,0-4-168-15,-1-4-279 0,-1-4-287 0,2-1-227 0,-4-6-134 16,0-2 336-16,1-3 542 0</inkml:trace>
  <inkml:trace contextRef="#ctx0" brushRef="#br3" timeOffset="-187432.45">1769 15852 133 0,'0'-3'660'0,"3"-2"457"0,-3 4 135 0,-3 0-173 0,3-1-309 16,0 2-216-1,4 0-163-15,-2 2-89 0,1 2-53 0,0 2-42 16,1 1-42-16,-1 4-53 0,0 2-30 0,0 3-24 0,2 3-10 16,-1 1-6-16,1 3-5 0,0 3-7 0,0-1-10 15,3 4-4-15,-1 1-6 0,1 0-5 0,2 0-6 0,0-2 1 16,2 0 1-16,-2 0 1 0,2-3 0 15,-1-3-1-15,1-3-1 0,0-1 0 0,1-2 1 0,-2-1-2 0,3-3 0 16,-3 0 8-16,3-4 2 0,-3-1 1 16,3-2 0-16,-2-2-1 0,-1-3-1 0,3-2-7 0,-3 0-3 15,0-4 0-15,2-2-1 0,-2-2 0 0,1-2 0 0,0 2-7 32,-3-2-15-32,3-1-35 0,-2-1-61 0,-2-1-59 0,1 0-99 0,-1 2-151 0,-3-2-231 15,0 2-281 1,0 0-222-16,-2-2-187 0,3 2 139 0,-3 0 498 15</inkml:trace>
  <inkml:trace contextRef="#ctx0" brushRef="#br3" timeOffset="-187153.57">1818 15902 391 0,'-8'4'1063'0,"1"2"348"16,0-1-74-16,4-1-215 16,-1-1-510-16,3 0-244 0,1-1-127 0,0-1-83 0,1 0-53 0,1 1-44 15,3-1-28-15,2-2-14 0,1-1-11 0,4 1 0 0,0-2 0 0,2 0-2 16,2-2 0-16,2-1-2 0,0-1-2 0,0 3-4 16,1-5-1-16,1 1-3 0,-2-1-34 0,-1 3-57 15,-2-2-85 1,-1 2-146-16,-3 4-244 0,-3-3-310 15,3 4-293-15,-3 1-207 0,-2 0 93 0,-1 0 524 16</inkml:trace>
  <inkml:trace contextRef="#ctx0" brushRef="#br3" timeOffset="-186964.72">1935 16068 249 0,'-5'7'881'16,"2"-1"396"-16,-3 0-8 0,1-1-174 0,3 1-441 0,1-2-267 15,2 0-133-15,1 1-73 0,1-4-36 0,2 3-29 0,1-3-38 16,0 0-31-16,2-1-18 0,2 0-14 0,2-1-8 16,0 0-4-16,3-4-5 0,-2 0-2 0,4 0-4 0,-1-1 0 15,1-2-8-15,3 1-55 0,0 0-61 0,-1 1-138 16,0-1-216-16,3 1-296 0,-2 4-308 0,1-2-221 16,3 3-20-1,0 0 478-15</inkml:trace>
  <inkml:trace contextRef="#ctx0" brushRef="#br3" timeOffset="-185730.48">2403 16087 142 0,'-2'-8'389'15,"-1"0"203"-15,1 0 224 0,-2 1-72 0,0-1-98 16,0 2-56-16,1 0-53 16,-2 1-36-16,2 1-47 0,1 1-57 0,-1 2-75 15,3-1-63-15,-2 1-46 0,2 1-43 0,0 0-57 16,0 3-42-16,2 1-26 0,3 2-16 0,1 4-9 0,3 3-14 16,4 5-6-16,0 3-3 0,4 1-1 0,2 4-1 15,-3-1 0-15,3 0 3 0,0 3 5 0,0-3 1 16,-3 1 0-16,3 0 0 0,-2-4-4 0,-4 0 3 15,2-2-4-15,-5-3-1 0,1-3 2 0,-3-1 0 16,-2-3 0-16,1-2 0 0,-4-1 2 0,0-1 1 16,-1-5 0-16,-2-1-2 0,-2-1 1 0,-1-5 0 0,-4-4 2 15,1-3-4-15,-5-3-1 0,3-2 1 0,-3-2 2 16,0-5-3-16,-2 0 0 0,-1-5 3 0,0 1 6 16,-2-3 2-16,0 2 1 0,-1-3 2 0,3 1-1 31,-2 1 0-31,3 0-7 0,2 2-1 0,-1 1-3 0,4 2-8 15,1 4-5-15,4 1-2 0,0 3-1 0,6 2 0 16,0 0 0-16,2 6 7 0,1-1 6 16,2 2 3-16,5 3 1 0,0 4-1 0,2-2 0 0,0 4 2 15,0 4-3-15,1 0 7 0,0 4 3 0,0 0 2 16,0 4 4-16,-2 1 5 0,0 4 5 0,-3 2 2 16,-1 3 6-16,1 0-1 0,-3 3 1 0,-4 1-3 15,1 2-1-15,-3 1-8 0,1 1-5 0,-3-1-2 16,-1 0-2-16,-1 1-3 0,0 0-4 0,-1-5-1 15,0 1-2-15,-2-1-3 0,2-4 0 0,1-4-3 16,-4 0 1-16,3-6-3 0,0-2-3 0,1-2-12 16,-3-4-21-16,2-3-41 0,-2-4-61 0,2-3-84 0,-2-4-139 15,1-3-169-15,2-4-263 0,1 0-280 0,1-1-222 16,1-2-23-16,3 0 371 0,2 0 473 0</inkml:trace>
  <inkml:trace contextRef="#ctx0" brushRef="#br3" timeOffset="-185433.08">2871 16083 130 0,'25'10'436'16,"0"3"272"-16,-1 2 211 0,0 1-87 0,0 1-161 0,1-1-131 15,-3 0-103-15,-1-3-79 0,-3 0-78 0,1-1-74 16,-4-3-71-16,0-2-51 0,-3-2-26 0,-1-4-6 16,0 1 18-16,-5-5 28 0,0 0 27 0,-1-3 6 15,-3-3 16-15,-4-3-2 0,-1-1-21 0,-2-3-21 0,-3-3-19 16,-3 1-4-16,-1-2-17 0,-4 2-18 0,-2-1-7 0,-2 1-12 15,-1 0-5-15,-3 3-9 0,-1 0-5 16,-3 0-1-16,1 3 1 0,-3 1 0 0,2 2-2 16,-1 3-1-16,5 1 0 0,0 5-4 0,4 0-1 15,4 5-3-15,2 1 0 0,4 2-3 0,2 1 0 0,4 3 1 16,1 0-15-16,3 1-45 0,3 0-54 0,1 1-57 16,3 0-109-16,1-1-177 0,0 2-279 0,6-1-257 15,0-1-224 1,2 2-131-16,2-4 274 0,2-1 533 15</inkml:trace>
  <inkml:trace contextRef="#ctx0" brushRef="#br3" timeOffset="-184515.1">3364 15937 203 0,'0'1'528'0,"0"-1"260"15,0 2 156-15,0-2-170 0,2 3-156 0,3 0-115 16,1 2-107-16,0 0-61 0,4 3-54 0,-1 1-70 16,5 3-52-1,-1 1-32-15,3 1-1 0,0 4 20 0,1 0 7 16,-1 3 0-16,1 0-15 0,0 1-17 0,-2 0-27 15,0-1-36-15,-2-2-22 0,0-1-12 0,-2-1-9 16,0-1-5-16,-3-3 7 0,1 0 1 0,-4-3 5 16,0-3 3-16,-2 1 2 0,-1-3 4 0,-1-1-5 0,-1-1-5 15,0 1-2-15,-1-4-2 0,-3 0-4 16,0 0-4-16,-3-4-4 0,-2 0-2 0,1-1-4 0,-2-3 2 16,1-2-2-16,-2 0 0 0,1-3 0 0,0 2-2 15,0-3 1-15,2-1-2 0,-2 0 9 0,3 0 1 0,-1-1 4 16,1-2 1-16,1 1 0 0,0 1 0 0,1-4-7 15,2 1-3-15,1-1-4 0,-1-1 1 16,2 0 1-16,-1 2 0 0,2-2 0 0,0 3-5 16,0-1-4-16,2 0-2 0,-1 1-2 0,2 3 0 0,-1 0 0 15,1 2 5-15,-1 1 5 0,1 2 2 0,1-1 0 16,-2 3-2-16,1 2 1 0,2 1 1 0,-2 1 1 31,0 3 0-31,-1-1 1 0,1 4 2 0,0 0 2 0,3 3 8 0,-4 3 1 0,1-1 4 0,0 6 0 31,-1-3 1-31,-2 7-1 0,2-2-5 0,-1 3-3 16,-1 3-2-16,0-4 0 0,2 4 0 0,-2-1 1 16,1 1-2-16,1 0-5 0,1 0-2 0,2-1-5 15,1 2-2-15,-1-3-1 0,1 2-2 0,4-2 5 16,-1 1 1-16,2-3 3 0,-1 1 0 0,4-4 1 0,0 2 0 16,0-1 7-16,2-3 2 0,-2 0 2 0,2-5 2 15,-2 0-1-15,1-1-2 0,0-2-9 0,-2-4-5 16,0-1-3-16,1-4-3 0,-1-3-12 0,-2-2-47 15,-2-2-68-15,-2-1-98 0,-1-4-167 0,-3 4-301 16,2-3-327-16,-4 1-290 0,-1 1-157 0,0-3 239 0,0 2 615 16</inkml:trace>
  <inkml:trace contextRef="#ctx0" brushRef="#br3" timeOffset="-184133.6">3737 15821 143 0,'4'-5'595'0,"-2"-1"359"0,0 2 161 0,1 2-125 16,0 0-289-16,2 1-238 0,0-1-165 0,3 2-75 15,1-1-54-15,-1 1-33 0,2 0-22 0,4-2-10 16,-1 1-15-16,2-1-9 0,0 0 49 0,2 1 4 16,1-1-8-16,0 1-10 0,-2 0-2 0,0 1 6 15,0 1-34-15,-2 0-11 0,-1 2 2 0,-1 2 3 16,-4 3 3-16,0 4-7 0,0 1-7 0,-2 2-11 15,-3 3-7-15,-1 3-10 0,1 2-5 16,-3 2-4-16,0 2-3 0,0-1-2 0,0-1-3 16,0 2-2-16,0 0-2 0,0-3-5 0,0 1-4 0,2-3-4 15,-1-1-1-15,1-2-3 0,3-2-1 0,0-2-1 16,1 0-5-16,0-2-4 0,-1-2-2 0,3-1 3 16,0-3-2-16,3 2-4 0,-2-4 5 0,1 0 3 31,1-1 0-31,0-1-7 0,1-1-5 0,-2 0-8 15,3-1-7-15,-1-1-14 0,1 0-28 16,1-1-59-16,-3-1-58 0,1 0-76 0,-2-1-157 0,0-1-225 16,0-1-296-16,-1 0-237 0,-1-4-190 0,0 1 76 15,-2-3 520-15</inkml:trace>
  <inkml:trace contextRef="#ctx0" brushRef="#br3" timeOffset="-183382.61">4356 15724 33 0,'-2'-6'588'15,"2"1"522"-15,-2 3 253 0,1 0-36 16,1 1-358-16,-2 1-342 0,-1 1-211 0,1 3-116 16,1 1-79-16,-1 4-73 0,2 1-44 0,-1 5-26 0,1-1-18 31,1 3-10-31,1 2-8 0,1 2-10 0,0 4-8 0,2-2-7 0,1 2-1 0,2 0-3 31,0 2 1-31,0-2 0 0,1 1 0 0,1 1-1 16,1-4-3-16,0 2-2 0,0-1-2 0,0-5-2 15,3 1-2-15,-1-3 0 0,-1-3-1 0,3-1-1 0,-1-2-1 16,-1-4-2-16,0 0-1 0,1-4 1 0,-3-2-1 16,3-2 1-16,-1-4 0 0,-1-1 1 15,-2-1 1-15,-1-4-1 0,-1 1 0 0,0-2 0 0,-2 2 0 16,-1-3 0-16,0 1 0 0,-2 1 1 0,-3 3 1 15,2-1 1-15,-2 1 0 0,-2 2 1 0,2 0 1 16,-3 2 1-16,1 1 0 0,-1 0 0 0,-2 1-1 16,2 2 0-16,-2 2 0 0,-1 0-1 0,2 0 1 15,0 2-2-15,1-2 1 0,-2 3 0 0,2-2-1 16,-2 0 1-16,2-1-1 0,-1 2 1 0,-1-3-2 16,2-1 0-16,-2 0 0 0,0-3-2 0,0 0 0 15,-2-4-2 1,-1-2 1-16,0-3 0 0,-2-1 1 15,-1-4 0-15,3-3 1 0,-3-1 2 0,0 0 1 16,0-1 1-16,3-2-1 0,-3 1 1 0,3 1 0 16,0 0-1-16,-1-1-1 0,1 4 1 0,3 0 0 15,-1 0 0-15,1 1-1 0,0 1 0 0,1 1 0 16,1 1 0-16,1 1-1 0,0 1-1 0,2 0 1 16,2 3 0-16,0-2 0 0,1 3 0 15,1 1 0-15,1 0 0 0,3 2 0 0,-2 0 0 16,4 1 1-16,1 3-2 0,0-2 1 0,3 4 0 15,-1 4 0-15,2 0 0 0,0 3-3 0,2 4 3 16,-1 1-1-16,1 4 0 0,-1 4 1 0,3 4 0 16,-3 1 1-16,1 3-1 0,-1 4 1 0,2 1 0 15,-4 3 1-15,3 1 1 0,-4 3 1 0,1-1 0 16,-3 1 1-16,3 0-1 0,-4-2-1 0,1 1-1 16,1 0-1-1,-2-2-1-15,1 0-1 0,0-2 0 16,0-4-2-16,2-2-1 0,-2 0-3 0,0-3-7 15,1-6-22-15,-2 0-49 0,0-6-71 0,-3-4-111 16,-2-2-194-16,0-4-302 0,-2-4-330 0,-3-4-303 16,0-6-148-16,-3-4 331 0,-2-3 663 0</inkml:trace>
  <inkml:trace contextRef="#ctx0" brushRef="#br3" timeOffset="-183099.43">4585 16121 402 0,'-2'8'908'0,"2"1"301"0,-2-1-26 16,2 0-309-16,2-1-308 0,0-1-205 0,1 0-89 16,2 1-31-16,0-1-25 0,2-1-23 0,-1 0-28 15,2-2-37 1,1 0-43-16,1-1-36 0,0-2-19 15,1-2-12-15,1-2-6 0,1 2-6 0,-1-5 0 16,0 1-1-16,1-1-6 0,-1-1-2 0,1-1 0 16,-2 2 3-16,2-2-5 0,-2 0-4 0,0 2-32 15,-2-2-49-15,1 3-50 0,2 0-97 0,-2 2-153 0,0 1-273 16,0 2-270-16,0-1-230 0,-2 4-172 16,4-2 195-16,-4 3 511 0</inkml:trace>
  <inkml:trace contextRef="#ctx0" brushRef="#br3" timeOffset="-182684.04">4985 16429 108 0,'-7'-6'711'0,"1"4"490"0,0 2 127 16,3 2-103-16,1 4-356 0,0 0-330 0,4 5-173 16,0 1-94-16,1 3-63 0,2 3-63 0,2 0-55 15,0 3-36-15,-1 0-19 0,4-1-17 0,-1 1-7 16,2-2-5-16,-1 0-7 0,2 0-5 0,1 0-7 0,-1-3-4 31,0-2-50-31,-1-1-62 0,0-3-94 0,-2-5-170 16,1 0-297-16,1-5-324 0,-2-2-274 15,-1-5-169-15,-1-3 240 0,0-1 616 0</inkml:trace>
  <inkml:trace contextRef="#ctx0" brushRef="#br3" timeOffset="-182266.55">4931 15954 39 0,'-5'0'565'0,"2"1"482"0,1 2 195 16,2 1-93-16,0 2-353 0,2 3-296 0,4 2-150 16,2 5-74-16,3 0-35 0,2 5-29 0,1 1-30 15,2 3-40-15,1 4-46 0,1 2-39 0,-1-3-25 16,1 2-13-16,-1-2-12 0,-1-1-7 0,-2-4-27 15,-1-3-58-15,-1-4-53 0,-4-5-117 0,-1 0-165 16,-4-5-287-16,-1-5-299 0,-2-1-228 0,-4-3-146 16,-2-7 309-16,-1-3 528 0</inkml:trace>
  <inkml:trace contextRef="#ctx0" brushRef="#br3" timeOffset="-181999.81">4961 15904 174 0,'0'-21'404'0,"2"1"218"15,1 5 221-15,6-2-107 0,1 4-92 0,1 0-61 16,6 3-63-16,1-1-80 0,2 4-92 0,4 1-97 16,-1 1-44-16,0 2-42 0,4 2 13 15,-2 2-1-15,2 2-6 0,-2 4 2 0,-3 0-29 0,2 4-12 16,-2 4-29-16,-3 6-18 0,0 1-13 0,-2 5-12 16,-4 3-8-16,-2 2-13 0,0 4-11 15,-6 2-8-15,-2 4-5 0,-1-1-7 0,-4 1-4 0,-1 0-2 16,-2-3-3-16,-3-2-1 0,-1-4-5 0,-1-4-12 15,1-5-38-15,-4-6-66 0,0-6-71 16,-1-8-140-16,3-5-191 0,-2-6-311 0,3-6-288 16,2-5-221-16,1-3-55 0,2-6 437 0,1 0 521 0</inkml:trace>
  <inkml:trace contextRef="#ctx0" brushRef="#br3" timeOffset="-181767">5426 15793 420 0,'14'-10'834'15,"-3"4"323"-15,0 2 43 0,0 4-260 16,0 1-211-16,3 5-177 0,-4 2-128 0,1 6-94 16,0 2-62-16,0 3-80 0,-1 3-58 0,2 4-33 15,-2 4-19-15,3 3-10 0,2 3-12 16,-2 3-11-16,3 0-7 0,0 1-12 0,1 0-6 0,1-2-8 16,-1-5-6-16,3-1-3 0,-4-6-4 0,3-5-2 15,0-5-1-15,-2-7-3 0,2-5-1 0,-3-4-12 16,0-4-17-16,-2-5-52 0,0-6-68 0,-4-2-93 15,-2-4-155-15,0-3-252 0,-2-3-315 0,0-1-275 16,-4 0-192-16,1-4 116 0,-3 0 554 0</inkml:trace>
  <inkml:trace contextRef="#ctx0" brushRef="#br3" timeOffset="-181566.52">5576 15613 175 0,'-11'10'955'0,"0"3"550"0,1 3-52 0,4 3-279 16,3 0-433-16,3 0-319 0,1 2-194 16,4 1-98-16,0-3-46 0,5-2-22 0,2 0-15 0,3-4-22 15,2-4-11-15,2-2-6 0,3-4-3 0,0-3-5 16,3-3-4-16,-1-2-51 0,0-2-59 16,-2-1-97-16,0-1-157 0,-1 2-283 0,-4-1-324 15,2 4-261-15,-5-1-186 0,-1 3 206 0,-4-2 571 16</inkml:trace>
  <inkml:trace contextRef="#ctx0" brushRef="#br3" timeOffset="-181383.16">5728 15930 130 0,'-13'16'711'0,"2"0"440"0,2-1 100 0,1 0-159 16,2-1-380-16,4 1-314 0,2-1-153 16,2 0-80-1,2 2-47-15,2-2-23 0,4-1-23 0,1-1-26 16,3-4-24-16,2 2-11 0,1-3-5 0,4-5-12 15,-2-2-14-15,5 0-22 0,-1-2-30 16,-1-5-89-16,-1-1-139 0,-2-2-192 0,0-2-285 16,2 0-254-16,-3-1-204 0,0-5 113 0,-1 2 420 15</inkml:trace>
  <inkml:trace contextRef="#ctx0" brushRef="#br3" timeOffset="-181033.03">6142 15677 39 0,'0'-9'640'0,"0"3"661"0,-3 4 236 15,2 2-196-15,-1 2-389 0,2 7-371 0,0 1-199 0,0 3-137 16,3 2-79-16,-1 6-43 16,2 1-33-16,1 1-23 0,3 3-21 0,0 0-14 15,0 1-13 1,4-1-9-16,1 0-4 0,-1-3-4 0,1-1-4 0,1-5-2 0,-1-1-1 0,0-6-1 16,-1-2-1-16,0-4-1 0,0-5-4 0,-4-4-10 15,0-3-10-15,-3-7-17 0,0-2-25 0,-4-5-21 16,-1-3-14-1,0-1 0-15,0 1 7 0,-1-2 20 0,-1 2 26 16,-1 2 29-16,1 2 32 0,-1 3 34 16,0 3 25-16,1 2 17 0,-1 4 10 0,1 3 0 15,2 3-12-15,-1 1-21 0,1 6-16 0,0 3-13 16,1 3-9-16,1 4-4 0,1 3-4 0,2 4-2 16,0 1-5-16,4-1-5 0,1 5-2 0,1-3-4 15,1 1-2-15,3 0-16 0,0 0-41 0,1 0-68 16,3-1-97-16,-1-2-174 0,2 0-298 0,2-5-322 15,1 1-305-15,2-5-172 0,3-3 234 0,2-3 644 16</inkml:trace>
  <inkml:trace contextRef="#ctx0" brushRef="#br3" timeOffset="-180483.26">7399 16149 95 0,'5'14'691'0,"1"-4"468"15,-6-3 108-15,-2-7-149 0,-2-3-356 16,1-4-280-16,1-7-137 0,-4-4-60 0,1-6-34 16,-3-4-20-16,0-6-28 0,-1-5-55 0,1-3-40 15,-3-4-28-15,3 0-20 0,-2-4-13 0,2 2-15 0,-1 0-11 16,3 3-8-16,-1 5-4 0,2 4-5 16,2 6 0-16,0 4 0 0,0 7-1 0,3 5 3 15,0 3 5-15,3 7 4 0,3 6 0 0,1 4 3 16,1 5-1-16,4 5-3 0,1 6-4 15,3 4-4-15,0 6-3 0,1 3-3 0,1 3-3 0,0 3-2 16,2 3-2-16,2 2-1 0,-2 1-15 16,-1 2-28-16,2-1-71 0,-4-1-78 0,-1 0-154 0,-2-2-259 15,-3-3-313-15,-3-2-332 0,1-2-206 0,-4-7 43 16,-3-2 590-16</inkml:trace>
  <inkml:trace contextRef="#ctx0" brushRef="#br3" timeOffset="-180282.93">7393 16155 477 0,'-5'-24'927'0,"2"1"236"0,-1 3-39 15,3 5-300-15,1-2-322 0,3 3-196 0,2 2-70 16,1 3-33-16,4 0-27 0,2 3-31 0,3 0-24 16,2 4-31-16,2-2-37 0,3 2-26 0,2 2-11 15,1-2-6-15,2 2-10 0,-1 2-23 0,2-2-37 0,-3 1-67 16,0 0-157-16,-1-1-249 0,0 0-292 0,-3-1-275 15,-1-2-208-15,0-3 74 0,-4-1 527 16</inkml:trace>
  <inkml:trace contextRef="#ctx0" brushRef="#br3" timeOffset="-180082.87">7796 15409 447 0,'-6'-7'1040'0,"1"4"278"15,0 8-29-15,3 3-236 0,2 7-408 0,3 4-233 16,2 4-125-16,0 7-70 0,2 4-62 16,3 3-64-16,-2 2-37 0,4 3-30 0,0 1-14 15,2 0-7-15,2 3-15 0,-3-2-55 0,1 0-56 16,0-2-101-16,-2-3-170 0,0-1-301 0,-4-4-316 16,2-2-253-16,-1-5-166 0,-5-4 267 0,1-2 585 15</inkml:trace>
  <inkml:trace contextRef="#ctx0" brushRef="#br3" timeOffset="-179866.88">7718 15716 281 0,'-10'-25'1066'16,"0"5"469"-16,3 3-114 0,-2 4-284 0,6 3-460 0,0 3-267 0,3 1-172 0,2 1-83 15,1 4-39-15,4-2-21 16,3 3-28-16,0-3-23 15,3 3-14-15,2 0-15 0,2-2-9 0,-1 0-7 16,3 2-4-16,1-5-15 0,-2 1-53 0,1 0-65 16,-3 0-96-16,1-2-158 0,-2 1-261 0,0 1-322 15,-2-3-263-15,1 2-182 0,-3-1 164 16,2 2 557-16</inkml:trace>
  <inkml:trace contextRef="#ctx0" brushRef="#br3" timeOffset="-179601.16">8044 15559 179 0,'8'15'758'0,"1"2"425"15,-1 5 82-15,5 2-139 0,1 5-338 0,2 3-273 0,6 0-147 0,0 1-85 16,5 5-52-16,0-1-58 0,5 2-61 16,-1 1-44-16,2-5-28 0,-1-3-17 0,0-4-13 15,-2-5-4 1,-2-4-6-16,-1-8-4 0,-4-3-1 0,-3-6 2 0,-4-4-1 0,-5-8-2 0,-5-1 1 16,-3-8 6-16,-6-2 1 0,-2-3 1 0,-4-4 5 15,-4-1 10-15,-3 0 7 0,-3 0 4 0,-1 0 2 31,-2 3 4-31,-2 1-2 0,0 3-7 0,-1 3-7 16,0 2-7-16,2 5-5 0,1 4-4 16,2 5-5-16,4 6-1 0,-1 6-11 0,4 6-22 0,5 2-62 0,2 8-67 15,3 0-142-15,6 4-243 16,6 1-305-16,4-2-332 0,4 3-242 0,7-3-39 16,3 1 546-16</inkml:trace>
  <inkml:trace contextRef="#ctx0" brushRef="#br3" timeOffset="-178700.28">8763 15638 271 0,'-2'-5'639'0,"0"-1"317"0,-1 2 132 0,1-1-219 16,-1 2-249-16,3 1-169 0,0 1-103 15,0 2-48-15,3 2-21 0,2 4-32 0,4 3-32 16,-1 2-17-16,2 3-28 0,2 4-38 0,1 4-42 16,4 2-23-16,-1 4-11 0,1 2-15 15,0 0-8-15,0 0-5 0,-1 0-4 0,-1-2-7 0,-2-5-10 16,1-3-3-16,-3-4-3 0,-1-3-1 15,-2-5-2-15,-2-1 2 0,-3-5-1 16,0-4 3-16,-4-5 1 0,-1-5-1 0,-3-4 1 0,-1-3 0 0,-2-6-2 16,-3-2-1-16,0-1 0 0,-3-2 0 15,1-1 1-15,-2 0 0 0,0 2 1 0,0-1 2 16,0 3-1-16,0 0-2 0,2 3 0 0,0 3-2 16,4 3 0-16,2 4-2 0,1 3 3 0,1 1-1 15,2 5 1 1,6 3 1-16,0 2 1 0,2 5-2 0,3 3 0 15,3 5 0-15,0 1-2 0,2-1 0 16,4 5 2-16,-1 0 1 0,1 1 0 0,-1-1 2 16,3 2 0-16,-2-1-2 0,1 1-1 0,-1-3 2 15,-1 0-2-15,-2-5-2 0,1 0-1 0,-1-3 3 16,-3-4-1-16,0-5-2 0,0-4 3 16,-5-5 2-16,2-9-1 0,-4 0 0 0,-1-7 0 15,-2-4 0-15,1-1-1 0,-4-2-1 0,2-3 2 16,-3 4 1-16,2 2-2 0,-1 1 2 0,0 3 0 15,1 5 2-15,-1 2 2 0,2 5-1 0,0 5 0 16,-1 2 1-16,1 7-1 0,0 2-3 0,1 7-1 16,1 7 1-16,1 4-2 0,0 7-1 0,2 4-4 15,2 3-1-15,0 1-5 16,-1 2-22-16,2-1-51 0,5-1-55 0,-4 0-62 0,5-3-126 0,-2-4-175 16,-1-2-295-16,4-6-244 0,-2-1-212 15,1-6-78-15,-3-7 358 0,1-4 499 0</inkml:trace>
  <inkml:trace contextRef="#ctx0" brushRef="#br3" timeOffset="-178400.95">9399 15552 137 0,'13'2'729'16,"-1"3"444"-16,-2 7 92 0,4 3-118 15,-1 5-367-15,2 4-276 0,0 1-157 0,0 1-84 16,0 2-53-16,1-1-47 0,-2-1-61 0,3-1-50 0,-4-2-23 15,1-2-16-15,0-4-6 16,-1-3-6-16,-2-3-1 0,0-5 1 0,-1-4-2 0,-1-4 3 16,-4-6-1-16,-2-4-1 0,-1-3 0 0,-2-5-1 15,-3-2-1-15,-1-1-3 0,-4-2 1 0,1-2 3 16,-3 4 0-16,-1-2 0 0,-5 2 1 0,2 1-1 16,-3 1 0-16,-1 1 1 0,-1 4-5 0,0 0-22 31,3 4-46-31,1 3-48 0,2 4-67 0,-1 4-136 15,6 2-203-15,1 4-288 0,4 3-239 16,5 0-217-16,-1 2-12 0,6 4 430 0</inkml:trace>
  <inkml:trace contextRef="#ctx0" brushRef="#br3" timeOffset="-177832.63">9668 15534 381 0,'3'-1'828'16,"-1"-1"300"-16,-1 2 40 0,-1 3-299 15,2 1-271-15,1 2-147 16,2 4-78-16,1 1-59 0,0 4-50 0,1 1-41 0,-1 3-46 0,5 2-51 16,-1 3-48-16,2 1-22 0,1 2-17 15,0 0-11-15,2-1-5 0,-2 0-10 0,3-1-5 0,-2-3-5 16,3-2 0-16,-1-2-1 0,1-3-2 16,-2-4-1-16,-1-3-1 0,0-3 1 0,-2-3-3 15,0-4-1 1,-2-3 4-16,-2-3 0 0,-1-2 0 0,0-2 1 15,-3-1 1-15,0-2 1 0,-1-2 0 16,-1 0-1-16,-2 1 3 0,0 0-2 0,0-1-2 16,0 2 0-16,-2 2-7 0,0-2-29 0,-1 1-56 15,1 4-51-15,-2-1-68 0,0 1-130 16,0 1-174-16,-1 1-267 0,4 4-234 0,1-1-217 16,1 4-61-16,2-1 348 0,0 2 471 0</inkml:trace>
  <inkml:trace contextRef="#ctx0" brushRef="#br3" timeOffset="-177583.75">10141 15559 106 0,'-3'-1'710'0,"-1"-1"480"0,1 4 131 15,0-1-93-15,1 2-354 0,2 3-327 0,0 2-169 0,2-1-91 0,0 3-62 0,1 1-62 31,0 3-57-31,3-1-39 0,2 1-22 0,-2 2-15 16,4 2-12-16,0 1-8 0,2-2-4 0,1 4-5 16,1-1-2-16,0 1-4 0,2 0-1 0,-2-1-1 15,3 0-9-15,-2 0-28 0,-1-2-59 16,0-2-55-16,0-2-79 0,-2-2-140 0,-3-3-175 16,-1-3-249-16,-2-5-232 0,-1-1-213 0,-3-5-26 15,-1-5 359-15,-1-3 447 0</inkml:trace>
  <inkml:trace contextRef="#ctx0" brushRef="#br3" timeOffset="-177052.15">10444 15604 251 0,'4'-2'667'15,"-3"2"362"-15,-1 0 140 0,0 0-246 16,2 4-231-16,-1 2-125 0,-1 3-106 0,2 1-85 16,2 4-64-16,-4 2-49 0,2 4-45 15,-1 4-63-15,1 2-41 0,0 5-28 0,-1 2-18 0,-1 3-15 16,2 0-14-16,0 3-11 0,-1 0-8 0,-1 0-8 16,0 1-6-16,-1-1-3 0,-1-1-5 15,-1-1-5-15,-1-4-22 0,1 0-53 0,-3-7-75 0,3-2-147 16,-2-5-279-16,-1-4-313 0,3-4-357 0,-1-5-294 15,-3-5 2-15,2-3 656 16</inkml:trace>
  <inkml:trace contextRef="#ctx0" brushRef="#br3" timeOffset="-166244.27">3031 5560 140 0,'-2'0'391'16,"2"0"218"-16,-3 0 184 0,3 1-104 0,0-1-95 15,-2 0-59 1,2-1-45-16,-1 1-58 0,-1-1-63 0,-1-1-67 0,1 2-60 16,1-1-37-16,-1-1-12 0,-1 1-15 0,1 1-2 15,1-2-14-15,-4 1-16 0,2-1-26 0,0-1-23 16,0 0-12-1,-2 0-14-15,2 2-3 0,-2-2-6 0,-2 2-1 0,1-1-5 0,2 0-9 0,-1 2-7 16,0 0-9-16,-2 2-6 0,0 0-5 16,1-1-7-16,-1 2-1 15,1 1-2-15,-1 1-1 0,0-1 0 16,2 1-1-16,-2 0-1 0,3 1-2 0,-1 2-2 0,-1 1 0 16,1-1-1-16,2 3-2 0,1-1 0 15,1 2-2-15,1 1 2 0,0 1-1 0,1 2 0 16,3 0-1-16,0-2 1 0,4 3 0 0,-2-3-2 15,4 2 0-15,1-1 0 0,-2-2 1 16,4-1-1-16,-2 0 1 0,2-3 0 0,-2 0 2 0,3-2 0 0,-3-1 0 16,2-4 1-16,-2 0 1 0,0-4 1 0,1-2 0 15,-2-4 3-15,0-1-1 0,-1-4 2 0,-1-2-2 16,0-3 1-16,-3-3-2 0,1 0-1 0,-3-2 0 16,-2-1-1-16,1 0 0 0,-2 2 5 0,-2-1 3 15,1 2 7-15,-2 2 4 0,-3 2 5 16,3-1 4-1,-4 3 0-15,2 2-2 0,-3-1-1 0,-1 4-2 16,-2-1 0-16,3 4-1 0,-3 0-2 0,0 1-2 16,0 1-2-16,-2 2-3 0,4 0-4 0,-1 3-3 15,-1 0-1-15,3 4-3 0,0 1 0 0,2 3-2 16,-2-1-1-16,3 3 0 0,2 2 0 0,0 3 0 16,1 3-1-16,2 2 1 0,0 1-1 15,4 1 0-15,-1 3 0 0,0 0-1 0,3 0 0 0,2 2-1 16,0-1 1-16,0-4 0 0,0 3-1 0,3-6 1 15,-2 0 0-15,3-4 0 0,0 1-1 0,-1-4 1 16,3-4 1-16,-3 0 0 0,1-5 1 0,0 0-1 16,-1-5 3-16,2-1-1 0,-4-3 0 0,-1-4 0 15,0-3 2-15,0 0-2 0,-2-6 1 16,-2-1 0-16,-1-1-1 0,0-1 1 0,-3-2-2 0,2 1 0 16,-4 2 0-16,2-2 1 0,-3 3-2 0,1 2 1 0,-3-1 0 15,0 5 1-15,-2-1-1 0,1 1 0 16,-2 2 0-1,-2-1-1-15,-1 4 0 0,0-2 0 0,0 2 0 16,0 2 0-16,1 2 1 0,-1 2 1 0,2 0 1 16,1 5 0-16,0 0 0 0,0 6 0 15,2 1 0-15,1 4-2 0,2 6 0 0,1-1-1 16,2 4 1-16,2 2-1 0,-1 2 1 0,4 2-1 16,0-2 1-16,3 2-1 0,-2-1 0 0,2-1 0 0,0-2 0 15,1-4-1-15,1 0 0 0,0-4 1 16,0-2-1-16,-2-2 0 0,2-4 0 0,-2-1 0 15,1-4 0-15,-1-3 1 0,-1-1 1 0,-1-5 0 16,-2-3 1-16,1-5 0 0,-3-2 1 0,-1-2-1 16,-1-3 1-16,-1-3-1 0,-1 1-1 0,-1 0 0 0,0 1 0 15,-3 1 1-15,-1 1 0 0,-1 3-1 16,0-1 0-16,-4 2 1 0,-1 0-2 0,1 2 2 0,-3 3-2 16,1 2 1-16,1 1 1 0,1 4 0 15,-1 1 0-15,2 3 1 0,1 2-1 0,0 3-1 16,3 6 0-1,-1 0-3-15,5 5 0 0,0 2-1 0,0 3-1 16,3 1-6-16,4-1-8 0,1 2-16 0,0-2-20 16,3-1-36-16,0 0-77 0,4-2-95 15,-2-1-165-15,1-3-282 0,3 0-326 0,1-3-351 0,2 0-185 16,0-3 188-16,2 1 673 0</inkml:trace>
  <inkml:trace contextRef="#ctx0" brushRef="#br3" timeOffset="-163544.28">4563 7356 56 0,'1'2'233'0,"-1"3"116"16,2-1 43-16,1 1-59 0,-1 1-95 0,2-2-78 15,-2 0-53-15,1 2-34 0,0-4-22 0,0 3-25 16,2-1-10-16,-2-3-7 0,1 0-5 16,-1-1-2-16,1 0 8 0,-1 0 14 0,-1-2 17 15,1-2 16-15,-3-1 15 0,3-1 18 0,-3 2 9 16,0-3-3-16,0 1 1 0,-3-2-6 0,3 2-4 16,-3 0-18-16,1 2-10 0,1-1-15 0,-4 2-19 15,2 0-48-15,0-1-77 0,0 2-155 0,-2 1-233 16,0 0-129-16,0-3-14 0,-1-1 117 0,3-3 189 15</inkml:trace>
  <inkml:trace contextRef="#ctx0" brushRef="#br3" timeOffset="-162409.99">4628 5530 115 0,'0'-1'406'15,"0"0"282"-15,-2 1 250 0,0-2-49 16,1 0-154-16,-3 1-132 0,3 0-81 16,-2-1-45-16,-1 0-65 0,1 2-78 0,-3-1-65 15,3 1-42-15,-2 0-46 0,-1 0-55 0,-1 0-36 16,3 0-24-1,-4 1-11-15,3 3-14 0,-1-2-9 0,3 3-8 16,-1 1-7-16,1 2-5 0,2 3-5 16,2 2-2-16,1 4-1 0,3 2-2 0,1 1-3 15,4 3 0-15,0-1 0 0,3-1 0 0,1 0-2 16,2-2-1-16,1-1 2 0,1-6 2 0,-1-5 1 16,1-5 0-16,1-3 2 0,-2-7 3 15,-1-8 1-15,1-5-1 0,-4-6-1 0,-2-4-1 16,-2-4 0-16,-2-2 7 0,-4-2 10 0,0 0 17 0,-4 4 13 15,-3 3 12-15,0 2 9 0,-3 5-1 16,-3 3-7-16,-2 4-8 0,1 1-9 0,-6 5-11 16,2 2-6-16,-3 4-5 0,-1 2-4 0,-1 4-6 15,2 2-3-15,-1 4-1 0,3 3-4 0,0 3-2 16,2 3-2 0,4 2 0-16,3 1-1 0,2 3 0 0,5 1-1 0,0 2-1 0,5 2 0 15,2-1 0 1,1 3-1-16,4-3-1 0,0-1 0 0,1-2 0 0,1-3 1 0,-1-1 0 0,1-4-1 0,0-3 2 15,-1-4 0-15,2-3 0 0,-2-4 0 16,-2-5 0 0,0-1 0-16,-3-3 0 0,-3-2 2 15,1 1-1-15,-3-4 1 0,-3 4-1 0,0-2 1 16,-3 3-1-16,-3 0-1 0,1 1-1 0,-1 2-1 16,1 3-1-16,-3 2-5 0,2 1-11 0,1 4-17 15,0 2-25-15,2 2-53 0,3 4-78 0,0 0-134 16,2 3-235-16,3 0-299 0,1 0-352 15,6-2-314-15,1-2-73 0,4-1 542 0,1-2 672 0</inkml:trace>
  <inkml:trace contextRef="#ctx0" brushRef="#br3" timeOffset="-161393.31">6493 5509 45 0,'-5'-7'354'0,"-2"1"279"0,2 1 294 16,0 0 53-16,0 3-187 15,0 0-165-15,1 1-114 0,0 1-77 0,0 1-88 16,1 2-81-16,1 2-61 0,2 1-40 0,2 4-22 16,-1 4-24-16,5 1-22 0,2 3-19 0,0 0-10 15,2 3-8-15,4 0-18 0,-3-2-18 0,5 1-7 16,-2-2-6-16,0-3-4 16,-1-2 0-16,0-4 0 0,1-1 5 0,-3-6 6 0,1-2 11 0,-2-2 6 15,-2-6 3-15,1-2 1 0,-4-3-6 16,-2-4-7-16,-1-4-7 0,-2 0-3 0,0-3-1 0,-3 0 4 31,-2 0 4-31,-3 0 9 0,0 4 3 16,0 1 0-16,-1 2 1 0,-4 3-4 0,0 2-4 15,-2 1-6-15,0 4-8 0,0 3-3 0,-1 2-2 16,0 4-1-16,0 1-2 0,2 5-1 0,1 3-2 16,3 3 1-16,0 4-3 0,4 1-2 0,2 6-2 15,1 0 1-15,5 0-1 0,-1 5-1 0,4-2 0 16,3 0 0-16,3 4-3 0,2-2-12 0,1 2-23 15,2-3-69-15,1 0-79 0,2-1-166 16,-2-1-283-16,4 0-320 0,3 0-371 0,0-3-246 16,1 2 83-16,0-1 703 0</inkml:trace>
  <inkml:trace contextRef="#ctx0" brushRef="#br3" timeOffset="-160491.43">6548 7311 13 0,'-3'-2'279'16,"-3"2"187"-16,1-1 203 0,2 1 65 0,-2-2-112 16,2 2-73-16,0 0-39 15,0 0-36-15,-2 2-54 0,2-2-79 0,0 1-70 0,1 1-72 16,-1 0-60-16,3 2-48 0,0 1-29 16,2 1-16-16,1 2-18 0,3 3 16 0,2 0 16 15,0 2 9-15,3 2-1 0,0-2 1 0,3 2-5 16,-1 0-20-16,1-3-21 0,-3 0-12 0,3-4-2 15,-1 0-2-15,-2-3 2 0,-1-3 4 0,-1-2 31 16,-1-2 27-16,-2-4 11 0,-1-1 6 0,-3-4 9 16,-2-1-3-16,-4-1-17 0,1-4-13 15,-3 2-5-15,-2 0 2 0,-1 0-3 0,-1 2 0 16,-1 1-6-16,0 0-7 16,-3 3-9-16,1 3-9 0,0 1-6 0,1 2-10 0,-1 2-4 0,-1 1-5 15,3 1-2-15,1 4-2 0,1 0-3 0,3 4-2 16,2-1-1-16,3 6-1 0,1 0-5 0,3 5-16 31,2 1-45-31,4 0-66 0,-1 3-105 0,0 0-182 16,3 2-295-16,2 2-322 0,0 0-294 15,-1 1-162-15,2 4 285 0,0 2 633 0</inkml:trace>
  <inkml:trace contextRef="#ctx0" brushRef="#br3" timeOffset="-159411.18">6551 9222 168 0,'-4'-6'524'0,"-2"0"344"0,-1 0 219 15,-1 1-138-15,0 0-244 0,-2 2-136 0,0-1-76 0,0 3-80 16,1 1-75-16,-1 0-63 0,2 1-47 0,-2 4-52 16,3-1-61-16,-1 1-37 0,3 4-26 0,0 1-17 15,4 2-15-15,1 2-9 0,3 3-3 0,4 3-4 16,2 1-2-16,5 1 2 0,-1 3 1 15,4 0-2-15,1-1 0 16,2 0 0-16,-1-4 0 0,0-1-2 16,2-2 0-16,-4-4-1 0,2-2 1 0,-2-3-2 15,-1-4 2-15,-3-4 1 0,-2-2 1 16,0-4 8-16,-4-3 5 0,-1-3 4 0,-5-4 6 16,-1-2 4-16,-3-3 2 0,-3-2 0 0,-2 1 0 0,-2-3 3 15,0 0 4-15,-2 1 2 0,1 4 5 16,-3-2 2-16,1 4 0 0,-1 3-4 0,0 2-6 15,-2 2-6-15,0 2-7 0,-1 3-8 0,1 1-2 16,1 3-1-16,0 2-1 0,1 1-1 0,4 2-2 16,2 2 0-16,0 4-4 0,2 0-4 0,5 3 0 15,1 1-2-15,3 4 1 0,3-2 0 0,0 6 0 16,4-3 0-16,0 1 0 16,4-2 0-16,-1 2-1 0,0-2 0 0,0-3-2 0,3 0 1 15,-5-3 1-15,2-2-3 0,-1-1 2 0,-2-4 0 16,-2-1 0-16,1-3 1 0,-2-3 1 0,-3-1 1 15,-2-6-1 1,-2 1 1-16,-2-6 1 0,-1 2-2 16,-2-2 1-16,-1 0-1 0,0 0 0 0,-2 6 1 15,0-2 0-15,1 2 0 0,-2 3-1 0,1 3 0 16,0 0 1-16,2 3-2 0,-2 0-2 0,0 5 0 16,3 1-1-16,2 1-2 0,0 7-1 0,1-1-4 15,2 4-16-15,0 1-26 0,2 1-54 16,-2 4-71-16,0-2-116 0,-2 2-198 0,-1 0-297 15,-3-2-328-15,-3 3-286 0,-3-1-152 0,-6 1 339 16,-4 1 669-16</inkml:trace>
  <inkml:trace contextRef="#ctx0" brushRef="#br3" timeOffset="-158526.34">4681 9324 114 0,'-10'-2'309'0,"-2"2"154"0,3 2 122 0,-1-2-68 16,-1 2-56-16,0 0-1 0,1 2 0 0,0 1-11 0,0 0-31 16,3 2-48-16,1 1-56 0,-3 1-57 0,4 1-53 15,0 2-43-15,2 1-31 0,1 5-24 16,-1 1-14-16,3 0-12 0,-1 0-11 0,2 4-6 15,-1-4-10 1,3 1-10-16,-1-2-14 0,1 2-13 0,2-2 0 16,0-2-7-16,4-1-8 0,-3-2-5 15,1 0-3-15,3-2 2 0,-1-4-3 0,-1 0 0 16,0-4 3-16,1-1 4 0,-1-2 2 0,-2-5 6 16,1-2 19-16,-1-4 17 0,-4-3 27 0,1-2 19 15,0-4 16-15,-6 1 10 0,0-3-12 16,1 1-5-16,-4 1-15 0,-1-1-7 0,1 3-8 0,-5 2-7 15,1 2-3-15,-1 1-8 0,-1 4-9 0,-1 0-8 16,-1 2-8-16,0 5-6 0,-2-2-4 16,3 4-3-16,0 2-9 0,1 1-4 0,2 3-7 0,1 0-3 15,1 2-2-15,5 1-5 0,-2 2 6 0,5 2 11 16,0-2 5-16,3 3 1 16,-1 0 1-16,3-2 1 0,1-1-4 0,-2 2-25 0,1-4-58 15,0-2-63-15,0-1-96 0,-2-3-168 0,-1-3-301 16,-1-2-318-16,-1-4-263 0,-3-1-178 0,0-3 222 31,-5-1 606-31</inkml:trace>
  <inkml:trace contextRef="#ctx0" brushRef="#br3" timeOffset="-157643.78">2798 9349 187 0,'-3'0'448'15,"1"2"225"-15,1 2 159 0,-1 1-172 0,0-1-143 0,2 1-50 0,0 2-39 32,2 0-40-32,1 1-50 0,2 2-51 0,1 2-56 15,4 1-70-15,2 4-53 0,1 0-39 0,1-1-23 16,2 4-20-16,0-4-8 0,-2 1-12 0,3-2-6 15,-2-2 3-15,-3-2-2 0,1-3 3 0,-3-2-4 0,2-3 3 16,-4-3 1-16,-1-2 11 0,-1-5 10 16,-3-2 24-16,2-3 30 0,-4-5 14 0,-1-2 11 15,-1-1 15-15,-4-4 3 0,2 0-2 0,-3 3-13 16,-1-2-9-16,-1 4-11 0,-1 0-12 0,1 1-6 16,-2 4-15-16,-2-1-7 0,1 3-2 0,-1 3-2 0,-1 1-10 15,-2 2-7-15,0 1-6 0,0-1-10 0,1 6-8 16,1 0-5-16,-1 0-3 0,1 0-2 15,4 4-2 1,-2-1 6-16,5 2 0 0,-1 1 3 0,4 0-3 16,1 2 1-16,1 2-1 0,2 0 1 15,1 4 1-15,3 1 0 0,0-2 1 0,1 2 1 16,5 0-1-16,-3 0-1 0,0-4 1 0,4 2-2 0,-4-2 0 16,2-1 0-16,1-2 7 0,-2-2 2 0,-1-2 2 15,0 0-2-15,3-2 3 0,-3-2-2 16,0-3-16-16,1-2-24 0,-1 0-65 0,-3-6-58 0,0-2-107 15,-2-4-158-15,-1-2-277 0,-2-4-308 0,-2-3-232 16,2-4-171-16,-3-3 214 0,3-5 547 16</inkml:trace>
  <inkml:trace contextRef="#ctx0" brushRef="#br3" timeOffset="-156527.2">2991 7224 214 0,'-5'-7'684'16,"-1"0"416"-16,-1 3 127 0,-2-1-214 0,3 3-262 15,1-2-196 1,-2 3-158-16,3 1-107 0,-2 1-61 0,1 3-48 16,0 0-62-16,0 2-49 0,2 2-24 0,1 3-14 15,1 2-13-15,1 3-11 0,3 2-6 0,0 1 1 16,2 4-2-16,0-1-2 0,1 2-2 0,3-1 2 15,1 2 0-15,-2-3-3 0,3-2-1 0,0-1 4 16,-1-2-2-16,2 0 1 0,-4-6 4 0,2-1-1 16,1-3-1-16,-3-3 2 0,0 0 1 0,0-4 14 15,1-6 5-15,-3 1 14 0,1-4 10 0,-2-3 7 16,-2-3 1-16,0-2-8 0,1-2-6 0,-4-2-11 16,0 0-8-16,-1-2 2 0,-2 3 3 0,0 0 4 15,0 2 6-15,-2 1 6 0,0 1 3 0,-3 4-4 16,0 0-2-1,0 2-4-15,-3 1-7 0,-3 2-6 0,1 1-3 16,-4 1-5-16,3 4-5 0,-5 1-3 0,3 2-2 16,-3 2-6-16,3 4-7 0,0 3-1 0,2 4-2 15,0 3-1-15,4 2 4 0,2 6 7 0,1 3 5 16,2 4 1-16,3 2 2 0,4 5 1 16,1 2-3-16,3 0-1 0,2 1-2 0,2-2 2 15,1 0-2-15,3-6-1 0,-1-4-2 0,2-3-1 0,0-6 0 16,2-4 0-16,-4-5 1 0,4-4 0 15,-4-5 1-15,1-4 2 0,-3-4 0 0,-1-5 1 16,-1-2-1-16,-3-5 1 0,-4-1 1 0,1-5 0 16,-3-1-2-16,-2-1 0 0,-1-2 1 0,0 4 1 0,-2-1-1 15,-2 4 2-15,-1 1 0 0,-2 1 1 16,2 3-1-16,-4 2-1 0,2 2 0 0,0 1-1 0,0 3-1 16,0 1-2-16,3 3-1 0,0 1-3 0,4 2-3 15,-2 1-2-15,5 7-6 0,0 1-10 0,3 2-20 16,0 1-46-16,3 3-70 0,-1 2-99 0,0-1-157 15,3 2-293 1,-2 1-318-16,4-1-299 0,-2 3-171 16,0-3 209-16,1 2 606 0</inkml:trace>
  <inkml:trace contextRef="#ctx0" brushRef="#br3" timeOffset="-150295.24">3405 6034 159 0,'-3'0'308'0,"3"2"133"0,0-2 8 16,-1 0-102-1,1 0-65-15,0 0-44 0,0 3-28 0,0-3-12 0,0 0-12 16,0 0-8-16,0 0-19 0,0 0-13 0,0 0-11 16,0 0-14-16,0 0-19 0,0 0-13 0,0 0-8 15,0 0-6-15,1 0-4 0,-1 0 13 16,0 0 29-16,3 0 28 0,-3 0 23 0,0 1 10 0,2-1 10 15,-1 2-1-15,-1-2-17 0,0 0-22 0,0 0-19 32,0 0-18-32,0 0-17 0,0 1-13 0,0-1-7 15,0 1-7-15,0-1-4 0,0 0-4 0,0 0-4 16,0 0-8-16,0 0-13 0,0 0-11 0,0 0-6 16,0 0-7-16,0 0-3 0,0 0 1 15,0 0 5-15,0 0-2 0,0 0 0 0,0 0 1 0,0 0-2 16,0 0-5-16,2-1-2 0,-2 1-2 0,0 0 1 15,1 0 2-15,1 0-4 0,-2 0 0 0,0 0 2 16,2 0-2-16,-1 0 1 0,-1 0 0 0,2 0 6 16,1 0-2-16,0 0-2 0,1 0 7 0,3 0 3 15,-2 0-7-15,3 0-1 0,0 0 0 0,4 0 4 16,0 0-5-16,0 1 2 0,4-1 1 0,-2 0 2 16,4 3 0-16,0-3 2 0,2 4 0 0,0-1 56 15,2 2 34-15,1 0 7 0,0 1 9 0,2 3-7 16,-1 2 1-16,0 1-47 0,1 0-25 0,0 3-11 15,1 1-8-15,-3 2-1 0,0 3-1 0,0 2 0 16,1 1 8 0,-4 1 5-16,0 3 4 0,0-2 1 15,-4 3 0-15,1 1-3 0,-1-1-11 0,0 2-6 16,0-1-4-16,-2 0-1 0,-1 0-2 16,2-1-3-16,-3-1 0 0,0-1 0 0,-1-2-3 15,-1 0 0-15,2-3-2 0,-2-1 1 0,-1 0-2 16,2-3 0-16,-3 0 3 0,0-2 0 0,0-1 1 15,0-2 0-15,-2-1 0 0,-1-4-1 0,-2 0-2 16,2-2-1-16,-3-2-1 0,-1-1 4 0,1 0 0 16,-2-2 1-16,0-1 1 0,0-1 1 0,-2-2 3 15,-1 0-1-15,0-1-2 0,1-1 1 0,-3-1-3 16,2 0-1-16,-2 2-4 0,2-2 0 0,-3-1-5 16,0 3-20-16,1-1-42 0,-1 3-56 15,-1 0-53-15,1-1-101 0,0 1-152 0,-2 1-209 16,3 0-258-16,-1 1-222 0,-2-2-176 0,3 0 152 15,-1 0 456-15</inkml:trace>
  <inkml:trace contextRef="#ctx0" brushRef="#br3" timeOffset="-149928.95">4006 6722 134 0,'0'2'447'15,"-2"2"246"-15,2-3 147 0,0 2-130 0,2 0-174 16,1 0-109-16,1 3-57 0,0 0-33 0,4 0-18 0,0 3-39 16,2-1-50-16,0 3-56 0,3-2-49 15,0 1-39-15,3 0-24 0,-2 0-18 0,2-1-8 16,-2 0-14-16,3-2 6 0,-2 1 16 0,0-1 5 15,0-1 5-15,0-1 3 0,-2-1 5 16,-1-3-16 0,1-1-20-16,-3-1 11 0,2-3 19 0,-4-1 10 15,0-1 3-15,0-3-1 0,-2-3 5 0,-1 1-19 16,0-3-23-16,-2-2-13 0,-1-1-9 0,-2 0-4 16,0 0-4-16,-2 1-2 0,1-1-47 15,-4 2-50-15,0-2-65 0,0 4-136 0,-4 0-200 0,-1 1-310 16,1 1-246-16,-2 3-218 0,-2 1 0 15,2 1 431-15</inkml:trace>
  <inkml:trace contextRef="#ctx0" brushRef="#br0" timeOffset="-143145.64">4061 7094 129 0,'2'0'212'0,"0"0"34"0,-1 3-6 0,2-3-19 16,-1 0-23-1,0 2-15-15,-1-2-13 0,1 0-10 0,-2 2-7 16,1-2-12-16,1 2-9 0,-2-2-9 0,3 0-3 16,-2 1 3-16,-1-1 16 0,0 1 17 0,2-1 27 15,-2 2 23-15,0-2 18 0,0 2 14 16,1-1 6-16,1-1-3 0,-2 1-6 0,0-1-6 16,0 2-13-16,0-2-18 0,0 0-24 0,0 0-27 15,0 0-22-15,0 0-23 0,0 0-16 0,0 0-13 16,0 0-8-16,0 0-2 0,0 1 2 0,-2-1 2 15,1 0 6-15,1 0 4 0,0 0 10 0,0 0-4 16,-2 0-12-16,1 0-12 0,-2 0-12 0,1 0 4 31,1 0 1-31,-2 0 0 0,-1 0 4 0,1 0 5 0,0 0-2 0,0 0-16 0,-2 0-10 32,2-1-6-32,-3 1-1 0,1 0-5 0,0-2-1 15,0 1 0-15,-1 1-2 0,1-1-2 0,-2 1 0 16,0-2 1-16,2 0-1 0,-1 2-1 0,-2-1-2 15,0 1-1-15,2-1-1 0,-1-1-1 0,-1 0-1 16,1 2 1-16,-1-2-2 0,1 2 0 0,-1-3 0 16,-1 3-1-16,1-1-1 0,0 0 4 0,-1 0 3 15,-1-2 2-15,2 1-2 0,-4 2 1 16,4-2 2-16,-2 2-6 0,-1 0-4 0,-1-3-2 0,-1 1 0 16,-1 1-1-16,3 0-1 0,-2-1 0 0,0 1 6 15,1-1 2-15,-1 1 2 0,0-3-1 0,1 3 1 16,-1 0 0-16,2-1-5 0,-3-1-2 0,4 2-2 15,-1-2 0-15,-1 0-1 0,2 1-1 0,-2 0 2 16,2-2-1-16,-1 1 1 0,0 0-1 0,1 2 1 31,1-3-2-31,-2 0 0 0,1 2-1 0,2-4-1 16,-4 2-1-16,4-1 0 0,-2 1 0 0,1-2-1 16,0 2 0-16,-1-1 0 0,2-1 1 0,-1 2-2 15,1-2 2-15,0 2 0 0,-2-4 1 0,1 2-1 16,1-1 1-16,-2 1 1 0,1-3-1 0,-1 2 1 15,2-1-1-15,-2 1 0 0,0 0 1 0,0-1-3 16,1 1 3-16,-2-2-1 0,1 2 0 0,-2-2 1 16,2 1 0-16,1 0 2 0,-2-1-2 0,1 1 1 15,-1 1 1-15,3 0 0 0,-3-1-2 0,2 1 1 16,-1-1-1-16,1 1-1 0,1 1-1 0,0-2 0 16,0 1 0-16,0-3-1 0,0 3 0 0,0-2 1 15,1 2 1-15,0-2 1 0,-1-1 1 0,0 0 0 16,2-1 0-16,-2 1 0 0,0-2-1 0,3 2 0 15,-1-2-1-15,-3 0 1 0,4-1-1 0,-2 1 0 16,1 2 1-16,1-2-1 0,-1 2 1 0,2 1-1 16,-1-1 1-16,0 0-1 0,0 0-1 0,2 0 1 31,0 2-1-31,-2-3 1 0,1 1 0 0,0 0 1 16,-1-1-2-16,2-2 0 0,0 1 1 0,0 1 0 15,0-1 2-15,-2 0-2 0,2 0 3 0,-2 1-1 16,2-1 2-16,-2 2-2 0,2-1 0 0,0 2 2 15,-2 1-1-15,3-1-1 0,-2 4 2 0,1 0-1 16,0-1 0-16,-2 1-2 0,3 1 0 0,-1 0 1 16,1-1-1-16,-3 1 1 0,2-1-1 0,-1 1-1 15,1-1 1-15,-2-1-2 0,2 0 1 0,-2 0-1 16,2 0 2-16,-1-1 0 0,1 2 1 0,-1 1-1 0,1-2-1 16,1 1 2-16,1 0-1 0,-1 1-1 15,0 0-1-15,2 1 1 0,-3 0 1 0,3 1-1 16,0-1-1-16,-2 2 1 0,2-1 0 0,0 1 0 0,0 1 0 15,0-2-1-15,0 1 1 0,0 1 0 16,0-1 1-16,0-1 0 0,0 2 0 0,0 0 0 16,0-2-1-16,0 2 1 0,-1 0 0 0,1 0-1 15,0 0 0 1,0 0 1-16,0 0-2 0,0 0 0 0,0 2-1 16,0-2 0-16,0 0-1 0,0 0 1 15,0 2 2-15,0-1-1 0,0 0-3 0,1 2-3 0,-1-1-14 16,0 1-24-16,0 0-55 0,0-2-55 0,-1 2-63 15,1 0-99-15,-2 0-137 0,-1 0-166 0,0 0-233 16,1 0-225-16,-2 2-169 0,-1-3 103 16,2 2 398-16</inkml:trace>
  <inkml:trace contextRef="#ctx0" brushRef="#br0" timeOffset="-142645.36">2752 6254 136 0,'2'-1'398'0,"-2"1"218"0,0 0 171 0,0 0-133 16,0 0-149-16,0 1-98 0,0-1-63 31,0 2-49-31,0-2-49 0,0 0-47 0,0 0-50 0,3 0-45 16,-2-2 0-16,-1 1 17 0,2 0 12 0,1-3 8 15,0 2 2-15,-1-2 0 0,1 0-21 0,0-2-14 16,1 2-13-16,-1-2-17 0,0 0-8 0,3 0-3 16,-3 0-15-16,-1-1-10 0,3-1 35 0,-2 0 17 15,0 0 8-15,2-2 1 0,-2 0 0 0,3-2-14 16,-1 0-39-16,-2 0-22 0,0 1-11 0,2 1-9 16,-2-1 1-16,2 4-3 0,-2-1-3 0,0 2 1 15,0 2-2-15,-1 1-1 0,1 0-2 0,0 2 1 16,0-1 4-16,1 2-1 0,-1 0 4 0,2 2 11 15,1 0 6 1,-2 2 0-16,3 0 0 0,-1 0 0 0,-1 2-1 0,3 2-9 0,-2-3-5 0,-1 3-4 0,3 0 2 16,-2-1-3-16,3 2-2 0,-2-1 1 15,1 1-1-15,0-2 2 0,0 1-1 0,-2 1 2 32,0-2 0-32,1 0-1 0,-2 1-1 0,1-3-1 0,-3 3 0 15,0-3-3-15,0 0-1 0,-1-2-2 0,-1 0-3 16,1 0-6-16,-2-2-33 0,-2 1-64 15,1-1-96-15,-1 1-189 0,-3 1-289 0,2-2-323 0,-3 4-316 16,-2-1-172-16,2 4 259 0,-4-1 666 0</inkml:trace>
  <inkml:trace contextRef="#ctx0" brushRef="#br3" timeOffset="-106242.04">22673 6199 168 0,'3'0'327'15,"0"-2"129"-15,-1 2 13 0,0-3-134 0,0 3-96 16,0-2-52-16,-2 2-10 0,1 0 20 16,-1-2 36-16,2 2 28 0,-1 0 21 15,3 2 0-15,-3-2-8 0,2 0-21 0,1 1-28 16,-3 0-13-16,2-1-29 0,2 3-17 0,0-3-21 15,-1 0-21-15,1 0-26 0,0 0-29 16,0 0-8-16,0-3-13 0,2 2-7 0,0 0-4 16,1-2 1-16,-2 0 1 0,3 3-6 0,-1-2-9 0,0-3-8 15,2 3-2-15,1-2-6 0,-2 2-4 16,-1-3 8-16,5 2 18 0,-5 0 6 0,1 0 0 16,2 0 5-16,-3-1 4 0,0 2-16 0,3-1-11 15,-5 2-9-15,2-2-2 0,-1 1-5 16,-1-1-1-16,2 2 2 0,-2-2-4 0,-1 0 4 15,2 0 0 1,-3-1-3-16,2 1 3 0,-1 1 3 0,0-4 2 16,0 4-5-16,0-4 0 0,-1 1 4 15,2 3-2-15,-3-3-2 0,2-1-2 0,0 2 4 16,-2-2-1-16,2-2-1 0,0 1-1 0,1-2-1 16,-1 0 0-16,0-4-4 0,-1 3-2 0,1-2-3 15,0 0 4-15,1 1 2 0,-1-1 2 16,0-1 2-16,-1-2 5 0,1 3-1 0,2-2-2 15,-1 1-2-15,-2 1-2 0,3-2-3 0,-2 0 1 16,1-1 1-16,2-1-3 0,-4-1 0 0,4-3-1 16,-3 1 4-16,2-4-1 0,0-1 3 0,1 0 3 15,-1-3 0-15,-1-1 3 0,3-2-7 0,-1-3 0 16,-1 0-4-16,1-3-1 0,-1 0 3 0,1 0 2 16,-1-1 3-16,-1 2 3 0,1 1-4 0,0 2 1 15,0 0-2-15,-1 2-1 0,0 4-2 0,0-2-1 16,-1 4 1-16,2 2 5 0,-3 0-3 0,3 2 0 31,-2-1 3-31,2 3-1 0,0-2 0 0,-1 2-2 16,1-1-1-16,0 1-4 0,-1-1 4 0,-1 2 1 15,2 0-7-15,-2 1 1 0,-1 2 6 16,1-1 2-16,-2 3-2 0,0 3 2 0,-1 0 3 16,-2 5 0-16,0-1-5 0,0 4-1 0,0 0-1 15,0 2-1-15,0 2-1 0,-2 1 1 16,0 1 2-16,2 2 1 0,0-1 0 0,0 3 0 0,0 0 0 15,0 3-1-15,-1-3 19 0,1 5 35 16,0-1 23-16,-2 1 29 0,2 4 19 0,0 0 9 16,-1 3-9-16,-2 1-22 0,1 5-20 0,-1 1-22 15,2 5-16-15,-4 2-8 0,0 2-9 0,2 4-5 16,-4 1-5-16,1 5-3 0,2 1 0 0,-3 3-6 16,2 1 0-16,-1 1-2 0,1 1-2 0,1 0-2 15,-1-3-1-15,3-2 1 0,1-1-2 0,-1-4-1 16,2-4 2-16,2-2-3 0,-2-7-1 15,3-2-9 1,-2-7-45-16,3-4-59 0,0-6-60 0,-1-3-117 16,-1-6-176-16,1-3-296 0,-1-6-261 0,-1-1-215 15,2-4-113-15,1-2 329 0,-3-4 519 16</inkml:trace>
  <inkml:trace contextRef="#ctx0" brushRef="#br3" timeOffset="-105094.81">22070 6204 112 0,'3'3'308'16,"2"0"138"-16,0 1 113 0,1-1-155 15,3 2-137-15,-1-1-57 0,4 1-11 0,0-2 11 0,-1-1 5 16,2 2 17-1,4-3 23-15,-1-1 15 0,3 0-7 0,0-1-10 0,0-3-2 0,2 0-28 0,1-2-26 32,-2 0-33-32,1-1-30 0,1-1-17 0,-3-3-26 15,3 1-17-15,-2-1-18 0,0-1-15 16,-1 1-5-16,-1-3-16 0,0 2-13 0,-1-3 0 16,-2 2-1-16,0-1-2 0,-2 0 0 0,-2 1-2 15,2 0 3-15,-4-2 1 0,-1-2-3 0,1 2 0 16,0-2 4-16,-3-2 1 0,0-4 0 0,0 1-2 15,1 0-2-15,-2-3-1 0,-1 0-2 0,0-2-1 16,0 0-1-16,1-1 0 0,-1-3 2 16,-2 2-1-16,1-3-3 0,1-1-1 0,-1 1-1 0,-2-4-4 15,1 1-2-15,0-1 4 0,-2-1 5 16,-2-1 2-16,0 1 5 0,1-1 4 0,-1 1 4 16,1-1-3-16,-3 3 0 0,3 1-1 0,-1 2-1 15,2 4-4-15,0 1-4 0,0 1 1 0,2 4-2 16,-1 1-2-16,1 3 1 0,1 1 3 0,-1 3 3 15,1 1-3-15,-1 2 0 0,1 4-1 0,-2 0-2 32,3 4 1-32,-2 0 0 0,-2 3 1 0,2 3-3 15,0 2 3-15,-2 1 2 0,0 5-1 16,-2 0 0-16,2 3 0 0,-2 0-1 0,2 3-1 16,-2 1 0-16,2 2 5 0,-2 0 4 0,2 5 10 15,2 3 20-15,-2 2 22 0,2 4 24 0,0 0 26 16,0 7 19-16,-1 0 3 0,1 4-7 0,-1 1-14 15,1 5-25-15,0 4-28 0,-2-2-22 0,1 3-17 16,1-2-11-16,-1 0-8 0,3-3-1 16,-1-2-4-16,0-4 0 0,0-3-29 0,2-3-50 0,-1-4-54 15,1-6-114-15,0-1-167 0,-2-4-294 16,4-3-276-16,0-4-223 0,1-1-109 0,0-4 319 16,5-2 501-16</inkml:trace>
  <inkml:trace contextRef="#ctx0" brushRef="#br4" timeOffset="-40395.5">20913 6029 222 0,'0'2'365'16,"1"1"137"-16,-1-3-2 0,0 0-126 16,0 0-66-16,0 0-28 0,0 0 17 0,2 0 66 0,0 0 37 15,-1-3 6-15,4 1-17 0,-1 1-39 16,0 0-62-16,-1-1-73 0,2 0-56 0,-1 0-50 16,1 0-10-16,0 0-4 0,3 1 0 0,-2 0 21 15,0-1 30-15,1 2 16 0,-1 0-19 0,3 0 3 16,-1 0-5-16,1 0-28 0,0 2-31 0,-1-2-25 15,1 0-10-15,-1 1-20 0,3-1-8 0,-3 0-9 16,3 0-4 0,0 0 4-16,0 0-1 0,2 0 9 15,-2-1 2-15,0 1 4 0,2-2 1 0,-1 2-3 16,0 0 1-16,0-2-11 0,-1 2-3 16,2-1-3-16,-2 1-2 0,0-1 0 0,1-1 0 15,1-1-1-15,0 2-2 0,-2-2 3 0,0 0 0 16,1-2 0-16,1 2 0 0,-1-1 0 0,0-1 0 15,-1 3-1-15,2-4-1 0,-4 2-2 0,3 0 1 16,-2-1 0-16,1 2 0 0,-1-1-2 0,-1-1 1 16,1 0 1-16,0 3-1 0,-1-3 1 0,-1 2-1 15,0 2 1-15,0-2-2 0,1 0 2 0,-3 0-2 16,2-1 0-16,0 3 0 0,2-2 1 16,-2 0 2-16,0 1-2 0,-2-2 0 0,3 2 1 0,1-2 2 15,-2 2-2-15,1-2-1 0,-1 1 1 16,2-1 0-16,-4 2-1 0,3-3-1 0,-1 1-1 15,0 0 2-15,-1-2 0 0,0 1 0 0,1-1 2 16,0 0-1 0,-1 0 0-16,0 0-2 0,1 0 2 15,-3 0-1-15,3 0 0 0,-1-1 1 0,-1 2-1 16,0-1 1-16,0 0-1 0,-1 0 1 0,2-1 0 16,-1 1 1-16,-2-2 0 0,3 2 0 15,-1-1-3-15,-1 0 1 0,3-4-1 0,-4 4-1 16,3 0 1-16,-2 0 0 0,0-1 1 0,2 1-1 15,-1-1 1-15,-1 1 0 0,0-2-1 0,3 1 1 16,0 1-1-16,-4-1 2 0,5 1 1 0,-5-1-2 16,3 1 1-16,0 1-1 0,0-2 1 0,-2 2-1 15,1 0 0-15,-1 0 2 0,2-1-3 0,-2 1 2 16,2-1-1-16,-1 1 0 0,0-1-2 0,2 0 1 16,-2 1 0-16,-1-2 0 0,3-1-1 15,-1 2 2-15,0-2 0 0,1 0 2 0,-1 0-1 16,1-2 1-16,-1 1 0 0,1-1 0 0,0-2 0 15,0 3-3-15,0-3 1 0,-2 1 0 0,-1 0-2 16,2 0 2 0,-1 2-1-16,1-4 1 0,-2 1 0 15,0 0 1-15,2 0 1 0,-1 1-2 0,1-1 0 16,-2-2 0-16,0 1 0 0,0 0 0 0,0 0-1 16,0 0 2-16,1-1 0 0,-2 2-1 0,1-2-1 15,2 1-1-15,-3-1 2 0,1 2-1 16,1-2-1-16,-1 2 2 0,0-3 0 0,0 1 0 15,1-1 0-15,0 1 0 0,0-3 0 0,-1 0-1 16,2 0 1-16,-2-2 0 0,4-1 3 0,-5 2-2 16,1-3 0-16,2 0-1 0,-2 1 1 0,-1 0-1 15,2 0-1-15,-1 0 0 0,-2 0 0 0,1 0 1 16,-3 0 2-16,2 0-2 0,1 0 0 0,-3 1 0 16,-1-1 0-16,3 1-1 0,-1-1 1 0,1 1 1 15,-2 1-1-15,1-1 1 0,-1 1 2 0,3 1-2 16,-3-2-2-16,3 1 1 0,-3-2 0 15,2 1 1-15,1-1-2 0,-3 0 1 0,2 0 0 32,1 1 0-32,2-3-1 0,-5 0-1 0,2 0 0 0,1 0 1 0,-1-1 0 0,2 0-1 0,-2-1 0 31,2 2 2-31,-4-1 0 0,5 0-2 0,-1 1 2 16,0-1 0-16,0 2 0 0,-1 1-1 15,0-1 2-15,2 1 1 0,-2 1-1 0,0 0-1 0,0 2 1 16,1 1-1-16,0-2-1 0,-2 1-2 15,3 1 1-15,-1-2 2 0,-2 1-1 0,4 0 0 0,-4 2 2 16,2-3 0-16,1 0 0 0,0 1 0 16,-1-1 0-16,0 1-1 0,1-4 1 0,3 5-1 0,-2-4 0 15,-1 1-2-15,2 0 2 0,1 1 1 16,-2-2-1-16,1 0 0 0,0 0 0 0,-1 0 1 16,1-1-2-16,0 1-1 0,0-2 2 0,2 2-1 15,-2-1 0-15,0 1-2 0,-2 0 2 16,3 0 0-16,-1 1-1 0,0 1 2 0,-1-1 0 0,0 3 0 15,0-2 1-15,-1 2-1 0,1 0 0 0,-3 1 0 32,2-1 0-32,1 2 2 0,-1-2-2 0,-1 1 2 15,0 1-2-15,2-1 0 0,-2 0 0 0,2 0-2 16,-3-1 3-16,4 2-2 0,-2 0 2 16,1 0-2-16,-1 0 2 0,2-1 0 0,-1 0-1 15,0 3 1-15,1-4-2 0,-1 4 1 0,-1 0 0 0,3 0-1 16,-2 1 1-16,-3 0 0 0,5 2 1 15,-5 0 1-15,2 1 0 0,1 1 0 0,-3 1 0 0,1 1-2 16,2-1 2-16,-1 1-2 0,0-1 1 0,1 0-2 16,-3 1 2-16,3-2 0 0,0 2-1 0,0-1 1 15,-1 1-1-15,1-2 1 0,-3 1-1 16,6 0-2-16,-6 1 2 0,3-1-1 0,-1 0-1 0,1 1 2 16,0 1 0-16,-2 0 1 0,0 1 1 0,0 0 0 0,0 1-2 15,-2 1 0-15,3 1-1 0,-3 1 0 16,2-2-1-16,-4 1 1 0,4 1 1 0,-2 0 3 15,1-2-3-15,-1 2 0 0,3 0 0 0,-5 0 0 16,4 0 0-16,-2 0-3 0,0 0 3 0,2-1 1 16,0 1-1-1,-2-2 3-15,3 2-2 0,1 0 1 16,-2 0 0-16,-1 0-2 0,1 2 0 0,3-2 0 16,-4 1 0-16,3 1-2 0,-1 1 2 0,-1 0-1 15,2 0 0-15,-1 1 1 0,-2 0 0 0,3 0 0 16,-1 2 0-16,1-2 0 0,-1 0 1 0,0 1-1 15,0 0 0-15,-1-1 3 0,2 0-3 0,-1 2 1 16,-2-4-1-16,1 2 1 0,2 0-1 0,-6 0 0 16,4-1 8-16,-2 2 5 0,2-1 2 0,-2 1 1 15,2 1 4-15,-4-2 1 0,2 2-4 0,1-2 1 16,-1 3 2-16,-1 0 2 0,1 3 0 0,0-2 3 16,1 0 0-16,-1 1-4 0,1-1-3 0,-1 2-3 15,0-2-2-15,0 1-1 0,1 2 1 0,-1-1 1 16,3 0 0-16,-3 0 0 0,0-1-2 0,0 3-2 15,2-1-2-15,-2 0-3 0,2-1-1 0,-2 2 0 0,3-2 0 32,-3 1 2-32,1 1 2 0,1 2 4 0,-4-2 3 15,4-1 2-15,-2 3-1 0,2-1 1 16,-1 0-4-16,0 2-4 0,0 0-2 0,0-2 2 16,-1 1 2-16,2 0-1 0,-2 2 1 0,2-2 0 15,-1 0 0-15,-1 2-3 0,4-2-3 0,-3 0 0 16,1 3 0-16,0 0 0 0,3-3 0 0,-4 4 0 15,3 0 0-15,-2-1 2 0,1 0 0 16,-1-1 0-16,1 3 1 0,-1-3-1 0,1 2-1 16,-1-2-2-16,0 1 0 0,1 1 0 0,-2-2-1 15,1 2-1-15,2-1 0 0,-2-1 0 0,-1 2 0 16,2 0-1-16,1-1-1 0,-2 0 1 0,1 2-1 16,0-1 0-16,0-1 0 0,-1 2 0 0,2-1-1 15,-3 0 0-15,4 1 0 0,-3 1 1 0,4-2 0 16,-4 2 1-16,3-3 1 0,-1 3 0 0,0-1 0 15,1 1-2-15,-1-1 2 0,-1 0 0 16,3 3-1-16,-2-3 1 0,1 1 0 0,-2 0 0 0,2 0-1 31,-2 1 1-31,1 0 0 0,-1 1 4 16,0 0 2-16,0-1 3 0,2 1 1 0,-3 1 0 16,2-1-1-16,1 1-4 0,-1-1-1 0,0-1-2 15,1 0-2-15,0 1-2 0,-1 0 0 0,1-3 1 16,0 2-2-16,0 0 1 0,0-1 0 0,0 1 0 15,0-1-1-15,-2-1 0 0,3 0 0 16,-1 1 1-16,1-1 0 0,0 1 2 0,-3-1-1 0,1-1 2 16,1 1 0-16,-2 1 0 0,1-1 0 0,2 1 0 15,-3 1 1-15,0-1 1 0,2-1 1 16,-2 0 1-16,2 3-1 0,-1-2 0 0,0-1-1 16,1 1-1-16,-1-1-2 0,-1 2-1 0,2-3 0 15,0-1 0-15,-2 2 0 0,2-1-1 0,-1-2 0 16,0 0 0-16,1 1 0 0,0-2-1 0,-1 0 0 15,0 2 1-15,1-4-1 0,-1 2 1 16,-1 0-1 0,3-1 1-16,-2 1 0 0,-1-2 0 0,2 2-1 15,0 1 0-15,-2 0 0 0,1-1 0 16,1-1 0-16,-2 3 1 0,2-3-1 0,0 1 0 16,-2-2 1-16,0 2 0 0,4 0 0 0,-2 1 0 15,0-2 1-15,0 0 0 0,-1 2 0 0,1-3 0 16,0 3-1-16,0-1 0 0,3 0 0 0,-1-2 0 15,-2 2 0-15,2 0 1 0,-1-1-1 0,-1 1 1 16,2-2 0-16,-2 0 1 0,2 0-1 0,0 2 1 16,0-2 0-16,0 2 0 0,0-2 0 15,2 1 0-15,-1 0-1 0,3 0 1 0,-3-1-1 16,5 0 0-16,-3 0 0 0,1 0 0 0,0 0 0 16,2-1-1-16,2 0 1 0,-2 1-1 0,2-1 0 0,0-1 0 15,-1 2 0-15,4-1 0 0,-4-1 1 16,4 1-1-16,-1 0 0 0,-1 0 0 0,2 0 0 15,1 0 0-15,-5 1-1 0,5 1 0 0,0 0 0 16,-2 1 0-16,2-2-1 0,0 2 1 0,1 0-1 31,-2 0 0-31,1 0 0 0,3-2 0 0,-1 0 0 16,-1 0 1-16,2-1 0 0,-3-1 1 16,1-3 0-16,1 3-1 0,0-4 1 0,0 1-1 15,-2 0 1-15,-3-4-1 0,0 2-1 0,-3-1-6 16,-2-2-12-16,-5 0-23 0,-2-2-40 0,-4 2-82 0,-3-3-158 15,-5 2-268-15,0-1-325 0,-3-1-400 16,-3 1-412-16,-1-1-15 0,0 0 777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2:45:30.64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1413 1315 224 0,'3'-4'488'15,"-1"1"258"-15,1 3 183 0,2-1-198 0,-2 2-104 0,-3-1-80 0,0 1-92 16,-5 3-81 0,0 0-59-16,4 3-36 0,1 4-42 0,5 0-34 0,3 5-26 15,1 2-17-15,0 4-18 0,1 3-30 0,1 3-28 0,0 3-18 16,-1 4-10-16,5 5-9 0,-5 4-7 15,2 1-3-15,-1 3-2 0,-1 0-2 0,1 6 0 0,-3-2-3 16,0-1-3-16,0 0-10 0,-2-2 2 16,0-2-1-16,-1-5-2 0,-2-2 4 0,-1-8 5 0,1-2 1 0,-3-5-1 15,0-6 4-15,0-1 3 0,-3-5 10 0,3-4 0 16,-3-1 7-16,1-4-1 0,-3-2-5 0,2-4-5 0,-3-4-17 16,-2-4-8-16,0-7-10 0,0-4-6 0,-1-2-2 15,-1-8-3-15,2-5 5 0,-1-2 1 0,-2-3 1 0,0-5 0 16,-2 0-1-16,2-3 0 0,1-1 0 15,-2 1 0-15,4-1 5 0,0 4 4 0,3-1-3 0,0 4-2 0,-1 2 0 16,3 2-1-16,3 3-5 0,0 5-3 0,0 1 3 16,2 3 3-16,-1 1 0 0,3 3 1 0,0-1 0 0,1 5 0 15,1 0 0 1,1 1 0-16,-1 1-1 0,3 3 0 0,-1 1 0 16,2 1 0-16,2 2 1 0,-1 0 1 0,2 2-1 15,3 3 1-15,-3-1-1 0,4 1 1 0,2 4 0 16,-3 1 0-16,1 1-1 0,1 3 1 0,-1 0 0 0,0 4 0 15,1 0 0-15,-2 4 1 0,-1 1 0 0,-2 1 2 0,-1 6-1 16,-2 3 1-16,0 1 0 0,-3 2-1 0,-2 6 3 16,-2 1-1-16,-1 2 0 0,-2 3 3 0,-2 4 7 15,-1 1 3-15,-2 2 1 0,-1 0-1 0,2 1 0 0,-3 0-3 16,2-2-5-16,-1 0-3 0,3-5-1 0,-3 1 0 16,4-2-1-16,1-4 1 0,-1-1-2 0,4-3-1 15,-1 0 3-15,1-4 1 0,1-2 1 0,3-4 0 0,0-2-1 16,1 0 2-16,-1-4-6 0,5-2-2 0,-1-3-1 15,1-1-1-15,1-6 1 0,3 0-1 0,0-4 1 0,1-2-1 16,3-5 1-16,-1-2-1 0,0 0 0 0,3-4-1 16,-2-4-2-16,0 0-3 0,1-1-7 0,0-3-9 15,0-2-7 1,-1 3-13-16,0-2-10 0,-2 1-10 0,-1 3-8 16,0 1-10-16,-2 2-18 0,-1 0-28 0,-4 4-32 15,-2 0-24-15,1 5-13 0,-2-1-1 0,-2 5 22 16,1 0 45-16,0 4 48 0,0 4 38 0,0 0 20 15,0 5 12-15,2 3 3 0,-2 1 3 0,3 2 4 0,0 3 7 16,4 3 38-16,1 1 22 0,3 6 44 16,-2-3 17-16,3 3 4 0,1 2-6 0,1-4-30 0,0 1-20 15,0-3-34-15,1-5-19 0,0-1-9 0,2-6-5 16,-2-4-1-16,2-5-3 0,-3-3 2 0,0-9 3 0,-1-3 2 16,-1-4 2-16,-6-5 1 0,2-3-5 0,-7-5 2 15,-1-1 2-15,-2-2 7 0,-3 0 5 0,-3 0 7 16,-2 1 12-16,-3 1 4 0,-3-2 0 0,-2 4-5 15,-5 2-6-15,-2-1-6 0,-2 3-5 0,-5 2-8 16,1-1-7-16,-3 4-4 0,1 2-1 0,1 2 3 0,0 4 2 16,0 3 1-16,3 3 0 0,-1 4 0 0,3 2-2 31,3 4-5-31,0 1-5 0,3 2-1 0,2 3-2 0,4 3-3 16,4-1 0-16,3 2-14 0,0 1-31 0,3 1-71 15,3-2-85-15,0 2-165 0,3-1-291 0,-1-1-321 16,5-1-331-16,-1 3-207 0,4-4 145 0,-2 0 660 15</inkml:trace>
  <inkml:trace contextRef="#ctx0" brushRef="#br0" timeOffset="367">2839 1761 53 0,'8'-15'292'0,"1"4"156"0,-2-1 148 0,-1 2-6 16,-1 0-96-16,0 2-61 0,1-1-42 0,0 1-30 0,-1 1-17 0,2 0-27 16,-1 3-38-16,0 0-34 0,2-1-22 15,-2 2-10 1,1 1-21-16,2 1-28 0,-1 2 0 0,2 3 8 16,0 3 11-16,0 0-1 0,0 6-1 0,-1-1-20 15,-1 2-21-15,-2 4-27 0,-1 0-24 0,-2 6-10 16,-1-1-13-16,-2 4-3 0,-5 4-10 0,0 0-7 15,-1 1-9-15,-2 2-8 0,-1 0 1 0,-1 1-5 0,0-1-2 16,-2-1-3-16,2 0 1 0,1 1-3 0,-2-2-6 16,3-1-6-16,3-2-1 0,-1-1-1 0,0 2-3 15,4-5 0-15,2 0 0 0,0-4-3 0,5-1-1 0,1-4-2 16,2-1-3-16,3-3-17 0,3-4-40 0,-1-4-73 16,4-4-104-16,-1-2-168 0,3-4-300 0,3-2-328 15,1-3-324-15,3-2-164 0,1-4 252 0,3-2 632 16</inkml:trace>
  <inkml:trace contextRef="#ctx0" brushRef="#br0" timeOffset="1283.81">3556 2164 154 0,'-5'9'396'16,"-2"-3"203"-16,3-2 154 0,-1 0-156 0,-2-3-102 15,1-4-44 1,3 0-19-16,-2-4-24 0,1-4-27 0,0-1-42 0,-1-4-69 15,2-4-54-15,2-2-54 0,-2-3-23 0,1-6-6 16,1 0-6-16,1-5-7 0,1 0-11 16,1-3 14-16,2 1 0 0,-2 1-16 0,1-1-15 0,0 1 2 15,-1 5-2-15,1 1-21 0,-1 4-17 0,-1 4-10 16,1 4 0-16,-2 4-3 0,2 2-3 0,-2 4-3 16,1 3-10-16,-1 5-4 0,0 6-9 0,2 3-11 15,-1 9-6-15,4 3-4 0,-4 6 6 0,4 5 1 0,0 3 1 16,0 4 2-16,1 2 0 0,5 3-1 0,-3-2 1 15,3 3-1-15,0-3 8 0,2-1 2 0,0-3 1 0,-1-3 1 16,1-7-2-16,1-2 0 0,0-4-6 0,-1-6-2 16,-2-3-2-16,2-6 0 0,-1-4 3 0,-2-4 2 15,1-6-2 1,0-6 2-16,-3-1 0 0,0-9 1 16,1-1-2-16,-1-3-1 0,-2-4-1 0,1-1 0 15,-1 0 0-15,0-2-3 0,-3 3 1 0,2 3 2 16,-2 2-2-16,2 3 1 0,-3 4-1 0,1 4 0 15,-1 3 0-15,-1 4-1 0,2 1 1 0,0 4 2 16,0 4 2-16,2 4 3 0,-2 5-1 0,2 3 2 16,0 5 0-16,0 3 0 0,1 4-1 0,2 1 0 0,-2 1-3 15,1 2 1-15,2 0-2 0,-3-1 0 16,2-1-3-16,0-1 0 0,2-3 0 0,-2 0-1 16,0-5 0-16,-2-1-1 0,3-3 0 0,-2-4 1 15,1-4 2-15,-2-2 1 0,3-6 0 0,-1-5 2 16,-1-5-2-16,-1-7-4 0,2-3-5 0,-2-5-2 15,2-2-2-15,0 0-1 0,0-4 0 0,0 2 6 16,0 2 1-16,0 3 3 0,1 2 0 0,-1 2 2 0,0 3 0 16,0 5 0-16,-1 1 0 0,0 2-1 15,1 4 0 1,0 2 1-16,1 4-1 0,-1 2 1 0,0 4 0 16,3 0 1-16,-3 4 1 0,2 1-2 0,-1 4 0 15,-1 2 0-15,0 2 0 0,0 0-1 0,3 2 0 16,-3 0-1-16,0 1-3 0,0-1-8 15,1-1-33-15,1 0-65 0,-1-3-70 0,0 0-136 0,-1-2-205 16,0-2-314-16,-1-2-306 0,2-3-228 0,-1-2-66 16,-2-3 459-16,1-2 558 0</inkml:trace>
  <inkml:trace contextRef="#ctx0" brushRef="#br0" timeOffset="1466.41">4564 1735 64 0,'8'3'617'0,"0"5"482"0,-3 4 164 0,-2 3-103 15,2 6-332-15,-2 4-293 0,0 2-182 0,0 6-100 16,0 2-51-16,0 2-42 0,-1 4-54 0,1-1-47 0,0 1-28 16,2-2-11-16,-2-3-12 0,2-3-7 0,0-5-62 31,2-7-65-31,-2-5-127 0,2-5-194 0,-4-5-300 0,2-5-327 16,-2-3-222-16,0-8-66 0,-2-3 407 15,-1-2 535-15</inkml:trace>
  <inkml:trace contextRef="#ctx0" brushRef="#br0" timeOffset="1632">4586 1576 62 0,'-6'-12'573'0,"1"5"428"16,-3 3 164-16,2 6-81 0,1 3-382 0,2 2-323 16,1 3-185-16,2 2-92 0,2 1-48 0,3 2-25 0,3 0-16 0,4-2-9 15,3 2-5-15,2 0-5 0,1 2-73 0,2-4-121 16,2 3-192-16,-1 0-279 0,4-1-252 0,2 0-202 15,1-2 82-15,2-1 372 0</inkml:trace>
  <inkml:trace contextRef="#ctx0" brushRef="#br0" timeOffset="1866.4">5190 1674 116 0,'-6'-3'928'0,"-2"6"660"0,-3 0-11 16,-5 6-295-16,0 1-420 0,-1 7-343 0,-1 1-213 15,-2 6-99-15,1 1-51 0,1 5-37 0,1 4-29 16,4-1-25-16,1 3-18 0,4-3-18 0,5 3-14 16,1-2-9-16,5-4-4 0,4 1-2 0,4-6-3 15,0 0 0-15,3-6-1 0,5-4 1 0,-2-3-1 16,4-3-7-16,-2-6-12 0,3-1-22 0,-3-7-31 16,0-1-69-16,-3-3-73 0,1-5-115 0,-4 1-158 15,-1-2-253-15,-2-3-311 0,-3-1-220 0,-1 0-161 16,0-1 235-16,-3-2 535 0</inkml:trace>
  <inkml:trace contextRef="#ctx0" brushRef="#br0" timeOffset="2249.1">5277 1774 276 0,'2'2'712'0,"2"2"310"0,-4 2 66 16,2 3-267-16,1-2-252 0,0 4-195 0,1 0-119 31,0-1-65-31,3 2-40 0,2 3-24 0,1 0-43 15,-1 3-35-15,4-1-31 0,-2 4-13 0,3-1-4 16,0 3-5-16,-1 3-2 0,4-2-4 0,-4 1-2 16,4 1-18-16,-2-2-40 0,0-3-66 0,-3 0-57 15,0-3-33-15,1-5-23 0,-4-1 1 0,2-3 38 16,-4-4 84-16,-1-1 61 0,-1 0 35 0,0-4 27 16,-1-4 34-16,-1 0 48 0,0-4 41 0,-1 0 37 15,-2-2 32-15,0-2 22 0,0 0-5 0,-3-3-23 16,1 0-16-16,-1-2 1 0,-1 1 10 0,2-1 19 15,-1-3 12-15,1-2-5 0,-1 2-16 0,0-5-27 16,1 0-35-16,-1 0-38 0,3 0-28 0,-2 0-18 16,2 1-11-16,0 2-7 0,0 0-9 0,2 4-6 15,0 2-4-15,1 3-4 0,3-1-3 0,-1 5 0 32,4-2 0-32,1 4-3 0,1 1-15 0,1 3-57 15,1 2-62-15,3 1-126 0,0 3-191 0,3-1-304 16,2 4-322-16,5 0-246 0,5 0-104 0,3 1 395 15,5 2 573-15</inkml:trace>
  <inkml:trace contextRef="#ctx0" brushRef="#br0" timeOffset="3115.26">7383 1042 249 0,'2'-10'632'0,"-1"2"352"16,1 3 158-16,-2 0-246 0,-2-1-237 0,2 3-139 15,0 1-99 1,2 6-66-16,0 0-61 0,2 6-42 0,1 5-37 16,0 3-42-16,1 6-51 0,2 5-37 0,0 8-6 15,0 2-12-15,1 8-9 0,-1 5-4 0,2 4-3 0,1 5-4 16,-2 3-23-16,-1 1-13 0,3 1-6 16,-3-3-5-16,0-3-2 0,0-6 1 0,1-6 7 15,-1-6 4-15,2-7-3 0,-2-8 2 0,1-6 3 0,1-7-11 16,-1-3-6-16,2-11-3 0,-3-9 5 0,2-7-3 15,2-9 2-15,-1-9 9 0,2-7 2 16,1-8-1-16,1-2 2 0,0-5 2 0,0-2-5 0,0-1-7 16,0 2-2-16,0 4-2 0,-2 2-1 0,-1 2-3 31,0 3-2-31,-4 4 5 0,1 5 3 0,-3 2 2 16,-1 7 1-16,-2 4 2 0,1 2 0 0,-3 6 0 15,-1 3 3-15,0 4-3 0,-1 3 0 0,-1 5 0 16,0 3-1-16,-1 8 1 0,-2 3-1 0,2 7 2 0,-2 6-1 15,1 4 8-15,-1 6 1 0,2 2 2 0,1 5-3 16,-1 3 3-16,0 3 1 0,3 2-3 16,-2 3-8-16,2-1-4 0,0 2 6 0,0-3-1 0,2-1 0 15,1-3-2-15,2-6 3 0,1-4 1 0,4-6-6 16,-1-4-3-16,2-6-5 0,3-7-10 0,-1-6-39 16,3-4-69-16,-2-9-96 0,0-4-159 0,2-6-293 15,0-5-326-15,-2-5-324 0,2-4-186 0,-2-1 186 16,0-6 620-16</inkml:trace>
  <inkml:trace contextRef="#ctx0" brushRef="#br0" timeOffset="3648.53">8174 1125 432 0,'0'-8'934'16,"-2"5"303"-16,-1 3-20 0,0 5-268 0,1 3-262 15,1 9-209-15,1 3-129 0,1 4-66 0,-1 2-52 16,4 6-59-16,-1 3-53 0,0 3-29 0,3 0-11 0,0 4-11 15,1 3-5-15,1 3-10 0,3 0-7 0,-2 6-8 16,2-3-12-16,3 0-8 0,-2 2-7 0,3-1-5 16,-2-4-2-16,3-1-3 0,-2-5-1 15,2-5-1-15,-2-2 0 0,-3-7-1 0,3-5 1 0,-4-6-1 16,2-3 2-16,-5-6 1 0,-1-6 0 0,-3-4-1 16,-1-7 4-16,-4-6-2 0,2-6 1 0,-4-7-2 15,-1-4 1-15,-2-5-2 0,-2-2-1 0,1-5-1 16,-3-3-2-16,0-3 0 0,0-1 1 0,3-2 1 15,-1-2 1-15,4 0 1 0,3 2 4 0,1 1 1 16,2 4 0-16,1 6-2 0,0-3-6 0,2 8-4 16,2 2 3-16,-1 4-6 0,3 4-1 0,0 2 5 15,1 2 2 1,1 3 1-16,1 4-5 0,2 0 3 0,-2 5 3 16,0 2-5-16,1 1 9 0,-2 4 0 0,1 0 0 15,0 4 0-15,0 3-1 0,-1 0 0 0,-1 4-5 16,-1 4 7-16,-3 1 5 0,1 2 2 0,-1 3 2 15,-2 2 1-15,-3 1 2 0,0 5-6 0,-3 0-4 0,-2 5 4 16,-3 2 3-16,2 3 4 0,-4 2 5 0,-2 4 6 16,-1 2 10-16,-1 2 3 0,1 2 3 0,-1 0 1 15,3 3-3-15,1-2-3 0,2 0-9 0,-1-1-8 16,6-5-8-16,1-3-5 0,4-7-4 0,1-2-3 16,6-7 0-16,-1-5-1 0,5-4 0 0,3-7-2 15,0-7 0-15,4-6 0 0,2-7-4 0,2-5-16 16,0-5-23-16,1-4-50 0,0-2-78 15,-1 1-144-15,0 1-254 0,0 0-311 0,-1 2-369 0,-1 5-348 16,-1 1-61-16,1 4 618 0</inkml:trace>
  <inkml:trace contextRef="#ctx0" brushRef="#br0" timeOffset="3867.51">8978 1902 78 0,'0'26'823'0,"2"0"692"0,-4-5 51 16,0-1-273-1,0-4-418-15,0-6-363 0,2-2-228 0,-1-6-123 16,-1-6-60-16,2-3-40 0,0-8-23 0,2-4-15 16,-1-7-9-16,3-6-7 0,0-2-1 0,2-7-4 15,-1-2-3-15,0-2-1 0,0-3 0 0,1-3-2 16,3-2 1-16,-4-3-1 0,2-3-9 0,-2-1-42 16,-1 0-67-16,-1 1-77 0,-1-2-142 0,-2 4-220 15,-2 5-315-15,-4-1-292 0,1 7-208 0,-1 4 1 0,-4 4 483 16</inkml:trace>
  <inkml:trace contextRef="#ctx0" brushRef="#br0" timeOffset="4065.04">8789 1092 334 0,'-2'28'987'0,"1"1"401"0,-1 0 5 16,1 0-198-16,2 2-503 0,1-5-253 15,1 1-133 1,0-1-90-16,5-1-70 0,0-1-56 0,0-1-33 15,4-1-23-15,-1-2-16 0,5-2-7 0,0-2-5 16,4-1-2-16,1-3-5 0,1-2-22 0,4-1-77 16,0-1-93-16,1-6-174 0,3 1-288 0,2-2-331 15,1-2-367-15,4-2-181 0,-1 1 203 0,1-4 674 16</inkml:trace>
  <inkml:trace contextRef="#ctx0" brushRef="#br0" timeOffset="4466.6">9883 1089 449 0,'-11'-14'1097'0,"-3"1"364"0,-1-1-62 16,0 4-288-16,-1 0-456 0,-2 2-218 0,1-1-131 15,1 1-85-15,-1 4-58 0,-1 1-37 0,1 1-27 16,4 2-23-16,-1 2-18 0,0 1-13 0,4 1-13 15,3 4-11-15,0 1-9 0,4 1-5 0,3 1-2 0,2 0-3 16,1 3-2-16,3 0 1 0,3 0-1 0,1-1-1 16,1 1 0-16,0 1-1 0,2-2 1 0,1 1 0 15,-3 0-1-15,4 1 1 0,-1 0 1 0,-2 2-1 16,2-1 0-16,-2 2 1 0,0 1-1 0,-2 0 1 16,-1 2 0-16,-1 0-1 0,0-1 0 0,-2 4 0 15,-1-3-1-15,0 3 2 0,-2 1 1 0,0 1 0 0,-3 2 2 16,0-1 0-16,0 4 1 0,-3 1-1 0,0 0-1 15,0 4 1-15,-2 1-1 0,0 0-1 0,0 2 0 16,-1-2-1-16,0 1 1 0,1-3-2 0,2-3-1 16,-2-5-1-16,3-2-1 0,-1-7-8 0,3-4-20 31,0-6-36-31,2-5-80 0,-1-9-117 0,1-7-198 16,1-5-299-16,2-9-344 0,2-4-362 0,-1-6-134 15,3-5 365-15,-1-3 690 0</inkml:trace>
  <inkml:trace contextRef="#ctx0" brushRef="#br0" timeOffset="4665.17">10183 975 203 0,'11'0'809'0,"-2"2"436"0,-2 9 134 16,1 4-140-16,-2 6-415 0,1 6-284 0,-1 5-154 0,0 5-88 16,-1 7-78-16,0 5-70 0,0 8-44 0,1 3-32 15,-1 6-21-15,2 5-18 0,0 1-15 0,1 0-8 16,0-3-8-16,1-5-6 0,2-7-19 0,-3-7-44 15,0-10-77-15,-2-7-103 0,-2-11-173 0,-3-2-293 0,-4-9-330 16,-2-6-322-16,-4-5-159 0,-2-7 236 16,-4-6 632-16</inkml:trace>
  <inkml:trace contextRef="#ctx0" brushRef="#br0" timeOffset="4849.84">10024 1294 177 0,'-8'-41'809'0,"3"9"431"0,-1 3 34 0,2 4-184 15,3 2-438-15,2-1-284 0,4 5-118 0,3 1-52 16,5 1-31-16,1 1-14 0,3 1-8 0,1 0-43 16,6 2-40-16,1 0-28 0,2 5-14 0,3-2-13 15,1 4-7-15,4 3-4 0,2 2-2 0,2-1-20 16,2 4-52-16,2 1-60 0,0-1-139 0,2 4-257 0,0 3-298 16,2-1-301-16,1 0-215 0,2 4 13 0,-1 1 530 15</inkml:trace>
  <inkml:trace contextRef="#ctx0" brushRef="#br0" timeOffset="5266.6">11105 1907 154 0,'-12'6'713'0,"0"0"406"16,-2-2 84-16,3-1-122 0,1-5-430 0,-2-1-273 15,4-4-122-15,0-4-32 0,2-4-15 0,0-6-17 16,1-2-3-16,3-9-19 0,2-4-31 0,0-8-40 16,4-2-25-16,0-5-13 0,2-7-21 0,-1 2-11 15,2-4-10-15,-1 0 10 0,2 1 0 0,1 4-1 16,-1 4-2-16,2 6-1 0,1 6-1 0,-5 6-12 15,4 6-6-15,-2 6-4 0,2 6 1 0,-2 4 10 16,4 7 6-16,0 5 3 0,1 5 4 0,-1 8-1 0,1 4-2 31,3 5-8-31,-2 6-8 0,3 6-4 0,-2 2-4 0,2 5-1 16,-3 1-1-16,2 6-1 0,-2 2 1 16,-1 4 3-16,0 1-1 0,-2 2 1 0,0 3-7 15,-3-3-27-15,0-2-70 0,-2-1-71 0,-1-5-133 16,-1-6-197-16,-4-5-314 0,0-6-319 0,-1-3-221 15,-5-7-63-15,-2-5 431 0,-4-5 555 0</inkml:trace>
  <inkml:trace contextRef="#ctx0" brushRef="#br0" timeOffset="5415.84">11069 1860 145 0,'-10'-20'724'0,"2"4"423"16,2 2 76-16,3 4-142 0,4 1-435 0,2 1-297 15,6 2-160-15,3 0-76 0,6 2-40 0,2 1-21 16,4-2-11-16,6 1-19 0,3-2-15 0,5 1-10 15,0-4-6-15,3 1-15 0,2 2-84 0,1-1-144 16,3 0-284-16,1-1-262 0,4 3-266 0,2-1-197 16,0 0 185-16,-1-1 495 0</inkml:trace>
  <inkml:trace contextRef="#ctx0" brushRef="#br0" timeOffset="6168.44">12471 1146 120 0,'0'-2'731'0,"0"2"479"0,-3-3 103 16,3 6-96-16,0-1-361 0,0 5-313 0,3 3-166 15,-1 0-87-15,-1 3-53 0,4 3-62 0,-2 3-52 16,2 4-37-16,1 3-24 0,-1 3-18 0,3 4-11 16,-1 1-8-16,0 5-10 0,1 2-5 0,-2 2-2 15,1 4-3-15,-1 0-2 0,2 3-3 0,-2-1-2 16,1 0-11-16,-1-3-37 0,-1-2-79 0,2-4-128 15,-3-1-228-15,2-4-298 0,-3-6-361 0,2-3-351 16,-2-5-103-16,-1-6 499 0,-2-3 687 0</inkml:trace>
  <inkml:trace contextRef="#ctx0" brushRef="#br0" timeOffset="6665.15">13283 1117 15 0,'1'0'421'16,"-1"3"345"-16,2 0 225 0,-1 3 85 16,4 3-274-16,-1 2-262 0,1 1-132 0,0 1-31 15,3 5-11-15,4 3-54 0,-2 2-54 0,1 4-44 0,0 1-32 16,0 4-53-16,-1 2-41 0,1 3-28 0,-2 1-15 16,-1 4-10-16,0 3-11 0,-2-3-8 0,-2 4-3 15,-1-2-6-15,0 0-7 0,-3-2-15 16,0-3-58-16,-2-3-61 0,-1-4-102 0,0-5-163 0,-2-2-287 15,-4-7-315-15,1-4-248 0,-2-6-170 0,-2-5 233 16,-2-4 564-16</inkml:trace>
  <inkml:trace contextRef="#ctx0" brushRef="#br0" timeOffset="6871.72">13017 1225 165 0,'0'-9'743'0,"0"1"420"16,0 2 70-16,-2 2-154 0,4 1-431 0,-1 0-268 16,2 3-118-16,2 0-62 0,3 0-32 0,3 3-13 15,2-2 11-15,1 1-16 0,7 1-30 0,2-2-18 16,2 1-12-16,2-2-9 0,3-2-30 0,5 1-20 16,3-2-11-16,4 0-4 0,1-3-5 0,2 0-6 0,4-1-5 15,-1-2-21-15,2 1-63 0,-4-1-109 0,1 3-181 16,-2-2-286-16,-3 1-316 0,-4 4-345 0,-5 0-187 15,-4 3 276-15,-6 4 648 16</inkml:trace>
  <inkml:trace contextRef="#ctx0" brushRef="#br0" timeOffset="7464.83">14044 1167 283 0,'0'-6'627'15,"0"2"280"-15,-1 4 145 0,1 1-201 16,1 5-239-16,-1 3-142 0,4 6-54 0,1 4-17 16,-1 8-49-16,5 6-55 0,-1 5-48 0,2 3-37 15,2 7-49-15,-2 2-49 0,3 1-22 0,3 6-20 0,-2 0-11 16,2 0-9-16,-2-2-13 0,3-2-7 16,2-6-11-16,-3-8-8 0,4-5-4 0,-2-11-1 0,4-7 9 15,0-10 3-15,-1-7 2 0,-1-10 2 16,2-7-2-16,-2-10 0 0,0-7-8 0,-1-7-7 15,-1-5-3-15,0-7 0 16,-2-1 2-16,0-4 0 0,-5 0 2 0,1 0 2 0,-2-1 1 0,-3 3-3 0,-1-1-4 16,-2 6-2-16,0 0-2 0,-3 4-3 0,-1 5-2 15,0 4-1 1,-1 5-15-16,-3 8-56 0,-2 6-72 0,0 4-153 16,0 7-268-16,-1 5-318 0,-2 6-371 0,3 6-296 15,-1 0-10-15,-1 7 675 0</inkml:trace>
  <inkml:trace contextRef="#ctx0" brushRef="#br0" timeOffset="12398.8">11855 1146 80 0,'0'0'325'0,"-2"0"194"0,2 0 187 16,-2 0-34-16,2 0-55 0,0 0-35 0,0 3-44 0,-1-2-57 0,-1 1-67 16,2-1-79-16,-2 3-91 0,2-2-52 0,0 3-7 15,0 0 7-15,2 2 1 0,-2 2-9 0,0-2-7 16,2 2-25 0,-1 1-36-16,-1 0-30 0,2 2-20 0,-2 0-7 15,2 1-10-15,-1 2-5 0,1 0-6 0,-1 4-1 16,-1-2-3-16,2 3-5 0,0 0 0 0,-1 4 0 15,-1-1 2-15,0 3 1 0,2 1 4 0,-2 0-1 16,0 1 1-16,0 1 0 0,0-1 1 0,0 1-4 16,0-1-4-16,0-1-2 0,0-1-5 0,0-1-5 15,1-1-2-15,-1-2-3 0,2-2-2 0,0-2-2 16,0-1 0-16,0-2-3 0,1 0 0 0,0-4-1 16,-1 0 0-16,1-2-1 0,0 0-2 0,1-2 1 15,-1 0 0-15,0-1-1 0,0-1 0 0,0-3 0 16,2 2 1-16,-2 0 0 0,0-2 1 0,0-1-1 15,-1 0 0-15,0 1 0 0,-1-1-1 0,3-1 0 16,-4 2 1-16,1-2-1 0,1 0 0 0,-1 0 0 16,-1 1 1-16,3-1-2 0,-3 0 2 0,0 0-1 0,2 1 0 15,-1-1 1-15,-1 0 0 0,2 2 6 16,-1-2 3 0,1 2 2-16,1-2 2 0,-3 0 0 0,3 1-1 0,-1-1-4 0,1 0-4 0,1 2-2 31,-1-2-1-31,0 0-1 0,4 1 0 0,-2 1 1 15,0-1 4-15,2 1 4 0,-1-1 3 0,3 2 1 16,-1 0 1-16,0 0-1 0,4 0-4 0,-2 1-4 0,1 0-2 16,2-2-1-16,-2 3-1 0,3-3-2 15,-3 1-1-15,2-2 1 0,-1-1-1 0,1 0-1 16,0-1 0-16,-2-2 1 0,-1 1-1 0,0-1 0 0,0-1-1 16,-4-1 0-16,1 0-1 0,-4 3 0 15,1-2-4-15,-1 2-12 0,-3 0-24 0,-1 2-46 16,-5 0-83-16,1 2-166 0,-4 0-275 0,-1 3-331 0,-4 1-397 15,1 1-379-15,-4 3 37 0,2-2 785 0</inkml:trace>
  <inkml:trace contextRef="#ctx0" brushRef="#br0" timeOffset="17846.66">2575 6252 13 0,'3'-4'223'0,"-1"2"126"16,-1-2 124-16,1 3-16 0,-2 1-123 0,0-1-22 15,0 2 40-15,0-1 43 16,-2 3 35-16,2 0 11 0,0 2-18 16,-1-1-35-16,1 4-66 0,-2 0-60 0,2 2-52 15,0 0-44-15,0 4-27 0,0 3-12 0,0 2 15 0,2 3 24 16,-1 5 9-16,1 1-7 0,1 4-6 16,-1 3-18-16,-1 5-28 0,1 2-33 0,1 5-23 0,-1 1-5 15,-2 5-5-15,3 0-3 0,-1 4-11 16,-2 3-5-16,2 3 2 0,-2 1-7 0,0 2 0 0,0 5-2 15,0 1 0-15,0 3 2 0,-2 2 6 16,0 2-3-16,0 4-8 0,1 3-2 0,-4 2-1 0,2 1 1 16,0 0-8-16,-2-1 3 0,0 2 0 0,-1-1-5 15,3-1-2-15,-2-3-7 0,0 0-1 0,2-2-5 16,-2-4 4-16,2-1 7 0,-3-5 2 16,4 0 2-16,1-6 1 0,-1-4 3 0,2-3-9 0,-1-5-6 15,1-3-1-15,0-3 0 0,0-6-2 0,1-2-2 31,-1-5 4-31,0-2 4 0,2-7 0 0,-2-2 2 16,0-4-2-16,1-5 1 0,-1-3 0 0,0-1-1 16,0-4 0-16,2-3-1 0,-2 1 0 0,0-1 0 15,0-3 0-15,0 0 1 0,0 0 0 0,0-1-1 16,0 0 2-16,0-1 1 0,0 2-1 0,0-2 2 16,0 2-2-16,0-2 1 0,0 0-1 0,0 0 0 15,0 0-1-15,0 1 0 0,0-1 1 0,0 0-1 16,0 1 0-16,0-1 1 0,0 0 0 0,0 0-1 15,0 0 1-15,0 0-1 0,0 0 1 0,0 0-2 0,0 2 0 16,0-2 0-16,0 0 0 0,0 0 0 16,0 0 0-16,0 0 0 0,0 0 0 0,0 0 0 15,0 0 0-15,0 0 0 0,0 0-1 0,0 0 1 0,0 0 0 16,0 0 0-16,3 0 0 0,-3-2-1 16,1 2 1-1,-1 0 0-15,0 0 0 0,0 0-1 0,0 0 1 16,0 0 0-16,0 0-1 0,0 0 1 0,0 0 0 15,2 0 0-15,-2 0-1 0,0 0 1 0,0 0 0 16,0 0 0-16,1 0 0 0,1 0 0 16,-2 0 0-16,3 0 0 0,-1 2 0 0,1-2 0 15,-1 0 0-15,4 1 0 0,-1 1 1 0,1-2 0 0,2 1 0 16,0 0-1-16,0-1 2 0,3 2-1 0,2 0 1 16,-1-1-1-16,1 1 1 0,4-1-1 0,-1 1 1 15,3-1 1-15,2 1 7 0,1 1 12 0,3-2 5 16,2 0 4-16,3 3-1 0,0-2 1 0,3 2-7 15,2-2-8-15,1 3-6 0,4 1-1 0,2-4-2 16,5 5 0-16,1-1-1 0,3 0-1 0,3 2 0 16,3-1 11-16,1 2 7 0,2 0 1 0,0 1 1 15,2 1-1-15,1 0 0 0,-1 1-11 0,3-1-5 16,1 2-3-16,1-2-1 0,2 1 0 0,1 2-1 31,-1-2-2-31,-1 1-1 0,0 0-1 0,-2-2-1 16,-1 0 0-16,-1 0-1 0,-3-3 2 0,-1 4 0 15,-4-5 1-15,-4-1 0 0,0-2 2 16,-3 1 0-16,-6-4-1 0,-3 1 0 0,-4-2-1 16,-3-2-1-16,-6 1-1 0,-5-2 1 0,-2 0-1 15,-5-2-1-15,-3 1-6 0,-5-1-14 0,-4-2-21 16,-3-2-37-16,-3 0-79 0,-5-4-121 0,-3 1-211 16,0-1-296-16,-5-1-354 0,0-5-391 0,-1-2-149 15,-3-5 414-15,0 0 749 0</inkml:trace>
  <inkml:trace contextRef="#ctx0" brushRef="#br0" timeOffset="20297.11">2801 6210 291 0,'-1'4'565'15,"-1"1"213"-15,2-2 76 0,0 0-302 0,2 0-178 16,1 0-117-1,2 0-19-15,3-1 35 0,2 2 11 0,5-2-3 16,2 0-16-16,2-2 1 0,5 0-58 0,4-2-64 16,4 1-30-16,1-2-17 0,4-3-27 0,5 0 47 15,4-1 23-15,3-1 8 0,6 0-4 0,1-3-3 16,1 0-8-16,1-1-62 0,-1 0-32 0,3 0-18 16,-3 2-9-16,0-1-3 0,1 1 23 0,-2 0 11 15,1 3 7-15,0 1 5 0,0 0 0 0,-1 3-1 16,1 2-23-16,-3-1-11 0,3 2-8 0,0 2-5 15,-2-1-2-15,-1 2-2 0,0 0 1 0,0 1-1 16,-1 2 2-16,-1 0 0 0,1 1 2 0,-1 1-2 16,1 1 1-16,0-2-1 0,2 2 0 0,-1 0-3 15,3-2 2-15,-2 2-2 0,-1-1 1 16,1-1-1-16,-1-1-1 0,0 1 2 0,-3-1-1 0,-1-2 0 31,2-1 0-31,-3 0 2 0,-2-2 0 0,0-1-2 16,-2 2 1-16,1-2 0 0,-2 0-2 0,-2 0-1 15,-1 0 1-15,1-2-1 0,-4 2-1 16,0 0 2-16,-3 0-1 0,-3 0 2 0,-2 0-2 16,-2 2 3-16,-3-2-2 0,-3 1-1 0,-2-1-1 15,-3 0 0-15,-3 2 1 0,-1-2 0 0,-4 0 0 16,-2 0 3-16,0 0 1 0,-2 0 17 0,-2 0 14 16,-1 0 10-16,0 0 8 0,-1 0 1 0,-1 0 1 15,0 0-14-15,0 0-12 0,0 0-11 16,0 0-6-16,0 0-4 0,-1 0-3 0,1 0-2 15,-2 1-1-15,2-1-1 0,0 0 1 0,0 0-1 16,0 0-1-16,0 0 0 0,0 0 0 0,0 0-1 16,0 2 0-16,0-2 1 0,0 1 0 0,0-1 1 15,0 2-1-15,0 1 0 0,-2 0 1 0,2 0-1 16,0 1 0-16,0 0 0 0,0 2 0 0,0 0 0 16,-1 1 0-16,1 4 0 0,0-1 1 15,0 0 0 1,0 4-1-16,0 1 0 0,0 0 1 0,0 2-1 15,1 2 0-15,-1 1 0 0,0 6 1 16,0 1-1-16,0 1-1 0,0 4 1 0,0 3 0 16,-1 1-1-16,-1 3-1 0,2 1-1 0,-1 3 2 15,-1 4 1-15,2 0 0 0,0 1 2 0,0 3 0 16,3 0 1-16,-3 1-1 0,3 3 0 0,-1-1-2 16,0-1 0-16,-1 2-2 0,1 1 1 15,-1-1-1-15,1-3 0 0,-2 2 2 0,2-2 0 0,-2-1 1 16,0 3 0-16,0-1 1 0,-2-3-1 15,2 3 0-15,0 0 0 0,-2-3-1 0,1 0-2 16,-1-1 2-16,1-1-3 0,-1-3 1 0,0 1 1 16,1-3-1-16,-1 0 1 0,1-2-1 0,-1-1 2 15,0-2 0-15,2 0 0 0,0-1 1 0,0 0 1 16,0-2-1-16,0 0 0 0,0-1 0 0,2 1-1 31,-2-2 0-31,3-3 0 0,-3 2 0 0,2-2 1 16,-1 0-1-16,1-1 0 0,-2-2 0 0,2 2-1 15,-2-2 0-15,1-2 0 0,-1 1 0 0,0-2-1 16,0 1 1-16,0-1 0 0,0 0-1 16,0-1 1-16,-1 2-1 0,-1 0 2 0,2-2 0 15,-2 2-1-15,1-3 1 0,-1 0 1 0,2 1 0 16,-3-1 0-16,1-1 0 0,2-1 0 0,-4 0 0 16,2-3 0-16,-1 1-1 0,2-3 1 0,-3-1-1 15,3 1 1-15,-2-3 0 0,-1-2-1 0,1 2 1 16,0-3-1-16,0 0 0 0,-2 2 0 0,2-2 0 15,0-1 0-15,1 0 0 0,-1 0 0 0,0-1 0 16,1 0 1-16,-1 1-1 0,0-3 1 16,1 2-1-16,-2-1 0 0,2-1 0 0,1 1 0 15,-1 0-1-15,-1-2 0 0,1 2 0 0,2-1 1 16,-3-1 0-16,3-1-1 0,-2 1 2 0,1 1-1 16,-1-4 0-16,2 3 0 0,0-2 0 0,-1 3 1 31,1-5-1-31,-2 2 0 0,2-2 2 0,0 0-1 15,-2 3 0-15,1-2-1 0,1-1 1 16,-2 0 0-16,2 2-1 0,-3-2 0 0,3 0 0 16,-3 1 0-16,2-1 1 0,-1 2-2 0,-1-2 1 0,1 2 1 15,2-2-1-15,-1 0-1 0,-1 2 1 0,0 0 1 16,1 0-1-16,1-1 0 0,0 0 0 16,-2 3-1-16,2-2 1 0,0 1-2 0,-1 1 2 15,-1 1-1-15,2 1 1 0,0-1-1 0,0 1 1 16,0 0-1-16,0 0 1 0,0-2-1 0,0 1 0 15,-2 1 1-15,2-1 1 0,0 1-1 0,-1-2 0 16,-1 0 0-16,2 2 0 0,0-1 0 16,0 1 0-16,-1 0 0 0,-1-2 0 0,2 0 0 15,0 1 0-15,-3-2 1 0,3 0-1 0,0 0 0 16,-1 0 0-16,1-1 0 0,-2-2 0 0,2 4 0 16,0-1 1-1,-2-1-1-15,1 0 0 0,-1 2 0 16,2-2-1-16,-1 0 0 0,-1 3 1 0,2-2 0 15,-2 2-1-15,1 0 1 0,-1 1-1 0,2 1 0 16,0-1 0-16,0 2 0 0,0 1 0 16,-1-3 0-16,-1 1 0 0,2 0 0 0,0 0 0 15,-2-2 0-15,2-1 0 0,0 1 2 0,0-1 0 16,-3-1 0-16,3 0 1 0,0-2-1 0,-1 1 0 16,-1 1-1-16,-1-2 0 0,2 1 1 0,-1 1-1 15,-1-2 0-15,3-1 1 0,-3 4-1 0,1-3 0 16,-3 0 0-16,2 1-1 0,0 1 1 0,0-1-1 15,-1 1 1-15,-3 0 0 0,2 0 0 16,0-1 1-16,0 2-1 0,-1 0-1 0,-2 1 1 0,2-2 1 16,-2 1-1-16,0 1 0 0,0-1-1 15,0-1 1-15,0 2-1 0,0-3 1 0,1 0 0 16,0 1 0-16,-1 0 1 0,0-1 0 0,-1-1-1 16,1-1 1-16,2 1-1 0,-2-1 1 0,-2-1-1 31,1 1 0-31,1-3 0 0,-3 1 1 0,1 1-1 15,-1-2-1-15,-1 0 2 0,2-1-1 0,-1 1 0 16,-1-2 0-16,0 0 0 0,-2 1 0 16,0 0 0-16,1-1 1 0,-1 1-1 0,1-2 0 0,-4 1 2 15,1 1-2-15,-1-1 0 0,-2-1 2 16,1 2 0-16,-2-1 1 0,-2-1-2 0,1 2 2 16,-1-1-2-16,-3 1 0 0,4 0-1 0,-3 0 1 15,1 1-1-15,1-1 0 0,-1 1-1 0,1 0 2 16,2-1-1-16,-1 2 1 0,1 0 0 0,-1 1-1 15,2-1 1-15,-3 2 0 0,2 0-1 16,0 0 0-16,-2 2 0 0,0-2 0 0,3 3-1 0,-3-1 1 16,2 2-2-16,0-1 1 0,0 2 0 15,1-1-1-15,3 0 1 0,-3 2 0 0,3 0 0 16,1 0 0-16,0 0-1 0,1 0 1 0,1-1-1 0,1 2 1 31,2-5 0-31,2 4-1 0,0-3 1 16,1-1-2-16,2 2 0 0,0-2-1 0,0-1-3 15,4 0 1-15,-1-1-9 0,1-1-20 16,1-2-48-16,1-3-77 0,-1-5-140 0,0-1-260 16,3-6-311-16,-3-2-363 0,2-10-324 0,1-2-44 0,-1-6 610 15</inkml:trace>
  <inkml:trace contextRef="#ctx0" brushRef="#br0" timeOffset="21899.46">6134 6259 211 0,'-3'2'425'0,"-3"1"157"15,-1 0 96-15,0-1-220 16,2 1-154-16,-2 3-27 0,3-4 39 0,-1 0 56 16,0 1 43-16,-1-2-9 0,3 1-42 0,1-2-73 15,1 1-77-15,-1-1-73 0,2-1-59 0,2-2-39 16,-1-2-18-16,4-3 6 0,4-3 3 0,1-4 4 16,3-2-1-16,4-2-1 15,3-5 51-15,3-2 26 16,4-4 12-16,4-2 9 0,2-2 31 0,5-5 14 15,3-2-42-15,5-5-30 0,3-6-18 0,6-2-3 16,2-6-23-16,3-5-13 0,4-2-6 0,0-6-5 16,1 0-4-16,-1-4-13 0,-1 1-7 15,0-5-4-15,0 2-4 0,-4-1-2 0,-1 2-2 16,-4 3-1-16,-3 5 0 0,-4 5-2 0,-6 6 0 0,-4 9 1 16,-4 3-1-16,-5 8-1 0,-4 6-2 15,-2 5-5-15,-6 3-35 0,-4 8-70 0,-5 3-103 16,-4 5-189-16,-4 5-292 0,-6 1-333 0,-5 4-334 15,-6 4-163-15,-4 1 281 0,-5 3 678 0</inkml:trace>
  <inkml:trace contextRef="#ctx0" brushRef="#br0" timeOffset="22699.59">2811 6085 98 0,'6'5'416'0,"-1"-3"231"15,-2 0 143-15,3 0-83 0,-1-4-298 16,0-1-184-16,6-2-108 0,0-2 13 16,2-5 43-16,4-1 46 0,2-5 47 0,3-5 42 0,2-2 13 15,4-4-48-15,4-7-45 0,4-6-44 0,2-5-48 16,8-8-46-16,6-7-30 0,2-3-15 0,3-9-19 16,6-4-11-16,2-5-7 0,4-5-7 0,3-3 2 15,1-2-4-15,2-1-4 0,3 0 5 0,1 3 3 16,0 3 6-16,0 2-2 15,1 3 1-15,-5 2-4 0,-1 6-8 0,-3 4-1 0,-4 6-2 0,-6 7 3 16,-2 5 0-16,-7 8 5 0,-3 5 0 16,-6 8 1-16,-4 6-14 0,-6 6-39 0,-4 6-103 0,-7 6-149 15,-3 4-249-15,-6 5-280 0,-2 5-260 16,-8 2-141-16,-3 3 229 0,-3 3 454 0</inkml:trace>
  <inkml:trace contextRef="#ctx0" brushRef="#br0" timeOffset="22996.09">4726 4296 268 0,'23'0'487'0,"1"0"189"16,6 2 117-16,6 2-231 15,7 1-141-15,3-1-27 0,4 2-1 0,6 0-16 16,2 0-41-16,6 0-69 0,3 0-31 0,1-1-53 16,2-1-66-16,6-1-34 15,0-3-16-15,4-2-15 0,1-1-22 0,3-3-14 0,-2 0-10 16,-1-1-12-16,-1 1-2 0,-2 0-4 0,-4 0-51 16,-3 4-112-1,-1 0-148-15,-5 2-292 0,1 4-269 0,-3 0-256 16,-3 2-58-16,-4 1 324 0,-1 0 435 15</inkml:trace>
  <inkml:trace contextRef="#ctx0" brushRef="#br0" timeOffset="23562.9">8071 4623 109 0,'3'1'351'0,"-1"4"196"16,-2 1 193-16,0 1-59 0,0 7-75 15,-2 1-42-15,2 6-49 16,-1 3-51-16,-3 6-63 0,3 6-49 0,-2 4-34 0,1 5-29 16,-1 8-28-16,0 4-24 15,-2 6-25-15,2 4-35 0,-2 8-45 0,0 6-35 0,-1 7-23 16,1 6-17-16,-4 6-15 0,1 5-9 0,-2 6-8 16,0 5-11-16,0 2-5 0,-1 4-4 15,0 1-1 1,0-2-1-16,-1-1-3 0,2-3 1 0,0-4-2 15,0-4 1-15,0-8 1 0,2-6-2 0,1-10-2 16,-1-8-8-16,1-8-23 0,0-8-67 16,-1-8-70-16,0-4-134 0,-3-7-181 0,0-5-311 15,-2-2-319-15,-1-2-224 0,-2-4-84 0,-1 1 411 0,-2-2 537 16</inkml:trace>
  <inkml:trace contextRef="#ctx0" brushRef="#br0" timeOffset="23962.68">6574 9251 324 0,'-8'23'603'15,"-2"-8"207"-15,4 0 65 0,3-6-300 16,1-3-252-16,7-9-93 0,1-6-61 16,7-7 6-16,6-12 22 0,3-7 42 0,8-12 30 15,2-10-20-15,6-12-28 0,3-12-46 16,8-9-50-16,0-9-45 0,8-12-41 0,3-10-20 15,5-8-13-15,4-9-10 0,2-6 15 0,2-4-2 16,0 1 4-16,-2 5-10 0,-5 4-4 0,-1 7 1 0,-6 8-3 16,-4 9-3-16,-1 1-15 15,-5 11-69-15,-5 6-148 0,-3 5-267 0,-6 10-273 0,-5 7-266 16,-3 6-203-16,-5 8 157 0,-6 6 496 0</inkml:trace>
  <inkml:trace contextRef="#ctx0" brushRef="#br0" timeOffset="24879.37">3699 6675 226 0,'10'11'447'16,"2"-3"167"-16,-4 0 87 16,2-4-245-16,1 1-223 0,-2-3-116 15,1 1-57-15,2-2-32 0,-2-2-14 0,1-2-12 0,3 1-50 16,-2-3-117-16,0 1-259 0,1-2-147 15,1 0-48-15,-1 0 59 0,-1-2 172 0</inkml:trace>
  <inkml:trace contextRef="#ctx0" brushRef="#br0" timeOffset="25080.18">4596 6748 319 0,'17'11'548'0,"-4"-1"180"0,-1-1 66 0,-4-1-301 31,0 3-238-31,0-5-125 0,0 1-61 0,-2-3-34 16,2-1-16-16,-1 0-9 0,2-1-12 0,2-4-46 15,-1 1-70-15,4-1-109 0,-1-1-252 0,4 0-167 16,-1 1-60-16,1-2 101 0,2 2 194 16</inkml:trace>
  <inkml:trace contextRef="#ctx0" brushRef="#br0" timeOffset="25231.49">5223 6784 38 0,'12'0'267'0,"-3"2"140"15,0 0 116-15,-1 2-74 0,-1 1-180 0,-1-3-128 16,-1 2-95-16,-1 0-139 0,-2-1-242 0,1 0-120 16,-3 0-27-16,-3-2 62 0,1-1 126 0</inkml:trace>
  <inkml:trace contextRef="#ctx0" brushRef="#br0" timeOffset="25479.7">3741 7428 233 0,'-25'8'704'0,"2"0"302"16,1 0 51-16,6-4-116 0,2 1-496 0,6-5-229 0,3 2-109 15,2-4-55-15,6 0-25 0,2-4-17 0,3 2-61 0,6-4-95 16,0 0-111-16,5 3-189 0,0-3-266 0,5 1-215 31,1 1-18-31,0-2 200 0,2 3 293 0</inkml:trace>
  <inkml:trace contextRef="#ctx0" brushRef="#br0" timeOffset="25663.43">4730 7567 330 0,'16'7'559'15,"0"0"176"-15,-5-3 63 0,0 1-311 0,0-1-235 16,-3-1-125-16,2-1-57 0,0-2-31 0,0 0-15 0,0-2-9 15,2-1-6-15,1-1-61 0,2-1-100 0,0 1-267 16,0-1-195-16,0 3-107 0,-1-2 14 0,0 1 188 16</inkml:trace>
  <inkml:trace contextRef="#ctx0" brushRef="#br0" timeOffset="25897.19">4104 8338 345 0,'-43'25'922'0,"-1"-1"307"0,6-4-44 0,3-2-175 16,7-1-535-16,3-5-242 0,7-2-114 0,3-2-62 0,5-2-30 15,5-3-15-15,5-2-16 0,3-2-57 16,5-4-103-16,5-1-136 0,3-2-217 0,6-3-283 15,3-2-251-15,5 0-89 0,0-2 224 0,5 2 391 16</inkml:trace>
  <inkml:trace contextRef="#ctx0" brushRef="#br0" timeOffset="26063.6">4651 8545 15 0,'22'23'547'0,"-6"-3"468"16,-2 2 193-16,-4-1-90 15,-2 1-314-15,1-1-403 0,-3-4-205 16,-1-2-102-16,0-2-45 0,0-2-24 0,4-4-12 16,-1-2-15-16,2-5-35 0,2-4-82 0,1-2-126 15,1-2-184-15,5-6-293 0,0 1-248 0,2-4-150 16,2-2 130-16,1-1 367 0</inkml:trace>
  <inkml:trace contextRef="#ctx0" brushRef="#br0" timeOffset="26480.81">6142 8400 159 0,'6'-1'439'0,"-1"-3"198"16,1 2 107-16,1-4-145 0,1-5-282 0,4 2-154 15,0-7-78-15,1 0-62 0,2-5-59 0,2-2-67 0,1-5-68 16,2-2-65-16,2-2-117 0,-1-3-183 0,4-3-39 16,2-2 63-16,0-2 130 0,0 0 136 0</inkml:trace>
  <inkml:trace contextRef="#ctx0" brushRef="#br0" timeOffset="26647.71">6948 7285 197 0,'13'-16'517'0,"-2"2"227"16,-3 1 104-16,0 2-189 0,-2-3-279 15,2 1-190-15,0-2-101 0,0-2-49 0,3-2-61 0,2 0-70 16,-1-2-76-16,4-4-113 0,2 0-264 0,0-3-162 0,3-1-19 15,1-2 125-15,4-2 202 0</inkml:trace>
  <inkml:trace contextRef="#ctx0" brushRef="#br0" timeOffset="26998.12">6534 7329 367 0,'-8'10'690'0,"0"-5"208"15,2-4 38-15,3-7-271 0,3-3-336 0,3-8-161 0,3-4-79 16,2-2-40-16,2-8-20 0,5-3-16 16,3-3-22-16,3-5-48 0,2-2-76 0,4-1-93 15,0-1-182-15,2-1-253 0,-1 2-153 0,2-1 1 31,-3 1 176-31,-2 1 245 0</inkml:trace>
  <inkml:trace contextRef="#ctx0" brushRef="#br0" timeOffset="27163.21">7320 5982 307 0,'6'-12'562'16,"-1"-2"185"-16,-2 4 67 0,-1 0-276 0,-2 5-276 15,2-3-168-15,-2 3-135 0,0 1-130 0,0 0-237 16,0 1-207-16,-2-1-98 0,0 0 59 0,-1 2 181 16</inkml:trace>
  <inkml:trace contextRef="#ctx0" brushRef="#br0" timeOffset="27412.19">6332 6741 288 0,'-11'19'842'0,"4"-6"318"0,4-5-2 0,3-5-152 16,5-6-517-16,6-7-246 0,5-7-114 0,4-5-54 0,4-10-25 15,6-5-16-15,6-9-5 0,4-4-13 16,5-7-7-16,5-3-9 0,4-6-1 0,0-2-3 15,4-2-2-15,-1-1-59 0,-2 0-115 0,0 3-147 16,-5 4-288-16,-3 2-265 0,-1 3-239 0,-4 5-12 16,-5 4 336-16,-4 3 403 0</inkml:trace>
  <inkml:trace contextRef="#ctx0" brushRef="#br0" timeOffset="27911.87">3886 5595 79 0,'5'10'472'0,"-2"-1"291"0,1 2 155 0,1-2-7 0,2-2-413 15,2 0-236-15,2 1-127 0,2-3-65 16,4-1-29-16,1-2-15 0,2-1-14 0,2-2-2 15,2-1-5-15,3-2-96 0,1 2-127 0,1-1-268 16,2 0-221-16,1 2-152 0,-2 2-24 0,0 0 255 16</inkml:trace>
  <inkml:trace contextRef="#ctx0" brushRef="#br0" timeOffset="28079.6">5255 5904 78 0,'36'10'258'0,"-2"-2"109"16,-3-1 86-16,1-1-170 16,-2 0-131-16,0-1-70 0,-2-1-37 15,-1-1-16-15,0-2-8 0,-3 1-26 0,3-2-109 16,-3 3-193-16,-1-3-79 0,2-3-5 16,-2 1 59-16,-1 0 104 0</inkml:trace>
  <inkml:trace contextRef="#ctx0" brushRef="#br0" timeOffset="28313.24">5029 5022 29 0,'-5'1'181'15,"2"1"-51"-15,6 1-51 0,2 0-167 0,6 1-78 16</inkml:trace>
  <inkml:trace contextRef="#ctx0" brushRef="#br0" timeOffset="28647.02">5853 4498 6 0,'35'9'217'0,"1"3"113"0,3 1 99 15,1 0-45-15,3-1-171 0,1 1-108 0,0-1-58 16,0 2-39-16,2-1-53 0,-2 0-70 0,1 0-162 15,-1-1-91-15,2-2-4 0,-2 0 59 0,2 1 94 16</inkml:trace>
  <inkml:trace contextRef="#ctx0" brushRef="#br0" timeOffset="30946.81">17765 2069 116 0,'0'-2'313'0,"0"0"137"0,0 1 110 0,0 0-172 16,0-1-119-16,0 2-3 0,0 0 11 0,0-2 16 0,0 2 7 0,0 0 19 0,1 0 17 15,-1 2-18 1,3 1-19-16,-1 0-14 0,-2 1-21 16,3 3-32-16,-1 1-40 0,0 2-46 0,-1 1-36 15,2 3-3-15,2 4-8 0,-4 0-13 0,2 2-8 16,-1 2 44-16,1 3 16 0,-1 2-14 0,1 0-10 16,-1 5-7-16,1-1-3 0,0 2-34 0,0 1-15 15,2 4-11-15,-2-1 0 0,0 4 5 0,0 1 1 16,1 3-9-16,-1 1-6 0,0 1-5 0,0 3-3 15,0 3-12-15,-1 0 6 0,0 1 2 0,0 3 1 16,0 4 3-16,0 1-1 0,-2 0 0 0,1 2-9 16,1 2-8-16,-1 2-4 0,-1-2-2 0,4 3-3 15,-3-1 1-15,2-4 0 0,-1 6 2 0,1-2 1 16,0 1 0-16,1 1 1 0,-3 0-2 0,4 3 0 16,-5-1-2-16,1 1 0 0,-1 0 1 15,0 0 10-15,-1 0 7 0,1 1 2 16,-2 1 2-16,-1 1 1 15,0 3-4-15,0 1-8 0,0 3-6 0,-1 1-1 16,0 1-1-16,0 1-1 0,1 4 0 0,0 3 0 16,-3 3-1-16,4 1-2 0,-1 4-2 15,0-2 0-15,0 0 2 0,1-2 0 0,1 1 2 16,1-1-1-16,0 1 2 0,-2-1-3 0,2-1-3 16,-2-2 2-16,2-1 1 0,-1-4 0 0,-1-2 0 15,2-1 1-15,-2-4 2 0,1-2-2 0,-1-5-1 16,1-4 0-16,-2-7 0 0,1-6-1 0,-1-6-1 15,2-10 1-15,-1-6-1 0,0-5-1 0,1-10-1 16,-1-6-1-16,1-4-9 0,-4-5-17 0,0-10-34 16,-3-2-69-16,0-6-72 0,-5-4-110 15,1-7-153-15,-4-8-216 0,1-2-296 16,-5-7-212-16,1-4-155 0,-3-8 160 0,0-6 468 0</inkml:trace>
  <inkml:trace contextRef="#ctx0" brushRef="#br0" timeOffset="31812.53">17611 2070 223 0,'2'0'421'0,"0"0"185"16,-1-1 115-16,2-1-83 0,1-1-42 15,-1-2-33-15,0 1-36 0,1-1-42 16,-2-1-64-16,1-1-42 0,4-3-58 0,-3 0-61 15,1-2-43-15,2-3-23 0,0-1-28 16,3-2-52-16,-2-3-34 0,3-3-22 0,-2-2-13 0,1-2-20 0,2-2-11 16,-1-1-7-16,1 0-7 0,0-2-3 0,-1 3 0 15,2 2-1-15,-2 0 3 0,-1 5 0 0,0 3 0 16,-2 4 2-16,-3 2 0 0,2 4 2 0,-3 2-3 16,2 5 9-16,-1 2 12 0,-2 3 7 0,1 5 6 15,0 3 2-15,-2 6 1 16,3 1-6-16,-2 4-10 0,-1 5-8 15,2 1-6-15,-1 1-1 0,0 2-3 0,1 2 2 16,0 1-4-16,1-1 0 0,0-1-2 16,4 0-2-16,-2-1-26 0,-1 0-74 0,2-2-95 15,1-2-184-15,-2-1-285 0,-1 1-333 0,1-3-365 16,-4 1-179-16,3-2 232 0,-5 2 691 0</inkml:trace>
  <inkml:trace contextRef="#ctx0" brushRef="#br0" timeOffset="33729.36">17533 7233 20 0,'-4'5'357'16,"-1"0"259"-16,1-1 208 0,0 2 114 0,1-4-305 16,2 1-158-16,-1 0-109 0,2 0-70 15,0-1-25-15,0-1-44 0,2 2-41 16,1 1-37-16,2-2-9 0,-1 1 8 0,5-1-22 15,0 0-19-15,0 0 16 0,4-1 43 16,1-1 1-16,-1 0-16 0,2 0-9 0,2-1-10 0,0-1-30 16,0 2-46-16,2-2-24 0,2 2-9 0,-4-2 9 15,4 1 4-15,-2 1 1 0,1 0 4 0,-1 0-2 16,0 0 0-16,2 1-16 0,-2 1-11 0,0-2-5 16,1 2-2-16,1-2-2 0,-4 2-2 15,4-1 1-15,-2 1 1 0,1-2-1 16,-1 2 0-16,2-1 0 0,-1 0 1 0,2 3-2 0,-2-3 2 15,2 1-2 1,0 1 2-16,0-2-1 0,0 2 0 16,0 0 1-16,0-1-2 0,3 3 1 0,-4-3-3 15,4 2 2-15,1 0 0 0,-1-1-1 0,2 0 1 16,-5 1 0-16,7-1 1 0,-3 0 0 0,1-1 0 16,2 1 1-16,-3-1-2 15,1-1 1-15,-1-1 1 0,2 1-2 0,-1-1-1 0,0 2 0 0,-2-2 0 16,2 0 0-16,-2 1-1 0,-1 1 1 15,3-1 0-15,2 0 0 0,-3-1 2 0,1 2 0 16,2-1 0-16,-1 1-1 0,2 1 2 0,0-2 1 16,0 3-1-16,2-3-1 0,-1 1 0 0,4 1-1 15,-1-2-1-15,2-1 0 0,2 1-1 16,3-1 4-16,0-1-2 0,0 1 1 0,3-1 0 0,1-2-2 16,0 0 0-16,0-1-1 0,1 3 1 0,0-2 2 15,1 0 0-15,-1 1 1 0,-1 2 1 16,2-1-3-1,0 1 0-15,-1 1-2 0,1-1 1 0,1 2-2 16,1-1 0-16,3 1 1 0,-5 0 0 16,5-1 2-16,-4 2 0 0,3-1 0 0,-3 1 0 15,2 0-1-15,0-1 1 0,-4 3-1 0,5-3-1 16,-4 4 2-16,0-4 1 0,2 3 0 0,-1 0 1 16,-1-2-1-16,3 1 0 0,-2 1 0 0,2-1-3 15,0 1-1-15,0-2 1 0,1 1-3 0,-2 0 4 16,2 0-1-16,-2-2 2 0,0 2 1 15,-2-1-1-15,2 0 0 0,2-2-1 0,-7 0 0 16,3-1 0-16,-1 0 0 0,2 0 1 16,-4 0 0-16,3-1 0 0,1 0-1 0,-1-1-1 0,1 1-1 15,-1 1 0-15,-1-2 0 0,1 1 2 0,-2 1 0 16,0 0 3-16,-2 0-3 0,3 0 0 0,-3 0 0 16,0 1-1-16,1 1-1 0,-1-2 2 0,-1 1 3 15,1 1-2-15,-2-1 1 0,3 0 0 16,-1 1 1-16,0-1-3 0,3 1 0 0,0-2-1 0,-1 2-1 31,-2-2 1-31,3 2-1 0,-2 1 1 16,0-2 1-16,-1 0 0 0,0 0 0 0,-1 2-1 0,1-1 2 15,0 0 0-15,-4 0-1 0,3 0 1 16,-2 0 0-16,-2 1-1 0,2-2 0 0,0 2 0 16,0-1 1-16,0 1-1 0,1-2 0 15,0 3 0-15,0-2 2 0,1 0-2 0,-1 1-1 0,-2-1 1 16,3 0 0-16,-3 1 0 0,0 0-2 0,-1 0 2 15,2 0-2-15,-1 2-1 0,-1-4 1 0,0 3 1 16,-1 0 2-16,-1-2 0 0,2 2 1 0,-2-2 0 16,2 1 1-16,0-1 0 0,2 0-2 0,-2 0 0 15,1-2 1-15,4 0-1 0,-2 0 0 16,0 0 0-16,2-2-1 0,0 0 0 0,-2 0-1 16,1 2 0-16,-1-3-1 0,2 1 0 0,0 1 0 15,-2-2-2-15,0 1 2 0,2 2 0 0,0 0 2 16,-3 0 2-1,3 0 0-15,-1 0 0 0,1 0 1 16,0 0-1-16,1 0-2 0,-2 0 1 0,1 0 0 16,0 0-1-16,0 0 0 0,-1-2-1 15,-2 0 1-15,0 1-2 0,-2-2 0 0,3 0 0 0,-5 0 2 16,2 0 0-16,-3 0-1 0,0 0 1 16,-2 0 0-16,-1 0 2 0,-2 0 0 0,-2 2 0 0,-1-1 0 15,2 1-1-15,-6 1 0 0,-1 0-1 16,-1 0 0-16,0 0 0 0,-5 1 1 0,-1 1-1 15,0-1-1-15,-5 1-1 0,2 0 0 16,-4 0 1-16,-2 1-2 0,-2 0 2 0,0-2 1 0,-3 3 0 16,-1-1 0-16,0 0-2 0,0-2 0 0,-1 2-2 15,-1 0-7-15,-3-1-39 0,4 3-76 16,-5-3-96-16,-1-1-169 0,1-1-296 0,-1 3-333 0,4-3-319 16,-3-3-153-16,3 3 227 0,1-2 632 15</inkml:trace>
  <inkml:trace contextRef="#ctx0" brushRef="#br0" timeOffset="34728.28">26007 7110 29 0,'-5'-1'284'0,"1"-1"183"0,-3 0 190 15,2 2 30-15,2-1-111 0,0 0-46 0,-1 1-36 16,2-2-36-16,0 2-54 0,-1-2-65 0,2 2-79 0,1 0-68 16,0 0-60-16,-2 0-40 0,0 0-29 0,2 0-21 15,2 2 7-15,0-2 32 0,-2 0 16 16,3 2 5-16,2-2 1 0,1 2-1 0,-2 0-12 16,4 2 11-16,4 1 2 0,0 3 3 0,1-1-3 15,2 3-4-15,2 1-6 0,1 0-42 0,4 6-21 16,1-2-14-1,2 1-5-15,0 2-3 0,2 0-3 0,-2 1-1 16,4-2 2-16,-7 3 1 0,3-1-2 16,-3 0 1-16,0-2-1 0,-1 0 1 0,-2 0-2 15,-4-1 14-15,0 1 10 0,-4-1 2 0,-3 0 5 16,-2 1-2-16,-4 0 0 0,-4-1-11 16,-4 1 0-16,-2 0 0 0,-1-1 0 0,-7 1 0 15,-2 0 1-15,-2-2-3 0,-4 1-6 0,-1-3-4 16,-4 1-1-16,-1-5 1 0,2 1 0 0,-2-1 0 0,1-4-1 15,1 1-3-15,1-1-1 0,0-1-2 16,5 0-3-16,1 0 0 0,3-2 0 0,2 1 1 16,2-2-2-16,4 1 0 0,2-1-1 0,4 1 0 0,0-2-1 15,6 2-2-15,4-1-14 16,0 0-40-16,6-1-74 0,2 0-96 0,0 0-163 16,3-1-300-16,3 0-325 0,3 1-323 0,1-2-169 15,2 2 199-15,5 2 633 0</inkml:trace>
  <inkml:trace contextRef="#ctx0" brushRef="#br0" timeOffset="35652.33">26350 8190 24 0,'2'-11'301'15,"-2"2"195"-15,3-1 189 0,-2 1 48 16,3 0-141-16,0 1-70 0,3 0-41 0,-1 1-26 16,5 1-44-16,-1 0-63 0,2 0-54 0,2 4-27 15,2-2-46-15,2 2-42 0,0 0 16 16,3 0-3-16,1 2-25 0,0 0-41 0,-1 2-22 0,1 0 5 15,0 2-31-15,-1 2-8 16,-5 1-1-16,1 2-2 0,-4 2 4 0,-2 2-9 0,-2 2-7 16,-2 2-6-16,-6 4-6 0,-1 0-3 15,-1 1-8-15,-4 2-6 0,-3 4 4 0,-3 0-3 16,0 0 0-16,-3 1-2 0,1 3 0 16,-3 2 0-16,0 0-8 0,1 2-5 0,-1 1-4 15,-2 0-1-15,6 1-2 0,-4-1-1 16,5-1-2-16,-1-2-1 0,3-3 0 0,5-5-1 15,0-1 1-15,4-3-1 0,4-4 0 0,2-3-1 16,3-5 0-16,2 0-1 0,3-5 0 16,2-2-1-16,3-5 0 0,0 0 2 0,3-6-1 15,2-1 0-15,1-1 1 0,-1-4 0 16,5 1-1-16,1-4-9 0,0 2-12 0,2-3-15 16,-2 2-19-16,1-2-28 0,1 0-52 15,-2 0-54-15,-2 1-42 0,1 1-32 0,-4 0-20 0,-2 2 6 16,-3 2 60-16,-3 1 75 0,-3 3 55 15,-1 0 41-15,-4 2 23 0,-2 1 12 0,0 1 4 16,0 4 6-16,-6 3 8 0,4 1 9 16,-2 2 14-16,1 4 21 0,0-1 20 0,1 7 20 15,4-2 43-15,-1 3 13 0,4 3 23 16,-2-1 3-16,3 4-14 0,4-2-20 0,0-1-38 0,1 0-19 16,3-2-33-16,0-2-21 0,1-4-7 0,3-4-7 15,-3-5 8-15,5-3 0 0,-2-4 5 16,1-3-1-16,-1-9 3 0,-2-1 0 0,-3-6-2 15,-2-2 1-15,0-5 2 0,-2-2 6 16,-7 0 4-16,-1-2 5 0,0 1 1 16,-7 1-1-16,-2 2-3 0,-4 2-3 0,-4 2-7 15,-1 3-6-15,-5 2-7 0,-1 2-6 0,-2 1-4 16,-3 5-3-16,-2-1-1 0,-1 5-1 16,-1 3-2-16,1 4-1 0,-1 3 0 0,0 4-2 0,1 3 0 15,0 3 0-15,3 5-1 0,3 2-1 16,-1 4-15-16,4 0-24 0,1 3-62 0,2-1-71 15,2 1-116-15,4-2-185 0,-2-1-297 16,3 0-328-16,5-3-248 0,0-2-136 0,0-1 324 16,4-4 603-16</inkml:trace>
  <inkml:trace contextRef="#ctx0" brushRef="#br0" timeOffset="35894.49">27224 8407 250 0,'-3'-13'897'0,"-3"1"417"16,1 2-17-16,1 5-204 0,1 1-408 0,3 3-239 15,0 2-129-15,4 4-77 0,2-1-38 0,2 4-24 16,4 0-64-16,1-1-40 0,0 2-35 0,4 0-16 16,1-1-12-16,1 1-5 0,0-2-2 15,3-1-4-15,0 0 0 0,2-4 1 0,-2 1-3 0,0-3-13 16,0-3-65-16,-2 3-69 15,-3-2-136-15,0-3-218 0,-3 2-307 0,-2-4-343 16,-2 1-241-16,-2 2-55 0,-3-4 488 0,-1 2 576 0</inkml:trace>
  <inkml:trace contextRef="#ctx0" brushRef="#br0" timeOffset="37362.24">16811 1183 301 0,'2'-1'720'0,"-2"-1"334"16,0 2 78-16,-2 2-254 0,2-2-276 15,-1 1-165-15,-1 1-74 0,2 1-36 16,2 3-35-16,-1 2-44 0,1 3-40 15,0 1-27-15,-2 3-55 0,1 2-43 0,1 2-29 16,-1 1-11-16,1 3-10 0,0-1-15 0,-1 0-8 16,2 1-7-16,-1-1-3 0,1-1-3 0,-2-1 0 15,2-2 2-15,-1-2-2 0,1-3 0 0,-1 3 1 16,0-4-3-16,-1-3-7 0,1 0-47 0,-2-2-52 16,0-1-67-16,-2-1-126 0,1-2-179 0,-3 0-311 15,-1-2-259-15,2-1-230 0,-3-3-64 0,2 0 375 16,-3-3 510-16</inkml:trace>
  <inkml:trace contextRef="#ctx0" brushRef="#br0" timeOffset="37644.24">16569 1064 29 0,'2'-7'477'16,"0"2"400"-16,-1 1 213 0,3 2 9 0,-1 1-327 15,3 0-263-15,-2 1-170 16,1 0-81-16,3 1-44 0,0 4 6 16,6 1-1-16,-1 1-17 0,4 1-19 0,-1-1-25 15,3 3-18-15,2-3-45 0,-1 0-42 0,2-1-23 16,0 0-13-16,-1 0-4 0,3-1-2 0,0-3-7 16,-3 2-1-16,0-2-1 0,1 1-1 0,-3-2-4 0,1-1 1 15,-3 1-2-15,-1-1-3 0,-4 1-27 0,-1 1-58 16,-3 1-60-16,-2-1-129 0,-3 2-177 0,-1 3-308 15,-4-1-292-15,-1 2-226 0,-4-1-90 0,0 3 381 16,-1 0 525-16</inkml:trace>
  <inkml:trace contextRef="#ctx0" brushRef="#br0" timeOffset="37878.44">16539 1738 182 0,'0'15'556'0,"2"-1"289"0,1-3 204 16,2 0-105 0,3-2-278-16,0 0-199 0,0-2-111 0,1 0-69 15,4-1-88-15,0-3-66 0,4 0-51 0,0-3-36 16,2-1-17-16,5-3-10 0,-1-3-5 0,3 0-7 16,3 0 0-16,-1-2-1 0,2 0-3 0,-2 0-3 15,2 2-13-15,-1-1-39 0,-2 2-136 0,-4 0-183 16,1 2-289-16,-2-1-272 0,2 5-253 0,-1-3-68 15,-2 3 397-15,3 3 473 0</inkml:trace>
  <inkml:trace contextRef="#ctx0" brushRef="#br0" timeOffset="41460.33">21616 2479 199 0,'3'0'345'0,"-3"0"130"0,2 0-9 16,-2 0-118-16,0 0-75 0,0 0-21 15,0 2 8-15,2-2 22 0,-1 1 18 0,-1 2 5 0,2 0-10 16,0 0-19-16,-2 0-22 0,1 2-23 0,1-1-15 16,-1 0-21-16,1 2-25 0,1 0-22 0,-3-1-26 15,0 1-23-15,1 0-19 0,-1 2-10 0,0-1-11 16,2 0-3-1,-1 4-3-15,-1-3 3 0,2 1-8 0,0 1-4 16,-2 1 32-16,1-1 14 0,1 0 4 0,0 1 0 16,-2 1 4-16,1-1 21 0,1 1-21 15,-1 0-16-15,-1-2-12 0,2 2-10 0,-2 0-8 16,0-2-24-16,0 3-13 0,0-1-5 0,0-2-2 16,0 3-2-16,0-1-2 0,0 1-1 0,0-1 3 15,0 1-1-15,0-1-1 0,0 1 8 0,2 1 7 16,-2-2 4-16,0 2-1 0,0-1 0 0,1-1 0 15,-1 2-5-15,0-1-8 0,0 0-4 0,0 0-1 16,0 0 0-16,0 0 0 0,0 1-3 0,0-1 4 16,0 3 0-16,0-3-1 0,0 2 1 0,-1-1-1 15,1-1 0-15,0 0-1 0,0 1-2 0,0 0 0 16,0-1 1-16,0 1-2 0,0 0 0 16,0-1-1-16,0 2 3 0,0-2-2 0,0 2 3 15,-2-1 0-15,2 1-1 0,0 0 1 0,0 0-2 16,-2 0 1-16,2 0 0 0,0 0 1 0,0 1 1 15,0-1-1-15,0 0-1 0,0-1 1 0,0 3-2 32,0-3 2-32,0 1-3 0,0-1 0 0,0 1 0 15,0-2 0-15,0-1 0 0,0 2-1 0,0-3 1 16,0 3 0-16,0-1 1 0,0 0 0 16,0 0 0-16,0 1 3 0,0-2-1 0,2 0-3 0,-2-1 2 15,2 2 1-15,-2-3-3 0,0 3-1 16,1-2 0-16,-1 1 2 0,0-2-2 0,0 1 1 15,0 1-1-15,0-1 3 0,0-1-1 0,0 0-1 16,0 1-1-16,0-1-1 0,0 2 2 0,0 1-1 16,0-2 1-16,-1 0 0 0,1 0 3 0,0 2-1 15,-2 0 0-15,2 0 0 0,-2-1 0 0,2 0-1 16,0 0 0-16,-1 1 1 0,1 0 2 0,-2-1-3 16,2-1 1-16,0 1-2 0,0-2 0 15,0 3 0-15,0-1-1 0,0-1-1 0,0 2 2 16,0-1 0-16,-1-1 0 0,1 2 0 0,0-2 0 15,0 4 0-15,0-4-1 0,-2 1 2 0,2 1-1 32,-2 0 2-32,2-2-2 0,0 1 1 0,0 2 0 15,0-2 0-15,0 0 0 0,0 2 1 0,0-3-1 16,0 4 0-16,0-4-1 0,0 1 1 0,0 0-2 16,0 2 0-16,0-3 1 0,0 1-1 15,0 1 1-15,0-2-1 0,0 0 1 0,0 0 0 0,0-1-2 16,0 1 1-16,0 0 0 0,0 0 0 15,-1 0-1-15,1 1 1 0,0 0 1 0,-2 0 1 16,2 1-1-16,-2-1 1 0,2 1 0 0,0 0-1 16,-1-1-2-16,1 1 0 0,0 0 1 0,0 1-1 15,0 0 1-15,0-1 2 0,0 1 0 0,0-1 2 16,0 1-2-16,0-2 0 0,0 1 1 0,0 1-2 16,0-1 0-16,0 1 0 0,1 1 1 0,-1-2 0 15,0 0 1-15,0 3-1 0,0-2-1 16,0 2 1-16,0-1-1 0,0 1 2 0,-1 0-2 0,-1 0 2 31,2 0-1-31,0 1-1 0,0-1 1 0,-1 0-2 16,1 3 1-16,0-2-2 0,0 0 2 15,0 1 0-15,0-2 0 0,0 2 1 0,0-1 0 16,0-2 0-16,0 2-1 0,0-2 0 0,0 0 0 16,-3 0 0-16,1 1-1 0,2 0 1 0,0 0-2 15,-1 0 1-15,-1 1-1 0,2 1 1 16,-1-2 0-16,1 2-1 0,-2 0 3 0,0 0 1 15,2-1 0-15,0 1 0 0,-1 0 0 0,-1-3-2 16,2 1-1-16,0-1 0 0,0-1 1 0,0-1-2 16,0-1 3-16,0 0 1 0,0 0 1 0,0 0-1 15,0 1-2-15,0 0 1 0,0 0-2 0,0 2 1 16,0-1 0-16,0 1 0 0,0 0 1 0,0 0-1 16,0-1 1-16,0 2-2 0,0-1 0 15,0 0 1-15,0 0 1 0,0 1 0 0,0-1 0 0,0 0 1 16,0 1-2-16,0-2 0 0,0 1-2 0,0 0 0 31,0-1 2-31,0-2 0 0,0 0-1 16,0 0 0-16,0-2 0 0,0 2 4 0,0-1-3 0,2 2 0 15,-2-1 1-15,1 0-1 0,-1 0-1 16,0 3 1-16,0-1 0 0,0 0-2 0,0-1 1 16,0 0 0-16,0 0 1 0,0 1 0 0,0 0 0 15,0 0 0-15,0 0 0 0,-1-1 0 0,-1 3 1 16,2-3 0-16,0 2-2 0,0-2 2 15,0 1 0-15,-2 1-1 0,2-1 0 0,0-1-1 16,0 1 0-16,0 1 0 0,0-2 1 0,0 2 1 16,0 1-1-16,0-3 0 0,0 2 2 0,0-2 0 15,0 2-1-15,2-1-1 0,-2-1 0 0,0-1 1 16,0 0-2-16,2 1 0 0,-1-2 0 0,-1 1 1 16,0-1 1-16,2 1 0 0,-2-2 0 0,0 2 0 15,0-1-1-15,0 2 1 0,0-3-1 0,0 3 0 16,0-1 1-1,0 0-1-15,0-1 0 0,0 3-1 0,0-1 1 0,0 2-1 0,0-1-1 0,0-2 2 32,0 1 0-32,0 3-1 0,0-4 0 15,0 0 1-15,2 0 0 0,-2-1 0 0,0 1 0 16,1-1 0-16,-1-1 1 0,0 1 1 0,2 0-3 16,-2-1 1-16,0 0-1 0,1 0 0 15,-1-2-2-15,0-1 1 0,0 0 0 0,0-1 1 0,0 0 1 16,0-1 0-16,0-1 1 0,0 1-1 15,0-1 1-15,0 1-1 0,0 1 1 0,0-2 0 16,0 4-1-16,0-2 1 0,0 1-1 0,0 0 0 16,0-1 0-16,0 4 0 0,-1-3 0 0,1 1 1 15,-2-1-1-15,2 0 1 0,0 1-1 0,0 1 1 16,0-1-1-16,0 0-1 0,0 1 2 0,0-2-1 16,0 0 0-16,0 1 0 0,0-2 1 0,0-1-1 15,0 1 0-15,0 0 0 0,0-1-1 0,0 1 0 16,0-4-1-16,0 4 1 0,0-4 0 0,0 3 2 15,0-1-1-15,0 0 3 0,0-1 0 0,0 0-1 16,0 0 2 0,0 0-4-16,0 0 2 0,0-1-1 15,0 0-2-15,0 1 1 0,0 0 0 0,0 0 1 16,0 0-1-16,-1 0 0 0,1 2 0 16,0 1-2-16,0 1 1 0,0 2-1 0,-2 1 2 15,2 0 1-15,-2-1-1 0,2 3 2 0,0-4 0 16,-1 2-1-16,-1-3 0 0,2 2-1 0,0-3 1 15,0 2-2-15,0-2 1 0,0-2 0 16,0 1-1-16,0-1 0 0,0 1 0 0,0-1 2 0,0-1-1 16,0 0 0-16,0-2 0 0,0 3 0 15,0-3-1-15,0 1-1 0,0-1 0 0,0 1 0 16,0-1 2-16,0 0 0 0,2 4 1 0,-1-3 2 16,-1 0-2-16,0 2 0 0,0-2-1 0,0 1-1 15,0 1-1 1,0-1 1-16,0 0 0 0,0 1 2 0,0-1-1 0,0 0 2 0,0 2-2 0,2-2 2 15,-2 0-2-15,0 1 0 0,0-1 0 16,2 2-3-16,-2-3 3 0,0 3-2 0,0 0 2 16,0-3 1-1,0 2 0-15,1-1 1 0,-1-1-1 16,0 2 0-16,2 1-2 0,-2-3-1 0,1 4 2 16,-1-3 0-16,0 2 0 0,0-1 0 0,0 3 2 15,0-5-1-15,0 3-1 0,0-1 1 0,0-1-1 16,0 0 1-16,0 2-2 0,0-2 0 0,0 0 1 15,0-1-1-15,0 2 1 0,0-1-1 0,0-3 2 16,0 5 0-16,0-4-1 0,0 0 0 16,0 0 0-16,0 2-1 0,0-3 1 0,0 0-2 15,0 2 3-15,0 0-1 0,0 0 0 0,0-1 1 16,0 0-2-16,0 1 0 0,0-1 2 0,0 2 1 16,0-1-2-16,0-1-1 0,0 1 1 0,0-1 2 15,0 2-2-15,0 1 0 0,0-3 0 0,0 2 0 16,0 0 0-1,0-1 0-15,0 3 0 0,0-1 0 0,0 3 0 0,0-3 0 0,0 0 0 16,0 0 0 0,0 1 1-16,0-3 2 0,0 2-4 0,0-4 2 15,0 2 1-15,0 0-2 0,0 0-1 16,0-2 0-16,0 1 2 0,0-1 0 0,0 1-2 16,0-1 1-16,0 0-1 0,0 0 0 0,0 0 0 15,0 0-1-15,0 0 3 0,0 0 1 0,0 0 0 16,0 0-1-16,0 0 0 0,0 0 0 0,0 0-2 15,0 0 2-15,0 0-1 0,0 0 1 0,0 0 0 16,0 0 0-16,-1-1-1 0,1 1-2 16,-2-1 0-16,2-1-1 0,0 0-1 0,0 0-2 15,-1-2-16-15,1 2-76 0,0-3-89 0,-2 3-159 16,0-1-285-16,-1 0-324 0,3 2-369 0,-2-2-194 16,-1 0 163-16,-2 3 643 0</inkml:trace>
  <inkml:trace contextRef="#ctx0" brushRef="#br0" timeOffset="137209.07">8191 4350 220 0,'0'3'367'0,"-1"0"135"15,-1-2 8-15,2 1-140 0,-2-1-90 0,1-1-30 0,-1 1 4 0,2-1 16 16,0 0 17-16,0-1 1 0,0 1-4 0,0-1-9 31,0 1-18-31,2-2-14 0,-2 2-20 0,1 0-22 16,-1 0-25-16,0 0-29 0,-1 0-28 0,1 0-25 16,-2 0-21-16,2 0-12 0,0 0-1 0,0 0 8 15,0 0 13-15,0 0 7 0,0 2 10 16,0-2 5-16,2 0 2 0,-2 0-10 0,1 0-6 15,-1 0-9-15,0 0-11 0,0 0-12 0,2 0-11 16,-2 0-9-16,0 0-14 0,0-2-5 0,2 2 0 16,-2-1-6-16,1-2 2 0,-1 0 0 0,0-1 1 15,2 0-2-15,-1 0-2 0,1 0 4 0,-2-1-1 16,3-1 0-16,-1 0 1 0,-1 0 4 16,3-2 1-16,0 1 3 0,-1-3 2 0,0 0 5 15,2 0 0-15,0-2 2 0,0-2 1 0,0 0-2 16,2-2-3-16,-2-2-1 0,0 0-1 0,1-2-2 15,-1 0-4-15,3-1-3 16,-2-2-2-16,-1-1-2 0,1 0-2 0,-1 0-3 0,0 0 0 0,2 0-3 31,-3 0-1-31,1 1 1 0,-1 3-1 0,0 2-1 16,-1 0 1-16,0 2-1 0,0 2 0 0,0 0-2 16,-2 4 2-16,1 0-2 0,1 0 0 0,-1 3-1 15,-2-1 0-15,2 3 1 0,-1 1-1 16,-1 1-1-16,0 0 0 0,0 2 0 0,0-1-1 0,0 1-1 15,0-1-1-15,0 2 1 0,0 0-2 16,0 0-1-16,0 0 0 0,0 0-5 0,0 2-14 16,0-1-29-16,0 2-51 0,0 0-60 0,-1 0-66 15,-1-1-113-15,0 3-147 0,-1-2-205 0,0 0-237 16,0 1-221-16,-2-1-143 0,2 0 198 0,-2-2 451 16</inkml:trace>
  <inkml:trace contextRef="#ctx0" brushRef="#br0" timeOffset="137658.31">8213 3751 226 0,'0'0'383'16,"0"0"140"-16,-1-1 20 0,1 1-143 16,-2-4-90-16,2 3-22 0,0-1 15 15,0 0 22-15,2-1 18 0,-1-1 4 0,-1-1-12 0,3 0-27 16,-1-1-40-16,1 1-33 0,-1-4-36 16,1 1-35-16,0 0-27 0,0-3-18 0,2 1 5 15,3-2 8-15,-2-1 8 0,1-1-1 0,-1 0-6 16,3 1-1-16,-1 0-16 0,0-1-20 0,0 3-23 15,1-1-12-15,1 0-12 16,-2 4-17-16,1-2-3 0,-1 3-1 0,0 3-1 0,0-2 1 0,0 3 4 31,0 0 10-31,-2 1-1 0,1 2-4 0,0 3 0 16,-2 0-3-16,0 4-4 0,-2 0-10 0,0 2-9 16,-1 1-3-16,1 3-5 0,-1 3-1 15,-2-1-4-15,0 2-1 0,0 1-1 0,0 0 0 0,0-1-1 16,0 1-3-16,0-3-5 0,0-1-28 15,3 1-65-15,-3-2-62 0,0-2-116 0,0-1-179 16,0-3-310-16,2 0-306 0,-1-2-232 0,-1-2-127 16,5 1 336-16,-4-4 576 0</inkml:trace>
  <inkml:trace contextRef="#ctx0" brushRef="#br0" timeOffset="146357.51">8821 2727 8 0,'0'-1'230'16,"-2"-1"129"-16,2-1 124 0,0 3-49 0,-2-2-133 15,2-3-94 1,-1 4-52-16,1-2-24 0,-2 0-9 0,2-2-3 0,0 3 0 16,-1-2-2-16,1 0 6 0,-2 1 9 15,0-1 7-15,2 1 9 0,-1 0 4 16,-1 0-3-16,2 1-3 0,0-1-1 0,-1 1 0 0,1 0 2 0,-2 0 2 15,2 1-3-15,0-2-3 0,-2 3-11 0,2-2-6 16,0 2-14-16,0-2-12 0,0 2-9 16,0 0-7-16,0 0-8 0,-1 0-11 0,1 0-6 0,0 0-7 15,0 0-4-15,0 0-6 0,0 0-4 0,0 0-1 32,0 0-8-32,0 0 0 0,0 2-4 0,0-2 4 15,0 2 4-15,1 0 5 0,-1 0 6 0,0 2 5 16,0-2-2-16,2 1-2 0,-2 0 1 0,0 2-1 15,2-2-3-15,-1 3-2 0,1-2 2 16,-1 1-3-16,3 1 5 0,-1 0 17 0,0 1 14 0,0 0 7 16,3 1 5-16,-1 0 1 0,-2-1-13 0,2 2-22 15,0-1-16-15,0 1-13 0,1-1-9 16,-2 3-5-16,1-3 0 0,-2 3 1 0,2-3-3 0,-1 1 2 16,-1 0 4-16,0-2-1 0,1 4-1 0,-1-4 3 15,-1 2 1-15,1 0 2 0,-1 1-1 0,0-3 1 16,-1 2 0-16,-1-1-2 0,0-1 1 0,0 1-4 15,0 0-2-15,0 1-3 0,0 0-1 0,-1-1-2 16,-1 1-3-16,2 0 1 0,0 0-1 16,0 1 0-16,-2 0 0 15,2-1 0-15,0 2 0 0,-1-4 0 16,1 2 1-16,-2 0-1 0,2-3 2 0,0 1 0 16,0-2 0-16,0-1 2 0,-2-1 1 0,2 0-3 15,-1 0-2-15,-1-2 1 0,1 1-1 0,-4-2-1 16,2 0-1-16,0 0 3 0,0 0-2 15,-2-3 2-15,3 2-2 0,-3-3-1 0,1 2-1 16,-2-2 2-16,1 0 0 0,0 1-1 0,2-3 0 16,-2 2 0-16,0-2 0 0,2 1-2 0,-3 0 1 15,1 0 0-15,0-2 3 0,2 2-1 0,0-1 0 16,-2 1 1-16,2-1 0 0,0 2-1 0,0-2-2 16,0 0 3-16,1 0-1 0,-1 0-1 0,1 1 0 15,-1-1 0-15,2 0 2 0,-1 0-2 0,0 1 1 16,-1-1 2-16,3 2-1 0,-1-2 1 0,-1 0 1 15,2 1-2-15,-2 1-2 0,2 0-1 0,0-1-1 16,0 2-1-16,0-1 1 0,0 1-1 0,0 0 1 0,2 0 1 31,0 1 0-31,-1 0 0 0,-1-2 0 0,3 3 1 16,-1-2 0-16,1 1-1 0,-1 0 1 0,1 2 0 16,0-3-2-16,0 2 2 0,1 1-1 0,0-2 1 15,-1 2 0-15,2-3 0 0,-2 1-1 0,2 2-1 16,0-2 1-16,-2 2 1 0,3-3 0 15,0 1-1-15,-1 2 1 0,0-1 0 0,0 0 0 0,0 1-2 16,1-2 1-16,-2 2 1 0,3-2-1 0,-1 1 0 16,-1 1 0-16,0-1 0 0,2-1 1 0,0 0 0 15,-1 1-1-15,-1 0 0 0,0-3 3 16,2 3-1-16,0 0 0 0,-2-1 1 0,1 1-1 0,-1-2 2 16,1 1-2-16,-1 1 1 0,-2-2-3 0,2 1 1 15,-2 1 1-15,2-1-2 0,-2 1 2 0,1-1-1 16,-2-1 1-16,1 2 2 0,0 0-1 0,1-1 0 15,-1 0 1-15,-2 1-1 0,3-2 1 0,-3-1 0 16,1 1-2-16,1 1-1 0,-1-4 3 16,-1 4 0-16,-1-5-2 0,3 1 1 0,-1-2 0 0,-1 1 1 15,-1-2-1-15,0 1 0 0,0-1 0 0,0 1 0 32,0-3 1-32,0 2-2 0,0-1 1 0,-1 2-2 15,-1-3 0-15,2 2 0 0,-3 2-1 0,2-3 1 16,-1 3 1-16,2-2 2 0,-3 3 0 0,1-2 0 15,1 2 2-15,-3 1 4 0,1-1 1 16,0 0 0-16,-2 1 0 0,2 0 1 0,-3 1 1 0,1 0-4 16,0 0-1-16,-1 1 2 0,1 2-1 0,0-2-1 15,-1 2 0-15,0-2 0 0,1 3-2 0,0 0 1 16,-1 0 0-16,-2 0 1 0,4 0 1 0,-3 0 0 16,2 3 1-16,-1-2-1 0,-2 1-2 0,4 0 0 15,-3 1-1-15,2 1 0 0,0 0-1 0,1 1 1 16,-1-1-1-16,-1 2 2 0,4 0-2 0,-3 0 0 15,2-2 0-15,0 4-2 0,0-2 0 0,1 3 0 16,-1-3-1-16,0 1 0 0,0 3-1 0,1-3 1 16,1 2-1-16,1 0 0 0,0 0-1 0,0 0-1 15,0 2 0-15,1-3-2 0,1 2-1 0,1 0-5 16,0-1-18 0,0 0-47-16,-1 1-75 0,-1-2-141 0,-1 1-275 15,0 0-308-15,0 1-363 0,0-2-325 16,-1 1-31-16,-4 0 636 0</inkml:trace>
  <inkml:trace contextRef="#ctx0" brushRef="#br0" timeOffset="147443.7">8365 7261 78 0,'5'3'506'0,"0"-1"320"16,-1-1 163-16,1 1 36 0,4-1-350 16,1-1-226-16,1 0-119 15,2 0-53-15,1-1-25 0,2-1-55 0,0-1-58 16,2 0-10-16,0-1-18 0,1 0-16 15,1-2-18-15,-2 1-9 0,1-1-2 0,-3 1-29 16,1 1-16-16,-2-2-7 0,-2 1-8 0,0 0-23 16,-5 3-37-16,1-1-62 0,-4 0-148 0,-3 0-241 15,-2 2-289-15,-2 1-272 0,-1 0-230 0,-2 0 34 16,-2 1 507-16</inkml:trace>
  <inkml:trace contextRef="#ctx0" brushRef="#br0" timeOffset="147708.04">8607 7204 232 0,'11'2'477'16,"0"-1"239"-16,2-1 184 0,-2-1-176 0,3 1-137 0,2-2-74 15,-2 1-64-15,2-2-73 0,0 2-73 16,1-3-64 0,0 1-34-16,-2 0-24 0,-1 2 0 0,0-2-3 15,-3 2-4-15,0-1-12 0,-3 2-18 16,-1 0-12-16,-4 0-20 0,0 2-19 0,-3 0-16 15,-1 4-14-15,-4 3-15 0,-2 1-20 0,-4 6-12 16,0-1-9-16,-2 4-5 0,-2 1-8 0,0-1-14 16,-2 3-43-16,3-2-63 0,-2-1-59 0,3 1-114 15,1-4-166-15,2 0-283 0,2-3-268 16,0-1-222-16,5 0-139 0,-1-3 279 0,2 0 526 16</inkml:trace>
  <inkml:trace contextRef="#ctx0" brushRef="#br0" timeOffset="148391.5">9508 7105 330 0,'0'-6'716'16,"0"0"336"-16,-2 1 110 0,-1 1-286 0,-3 4-243 0,2-3-147 16,-3 6-78-16,1-1-60 0,-5 4-60 0,3 1-46 15,-3 1-44-15,-3 2-46 0,-1 4-52 0,0 1-41 16,-1 0-25-16,-3 3-14 0,1 0-8 0,-2 0-7 15,-1-2 1-15,2 0-2 0,0 0 1 0,3-4-4 16,1-2 2-16,2-1-3 0,1-1 0 0,2-4-3 16,2 1-3-16,0-5 0 0,2 0 1 0,4-2 0 15,-1-3-1-15,3 0 1 0,2-6 4 16,1 1-2 0,0-4 0-16,3-1 1 0,0 2-3 15,2-2 5-15,1 0-1 0,1 0-2 0,3 2 3 16,-2-2-1-16,5 4-1 0,0 0 1 0,1 2 0 15,2 2 0-15,-1 4-1 0,2 1-1 16,2 2 3-16,-1 5 0 0,-1 2-1 0,4 3 2 0,-2 4 0 16,0 2 2-16,2 1-1 0,0 4 0 15,-2 0-2-15,0 1-1 0,0-1 2 0,-3-3-2 0,2 1-2 16,-1-4 2-16,-4-3 1 0,3-1 0 16,-3-6 0-16,-2-1 4 0,0-4 0 0,0-2 0 15,-4-3 1-15,-2-4 1 0,1-1 0 0,-2-4-1 16,-3-1 1-16,-2-3-2 0,0 2 4 0,-4-4 4 15,0 4 8-15,-4-1 4 0,-2 0 4 0,-3 2 1 16,0-1 0-16,-5 2-3 0,0 2-2 0,-4 2-1 16,1 3-1-16,-2 1-1 0,-1 4-2 0,-1 2-3 15,2 7-3-15,0 0-5 0,1 3-3 0,2 2-3 32,1 2 0-32,3 1-3 0,1-2-1 15,4 1-5-15,1-1-13 0,1-2-45 0,1-1-71 16,2-2-123-16,2 1-225 0,0-5-298 0,2 1-347 15,2-4-316-15,0-4-116 0,2-1 452 0,1-2 679 16</inkml:trace>
  <inkml:trace contextRef="#ctx0" brushRef="#br0" timeOffset="149260">10126 5563 139 0,'4'6'688'16,"-1"-3"412"-16,-2-3 134 0,3-3-86 15,0-3-319-15,1-4-243 0,1-4-138 0,1-1-78 16,-1-6-58-16,1-4-55 0,2-5-83 0,0-5-50 15,1-5-31-15,2-5-20 0,3-5-15 0,2-2-13 16,-1-4-6-16,1 2-5 0,1 2-6 16,-1 2-4-16,-1 5-2 0,0 5-1 0,-4 3-3 15,1 8-3-15,-4 5 1 0,0 4 0 0,-2 4 1 16,-1 5 3 0,2 4 3-16,-3 6 2 0,2 3 0 15,0 5-1-15,-2 7-2 0,-2 5-4 0,1 4-5 16,-1 4-3-16,-2 3-3 0,1 5-3 0,1 1-1 15,-1 1-3-15,-1 3 0 0,1 3-1 0,-2-1-1 16,4 0 1-16,-4 0 0 0,2-2 0 16,-1 0 2-16,1-3 0 0,-2-3 1 0,0-1-1 15,2-1-2-15,-1-4 0 0,-1-3-1 0,2-2-3 16,0-2-6-16,-1-3-9 0,-1-3-15 0,3-3-22 16,-3-1-31-16,2-5-65 0,-2-1-75 0,0-7-121 15,0-1-181-15,2-5-298 0,-1-4-329 0,-1-3-244 16,3-5-117-16,-1-5 378 0,2-3 608 0</inkml:trace>
  <inkml:trace contextRef="#ctx0" brushRef="#br0" timeOffset="149574.26">10681 5110 394 0,'10'26'729'15,"2"4"272"-15,-2 2 109 0,1 2-274 16,2 1-226-16,-1 2-104 0,0 0-53 0,2 0-71 15,-1-5-82-15,0-2-67 0,2-3-62 0,0-8-67 16,0-2-46-16,2-9-27 0,-1-2-13 0,3-9-5 16,-3-5-4-16,3-8-1 0,-2-6-5 0,-3-6 0 15,-1-5 0-15,-2-4-2 0,-1-4 3 0,-4-2-3 16,-3 0 3-16,-3 2 1 0,-1-1 1 0,-6-1 1 16,-4 2 0-16,-4 0-2 0,-3 3 2 15,-3 0-1-15,-1 3-2 0,0 5 3 0,0 3 4 16,0 7 4-16,0 4-2 0,4 6 1 0,0 5-2 15,3 4-4-15,1 5-7 0,4 5-4 0,2 6-3 16,2 5-4-16,0 2-43 0,4 4-60 0,2 5-81 31,2 3-156-31,1 1-293 0,3 5-319 0,2-2-283 16,0 2-191-16,6-1 150 0,1 2 603 0</inkml:trace>
  <inkml:trace contextRef="#ctx0" brushRef="#br0" timeOffset="150740.39">11469 5317 97 0,'2'-4'463'16,"0"1"351"-16,-2 2 248 15,0-1-51-15,0 0-271 0,0 1-172 0,0 1-85 0,2 1-55 0,-2 1-66 16,0 2-60 0,2 1-45-16,-1 2-45 0,1 2-53 15,-1 3-47-15,1 3-26 0,1 4-16 0,0 1-10 16,2 7-6-16,-2 3-4 0,2 5-4 15,1 4-4-15,-3 3-4 0,2 4-2 0,-2 1-4 0,1 2-5 16,-1-1-5-16,0 0-5 0,0-3-3 16,0-2-6-16,0-4-2 0,0-3-2 0,-1-5-1 15,-2-7-1-15,3-4-1 0,-1-4-1 0,-1-3 0 16,-1-4-2-16,0-2 2 0,2-1-1 0,-2-1 2 16,0-5 1-16,0-1 1 0,0-5 1 0,0-5 1 15,-2-1 0-15,2-4-1 0,-1-5-1 0,-1-4 0 16,1-2-1-16,-1-4-1 0,0-2 1 0,-1-3-1 15,0-3-1-15,-1-3 0 0,1 2-1 0,-2-4 0 16,0 1-1-16,0-1 0 0,0 1 1 16,-1 2-1-16,3 2 1 0,-2 0 1 0,0 3 1 0,1 5 0 15,0 4 2-15,0 3 1 0,-2 3 3 16,2 3 3-16,1 2 1 0,-2 3 2 0,2 1-1 16,0 3-1-1,1 2-2-15,1 1-3 0,-1 1-2 16,2 2-1-16,0 0-1 0,-2 2-1 0,2-2-1 15,0 3-1-15,0-1 0 0,0 1 0 0,0 0 0 16,0 1 1-16,2 2 0 0,0 0 1 0,1 3-1 16,0 3 0-16,0 1 0 0,2 2 2 15,4 3 0-15,-2 2 1 0,-1 2 3 0,4 4 2 16,1 1 2-16,-2 3 0 0,3 1 1 0,0 0 0 16,-1-1-3-16,3 2-3 0,-3-3 0 0,2-2-1 15,-1-5-2-15,1 0-1 0,0-6 0 0,-2-3 0 16,0-4-1-16,2-3 1 0,-4-4-1 0,1-5 0 15,-1-6 0-15,-1-5 0 0,0-4 0 16,-2-3 0-16,-1-2-2 0,1-5 1 0,-3 2 1 0,-1 0 0 16,1 0 0-1,-3 4 1-15,-3-1 1 0,1 3 1 0,1 4-1 0,-2 1 1 0,1 3-1 16,-2 3 1-16,2 1-1 0,0 3 0 0,1 2-1 31,-1 1-1-31,2 2 0 0,-1 0-1 0,1 3 0 16,1 2-1-16,-1 1 0 0,3 4 0 0,1 4 0 15,0 3-1-15,2 2 2 0,2 5 1 0,-1 0 1 16,2 4 2-16,-1 1-1 0,3 2 2 0,-1 1-2 16,1-1-1-16,-2-3-1 0,4 1-1 0,-4-5-1 15,1 0-1-15,2-4-1 0,-2-4-2 16,1-2-8-16,-2-2-13 0,1-3-19 0,-2-2-40 0,-2-2-73 16,2-4-77-16,-5-1-128 0,2 0-176 15,-3-2-307-15,-1-1-302 0,2 0-207 0,-3 1-84 16,2-1 375-16,-2-2 553 0</inkml:trace>
  <inkml:trace contextRef="#ctx0" brushRef="#br0" timeOffset="151424.45">11967 5500 106 0,'3'2'633'0,"0"-1"441"0,-3-1 138 16,3 0-114-16,-3 0-365 0,2-1-228 15,0-3-119-15,1 2-66 0,0-3-44 0,0-2-33 16,2-4-35-16,1-2-53 0,0-4-51 0,-1-1-29 16,2-3-18-16,-1-1-13 0,1-1-11 0,0-4-3 15,-1 4-4-15,1-2-3 0,0 1 1 0,-2 3 1 16,0 4 2-16,1-2-1 0,-2 7-5 0,-3 2-4 15,2 1 2-15,-1 1-3 0,0 4 0 0,-1 3-1 16,2 2 0-16,0 3 1 0,-1 5-2 0,-1 3-2 16,3 4-1-1,-3 1-1-15,2 3-3 0,1-1 1 0,1 3-1 0,-2 2 4 0,1-4 1 16,2 3 2-16,-1-2 0 0,0-2-2 0,2-1-1 16,0-3-4-1,-2 0-3-15,1-6-3 0,1-1-1 0,-1-4 0 16,2-2-1-16,-2-2 1 0,2-4-1 15,-1-4 0-15,-1-3 1 0,3-2 0 0,-1-2 1 16,0-2-1-16,1 1 1 0,-2-1 0 0,1 2 0 16,0 2-1-16,-2-1-1 0,3 4 0 0,-2 1-2 15,-1 0 2-15,1 7-1 0,0 2 3 0,1 0-1 16,-1 5 1-16,-1 3 0 0,3 2 1 0,-2 1 0 16,-1 3 0-16,2 1 0 0,1 2 1 0,-1-1-1 15,0 1 1-15,0-3-1 0,1 2 0 0,0-3-1 16,-1-2 0-16,2-2-1 0,-2-2-1 0,0-4 1 15,0-3-1-15,2-4 1 0,-2-5 0 16,1-1-1-16,-1-8 1 0,0-1 0 0,1-2 0 16,-2-1 0-16,2 1 0 0,-1-2 2 0,-2 4 0 15,1 1-2-15,-1 3 0 0,3 1 0 0,-4 5 0 32,0 0-1-32,3 5 0 0,0 3 1 0,-2 1 0 0,4 4 0 15,-1 1 2-15,2 5-2 16,0 3 1-16,3 5 2 0,-2 1 0 0,0 1 0 15,1 4-1-15,-2 1 0 0,3 1 0 0,0-1-4 16,-1 0-13-16,1-3-35 0,-4 0-85 0,2-3-151 16,-2 0-262-16,-4-1-316 0,2-5-393 0,-2-1-419 15,-3 1-20-15,1-2 717 0</inkml:trace>
  <inkml:trace contextRef="#ctx0" brushRef="#br1" timeOffset="-208235.68">7296 11374 72 0,'2'-3'317'0,"-1"0"195"0,1 2 217 16,-4-1 21-1,2 1-65-15,-1 1-48 0,-2-2-57 0,-1 4-4 16,-2-2-30-16,0 3-84 0,1 2-89 16,-3-1-66-16,0 4-50 0,-4 1-66 0,-1 1-57 15,-1 3-32-15,-2 4-24 0,-3 1-15 0,0 7-13 16,-2 4-8-16,-2 3-9 0,-4 6-7 0,0 5-5 0,0 1-4 15,-2 4-4-15,-1 1-6 0,2 1-2 16,-2 0-4-16,0-1-1 0,3-2-2 0,-1-2 0 16,1-2 1-16,3-2 0 0,2-4 1 0,3-2 0 15,0-2 0-15,5-6-2 0,1-2-1 0,2-4-3 16,3-1-8-16,2-4-12 0,1-2-18 0,1-3-37 16,2-1-57-16,-1-3-56 0,3 0-56 15,0-2-93-15,1-4-131 0,1-1-163 0,-2-2-230 0,0-2-225 16,2-2-164-16,-2 1 119 0,0-3 416 15</inkml:trace>
  <inkml:trace contextRef="#ctx0" brushRef="#br1" timeOffset="-207916.57">6618 12265 394 0,'-2'9'717'0,"2"0"217"16,-1-1 31-16,2 4-278 0,1 0-227 16,4 0-101-16,1 0-49 0,5 1-10 0,4 1 40 15,3-1 12-15,3 2-43 0,5 0-43 0,3-2-35 16,2 1-42-16,6-2-54 0,0-1-47 16,3-2-28-16,3 0-21 0,2-5-13 0,1 2-7 0,-1-3-2 15,3-2-4-15,0-1-2 0,2 0 0 16,-1-1-3-16,1-2-2 0,1 0-2 0,0 0-3 15,-1-1-1 1,-2-1-6-16,-1-1-20 0,-3 2-40 16,-5 0-53-16,-2-1-56 0,-2 0-74 0,-5 2-128 15,-2-1-159-15,-7 4-242 0,-1 0-230 0,-4 0-213 16,-4 0-36-16,-2 0 340 0,-3 0 455 0</inkml:trace>
  <inkml:trace contextRef="#ctx0" brushRef="#br1" timeOffset="-207670.2">7568 12539 149 0,'0'11'637'0,"0"0"341"0,0-2 106 16,3-1-80-16,4 0-412 0,2 0-223 15,7 0-106-15,0-4-37 0,1 2-8 0,5-2 6 16,2-1-32-16,3-1-39 0,3-2-28 0,3-2-28 15,3-2-28-15,2-3-33 0,2-4-13 0,1-2-10 32,0-1-7-32,2-3-1 0,1-1-5 0,-1-1-33 15,-2 0-44-15,0 0-76 0,-5 0-148 0,-2 1-250 16,-8-1-293-16,-3 5-258 0,-3-1-202 16,-6 0 104-16,-6 3 503 0</inkml:trace>
  <inkml:trace contextRef="#ctx0" brushRef="#br1" timeOffset="-207219.17">7296 11554 49 0,'8'-11'433'0,"-1"1"285"0,2 3 220 0,2 2 76 16,6 1-309-16,3-1-215 0,3 2-94 16,4 2-20-16,5 1 5 0,1 1-22 0,3 4-48 15,4 1-40-15,1 0-36 0,0 1-43 16,3 3-57-16,1-2-42 0,-1 1-26 0,3 0-18 16,-1 2-12-16,-2-2-9 0,-1-1-7 0,1 1-7 15,-1-3-3-15,-2 1-3 0,3-1-3 0,-4 0-3 16,0-2 1-16,0 1 1 0,-3-1 1 0,-2 2-2 15,-2 0 1-15,-3 0 2 0,-2 2-2 0,-1-2 0 16,-5 5 4-16,-1 2 7 0,-4-1 5 0,-1 2 4 16,-2 5 5-16,-2-2 4 0,-2 5-1 0,-2 0-1 15,-3 3-2-15,0 0-3 0,-2 3-2 0,-1 2-5 16,-2 3-4-16,-2 2-4 0,-1 1-3 16,0 3-2-16,-2 1-4 0,-3 4 0 0,0 1-1 0,-1 0 0 15,-1 1-8-15,-2 0-14 0,-1 1-22 16,-1-3-50-16,3 0-71 0,-4-5-95 0,3-2-159 15,-1-5-285-15,1-1-318 0,2-7-291 0,0-4-177 16,4-5 163 0,-3-7 617-16</inkml:trace>
  <inkml:trace contextRef="#ctx0" brushRef="#br1" timeOffset="-206652.44">8188 12697 125 0,'-3'-1'614'0,"-4"1"368"0,-2 2 117 0,1 6-61 16,0 2-401-16,-3 5-250 16,2-1-110-16,-3 7-22 0,0 3 26 0,1 6 7 15,0 5-19-15,-2 5-30 0,0 5-36 16,-2 5-46-16,4 5-51 0,-3 2-42 0,2 3-27 0,0 0-14 31,-1 1-11-31,4-5-7 0,0-2-2 0,2-6-4 16,4-3-1-16,1-8-3 0,2-2-11 15,0-9-45-15,3-5-62 0,3-6-60 0,-1-9-129 16,2-6-197-16,-1-11-306 0,0-7-260 0,4-9-207 16,-1-9-63-16,-1-9 410 0,6-10 516 15</inkml:trace>
  <inkml:trace contextRef="#ctx0" brushRef="#br1" timeOffset="-206419.86">8574 12014 39 0,'24'-42'526'0,"-4"9"442"15,-5 6 205-15,-2 4-50 0,-3 6-351 16,-2 4-264-16,1 2-90 0,-2 4-45 0,-1 5-29 16,1 4-28-16,-1 2-31 0,1 5-44 0,-2 6-71 15,2 5-48 1,-1 3-32-16,2 9-22 0,-4 2-18 0,1 7-13 0,0 6-13 0,0 2-8 0,-2 5-6 15,0 8-2 1,-3 2-4-16,-3 5-2 0,-2 0-3 16,-1 1-8-16,-2-1-14 0,-3-1-20 0,2-6-41 15,-3-4-72-15,-2-4-87 0,-2-7-157 16,1-2-285-16,-1-6-314 0,-2-5-313 0,1-1-183 0,0-4 132 16,-4-2 636-16</inkml:trace>
  <inkml:trace contextRef="#ctx0" brushRef="#br1" timeOffset="-206186.99">8085 13633 288 0,'11'14'942'0,"-4"-1"358"0,1-2-38 0,4-2-209 16,-1-3-486-16,6-3-283 15,1-2-141-15,4-5-64 0,3-4-33 0,2-5-11 16,0-7-12-16,6-5-6 0,2-6-6 0,2-7-1 15,-1-4-5-15,4-3-4 0,-1-3-14 0,-1 1-29 32,-2-2-88-32,-1 2-170 0,-3 4-294 0,-4-1-279 15,-4 5-263-15,-4 1-169 0,-7 6 230 16,-5 0 542-16</inkml:trace>
  <inkml:trace contextRef="#ctx0" brushRef="#br1" timeOffset="-205735.71">6762 12541 466 0,'8'-6'1005'0,"-5"2"248"0,-3 4-81 0,-2 6-263 16,-4 3-457-16,-2 4-223 0,-3 6-113 16,0 7-57-16,-6 4-29 0,-1 6-16 0,-1 6-14 15,-3 5-1 1,1 5-1-16,-4 3 0 0,0 6 2 0,1 1 0 0,1 3 4 0,-1 4-4 16,0-1-5-16,2 0-8 0,4 1-25 0,-2-4-60 15,3-5-100-15,4-4-147 0,3-8-297 0,0-7-259 16,5-5-212-16,0-5-5 0,3-10 304 0,2-8 408 15</inkml:trace>
  <inkml:trace contextRef="#ctx0" brushRef="#br1" timeOffset="-205512.82">6686 13598 137 0,'27'17'621'0,"-2"2"376"0,-1 3 130 15,1 0-59-15,5 3-425 0,2 1-257 0,4 1-125 16,-1 1-76-16,1-2-48 0,2-2-41 0,2-1-36 0,1-3-27 16,0-3-12-16,2-3-12 0,3-6-2 0,1-2 0 15,5-6-2-15,0-2 0 0,4-4-19 16,-2-6-66-16,1-3-158 0,0-3-304 0,-3-6-263 0,-1-2-269 16,0-4-192-16,-3-3 151 0,-3-3 530 15</inkml:trace>
  <inkml:trace contextRef="#ctx0" brushRef="#br1" timeOffset="-202836.62">10108 10582 39 0,'-2'-4'474'16,"-1"0"408"-16,-2 0 269 0,0 0 7 15,0 0-350 1,-2 4-206-16,2-3-110 0,-1 2-93 0,-1 0-75 0,2 1-56 16,-4 0-45-16,4 0-66 0,-1 0-56 0,-1 1-32 15,0 0-20-15,2 2-13 0,0-3-10 16,0 2-8-16,2 2-5 0,0-3-5 0,1 2-5 0,1 0-3 16,1 0-3-16,1 1 1 0,1 2-2 15,4 3 3-15,3 0 0 0,3 2 1 0,1-2 2 16,2 6 0-16,1-3 0 0,3 3 0 0,-1-1 3 15,1 3-1-15,-2-2 0 0,0 2-1 0,-1 1 2 16,-2 0 0-16,-1 2 0 0,-2-1 4 0,-1 1 3 31,-1 3 2-31,-1-3-1 0,-3 1 2 0,-2-2 1 16,0 3-4-16,-3-3-2 0,2-1-2 0,-2-2-2 16,-2-1-2-16,2-2-2 0,-3 0-1 15,1-4-1-15,-1 0 0 0,0-4-2 0,-3 2 0 16,1-6-9-16,-3-1-17 0,0-1-50 0,-3-6-64 0,-2-2-88 15,-1-5-154-15,-2-3-231 0,2-2-311 16,-2-1-275-16,0-4-204 0,1 3 73 0,0-6 526 16</inkml:trace>
  <inkml:trace contextRef="#ctx0" brushRef="#br1" timeOffset="-202569.59">9946 10564 227 0,'3'-2'683'0,"-1"-1"319"15,1 2 76-15,0 0-202 16,-1 1-309-16,1-1-203 0,0 1-108 16,3 0-33-16,-1 0 18 0,3 0 22 0,0 0 0 15,5 0-23-15,0-5-27 0,0 3-34 0,2-1-42 16,2-1-39-16,-1-2-34 0,3-2-18 16,-1-1-14-16,0-1-6 0,1-2-9 0,-1-1-2 15,2-2-6-15,-4 1-4 0,3-1-1 0,0 0-1 16,-3-2-1-16,1 2-1 0,-2 0-2 0,0 0-22 15,0 2-57-15,-3 0-57 0,-1 2-77 0,-3 3-137 16,0 1-187-16,-2-1-303 0,-1 4-234 0,-2 1-208 16,-1 1-2-16,-2 2 404 0,0 0 471 0</inkml:trace>
  <inkml:trace contextRef="#ctx0" brushRef="#br1" timeOffset="-202237.74">10454 10459 276 0,'16'28'538'0,"-2"1"268"0,3 1 198 16,0 2-204-16,1 2-179 16,-1-2-120-16,-1-1-99 0,3 0-96 15,-1-6-97-15,-1-1-85 0,2-5-58 0,-2-4-28 16,2-3-15-16,-1-6-10 0,-1-3-5 16,-1-6-3-16,1-3 2 0,-4-8 4 0,-1 1 1 15,-2-10 3-15,-3 1 11 0,-3-6 13 0,-1 1 38 16,-1-2 45-16,-4-1 40 0,-4 0 22 15,0 2-1-15,-4-1-8 0,-4 2-30 0,-2 2-39 0,-3-1-30 16,-2 4-22-16,-2 1-12 0,-1 2-7 0,-1 6-6 16,1 1-1-16,0 3-7 0,1 4-3 0,-1 1-2 15,2 6-5-15,3 2-4 0,0 4-6 16,4 2-1-16,0 3-4 0,5 4-2 0,4 3-1 0,0 2 0 16,4 2-4-16,4 4-19 0,2-2-45 0,1 4-66 15,3-3-74-15,0 0-137 0,4 1-201 16,0-3-303-16,2-3-266 0,0-1-196 0,3-6-19 15,-1 0 436-15,3-4 504 0</inkml:trace>
  <inkml:trace contextRef="#ctx0" brushRef="#br1" timeOffset="-201719.63">10980 10207 23 0,'0'-6'481'16,"0"4"404"-16,0 2 214 0,2 2 7 0,1 6-306 0,0 2-291 15,3 7-146-15,1 2-50 0,1 4-12 0,4 4-36 16,-2 2-43 0,4 3-39-16,-1 1-42 0,0 0-46 15,2-2-40-15,0 0-26 0,0-4-14 0,1-4-6 16,1-1-4-16,1-7-4 0,-1-5 2 16,0-2-3-16,-2-6 5 0,0-4-3 0,-3-6 2 15,-3-4 0-15,0-5 0 0,-2-2 1 0,-4-3-1 16,-3-5-4-16,-1 0-1 0,-3-3 3 0,-2 0-3 15,-5-2 4-15,0 2-2 0,-3 0 4 0,0 0 0 16,-7 2 1-16,2 2-1 0,-3 2-1 0,-2 1 1 16,1 6-1-16,0 1 1 0,-2 6-2 15,3 4 4-15,-2 5-1 0,5 2-2 0,-1 7-2 0,2 4-4 16,2 4 2-16,2 6-2 0,2 3-1 16,2 6-5-16,5-1 5 0,2 3-1 0,3 2-2 15,3 0-15-15,5 2-53 0,0-1-58 0,6-4-116 16,-1 2-185-16,4-4-306 0,1-3-309 0,2-4-240 15,2-5-118-15,-1 0 351 0,4-6 575 0</inkml:trace>
  <inkml:trace contextRef="#ctx0" brushRef="#br1" timeOffset="-200836.24">11518 10451 140 0,'-2'4'423'0,"2"-3"255"0,0 2 209 0,0-1-106 16,0-1-133-16,0-1-104 0,2 0-95 0,-2 1-82 15,0-1-79-15,0 0-76 0,0 0-66 16,0 0-46-16,1 0-20 0,-1-1 19 0,2-2 43 15,0 0 29 1,-1-3 6-16,3-3-2 0,-3-1-10 0,2-2-34 0,0-1-39 0,-1-5-30 0,-1 1-16 31,-1 0-9-31,3 0-8 0,-3-2-5 0,2 2-8 16,-2 1-1-16,2 1-1 0,-1 2 0 0,-1 2 0 16,0 2-2-16,2 2 1 0,-2 1-2 15,1 3-1-15,-1 0-5 0,0 1-1 0,2 1 0 0,0 2 0 16,1 4-2-16,2 4 2 0,2 1 2 15,0 5-1-15,1 2 2 0,1 2-3 0,2 3 1 16,0-1-1-16,2 4 0 0,-2-3-2 0,2 1 0 16,-1-3 0-16,-1-1-1 0,2-5-2 0,-2 0 1 15,0-3-1-15,-3-2 0 0,1-5 0 0,-1 0 0 16,-1-4 3-16,-1-5 1 0,2-5 1 0,-3 0 1 16,-1-8 0-16,-2-1 0 0,1-4-2 0,-1-3 1 15,0 1-2-15,-2-1 1 0,0 0-1 16,0 0 0-16,-2 3 3 0,2 4-1 0,-2 2 0 15,1 3 1 1,-1 2-1-16,0 1 0 0,2 4-2 0,-1 1-1 0,1 1 0 0,0 2-2 0,1 2 1 31,-1 1 1-31,2 2 1 0,0 3 0 0,1 3-1 16,2 4 1-16,1 0 0 0,0 3-2 0,1 2 2 16,-1 2-2-16,5 0 0 0,-3 1 0 15,1-3-1-15,-1 2-2 0,3-2 0 0,-1-3-3 0,-1-1-3 16,2-2-33-16,-1-2-63 0,-1-4-62 15,-1 1-107-15,0-5-173 0,-2-2-311 0,-1-5-299 0,2 1-224 16,0-4-143-16,1-2 289 0,-1 1 572 16</inkml:trace>
  <inkml:trace contextRef="#ctx0" brushRef="#br1" timeOffset="-200116.97">12036 10303 230 0,'0'3'636'0,"0"-2"333"15,0 1 142-15,-1 0-197 0,1-2-266 0,0 0-197 16,-2 0-139-16,2-4-87 0,0 2-70 0,0-3-55 15,0-2-32-15,0-2-19 0,0-1-3 0,0-5 2 16,2 2 11-16,-1-2-4 0,1-3-1 0,0 2 20 16,1-2 13-16,0 1 5 0,-3 1 0 0,3 1 1 15,-1 0-4-15,-1 3-18 0,1 1-16 16,0 2-6-16,0 3-4 0,-2 2-4 0,0 1-2 0,2 1-4 16,0 1-7-16,-1 2-1 0,2 4-1 15,2 1 1-15,0 2-3 0,0 5 2 0,0 2-2 16,2 1-7-16,0 1-4 0,-1 1-3 0,1 2 0 15,2-3-2-15,-1 1-3 0,-2 0-1 0,2-3-2 16,1-1-2-16,-1-2-3 0,-1-3 0 0,-1-2 0 31,3-3 2-31,-2 0 2 0,-1-6 2 0,1-2 1 16,-3-2 0-16,4-5 1 0,-3-3-2 16,0-3 0-16,-1 0-1 0,1-1 2 0,0 1-4 0,1-3 1 15,-1 3 0-15,-2 2-1 0,2 2-1 16,-2 1-2-16,2 2 1 0,-2 5 0 0,0-1-1 15,3 4 2-15,-1 2-1 0,1 2 4 0,1 4 3 16,-1 3-1-16,3 0 1 0,-2 3 0 0,1 1 1 16,1 0-2-16,-1 0-4 0,0 4 0 0,2-4 1 15,-1 0 0-15,1-1-1 0,-2-3 2 16,1 0 0-16,0-7 0 0,-1 2-1 0,2-4 1 16,1-4 0-16,-3-3-2 0,1-3 2 0,1-6-1 15,-4-2-1-15,2-6 1 0,0 3-2 0,0-3 1 16,-2-2 1-16,2 2-1 0,-1 0 0 0,0 4-2 15,-1 0 2-15,1 3-1 0,-1 4-1 0,-1 2 1 16,4 3-2-16,-1-1 2 0,0 7-2 0,2 2 3 31,1 1 1-31,0 3 2 0,4 6 1 0,-2 0 2 16,5 5-1-16,-6 1-2 0,4 4-1 16,0 1 1-16,0 1-4 0,-2 1-25 0,2 0-72 15,-3-2-92-15,-1-1-180 0,-1-1-288 0,-1-2-333 16,-1-4-358-16,-3-1-189 0,1-2 199 0,-2-2 697 15</inkml:trace>
  <inkml:trace contextRef="#ctx0" brushRef="#br1" timeOffset="-190853.02">21646 3133 134 0,'0'2'285'0,"2"-2"128"0,-2 0-10 16,0 0-65-16,0 0-64 0,0 0-52 16,0 0-32-16,0 0-19 0,0 0-2 0,0 0 5 0,0 0 7 15,0 0 6-15,0 0 8 0,0 1 8 0,0-1-2 16,0 2 1-16,0-2 1 0,0 1-15 0,0-1-17 16,0 0-19-16,-2 2-23 0,2-1-21 0,0-1-23 15,0 2-19-15,-1-1-12 0,1 0-12 0,-2 1-12 16,0 1-10-16,1-2-5 0,-1 3 5 15,1-3 4 1,1 2 3-16,-3 0 8 0,1 0 2 16,1 0 3-16,-1-1-2 0,1 3-8 0,-1-3-3 15,0 2-5-15,1 0-8 0,-1 0-3 0,0 1-4 16,-1-1 1-16,3 1-2 0,-1 1 1 0,-3-2 3 16,3 3 1-16,-1-1 1 0,1 1 2 0,-1-2 3 15,-1 2 0-15,3 0-3 0,-1 1-1 16,-1 0-6-16,1-3 0 0,-1 3-7 0,0-1 5 0,2 0 7 15,-1 3 3-15,-3-3 3 0,4 1 0 16,-3-1 5-16,2 1-10 0,-1 0-6 0,0 0-2 0,-1 0-1 16,2-1-3-16,1 1-2 0,-5-1 2 15,4 2 0-15,-1-2 2 0,0 2 1 0,-1-2 0 16,2 0 0-16,1 1 0 0,-4-2 0 0,3 1-4 16,-1-1-2-16,1 0 0 0,-3 0 2 0,3 0 4 15,-1-1-3-15,1 2 5 0,1-1-3 16,-5 0 0-16,5 0-1 0,-1 0-1 0,-1 1 1 15,0-2-1-15,2 2 1 0,-1-1 1 0,-1 2 1 32,1-1 9-32,1 2 10 0,-2-1 4 0,0 0 5 15,1-1 0-15,-1 1-5 0,2 1-6 0,-1 0-10 16,-1 0-7-16,0-1-3 0,2 2-1 0,-3-1 3 16,3 0 1-16,-1 0-1 0,-1-2 2 0,0 2 0 15,0-2 3-15,0 3-1 0,0-3-6 0,2 2 2 16,-1 1 1-16,-1-2 1 0,1 1-5 15,1 0-1-15,-2 2 3 0,0-2 0 0,1-1-4 16,-1 2 0-16,2 1 0 0,0-1 3 0,-1-1-1 16,1 1 1-16,0 1 1 0,0-1 3 0,0-2 3 15,0 3-1-15,0-1-2 0,0 1-2 0,-2-1-1 16,0-2 5-16,2 3-1 0,0-1 0 16,0 0 10-16,-1 1 37 0,1-1 20 0,0 2 14 0,-2-2 9 15,2 1 2-15,0-1-6 0,-2 1-28 16,2-2-18-16,0 1-19 0,-1-2-13 0,1 2-5 31,-2-3 0-31,2 3-7 0,0-1 0 0,-1-1 2 16,1 1 1-16,0 1-2 0,-3-1 1 0,3 0 0 15,-2-1 0-15,2 2-1 0,0-3-3 0,-1 2-2 16,-1 0 1-16,2 2 1 0,0-2 2 0,0 2-3 16,-1-3 1-16,-1 4 1 0,0-3 0 0,1 1-2 15,-1 1 1-15,2 0 0 0,-1-2 1 0,1 1-1 16,-2-1-1-16,2 0 1 0,-2 0 2 15,2 1-2-15,-1-2 2 0,1 1-1 0,-2 1 0 16,0 0-2-16,1-2-2 0,-1 2 5 0,2 0-4 16,-1 0 4-16,-2 0 0 0,1 0-1 0,2 1-1 15,-3-1-1-15,3 1 3 0,-1-1-3 0,-1 0-1 16,0 1 4-16,2 0-1 0,-1-2 0 16,-1 1-1-16,0 1 0 0,2-2 0 0,-1 1 0 0,-1 0 0 15,1 0 0-15,1 0-1 0,-2 1 0 16,0-1 3-16,1-1-5 0,-1 2 6 0,1-3-3 0,1 3 0 15,0 0 2-15,0-2 0 0,-2 1-1 32,-1 1-3-32,3-1 1 0,0 1 1 0,0-3-2 15,0 5 2-15,0-4-1 0,0 1 3 0,0 1 2 16,0-1-1-16,0-1-1 0,0 2-2 0,0-2 0 16,0 2 0-16,0-3-2 0,3 1 4 0,-3 0 0 15,0 0-1-15,2 0 0 0,-2 1 1 0,0-2 1 16,0 3-3-16,0-2 0 0,0 0 0 0,0 1-3 15,0-1 1-15,1 1-2 0,-1 1 4 16,0 0-4-16,0-1 3 0,0 1 1 0,0-3 0 16,0 3 2-16,0-2-3 0,0 1 1 0,0 1 0 15,0 0 0-15,0-2-1 0,0 1-1 0,0 1 1 16,-1-1 1-16,1 1 0 0,0 2 3 0,0-4-2 16,0 2 2-16,0 1 0 0,0 0 0 0,0-2-2 15,0 0 0-15,0 1 1 0,0 0-4 16,0-1-1-16,0 1 3 0,0-1 2 0,0-1-4 0,0 2-1 31,0-1 2-31,0 1-1 0,0-2 1 16,0 1-2-16,0-1 2 0,0 2 0 0,0-2-1 15,0-1 2-15,0 3 0 0,0-2 1 0,-2 2 0 16,-1-1 0-16,3-1 2 0,0 2 0 0,0-1 0 16,0-1 1-16,-1 2-2 0,1-1-1 0,-2 0-2 15,2-2 0-15,0 3 0 0,0-3 1 0,-1 2 0 16,1-3 2-16,0 1-2 0,0 1 1 15,0-1 1-15,0-1-3 0,0 0 0 0,0 1 3 0,0-1-1 16,0 2 0-16,0-2-3 0,0 4 0 16,-2-5 3-16,2 3-2 0,0-1 1 0,0 1-1 15,0 0 2-15,0-2 1 0,0 2-2 0,-2-2 2 16,2 4-2-16,0-3 2 0,0-1-3 0,0 3 3 16,0-2-2-16,0 1 1 0,0 0-1 0,0 0 1 15,0-1 0-15,0 1-3 0,0 0 2 0,0-1 0 16,-1-1 2-16,1-1-3 0,-2 1 0 0,2 1 3 31,0-3 2-31,-2 1-5 0,2 0 0 0,0 2 0 16,0-3 2-16,-1 1-3 0,-1-1 0 0,2 2 3 15,0-2-3-15,0 0 4 0,0-1-3 16,0 3 2-16,0-1 2 0,0-1-3 0,-1 1 2 16,1 2 0-16,0-2 1 0,0 2-3 0,0 0 0 15,0 0-1-15,0 0 1 0,0-1-2 0,0 1 0 16,0-1 3-16,0 2-2 0,0-1 1 0,0-1 1 15,0-1 0-15,0 1-3 0,0 0 2 16,0 0 1-16,0 0-1 0,0 3-1 0,0-3 1 16,0 0 2-16,-2 3-2 0,0-1-2 0,2-2 2 15,0 3-4-15,0-3 4 0,0 1-2 0,0 0-2 16,0 1 4-16,0-2 0 0,0 3 0 0,0-3 1 16,0 1 0-16,0-1-1 0,0 1-2 0,0-1-1 15,0 1 2-15,0-1-2 0,0 2 0 0,0-1 2 16,-1-1 1-16,1 1 2 0,0 3-2 0,-2-4 5 31,2 2-1-31,0 0 1 0,-1 0-2 0,1-2-4 16,0 2 4-16,-2-2-4 0,2 0-2 0,-3 1 1 15,3 1-1-15,0-2 3 0,-1 0-1 16,1 1 1-16,-2-2 0 0,2 1 2 0,0-1 2 16,-1 0 0-16,1 0 0 0,0-1 0 0,-2 3-2 15,0 1-2-15,2-3 0 0,-1-1 0 0,-1 3-3 16,0-2 2-16,2 0 1 0,-1 1 1 0,-1-1-3 15,2 0 1-15,0 0 0 0,-1 0-2 0,1 1 2 16,0 0-2-16,-2 0 5 0,2 2-2 16,-2-1 1-16,2-1 1 0,-1 2 1 0,1-1 0 15,-2 1-1-15,2-2 1 0,0 3-1 0,-1-3-3 0,1 2 2 16,-2-2-4-16,2 1 0 0,-3-1-1 16,3 0 2-16,-1 1 1 0,-1 0-1 0,2 0 3 15,0 0-1-15,0 0 0 0,-2-1 2 0,1 1 1 16,-1-2-2-16,2 1 1 0,-1-1 0 0,1 0 1 31,0 2-4-31,-4-1 0 0,4-1 0 0,-1 2-2 16,-1-1 1-16,1 2 1 0,1 0 1 0,-2-1 0 15,0-1 4-15,1 0-2 0,-1 0 0 16,2 1-2-16,-1-3 0 0,-1 1-2 0,0-1-2 16,2-1 2-16,-2 2 1 0,0-3 2 0,0 2 0 15,1-1 3-15,-1-1-3 0,2 2 1 0,-1-3 0 16,1 2 13-16,-2 0 6 0,0-1 3 0,2 0 1 15,-1 2 3-15,-1-3 2 0,2 3-14 0,-1 1-5 16,-1-1-6-16,0 1-2 0,2-2-1 16,-3 4-2-16,1-2 1 0,1 1-1 0,-1 0 2 15,1-1 1-15,-4 0-2 0,4 1 0 16,-1-1 0-16,1-1 1 0,-1 2-2 0,-1 0 1 0,1-1 0 16,-1 0-1-16,0-1 3 0,1 1-1 0,-1-2-1 15,1 0 1-15,-2 2 1 0,2-1 2 0,-1 1-2 16,2-4 3-16,-3 4 0 0,1-1 1 0,2-3 2 15,-3 3-2 1,1-2 1-16,1 1-1 0,-1-1 1 16,-3 2-4-16,3-2 0 0,2 0 0 0,-3 1-1 15,-1 1 0-15,2-1-2 0,0 0-1 16,-2 1 3-16,-1 1-1 0,3 0-2 0,-2-2 1 16,0 2 0-16,1 1 2 0,-1-1-3 0,-3 0 2 15,3 1 0-15,1-1 0 0,-3 0 1 0,2 0-1 16,1-2 1-16,-2 3-1 0,1-4 6 0,2 1 7 15,-2-1 1-15,2-1 3 0,-1 3-2 0,1-4 1 16,1 0-4-16,-1 0-5 0,2-1-3 16,-4 3-2-16,2-3 2 0,2 0-1 0,-3 0-2 0,1 2 0 15,0-2 2-15,-2 2-2 0,0 0-1 0,1-1 2 16,-1 0 1-16,0 1-1 0,1 0-2 16,-1-1 3-16,0 2-1 0,-1-2-2 0,1 2 0 15,0 0 1-15,0-1 1 0,1 1-1 0,-1 0 1 16,2-2 1-16,-3 1 1 0,3-1 0 0,-2 1-1 15,1-1-1 1,1 2 2-16,2-3-1 0,-3 2 1 16,1-1-1-16,-3 0-1 0,3 3 0 0,1-3 0 15,-1 1 0-15,0-1-1 0,0 1 1 0,0-1 1 16,-1 2 1-16,0 0 0 0,0-3-2 16,0 2 0-16,-1-2 2 0,0 2 2 0,1 2 2 15,0-3 1-15,0 0 2 0,-2 2 0 0,1-3-1 16,0 2-3-16,0 0-2 0,-1 0-2 0,-1-1 0 15,1 0-2-15,2 1 1 0,-1 1 0 0,0-2-1 16,0 1 0-16,0-1 0 0,-1 1 0 16,2-1 0-16,-3 2 0 0,2-1 1 0,0 1 0 0,-1-2-1 15,-1 2 1-15,0 0-1 0,1 0 0 16,-2 2 3-16,-1-3 3 0,2 5 1 0,-1-3 1 16,2 2 1-16,-5-4-1 0,3 5-2 0,-2-1-4 15,-1 0 0-15,0 2-1 0,0-2-1 0,-1 1 0 0,0 1 0 16,-2-1 0-16,1 1 0 0,1-1 2 15,-2-2 1 1,-1 3 1-16,1-1 2 0,0-1 2 16,-2 0 3-16,2-2-2 0,-2 1 0 0,0-2-1 15,1 1 0-15,-2-1-4 0,0 0-1 16,1 0-2-16,-3 0-1 0,-1-2-1 0,1 4 1 0,-2-2-3 16,1 0 0-16,-1 0-1 0,1 0-1 15,-1 1 0-15,2 1-2 0,0-1-4 0,2 0-12 16,-2 0-21-16,2-2-41 0,2 1-79 0,0-2-148 15,0-2-268-15,6-2-306 0,-4 0-375 0,5-4-373 0,0-2-29 16,2 0 675-16</inkml:trace>
  <inkml:trace contextRef="#ctx0" brushRef="#br1" timeOffset="-185853.86">21683 3227 11 0,'-2'0'196'0,"2"2"111"0,0-2 60 15,-1 0-28-15,1-2-57 0,0 2-53 16,-2-1-48-16,2 0-24 0,-2 1-14 0,2-2-12 16,0 0-7-16,0 1-9 0,-1 1-1 0,1-1 3 15,0-1-2-15,0 2 2 0,0 0 0 0,0 0 4 16,0 0-6-16,0 0 4 0,0 0 3 0,0 0 7 15,0-1-1-15,0 1-2 0,0 0-2 0,0-2-6 16,0 2-2-16,0 0-9 0,0 0 3 16,0 0 1-16,0 0-1 0,0 0-3 0,0-1-8 0,0 1-4 15,0 0-13-15,0 0-14 0,0 0-9 16,1 0-8-16,-1 0-6 0,0 0-10 0,0 0-6 16,0 0-4-16,0 0-4 0,0 0-6 0,0 0-2 15,2 0 2-15,-2-2 1 0,0 2-2 0,0 0-2 16,0 0 0-16,0 0 0 0,0 0-6 0,2 0-2 15,-2-1 4 1,0 1 6-16,1-1 1 0,1-1 0 0,-1-1 6 0,-1 1 0 0,4 1-7 31,-3-1-5-31,1 2-2 0,-1-1 0 0,3 1-1 16,-2-2-6-16,0 2 0 0,0 0-2 0,-1 0 1 16,2 2-1-16,-1-2 8 0,0 1 9 0,-1 1 4 15,2 1 4-15,-1-2 2 0,0 3 22 0,-1 0 7 16,1 0 6-16,-1 0 1 0,3 2-1 0,-4-1-4 15,2 1-16-15,0 0-15 0,0 1-12 0,-2-1 2 16,1 0-6-16,-1 0 0 0,3 1 6 16,-3-1-2-16,0 0 2 0,0 1-3 0,4 0-2 15,-4 1 4-15,1-2 14 0,1 1 18 0,-1 2 10 16,-1-3 6-16,2 1 2 0,-2 0-3 0,2 0-16 16,-2-2-20-1,0 1-10-15,1 0-5 0,-1 0-5 0,2 0-2 0,-1 0 2 0,1 1-5 0,-2-1 1 16,2-2 2-16,-1 2-1 0,2-2 3 15,-1 4-6-15,-1-2 6 0,-1-2-2 0,2 2-4 16,-1 0 1 0,1 0 0-16,0 0 3 0,-2 2-3 15,0-2 1-15,1-1 0 0,-1 3 2 0,0-2-2 16,2 3-2-16,-2-1 4 0,0-1-2 0,0 0 0 16,0 1 1-16,0-1-2 0,0 2 0 0,0-1-2 15,0 0 2-15,0-2 0 0,1 1-4 0,-1 1 2 16,0-3 0-16,2 2 0 0,-2 0-1 0,2-1 1 15,-2-2 2-15,0 2 2 0,1 0 1 0,-1 1 1 16,0-1-4-16,2-2 4 0,0 4-2 16,-2-2-4-16,0 1 2 0,0 1-2 0,0-2 1 15,0 0-2-15,0-1 5 0,0 4-2 0,0-3 0 16,0 1-2-16,0 0 4 0,0-1-1 0,0 2-4 16,1-2 1-16,-1 1 2 0,0 1 0 0,2-2-2 15,-1-1 1-15,-1 4 0 0,0-3 1 0,3 0 0 16,-3 1-1-1,2-1 1-15,-2 0 0 0,0 0 0 0,1-1 1 0,-1 2 0 16,0-3-2-16,2 2 4 16,-2-3-2-16,1 1 1 0,-1 0-1 0,0 1 1 15,2-2 1-15,-2 2-5 0,0 0 2 16,0-2 1-16,0 0 0 0,0 1 1 0,0 1 1 16,-2 0 1-16,2 0-2 0,0 1 3 0,-1 0 0 15,1 0-4-15,-2 0 1 0,2 0 1 0,0 1 1 16,-1-1-4-16,1 1-1 0,0-1 2 0,-2 2 0 15,2-1-4-15,-3 0-1 0,3-1 3 0,-1 2 0 16,-1-1 0-16,2 1 0 0,0-2 2 16,0 1-1-16,0 1 0 0,0-2 0 0,0 1 2 0,0 1-1 15,0-1 4-15,0-1-3 0,0 0 0 16,0 0-1-16,0 0-2 0,0 1 1 0,0-1-2 0,0 0 2 31,0-1 1-31,0 1 2 0,0 2 1 0,0-2 0 0,0 1 1 0,0 1 0 0,0-1 1 16,0 0-4-16,-1 2-3 0,1-1-2 0,0-2-1 15,0 0 1-15,0 2 1 0,0-2 0 0,0-2 3 32,0 2-1-32,0-1 0 0,0 1 2 0,0-2 0 15,0 2 0-15,0-1-2 0,0 2 4 0,0 1-1 16,0-2-4-16,0 1 1 0,0 1 1 16,0-2 1-16,0 1-3 0,0-1-3 0,0 0 3 15,0 0-2-15,0 0 0 0,0 1 1 0,0-1 1 16,0-2 0-16,0 2 1 0,0 1-1 0,0-2 1 15,1 1-2-15,-1-2 0 0,0 2 2 0,2 0-2 16,-1-1 2-16,-1 0 3 0,0 0-2 0,0 0-1 16,0 0 0-16,0-2 0 0,0 2 1 15,0-3-1-15,0 4 0 0,0 0 3 0,0 0 1 16,0 0-1-16,0 1-3 0,3-1 0 0,-3 0 1 16,2 0-1-16,-2 1-2 0,0-1-2 0,0 3 2 15,1-5 1-15,-1 2 0 0,0 0-3 0,0-1 2 16,0 1 2-16,2-2 0 0,-2 0-1 0,1 2 2 15,-1-1 3 1,0 1-2-16,0 0-1 0,0 0 0 16,0 1 1-16,0-1-3 0,2 0-2 0,-2 1 3 15,2 0 0-15,-2 0 0 0,0 0 1 16,0 1 0-16,0 0 1 0,0 0-2 0,0 1 2 16,0-1-1-16,0 1-2 0,0 1 2 0,0-3 0 15,0 1 3-15,0 3 1 0,0-2 0 0,0 0 8 16,0 1 4-16,0 0 2 0,0-1-2 0,0 0 1 15,0 1-2-15,0-1-4 0,0 0-5 0,0 0-3 16,0 1 1-16,0-3-3 0,0 2 1 0,0-2-3 16,1 1 2-16,-1-3-1 0,0 3 0 15,2-2 0-15,-2 2-1 0,1-2 0 0,-1 0 0 0,2 1 0 16,-2-2-2-16,2-1 2 0,-1 2 0 16,-1-1 2-16,2 1 0 15,0 0-1-15,-2-2 1 0,0 2 1 0,1 0 0 0,-1-2-2 0,0 2 2 16,2 0-2-16,-2-1 1 0,0 1-2 0,0 0 0 15,0 1 0-15,0-1 0 0,0 0 0 0,0-1 3 16,0 3-2 0,0-2 2-16,0 0-2 0,0 0-1 15,0 0 0-15,0 1-1 0,0-1 0 16,0 0-1-16,0 1 1 0,0 0 1 0,0-1 0 0,0 1 1 16,0-1 0-16,0-1-1 0,0 1 1 15,0 0-1-15,0-2 0 0,0 3-2 0,0-2 1 16,0 0 1-16,0 1-1 0,0 1 0 0,0-2 0 15,1 1 0-15,-1 0 1 0,0 1-1 0,0-1 1 16,2 0 3-16,-2 1-2 0,0-1 0 0,0-1-1 16,0 3 0-16,0-2-1 0,0 1-1 0,0-1 1 15,0 0 0-15,0 0 0 0,0-1 1 0,0 1 0 16,0 0 1-16,0 0-1 0,0 0 1 16,0 0 2-16,0 1-1 0,0-1-2 0,0 1-1 15,0 0 2-15,0-1 2 0,0 1-2 0,0 1 1 16,0-1-1-16,0-1 1 0,0 2 0 0,0-2-2 31,0 1-1-31,0-1 2 0,0 1-1 0,0-1-1 0,0 0-2 16,0-1 2-16,0 1 2 0,0 0-1 15,0 0 1-15,0 0 3 0,0-2-1 0,0 2 0 16,0-1-1-16,0 1 0 0,0 0 1 0,0 1-1 16,0-1 0-16,0 1-1 0,0 0-1 0,3 1 4 15,-3-2 0-15,0 1 0 0,0 1 3 16,0-1-1-16,0-1 0 0,0 0-1 0,0 1-1 15,0-1 0-15,0 0-2 0,-3-1-1 0,3 1 1 16,0-1 1-16,0 1-1 0,-2 1 2 0,2 1-1 16,0-1 0-16,-1 1 1 0,-1 1-2 0,2-1 2 15,-1-1-3-15,-1 1 2 0,0 0 0 0,2 0-2 16,-3-1 0-16,3 0 1 0,0 1-2 16,-2 1 0-16,2-1 1 15,0 1 1-15,-1-2 0 0,1 2-1 0,-2-1-1 0,2 1 1 0,0-2-1 16,0 0 1-1,0 0 0-15,0 2-1 0,0-1 1 0,0-2-2 16,0-1 1-16,0 3 1 0,0-2-2 0,0-2 0 16,0 2 2-16,2-2-1 0,-2 2-2 15,1-1 0-15,-1 1 0 0,0 0 2 0,0 1-2 16,0 1 1-16,0 0 2 0,0-3 2 0,0 3-2 16,0-2-1-16,0 3 2 0,0-3-2 0,0 0 0 15,0 0 0-15,0-1 1 0,0-1-1 16,0 0 0-16,0-2 1 0,2 3 0 0,-2-2-1 15,0 0-1-15,0 0 1 0,0-2 0 0,0 2-2 16,0 0 0-16,0 2 1 0,0 1 2 0,0-2 0 16,0 3-1-16,0 1 2 0,0 1-3 0,0-3 2 15,-2 1-4-15,2 1 5 0,0 1 0 0,0-1-2 16,-1-1 0-16,1 0 0 0,0-1 0 0,0 4-1 16,0-3 0-16,0-1 1 0,0 1 0 0,0 0-1 15,0-1 2-15,0 0-2 0,0-2 1 16,0 1 2-16,0 1-2 0,0-3 0 0,0 1 0 15,1-1 0 1,-1 0-1-16,0 0-1 0,0 2 4 0,0-3-1 16,0 3-2-16,0 1 2 0,0 1-1 15,0-1 0-15,0 1-2 0,0-1 1 0,2 1 0 16,-2-1 1-16,0 1 0 0,2-1-1 0,-1 2 2 16,-1 1 0-16,0-4 1 0,0 3 0 0,0-2 0 15,0 0-1-15,2-1 0 0,-2 1 1 0,2 0-4 16,-2 0 2-16,0 0 0 0,0 0 0 0,1-2-2 0,-1 2 0 15,0 1 2-15,2-3-1 16,-2 3 0-16,1-1 2 0,-1-2 0 0,0 2 1 0,0-2 0 16,0 1-1-16,2-1 1 0,-2 1-2 15,0-1 0-15,0 1 1 0,0-3-2 0,3 3 4 16,-3 0-1-16,0-1 0 0,1 1 1 0,-1 1 0 16,0-1 0-16,0 3-3 15,0-3-1-15,0 1 1 0,0 0 0 0,0-2 2 0,0 1-1 0,0-1 1 16,0 1-1-16,0-1 1 0,0 0-1 0,0 0-1 15,0 0 1-15,0 1-1 0,0 1 4 0,0-1-2 32,0 2 0-32,0-1 0 0,0 0 1 15,0 0 1-15,0-2-2 0,0 1 0 0,0-1 0 16,0-1-1-16,0 0-2 0,0 0 1 0,0 1 1 16,0 0-1-16,0-3 1 0,0 2-1 0,0 0 1 15,0-1-1-15,2 1 2 0,-2-2-1 0,0 2 1 16,0-2 1-16,0 2-2 0,0 1-1 15,0-1-2-15,1 0 2 0,-1 1 0 0,0 2 0 16,0 0 1-16,-1 0 3 0,1 0 0 0,-2 0-1 16,2 1 2-16,0-1 0 15,0-1 1-15,-1 0-1 0,1-1 0 0,0 0 2 0,0 0-3 0,0-1 0 16,0-2 0-16,0 3-3 0,0-3 0 0,0 2-1 16,0-2-1-16,0 2 2 0,0 0 1 0,0 0-1 15,0-1 0-15,0 1-1 0,0 0 1 0,0 0-2 16,0 1-1-16,0 2 1 0,0 2 1 0,0-1 0 31,0 0 0-31,0-1 0 0,0 2 3 0,0-2 0 16,0 2 0-16,0-2-3 0,0 0 2 0,0-1 0 15,0 0-2-15,0 0-2 0,0-3 2 0,0 3 0 16,0-2-3-16,0 2 2 0,1 0 1 16,-1-2 1-16,0 2 1 0,0-1-1 0,0-2 2 15,0 2 0-15,0-2-2 0,0 1 0 0,2-1 1 16,-2 1-2-16,0-2-1 0,0 2 0 0,0-1 0 0,1 1-1 15,-1 0 0-15,0 1 1 16,0 2 1-16,0-1-1 0,0 1 0 0,0 1 1 0,0-3 0 16,2 2 2-16,0 1-2 0,-2-1-1 15,0 0 0-15,1 1 1 0,-1-1 0 0,4 2-1 16,-4-1 1-16,1 0 0 0,-1-1 0 0,3 1 0 16,-3 1-1-16,2-1 0 15,0-1 1-15,-1 0 1 0,-1-2-1 0,2 1 0 0,-1-1 2 0,1 1 0 16,1-1 0-16,-3-1 1 0,1 1-2 0,1 2-1 15,-1-1-1-15,-1 1 2 0,4 2-1 0,-4-1 0 32,1-1 3-32,1 2-1 0,0-1-1 15,-2-2 0-15,1 1-1 0,-1-1 0 0,2 0-2 0,-1 0 1 16,-1-1 1-16,0-1 0 0,2 3 1 0,0-4 0 0,-2 0 1 16,0 1-1-16,1-1-2 15,-1-1 0-15,2 2 0 0,-1-1-1 0,1 2 2 16,1-2 0-16,-2 0 0 0,-1 1 0 0,2 0 1 15,-1 1 1-15,1 3-1 0,0-3 1 0,-1 2 1 16,1 1-2-16,0-2 1 0,-1 1-1 0,2 1-1 16,-3-3 0-16,4 1-1 15,-4-1 2-15,1 2 0 0,1-4-1 0,-1 3 0 0,1-2 2 16,0 1-1-16,0-1-1 0,0 2 0 0,0-1 2 16,-1 1 0-16,2-1 0 0,1 2 1 0,-3 0-1 15,2 0 1-15,1-1-2 0,-3 2 0 0,1-3-1 16,-1 2 0-16,1-2 0 0,0 0 2 0,-1-1-1 15,-1 2 1-15,3-2-1 16,-1 0-1-16,-1 0 0 0,2 1-1 16,-3-1 1-16,2-2 0 15,0 3 0-15,-1-3 1 0,-1 2-1 0,3-1 0 0,1 1 2 16,-3 1-2-16,3-1 3 0,-3 2 2 16,2 0-2-16,2-2 0 0,-4 0-2 0,1 3-1 15,1-4-1-15,-1 0-1 0,-1 1 2 0,1 0 0 16,-1-2 1-16,3 1 0 0,-4-1 0 0,1 1-1 0,1-1 0 0,0 1 0 15,-2 0 1-15,1-1-2 16,2-1 1-16,-3 1 1 0,5 1 2 16,-4-1-3-16,1 1 1 0,-1-1 1 0,1 1 0 15,1-1 0-15,-1 2 0 0,0-1 0 0,-1-1 2 16,2 0 0-16,-3 3-1 0,4-3 2 0,-3 1-1 16,2-2 1-16,2 1-1 15,-4 1 2-15,1-1 6 0,1 0 5 0,-1 1 3 0,1 0 1 0,0-1-1 16,0 1-2-16,-1-2-6 0,1 0-6 0,0 2-1 15,2 1-2-15,-4-2 0 0,2-1 1 0,2 1-2 16,-1 0-1-16,0 2 0 0,1-3 0 16,-2 2-1-16,3-2 1 0,-1 2 0 0,2 0 0 31,-3 0 1-31,1 0 0 0,2-2 0 0,0 1 0 16,-2 1-1-16,1-1-1 0,1 1 1 0,-1-2-1 0,0 1 1 15,2 1 0-15,-1-1-1 0,-1-1 1 16,3 3 1-16,-1-1 1 0,0 0 3 0,0-1 3 15,1 2 2-15,0 0 2 0,-1-2 0 16,1 2-2-16,-1-2-2 0,-2 3-5 0,2-3-1 16,1 2-2-16,-1 0 0 0,0-1 0 15,0 1-1-15,2-2 0 0,-2 2-1 16,0 0 1-16,1-1 0 0,0 0 0 0,-1 2 1 0,1-2 0 0,1 1 1 0,-2-1 3 16,4 0-1-16,-2 1 1 0,0 0 1 15,0 0 0-15,2 0 0 0,-1-2-1 0,0 2-1 16,2-1 0-16,0-1-1 0,-1 1 0 0,1 0-1 15,0-1-1-15,1-1 1 16,-1 1-2-16,0-1 1 16,0-1 0-16,3 1 0 0,-3-1-1 0,1 1 2 15,0-2-1-15,2 0 0 0,-3-1-1 0,1 0 0 16,2 2 0-16,-4-2-1 0,2 0-2 16,3 1 1-16,-2 1-1 0,1 0 0 0,1 1-6 15,-1 1-15-15,2 0-24 0,-1 4-69 0,-1-1-77 16,-1 6-160-16,1-1-282 0,3 4-316 0,-1 2-372 15,1 6-234-15,-2 0 39 0,5 3 685 0</inkml:trace>
  <inkml:trace contextRef="#ctx0" brushRef="#br2" timeOffset="-177382.44">10376 14370 23 0,'3'-5'448'0,"-1"2"396"0,0 0 273 16,-1 3 17-16,-1-1-343 0,0 2-270 0,0 1-152 0,0 1-67 0,0 1-24 0,0 4-23 16,2 0-28-16,0 4-24 0,-1 1-30 0,2 2-39 31,2 1-41-31,-2 2-31 0,2 3-15 0,-1 2-8 15,3 2-6-15,-1 2-4 0,0 2-5 0,2 2-3 16,-3-1-2-16,2 2-5 0,-3-4-2 0,4 2-6 16,-2 0-1-16,-1-5-3 0,-2 0-1 0,2-3-1 15,-2-2-2-15,-1-2 1 0,2-2-1 16,-4-4-1-16,2-1-9 0,-4-2-39 0,2-2-62 16,-4-2-60-16,-1-2-116 0,-1-5-165 0,-1-2-269 15,-5-4-279-15,4-4-222 0,-2-2-140 0,-2-3 269 16,1-5 506-16</inkml:trace>
  <inkml:trace contextRef="#ctx0" brushRef="#br2" timeOffset="-176865.38">10340 14440 11 0,'5'-9'404'0,"-1"3"326"15,0 0 208-15,-1 1 44 0,0 0-274 0,0-2-203 16,3 2-145-16,1-1-73 0,-1-2-38 0,2 2-38 15,3-1-48-15,0 1-36 0,2 0-26 16,3 0-19-16,2 1-11 0,-2-1-4 0,5 4 4 0,0-2 33 16,1 3 17-16,1-2 3 0,1 3 0 0,0-2-4 15,1 2-17-15,0 2-47 0,1-2-23 16,0 2-13-16,0-1-3 0,-2 2-3 0,-1 0-3 16,1 1 0-16,-2 1-3 0,-3-1 13 15,0 1 6-15,-3-1 2 0,0 2 8 0,-4 0 15 0,-2 0 8 16,-2 3-5-16,-2-2-2 0,-1-1-1 0,-2 6-6 15,-1-2-11-15,-1 2-6 0,-1-1-8 0,0 1-4 16,0 3-6-16,0 0-1 0,0 1-3 0,0 1-2 16,0 0-1-16,0 3-2 0,0-2 2 15,3 1-2-15,-3-1 1 0,2 2-1 16,-1-4 0-16,-1 0 1 16,2 1-2-16,-1-2 1 0,1-1-2 0,-2-2 0 15,0 0 2-15,0-2-1 0,0 1 1 16,-2-2 0-16,-1-1 1 0,-3 2-1 0,0-1 1 15,-2 0-1-15,-2 1-1 0,-2 0 0 0,-1 2 1 16,-1 0-1-16,0 1-1 0,-2-1 0 0,2 1 0 16,-2-1 0-16,1 1-2 0,1 1 0 0,-2 0 1 15,4-2-1-15,-2 1 0 0,2-3 0 0,0 1 0 16,2-3 0-16,-1 3 0 0,2-4-1 0,-1-3 1 16,2 2-2-16,0-3-9 0,-2-1-18 15,0-1-50-15,0-1-68 0,-2-1-97 0,1-1-168 16,-2-1-296-16,0-3-319 0,4 2-285 0,-3-1-177 15,3 3 215-15,0-3 623 16</inkml:trace>
  <inkml:trace contextRef="#ctx0" brushRef="#br2" timeOffset="-175881.89">11412 13566 243 0,'-6'-5'564'15,"-1"-1"319"-15,-1 0 215 0,2 2-205 0,-2-1-225 16,0 2-91-16,2 0-58 16,-1 0-82-16,-2 2-91 0,3-1-68 15,-1 1-46-15,1 1-62 0,-2 0-60 0,2 0-37 0,1 1-21 16,0 1-16-16,2 1-13 0,0 0-8 15,1 0-6-15,1 1-6 0,1 0-4 0,1 2-3 0,1 2-2 16,4 1 1-16,1 2-2 0,2-1 4 16,2 2-2-16,2 1 4 0,3-1-1 0,0 1 1 15,2 2 1-15,1-3-1 0,-1 0 1 0,2 1 0 16,-2-1 1-16,2-1 0 0,-1 2 1 0,-3-1-1 16,1-1 3-1,-4-1 0-15,1 2 0 0,-3-2 0 16,-1 1 2-16,-2 0 9 0,-4 1 7 0,0-2 3 15,-3 2 1-15,-1 1 1 0,-3 0-1 0,1 2-9 16,-2 0-8-16,-4 0-4 0,2-2-3 0,-2 2 0 16,0-2-3-16,-1-1-1 0,0-2 0 15,-2 0-1-15,2-4-6 0,-1-1-15 0,-2-3-29 0,-1-3-50 16,0-4-56-16,-1 0-56 0,-2-6-91 0,2-2-121 16,-2-2-125-16,-1-4-134 0,1 0-235 15,1-1-209-15,0-3-28 0,1 2 249 0,1-3 366 0</inkml:trace>
  <inkml:trace contextRef="#ctx0" brushRef="#br2" timeOffset="-175632.75">11284 13564 60 0,'6'-12'310'15,"-1"3"182"-15,-2 0 181 0,2 2-6 0,0-1-103 0,-1 3-45 0,1-3-17 16,3 2-26-16,-2 0-52 0,2-2-74 0,3 2-72 16,0 2-75-16,1-2-65 0,1 0 30 31,2 0 8-31,0 0-2 0,0 0-11 0,4-1-10 15,-3 1-9-15,1-2-60 0,1-1-35 0,0-2-22 16,1 2-11-16,-3-3-4 0,3 1-6 0,0-2-4 16,0 1 3-16,-2 0-3 0,-1 0 1 0,2 0-6 15,-6 3 6-15,1 0-1 0,0 2-4 16,-2 1-3-16,-2 2-36 0,-3-1-45 0,-1 3-44 16,0 2-75-16,-2 0-124 0,-1 3-164 0,-2 1-205 15,0 0-241-15,-2 2-232 0,2 0-45 0,0-1 298 16,0 0 420-16</inkml:trace>
  <inkml:trace contextRef="#ctx0" brushRef="#br2" timeOffset="-175281.08">11829 13414 149 0,'14'20'443'0,"2"4"239"16,0 2 193-16,2 4-72 16,0 2-164-16,0 1-113 0,-1 0-81 0,1 0-68 15,1 0-78-15,-1-3-86 0,0-3-77 16,-1-4-55-16,1-4-37 0,-1-2-22 0,2-7-11 15,-3-2-6-15,1-6-6 0,-2-4-4 0,-1-6-3 16,-2-2-2-16,-2-7 5 0,-1-4 8 0,-4-4 17 16,0-1 32-16,-3-4 48 0,-2 0 51 15,-2 1 29-15,-3 0 7 0,-4 0-3 0,1 2-20 16,-5 0-33-16,-2 1-34 0,-2 3-24 0,-1 1-10 16,-3 0-9-16,0 2-6 0,1 6-4 0,-2 1-4 15,1 1-7-15,1 7-9 0,-1 2-5 0,4 3-5 16,-2 3-7-16,3 4-5 0,-1 4-2 0,2 2-1 15,1 4-1-15,5 2-2 0,0 0-2 16,4 3-1-16,3 0-8 0,0 3-20 0,4 1-54 0,2 1-63 16,1 1-74-16,2-3-130 0,1 1-190 15,2 0-302-15,2-2-249 0,0 0-206 0,4-5-28 0,0 3 389 16,1-5 514-16</inkml:trace>
  <inkml:trace contextRef="#ctx0" brushRef="#br2" timeOffset="-174398.56">12471 13636 139 0,'0'3'402'0,"0"-3"206"16,0 0 137-16,0 2-147 0,0-2-164 0,0 0-98 0,2 0-47 16,-1 0-35-16,-1 0-23 0,0 0-31 0,2 0-16 15,-2-2-3-15,3 2-3 0,-3-5 0 0,2 1 0 32,-1-2-1-32,1-2-19 0,-2-2-34 0,3-2-18 15,-3-1-2-15,3-4-7 0,-1-2 15 0,-1-1 8 16,-1 1 12-16,2-3-2 0,-1 4-8 0,-1 0-6 15,0 1-16-15,2 2-14 0,-2 2-12 16,0 5-7-16,0 0-12 0,0 2-8 0,0 2-6 16,0 0-9-16,0 2-6 0,0 2-10 0,3 2-4 15,-3 5-6-15,5 2-1 0,-2 3-5 0,4 3-1 16,0 4 0-16,1 2 0 0,0 0-2 0,2 2 1 16,2-1 2-16,-2-1 1 0,2 0-4 0,-2-4 0 15,1-1 2-15,1-2 0 0,-2-3-1 16,-2-3 1-16,1 1 1 0,1-7 0 0,-4 1 1 15,2-6 0-15,0-2 1 0,-3-5-1 0,-2-4 0 16,0-4 3-16,0-3-1 0,1-1 2 0,-3-4-2 16,1 3 0-16,0-5 0 0,-2 4 0 0,0 1 1 15,-2 1 0-15,0 4 0 0,1 2 0 0,-1 3 0 16,0 2 0 0,-1 3 0-16,3 2 4 0,-1 0 2 15,1 1 2-15,0 4-2 0,0 1-1 0,1 3 0 16,2 3-5-16,2 3-2 0,-1 0-2 0,3 5 0 15,-1 1-2-15,2 1 0 0,2 5 1 0,1-2-1 16,-1 3 1-16,1-1-3 0,1 1 1 16,-2-1 0-16,1 0 1 0,1-2-3 0,-2-1-2 15,2-2-15-15,-4-4-52 0,2-2-60 0,-2-4-60 16,1-3-92-16,-4-3-146 0,1-4-189 0,-2-2-253 16,-1-5-210-16,0-1-181 0,0-2 84 0,0-2 413 15</inkml:trace>
  <inkml:trace contextRef="#ctx0" brushRef="#br2" timeOffset="-173683.04">12999 13521 29 0,'2'6'437'0,"1"0"351"16,-3-2 229-16,0-1 13 0,0 0-309 16,2 0-238-16,-1-2-160 0,-1-1-87 0,0-1-50 0,2-2-43 15,-2-3-41-15,0-1-28 0,4-5-17 0,-2-2-14 16,0-4-8-16,1 0 2 0,-2-4 4 0,3 1 15 15,0-2 14-15,-2 1 16 0,3 1 26 0,-2 1 9 16,0 3 5-16,2 3-2 0,-4 2 2 0,-1 3-6 16,3 1-20-16,-3 4-15 0,2-1-13 0,-2 4-18 15,3 1-19-15,0 1-12 0,-1 6-8 0,3 1-3 16,-2 3-1-16,3 4-2 0,0 1 0 16,1 2 1-1,-1 2-1-15,2 1-1 0,0-2-2 16,0 3-2-16,0-5 0 0,0 1-3 0,1-3 2 15,-1 2-3-15,-1-5 0 0,-1-2 0 0,1-3 1 16,0 1-1-16,-1-5-1 0,1 0 1 0,0-3 2 16,-2-3 1-16,0-1 1 0,1-4-1 0,-1 0 1 15,0-4 1-15,3-1-1 0,-4-4 0 16,1 3-2-16,-2-1 0 0,2-1 0 0,0 3-2 16,1-2 0-16,0 3-1 0,-1 2 0 0,-2-1 0 15,2 4-2-15,0 0 2 0,1 5 1 0,0 0-3 16,1 2 4-16,-1 4 2 0,2-2 1 0,1 6-2 15,1-1 0-15,0 2 1 0,0 0-1 0,0 1-1 16,1 1 0-16,2-3-1 0,-2 3 1 0,1-4-1 16,0-2 1-16,0-3-1 0,-1-2 0 15,0-2 1-15,1-6 0 0,-2-3 1 0,2-4 1 0,-3-3-2 32,2-1 0-32,0-4-1 0,-1-1 0 0,1 1-2 15,-2 3 2-15,-1 1 0 0,3 1 0 16,-3 5 1-16,0 3 2 0,3 1-2 0,-3 3-1 15,2 3 0-15,-2 3 0 0,2 3 1 0,0 3-2 16,-2 3 1-16,4 3-3 0,-2 4-7 0,0 2-51 16,0 2-66-16,0 1-117 0,0 0-205 0,0 1-299 15,2-2-338-15,-1-1-287 0,1-3-134 16,1 1 382-16,1-2 649 0</inkml:trace>
  <inkml:trace contextRef="#ctx0" brushRef="#br2" timeOffset="-163582.34">19646 7188 75 0,'0'0'300'0,"0"1"159"0,0-1 140 0,0 0-99 0,0 0-117 0,0 0-52 31,0 0 0-31,0 0 22 0,0 2 25 0,0-2 6 16,0 0-17-16,0 0-40 0,0 0-51 0,0-2-54 0,0 2-47 15,0 0-36-15,0 0-17 0,0 0 7 16,0 0 21-16,0 2 21 0,0-2 5 0,0 1-6 15,0-1-20-15,0 0-28 0,0 0-34 0,0 2-34 16,0-2-19-16,2 0-16 0,-1 0-6 0,-1 0-7 16,0 0-5-16,0 1 0 0,2-1-2 0,-2 0-2 15,0 0 0-15,2 0-2 0,-1 2 5 16,3 0 0-16,-1-2 2 0,3 1 1 0,-3 0 0 16,2 1 1-1,-1-1-3-15,1 1 0 0,0-1-1 0,0 1-2 0,1-1-1 0,0 0 0 0,-1 1 2 31,2 1-2-31,-1-3 1 0,1 1 2 0,2 1 1 16,-3 0 1-16,0-2 2 0,3 1-2 0,-2 1 0 16,-1-1 3-16,2-1-3 0,2 2 1 0,-2-2-1 15,0 0 2-15,-2-2 1 0,3 2-1 0,-1-1-3 16,2-1 0-16,-4 1-1 0,3-1-1 0,-1 0 2 16,1 1-1-16,-3 0 0 0,1-3 0 0,1 2 0 15,-1-1 0-15,-1 0 2 0,3 0-1 16,-2 2 1-16,1-4 1 0,0 2 1 0,-1 0-1 0,2-1-3 15,-1 0 2-15,-2 2 0 0,3-4 2 16,-1 3-2-16,0 1 0 0,-1-2-1 0,0 2-1 16,1 0 2-16,0-1-1 0,0 0 3 0,1 2-1 15,-1-2 0 1,-3 1-3-16,3-1 3 0,0 1-1 16,-2 1-1-16,2-2 12 0,-1 0 11 0,0 2 3 15,0-2 4-15,-1 0 2 0,1 0-1 0,-3 0-11 16,5-2-8-16,-4 2-5 0,2 0-4 0,-1-1-3 15,1 0-1-15,0 0 2 0,0-1-2 16,-1-1 2-16,0 2 1 0,2-1 2 0,-2 1-1 16,1 0-2-16,-1-1 0 0,-1-1-2 0,4 2 0 15,-2-1-1-15,-3-1 1 0,3 2 1 0,-1-2 0 16,2 1 0-16,-2-1 0 0,-1-1 0 0,3 1 0 16,0-2-1-16,-4 1 0 0,3-1 2 0,-1 1-1 15,-1 0 0-15,3-1 0 0,-4 1-1 16,1-1 1-16,0 0-1 0,-2 1 0 0,2-1-1 15,0 1 1-15,1 1 1 0,-1 0 1 0,0 0-2 16,-1-2 2-16,1 2-1 0,0-1 0 0,1 1 0 16,-1-1-1-16,0 1 1 0,-1 2 1 0,3-3 0 15,-2-1 0-15,1 2 0 0,-2 0-2 0,1 0 1 16,2 0-2-16,-2 0 1 0,-2 1 1 0,3-1-1 31,-2 0 3-31,1 0-1 0,-2-1 1 0,2 0 0 16,0 1 1-16,-2-2-2 0,3 2 1 0,-1-1-1 15,0-1 0-15,-2 2-1 0,4-1 0 16,-4-3 4-16,3 2-3 0,-2 0 0 0,1-1 2 16,0 0 1-16,2-1-1 0,-3 1 0 0,2 0 0 15,-1-1 0-15,2-1 0 0,-4 2-2 0,2-2 0 16,-1 1-1-16,2-2 0 0,-2 2-1 0,0 0 1 16,0 0 0-16,0-1 0 0,0 2 0 15,0 0 0-15,-2 0 0 0,4-1 0 0,-3 1-1 16,2-1 0-16,-2-1 0 0,4 0 1 0,-4 1-1 15,2-1 0-15,1 1-1 0,-2 0 0 0,1-2 0 16,0 1-1-16,2 0-1 0,-3-1 3 0,2 2-1 16,-1-2 0-16,0 1-1 0,0 0 1 0,0 1 2 15,-1-1-2-15,1 1 1 0,-1 0 2 0,0 1 1 32,1-1-3-32,-2-2 2 0,2 4-1 0,-4-3-1 15,4 0-1-15,-1 1 0 0,1 1 1 0,-2-1-1 16,1 0 0-16,0-1 0 0,0 0-1 0,0 1 2 15,0 0 1-15,2 0 0 0,-2 0-1 16,1 1 1-16,-2-1 0 0,2-1-1 0,0 2 0 16,3-2 2-16,-4 1-1 0,1-1 0 0,2 0 0 15,-2-1 0-15,-1 1 0 0,4-2-1 0,-3 3 2 16,-1 0 0-16,1-1-2 0,2 1 0 0,-1 0 0 16,-2-1-2-16,1 3 0 0,0-3 1 0,2 4 1 15,-4-2-1-15,3 0 1 0,0 1 0 0,-1-2 1 16,0 1 0-16,0 0-1 0,-1-1 2 15,4 0 0-15,-2 2 0 0,1-3-2 0,-1 1 0 16,1 0 1-16,0-1-1 0,0 2 0 0,-1-2 1 16,0 1 0-16,4-3-1 0,-2 4 1 0,0-3 0 15,-2-1-1-15,5 2 0 0,-2-1 0 0,0 1 1 16,1-1 0-16,-2 2-2 0,2-3 1 0,1 1 1 31,-2 1-1-31,-1 1 0 0,2-2 3 0,-1 2-1 16,1-1-1-16,-1-2-1 0,2 4 0 0,-1-2-1 15,-1 1-3-15,1-1 3 0,-1 1-1 16,-1-1 1-16,0 2-1 0,1 0 1 0,-1-1 1 16,1 2 0-16,0-1-1 0,-1 0-1 0,0 0 0 15,0-1 0-15,1 1-1 0,-1 1 1 0,0-3 0 16,0 1 2-16,1 1 0 0,-1 0-1 0,-1-1 1 16,2 1-1-16,-3 0 0 0,2 1 1 0,-1 0 1 15,-1-1-1-15,2 2 0 0,-4 0 0 0,1 2 0 16,2-1 0-16,-3 2 1 0,-2-2-2 0,4 3 1 15,-3-2 0-15,0 3 1 0,1-3-1 16,0 2 0-16,0 0 0 0,-3 1 0 0,3-1 1 16,-1 1 0-16,1 0-1 0,-1 1-1 0,0-3 0 15,2 3 0-15,-2-3-1 0,2 3 0 0,0-2 2 16,-2 1 0-16,3 1 1 0,-1-2 0 0,0 2-1 16,-2-1 0-1,2 1-1-15,-2 1 1 0,2-2-1 16,-1 2 1-16,1-1 0 0,-2 1 0 0,1 0 1 15,0-2 0-15,1 2-1 0,0 0-1 0,-1 0-1 16,1 0 2-16,-2 0 1 0,1 2 1 16,0-2 1-16,1 0 0 0,0 1-1 0,-1 1 1 15,1-1-2-15,2 1 0 0,-3-1 0 0,1 2 0 16,0-2 0-16,4 1-1 0,-2 1 1 0,-3-2-1 16,4 3 0-16,-3-2 1 0,1 1 0 0,1-1 0 15,-3-1 0-15,3 4 0 0,-1-3 1 0,0 1 1 16,1 0 7-16,-3 0 3 0,3 0 2 0,-1 0 0 15,0 0 0-15,1 2 1 0,-2-3-6 16,1 3-2-16,0-1-2 0,0-1-1 0,1 2 0 0,-1-1-2 16,1 2 0-16,-1-2 0 0,0 1-1 15,0 0 0-15,-1 2 1 0,2-5-1 0,-1 5 1 0,0-1-1 16,-1 0 1-16,0 0 0 0,-1 0 0 16,1 0 1-16,0 0 1 0,1 0-1 0,-3 0 1 31,4 0 0-31,-4 0-1 0,2 0-1 0,0-1 1 15,-4 1 0-15,5 0 0 0,-3 0 1 0,2 1-1 16,-2-1 2-16,0 0 1 0,2 0 1 0,-1 2 2 16,-3-2 0-16,2 1 1 0,2-1-1 0,-2 2-1 15,-2-2-2-15,3 0 0 0,-3 0-2 16,3 1-1-16,-3 1-1 0,2-1 0 0,-1-1 1 16,0 2-1-16,-1-1 0 0,1 1 1 0,1-2-2 15,0 1 2-15,-2-1-2 0,2 0 1 0,-3 0 0 16,4 2-1-16,-3-2 0 0,1 1 1 0,0-1 0 15,-1 0-1-15,2 0 1 0,-1 2 1 0,0-2-1 16,-1 2 0-16,1-2 1 0,-1-1 0 16,4 1-2-16,-4 2 1 0,1-1 0 0,-1 0 0 15,1-1 0-15,1 2-2 0,-1 0 1 0,0 0-1 16,-1-2 0-16,2 1 0 0,-1 0-1 0,0-1 1 16,-1 2 0-1,2-1-1-15,-1-1 1 0,0 0 0 16,0 0 0-16,0-1 0 0,0 2 0 0,-1-1 0 15,1 0-1-15,-1 0 0 0,3 0 0 0,-4-1 0 16,1 1 0-16,1-2 0 0,-1 2 0 0,1 2 0 16,0-4 1-16,-1 2-1 0,-1-1 0 0,2 2 0 15,-1-1 0-15,1 0 0 0,0 0 0 16,-1 0 0-16,2 0 1 0,-1 2-1 0,-1-3 0 16,2 1 1-16,-1 2 0 0,0 1-2 0,-1-4 1 15,2 3 0-15,-1 0-1 0,1 0 1 0,-1-1 0 16,1 2 0-16,0-2 0 0,2 3 0 0,-4-3-1 15,4 1 0-15,-2 0 1 0,2 1 0 0,-2-2-1 16,1 0 1-16,0 1 0 0,1-2 1 0,-1 1 0 16,0 1-1-16,-1-2 0 0,0 1 2 0,0-1-2 15,2 1 0-15,-2 0 0 0,2-1 0 0,-2 0 0 16,0 0 0-16,0 0 0 0,1 1 0 16,-3-1 1-16,4-1 0 0,-2 1 1 0,0 1 0 15,2-2 0 1,-2 0 0-16,0 2-2 0,0-1 1 15,1 0 0-15,-3-2 0 0,2 2-1 0,1 0 0 16,-3 0 0-16,2 0 0 0,1 0 1 0,-2-1 1 16,2 2-1-16,-1-2 1 0,0 0 0 0,0 2-1 15,0-1-1-15,1 0 1 0,-1-2 0 0,0 2 0 16,0 0-1-16,2 0 1 0,-2 0 0 16,0 0-1-16,0 0 1 0,2 0 0 0,-2-1 1 0,2 0-1 15,-2 2 0-15,3-1 0 0,-3 1-1 16,2-1 2-16,0 2-2 0,0-1 1 0,-2 0 1 15,5 1 0-15,-4 1-1 0,1-3 0 0,0 1 0 16,0 1-1-16,1 1 0 0,0-1 0 0,1-1 0 16,-2 0 0-16,1 1 0 0,0 0 1 0,0-1 0 15,1 0 0-15,-2-1 0 0,1 2 0 0,-1-2-1 32,2 0 0-32,-2 2 0 0,2-2-1 0,-3-2 1 0,3 2 0 0,-1 0 0 0,0 0 1 15,1 0-1 1,-3-1 0-16,1 0 0 0,2 0 0 15,0 1 1-15,-2-1-1 0,1-1 0 0,-1 2 0 16,0-1 0-16,1 1-1 0,0-1 1 0,-1 0-1 16,2 1 0-16,-1 0 1 0,2 0 0 0,-2 1 0 15,1-1 1-15,-1 1 0 0,0-1-1 0,3 1 0 16,0-1 1-16,-1 2 0 0,-2-3 0 0,3 1-1 16,-1 2 0-16,0-2 1 0,1-1 0 15,-1 3 0-15,2-1 0 0,-2-1 0 0,1 0-1 16,1 0 0-16,0 0 1 0,-1 0-1 0,-1-2 0 15,1 2 0-15,-1 0 1 0,1-1-1 0,1-1 1 16,-2 1 0-16,3 0 0 0,-1-2-2 0,-2 2 1 16,2-1 0-16,-2 0 0 0,0 0 0 0,4 1 0 15,-3-1 1-15,0-1-1 0,1 2 0 16,2-1 0-16,-2 0 0 0,0 1 0 0,0 0 0 0,2 1 0 16,-1-2 0-16,0 1 0 0,0 0 1 0,1-2 0 31,0 2 1-31,-3 1 0 0,2-1-1 0,0 1 0 15,-1-2 0-15,1 2 0 0,0 0 0 16,-2 0-1-16,4-2 1 0,-4 2 0 0,1 2-1 16,2-3 0-16,-2 1 1 0,0-1 0 0,2 2-1 15,-2-2 1-15,-1 0-1 0,2 1 1 0,-1-1-1 16,-1 1 0-16,2-2 1 0,-1 2-1 0,-1-1 0 16,2 1 0-16,0-2 1 0,1 1-1 0,-2 1 1 15,0-1-1-15,0 1 0 0,0 0 0 16,2-2 0-16,-4 0 0 0,2 3 0 0,0-3 0 15,-2 0-1-15,3-1 1 0,-1 2-1 0,-2-3 0 0,1 3 0 16,-1-2 1-16,-2 0 0 0,2 3 0 16,-1-4 0-16,0 0 0 0,0 3 0 0,-1-1 0 15,0 0 1-15,2-1-1 0,-2 0 0 0,1 1 0 16,-1-1 1-16,1 2 0 0,0 0-1 0,1-3 0 31,0 3 1-31,0-1 0 0,1-1 0 0,-2 0-1 0,1 0 1 0,0 0 0 0,-1 0-1 0,2-1 0 31,-1-1 2-31,-2 2-2 0,1-3 1 0,0 3-1 16,-1-3 0-16,-1 0 1 0,4 2 0 16,-4-2-1-16,2 0 1 0,-3 0 1 0,1 0-1 15,2 0 0-15,0 0-1 0,0 0 0 0,-3 0 0 16,1 0 0-16,0 0 0 0,-2 0 0 0,3 0-1 16,-3 0 1-16,2 0 0 0,-2 0 0 0,1 0-1 15,-3 0-1-15,3 2 1 0,-4-2-2 16,1 4-4-16,-1-3-8 0,-1 3-16 0,-3-2-31 0,-1 3-79 15,-1 0-111-15,-2-1-196 0,-3 0-292 16,2-1-349-16,-1 1-398 0,-1-2-161 0,3 0 325 16,0-4 742-16</inkml:trace>
  <inkml:trace contextRef="#ctx0" brushRef="#br2" timeOffset="-161082.97">10953 14409 207 0,'-1'5'411'0,"-1"-1"180"15,-1-1 104-15,2 0-154 0,-1 0-112 16,2-3-57-16,0 1-30 0,0-1-21 0,2 0 0 16,-1-3-8-16,4-1-22 0,-2-2-38 0,2-3-28 15,1-1-30-15,-1-3-34 0,4-2-25 0,-1-1-6 16,0-2-6-16,-1-2-8 0,-1 1-13 16,1-2-13-16,0-1-22 0,-1 3-30 0,-1 0-13 15,0 2-6-15,-1 3-9 0,-2 0-3 0,-1 2-2 16,1 2-20-16,-2 4-41 0,-2 1-64 0,-1 0-129 15,-3 4-178-15,0 1-305 0,-2 1-278 0,0 4-243 16,-4-1-60-16,2 1 394 0,-3-1 495 0</inkml:trace>
  <inkml:trace contextRef="#ctx0" brushRef="#br2" timeOffset="-160867.96">10854 14164 334 0,'7'0'700'16,"-5"0"243"-16,3-3 43 0,-2 3-283 0,2 3-259 16,1-1-167-16,5 1-74 0,-3 1-34 15,3 2-20-15,2 2-9 0,-2-1-29 0,5 1-34 16,-2-1-34-16,2-1-18 0,-2 1-12 0,3-2-3 16,-4 0-6-16,3-1-1 0,-2-1 2 0,-1-1-33 15,-1 1-72-15,-2-3-106 0,-2 2-141 0,1-1-269 16,-4 0-265-16,0 3-170 0,-4-4 44 0,1 4 293 15,-4-1 343-15</inkml:trace>
  <inkml:trace contextRef="#ctx0" brushRef="#br2" timeOffset="-160482.53">10553 14252 147 0,'0'0'443'0,"0"-3"237"15,0 2 160-15,-1 0-122 0,1 0-200 0,0-1-119 16,0 2-68-16,0 0-49 15,1-3-49-15,-1 3-47 0,0 0-53 0,3 0-47 0,2 0-38 16,0 3-23-16,2-3-9 0,3 0-4 0,0 2-1 16,1-2 0-16,5-2 1 0,0 2 0 0,1-3-1 15,3 1 0-15,1-4-3 0,1 1 0 0,3-1-2 16,-4-2-2-16,5 0-2 0,-3-1 2 0,2 1 0 16,0-4 0-16,-2 1 1 15,-1 2-14-15,0-2-52 0,0-1-79 0,-4 2-100 0,-3 1-130 16,1 0-264-1,-2 1-240-15,-4 1-112 0,0-1 81 0,-1 2 266 16,-1 1 298-16</inkml:trace>
  <inkml:trace contextRef="#ctx0" brushRef="#br2" timeOffset="-160200.28">11066 14147 8 0,'1'4'271'0,"3"-3"176"0,-2 0 165 16,2 3 48-16,-3-3-118 0,1 5-99 15,-1-4-24-15,1 5-5 0,3 1-1 0,-2 2-38 0,3 4-54 16,0 1-62-16,1 6-57 0,-1 2-57 0,2 0-45 16,0 6-42-16,1 1-26 0,-1 0-12 0,-1 0-9 0,-1 1-2 31,2-2-3-31,-2 2 3 0,-1-4-2 0,-2 1-4 15,2-6-6-15,-3 0-9 0,-1-2-38 16,-1-2-91-16,0-3-125 0,-3-2-177 0,0-1-291 16,-2-3-262-16,0-1-166 0,0-3 117 0,1-3 379 15</inkml:trace>
  <inkml:trace contextRef="#ctx0" brushRef="#br2" timeOffset="-159951.33">11009 14796 357 0,'0'4'867'0,"0"0"308"16,0-3-17-16,-2 0-286 0,2-1-351 0,2 0-235 0,-2-1-127 0,4-4-61 16,1-1-33-16,0-3-15 0,1-3-9 15,2-2-12-15,3-4-9 16,2-1-10-16,3-4-6 0,-4 0-3 15,4-4-3-15,0 1-6 0,3-1 0 0,-3 2 1 16,-1 0-28-16,0 3-90 0,-3 1-144 16,0 5-247-16,-6 1-275 0,2 2-266 0,-1 5-150 15,-3 2 200-15,-1 1 448 0</inkml:trace>
  <inkml:trace contextRef="#ctx0" brushRef="#br3" timeOffset="-145277.84">13524 15283 226 0,'0'0'541'0,"0"0"264"0,0 2 144 16,0-1-197-16,2 0-188 0,-2-1-119 16,0 0-80-16,0 2-56 0,0-2-44 15,0 0-45-15,0 0-42 0,2 0-32 0,-2 0-12 16,1 2 6-16,-1 0 18 0,3 2 5 0,-3 1-6 16,2 2-12-16,2 2-18 0,-1 0-26 0,1 2-33 15,-1 2-19-15,-1 0-13 16,1 2-9-16,-2 0-8 0,3 2-5 0,-3-2-2 0,2 0-3 0,-1 2-3 15,-2-2 0-15,3-1-2 0,-3 0-2 0,0-4-1 32,0 1 1-32,-3-2 0 0,3-2-3 0,0-1-3 15,-2-2-22-15,-1-2-48 0,2 0-51 16,-3-4-54-16,1 1-85 0,0-4-123 0,-2-2-134 16,0-3-140-16,-1-1-248 0,3-1-217 0,0-1-44 15,0 1 228-15,1-2 380 0</inkml:trace>
  <inkml:trace contextRef="#ctx0" brushRef="#br3" timeOffset="-144677.84">13508 15262 234 0,'3'-3'559'0,"-1"0"260"0,-2 2 118 0,0 0-236 16,2-1-204-16,-1 2-148 0,1 0-94 0,-1-2-40 0,1 2-10 0,0-1-17 15,-1 1-15-15,3-1-18 0,0-1-18 0,2 0-27 16,-1-1-28-1,0 0-25-15,1 2-16 0,2-2-16 0,0 0-11 0,-2 1 6 0,4 0 18 16,-2-2 10 0,4 2 4-16,-2-3-2 0,1 3 3 15,3-1-8-15,-2 0-22 0,1 0-11 0,0 0-7 16,3 2-1-16,-2-2-2 0,0 3-3 0,1-2 1 16,0 2-1-16,-3 0 1 0,0 0 5 0,-1 2 40 15,0 1 50-15,-1-2 29 0,-1 2 22 0,-2 0 6 16,-3 0-1-16,1 2-33 0,-3 0-34 0,-1-2-22 15,1 4-17-15,-4 0-8 0,2 3-10 0,-3-2-5 16,2 1-8-16,-1 2-6 0,-1-2-2 16,1 2-3-16,-1-1 0 0,1 0-3 0,-1 3 2 15,2-4-1-15,-4 1-1 0,5 0 0 0,-1 0 0 16,-1 1 0-16,2-2 0 0,0 2 1 0,0-1 1 16,0-1-2-16,2 0 2 0,-2-1 0 0,1-2-1 15,-1 2 0 1,0-1 2-16,0 0-2 0,0-1 1 0,0-1-2 0,0 1 2 0,0 0-2 15,0-2 2 1,0 1-1-16,-1-1 0 0,-1 1 2 0,0-1-2 16,-1-1 2-16,0 2 0 0,1-3 1 15,-4 2 2-15,1-2 5 0,0 3 2 0,-4-3 0 16,3 1-1-16,-2 0 0 0,-3-2-3 0,1 2-4 16,-1-3-4-16,-1 2 0 0,2-1-1 0,-1-1 0 15,0 0 0-15,1 0-1 0,1 0 1 0,0 2 0 16,1-2-1-16,1 2 2 0,1-2-1 15,-2 1-1-15,3-1-2 0,2 3-1 0,-2-1-4 16,2-1-13-16,0 0-32 0,1 2-54 0,-1 0-53 16,3 0-65-16,-1 0-116 0,-1-1-151 0,0 1-201 15,2-2-236-15,-2 1-225 16,2-2-133-16,0 0 214 0,0 0 450 0</inkml:trace>
  <inkml:trace contextRef="#ctx0" brushRef="#br3" timeOffset="-143977">13973 14977 143 0,'3'3'508'15,"1"-1"285"-15,-1-1 139 0,-2-2-110 16,3-2-184-16,0-4-161 0,-2 0-113 16,2-3-52-16,-2-4-26 0,1-3-37 0,0-2-35 15,1-3-10-15,0-2 3 16,1-5-13-16,0 3-16 0,1-5-19 0,0 1-27 0,-1 2-36 0,0-1-32 16,0 2-13-16,-2 5-5 0,0 1-6 15,0 4-2-15,0 2 2 0,-1 5-2 0,-1 1-2 0,-1 3-2 16,2-1-5-16,-2 4-5 0,0 2-5 15,0 2-4 1,0 4-2-16,2 5-3 0,-1 0-4 16,-1 5-1-16,2 3-2 0,-1 2-1 0,3 3-1 15,-3 3 0-15,3 0 0 0,0 2 0 0,1 0 0 16,-1 1 1-16,1 0-3 0,-1 1-1 0,0-4-1 16,1 1-1-16,0-3-7 0,-1-3-22 0,1-3-50 15,-2-1-63-15,1-5-77 0,-3-1-134 16,1-5-184-16,-1-2-303 0,-1-4-258 0,0-3-208 15,0-4-38-15,2-4 402 0,-2 0 501 0</inkml:trace>
  <inkml:trace contextRef="#ctx0" brushRef="#br3" timeOffset="-143644.33">14245 14702 84 0,'11'7'426'15,"1"3"268"-15,-2 5 193 16,3 2-10-16,0 0-222 0,3 4-170 15,-2-1-95-15,2 1-62 0,-2 1-62 0,3-2-65 0,-4-2-65 0,3-3-52 32,-2-2-36-32,0-4-23 0,1-3-11 0,-2-5-7 15,-1-2-1-15,-1-8-2 0,-2-2 0 0,-1-3 0 16,-1-4-1-16,-3-3-1 0,-2-1-2 16,1-4 1-16,-6 1 0 0,1-3 9 0,-4 3 11 15,0 0 17-15,-3 0 17 0,-3 3 14 0,-1 1 7 16,-2 3 1-16,-1 0-2 0,-3 3 8 0,1 0 5 15,-2 4-8-15,-1 1-3 0,4 3-9 0,-2 1-10 16,4 6-27-16,0 0-15 0,2 6-10 16,4 1-11-16,3 3 3 0,2 1-3 0,3 4-31 15,2 2-41-15,4 0-37 0,3 3-77 16,0 0-135-16,1 0-176 0,5 2-241 0,2 1-244 0,3-1-209 16,0-2 29-16,3-1 370 0,4-3 409 0</inkml:trace>
  <inkml:trace contextRef="#ctx0" brushRef="#br3" timeOffset="-140112.16">15107 14839 130 0,'-5'-1'424'15,"2"-1"237"-15,0 0 167 0,1 2-98 0,-1-1-171 16,3 0-92-16,-1-1-48 16,-1 2-40-16,2 0-42 0,-2-1-49 0,2-1-61 0,0 2-52 0,0 0-42 0,0-1-19 31,-1 1-13-31,1-4 9 0,-2 2 8 0,2-3 1 16,0-2 5-16,0-2-6 0,0-1-10 0,0-5-23 15,0 0-17-15,0-1-11 0,0-2-17 16,0-1-9-16,2-1-2 0,-2 0-5 0,1 3-4 15,1 1-6-15,0 1-4 0,-2 4-7 0,0 1-3 16,1 3 0-16,1 1 2 0,-1 3 3 0,4 3 6 16,3 3 5-16,-2 3 2 0,4 3 2 0,-1 3-1 15,2 4 1-15,2 1-6 0,-2 3-5 0,3 0-3 16,-1 4-2-16,1-1 0 0,-3 0-2 0,3 0-1 16,-3-1 0-16,-1-3 1 0,2 1 0 0,-3-6-1 15,-3 0-5-15,0-3-1 0,0-4 1 0,-3-1 1 16,1-1 0-16,-3-5 2 0,1-4 4 15,-2-3-1-15,0-6 1 0,-2-2 0 0,1-5 0 16,-1-2-2 0,0-2 1-16,-1 0-1 0,2-2 0 15,-2 4 0-15,1 0-2 0,1 0 0 0,-1 3-1 16,1 4 2-16,1 2-1 0,-2 0 1 0,2 4 0 16,-2 3 2-16,2 0 0 0,0 3-3 0,0-1-2 15,2 2 3-15,0 2 0 0,1 2 0 0,0 1 0 16,4 3 3-16,-2 0 2 0,2 2 2 0,1 1 5 15,1 4 1-15,1 0 2 0,-1 2 0 0,2 2-1 16,0-2-1-16,-1 3-6 0,2 0-1 16,-1-4-2-16,-1 3-3 0,1-2-1 0,-2 1-1 15,0-5-2-15,0 1 0 0,-1-4 2 0,0-1 0 16,-2-1 0-16,2-3 0 0,-2-1 0 0,1-2-4 16,-3-4-10-16,1-1-40 0,-2-3-60 0,3 1-61 15,-3-2-106-15,-3 0-164 0,2-2-268 16,-2 3-277-16,-2-3-223 0,2 2-156 0,0-1 218 0,0 2 529 15</inkml:trace>
  <inkml:trace contextRef="#ctx0" brushRef="#br3" timeOffset="-139194.58">15649 14829 46 0,'0'-2'456'0,"-3"1"344"0,1-3 210 15,1 0 10-15,-2-2-285 0,-1-1-231 16,1-4-154 0,-1-2-76-16,-1-2-32 0,4-2-21 0,-3-2-10 0,1-1-1 15,1-1-6-15,1-3-11 0,-1 2-23 16,2 0-30-16,-1 0-36 0,-1 2-33 0,2 1-22 15,0 0-14-15,0 5-10 0,0 2-8 0,0 0-6 16,2 3-2-16,-2 4-3 0,1 0-3 0,-1 0-1 16,2 3 2-16,-1 2 2 0,1 0 2 0,1 2 5 15,2 3 3-15,-2 2-1 0,5 1-1 0,-3 4 0 16,-1-1-4-16,5 3-4 0,-5 2 0 0,5 0-2 16,-2 0 2-16,-1 2-2 0,2 1 1 0,0-3-2 15,-2 1-3-15,-1-5 1 0,2 4 0 0,-3-5-1 16,2-2-3-16,-1 1 2 0,-2-3 1 0,1-2-2 15,0 0 0-15,0-3 2 0,0-2 1 16,0 0 1 0,2-1-1-16,-3-2 2 0,0-3 0 15,2-1 2-15,-2-5-4 0,0-1 2 0,1 0-2 16,-3-4 2-16,2 2-2 0,2-2-1 0,-4-1 0 16,2 4 0-16,-1-1 0 0,1 1-1 0,0 4 1 15,-1 1 0-15,0 1 2 0,-1 3 0 16,3 3 0-16,-1 0 1 0,3 5 1 0,-2 0 5 15,1 4 2-15,0 2 3 0,0 3 2 0,1-1-1 16,3 4-1-16,0 0-2 0,-1 2-6 0,2 1-1 16,-2-2 0-16,2 4-3 0,0-5-1 0,0 3 0 15,-2-3 0-15,2-2 0 0,-1-3-2 0,-1 1 1 16,0-5-1-16,0-2 0 0,0 0 0 0,-2-5-1 16,-1-4 2-16,2-3 1 0,-3-3-1 0,2-2 0 15,-3-2 0-15,2-2 0 0,-2-3 0 0,-1-1 0 16,1 1 0-16,1 0 1 0,0 0 0 0,1 2 0 15,-1 1-1-15,-2 3 1 0,3 1-1 16,-2 1 0-16,2 5 0 0,0 1 0 0,1 1 0 31,0 2 0-31,1 3 0 0,-1 3 2 0,4 2 0 16,-1 1 0-16,0 1 2 0,1 0-2 0,2 5 1 16,-2 0-1-16,0-2-1 0,2 2 0 0,-2-2-2 15,2-1 0-15,-4 0-1 0,3-1 0 0,-3-2-1 16,1-1 3-16,0-1-2 0,-5 0 2 15,3 0 0-15,-4-3 0 0,3 0-3 0,-5 2-12 16,1-1-38-16,-2 1-73 0,0-2-91 0,-2 3-168 16,-1-2-296-16,-3 3-325 0,3-1-317 0,2-1-174 15,-3 0 187-15,1 0 645 0</inkml:trace>
  <inkml:trace contextRef="#ctx0" brushRef="#br3" timeOffset="-135927.85">18375 7081 135 0,'-2'-3'381'0,"1"3"174"0,1-1 113 16,0 1-179-16,0-2-206 0,0 2-130 15,1 0-78-15,-1 0-35 0,3 2 10 0,-1-2 16 16,1 1 42-16,1 2 48 0,-1 0 47 0,2-1 46 16,-2 0 14-16,3 3 8 0,0-1-32 0,1-2-4 15,-3 2-16-15,3-2-26 0,0 0-20 0,1 1-19 16,0 0-17-16,-1 0-37 0,2 1-30 16,1 0-9-16,-2-2-8 0,4 3-9 0,-1-1-3 15,2 1 0-15,1-1 1 0,1 1-17 0,0-1-9 16,0 2-7-16,0-4 67 0,0 3 43 0,0-2 20 15,1 0 7-15,1 1-4 0,1-1-7 0,-1-2-57 16,-1 1-36-16,1-2-22 0,2 0-10 0,-3 0-2 31,1 0-4-31,0 0-2 0,1 0-1 0,-2 0 2 16,2 0-2-16,-1-2-1 0,2 2-1 0,0-1-1 16,-1 0-1-16,2-1 2 0,0 0-3 15,1 0 0-15,1-1 6 0,0 2 0 0,-1 0 2 16,-1 1-3-16,2-1 2 0,-1-2-1 0,1 3-1 15,0-2 0-15,0 2 1 0,-1 0 0 0,0-2 1 16,-1 2 3-16,-1 0 0 0,2-3-3 0,-4 0 1 16,4 2-1-16,-1-2 0 0,-1-2-5 0,0 2 2 15,2-2 4-15,-4 1-2 0,4-2-1 0,-4 2 1 16,2-1 2-16,-2-1 0 0,1 0-2 16,-1 0-2-16,1-1 3 0,-1-1-1 0,-1 1 0 0,1-3-4 15,0 2-1-15,-1-2 4 0,2-1-3 16,-4 1 1-1,3-1-1-15,-1-3 2 0,0 3 1 0,-2 0-1 0,3-1 0 0,0 0-2 0,-2 2 2 16,0-1 0 0,0-2-1-16,1 3 0 0,0 0 1 0,-2-1 0 15,2-1 1-15,-2 1-2 0,2 1 1 16,-2-1 1-16,2 1-1 0,-2-2 3 0,2 0 0 16,0-1-1-16,0-2 1 0,0 1 0 0,-1-2-1 15,3-2 0-15,-1-1 0 0,1 0 0 16,0 0-1-16,0-1 0 0,-1 0 0 0,0 0 1 0,1 0-3 15,-1 1 2-15,1 3 2 0,-1-2-2 16,-2 4 0-16,0 0-1 0,1 1 2 0,-2 3-2 16,-1-1-1-16,-1 3 3 0,1 1-2 0,0-1 1 15,0 2-1-15,-4-1 3 0,5 2 1 0,-3-1-5 16,3-1 1-16,-2 3 0 0,0-5-3 0,2 4-2 16,-1 0 1-16,1-2 1 0,-1-3 1 0,3 4 1 15,-2-1 0-15,2 1 2 0,-3 0 0 0,-1 0-1 16,2 0 2-16,-2 0-2 0,2 1 3 0,-3 0-4 31,0 0 2-31,1-1 3 0,1 1-4 0,0-1 2 0,-1 0-2 0,0 1 3 0,2-1-1 16,-5 1-2-1,4-1 0-15,-2 2 0 0,-1-1 1 16,0 1-4-16,0 0 0 0,0-1 3 0,0 2 1 16,0 0 1-16,0-2-2 0,-1 2 5 0,4 0-1 15,-4-1-1-15,2 0-1 0,-1 2 1 16,1-3 2-16,1 1-2 0,-1-1-1 0,-1 1 2 15,2-1 2-15,0 1 1 0,2 0-2 0,-5-1 3 16,4 0-2-16,0 0 2 0,-4 1-3 0,4 0 0 16,-1-1-1-16,1 2-1 0,0-2 1 0,-1 1 2 15,4 1-2-15,-3 0 1 0,1-1-2 0,4 1 0 16,-4 0 0-16,3 0 0 0,0 0 1 0,-1 1-1 16,2-1 1-16,-2 2 0 0,1-1-1 0,-1 1-2 15,1-1-1-15,-2 1 3 0,2 1 1 0,-3-1 1 16,3-1 0-1,-1 2 1-15,3-2-1 0,-2 1-1 0,-1 0 1 0,3-3 0 0,-3 2-1 16,3-1 2 0,-1 1 0-16,0-1 0 0,1-2-1 0,-3 0 0 15,3 3-1-15,-3-3 1 0,5 0-2 0,-5 1 2 16,2 1-3-16,1-1 2 0,1-1 3 16,-2 2 0-16,-2-2 4 0,5 3 1 0,-3-1 1 15,0-1-2-15,3 0 0 0,-1 2-2 0,-1 0-1 16,3-2-4-16,0 4 0 0,-1-3 0 0,1 1 0 15,2 2-3-15,-2-2-1 0,0 1 0 0,3 1 2 16,-1 0-1-16,0-3-1 0,-2 3 2 0,3 0 0 16,-3 0 2-16,3 0-3 0,-4 0 2 0,5 0 0 15,-3 0-2-15,1 0-1 0,-2 0 0 16,2 0 0-16,0 0 0 0,1 0 0 0,-2 0 2 16,1 3-1-16,2-2 2 0,-3 1 4 0,1-1 6 15,0 0 4-15,0 2 1 0,1-1 1 0,0 2 0 16,0 0-5-16,-1-1-6 0,2 1-3 0,0 2-2 15,1-1-1-15,-2-1 0 0,2 2 0 0,2-1 0 32,-4 1 0-32,2 0 1 0,2 1 1 0,-3 1 1 15,1-3 4-15,2 3 3 0,-4 0 1 0,2 1 1 16,-5 0 1-16,3-2-1 0,-1 2-4 0,-1-2-3 16,-2 3-2-16,3-2-2 0,-4 0-2 15,1 0 2-15,0 1-3 0,1-2 3 0,-5 2 0 16,4-1-1-16,-3-1 1 0,0 1-1 0,-1 3 0 15,1-3 2-15,-1 1 1 0,0 0 1 0,-2 2 1 16,-1-1 1-16,3 2 2 0,-1-1 0 0,-2 2 1 16,1 1-1-16,1-1 0 0,1 2-1 0,-4-1-1 15,4 3-1-15,-4-1-2 0,3 0 0 16,-1-1-2-16,1 2 0 0,1-2 0 0,1 1 0 16,-2 1 0-16,2-3 0 0,-1 4 0 0,0-2 0 15,0-1 0-15,2 1 0 0,0-1 0 0,-1 0-1 16,-1 0 1-1,0 0-2-15,2 0 0 0,-3 0 0 0,1 0-1 0,2-1 2 0,-3-2-1 0,1 1 1 16,0 1 1-16,1-3-1 0,-2 4 2 0,3-4 0 16,0 0 1-16,-1 0 2 0,0 1 0 15,0-1-1 1,1 2 1-16,1-3 1 0,-2 2-3 0,2-2 0 16,0 2-1-16,-2-1 1 0,3-2-1 15,-3 2 1-15,2 1 0 0,-1-2 1 0,-2-1 0 16,4 1 0-16,-4-1 0 0,1 0-1 0,0 2-1 15,-2-2 1-15,3 1-1 0,-3 1 1 0,1-1 0 16,0 0 0-16,1 2 0 0,-2 1 0 0,2-2 0 16,0-1-1-16,-2 2 1 0,3-2-2 15,-3 1 1-15,3-3-1 0,-3 1-1 0,1 2 2 16,-1-3-2-16,1-1 0 0,1 1 0 0,-4-1 1 16,2-1-1-16,-3 1 0 0,1 0 0 0,-2 0 0 15,1-2-1-15,0 1 0 0,-2-1 0 0,0 1 0 16,0-1 0-16,-2 0 0 0,1-1-1 0,1 1 1 15,-2-2-1-15,0 1 1 0,0-1 0 0,-1 0 0 32,-2-2-1-32,1 3 1 0,-1-3 1 0,1 0-1 15,-2-1 1-15,0 2-1 0,0 0 0 0,-2-2 0 16,2 0 0-16,-1 0 0 0,-1-2 0 0,-1 0 1 16,0 2 0-16,-1 0-1 0,1 0 0 0,0 0 0 15,-2 0-1-15,0 0 1 0,1 0-1 16,-1 0 0-16,0 2 0 0,0 0 0 0,0-1 0 15,0 2 0-15,-1 0-3 0,1 3-5 0,-4 1-11 16,1 1-16-16,-3 1-28 0,-3 2-69 0,-3-2-88 16,-2 1-182-16,2 1-278 0,-6-1-332 0,1-1-400 15,-4-3-244-15,-1 0 143 0,0-3 784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2:53:02.98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903 675 78 0,'3'-4'274'0,"1"0"132"16,-4 4 136-16,0 0-101 0,0 0-64 15,0 0 3-15,0 0 30 16,0 0 20-16,0 0-7 0,0 0-32 16,0 0-44-16,0 0-54 0,0 0-57 15,0 0-40-15,0 0-39 0,0 0-21 0,0 0-11 16,2 6 21-16,-1 3 21 0,1 5 1 0,3 1 2 15,-2 4-5-15,3 3-17 0,1 6-31 0,0 0-26 16,1 3-10-16,0 6-8 0,0-1-9 0,1 3-7 16,1 1-9-16,-2 1-10 0,1 2-7 0,-1 1-3 15,0 1-2-15,0-1-4 0,2 1-1 0,-4-2-3 16,2-1-2-16,-3-5-4 0,1-4-4 0,0-4-2 16,-1-7-1-16,0-3 0 0,-2-2-1 0,-1-5-2 31,-1-3-1-31,1-1 2 0,-2-8 0 0,0 0 3 15,0 0 0-15,0 0 3 0,-2-11 0 0,-1-2 1 16,-2-5-1-16,-1-6-3 0,-2-2 0 0,0-4-2 16,-1-3 0-16,-1-4-2 0,-1 1-2 0,0-3 1 15,-3 1-1-15,3-3-1 0,-2 1-1 0,-1 1 1 16,1 1-2-16,1 1 1 0,-1 1 0 0,3 5 1 16,-2-1-1-16,4 5 1 0,-2 3 1 0,1 2 0 15,4 3 1-15,-1 6 1 0,1 0-1 16,2 4 0-16,1 1-2 0,1 4-1 0,1 4-1 15,0 0-1-15,3 4 1 0,3 5 3 0,2 2 0 16,0 4 2-16,5 2 1 0,0 4 2 0,0 1-1 16,2 1 0-16,2 3 0 0,-2 0 0 0,0-3-1 15,1 1 0-15,1-4 0 0,-2-2-2 0,0-1-1 16,0-4 0 0,-1-2-1-16,-1-3 1 0,1-6-2 0,-3 0 3 0,2-6 1 0,-1-6 1 0,-1-3 0 31,-1-8-2-31,-1-5 1 0,-1-4-2 0,0-4 0 15,1-5 0-15,-2 0 1 0,-1 1 2 0,-1-3-1 16,-2 7 0-16,-1 0 1 0,1 4 0 16,-3 2-1-16,3 4 0 0,-2 7 0 0,-1 2 0 15,0 2-2-15,2 6 2 0,-2 7-1 0,0 0 2 16,0 0 1-16,5 7 0 0,-2 6 2 16,2 4 1-16,1 2 1 0,1 3 3 0,0 6 0 15,1 1 4-15,0 4 0 0,0 0 1 0,0 3 2 0,-2 2-3 16,2 0-1-16,-1 1-3 0,0 2-4 0,1 0-1 15,-1-1-4-15,1 2-1 0,1-2-1 0,-3-5 0 16,2 1-1-16,-1-4 1 0,2-4-3 0,-1-2 0 0,0-5-2 16,-2-2-5-16,2-2-7 0,0-5-10 0,-3 0-15 0,3-4-21 15,-1-1-37-15,-2-3-58 0,-3-1-58 0,-2-3-108 0,-2-3-152 32,-3-1-231-32,1-3-274 0,-1-1-229 0,-1-3-161 0,-1-2 228 0,-2 3 507 0</inkml:trace>
  <inkml:trace contextRef="#ctx0" brushRef="#br0" timeOffset="433.6">1531 1311 39 0,'10'3'307'0,"0"0"176"0,-1-1 153 15,-1-2 15-15,3 0-135 0,1 0-72 0,0-4-3 0,-1 2 2 0,1-4-23 16,-2-2-57-16,0-2-65 0,-1 2-73 0,-1-4-68 0,0-2-34 16,3-1-17-16,-2 0-14 0,1-2-17 0,2 1-11 15,-2-3-7-15,0 3 10 0,0-3 8 0,0 2 8 0,1 3 0 16,-2-3 1-16,-1 2 20 0,-3 1-13 0,0-2-8 16,0 3-5-1,-2-2-1-15,1 3 5 0,-4 1-11 0,0-2-4 0,-4 2-3 16,1 1-2-16,-2 1-3 0,-1 2-5 0,-1-1-4 15,-2 2-5-15,1 1-5 0,0 1-6 0,-2 2-4 16,1 2-5-16,-2 2-8 0,3 5-5 0,-3 1-4 0,1 2-4 16,2 4-1-16,2 1 0 0,-2 4-1 0,4 1-1 15,-1 2-1-15,2 3 0 0,1 0 0 0,2 3 0 16,0 4-1-16,2-1-1 0,1 3 1 0,2 0-1 0,-1-2 0 16,4 0-1-16,-2-2 0 0,2 0-1 0,2-5 0 0,1-3-1 15,0-1-2-15,0-3-9 0,3-2-22 0,-4-5-50 0,2-2-63 16,-2-4-71-16,-2-5-133 0,2-1-173 0,-3-3-273 15,0-5-258-15,-1-3-210 0,-1-3-83 0,-2-4 352 0,1-4 496 16</inkml:trace>
  <inkml:trace contextRef="#ctx0" brushRef="#br0" timeOffset="683.84">1857 553 283 0,'4'0'663'0,"0"5"328"15,-1 1 148-15,-1 3-246 0,4 3-204 0,-1 1-119 16,2 3-110 0,3 4-84-16,-2 3-73 0,2 2-52 0,1 4-57 15,-2 2-64-15,1 1-34 0,1 1-27 0,-2 4-18 0,1-3-16 16,2 5-13-16,0-3-7 0,-3 2-7 0,4-1-4 0,-2-1-3 16,0 1-1-16,1-2-1 0,0-2 0 0,0-2 8 0,-1 1 3 15,-1-6-1-15,2 2-2 0,-4-3-14 16,0-4-39-16,-3-1-66 0,0-1-56 0,-2-4-71 0,-3-3-121 15,-3-3-150-15,0-2-176 0,0-2-228 0,-1-4-224 0,-2-2-111 16,-2-4 220-16,0-6 424 0</inkml:trace>
  <inkml:trace contextRef="#ctx0" brushRef="#br0" timeOffset="898.77">1846 844 216 0,'-5'-7'690'16,"2"2"386"-1,0 0 103-15,1 3-235 0,-2-2-310 0,1 3-232 0,1-2-154 16,2 2-54-16,2 1-36 0,3 0-26 0,1 3-12 16,0-1-11-16,2 2-19 0,0-2-39 0,3 2-17 15,2 1-6-15,-1-3-2 0,2 2 0 0,1-2 0 0,1 0-2 16,1-2-5-16,-1 3 1 0,4-3-14 0,-2-3-5 0,2 3-7 16,-1-2-35-16,0 2-39 0,0-5-76 0,-1 4-143 0,-1-1-201 15,-1-1-299-15,1 3-251 0,0 0-215 0,-2 3 56 16,-2-2 455-16</inkml:trace>
  <inkml:trace contextRef="#ctx0" brushRef="#br0" timeOffset="1199.72">2346 1050 161 0,'14'28'620'16,"-3"4"405"-16,0-3 154 16,0 3-198-16,-1 1-258 0,-1-1-215 0,2-4-159 0,0-1-105 15,1-3-64-15,0-4-39 0,-1-5-49 0,3-3-40 16,-3-5-20-16,1-2-8 0,0-5-7 0,-1-5-17 15,-1-3-4-15,1-5-3 0,-3-3-9 0,-2-2 0 16,-1-5 2-16,1 1 11 0,-3-2 2 0,-1-2 4 16,-2 2 3-16,-2 2 11 0,1 1 29 0,-3 1 27 0,-3 4 21 15,-1 1 7-15,-2 0 3 0,-2 3-10 0,-1 0-26 16,-3 0-24-16,2 4-13 0,-3 1-6 0,2 2-7 16,-2 2-4-16,4 4-1 0,-2 3-1 0,2 3-5 0,0 4-5 15,2 3 1-15,3 4-3 0,0 2-3 0,5 1 0 16,0 2-1-16,3 4-2 0,1-2-14 0,2 1-39 0,2-2-47 15,2-1-61-15,2 2-103 0,2-4-149 0,2-2-204 16,-2 1-265-16,6-5-243 0,2-2-151 0,-3-2 155 16,6-4 445-16</inkml:trace>
  <inkml:trace contextRef="#ctx0" brushRef="#br0" timeOffset="1632.3">2838 969 131 0,'0'-16'708'0,"-2"3"516"0,-3 5 255 16,2 0-212-16,-2 3-381 0,-1 5-305 16,0 2-197-16,1 4-118 0,-1 3-107 0,-1 3-58 0,2 4-36 15,-4 6-22-15,4 0-15 0,1 5-10 0,0 2-7 16,1 2-3-16,3 1-4 0,0 4-2 0,3-3-2 0,1 1-1 16,2-3 1-16,0 2-3 0,4-7 8 0,-1-2 2 15,1-5 2-15,1-4 1 0,-2-3-1 0,3-6 1 16,0-4-6-16,-1-5-3 0,-1-6-2 0,0-6-6 0,0-5-5 15,-2-5-9-15,1-7-8 0,-2-2-1 0,-1-5-5 16,-1-2 2-16,0-1 3 0,1-1 9 0,-3-2 5 0,0 2 0 16,-1-4 8-16,-1 0 4 0,1 1 4 0,0-2 3 15,-1 0-2 1,-1 5 4-16,-3 4 6 0,3 7 13 0,-3 3 17 0,-1 5 12 0,3 5 15 16,-2 3 2-16,-3 3-7 0,1 6-12 0,0 4-15 15,-1 6-13 1,-1 4-11-16,-2 8-5 0,1 6-4 15,-2 6 3-15,1 6-2 0,1 3-2 0,2 6 1 16,1 5-2-16,2 2 2 0,1 3-6 0,2 4 3 0,2 4-2 16,1-4-1-16,3 1 5 0,1-5 1 0,4 0-1 15,0-8-10-15,0-3-14 0,3-5-27 0,-1-7-63 16,2-4-68-16,0-6-79 0,-1-5-128 0,-1-4-178 0,1-3-297 16,0-7-237-16,2-4-206 0,-2-3-43 0,1-7 387 15,2-2 508-15</inkml:trace>
  <inkml:trace contextRef="#ctx0" brushRef="#br0" timeOffset="1948.73">3326 925 91 0,'2'0'775'0,"-4"3"684"15,1 5 103-15,-1 2-256 16,-3 2-424-16,0 1-337 0,-2 4-199 0,2 2-128 0,-3 1-63 0,3 3-36 0,-1 4-26 0,-2 1-21 16,5 3-18-16,-2 0-12 0,2 2-9 0,3-1-7 15,0-1-7-15,1 0-4 0,1-5 0 0,3-2-2 0,-2-4-3 31,2-2-2-31,4-6 0 0,-4-5-5 0,5-5-8 16,-1-6-5-16,0-6-10 0,-1-8-11 0,2-5-16 0,-1-6-12 16,-2-4-19-16,-1-4-18 0,2 0-13 0,-2-1 1 15,-3 2 10-15,0 5 13 0,1 1 23 0,-3 4 30 0,1 5 29 16,-2 5 18-16,-2 2 12 0,2 8 8 16,-3 0 5-16,1 7-1 0,-1 4-3 0,0 6-7 0,3 3-6 15,-2 3-3-15,2 5-4 0,2 3-5 0,1 3-4 16,0 2-4-16,4 2 1 0,1 1-4 0,4 1 6 0,-1 1 2 15,5-2-10-15,0-2-41 0,3 1-71 0,0-2-86 16,3-4-171-16,2-1-301 0,1-4-328 0,1-2-312 16,4-3-179-16,4-3 163 0,1-1 643 0</inkml:trace>
  <inkml:trace contextRef="#ctx0" brushRef="#br0" timeOffset="2849.34">4855 741 51 0,'0'-6'353'0,"0"-2"264"15,1 4 266-15,-1-2 82 0,-1 2-165 0,1-2-117 16,-2-1-23-16,2 3-77 0,0 0-85 0,0 4-104 16,0-3-73-16,0 2-59 0,0 1-75 15,0-1-41-15,-4 1-37 0,2 1-26 0,-1 5-24 16,-2 3-13 0,1 7-20-16,-1 4-11 0,0 8-6 0,-1 4-3 0,3 6-1 0,0 5-5 0,1 5 2 15,0 5-1 1,2 2-1-16,0 3 0 0,0 0 0 0,4-3 4 15,-1-2 2-15,4-6-1 0,0-8 1 16,1-3-1-16,1-8-2 0,4-6-3 0,0-5-2 0,2-8 0 16,1-3-4-16,1-7-2 0,1-5 1 0,4-7-2 15,0-4 1-15,-1-2-2 0,4-3 4 0,-1-1 3 16,1 2 1-16,0 0 0 0,-1 2 0 0,3 3-1 16,-2 1 2-16,0 4-1 0,2 3 1 0,-3 4-1 15,0 2 1-15,1 4 0 0,-1 2 1 0,-2 2 0 16,-3 3 5-16,0 0 3 0,0 2 2 0,-3-2 1 0,-1 2 0 15,-3-1 0-15,-1-3-5 0,-1 1-2 0,-3-2-1 16,1-2 0-16,-5 0-1 0,2 0 2 0,-1-4 6 16,-4 0 8-16,0-4 5 0,0 0 5 0,-4-5 2 15,1-3-2-15,-4-4-8 0,1-3-4 0,-2-4-6 16,-1-2-3-16,-2-5-3 0,-1-1 2 0,0 0-1 0,-1-5-1 16,-2-3 0-16,0 1-4 0,1-1 4 0,1-2 2 31,-1 1-3-31,3 3-2 0,1 3-1 0,0 2-6 15,2 5-16-15,1 5-23 0,2 3-26 16,2 4-68-16,0 3-92 0,5 5-183 0,1 2-281 16,2 4-327-16,3 2-386 0,1 3-238 0,5 0 171 15,-1 2 767-15</inkml:trace>
  <inkml:trace contextRef="#ctx0" brushRef="#br0" timeOffset="3784.53">5728 1003 53 0,'1'-3'594'0,"1"2"504"0,-2-2 206 0,0 3-92 15,0 0-330-15,0 0-315 0,0 6-179 0,0-1-111 16,0 2-67-16,0 0-47 0,0 4-53 0,0 1-44 15,0 0-26-15,0 3-15 0,0 0-9 0,3 1-6 16,-1 2-5-16,1 0-2 0,3 1-1 0,-3-3-1 16,2 2-1-1,0-2 0-15,0 1 0 0,0-2 0 0,-1-1-1 0,2 2 2 0,-1-3-2 0,0-1 1 0,1 1 0 32,-2-3-2-32,0-3-1 0,-2 1-3 0,1-4-21 0,-2 1-54 15,-1-4-52-15,-1-1-106 0,-4-1-157 0,1-4-268 16,-3-1-295-16,1-1-243 0,-1-3-180 0,-2-3 227 15,1 1 527-15</inkml:trace>
  <inkml:trace contextRef="#ctx0" brushRef="#br0" timeOffset="4282.5">5941 679 37 0,'3'-9'554'0,"-1"6"510"0,-2 0 235 0,2 0-33 15,-2 3-326-15,1-1-315 0,-1 2-202 16,2 1-125-16,-2 2-69 0,0 2-69 0,2 2-60 16,-1 3-30-16,1 5-14 0,2 3-5 0,-1 5-1 0,-1 2 0 15,4 2 1-15,-1 4-7 0,0 2-4 16,1 2-5-16,2 1-9 0,-2 1-6 0,2 1-7 0,-1 1-3 15,2-3-4-15,-1-2-3 16,2 2-2-16,0-5-3 0,0-1 1 0,0-3 0 0,0-3-1 16,0-3-1-16,-2-3 0 0,3-4 0 15,-2 0 0-15,3-3-1 0,-3-6 0 0,2 1-1 0,0-6 3 16,-1-2-1-16,4-3 1 0,-3-3 0 16,1-3-11-16,-2-5-40 0,1-1-70 0,0 0-74 15,-1-4-140-15,-2-3-224 0,1 3-316 0,-3-3-298 16,1 1-212-16,-2-2-37 0,-2 0 481 15,2-3 558-15</inkml:trace>
  <inkml:trace contextRef="#ctx0" brushRef="#br0" timeOffset="4607.25">6284 645 29 0,'0'0'546'0,"-1"4"493"0,1 0 240 16,-2 0-36-16,2-1-294 15,0-2-297-15,0 2-208 0,0 0-119 0,0 0-76 0,2 2-56 16,-1-1-60-16,3 5-35 0,-1-1-15 0,0 5-7 16,3 1 1-16,-1 2-8 0,0 2-11 0,-1 3-11 15,3 0-9-15,-1 1-7 0,2 3-13 0,-2 3-9 0,1-1-5 16,-2 4-5-16,-1-2-3 0,2 4-3 0,-1 0 4 16,0 3 6-16,0 0 4 15,-2 2 0-15,3-1 0 0,-1 1 1 16,-1-1-2-16,3-3-6 0,-1 0-2 15,-1-6-4-15,4-2-10 0,-1-3-13 0,0-4-22 16,0-5-46-16,2-3-65 0,-2-3-60 0,-2-4-80 0,2-4-123 16,0-4-171-16,-2-3-258 0,2-1-209 0,0-3-204 15,3-2-2-15,-3-2 369 0,0-2 472 0</inkml:trace>
  <inkml:trace contextRef="#ctx0" brushRef="#br0" timeOffset="4801.71">6749 960 384 0,'5'11'913'0,"-2"4"328"0,-1-2-5 0,1 2-271 16,0 3-251-16,0 2-217 0,0 3-148 0,2 4-81 0,-2-2-57 0,2 5-64 16,-2-4-59-16,3 2-41 0,-1-1-20 0,0-2-7 15,1-2-3-15,1-2-5 0,0-4-44 0,-2-3-67 0,0-2-102 31,0-4-193-31,-2-2-295 0,-1-1-340 0,-2-5-305 16,-2-5-165-16,0-1 278 0,-1-4 659 0</inkml:trace>
  <inkml:trace contextRef="#ctx0" brushRef="#br0" timeOffset="4983.35">6719 724 101 0,'-8'-5'753'15,"0"5"515"-15,-3 1 79 0,2 3-190 0,2 4-372 16,1 2-368-16,0 2-191 0,3 3-94 0,1-2-47 0,4-1-24 0,3-1-24 16,2 1-24-16,3-2-45 0,1 1-71 0,3 0-161 15,1-2-287-15,2 2-290 0,0-4-300 0,5 2-224 16,0 0 99-16,0-1 583 0</inkml:trace>
  <inkml:trace contextRef="#ctx0" brushRef="#br0" timeOffset="5366.15">7268 963 234 0,'-5'-3'1146'16,"0"0"563"-16,-4 1-149 0,1 2-329 0,0-2-449 0,-2 1-302 16,0 1-189-16,0 0-93 0,0 3-50 0,-2 2-36 15,2-1-31-15,1 5-23 0,-2 1-20 0,1 3-14 0,1 4-13 16,0 0-7-16,2 3-5 0,2 1 0 15,2 2 0-15,1-1 1 0,4 0 3 0,1 1 1 0,-1-2 0 16,4-3-4-16,1-2-2 0,0-2-2 0,1-4-3 16,0-2-4-16,0-4-4 15,3-4-8-15,-3-3-7 0,0-2-8 0,1-6-7 0,-1-3-4 0,-3-3 1 16,2-2 5-16,-3-1 7 0,0-4 8 0,0 4 10 0,-1 0 7 16,-1 3 6-16,-1-1 5 0,-1 5 4 0,0 3 2 31,0 1 3-31,0 4 2 0,0 1 0 0,0 2 0 15,-1 4-3-15,-1 2-1 0,2 5-3 0,0 5-2 16,2 0 0-16,-1 6-2 0,1 1 0 0,1 0 0 0,2 3-2 16,1-1 0-16,2 0-1 0,2 2-4 0,-1-1-19 15,2-2-44-15,0-1-77 0,-1-2-132 0,1-3-251 16,0-3-314-16,0 1-369 0,3-6-354 0,-1-2-85 16,4-1 573-16</inkml:trace>
  <inkml:trace contextRef="#ctx0" brushRef="#br0" timeOffset="6217.17">7643 1273 218 0,'-4'8'606'16,"3"-2"315"-16,-2 1 111 15,1-5-223-15,0 1-246 0,2-3-179 0,0-3-125 0,-1 1-65 0,1-9-33 16,1-1-19-16,-1-2-20 0,2-5-10 0,1-5 11 16,0-1 14-16,2 0 7 0,-3-2 11 0,3 0 10 15,1 0-4-15,-2 0-30 0,0 1-24 0,-1 3-8 31,0 2-22-31,0 1-18 0,1 3-15 0,-3 4-2 16,2 2-1-16,-3 5-11 0,3 0-5 0,-1 1-1 16,-1 4 2-16,1 1 0 0,1 6 0 0,0 2-1 0,-1 10 1 15,1 1-2-15,0 5-2 0,1 3-4 0,0 3-6 16,2 2-4-16,-1-1-2 0,0 3-3 0,1-1-2 16,2-1 1-16,0 0-2 0,-2-4 0 0,2-2-1 15,-1-5-2-15,0-3 2 0,-2-3-1 0,2-4-1 0,-1-2 0 16,-1-6 1-16,2-1 1 0,-2-5 1 15,2-4 0-15,-3-7 1 0,3-2 2 0,-1-5 0 0,0-3-1 16,1-4 1-16,-1 2-1 0,-1-1-1 0,4 0 0 16,-3 4-1-16,-1 0 0 0,0 6-1 0,0 1-1 15,-2 4 0-15,0 1 0 0,2 3 0 0,-4 2 1 0,2 1-1 16,1 4 2-16,-1 2 2 0,2 3 1 0,-2 3 2 16,3 1 1-16,-1 5-1 0,-2 1 0 15,3 2-1-15,-2 2-2 0,0 0 0 0,1 1-2 0,0-2 0 16,1-1-2-1,0 1 0-15,-2-4 6 0,0-3 3 16,1-3 1-16,0-1 0 0,-1-1 2 0,1-5 2 16,0-2-7-16,0-3-3 0,-2-2 1 0,2-5-2 0,0-1 2 15,-1-2-2-15,2-2-1 0,-2 1 1 0,-1 1-1 16,0 1 0-16,2-1-2 0,-2 5-1 0,3 1 2 16,-3 1-2-16,0 1 0 0,-1 4 2 0,3 0 1 0,-2 3 1 15,2 3 0-15,0 1 1 0,1 5-1 0,-2 2 1 16,1 4 1-16,0 0-3 0,0 4 1 0,0 2-1 15,1 0-8-15,0 0-24 0,-3 0-61 0,2-1-59 16,-2-1-78-16,2-2-139 0,-2-1-218 0,3-2-301 0,-1-1-238 16,0-3-208-16,0-2 3 15,1-3 454-15</inkml:trace>
  <inkml:trace contextRef="#ctx0" brushRef="#br0" timeOffset="6617.41">8448 889 438 0,'1'-4'982'0,"1"-3"319"0,-4 6 39 0,2 0-300 15,-1 1-313-15,-1 2-247 16,-1 2-139-16,-2 0-87 0,0 1-87 0,-1 0-63 16,0 1-45-16,-1 3-26 0,2-1-14 0,1 3-7 15,-1 1-5-15,2-1-3 0,-1 5 0 0,0-2-2 0,4 2-1 16,0-1-2-16,4 1-1 15,0 0 1-15,2 1 0 0,0-2-2 0,4 1 1 0,2 0 2 0,1-3-1 16,3 2 1-16,-2-1 0 0,3-2 0 0,1-2 0 16,-1 2 0-16,1-3 0 0,1 0 0 0,-2-1-1 15,1-1 2-15,-3-1-2 0,-2 1 2 0,-2 0 0 16,0-1 1-16,-5 1 9 0,-1-1 2 0,-3 3-2 0,-2 0 2 16,-2 2 3-16,-4-2 2 15,-2 6-1-15,-3-3 2 16,-2 1 6-16,-1 2-2 0,-2 0-2 0,-3 1-2 15,2-2-9-15,-2 0-5 0,3-3-3 0,-3 4-2 0,5-5-2 16,-2-1 0-16,5-1-1 0,0-1-3 16,3-3-11-16,0-1-19 0,3-3-46 0,2-1-62 0,0-5-70 15,3-3-124-15,3-2-176 0,0-2-303 0,2-4-266 16,3 0-226-16,3-3-84 0,3 0 361 0,-1-1 542 16</inkml:trace>
  <inkml:trace contextRef="#ctx0" brushRef="#br0" timeOffset="6883.23">8878 1206 55 0,'15'13'458'0,"0"2"388"16,-2 0 279-16,-1 0-31 0,-1-2-310 15,-2-1-236-15,-1-1-167 0,-1-3-121 0,-1-2-35 0,2-1 0 16,-2-5-4-16,0-2-9 0,-2-4-15 0,-1-3-6 16,-2-4-41-16,1 0-41 0,-4-3-32 0,-1-2-15 15,-2-3-11-15,-1 1-9 0,-2-3-10 0,-3 3-10 0,0-2-7 31,-3 0-5-31,1 2-5 0,0 1-2 0,-2 1 1 16,0 3-2-16,-2 3 2 0,3 3-2 0,-2 2 1 16,0 4-2-16,0 5-1 0,4 2 0 0,-2 3-2 15,2 4-1-15,4 0-10 0,1 5-26 0,2 0-66 16,0 2-63-16,4 0-115 0,-1 0-172 0,2 2-305 0,3-2-310 16,2 1-227-16,0-1-142 0,4 0 305 0,-1-1 566 15</inkml:trace>
  <inkml:trace contextRef="#ctx0" brushRef="#br0" timeOffset="7550.42">9206 1311 384 0,'-5'9'787'0,"1"-2"309"16,-2-2 60-16,1-1-318 0,0 1-255 15,0-4-192-15,2-1-128 0,-2-1-86 0,2-4-62 0,1-3-48 0,0 0-24 0,2-5-8 16,2-5 1-16,0-1 0 0,1-5 32 0,2 2 21 16,1-6 6-16,4 5 12 0,-1-1 4 0,-1-2-3 15,2 5-27 1,-1 1-20-16,1 1-14 0,-2 4-21 0,-2 3-12 0,3 4 4 0,-2 1 5 0,-1 5 11 0,2 0 12 31,1 4 4-31,-2 3 2 0,-1 3 0 0,2 2-3 0,0 2-7 0,-2 3-9 0,1 2-4 16,-1-1-4-16,0 1-10 15,0 0-5-15,1 0-5 0,-2 0-2 0,-1-1 1 16,1-2-3-16,0-1 0 0,-2-1-1 0,2-3 2 16,-4-1-3-16,2-2 0 0,-1-2-1 0,0-1 1 15,-1-1 0-15,2-4-1 0,2-1 2 0,-1-1 2 0,0-5 0 16,2-2 1-16,-1-3-1 0,1 1 0 15,1-2-1-15,-1-1-2 0,3-1 1 0,-2 2-1 0,1-2-1 16,-2 3 0-16,5 1 0 0,-4 1 1 0,1 1-2 16,-2 4 1-16,3 0 1 0,-2 4 1 0,-1 3 0 15,2 2 0-15,1 4 2 0,-2 3-1 0,-1 3 9 16,2 4 3-16,-2 2 1 0,2 3-1 0,-2 2-3 0,2 1-5 16,2-1-29-16,-1 1-69 0,1-3-62 15,1 1-99 1,-2-3-159-16,3-2-279 0,-2-2-311 0,3-3-237 15,-2 0-176-15,3-5 182 0,-1-2 554 0</inkml:trace>
  <inkml:trace contextRef="#ctx0" brushRef="#br0" timeOffset="7884.74">9894 1096 98 0,'-5'-12'726'15,"-1"3"652"-15,-1 3 167 0,0 1-219 0,-1 4-425 16,-2 2-341-16,-2 1-186 0,1 3-139 0,-1 2-80 0,-1 4-48 15,1 3-34-15,1 3-26 0,2 4-16 0,1 1-12 16,1 1-6-16,1-1-5 0,2 3-4 0,2-5-1 0,2 3-4 16,4-3-1-16,0-1-2 0,0-4 1 0,4-1 0 15,-1-6-1-15,5-2 2 0,-2-2 1 0,1-5 1 16,3-4 1 0,-1-5 1-16,1 0 0 0,-3-2 0 0,0-3 0 0,2 0 1 0,-4-2-2 0,1 4-1 15,-1-2 1-15,-1 5 0 0,-1-1-1 0,-1 2-1 0,0 3 1 31,0 1-1-31,-1 4-4 0,0 1 3 0,1 4 2 16,-1-1 1-16,3 7 1 0,-2 0-1 0,-1 2 6 16,2 3-4-16,0 0-2 0,1 3-2 0,0-3-2 15,2 0-11-15,2 0-21 0,-1 0-61 0,2-3-67 16,-2-1-106-16,3-2-169 0,0-1-300 0,-1-4-329 16,3 0-251-16,-2-3-169 0,3-2 248 0,-2-2 609 0</inkml:trace>
  <inkml:trace contextRef="#ctx0" brushRef="#br0" timeOffset="8082.85">10345 1042 61 0,'1'-3'654'16,"1"2"515"-16,-1-1 143 0,3 2-64 16,0 0-323-16,4 3-353 0,-2 2-194 0,2-3-102 0,2 3-56 0,4-2-70 0,-1-1-62 15,4 0-37-15,1 1-22 0,2-3-14 0,2 0-7 0,1-4-4 31,2 3-2-31,2-3 0 0,1 0-5 0,2 0-68 16,0-1-79-16,0-1-178 0,0 0-281 0,0 0-313 16,3 0-385-16,-3 0-222 0,4 0 123 0,-1 2 703 15</inkml:trace>
  <inkml:trace contextRef="#ctx0" brushRef="#br0" timeOffset="8681.66">11723 580 127 0,'0'3'598'0,"-1"3"420"0,-1 0 196 15,2 1-92-15,-3 4-310 0,6 1-205 16,-1 3-147 0,1 2-100-16,0 3-78 0,0 3-55 0,2 4-78 15,0 2-55-15,1 3-30 0,-1-3-24 0,1 3-12 16,-3-1-9-16,2 1-6 0,-2-2-5 0,2-2-2 16,-2 1-1-16,-1-4-2 0,4-1-1 0,-5-1-2 0,3 0-1 15,-3-3-3-15,1 2-11 0,-2-5-51 0,-2 0-54 16,1-1-71-16,-3-4-137 0,1 1-191 0,-3-5-314 15,0-2-258-15,1-3-231 0,-1-3-49 0,-1-4 426 16,-2-6 516-16</inkml:trace>
  <inkml:trace contextRef="#ctx0" brushRef="#br0" timeOffset="8899.67">11622 927 121 0,'0'1'677'15,"2"3"415"-15,1-3 107 0,-2 2-103 0,2 1-401 16,1 0-270-1,1-2-113-15,1 4-58 0,4 2-33 16,2-1-31-16,-1 1-33 0,5 0-45 0,0 0-48 0,1 0-34 16,2-2-19-16,2 0-15 0,-1-2-4 0,1 0 5 15,1-2 3-15,0 0 14 0,3-2 3 0,-4-2 5 16,1-2-3-16,2 1-3 0,-5-3-35 0,1-2-57 16,-1 2-83-16,-3-5-162 0,-4 3-293 0,-2-3-302 15,0 0-291-15,-3 2-200 0,0-5 160 0,-4 1 598 16</inkml:trace>
  <inkml:trace contextRef="#ctx0" brushRef="#br0" timeOffset="9131.61">12054 594 447 0,'0'1'938'0,"0"2"280"16,0 3-22-16,2 3-279 15,0 2-245-15,2 1-207 0,0 3-110 16,0 3-69-16,2 2-40 0,-1 5-49 0,1 3-61 15,2 1-41-15,-2 3-26 0,-1 2-16 0,2-1-17 16,0 1-13-16,-2-2-15 0,1 1-2 0,-1-2-2 16,2-1-2-16,0 1 5 0,-1-6 2 0,2 2 1 15,-1-3 0-15,-1 0-2 0,3-3-6 0,-2-1-25 16,-1-1-58-16,-1-1-65 0,3-4-76 0,-4 0-145 0,3-2-214 16,-2-4-306-16,0-1-257 0,1-5-204 0,0-2-9 15,0 0 471-15</inkml:trace>
  <inkml:trace contextRef="#ctx0" brushRef="#br0" timeOffset="10016.45">12536 996 20 0,'-2'-2'545'0,"1"2"502"0,-4 0 256 0,0 0 2 15,-1 2-313-15,0 1-325 16,-1 3-209-16,-1-2-121 0,-2 4-76 0,0-1-82 15,0 1-65-15,-2 2-42 0,4 2-24 16,-2 3-12-16,2-1-10 0,-1 4-7 0,3 0-3 0,1 1-3 16,0 4-7-16,2-2-3 0,1-1-3 0,2-1-2 15,3-1 0-15,-1-4-2 0,3-1 1 0,1-4-1 16,1-3 2-16,4-1 0 0,-2-5 3 0,2-4 0 16,0-2 2-16,0-3-7 0,2-3-4 0,1-1-3 0,-1-4-1 15,1-1-1-15,-3 0 0 0,5-2 6 0,-5 1 4 16,2 0 3-16,1 1-1 0,-3 1-1 0,1 4-1 15,-5 1 0-15,3 4-1 0,-4 2 2 0,3 1 1 16,-1 4 2-16,-1 2 1 0,-1 3 2 0,3 3 1 16,-4 1-1-16,1 5 0 0,3 1-1 0,-2 1-2 15,-1 3 1-15,2 0-1 0,-1 0-1 0,1 1 0 0,1 1 6 16,-1-2 4-16,2-3 0 0,0-1 3 16,0 0-2-16,-2-5 1 0,4-2-5 0,-2-3-5 0,1-3 0 15,0-3-1-15,0-7 2 0,1 1 0 0,0-6-1 16,-2-1-1-1,2-1 0-15,-2-4-1 0,-1-1-1 16,4-1-1-16,-4-3 0 0,1 0 0 0,2-2 1 0,-2-1-3 16,-2-2 1-16,4-2-2 0,-4-1 0 0,0-3 0 15,0-3 2-15,2-1 2 0,-4-1 2 16,0-1 2-16,1 2 2 0,-2 0 0 0,-1 5 2 16,-1 4 8-16,0 5 12 0,-1 4 13 0,-2 3 8 15,3 6 6-15,-3 1-1 0,-1 6-10 16,-1 4-10-16,0 5-12 0,-2 4-8 0,-1 5-7 15,2 7-3-15,1 1-2 0,1 6-2 0,-1 4 0 16,2 3 0-16,0 3 3 0,0 3 0 0,3 2 2 16,-1 3 1-16,4 3 3 0,0 0-3 0,1 1-1 0,1-2-1 15,3 1-2-15,0-4-2 0,0-4-1 0,1-6-1 16,1-4 1-16,1-3 0 0,-1-9 0 0,3-2 1 16,-3-4 1-16,-1-5 0 0,2-6 1 0,-2-4-1 15,0-4 2-15,-1-6-1 0,0-2 0 0,0-7 0 16,-3-1 0-16,2-4-2 0,-1-3 1 0,-1 0-2 15,-2-2 1 1,-1-3-1-16,0-1-1 0,0-2 1 16,-1-1 0-16,-1-1 1 0,-1-2 0 0,1 0 3 15,1-1-1-15,-3 3 2 0,1 0-1 0,-1 5 0 16,-1 4-1-16,2 5 1 0,-2 4 0 0,0 6 0 16,2 2 0-16,-2 4 0 0,0 6 0 0,0 1-1 15,-2 5 0-15,2 5-1 0,-2 4 0 16,2 5-1-16,0 5 0 0,-1 5-1 0,1 4-1 15,0 4 1-15,1 4 2 0,-1 6 3 0,2 1-1 16,1 6 3-16,0 6 0 0,2 2 0 0,1 2-2 16,2 0-1-16,0-2-1 0,6-2-2 0,-1-5 0 15,4-6-1-15,2-5-1 0,0-5-3 0,3-5-7 0,-1-6-14 16,1-5-29-16,0-5-67 0,-3-6-77 0,-1-2-154 16,-2-4-279-16,1-4-322 0,0-4-365 0,-3-2-243 15,2-4 22 1,0-6 675-16</inkml:trace>
  <inkml:trace contextRef="#ctx0" brushRef="#br0" timeOffset="10582.24">13956 1036 42 0,'0'-9'596'0,"-2"-1"552"15,1 4 319-15,-2 0-92 0,-4 1-391 0,2 4-343 16,-2-2-205-1,-3 3-122-15,0 3-103 0,0-2-66 0,-2 2-42 16,1 3-28-16,-1 0-21 0,-1 3-14 0,1 2-8 16,0 0-4-16,1 4-7 0,0-1-2 0,3 3-4 15,0 1-1-15,4 1-6 0,0 2-2 0,0 0-3 16,4 2-2-16,4-1-1 0,0 1 0 0,-1-2-1 0,3-4 0 16,2 2 0-16,5-6-1 0,-2-1 0 0,0-5-1 15,5 0 1-15,-2-6-1 0,3-2 0 0,1-6 0 16,-1-2-1-16,0-3-3 0,-2-6-3 0,0 0-2 15,0-2-4-15,-2-3-2 0,-1-1 0 0,-1-2 2 0,-3 5 3 16,0-3 4-16,-3 5 5 0,-1 1 4 0,-2 5 2 16,0 1 3-16,-1 3 7 0,-1 1 4 0,0 4 3 15,0 0 0-15,0 3 0 0,-1 2 0 0,1 5-5 16,1 3-3-16,-1 1-2 0,4 2 0 0,-3 4-2 16,5 2 0-16,0 1-1 0,2 2-2 0,2-1-1 15,2 4-1 1,1 0-1-16,4 3-1 0,3-2-2 0,2 3 0 15,3-1-2-15,2-2-6 0,1 1-19 0,2-2-40 16,2 0-81-16,-1-2-150 0,1-1-269 0,0-1-314 16,1-1-380-16,0 0-385 0,-1 0-17 0,0-3 699 15</inkml:trace>
  <inkml:trace contextRef="#ctx0" brushRef="#br0" timeOffset="13398.23">9971 2776 57 0,'0'-1'285'0,"0"1"154"0,0 0 133 0,0 0-64 16,0 0-133-16,0 0-64 0,-1 1-14 16,-1 0 9-16,2 3 27 0,0 0-3 0,-1 0-13 15,1 3-24-15,-2-1-28 0,2 3-28 0,0 0-39 16,-3 1-28-16,2 2-29 0,-1 2-29 0,0-1-23 15,2 2-17-15,-1 3-8 0,-1 0-7 0,2 1 19 16,0 5 14-16,0 1 17 0,2 0 28 0,-2 4 7 16,0 2-2-16,0 3-17 0,0 1-6 0,0 0-18 15,-2 2-29-15,2 2-17 16,-3 2-12-16,1 1-10 0,2 1-14 0,-3 2-4 0,0 2 2 0,1-1 1 16,1 1 1-16,-1 1 2 0,2-1 2 15,-1 1-2 1,1-1-4-16,0 2-4 0,0-1 3 0,-2 1-3 15,2 0 7-15,0 3 4 0,-2-3-2 16,2 2 0-16,0-1 0 0,-2 2 0 0,0-1-10 16,2 2-5-16,0 1-2 0,-2 1 1 0,2-1 0 15,-3 2 1-15,2-3 1 0,-1 2 1 0,0 0 0 16,-1-2-2-16,2 2-2 0,-3 1-1 0,3-3-1 16,-4 1-1-16,3 2-2 0,-2 0 0 0,1-1 2 15,0-1 2-15,1 0 0 0,0 0 0 0,1-1 3 16,-1 0 1-16,2-1-4 0,0-1 0 15,0 1-1-15,0-3 0 0,-1 0-1 0,1 1-1 16,-2-1 1-16,2-2-2 0,0 0 0 0,-2-2 1 16,2 1-1-16,-3 0 2 0,3-3 1 0,-2 2 1 15,1-2 0-15,-1 1-1 0,-2 0 3 0,2 0-1 16,-1 0-1-16,2 0 0 0,-3 2-2 0,1 1 0 16,0-2-3-16,1 2 0 0,-1 3 0 0,1-4 1 15,-1 4 3-15,-1-1-1 16,2-2 11-16,1 1 5 15,-1 1 4-15,1-1 0 0,-1 0-1 0,2 2 1 16,-2 1-8-16,2 0-6 0,0 1-2 16,0 1-1-16,2-1-3 0,-2 1 0 0,0-1 0 0,3-1 3 15,-3 2-1-15,3-1 2 0,-1 1 7 16,1 1 7-16,-2 1 1 0,2 2 2 0,-1 4-2 16,1-3 1-16,-1 4-7 0,1 0-5 0,2 1-3 15,-2 0 0-15,0 0 1 0,-1-1 0 0,2 0 0 16,-1 0 0-16,2 0 1 0,-3 1-1 0,1-3-2 15,0 0-1-15,-1 0-1 0,1-2-1 0,-1 1-1 16,1-4-1-16,1 0 0 0,-2 1 0 0,1-1 2 16,-1-3 2-16,1 4 0 0,-1 0 1 15,-1 1 0-15,2 3-1 16,-1 4-2-16,0 1 0 0,-1 2-1 0,1 4-3 0,-1 1 2 0,1 2 1 16,-2 2 0-16,0 1 0 0,0 3 3 0,0 0-1 15,0 1-1 1,-2 1-2-16,-1-2-2 0,2 0 1 15,-1-3 1-15,-1-1 1 0,0-1 1 0,-1 0 2 16,1 0-1-16,-2-1 0 0,1 1-2 0,1-5-2 16,-2 0-1-16,2-2-1 0,-2-4 1 0,3-3 0 15,-3-5 2-15,2-2 1 0,2-6 0 16,-4-4 1-16,4-5-1 0,-1-10-7 0,1-3-13 16,-1-6-21-16,2-8-37 0,-3-5-73 0,-2-9-84 0,-2-8-148 15,-3-8-220-15,-3-12-307 0,-3-11-319 16,-3-10-204-16,-5-13 2 0,-4-13 532 0</inkml:trace>
  <inkml:trace contextRef="#ctx0" brushRef="#br0" timeOffset="14466.75">9793 2933 184 0,'1'2'514'16,"1"-2"292"-16,1-2 188 0,-1 1-147 0,-2 0-192 16,2-3-150-16,-1 0-108 0,1 0-74 0,-1-2-40 0,4-3-23 15,-1-1-14-15,1-2-19 0,0-6-18 0,3 0-23 16,1-1-30-1,-1-4-36-15,0 0-37 0,2-4-25 0,1-1-14 0,-2 2-8 0,1 0-7 0,2 2-14 32,-4 1-3-32,0 4-3 0,0 3-2 0,-2 1-2 15,1 2-1-15,-1 6 8 0,-1 1 1 0,1 3 4 0,-1 1 4 16,0 4 4-16,-1 2 0 0,1 4-2 0,0 3-2 16,1 2-4-16,0 2-5 0,-1 3-2 15,0 0-4-15,0 4-3 0,0-3-2 0,1 1 0 0,-2 3-2 16,3 0-1-16,-1-1 7 0,-1 2 2 0,3-1-9 15,-2-1-43-15,-1 1-74 16,0-3-134-16,-2 0-254 0,3 0-306 0,0-1-365 0,-1-1-346 0,0-1-80 16,1 2 562-16</inkml:trace>
  <inkml:trace contextRef="#ctx0" brushRef="#br0" timeOffset="17065.16">9791 10824 94 0,'-3'8'323'16,"-2"2"163"-16,2-3 140 0,-1 2-106 0,0-3-120 15,3 2-53-15,-1-2-7 0,1 0 17 0,-1-1 3 0,2 0-13 0,0-2-32 31,0 0-47-31,2 0-48 0,-2 0-46 0,1-2-43 16,-1 1-32-16,2 0-15 0,-1-1-14 16,1 1-10-16,1 1-1 0,3-1 1 0,-1 3-4 15,1-1-10-15,3 1-4 0,0-1-6 0,0 2-15 16,1-2-6-16,4 0 58 0,0 2 33 0,2 1 14 16,0-3 6-16,3 2 2 0,-2-2-5 15,2 0-45-15,3 1-32 0,-1 0-18 0,4-3-9 16,-1 3-5-16,1-5-4 0,3 2-5 0,-1 3-3 15,-1-5 1-15,1 1-3 0,1-1 3 16,1 0-2-16,-1 0 0 0,2 0-2 0,0 0 0 0,2 0-2 16,-1 0-2-16,1 1 18 0,3-1 14 0,-2 0 10 15,2 0 6-15,1 1 3 0,0 2 3 0,-1-3-13 16,3 4-13-16,0-2-7 0,0 0-4 16,3 3-3-16,-1-2-2 0,4 1-3 0,-1-1 0 15,0 3-4 1,2-1-1-16,0-1-1 0,0 2-3 0,1-1 0 15,3-1 0-15,-3 0-2 0,3 1 2 0,0-3 2 0,0 3 2 0,0-2 1 0,2 0 3 32,1-1 4-32,2 2-1 0,1-3 2 0,-1 0-3 15,3 2 0-15,0-1-4 0,-2 1-1 0,3-2-4 16,-1 2-3-16,3 0-1 0,-4 1 1 0,4 0 3 16,0-1 4-16,0 1 2 0,0-1 3 15,2 0 0-15,1 2 0 0,1-2-1 0,-1 0-4 16,0 1-1-16,0-1-2 0,-1-1-2 0,2 3-1 0,-2-3 1 15,1-1 2-15,-1 2 3 0,-2 1 3 16,3-2 4-16,1-1-1 0,-3-1 0 0,4 0 0 16,0 0-3-16,-2 0-3 0,2-1-2 0,-2-3-1 15,2 2-2-15,0-2 0 0,-2-1 2 16,2-1 4-16,1 1 2 0,-1-1 1 0,0-2 1 0,2-1 3 16,-1 2-3-16,1-2-1 0,-1 1-3 0,0 0 0 15,-1 2-3-15,-2-1-4 0,0 2 1 0,1 0 0 16,-3 2 3-16,-1-1 3 0,0 3 2 15,2 0 2 1,-2-1 0-16,2 0-1 0,-1 2-1 0,-1 0-2 16,2 0-1-16,-3 0-2 0,1 0-1 15,-1 0-2-15,-1-1 2 0,2 1 1 0,-3-2 1 16,3 2 5-16,-2 0-1 0,1-1 2 0,-1 1-2 16,2-1 1-16,-1 1-2 0,1 0-1 0,-3 0 0 15,3 1-1-15,-1-1 0 0,-1 1-3 0,-1 1-1 16,2-1 0-16,-3 1 3 0,1 1 0 0,-1-2 1 15,-1 3 0-15,4-3 4 0,-2 1-1 16,3-1 0-16,-4 1-1 0,4-4-1 0,-3 1 0 16,1-1-3-16,-1 1 0 0,-1-3-1 0,1 2 2 0,0-2 1 15,-2 1 0-15,-1 1 2 0,0-1 1 16,3 0 2-16,-2 0-2 0,2 1 0 0,-1 1 1 16,2-1-2-16,1 2-1 0,-3 0-3 0,1 0 1 15,0 2-3-15,0-1 0 0,-1-1 0 16,1 2 1-16,-2 0 1 0,2-2 2 0,-4 0 2 0,1 0 0 31,3-2 2-31,-2 0 0 0,2 1 0 0,0-1-2 16,-3 1 1-16,2-1-1 0,-1 1-1 0,0-1-3 15,-1 2 0-15,-2 0 0 0,0 0 12 16,2 2 7-16,-3-1 4 0,1 1 5 0,-2 1 1 16,1-2 0-16,1 3-8 0,0-2-9 0,-1 1-3 15,3 0-2-15,-2 0-1 0,-3 0-2 0,3 0-1 16,-2 0-1-16,0 0-2 0,0 0 0 0,-1 0-1 15,-3 2 0-15,1-2 2 0,-1-1 0 0,0 3 2 16,-2-1 0-16,-1 0 1 0,3-1 1 0,-2 0 1 16,0 1-1-16,3-1 1 0,-2 2-1 0,0-2-1 15,0 1-1-15,-2 1-1 0,0-1-1 16,-1 1-2-16,1-3 0 0,0 3 0 0,-4 0 0 16,3-3 0-16,-2 3 0 0,-2-1 2 0,2 0 1 15,-3-2 2-15,2 1-1 0,-3 1 1 0,2-1 1 0,-1-2 0 31,-1 2-2-31,3-3 1 0,-1 2-1 16,0-1 0-16,2 1 0 0,-1-2-1 0,1 0 0 16,0 1-1-16,-2-1 1 0,1 2 0 0,-1-2 0 15,0 1 0-15,0-1-1 0,1 0 0 0,-1 0 1 16,-1 0-1-16,1 0 1 0,1-1 2 0,-1 1-1 16,-2-2 0-16,3 1 0 0,1-1 1 15,-2 1 1-15,2-1-3 0,1 1 3 0,2-1-2 16,-2 1 1-16,1 0-1 0,1 1 0 0,-1-4 1 15,1 2-2-15,-1-1 0 0,-1 2 0 0,1 1-1 16,0-1-1-16,2 0 0 0,-5-2 3 0,4 1 1 16,0 2 0-16,-2 0 0 0,0-2 3 0,3-1-2 15,-1 1 0-15,0 0-1 0,1-1 2 0,-1 1-1 16,2-1-2-16,-2 1 0 0,1 0 0 16,-2 0 0-16,0 0-1 0,1 1 1 0,-2-1 0 15,0 1 10-15,0 0 5 0,0-1 1 0,1 2 3 16,-2 0 0-16,0-1 2 0,0-1-9 0,1 1-5 31,-2 0-1-31,3-1-2 0,-2 0-1 0,3 1 0 16,-1-1-1-16,1-1 0 0,0 2-2 0,1-2 0 15,-2 1-1-15,1-1-1 0,-1 1 0 0,-1 0 1 16,0 0 0-16,2 0 0 0,0-1 0 0,-4 3 1 16,4-1 0-16,-2 0 1 0,0 0 2 15,2 1 0-15,-2 0 7 0,3-3 3 0,0 3 1 16,2-2 1-16,-1 2 0 0,1 0-1 0,1 0-6 15,0 0-3-15,-1 0-2 0,1 0-1 0,-1 0-1 16,2 0-2-16,-1 0 0 0,2 0 0 0,-3 0 0 16,3 0 2-16,-1 0 1 0,2 0 0 0,1-2 2 15,0 2 0-15,1-1-1 0,3-1-2 16,-3 0 0-16,4 0 1 0,-1 0-2 0,-2 1 1 16,1-2 0-16,-1 1-1 0,0 0 0 0,1 1-1 15,-3 0 2-15,1-3-1 0,0 3 1 0,-1-1 2 16,1 1 1-16,-2 0-1 0,1 1 1 0,1-2 0 31,-2 2 0-31,1-1 0 0,-2-1-1 0,0 2 1 16,-3 0-1-16,0-1 0 0,-3 1 0 0,0 0-1 15,-1 0 0-15,-1 0 0 0,-3 1 0 0,0-1 2 16,0 0 1-16,-3 3 3 0,1-3-1 0,-3 2 1 16,2-1-1-16,-2 0-1 0,1 1-1 0,-3-1-2 15,4-1 0-15,-4 2 0 0,-1-2-1 16,-1 2-1-16,1-2 1 0,-3 0-1 0,0-2 0 0,-3 2-2 15,1-2 1-15,-6 2 0 0,0-1-1 16,0 1 0-16,-5-2 0 0,0 2 0 0,-4 0 0 16,-1-1 0-16,-2 1 0 0,0 0 0 0,-4 0 0 15,2 0 1-15,-5 0 0 0,3 0 1 0,-3-1 0 16,-3 1 1-16,3 0-1 0,-3-2 0 0,-2 2-2 16,2 0-1-16,-3-3-1 0,0 3-4 0,-2-1-7 15,0 0-18-15,-3-1-33 0,0 0-79 16,-5-1-121-16,-2 0-231 0,1 0-299 0,-1 1-362 0,0-2-398 31,-1 0-135-31,3-3 474 0,-1 4 767 16</inkml:trace>
  <inkml:trace contextRef="#ctx0" brushRef="#br0" timeOffset="17397.31">26851 10725 154 0,'-5'3'756'0,"2"0"438"16,2 0 59-16,1-2-160 0,0 1-423 15,4-1-281-15,1 1-133 0,7-1-65 0,0-1-28 0,2 0-24 0,3 0 15 16,4 0-21-16,1 0-25 0,4 0-18 16,-1 0-11-16,-3 0-3 0,4 3-30 0,-4-1-20 15,-1 1-10-15,-3 3 9 0,-1-2 6 0,-2 4 11 0,-3-1 14 16,-5 3 8-16,-3 1 10 0,0 3-5 15,-4 1 0-15,-4 0-10 0,-2 3-9 0,-5 1-9 32,-2 2-11-32,-1 1-8 0,-3 3-9 0,-4 0-4 15,2 0-5-15,-1 3-2 0,-2-2-2 0,2 0-1 16,3-2-2-16,3-3-8 0,-2-3-25 0,7-2-75 16,1-3-91-16,2-3-172 0,2-5-288 0,6-2-336 15,2-2-387-15,4-2-203 0,0-4 164 0,5 2 713 16</inkml:trace>
  <inkml:trace contextRef="#ctx0" brushRef="#br0" timeOffset="18281.24">26880 11742 321 0,'0'-5'761'15,"-2"1"346"-15,0 1 66 0,1-2-294 0,1 2-272 16,0 0-190-16,1-1-113 0,3 1-50 0,1 0-19 0,3-2-25 0,2 2-3 16,3-1-15-16,2 0-29 0,3-2-29 0,3 3-32 15,0 1-16-15,2 1-28 0,2 1-10 0,2 0-6 16,-2 0-8-16,0 2-3 0,-2 2-5 0,-1 2 2 31,0 1 2-31,-4 2-6 0,1 1 1 0,-6 2 1 16,0 3 6-16,-4 1 1 0,-3 6 4 0,-4-1 1 15,-2 0-1-15,-5 6 1 0,-2 0-3 16,-2 0-1-16,-4 1-2 0,-1 1-2 0,-2 2-3 16,-1 0-5-16,-1 1-3 0,0-1-5 0,2 0-4 15,-2-1-2-15,6-3-2 0,0-1-1 0,2 0-1 16,5-3-1-16,0-1-3 0,3-2 0 0,6 0-2 15,0-4-1-15,4-3-1 0,3 1-2 0,2-5 1 16,3-2-1-16,0-2-8 0,2-5-10 0,3-3-18 16,1-6-20-16,3-1-46 0,2-7-75 0,0-3-66 15,0-2-71-15,0-3-91 0,2-1-104 0,-2-4-59 16,-1 5 26-16,0 0 33 0,-1 4 49 16,-6 0 99-16,0 6 118 0,0 2 109 0,-7 6 99 15,1 2 94-15,1 5 108 0,-4 3 105 0,1 3 87 0,-5 4 34 31,0 2-6-31,-1 5-25 0,2 1-18 16,0 1-28-16,0 3-35 0,1 1-36 0,0 0-33 16,1-2-37-16,2-2-29 0,0 1-37 0,5-3-28 15,-2-3-13-15,2-2-9 0,2-3 4 16,0-5-10-16,3-1-10 0,-2-7-4 0,3-5-5 0,2-4-2 16,-2-5-10-16,0-5-5 0,-1-4-3 15,-1-1-2-15,-2-5 1 0,-3-2 0 0,0-3 0 16,-6 3 10-16,-1-2 6 0,-3 0 3 0,-4 2 2 15,-4 2 0-15,-3-2 1 0,-7 5-11 0,0 0-5 16,-5 2 2-16,-3 5 0 0,-1 2 0 0,-3 4-1 16,-2 6 0-16,-2 2-2 0,1 8-6 0,0 2-5 15,1 8-1-15,-1 1-4 0,3 7-3 0,2 0-13 16,1 3-29-16,2 1-71 0,1 3-76 16,2-2-140-16,4 0-225 0,1 0-312 0,2-2-335 0,2 0-221 31,4 0-38-31,0-2 502 0,3-2 580 0</inkml:trace>
  <inkml:trace contextRef="#ctx0" brushRef="#br0" timeOffset="18481.18">27710 12014 183 0,'3'-2'845'0,"-1"0"489"15,-1 2 19-15,1 2-217 0,1-2-446 16,0 2-259-16,2-1-147 0,3 0-90 0,1-1-40 0,3 2-24 15,1-2-13-15,4-2-49 0,1 1-29 0,4-2-15 0,-1-3-11 16,3 0-3-16,-1-3-12 0,4 1-67 16,-4-4-78-16,0 0-167 0,-2 0-285 0,-2-2-306 15,0-3-360-15,-2 4-213 0,-3-1 104 0,0-2 662 16</inkml:trace>
  <inkml:trace contextRef="#ctx0" brushRef="#br0" timeOffset="19797.99">9287 2349 105 0,'0'-5'641'0,"-3"0"452"0,1 4 149 0,1-2-109 0,-1 1-386 15,2 1-238-15,0 1-116 0,0 0-76 16,0 0-54-16,0 1-39 0,0 1-45 0,3 1-58 15,-3 3-53-15,5 0-30 0,-2 7-15 0,0 1-6 16,2 4-12-16,-2 6-4 0,2-1-2 0,1 4-2 16,0 0-5-16,-1 1 0 0,0 0 7 0,0 2 1 15,0-2 5-15,-1-1 5 0,2-1 2 0,-1-1 0 16,-2-3 0-16,1 0-1 0,-1-2-19 0,0-3-55 16,-1-1-60-16,-2-2-84 0,-2-4-166 0,0 0-285 15,-1-3-311-15,0-3-260 0,0-2-193 0,-4-4 141 31,1-2 602-31</inkml:trace>
  <inkml:trace contextRef="#ctx0" brushRef="#br0" timeOffset="20081.23">9058 2304 172 0,'3'4'669'0,"0"1"343"16,0-2 81-16,5 1-86 0,-2 2-388 0,4 0-253 16,1 1-121-16,2 0-49 0,1 1-26 0,3 1-37 15,2-2-46-15,0 0-26 0,3-2-18 0,0-1-19 16,-1-1-11-16,1-1-2 0,2-2-4 0,-2-2-4 16,-1 1 0-16,-1-2 1 0,2-2-1 0,-3 1-6 15,0-2 1-15,-3-1 0 0,3 1 0 0,-5-1 0 16,0 1-1-1,-1 0 1-15,-2 1-9 0,-3 3-19 0,-2-2-61 16,-4 3-136-16,-2 1-209 0,0 1-285 16,-5 4-262-16,-1 1-229 0,-5 2 30 0,1 0 428 15</inkml:trace>
  <inkml:trace contextRef="#ctx0" brushRef="#br0" timeOffset="20330.21">9110 2985 375 0,'1'15'847'0,"-1"-2"276"15,2 0-8-15,0-1-259 0,2-2-323 16,1 2-203-16,3-3-98 0,0 1-49 0,3-1-26 0,1-1-33 16,4-1-34-16,0-1-29 0,3-1-26 0,3-4-13 15,0-1-8-15,1-2-5 0,2-2 0 0,0-3-2 31,0-1-6-31,-1-3-1 0,0-1-3 0,1 2-3 0,-1-3-28 0,-1 1-69 0,-5-3-161 0,1 4-299 32,-3-1-267-32,1 3-288 0,-4 2-204 0,1 2 149 15,-3 4 563-15</inkml:trace>
  <inkml:trace contextRef="#ctx0" brushRef="#br0" timeOffset="26579.21">10653 10199 182 0,'0'0'278'0,"0"1"63"0,0 0-30 0,0-1-55 15,2 2-52-15,-1-2-45 0,-1 0-29 16,2 1-26-16,-2-1-6 16,1 2 0-16,-1-2 8 0,0 0 11 0,2 0 12 0,-2 0 18 0,0 0 17 15,2 0 17-15,-1 1 21 0,1 1 3 0,-1-1 26 16,5 1 8-16,-3-1-11 0,4 4 14 0,-1-2-12 31,2 2-22-31,3 0-37 0,0 1-6 0,2 0-1 16,1 0-43-16,2 2-23 0,3-3-13 0,1 5-8 15,1-3-29-15,3-1-21 0,1 2 22 16,2-2 29-16,3-2 16 0,0 0 2 0,3 0-1 16,-1-2 3-16,0-2-27 0,2 0-35 0,0-2-16 15,1-3-8-15,1 0-2 0,1-2-9 0,0-2-1 16,-1 0 4-16,3-3 0 0,-3 2 8 0,1-2-1 15,0 0 5-15,-1-2 3 0,1 2-5 0,-1 1 0 16,0-2-7-16,-1 0-1 0,0-1-1 16,-2 1-5-16,0-1 0 0,-3 0 2 0,2-4 0 15,-3 2 0-15,-3-3 4 0,1 1 0 0,-3-4 2 16,2 2-7-16,-5-3 2 0,1-2 4 0,-2 0 0 16,-1-1-2-16,-1 0 0 0,0-7 3 0,-2 2-1 15,0-4-3-15,-1-1 1 0,-2-3 9 0,1-1 25 16,-3-5 11-1,1-2 5-15,0-2 4 0,-1-2-5 0,-1-5-9 0,0-1-19 0,0-4-10 0,-2-2-7 32,1-3-3-32,-1 0 0 0,-1-3 1 15,-1 0-1-15,3 0-4 0,-4 1-2 0,0-1 4 16,1 2 0-16,-2-2-3 0,0 0-2 0,-2 0 2 16,1-2 0-16,0 1-2 0,-1-2-2 0,-1 0 1 15,1-3 1-15,-1 1-1 0,-1 1 0 0,-1-1 2 16,-1 1 1-16,2 1-1 0,0 1 2 0,-1 0 0 15,1 2 1-15,-2 1-4 0,2 0-1 0,2 2 2 16,-1 2-3-16,-1 1 0 0,3 0-1 0,1-1 5 16,0 2-1-16,0-1 2 0,1-2 1 15,2-1 1-15,-1-1 1 0,1-4-6 0,3-1 1 0,-3-3-4 16,4-1 0-16,-1-1 1 16,4-1 5-16,-1-2 2 0,1 0-2 0,0-3 2 0,-1 1 0 0,3 0-3 15,-2-1-6 1,3 0-3-16,-1 1 4 0,3-1 4 15,-2 3 0-15,1-1 3 0,2 4 2 0,-2 0 3 16,2 2-3-16,2 3-5 0,-4 3-3 16,4 3-3-16,-2 2-3 0,0 4 2 0,-2 3 0 15,1 4 5-15,-3 4 3 0,1 2 4 0,-2 5 0 16,0 1-1-16,-2 7 1 0,-1 3-2 0,-2 2-3 16,2 6-3-16,-4 3 3 0,1 3-2 0,-3 4 0 15,-1 1-3-15,2 5 3 0,-3-2-1 16,2 5 0-16,-1 1 3 0,1 2-3 0,-1 2 3 0,0 0 0 15,1 3 2-15,-1 3-5 0,1 1-1 16,-1 2 2-16,2 4-2 0,-1 1 0 0,1 2-1 16,2 2 0-16,-1 2 1 0,2 1-1 0,0 2 2 15,0 2 1-15,2 2 7 0,-2 1 0 0,2 2 4 16,-1 3 1-16,2 1 2 0,-2 1-1 0,0 3-1 16,4 1 3-16,-3 0-4 0,-1 0-2 15,2 2 1-15,-1 2-4 0,0-1-1 0,1 4-1 0,-3 0-1 16,0 3 4-16,1 0 11 15,-3 0 8-15,0 3 3 0,-2 0 3 0,3-2 1 0,-4 4-2 0,1-1-12 32,-1 2-6-32,-2-1-5 0,1 0 6 15,0 2 4-15,-2 1 3 0,-1 0 2 0,2-1 1 16,-1 0 3-16,0 2-8 0,-1 1-5 0,1 0-3 16,-1 1-2-16,1 1-3 0,-2 1-4 0,2 0 0 15,-1 3 0-15,-1-2-2 0,0 2 2 0,0 0 1 16,0-1 2-16,0-1-1 0,0 3 1 0,0-2 1 15,0 3-1-15,0-4-1 0,0 4-2 0,0-4 0 16,2 1-1-16,-2-1 0 0,2-1 0 0,-2 0 0 16,1-3 2-16,1 0 0 0,-1-3 3 15,2 1-4-15,0-5 1 0,0 1 0 0,1-1-1 16,0 0-1-16,0-3 0 0,1 0-1 16,-2-3 2-16,0 3 0 0,4-2 0 0,-3 0 1 0,1-1-2 15,-1-2 2-15,0 3 0 0,0-3 1 0,-2-1-1 16,2 0-1-16,1 0 3 0,-2-2-2 0,1 0 1 31,-3-2-1-31,4 1-1 0,-2-2 0 0,0-1 0 16,3-3-1-16,-3 1-1 0,2-1 0 0,0-2 1 15,-2-2 0-15,2 0 1 0,0 0 0 16,-1-3 1-16,1 1 0 0,0-3-1 0,0 0 1 0,-2 0-1 16,0-1 0-16,2-1 0 0,-2 2 1 15,2-3 1-15,-2 1 0 0,0-1 0 0,0-2 0 0,0-1 0 16,2-1-2-16,-1 1 0 0,0-2-1 15,2 0-1-15,-1-2 2 0,1 2 1 0,1-3 0 16,-1 2-1-16,2-1 2 16,0 0-2-16,-2 2 0 0,2-2-1 0,3 0 1 0,-3 1-1 15,2 1 0-15,0-2 0 0,0 2 0 0,1 0 1 0,0 0-2 16,2-1 0-16,-2-1 0 0,2 1 0 16,0-3-1-16,0 3 0 0,0-2 1 0,1 0 0 15,-1-1 1-15,3 0 0 0,-2-1 1 0,-1 2 0 16,4-2 0-1,-4 1 0-15,4-2 1 0,-1 0-1 0,0 0 0 0,-2 0 0 0,3-2 0 0,1 1 0 32,-2-2-1-32,1 1 1 0,-1-1 1 0,1 2 1 15,-1-3-1-15,3 1 0 0,-3-1 0 0,1 0 0 16,2-1 0-16,-1 1 0 0,0-2 0 0,0 0 0 16,3 0 0-16,-1 1-2 0,-1-5 0 0,3 5 0 15,0-1 2-15,-1 0-1 0,3 0 0 16,-1-1 2-16,1 1-1 0,-2 1 0 0,4-1-1 15,-1 0 2-15,0 0-1 0,0 1-1 0,-1 0 1 16,2 0-1-16,-3 1 0 0,4-2-1 0,-2 1 1 16,0-1-1-16,1 2-1 0,1-1-2 0,0-1 3 15,-1 1-1-15,3-1-1 0,-1 1 3 0,1-1 1 16,-1-1 0-16,1 1 0 16,-1 0 0-16,-1-4 1 0,3 3-2 0,0-2 0 0,0 0 3 15,0 0-2-15,1 0 1 0,0 0 0 0,2-2-1 0,-1 1 2 16,0-1-2-16,2 0-1 0,-2-1-1 15,-1 0 2-15,1 0-2 0,-1 0-1 0,0 0 1 32,-1 0 0-32,0 0 1 0,0 0-3 0,-3 0 1 15,1 2-1-15,1 0 3 0,-2-2-1 0,-1 1 0 16,1 0 1-16,0 1 2 0,0-2 0 0,-3 2-1 16,1-1-1-16,2 0 0 0,-2-1 1 0,0 0-1 15,2 0 1-15,0 0 0 0,-3-1 0 0,5 1 0 16,-3-1 1-16,1-1-1 0,0-1-1 0,1 2 0 15,-1-1 1-15,-1 0 0 0,2 0-1 16,-1 0 0-16,-2 1-1 0,2-1 1 16,-2 1-1-16,1-1 0 0,-2 1 0 0,1-2-1 0,0 1 0 15,0-1 0-15,1-1 2 0,-4 1-2 0,3-2 1 16,0 1 1-16,-1-3 0 0,1 3 2 0,-2-2-2 16,2-1 1-16,-1 1 0 0,1-2 0 0,0 1 0 15,-1-1-2-15,1 2 0 0,1-1 1 0,-1 0-1 16,2-3 1-1,-1 1 0-15,0-2 0 0,1 1 1 0,0-2-2 0,1-3 1 16,-1 1 0-16,0-4 0 0,0 0 1 16,-3-2 0-16,3-2 1 0,-6-1-1 0,3-1 1 15,-3-4-1-15,1 0 0 16,-2 0 1-16,-2-4-1 0,-1-2 0 0,-2-2 0 16,0 0-1-16,-3-3 1 0,1 0-1 0,-3-2-1 15,-2-1-1-15,1 1 2 0,-1 0-1 0,-3 0 0 0,2 1 0 0,-3-2 1 16,1 1 1-1,-2 2-1-15,0-4 1 0,2 4 0 0,-2-2-1 0,2 1 1 16,-2-3-1-16,2 0 0 0,2-2-1 16,2 0 1-16,-1-3 1 0,2 0-2 0,2-1 1 15,2-3-1-15,2 3-2 0,-2-2 2 0,5 1 2 16,1-1 1-16,0 2 2 0,3-1-1 16,2 1 2-16,2 2-1 0,2-2-2 0,1 3-1 0,0 3-1 15,3-3 1-15,2 6 2 0,0-1-3 16,3 2 0-16,-2 3-1 0,5 2 0 0,-3-1-2 0,2 6-1 15,-4-1 2-15,3 5 0 0,-1 5 0 16,-1-1 2-16,-1 4 1 0,-1 5-1 0,-2 1 1 31,2 5 1-31,-4 3 5 0,1 2 1 0,-4 2 4 16,2 3 2-16,-4 4 0 0,1 1 1 0,-2 2-2 16,0 4-1-16,-1 2 0 0,-3 0 0 0,1 4 0 15,-2 1 2-15,1 1-1 0,-1 3 0 0,1 1 0 16,-3 1 0-16,0 1-2 0,3 1 0 0,-5 1-1 15,1 2-2-15,-1 0-1 0,0 1-1 0,0 2 0 16,-2 0 0-16,0 1-1 16,0 0 1-16,-1-1 0 0,-2 2 0 0,3-2 1 15,-3 3-1-15,2-2 0 0,-4 1-1 0,3-1-1 0,-2 2-1 16,0-1 1-16,-2 0-1 0,0 1 0 0,3-1-1 16,-5 1 1-16,2 0-2 0,0-3 0 0,0 3 0 15,-2-3 0-15,-1 3-1 0,3-5 2 0,-2 1 0 16,0 0 1-16,-1-2 0 15,2 0 0-15,-1-1 0 0,2-1-1 0,-2 0 0 0,-1-2-1 0,1-1 1 16,1-1-1-16,0 0 0 0,0-2-1 16,-1-2 1-1,2-1 0-15,0 2-1 0,-2-2 1 16,2-3-1-16,0 2 0 0,-1-2 0 0,2-2 0 16,-1 1-1-16,-2-1 0 0,3 1 0 0,-1-2 0 15,-1 0-1-15,-1 0 1 0,2 0-1 0,0 0 1 16,-2-2 0-16,2 1 0 0,-1 0 2 0,0-1-1 15,1-1 0-15,-1 0 0 0,-1 1 0 0,2-2-1 16,-2 0 1-16,2-1 0 0,-1 0 0 0,2-1 0 16,-3-1 0-16,1-2 0 0,-3 0-1 0,4 1-1 15,-2-2 2-15,1-2 0 0,-1 1-1 0,1 0 2 16,-1-1-1-16,2 0 0 16,0 0 0-16,-2 0 1 0,0 1 0 0,4-1-1 0,-2 1 1 15,0-1 0-15,1 1 0 0,0 1 0 0,1-2-1 16,0 2 1-1,0-2-1-15,0 1 0 0,1 1 1 0,3-4-1 0,-2 4 0 0,0-1 1 0,1-3 0 32,-2 2 0-32,5-2-1 0,-2 2 1 0,2-3 0 15,-4 0-1-15,6 1 0 0,-4-2 0 0,3 0 0 16,-1 0 0-16,2 0-1 0,-1 0 0 16,-1 0 1-16,3-2-1 0,-2 1 0 0,2 0 0 0,-1-1 0 15,2 0 0-15,0 0 0 0,1 0 0 16,1 0 0-16,0 0 1 0,0 2-1 0,-1 0-1 15,3-3 0-15,-1 3 1 0,1 3 1 0,-1-3 0 16,-2 2 1-16,3 0 0 0,1 0 2 16,-2 0-1-16,0 2-1 0,3-2 1 0,-3 3-1 0,1-2-1 15,2 1 2-15,-1-1-1 0,0 0 0 0,0 2 0 16,-1-3-1-16,3 3 1 0,-2 0-1 0,2-3 1 16,-2 2-1-16,0 0 0 0,0-1 0 15,-2-1 0-15,2 2 0 0,-1-2-1 0,0 0 1 16,-2 1 0-16,3-3 0 0,-3 0-1 15,2 2 0-15,-2 0 0 0,0-2-1 0,4 0 1 0,-3 0 0 16,-2 0-1-16,3-2 2 0,-1 2 1 0,-1-2-1 31,-1 2 0-31,3 0 1 0,-2 0 0 0,0-3 0 16,0 3 0-16,0 0 0 0,0 0-1 0,2 0 0 16,-2 0 1-16,2 0 0 0,0 0 0 0,-4 3 0 15,4-3 0-15,0 0 0 0,-1 0 0 0,-2 0-1 16,3 0 0-16,-1 2-1 0,-1-2 1 15,-1 2-1-15,1-2 1 0,-1 0 0 0,0 2 0 16,-3-2 0-16,3 0 0 0,-2 0-1 0,1 1 1 16,-2-1-1-16,1 0 0 0,1 0 1 0,-2-1-1 15,1 1 0-15,-3 0 0 0,2-2 0 0,1 2 0 16,-3 0-1-16,1-2 1 16,1 2-1-16,-1 0 1 0,-1 0 0 0,2 0 2 0,-4 2-1 0,3 0 0 15,-1-1 1-15,3 0 0 0,-2 3 0 0,-1-2 0 16,3 3 0-16,-3-2 1 0,5 0 0 0,-3 1 0 15,2 1-1-15,-2-2 0 0,3-1 0 0,-2 2-1 32,5-2 1-32,-5 0-1 0,5 1 0 15,-2-3 0-15,1 1 1 0,1-1-1 0,2 0 0 16,-3 0 0-16,2 0-1 0,-1-1 1 0,0 0-1 16,0-1 0-16,-1-1 1 0,2-2 0 0,-4 1 0 15,3 0-2-15,-1-4 1 0,-1 1 0 0,-4-2-1 16,3-1 0-16,-1 0 1 0,-2-3-2 0,-3-1 2 15,1-1-1-15,-2 1 0 0,1-3 2 0,-6 0-1 16,4 1 2-16,-5-2-1 16,-2 0 2-16,2-2-2 0,-4 1 1 0,1-2 1 0,-3-2-1 15,0-2 1-15,-1 0-1 0,1-5 0 0,-2 1 0 16,1-3 0-16,-1-1-1 0,0-3-1 0,0 0 1 16,2-3-1-16,-2 0 0 0,2-1-2 0,-1-1 1 15,2-2-1-15,2 0 1 0,-1 2 0 0,1-2 2 16,3 0 1-16,0 1 1 15,3 2 1-15,0-2-1 16,1 1 1-16,2 1-1 0,0-1 0 0,5 2-1 16,0 0 0-16,2 1 0 0,1 0-1 0,-1 1 0 15,5 0-1-15,-2 1 0 0,3 0 0 16,1 2-1-16,0-1 0 0,2 1 1 0,1-1 0 16,-1 2 2-16,0 0-1 0,0 1 1 15,0-1 1-15,0-1-1 0,1 3-1 0,-1 1 0 0,0 0 0 16,0 0-1-16,0 4 1 0,0 1-1 0,-1-1 1 15,-1 3-1-15,-2 1 0 0,-1 0 1 0,2 1 0 16,-2 1 1-16,0 2-1 0,1 1 0 0,-2-2 1 16,1 3-1-16,0-2 1 0,0 2-1 0,1-1 0 15,-4 2 0-15,3 0 1 0,-1 0 0 0,-1 2-1 16,3 0 0-16,-5 0 0 16,2 2 0-16,-1 2-1 0,-3 1 0 0,3 0 1 15,-3-1-1-15,1 2 1 0,-2 1 0 0,-2 2 0 16,2 0 0-16,0 1-1 0,-2 0 1 0,2 0-1 0,-4 1 1 15,2 1 0-15,0-1 0 0,-1 2 0 0,0 2 0 32,0-1-1-32,0 1 0 0,0 1 0 0,0 0 0 15,0-2 0-15,-2 3 0 0,2 0 0 0,0 2 0 16,0-1 1-16,-1 1 1 0,-1-2-2 16,2 3 2-16,-2 1-1 0,1-1 2 0,-1 0 0 0,1 1-1 15,-1 1 1-15,-1-1 0 0,1 0 0 16,0 1 0-16,1-1-1 0,-2 1 0 0,1-1 0 15,1 0 0-15,1 2 0 0,-1 0-1 0,-1 0 0 0,2 0 1 16,-2 0 0-16,1 3 0 16,-1-4 0-16,1 4 1 0,-1 0 0 0,-4 0-1 0,5 3 1 15,-3-3-1-15,1 2 0 0,-2 0 0 0,2 1-1 16,-3-2 0-16,4 1 0 0,-4 0 0 16,4 0 0-16,-4 1 0 0,3-2 2 0,-2 1-2 0,0 0 1 15,0 0-1-15,0 1 0 0,2 1 0 0,-4 0 0 16,2-1 0-16,0 0 0 15,0 3 0-15,0-1 2 0,0 0-1 0,0 1 1 0,-1-1 0 16,0 1 1-16,-1 0 0 0,4 0 0 0,-3 1 0 16,0-1-1-16,0 1 0 0,0 0 0 15,-1 1 0 1,0-2 0-16,0 1-1 0,1 3 1 0,-3-3 0 16,2 1 0-16,0 0 0 0,0 0 0 15,-2 0-1-15,2 1 1 0,-1-1 0 16,0 2-1-16,0-1 1 0,-1-1-1 0,1 2 0 15,-3-1 0-15,1-1 0 0,3 2 0 0,-2-2-1 0,1 1 0 16,-2 1 0-16,-1-2 0 0,2 1 1 16,-1-1-1-16,0-1 0 0,0 3 1 0,0-3 1 0,-1 2-1 15,2-1 1-15,1-2 0 0,-3 1 0 0,1 3 0 16,0-4-1-16,-2 1 0 0,3-1 1 16,-1 0-1-16,0 4 1 0,0-4-2 15,-2 0 0-15,2 1 1 0,1 1-1 0,-2-2 1 0,0 2-1 0,1-1 1 16,-2 0-1-16,2 2 0 0,-4-1 0 15,4-2 0-15,-1 2 0 0,1-1 0 0,-2-1 1 0,2 0 0 32,0-3-1-32,-2 1 0 0,4 0 1 15,-1 0 0-15,-2-2-1 0,1 0 0 0,2 1-1 16,-2-2 0-16,2 1 1 0,-1-2 0 0,1 2 0 0,-1-2 0 16,1-1 0-16,0 2-1 0,0-2 0 15,1 0 0-15,-2 0 0 0,3-3 0 0,-1 1 1 16,0 1 0-16,0-3 0 0,1 1 0 15,0-3 1-15,0 1-1 0,0-2 1 0,1-1-1 0,0 1 0 16,-2-2 0-16,1 0 0 16,0-1 0-16,-1 0 0 0,3 0 0 0,-3-1 0 0,2-1 0 15,1 0 0-15,-3 1 0 0,0-1 0 0,0 2 0 16,1-2 1-16,1 0-1 0,-2 0 1 0,1 0-1 16,-1 0 0-16,0 0-1 0,0 0 1 0,2 0-1 15,-3 0 1-15,1 0 0 0,-2 0 0 0,4-2 0 16,-4 2 0-16,0-1 1 0,2 1-1 15,-3 0 0 1,3 0 1-16,-2 0-1 0,1 0 0 0,-1 0 0 16,2 0 0-16,0 1-1 0,-2-1 1 15,1 2-1-15,2-2 1 0,-1 0-1 0,0 0 1 16,-2 0 0-16,3 0 0 0,-1 0 0 0,2-2-1 16,1 1 1-16,-3 1 0 0,1-3 0 0,-1 1 0 15,5 1 0-15,-5 0 0 0,1-2-1 16,2 1 0-16,-1 1 1 0,0-1-1 0,0-1 1 0,1 2 0 15,1-1-1-15,-2-1 1 0,2 2-1 0,2-1 1 16,-3-1-1-16,0 1 0 0,5 0 1 0,-3-1-2 16,1 0 2-16,0-1-2 0,2 1 1 15,-2 1 1-15,2-4 0 0,-2 4 1 0,2-1 0 0,0 0 1 16,1 0 1-16,-1 0-2 16,-1 0 0-16,2 1 0 0,0 1 0 0,-1-2 0 0,1 1-1 15,-1 2 0-15,1-1 1 0,-1 0 0 0,3-1-1 16,-2 1 1-16,-1 1-1 0,5-2 1 0,-5 1 0 31,3-1-1-31,-1 2 0 0,0-1 1 0,1-1-1 16,-1 1 0-16,0 1 1 0,0-2-1 0,1 2 0 15,-1 0 0-15,0 0 0 0,-1 2 1 16,1-2-1-16,1 1 0 0,0-1 0 0,-3 0 0 16,2 2 0-16,0-2-1 0,2 0 1 0,-1-2-1 15,-1 2 0-15,2-1 0 0,0-1 1 0,-2 0 0 16,3 0 0-16,-2-3-1 0,1 3 1 0,-1-3 0 15,1 2 0-15,-2-1 1 0,0 0 1 0,1 1 0 0,0-1-1 16,-3 2 0-16,2 2 0 16,-2-3-1-16,0 1 0 0,-1 1 0 0,0 0 1 0,-2 1 0 15,-1 0-1-15,0 0 1 0,-3 0-1 0,0 0 1 16,-1 0 0-16,-1 0 0 0,-2 0 0 16,-2 0 0-16,0 0 1 0,0 0-1 0,-2 0 1 15,-1 0-1-15,0 0 0 0,0 0 0 0,-4 0-2 16,1 0 0-16,-4 0-4 0,1 1-6 15,-2 2-13-15,-3 0-19 16,-2 3-54-16,-1-1-84 0,-2 3-161 16,-1-1-271-16,-1 0-322 0,0 2-391 0,-4-1-336 15,1 0 50-15,-3 2 744 0</inkml:trace>
  <inkml:trace contextRef="#ctx0" brushRef="#br0" timeOffset="29104.65">11274 10851 78 0,'5'-7'647'0,"0"3"491"0,-1 1 161 16,0 0-70 0,-3 3-326-16,2 3-311 0,-3 0-178 0,2 3-94 15,-2 1-57-15,0 4-63 0,0 1-64 0,0 5-39 16,-2-1-27-16,2 6-19 0,-3 0-15 0,2 1-11 15,-3 2-8-15,2 2-6 0,0 0-5 16,0 0-3-16,-1-2-3 0,3-1-1 0,-3 1-3 0,3-3-6 16,0 0-22-16,0-1-67 0,-2-1-72 0,-1 1-157 15,-2-1-281-15,0 4-320 0,-2-2-362 16,-1 1-246-16,0 2 32 0,0 2 677 0</inkml:trace>
  <inkml:trace contextRef="#ctx0" brushRef="#br0" timeOffset="29903.09">10824 12264 417 0,'-2'8'913'0,"2"1"295"15,-1-3-26-15,-1-2-301 0,1 0-333 0,-1-1-157 16,2 1-79-16,2-2-51 0,-1 0-33 0,-1 0-28 0,3-4-18 0,2-1-39 15,-2-2-38-15,2-2-22 0,0-7-4 0,1-1-4 16,0-6-13-16,2-4-13 0,0-4-11 0,0-2-5 31,0-4-11-31,3-1-6 0,-2 0-4 0,1 1-2 16,1 3-3-16,-2 1 0 0,-1 6-2 16,0 5 5-16,-2 1 6 0,-1 4 6 0,-2 5 6 15,1 1 5-15,-3 3 4 0,3 3-3 0,-3 0-5 16,1 7-4-16,-1 4-4 0,2 4-6 0,0 3-4 15,-1 4-3-15,-1 5-3 0,1 1-3 0,0 3-2 16,-1 6-1-16,2-1-1 0,-1 2 2 0,0 1 0 16,1 2 0-16,0 0 1 0,0 0 1 0,-1 0 0 15,4 0-1-15,-3-2-2 0,0-3 0 16,1-4-5-16,0-4-6 0,0 0-17 0,-1-8-31 0,0-2-69 16,1-3-74-16,-2-5-128 0,-1-2-190 0,-1-5-308 15,0-6-320-15,2-1-227 0,-2-5-104 0,0-5 390 16,0-2 590-16</inkml:trace>
  <inkml:trace contextRef="#ctx0" brushRef="#br0" timeOffset="30237.65">11146 12121 216 0,'10'11'635'16,"-1"4"314"-16,2 4 146 0,-1 4-145 0,2 2-293 15,1 4-168-15,0 2-64 0,3 3-36 0,1-2-61 16,-1 1-65-16,1-1-50 0,-1-3-59 15,1-1-62-15,-1-4-43 0,1-7-20 0,-2-1-12 16,2-6-6-16,-1-4-3 0,1-6 3 0,-4-6-3 16,3-7 0-16,-5-6-1 0,1-5-2 0,-4-5 2 0,-1-6-5 15,-4-2-1-15,0-2 1 0,-1 0 0 16,-4 1 2-16,-3 1 9 0,-1 4 7 0,-4 0 7 16,-4 2 0-16,-2 5 3 0,-1 0 0 0,-3 3-7 15,-1 2-3-15,-3 5-4 0,1 1-2 16,-1 7-3-16,3 3-2 0,-1 5-1 0,3 5-6 0,0 5-2 15,2 5-3-15,4 4-1 0,1 6-3 0,4 2 0 16,1 1-2-16,4 2-25 0,1 1-56 0,4 4-60 31,1-1-99-31,2-1-166 0,2 3-306 0,2-3-304 16,2 2-243-16,0-4-158 0,6-1 250 16,1-1 576-16</inkml:trace>
  <inkml:trace contextRef="#ctx0" brushRef="#br0" timeOffset="31487.02">25539 10851 25 0,'5'-9'471'0,"-1"-1"434"0,-4 8 259 16,0 0-15-16,-1 5-344 0,-4 5-258 0,2 2-95 0,0 7-78 16,0 1-52-16,-2 3-43 0,0 5-44 0,-1 0-51 15,-2 4-69-15,3 3-45 0,1 2-30 0,-3-1-16 16,2 2-7-16,-1-2-9 0,2 3-3 15,0-2 0-15,-1-1-1 0,2-2-3 0,0 2-2 16,0-4-7-16,0 0-47 0,1-3-69 0,-2-2-93 16,-1 1-166-16,-2-2-302 0,1-3-323 0,-2-1-283 31,-3 0-159-31,2-1 207 0,-3 0 613 0</inkml:trace>
  <inkml:trace contextRef="#ctx0" brushRef="#br0" timeOffset="32103.57">24777 12416 264 0,'3'-5'773'0,"-2"-3"334"0,-1 1 36 0,2-2-204 16,0-1-382-16,1-3-220 0,0-2-118 0,4-3-15 15,-3 1 23-15,6-6 23 0,-1-2-1 0,2 0-18 16,0-2-25-16,4-6-45 0,-3 4-47 0,1-3-40 15,1 1-28-15,0 1-14 0,-1 5-10 0,1 1-7 16,-3 5-6-16,-3 0-2 0,1 8 5 16,-2 0 4-16,-2 5 7 0,0 3 6 0,-2 3 5 0,-2 3 3 15,-1 4-6-15,-1 4-7 0,-1 1-7 32,-1 5-6-32,-2 4-5 0,2 3-3 0,0-1-3 15,-4 7 2-15,6-3 0 0,-5 4-1 0,3 0 1 16,-1 5 1-16,1-3 0 0,2 3-2 0,-1 0-1 15,2-2 0-15,0 2 0 0,2-5-4 0,1-1-8 16,-2-3-34-16,4-7-70 0,3-1-67 0,-4-6-94 16,1-5-156-16,0-4-214 0,0-5-295 0,0-4-207 15,0-3-169-15,1-5 87 0,-2-6 465 0</inkml:trace>
  <inkml:trace contextRef="#ctx0" brushRef="#br0" timeOffset="32337.16">25125 12081 21 0,'6'-6'379'0,"-3"4"290"16,1 2 221-16,-1 5 79 16,3 1-259-16,-2 4-193 0,1 4-128 0,3 0-62 15,-1 1-48-15,4 4-62 0,-3 0-59 16,3 1-44-16,1 1-22 0,1 2-12 0,1-3-11 16,-3 4-2-16,4-1-6 0,-3-1-1 0,-2 2-17 15,-1-1-18-15,0-1-6 0,-4-1-7 0,-1 0-6 16,-1-1-5-16,-3-2 0 0,-3 0 0 0,-1-5-3 15,-1 1-19-15,-2-3-24 0,-1-4-38 16,-2-3-85-16,-4-4-125 0,3-3-154 0,-2-3-229 16,-1-2-262-16,1-3-205 0,-1-4 37 0,3-2 322 15,2-3 374-15</inkml:trace>
  <inkml:trace contextRef="#ctx0" brushRef="#br0" timeOffset="32504.14">25160 12181 183 0,'6'-16'427'0,"0"1"219"16,5 2 169-16,-1 0-148 0,1 1-134 0,3 0-79 15,2 2-45-15,1-1-59 0,2 1-61 0,0-1-66 16,3 0-70-16,0 3-55 0,1-3-40 0,2 1-26 31,0 0-14-31,0 0-10 0,1 1-6 0,-1 2-22 16,1-3-77-16,-1 4-129 0,-2 1-194 16,-1 0-278-16,-1 0-252 0,0 2-163 0,-4 2 114 0,0 0 379 15</inkml:trace>
  <inkml:trace contextRef="#ctx0" brushRef="#br0" timeOffset="32786.62">25765 12075 180 0,'5'27'603'0,"0"3"363"15,-1 2 163-15,1 1-173 0,2 4-285 16,3-1-199-16,0 3-117 0,1-2-74 0,3 0-66 0,1-5-43 16,-1-6-37-16,3-1-31 0,2-8-44 15,0-7-31-15,0-6-5 0,2-6-13 0,-1-6-7 16,-1-7-5-16,0-5 0 0,-1-5 1 0,-4-4-6 15,-1-3 34-15,-1-3 39 0,-4-1 28 0,-3 0 19 16,-4 0 7-16,-1 0 5 0,-3 2-25 0,-3 2-30 16,-7 1-19-1,0 3-18-15,-4 2-11 0,1 2-7 16,-4 3-4-16,-1 4-5 0,-1 4-3 0,-2 3-1 16,1 9-2-16,-1 6-3 0,0 5-18 15,-1 8-47-15,1 7-65 0,1 4-59 0,3 3-113 0,2 4-173 16,0 0-299-16,2 3-257 0,7 1-198 15,-2 1-123-15,5 0 302 0,2 0 524 0</inkml:trace>
  <inkml:trace contextRef="#ctx0" brushRef="#br1" timeOffset="47147.11">12291 7885 68 0,'0'0'251'0,"0"0"125"0,0 0 41 16,0 0-50-16,0 0-85 0,0 0-70 0,0 0-47 16,0 0-23-16,0 0-13 0,0 0-2 0,0 0 5 15,0 0 13-15,0 0 16 0,0 0 26 0,0 0 16 16,0 1 14-16,0-1-1 0,0 2-8 0,0-2-20 16,0 0-30-16,0 0-26 0,0 2-28 0,0-2-21 15,0 0-17-15,0 0-14 0,0 0-9 0,0 0-8 16,0 0 2-16,0 0 2 0,0 0 1 0,0 1 0 15,0-1-5-15,0 0-8 0,0 0-12 16,0 0-1-16,0 0-9 0,0 0-3 0,0 0-1 31,0 0 1-31,0 0 0 0,2 0 9 0,-2 0 14 16,0 0 13-16,0 0 17 0,0 0 13 0,0 0 3 16,0-1-5-16,0 1-5 0,0 0-10 0,0 0-11 15,0 0-9-15,0 0 0 0,0 0-4 0,0 0-8 16,0 0-2-16,0 0-7 0,0 0-1 0,0 0-1 15,0 0 2-15,0 0 3 0,0 0 2 0,1 0 2 16,-1 0-2-16,0 0-1 0,0 0-4 16,0 0 7-16,0 0 10 0,0 0 6 0,0 0 2 15,0 0-1-15,0 0 3 0,0 0-9 0,0 0-11 16,0 0 2-16,0 0 24 0,2 0 16 0,-2 0 9 16,0 0 8-16,0 0 3 0,0 0-6 0,0 0-17 0,0 0-14 15,0 0-8-15,0 0-8 0,0 0-3 0,0 0-4 16,0 0-8-16,0 0 1 0,0 0-4 15,0 0-3 1,0 0-5-16,0 0 1 0,0 0 3 0,0 0-2 16,0 0 1-16,0 0-3 0,0 0 5 15,2 0 0-15,-2 0-2 0,0 0-3 0,0 0 0 16,0 0 4-16,0 0-1 0,0 0-3 0,0 0 0 0,0 0 1 16,0 0 4-16,0 0-5 0,0 0-1 15,0 0 2-15,0 0 0 0,0 0 2 0,0 0-4 16,0 0 0-16,0 0 3 0,0 0 1 0,0 0 1 15,1 0-5-15,-1 0 1 0,0 0 0 0,0 0-3 16,0 0-2-16,0 0-1 0,0 0 3 0,2 0-1 16,-2 0 4-16,1-2-3 0,-1 2 2 0,0 0 1 15,3 0 1-15,-3 0 1 0,0 0-1 0,0 0 0 16,0 0 2-16,0 0 0 0,0 0 0 0,3 0-1 16,-3 0 0-16,3 0 3 0,-1 0-4 0,1 0 0 15,0 2-1-15,-1-2 2 0,1 1 3 0,1-1-3 16,-3 0 1-16,2 0-1 0,0 0 0 0,0 0 1 31,-1 0-3-31,1 0 1 0,-1 2 1 0,1-2 0 16,-2 0 1-16,1 0-1 0,1 0 2 15,-3 0 5-15,2 0 13 0,1 0 9 0,-1 0 7 16,-1 0 1-16,1 0-1 0,-2 0-7 0,3 0-12 16,-3 0-6-16,1 0-7 0,-1 0-1 0,2 0-3 15,-1 0 1-15,1 0-3 0,-2 0 3 16,3 0 1-16,-1 1-2 0,0-1 1 0,-1 2 0 0,2-2-1 15,1 0 1-15,-3 1-3 0,2-1 0 16,-1 2 0-16,2-2 2 0,-1 0-2 0,-1 1 0 16,1-1 0-16,-1 2 0 0,-2-2 0 0,3 0 0 15,-3 1 0-15,2-1 1 0,-1 0 0 0,1 0-1 16,-2 0 1-16,2 0-1 0,-1 0 2 0,1 0-2 16,-1 0 0-16,-1 0 2 0,2 2-1 0,2-1 3 15,-2-1-2-15,0 0 1 0,-1 1-2 0,2-1-1 31,-1 2 0-31,1-2-1 0,0 0-2 0,-1 2 3 16,1-2 1-16,0 0 0 0,-1 0 0 16,2 0 2-16,0 0-2 0,-3 0-1 0,2 0 0 15,-1 0 0-15,1 0 0 0,0 0-1 0,-1 0 2 16,1 0-1-16,0 0 0 0,-1 0 0 0,1 0 0 16,0 0 0-16,0 0-2 0,-1 0 3 0,1 0 0 15,0 0-1-15,-1 0 0 0,1 0 0 0,-1 0 1 16,1 0-2-16,-1 0 4 0,-1 0-2 0,2 0 0 15,0 0 0-15,-3 0 1 0,2 0-1 16,-1 0-2-16,-1 0 1 0,0 0 1 0,2 0-1 16,-1 0 0-16,-1 0 0 0,0 0 2 0,0 0-1 15,0 0 1-15,0 0 2 0,0 0-1 0,0 0-1 16,0 0 0-16,0 0 2 0,0 0 9 0,0 0 7 16,0 0 8-16,-1-2 4 0,-1 2 2 0,2 0-1 15,0 0-7-15,0 0-1 0,-1-2-2 0,1 2 0 16,-2 0 4-16,2 0 2 0,0-1 4 15,-3 1-3 1,3 0-1-16,0 0-2 0,-1-1-4 16,-1-1-3-16,1 2-6 0,-3 0-3 0,3-1-4 15,-3-1-3-15,1 1-1 0,2 1 0 0,-3-2-1 16,1 1 0-16,0-1-1 0,0 1 1 0,0 1-1 16,-2-2-1-16,2 1 0 0,1-1 1 0,-2 2 1 15,0-2-1-15,1 1 1 0,2-1 1 16,-5 2 0-16,2-1-2 0,1 0 0 0,0-1 0 0,0 1-1 15,0 1 0-15,-1-2 1 0,1 1 1 16,2 0-1-16,-3 1 1 0,0 0-1 0,2-2 0 0,-1 0-1 16,2 2 1-16,-1 0-1 0,0-1 1 15,1 1 0-15,-1-1 0 0,-1 1-1 0,1 0 1 16,1-2 1-16,-1 2-2 0,0 0 0 0,-1-2 1 16,2 1 0-16,-2 1 0 0,1 0 0 0,-1 0-1 15,2 0 0-15,-1-2 0 0,0 2 0 0,-1-1 1 16,3 1 0-16,-1 0 0 0,-3-2-1 15,3 2 0 1,-1-1 2-16,0 1-2 0,-1 0 0 16,-1-2 0-16,2 2 0 0,-1-1 0 0,0 0 0 15,1 1 0-15,-1 0 0 0,1-2 0 0,-1 2 0 0,2-2-1 16,-1 2 0-16,0 0 1 0,-1-2 0 0,3 2 1 16,-3 0 0-16,3 0 0 0,0 0-1 15,-3 0 1-15,3 0 0 0,0 0-2 0,0 0 0 16,0 0 0-16,0 0 0 0,0 0-1 0,0 0 0 15,0 0-1-15,0 0 0 0,0 0 0 16,0 0 0-16,3 0-1 0,-3 0 1 0,3 0 1 0,-1 2 2 16,1-2 0-16,2 0 0 0,1 2 1 15,-1-2-1-15,0 2 1 0,2-2 0 0,2 0-1 16,-3 1 1-16,2-1 0 0,3 1 0 0,-2-1-1 16,-1 0 2-16,3 2-2 0,-1-2 1 0,-1 0-1 15,1 0 0-15,-2 0 0 0,0 0 0 0,0 0 0 16,-1-2 0-1,0 2 0-15,-1 0-1 0,-1-1 1 16,0 1 1-16,-1-1 0 0,1 1 0 0,-2 0-1 16,0-2 1-16,-1 2-1 0,-1 0 0 15,1 0 0-15,0 0-1 0,-1 0 1 0,-1 0 1 16,2 0 0-16,-2 0 0 0,0 0 1 0,0 0 1 16,0 0 0-16,0 0 1 0,0 0 5 0,-2 0 8 15,2 0 5-15,-3 0 0 0,1 0 2 0,-1 2-1 16,-2-2-6-16,-1 0-7 0,-1 1-3 0,0-1-3 15,-1 1-2-15,0-1 0 0,0 0-1 16,0 2-1-16,-1-2 1 0,0 0-1 0,1 1 0 16,1-1 0-16,-1 0 0 0,-1 0 0 0,1 0 0 15,0 0 0-15,1 0 0 0,0 0 0 0,1 0 0 16,-1 0 0-16,1 0 0 0,1 0-1 0,-1 0 1 16,1 0 0-16,0 0 0 0,0-1 0 0,2 1 0 15,0 0 0 1,0 0 0-16,1 0 0 0,-1 0-1 0,3 0 0 0,0 0 0 0,-3 0 0 15,3 0 0-15,0 0-2 0,0 0 2 0,0 0-2 0,0 0 0 16,0 0 0-16,0 0-1 0,0 0 1 31,3 0 1-31,-3 0 0 0,3 0 0 0,-1 1 1 16,1-1 1-16,0 0 0 0,2 2 0 0,0-2 1 16,1 0-1-16,2 0 1 0,-2 0 0 0,1 0-1 15,1 0 1-15,1 0 0 0,-1-2 0 0,0 2 0 16,0-1 0-16,1 1 0 0,-1 0-1 0,0-2 0 15,3 2 0-15,-5 0 0 0,2-1 0 16,0 1 0-16,-3-1 1 0,3 1 0 0,-2 0-1 16,-1 0 1-16,0-2-1 0,0 2 0 0,-1 0 0 15,1 0 0-15,-2 0 1 0,0 0 0 0,0 0-1 16,1 0 0-16,-1 0 0 0,0 0 0 0,0 0 0 16,2 0 0-16,-2 0 0 0,0 0 0 0,0 0 0 15,1 0 1-15,-1 0-1 0,-2 0 0 0,3 2 1 16,-3-2-1-16,2 0 1 0,-1 0-1 15,2 0 0 1,-4 0-1-16,2 0 1 0,-1 0 0 0,1 0 0 16,-2 0 0-16,2 0-1 0,-1 0 1 15,1 0 0-15,-2 0-1 0,2 0 1 0,-1 0 0 16,-1 0 1-16,0 0-1 0,0 0 0 0,0 0 0 16,0 0 0-16,0 0 0 0,0 0 1 0,0 0-1 15,0 0 1-15,0 0 0 0,0 0 1 0,0 0 0 16,0 0 1-16,0 1 1 0,0-1 0 15,-1 0 0-15,-1 1-1 0,-1-1 0 0,-1 2-1 0,0-2-1 16,-4 1 0-16,3 1 0 0,-3-1 0 0,0 1-1 16,-1 1 0-16,1-1 0 0,0-1-1 15,0 0 0-15,-3 3 0 0,3-3 0 0,-1 0 1 16,-1 1 0-16,2-1 0 0,2 1 0 0,0 0 0 16,-2 0-1-16,3-1 0 0,2 1 0 0,0-2 0 15,1 2-1-15,-1-1 0 0,3-1 0 0,-2 0-1 16,2 2-1-1,-1-2 0-15,1 0 1 0,1 0-1 16,1 1 1-16,1 1 1 0,0-2 2 0,2 1 0 16,2 1 0-16,0-1 1 0,1 1 0 15,0-2 0-15,3 0-1 0,-3 1 1 0,3-1 0 16,0 0 0-16,-1-1 0 0,-1 1-1 0,1-2 1 16,1 1-1-16,-2-1 0 0,1 1 1 0,-1-1 0 15,-2 1-1-15,-1-1 0 0,-1 1 0 0,1-1 0 16,-2 0 0-16,-2 1 0 0,1 1 1 0,-3 0-1 15,2-2 2-15,-2 2 0 0,2 0 1 0,-2 0 0 16,-2-1 0-16,2 1 2 0,-2-1-2 16,-1 1 1-16,-2-2-1 0,-1 1 0 0,0-1-2 15,-2 1 0-15,0 0-1 0,-3-1 0 0,2 0 0 16,-3 0 0-16,-2 0-1 0,3 0 0 0,-3 1 0 16,4-1-1-16,-1 1 1 0,0-1 0 0,2 2 0 15,1-1 0-15,1 1 0 0,1 0 0 0,2 0 1 16,0 0-1-16,3 0-2 0,-1 0 1 15,1 0-1 1,-1 0-1-16,2 0 1 0,0 0-1 0,0 1 2 16,3 1 0-16,-1-2 0 0,1 1 2 15,0 1-2-15,2-1 1 0,3 1-1 0,-4 0 0 16,1-2-1-16,0 1-1 0,1-1-8 0,2 0-16 16,-2-1-35-16,1 1-83 0,-1-2-134 15,-1 2-265-15,3 0-308 0,-2-2-375 0,0 4-407 0,1-2-53 16,-1 3 625-16</inkml:trace>
  <inkml:trace contextRef="#ctx0" brushRef="#br1" timeOffset="49846.39">17283 9025 121 0,'1'-1'307'16,"2"1"148"-16,-1 0 45 0,0 0-68 15,-1 0-72-15,2 0-64 0,-1 0-43 16,-2 0-23-16,1 0-27 16,-1 1-24-16,2-1-31 0,-1 1-28 0,-1-1-12 0,2 2-4 0,0 0 8 0,-1-1 10 15,2 2 6-15,-1-1-2 0,1 0-14 16,0 2-23-16,1-2 10 0,2 3-3 0,-3-3-4 15,0 1-5 1,0 0 1-16,2-2 16 0,-2 3-16 16,1-3-12-16,-1 2-6 0,1-1-7 0,-1-1-11 15,0 0-16-15,-1-1-6 0,1 2 3 16,-1-2 2-16,-1 2-2 0,1-2 2 0,0 0-4 16,-1 1-9-16,1-1-12 0,0 0-10 0,-2 0 3 0,0 0 41 15,1 0 40-15,1 0 14 0,-1 0 9 16,4 0 8-16,-4 0-4 0,1 1-34 0,-1-1-39 0,1 0-12 15,0 0-10-15,-1 2-6 0,3-2-3 16,-3 0 46-16,2 1 26 0,2-1 9 0,-2 0 4 0,-1 2-2 16,2-2-1-16,-1 0-40 0,1 0-24 0,-3 0-12 15,3 1-6-15,-1-1-1 0,0 1-1 16,0-1-5-16,0 0 2 0,1 0 2 0,2 0-4 16,-5 2 0-16,4-2 1 0,0 0-1 0,-2 0 1 15,2 0-3-15,0 0 4 0,1 0-2 16,-2 0 0-16,0 0 2 15,0 0 0-15,1 0 2 0,0 0-2 0,3-2 2 0,-2 2-1 0,-1 0 0 32,0-1-1-32,0 1 0 0,2-1 1 0,-2 1 2 15,1 0 0-15,-1-2 1 0,2 2 1 0,-1-1 0 16,1 1-3-16,-2-2 0 0,0 1 0 16,2 0 0-16,-1 1-1 0,1-2-1 0,-2 0 2 0,2 1-2 15,-1 0 2-15,-1-1-3 0,2-1 0 16,-2 3 2-16,-1-3-2 0,0 3 2 0,0-2-3 0,-1 1 0 15,0-1 1-15,1 2-1 0,0-1 1 16,-3-2-1-16,2 3 0 0,-1 0 3 0,0 0-2 16,-1-2 1-16,2 2-3 0,-1 0 3 0,0 0-1 15,-1 0-1-15,1 0 0 0,-1-3-1 0,1 1 1 16,1 2-1-16,0-1 1 16,-1 1 0-16,-1-1 1 0,2 1 1 0,-1 0-2 0,0-1 1 15,-1 1-2-15,1-3 0 0,-1 3-1 0,-1 0 0 16,2 0 4-16,0-1-4 0,-1 1 2 0,-1 0-1 15,4 0 0-15,-4-1-1 0,1 1 0 0,2-2 2 32,2 2 2-32,-4 0-1 0,2 0 0 0,-1-2 0 15,1 2 0-15,-1-1-1 0,-1 1-2 0,1 0 3 16,0 0 0-16,-1 0 2 0,-1 0-1 0,2 0 0 16,0 0 2-16,-2 0-3 0,0 0 4 0,0-1 2 15,0 1 16-15,-2 0 11 0,0-2 7 16,2 2 3-16,-3 0-1 0,1-2-4 0,-1 2-12 0,0-1-8 15,-2 0-7-15,-2-1-4 0,0 1 3 16,1 1 1-16,-2-2 1 0,-1 1-2 0,1-1 0 0,0 2 0 16,0-1-4-16,-3-1-2 0,1 2-1 0,0-1-1 15,-2-1 0-15,1 2-1 0,1 0 0 0,-2-2 2 16,1 2-2-16,-2 0 0 0,2 0 0 0,-2-1-1 16,1 1-1-16,1 0 1 0,-3-1-1 15,2 1 1-15,0 0-1 0,-2-2 2 16,2 2 1-16,-2-1-2 15,2-1 1-15,-1 1 0 0,0 0 6 0,2-1 3 0,0 0 2 0,2 1 1 32,-1 0 1-32,4-1-1 0,-3-1-5 0,2 3-3 15,2-1-3-15,0-1-1 0,2 2 0 0,0-2-1 16,-1 2 1-16,0-1-1 0,3 1-1 0,-1 0 1 16,2 0-2-16,-1 0 0 0,-1 0-1 0,2 0-1 15,0 0-1-15,2 0 0 0,-1 0-1 0,-1 0 0 0,2 0 2 16,1 1-1-16,0-1 2 15,3 2 1-15,-1 0 1 0,3-1-1 0,0 0 1 16,4 1 2-16,-2 0-2 0,1-1 0 0,3 0 1 16,-1 1 0-16,1 0 0 0,2-1-1 0,0-1 2 15,-2 1-1-15,3 1-1 0,-1-2 1 0,0 0 0 16,0 1 0-16,-2-1 1 16,2 0-1-16,-2 0 0 0,1-1-1 15,0 1 1-15,-4-2-1 0,3 1 0 0,-2 1-1 16,-3-1 1-16,0 1 0 0,-1-2 0 0,-1 2 0 15,-1-2 0-15,-3 2 0 0,2 0 0 0,0-1-1 0,-4 1 1 0,2-1 0 16,-1 1 1-16,0 0 0 0,-1 0 0 0,-1-2 0 16,0 2 2-16,0 0 0 15,0 0 0-15,0-2 0 16,-1 2 1-16,-1-1-2 0,-3 0 0 0,4-1 0 16,-7 2-2-16,2-2 1 0,-2 1-1 0,-2 1 0 15,-2 0-1-15,-1 0 1 0,-3 0 0 16,-2 1-1-16,0-1 0 0,-3 2-1 0,0 0 1 15,1-1 0-15,-2-1 1 0,3 0-1 0,0 1 0 16,1-1 1-16,3 2 0 0,2 0 0 0,1-2-1 16,2 1 1-16,3-1 0 0,-2 1 0 0,5-1-1 15,0 0-1-15,1 2 0 0,1-2-1 0,2 0-1 16,0 2-1-16,0-2 1 0,2 1 1 0,3 0 1 16,0 2 1-16,2 0 0 0,1-2 1 0,0 3 1 15,2-3 0-15,2 2 0 0,1-1-1 16,1-1 1-16,1-1 0 0,0 2 0 15,1-2 0-15,1 0-1 0,0-2 0 0,1 2-8 0,-2-1-18 0,2-1-58 16,0 1-75-16,-3-1-129 0,2-1-222 31,-1 1-311-31,1 1-353 0,1-2-293 0,1-1-90 16,-3 3 468-16,1-3 659 0</inkml:trace>
  <inkml:trace contextRef="#ctx0" brushRef="#br1" timeOffset="53212.78">22549 9016 57 0,'0'2'243'0,"0"-1"127"0,0-1 71 16,0 2-65-16,0-1-91 15,-1 1-55-15,1-2-43 0,0 1-27 0,0 0-11 16,0-1-14-16,0 0-4 0,0 2-4 0,0-2-8 15,0 0-1-15,1 2-3 0,-1-2 9 0,0 0 10 16,2 0 19-16,0 0 25 16,-2 0 18-16,0 0 5 0,0 0-19 0,1 1-18 0,-1-1-32 15,0 0-33-15,2 0-34 0,-1 0-21 0,-1 0-1 16,0 0 2-16,3 0 2 0,-3 0-4 0,2 0 0 16,-2 0-1-16,1 0-12 0,-1 0-10 0,2 0 23 15,-1 0 13-15,3 0 5 0,-3 0 0 0,1 1-1 16,-1-1 0-16,3 0-27 15,-3 0-15-15,3 2-7 0,-1-2-3 0,0 0-4 0,1 0-1 16,-1 2-3-16,1-2 1 0,-3 0 0 0,3 0 2 16,-3 1 0-1,2-1 1-15,1 0-1 0,-3 1-3 16,2-1 2-16,2 0-2 0,-4 3 15 0,2-3 13 16,1 0 10-16,-1 1 7 0,0-1 0 0,-1 0 1 15,1 1-16-15,0-1-11 0,0 1-7 0,2-1-5 16,-1 0-2-16,-2 2-1 0,3 1 1 15,-2-3-3-15,0 0 2 0,2 0-1 0,-2 0-2 16,3 0 0-16,-2 2-1 0,-1-2 0 0,2 0-1 16,-4 0-1-16,2 0 2 0,2 0 2 0,-3 3 3 15,1-3 0-15,-1 0 1 0,2 1-1 0,-2-1-1 16,-1 0-3-16,2 0-4 0,-3 2-2 16,4-2 3-16,-3 0 2 0,1 0-4 0,-1 0 3 0,3 0 4 15,-3 1 1-15,1-1-1 0,0 0-2 16,-1 2 3-16,2-2-1 0,2 0-4 0,-4 2 1 15,2-2 0-15,1 1 0 0,-1-1 1 0,0 0-1 16,2 1 2-16,-2-1 1 0,5 2-2 0,-4-2 1 31,1 0-4-31,2 2 2 0,-1-2-1 0,-1 0 1 16,2 1 1-16,0-1 0 0,-1 0 5 0,1 0-2 16,0 0 1-16,0 0-1 0,-1-1 2 0,1 1 1 15,-1 0 84-15,2-2 37 0,0 2 19 0,-4 0 0 16,3-2-3-16,-1 2-9 0,0-1-64 0,-1 1-34 15,1 0-17-15,-1 0-8 0,0 0-3 16,-2 0-3-16,3-1-4 0,-3 1 0 16,2 0 1-16,-2 0-2 0,1-2 0 0,-1 2 1 0,0 0 0 15,0-2-1-15,2 2 0 0,-2-1-2 0,0 1 1 16,-1 0-2-16,1-2 2 0,-2 2-2 0,3 0-1 16,-3 0 3-16,3-1 0 0,-3 1 3 0,2-3-3 15,3 3 0-15,-3 0-1 0,1 0 1 0,1 0 0 31,-1 0 0-31,1 0 1 0,-2 0-1 0,3 0 0 0,1 0 1 0,-2 0-3 16,-1 0 0-16,1 0 4 16,0 0-2-16,3-2 4 0,-4 2-1 15,3 0-2-15,-2 0-2 0,-1 0 1 0,1-5 0 16,3 5 0-16,-2-1 0 0,-1 0 0 0,0 0 2 16,0-2-1-16,1 3-1 0,-2-1-1 0,1 0 0 15,2-1 0-15,-2 2 1 0,-1-2-2 16,1 1 2-16,-1 0 0 0,1-1 1 0,0 2 0 0,0-2-1 15,0 1 2-15,1 0-3 0,-2 1 2 16,1-2 0-16,0 1-1 0,2-1 1 0,-3 1-2 16,4-1 3-16,-3 1-2 0,0-1 2 0,-1 1-1 15,1-1-2-15,2 2 1 0,-2-2 0 0,0 1 0 16,-1 0 1-16,0 1 0 0,0-2 1 16,-1 2 0-16,0-1-2 0,1 1 2 0,-2 0-2 0,1 0 0 15,0 0 0-15,-1 0-1 0,1 0 1 0,0 0 0 16,1 0-2-16,-1 0 2 0,2 1 0 15,1-1-1-15,-2 0 0 0,1 0 1 0,0 0 3 0,0 0-4 32,1 0 2-32,0 0-1 0,1 0 0 15,-3 0-3-15,1 0 0 0,2 0 1 0,-1 0 2 16,-2 0 0-16,1 0 0 0,0 0 0 0,-2 0-1 16,2 0 0-16,-2 0-1 0,2 0 1 0,-4 0 0 15,2 0 2-15,1 0 1 0,-1 0 0 0,-1 0-1 16,1 0-1-16,0 0 0 0,0 0 0 15,0 0 0-15,2 0 2 0,-1 0 0 0,0 0-1 16,-1 0 0-16,2 0-3 0,0 0 1 0,-1 2-2 16,0-2 3-16,2 1 0 0,-3-1 2 0,2 1 1 15,-4-1-1-15,2 0 0 0,2 2-2 0,-2-2-1 16,-1 0 0-16,1 0-1 0,0 0 4 0,-1 0 1 16,-1 2-1-16,-1-2 1 0,2 0 0 0,-1 0-1 15,-1 0-1-15,0 0 0 0,0 0 3 0,0 0 16 31,0 0 11-31,0 0 8 0,0 0 7 0,-1 0 2 0,-1 0-1 0,1 0-15 0,-4 0-8 16,4-2-5 0,-3 2-2-16,1 0-3 0,-2 0 1 15,1 0-1-15,-3 2-1 0,0-2-4 0,0 1-2 16,-1-1 2-16,2 2 3 0,-2-1 1 0,-3 1 0 16,1-1 0-16,1-1 2 0,-2 2-6 15,0-2-4-15,-2 0-1 0,2 0 0 0,-2 0 0 16,1 0-2-16,-1 0 1 0,1-2 1 0,-3 1 5 15,0-1 3-15,0 1 2 0,0-2 2 16,-1-1-1-16,-2 2 0 0,2-3-6 0,-1 3-2 0,-1-2-3 16,1 2-1-16,3-2 1 0,-3 2 6 0,2 0 1 15,-2 0 1-15,3 1 1 0,-2-1 0 0,1 2 0 16,0-1-6-16,2 1-4 0,-2 0 0 0,3 0-1 16,-2 0-1-16,3 0 0 0,-2 0 0 0,3 0 1 15,-2 0 0-15,3 0-1 0,-4 1 0 0,4-1 0 16,-1 0-1-16,-1 0 2 0,3 0 0 0,-2 0 0 15,1 0 0-15,1-1 0 0,-1 1 1 16,1-3 0 0,-1 3-1-16,0 0 0 0,1 0 1 0,-1 0 0 15,0-2 1-15,1 2 0 0,-2 0 0 16,-1 0 0-16,3-3 0 0,-1 1-1 0,-1 2-1 16,2-1 0-16,0 0-1 0,2 0 0 0,-2-2 0 15,0 2 0-15,4 1 1 0,-3-1-1 0,2-1 0 16,-1 2 0-16,3-2-1 0,-2 1 0 0,2 1 0 15,0-1 0-15,0 1 1 0,-2-2 0 0,2 2 0 16,-2 0 0-16,2-2 1 0,2 2-1 16,-1 0 0-16,0 0 1 0,-1 0-1 0,3 0-1 15,0 0 0-15,-1 0 0 0,1 0 0 0,0 0-1 16,0 0 0-16,0 2 0 0,0-2 0 0,0 0-1 16,0 0 1-16,0 0-1 0,0 0 1 0,0 0 0 15,0 0 1-15,0 0-1 0,0 2 1 0,0-2 0 16,0 0 0-16,0 0 0 0,0 0 0 15,0 0 0-15,0 0 1 0,0 0-1 0,0 0 0 0,0 0 1 32,0 0-1-32,0 0 0 0,0 1-1 0,0-1 1 15,0 0 0-15,0 0 0 0,0 0 0 16,0 0 1-16,0 0-1 0,0 0 0 0,0 0 1 16,0 1-1-16,1 1 0 0,-1 1 0 0,2 1-1 15,-1-2 1-15,3 1-1 0,-3 0 0 16,2-1 1-16,3 2-1 0,-3-1 0 0,4 1 1 0,-1-2 0 15,1 0 1-15,2 1-1 0,1-2 1 16,-2 3 0-16,4-3-1 0,-1-1 0 0,4 1 0 0,0 1 1 16,0-2-1-16,3 0 1 0,1-2 0 15,-1 1 0-15,2 0 0 0,1-1-1 0,-2-1 1 16,1 0-1-16,1 0 1 0,0 0-1 0,-3 0-1 16,0 0 1-16,2 0 0 0,-2 1-1 0,-2 2 0 15,1-5 1-15,-3 4 0 0,0 0 0 0,-1 1 0 16,0-1 0-16,-1 1 0 0,-2 0 0 0,0 0 0 15,-1 0 0-15,0 0 0 0,-2 0 0 16,-1 0 0 0,3 1 0-16,-4-1 0 0,2 0 1 0,-1 0-1 15,-1 0 0-15,1 0 0 0,-1 1-1 16,0-1 1-16,-2 0 0 0,0 0-1 0,0 0 1 16,0 0-1-16,2 0 1 0,-4 0 0 0,1 0-2 15,-1 0 2-15,-1 0-2 0,2 0 0 0,-2 0 1 16,0 0-1-16,-2 0 1 0,2 0 0 0,0 0 0 15,-1 0-1-15,-1 0-10 0,-4 0-21 16,2-1-52-16,-3-3-81 0,-1 2-152 0,-4-2-275 16,0 2-319-16,-2-2-379 0,-2 2-329 0,-2-3 6 15,-3-1 696-15</inkml:trace>
  <inkml:trace contextRef="#ctx0" brushRef="#br1" timeOffset="54980.54">17812 9117 194 0,'0'-4'373'0,"0"3"165"16,-1-2 47-16,-1 0-84 0,2 0-60 15,0-1-17-15,-1 1 6 0,1 0 1 0,0 0-26 0,-2-2-46 16,0 3-64-16,2 0-62 0,-1 0-52 0,-1 1-37 16,2-1-18-16,-1 1 17 0,1 0 24 0,0 1 25 15,0 0 9-15,0-2-4 0,0 2-18 16,0 0-37-16,-2 0-33 0,0 0-34 0,-1 0-21 0,1 0-17 16,-1 0-6-16,2 0-4 0,-4 0-4 15,2 0 0-15,-2 0 0 0,0 0 1 0,1 0-4 16,-3 0 4-16,1 0 4 0,0 0-4 0,-1 0-3 15,-1 2-1-15,-1-2-2 0,1 0-6 0,0 0-3 32,-1 1-3-32,-1-1 3 0,1 0 3 0,-1 1 1 15,1 1-1-15,-1-2 0 0,1 1-1 0,-2 1-2 16,1-2-4-16,2 1-1 0,-1 0-1 0,0-1-2 16,1 2 1-16,-1-2 0 0,-1 0-2 15,2 0 1-15,0 0-1 0,0 0 0 0,-1 2 0 16,0-2 0-16,1 0 0 0,-1 0 0 0,0-2 0 15,1 2 1-15,0 0 0 0,-2-2-1 0,2 2 0 16,0-1 0-16,0 0-1 0,1 1 1 0,-1-2 0 16,1 1 0-16,1-1 0 0,-2 1 1 0,4 1 1 15,-1-1-2-15,2 1 0 0,-1-2 0 0,1 2 0 16,1-2 0-16,-1 2-1 0,3 0 0 0,-1-1 1 16,1 1 1-16,-3 0-2 0,1 0 1 0,2 0 0 15,0 0-1-15,0 0-2 0,0 0 0 0,0 0 0 16,0 0-1-16,2 0 0 0,1 0 0 0,-3 0 0 15,1 1 1-15,1-1 2 0,1 0 0 0,0 2 1 32,2 0 0-32,2-2 1 0,-1 1 0 0,3 0-1 15,2 1 0-15,-1-2 0 0,2 3 1 16,0-2-1-16,2 0 1 0,-2 1 0 0,6 1 1 16,-4-1-2-16,3 1 0 0,1-2 1 0,1 2-1 15,-2-1 0-15,2 0 0 0,1 2 1 0,-2-2 1 16,3 2-1-16,-4-3-1 0,0 3 1 0,2-3-1 15,-3 1 1-15,0 0-1 0,-2 1 0 0,0-3-1 16,-2 2 1-16,-1-2 0 0,-1 3 0 0,0-2 0 16,-2 1 1-16,-1-2-1 0,0 1 1 0,0-1-1 15,-3 2 0-15,1-2 0 0,-2 0 0 0,1 0 0 16,0 0-1-16,-2 0 1 0,1 0 0 0,-2 0 1 16,3 0-1-16,-4 0 0 0,1 0 1 0,-1 0 0 15,2 0 0-15,-2 0 0 0,0 0 1 0,0 0 1 16,-2 0 1-16,2-2-1 0,0 1 1 15,-3 1 0-15,0-2-1 0,0-2-1 0,-5 2 1 16,3 2-2 0,-3-5 0-16,-1 4 0 0,-4-1-1 15,0-1 1-15,-4 2 0 0,1-2 0 0,-3 1-1 16,-1 1 0-16,-1 0 1 0,-3-1-2 0,1 0 1 16,-2 0 0-16,2-1 0 0,0 1 0 0,-1-1 0 15,2 2 0-15,1-2 0 0,4-1-1 0,1 3 1 16,2 0-1-16,3-2 0 0,1 3 0 15,1-2-1-15,2 1-1 0,3 0 0 0,0 1-2 16,0 0-3-16,2-2-10 0,0 0-32 0,0 1-80 16,0-2-114-16,0 0-215 0,-1 0-295 0,2-3-353 15,-3 1-377-15,1-6-123 0,-3 3 400 0,-1-1 727 16</inkml:trace>
  <inkml:trace contextRef="#ctx0" brushRef="#br1" timeOffset="57082.14">12381 7909 154 0,'0'0'283'0,"-1"2"82"0,1-2-11 16,-4 2-62-16,4-2-69 0,-1 3-53 15,-1-2-27-15,0-1-1 0,1 0-1 0,-1 1 8 16,2-1 17-16,-1 1 16 0,-2-1 4 0,3 0 1 16,0 0 3-16,0 0 6 0,0 0 6 0,0 0 1 15,3 3 5-15,-3-3 4 0,1 0-2 0,-1 0-7 16,0 0-25-16,0 0-30 0,0 2-29 16,-1-2-19-16,-2 0-20 0,3 2-20 0,-2 0-10 15,1-1-3-15,-1 0 1 0,-1-1-9 0,1 2-6 0,2-1-5 16,-3 1-1-16,3-2-5 0,-2 1-6 15,2-1-4 1,0 2-6-16,0-2-4 0,0 0-3 16,0 1 2-16,2-1 0 0,-2 2 0 0,3 0 3 15,-3-1 2-15,4 2 2 0,-1-1-2 0,0-1-4 16,1 0 17-16,1 1 10 0,-2 1 3 0,2-2 3 16,2 0-1-16,-1 1 3 0,1-2-9 15,-2 1-13-15,3-1 46 0,-1 0 29 0,4 0 14 16,-3-1 6-16,0 1-4 0,2-2 3 0,0 2-45 15,-2-1-27-15,2 0-15 0,0-1-10 0,-2 1-2 16,1-1-4-16,0 1-3 0,-3 0 0 0,0 1 3 16,1 0-1-16,-2-2-3 0,-2 2-1 0,3 0 1 15,-5 0 3-15,3 0-3 0,-3 0 2 16,1 0 5-16,0 0 17 0,-2 0 9 0,0 0 6 0,1 0 5 16,-1 0 1-16,0 0-2 0,0 0-13 15,0 0-7-15,-1 0-6 0,1 0-7 0,-2 0-1 16,0 0-3-16,1 0 0 0,-3 0-3 0,1 2-3 15,-1-2 0-15,1 1 2 0,-2 0-2 0,0 1-2 32,0-2 1-32,0 1-1 0,-4 1 3 0,3-2-1 15,-1 1 1-15,-1 0 1 0,-1-1-1 0,1 0 2 16,0 2 0-16,0-2 2 0,1 0 0 0,0 0 2 16,1-2 0-16,-1 2-1 0,3 0-3 15,-4-1-1-15,5 1-2 0,-2 0-2 0,2 0 2 16,-2 0-2-16,3 0 1 0,-1-1-1 0,1 1 1 15,2 0 0-15,-1 0-2 0,-1 0 0 0,2 0 0 16,-1 0-3-16,1 0 3 0,0 0-2 0,1 0 2 16,2 0 1-16,-1 0-2 0,3 1 1 0,3-1 2 15,0 1-1-15,4-1 3 0,-2 0-2 16,6 2 3-16,-4-2 1 0,6 0-3 0,-2 1 1 16,2 1-1-16,0-2 0 0,1 2 0 0,1-1-1 15,-2-1 0-15,1 2 0 0,-2-2 0 0,-1 0 1 16,-2 0-1-16,-1 0 0 0,-4 1 1 0,1-1 0 15,-4 0 0 1,-1 0 1-16,-2 0 3 0,0-1 1 16,-3 1-1-16,-3 0 6 0,0-2 6 0,-2 2 1 15,-2 0-4-15,-2-1 1 0,0-1-1 0,-2 2-5 16,0 0-4-16,0-2-4 0,-3 2 0 0,2-1-1 16,-3 1 1-16,2-2-2 0,-1 2 1 15,0-1-1-15,2 0 0 0,-2 1 2 0,1-2-2 16,1 1-1-16,-1-1 2 0,4 1-1 0,-2 0 0 15,1-1-1-15,2 0 1 0,3 1 0 0,-1 1-1 16,2-1 0-16,0 1 1 0,3 0-3 0,-1 0 1 16,2 0 0-16,2 1-1 0,1 2 2 0,3-1 0 15,2-1 1-15,-2 2 1 0,2 0 0 16,2-2 1-16,2 0 0 0,0 1 1 0,0-1 1 16,1 1-2-16,0-4-1 0,-1 1 1 0,1-1-2 15,-1 0 0-15,-2-1-1 0,1 0 1 0,-2-2 1 16,-2 1-4-16,-1 1 3 0,-1 0-3 0,-2 0-6 15,-1 0-40-15,-4 0-76 0,1 1-136 0,-4 0-265 16,-2 2-298-16,-1 0-370 0,1 0-345 0,0 0-69 31,-1 2 609-31</inkml:trace>
  <inkml:trace contextRef="#ctx0" brushRef="#br2" timeOffset="64802.09">13417 2584 31 0,'1'-6'296'0,"1"-1"204"16,-1 5 225-16,-1-4 58 0,0 3-142 0,2 0-66 15,-2 2-55-15,2-1-57 0,-2 0-73 16,0 2-72-16,0-1-66 0,0 0-47 0,1 1-23 15,-1 1-5-15,0 0-6 0,2-1-16 0,-1 4-6 0,-1-3-20 16,2 5-26-16,-2 2-18 0,2 0-15 16,-2 5-8-16,1 0-14 0,1 3-10 0,-1 2-6 0,1 4-10 15,-2-1-10-15,0 1-5 0,0 1-1 0,0 1-1 16,0 0-3-16,0-3-1 0,0 3 2 0,0-3 2 16,0-2 1-16,-2-1-1 0,2-1 3 15,0-4-1-15,-1-1 1 0,-1-3-2 0,2 0-1 0,0-3 0 16,-1-2-2-16,1 0-1 0,-2-2 7 0,2 1 5 15,0-1 3-15,0 0 3 0,0-2 2 0,0 0 1 16,-2 0-6 0,2-2-4-16,-1 0-2 0,-1-2-5 0,1-3-1 0,-1 0-3 0,0-1-1 0,-1-3-2 31,3-1 1-31,-1-2 2 0,-1-2-1 0,0 0 1 16,2-2 2-16,-2 0-2 0,0-1 0 0,2-1 0 15,0 0-1-15,2 1 0 0,0-1-2 0,-2 0 1 16,2 1 0-16,0 1-2 0,-1-1 1 0,-1 0 0 15,2 2 0-15,-1-1-1 0,1 2 2 0,0-3 0 16,-1 4-1-16,-1 0 0 0,2 1 0 0,-1-1 0 16,1 2 1-16,-2 1 0 0,0 2 0 0,2 1 0 15,-2 1 2-15,0 0-1 0,0 3 1 0,0 0 1 16,1 0-1-16,-1 3 1 0,0 0 1 0,0 1-1 16,2 1-2-16,-1-3-1 0,-1 3 0 0,2 3 1 15,0 0-1-15,4 2 3 16,-2 2 1-16,3 5-7 0,1 0-1 0,1 4 3 0,2 4 2 0,1 1 3 15,1 4 1-15,0 4 7 0,1 1 3 0,1 1 2 16,0 3 1-16,-2-1 0 0,0-1-2 0,1-2-1 16,-1 0-1-16,-1-5-7 0,-1-5-3 0,-1-1-4 15,1-4 0 1,-3-4 0-16,-2 0 0 0,1-4 2 16,0-4 3-16,-2-1 5 0,0-5 4 0,-2-5 3 15,2-4 1-15,-2-3-1 0,0-4-3 0,-1-4-5 16,1-3-2-16,-2-2-3 0,1 0 0 0,-1-3-1 0,-1 2 0 15,-1 1-1-15,-1-3 1 0,-2 1-2 16,2 3 0-16,-1-4-1 0,0 0-2 0,0 1 0 16,-1 4-1-16,1-1 1 0,0 3 0 0,1 4 0 0,-1 1 0 15,2 4 1-15,-1 1 0 0,-1 3-1 16,3 3-1-16,0-1 0 0,-1 3-1 0,1 2-1 16,0-1-1-16,0 2 2 0,1 1-1 0,2 2-1 0,0 2-6 15,2 1-10-15,-2 2-22 0,2 0-64 0,0 3-66 16,-2 2-116-16,2 0-175 0,-1 4-300 15,-1 2-329-15,2 0-245 0,0 2-151 0,-2 1 315 16,2 0 605-16</inkml:trace>
  <inkml:trace contextRef="#ctx0" brushRef="#br2" timeOffset="65263.39">13898 2873 283 0,'1'9'675'0,"-1"-2"296"0,0-2 100 16,0-3-235-16,0 1-252 0,0-1-179 16,0-2-120-16,0-2-65 0,0 1-51 0,2-2-39 0,-1-3-17 0,1-1-2 15,2-4 10-15,-1 0 11 0,2-4 17 0,0-1 8 16,2-4-13-16,-1-2-21 0,1-4-24 0,2-1-14 16,-3-1-19-16,2-4-19 0,1-1-5 0,-2 2 2 15,-1-4-3-15,0 2-5 16,0 0-1-16,-2 1 1 0,0 1-7 0,-2 4-4 0,1-3 4 0,0 6-1 15,-3 3-2-15,2 0 2 0,0 3 0 0,-1 3 0 16,-1 3-6-16,2 3-4 0,-2 0-1 0,0 5-7 31,1-1-3-31,-1 0-2 0,0 4-1 0,2 0 0 16,-2-1 4-16,3 4 4 0,0 0 4 0,0 4 1 16,2 4 2-16,1-1 1 0,3 6 1 0,-2 0-2 15,1 3 0-15,0 2 0 0,-1 4-1 0,2 1-2 16,-3 1-5-16,2 5-3 0,-1 0-2 0,-1 2-3 15,1-1-2-15,0 1-1 0,-1-2-2 0,1-1 0 16,0-1-1-16,-2-2 0 0,2-5 0 0,-3-1-3 16,1-3-9-16,-2-3-14 0,3-1-22 0,-6-4-49 15,0 0-72-15,-4-4-101 0,1 1-167 0,-2-2-291 16,-1-3-320-16,-1 0-296 0,-2-2-162 0,1-3 239 16,2 0 634-16</inkml:trace>
  <inkml:trace contextRef="#ctx0" brushRef="#br2" timeOffset="65463.18">13968 2604 23 0,'-4'3'524'0,"4"0"466"0,0 1 209 16,0 1-77-16,0 1-349 0,4 0-307 16,-2-2-202-16,1 5-105 0,2-3-48 0,1 1-25 15,2 0-20-15,3-1-23 0,-1-2-16 0,1 1-11 16,3-1-6-16,1-1-5 0,2-1-2 0,0-1 1 15,1-1-1-15,2 0-9 0,-1-1-27 0,2-2-97 16,-3-2-169-16,0 1-296 0,-1-2-272 0,-2 0-266 16,0-1-146-16,0-1 271 0,0-2 513 0</inkml:trace>
  <inkml:trace contextRef="#ctx0" brushRef="#br2" timeOffset="65945.02">14394 2402 313 0,'-3'11'778'0,"0"1"320"0,-1 2 73 0,3 1-259 16,-1 2-288-16,2 1-173 0,0 4-77 0,2 2-44 15,1 1-54-15,0 3-35 0,0 0-36 0,1 2-57 16,3 0-55-16,-2 0-36 0,0 2-20 0,1-4-17 16,-1 0-11-16,3-2-3 0,-2-4-4 15,0-2 0-15,1-4 0 0,-1-4 0 0,0 0-1 16,-3-4-1-16,2-4 2 0,-3-1 2 0,-1-1 0 0,-1-4 0 15,-3-2-1-15,0-5 1 0,0-1 1 16,0-2-3-16,-3-4 0 0,3-2-2 0,-4 0 4 16,2-3-3-16,2-1-1 0,-2-2 0 0,-1-1 0 15,3-5-2-15,-2 2-1 0,4-2 0 0,-1-1 0 0,0-2-1 16,4 1-2-16,0 2 3 0,1 2-2 16,0 2 0-16,5 2 1 0,-4 3 0 0,4 3 0 0,1 2 1 15,1 1 2-15,3 2-3 0,-2 0 1 0,3 7 1 16,-1-3 0-16,1 5-1 0,-1 2 0 15,3 2 3-15,-4 2-1 0,1 2 1 0,1 2 1 0,-1 3 2 16,1 2-1-16,-4 2 0 16,2 2 2-16,-4 2 2 15,-2 2 0-15,1 2 0 0,-4 0 3 0,0 3-1 16,-3 0-1-16,-1 2-1 0,-2-3-1 0,-4 3-2 16,2-2 0-16,-3 0-2 0,-2-3 2 0,0-1-1 15,0-3-1-15,-4-1-1 0,3-2-1 0,-1-2-1 16,2-4-17-16,-1-2-54 0,0-1-57 0,3-4-70 15,0-2-131-15,1-2-190 0,0-3-307 16,2-2-242-16,2-3-214 0,3 1-46 0,0-5 390 0,3 0 500 16</inkml:trace>
  <inkml:trace contextRef="#ctx0" brushRef="#br2" timeOffset="66627.25">14743 2374 177 0,'7'5'664'0,"-3"2"387"0,1 2 131 16,0 2-180-16,-1 2-299 0,0 0-195 0,0 6-99 16,0-1-63-16,0 2-55 0,-2 4-41 0,3 1-41 0,0 0-64 0,1 6-53 0,-2-2-35 31,-2 5-19-31,4-2-13 0,-2 3-8 0,1-1-3 16,-1-1-5-16,1-1-1 0,-1-5-4 0,1-1 0 15,-2-4-3-15,2-4-1 0,-1-3 1 0,-3-2-2 0,2-5 3 16,-3-1 0-16,0-2 1 0,0-4 1 15,0-1 1-15,-3-1 0 0,2-4 0 0,-4-1-2 16,1-1-1-16,-2-1-1 0,1-3-1 0,-1 1 0 16,2 0 0-16,-1-2 0 0,0-1 0 0,0 0-1 0,0-5-1 15,2 0 1-15,-1-1-3 16,0-4 2-16,3-2 0 0,-1-1 0 0,2-2-1 0,0-2 0 16,2 1 3-16,-1-1-1 0,1 3-2 0,1 2 1 0,2 0 0 15,-4 5 0-15,2 1 0 0,2 0 1 0,-2 2 2 16,2 4-2-16,0 1 0 0,1 0 0 15,-1 2-1-15,0-1-1 0,-1 4-1 0,3-3 2 16,-1 3 2-16,0 1 0 0,1 0 0 16,-1 2-1-16,2 1 1 0,1 0 0 0,-2 1-1 0,1 1 1 15,0 1 3 1,2 1-1-16,-1 1-1 0,-1 1 0 0,2 1 1 16,-2 1 0-16,0 1-1 0,0 1 2 15,2 1 1-15,-4-1 1 0,0 5-1 0,3-4 0 0,-5 1 0 16,2 3 2-16,-3-2-3 0,1 2 1 15,-3 0-2-15,-1 2 0 0,-3-3 7 0,0 3 5 0,-2 1 8 16,-2-1 5-16,-2-1 6 0,-2 2 5 0,-3-1-5 16,3 1 2-16,-5-2 0 0,4-1 0 0,-1 2-3 15,-1-3-2-15,2 1-4 0,0-2-5 0,4-1-9 16,2-1-5-16,1 2-3 0,-1-3-3 0,4 4 0 16,2-3 0-16,0 2 1 0,2 0-1 0,4-2-1 15,0-1 0-15,2 1 0 16,2-2-2-16,2 1 1 0,0-1 0 0,1-1 1 0,2-1 0 0,1 0 0 15,-2 2 1-15,2-2 0 0,-2-1-1 0,2 1-1 16,-4 1 0-16,1 1 0 0,-2-2 0 0,0 3-3 31,-3 1-10-31,1 1-15 0,-2-1-35 0,-4 3-66 16,0-3-69-16,-3 1-119 0,0-1-172 0,-3-1-302 16,2-1-301-16,-3-1-230 0,1-3-128 0,1 2 321 15,-2-4 582-15</inkml:trace>
  <inkml:trace contextRef="#ctx0" brushRef="#br2" timeOffset="66861.72">15233 3029 122 0,'-3'7'1072'0,"0"-1"669"0,-1-2-135 15,-3-1-356-15,2 0-402 0,0 0-384 0,1-1-227 0,-1 1-100 0,0-3-48 0,5 1-32 16,-1-2-26-16,2-1-18 16,3-2-21-16,2-1-41 0,-3 1-89 0,2-2-158 0,-1-1-267 15,1 2-315 1,3-1-391-16,-2-2-399 0,-1 2 15 0,1 1 738 16</inkml:trace>
  <inkml:trace contextRef="#ctx0" brushRef="#br3" timeOffset="72211.19">17183 2613 153 0,'1'-8'390'15,"1"1"187"-15,0-1 154 0,-1 0-127 16,-1 1-115-16,0 1-28 0,0 0-1 0,2 0-12 0,0 0-38 16,-2 0-56-16,1 0-68 0,-1 2-43 15,2-2-24-15,-1 1-7 0,1 1-5 0,2 1-16 16,-4 0-13-16,2 0-29 0,-1-1-38 0,1 4-35 0,-2-3-20 16,2 2-11-16,-1 1-11 0,-1 0-6 15,0 0-6-15,2 0 4 0,0 4 0 0,-1-2 0 0,-1 3 6 16,3 4 5-16,1 4 3 0,-3 2-5 0,1 5-5 15,-1 1-4-15,1 4-9 0,-2 4-7 0,3 1-5 16,-3 1-2-16,-3 2-1 0,3 2-1 16,0-1-1-16,-2-1 1 15,2 1-1-15,0-5 0 0,0 1-1 16,2-4-1-16,-2-2 1 0,3-3 1 0,-2-1 0 16,2-4 2-16,-1-3-1 0,1-1-1 0,1-3-1 15,-1-2 0-15,0-1 0 0,0-1-3 16,2-5 2-16,3 0 1 0,-2-6 1 0,2-5 2 15,0-2 2-15,4-3 0 0,0-5 0 0,2-5-1 16,0-4 3-16,2-2-4 0,0 0 0 0,2-4 1 16,0-2 0-16,3 1-1 0,-3-2 1 0,2 3-2 15,-2 1 1-15,0 2 1 0,-1 3-2 0,-1 3 0 16,-2 2-1-16,-2 6 0 0,-2 3 1 0,-3 1-1 16,-1 5 1-16,-3 1 2 0,1 3 10 0,-3-1 8 15,1 5 4-15,-4-2 1 0,1 6 1 0,-4 1-2 0,-2 3-10 16,-1 3-6-16,-2 5-4 0,-2 1-3 0,-2 3-1 15,1 3-1-15,1 0 0 0,-6 3-1 16,6-1 0-16,-4 5 0 0,3-1 1 0,1 0-2 16,1 0 1-16,-1 0 1 0,3 0-2 0,1 0 1 0,2-2 1 31,-1-1-1-31,1-1 1 0,5-4-2 0,-1 0 1 16,2-1-2-16,0-4 0 0,3 1-1 0,2-3 1 15,-2-2 0-15,0 1 1 0,4-4 1 0,-1-1-2 16,2 1 2-16,1-4 0 0,-1 0-1 15,3-3-3-15,3-1-7 0,-2-3-18 0,3-2-38 16,-2-1-72-16,3-4-77 0,-4-3-144 0,4 1-222 0,-2-2-307 16,-1-2-311-16,3 1-202 0,-2 0-17 0,2-2 500 15</inkml:trace>
  <inkml:trace contextRef="#ctx0" brushRef="#br3" timeOffset="72760.74">17838 2533 16 0,'-4'5'493'0,"1"2"458"0,2 2 249 16,-4 1-40-16,1 1-334 15,1 3-270-15,3 2-129 0,-1 2-76 0,1 3-54 0,1 2-36 0,-1 2-39 0,0 2-45 32,3 2-59-32,-1-1-40 0,1 3-25 15,2-3-17-15,-2 1-10 0,2-1-10 0,0-1-8 0,3-2-4 16,-4-4-2-16,0-1 1 0,0-5-3 15,1-2-1-15,-2-3-1 0,-1-1 1 0,0-2 0 16,-1-2 2-16,-1-4 0 0,3-2 3 0,-3-4 2 0,0-5-1 16,0 0 1-16,0-7 0 0,0 1 0 15,0-5-1-15,0-3-2 0,2-1 1 0,-2-2-1 16,1-4-2-16,2 0-2 0,1-2 1 0,-1-3 0 0,2 2-2 16,1 1 0-16,3 1 2 0,-1 0-2 0,0 1 1 15,3 4-1-15,-1-3-2 0,-1 5 1 16,5-1-1-16,-2 2-2 0,-1 2 1 0,1 1-1 0,1 1 3 15,-1 4-1-15,1 2-1 0,-2 2 2 0,0 2 1 16,-3 2 0-16,0 4 1 0,0 2 1 16,-2 2 3-16,1 3 1 0,-4 3-1 0,0 2 3 15,-3 4 0-15,-2 3 1 0,-1 1 0 0,-2 5 0 0,-1 2 1 32,-3 4 5-32,-1 3 5 0,-1 3 2 0,-1 1 4 15,0 4 5-15,-2 0 2 0,3 2-5 16,-2 0-6-16,3-2-3 0,2-1-6 0,-1-4-5 0,2-3-4 15,2-3-1-15,4-3 0 0,-3-3-2 0,4-2 0 16,0-3-1-16,0-3 2 0,4-2-3 0,0-4 1 16,2 0 0-16,-1-3-1 0,3-3 1 0,2-1-5 15,0-1-13-15,0-3-40 0,0-2-73 0,2-1-77 16,-4 0-142-16,3-2-223 0,0-1-316 0,-3-1-302 16,3 3-195-16,0-5-15 0,-3 2 485 0</inkml:trace>
  <inkml:trace contextRef="#ctx0" brushRef="#br3" timeOffset="73010.94">18282 3146 357 0,'-2'17'895'0,"2"-4"316"0,-3-5-16 0,2-3-291 15,1-4-307-15,1-3-215 0,2-7-98 16,0-4-44-16,2-5-13 0,1-6-17 0,3-4-22 15,0-4-37-15,0-5-40 0,3-2-29 0,1-3-26 16,-1 0-19-16,3-2-16 0,-2 1-10 0,3-1-6 16,-3 3-2-16,1 4-2 0,2 1-1 0,-5 2-2 15,1 4-6-15,-4 4-32 0,-1 1-57 0,-2 2-56 0,-4 5-90 16,1 2-150-16,-4 0-228 0,-1 5-281 16,-4 2-231-16,3 2-194 0,-4-1 101 0,-2 4 475 15</inkml:trace>
  <inkml:trace contextRef="#ctx0" brushRef="#br3" timeOffset="73210.85">18283 2442 254 0,'-3'9'697'0,"-3"3"364"16,4 0 114-16,-1 2-242 0,2 4-273 0,1-1-168 16,0 4-84-16,1 3-70 0,2-1-61 0,1 1-47 15,2-1-42-15,-3 2-55 0,2-1-57 0,1 0-35 16,1-2-17-16,0 1-10 0,1-1-3 15,0 0-6-15,0-2-7 0,3-2-61 0,-1 0-62 16,-2-4-113-16,2-3-177 0,-2-1-302 0,0-4-329 0,2-2-247 16,1-4-135-16,0 0 328 0,-1-4 572 15</inkml:trace>
  <inkml:trace contextRef="#ctx0" brushRef="#br3" timeOffset="73543.05">18763 2395 423 0,'-2'-6'1021'0,"-3"2"351"0,-3 2 6 15,-1 5-288-15,-1 2-395 0,-1 2-245 0,0 3-135 0,-2 3-83 0,2 2-75 0,-3 1-53 16,1 2-34 0,1 3-23-16,2 1-16 0,2 1-11 0,4 1-9 15,-2 2-3-15,4-1-3 0,4-1-2 0,4 2-2 16,-2-1-2-16,6-1 0 0,1-2-1 0,3 1 0 15,-1-2 0-15,4-1-1 0,-1 1 1 16,1-3-2-16,1-2 1 0,-1 2-3 0,0-3-4 0,-4 2-3 16,3-4-3-16,-5 0-2 0,0 1 0 0,-1-1 3 15,-6 2 3-15,0-2 6 0,-4-1 5 0,0 1 2 16,-4-1 0-16,0 1 0 0,-4-1 1 0,0-2-8 16,-2 0-15-16,2-1-34 0,-4-1-62 15,2-1-54-15,1-4-86 0,-2 0-142 0,3-3-181 16,1 0-282-16,3-6-218 15,-1 0-204-15,2-1 26 0,3-2 427 0</inkml:trace>
  <inkml:trace contextRef="#ctx0" brushRef="#br3" timeOffset="73760.47">18931 2610 229 0,'7'-5'764'0,"-1"4"396"16,-2 4 77-16,0 3-191 15,1 2-257-15,-2 6-226 0,0 4-151 0,0 0-88 16,1 5-54-16,-3 2-58 0,2 0-72 0,1 4-47 0,-3 1-29 16,2 5-18-16,1 0-16 0,-2 2-9 15,1 1-6-15,-1 0-7 0,1-1-5 0,2 0-10 0,-2-6-36 16,-1 1-78-16,0-7-101 0,-1-2-179 16,-1-5-294-16,-1-5-336 0,-3-4-338 0,1-3-164 15,-2-3 249-15,-1-7 665 0</inkml:trace>
  <inkml:trace contextRef="#ctx0" brushRef="#br3" timeOffset="73976.87">18911 2419 37 0,'0'-9'659'16,"0"1"651"-16,-2 6 179 0,2-2-219 15,0 3-375 1,0 0-381-16,2-1-185 0,0 2-132 0,3 2-66 15,1-1-30-15,3-1-16 0,2 1-33 0,2 1-24 16,1 0-13-16,1-1-5 0,2 2-4 0,0 0 0 16,-1 2-23-16,1 2-71 0,-1-2-80 0,-2 3-165 15,2-1-289-15,-2 3-322 0,-1 1-340 0,0 2-196 16,-1 2 129-16,0 1 643 0</inkml:trace>
  <inkml:trace contextRef="#ctx0" brushRef="#br3" timeOffset="74226.22">19370 3321 654 0,'-7'8'1621'0,"1"-1"118"0,-5-4-350 16,1-2-341-16,2-2-471 15,1-2-286-15,0-1-127 0,2-1-58 0,-1-1-33 16,4-1-25-16,-1 0-21 0,3 0-15 0,2-1-22 16,-1 1-43-16,1-1-89 0,0 2-164 0,-1 2-266 15,2 1-322-15,-1 2-400 0,-2 1-398 0,0-2 26 16,-6 4 768-16</inkml:trace>
  <inkml:trace contextRef="#ctx0" brushRef="#br2" timeOffset="83159.66">15017 1866 148 0,'0'1'422'0,"1"2"258"0,-1-2 198 15,0 1-136-15,2 0-135 0,-1-1-88 16,-1 0-74-16,0-1-72 0,0 2-63 0,0-2-59 16,0 2-62-16,-1-2-49 15,1 0-34-15,0 0-22 0,1 0 1 0,-1 0 2 0,0 0 21 0,2 0 6 16,0 0 10-16,-1 0 2 0,-1 0-15 0,3 0-7 15,-3 0-22-15,0 0-11 0,2-2-12 0,-2 2-9 16,2-2-1-16,-1 2-5 0,-1-2-2 0,2-2-2 16,0 3-8-16,-1-3-4 0,2-1-8 0,0 1-5 31,0-1-12-31,2-1-6 0,-2 0 2 0,0-1 2 16,2-1 2-16,0 2 1 0,0-1 7 0,2-1 1 15,-2 0-2-15,2 3-3 0,-1-1-3 0,-1-1-2 16,2 3-1-16,-2 1-1 0,2-1 0 0,-1 1 0 15,-1 2 2-15,3-1-2 0,0 0 3 0,-2 2-1 16,0 0 1-16,4 0 1 0,-4 2-2 0,2-2 0 16,2 3-1-16,0-2 0 0,-2 3 0 15,2-2 1-15,2 3 0 0,-2-3 2 0,0 5 1 0,2-3 0 16,-1 2-1-16,-1-1 0 0,2 1-1 0,1 0 0 16,0 1-2-16,-4-2 0 0,4-1 1 0,-1 2 0 15,0 0 0-15,0-1-1 0,-1-1 2 0,1-1 5 16,-2-2 2-16,-2 3 2 0,2-4 2 0,-2 0 0 15,1 0 0-15,-1-4 4 0,0 0 1 16,1-3 0-16,-2-3-1 0,-1-1-1 0,-1-3-1 0,1-2-8 16,0-1-5-16,-1 1-2 0,-2-4-2 0,1 3-1 15,-3-1 0 1,1 3 1-16,-2 1-1 0,0-2 0 0,0 4-1 16,-2 4 0-16,2-2-13 0,-1 3-34 15,-3 3-75-15,1 0-107 0,-2-1-195 0,1 2-296 0,2 0-340 16,-1 1-363-16,3-2-166 0,0 2 317 15,3-4 705-15</inkml:trace>
  <inkml:trace contextRef="#ctx0" brushRef="#br2" timeOffset="84009.31">16000 961 62 0,'2'-1'390'0,"-1"-1"287"0,-1 2 233 0,0 2-5 15,2-2-186-15,-2 0-159 16,0 0-113-16,-2 0-90 0,2-2-69 0,0 1-68 16,-1 1-67-16,1 0-48 0,-2 1-20 15,2 4 2-15,0 1 12 0,0 1 9 0,0 4-1 0,0-2-5 16,2 4-9-16,-2 1-2 0,1-1-16 0,1 1-13 15,1 0-3-15,0 2-3 0,-1-1-8 0,1 1-12 0,0 0-2 16,1 1-1-16,-1 2-4 0,0-2-3 0,1 3 2 16,1-1-8-16,0 1-9 0,-2-1-4 0,2 0 6 15,1 3 2-15,0-2 1 0,1-1 0 16,-1 0 1-16,-1-2-1 0,3-1-9 0,0-1-3 0,0-1-5 0,0-2-2 31,0-2 0-31,2-1-1 0,0-1 3 0,-2-2-1 16,4 0 1-16,-2-2 1 0,0-2-1 0,2-1-1 15,-1-1 2-15,-1-3-1 0,2 0 0 0,-2-3 0 16,1 0 3-16,0-1 0 0,-1-1 1 0,0-4 0 16,-2 1 1-16,2 0-1 0,-2-1-2 0,0 0-1 15,0 0-1-15,-4 1-4 0,1 0-26 0,-2 0-57 0,-1 2-54 16,0-2-64-16,-4 3-144 0,0 0-194 0,-2-1-290 16,-1 2-228-16,-2 4-220 0,3-2-40 0,-6 1 423 15,2 0 489-15</inkml:trace>
  <inkml:trace contextRef="#ctx0" brushRef="#br2" timeOffset="84327.33">15942 1201 170 0,'4'-1'669'0,"0"-3"402"15,-1 4 104-15,-2-1-207 0,3 1-318 0,-3-1-236 16,1-1-166 0,-1-1-67-16,1 2-21 0,4-1-9 0,-1 1 13 15,1 1 12-15,2-3-8 0,0-1-22 0,3 3-27 16,-1-3-19-16,-1 0-34 0,2-1-30 0,0 0-18 16,-1-1-10-16,2 2-2 0,-2-1-3 0,0-2 3 15,0 1-4-15,-2 1 2 0,2 0-2 0,-1 1 0 0,-1 0 7 16,-1 1-2-16,-1-2-10 0,3 2-58 0,-2 2-53 15,-3-1-114-15,3 2-180 0,-4 2-307 0,3-1-311 16,-3 4-242-16,2-1-143 0,1 2 330 0,1-2 558 16</inkml:trace>
  <inkml:trace contextRef="#ctx0" brushRef="#br2" timeOffset="84926.33">16479 1185 4 0,'-3'0'474'0,"2"1"471"15,-6 1 269-15,2-1-40 0,-1 1-332 0,2 2-283 16,-3 1-162-16,-1 1-91 0,3 2-54 0,-4 3-36 0,4 0-38 16,-3 2-36-16,3 2-38 0,1 2-37 0,-1-2-23 15,2 3-13-15,2 0-5 0,1-2-12 0,0-1-9 16,1-1-8-16,2-2 1 0,2-2-2 0,-1-2 1 0,1-4 2 15,3-1 0-15,-3-3 1 0,4-1-2 16,-1-4 2-16,0-4-1 0,0-1 0 0,1-4 1 0,1 1 5 16,-2-4-1-16,1 0 1 0,1 2-1 0,-2-4-1 0,0 2-1 15,0 0-3-15,-2 1 2 0,0 0 1 0,-2 2 1 32,1 1 1-32,-4 3 1 0,2 1 0 0,0 1-1 15,-1 3 4-15,-1 0 3 0,-1 0 3 0,0 3 2 16,2 0-1-16,-2 0-1 0,0 1-2 0,1-1-8 15,-1 2-4-15,0 0-3 0,2 2 0 0,-2-1-1 16,3 4-1-16,-3 0 2 0,3 1 2 0,1 2-1 0,1 1 2 16,-2 1 1-16,3 1 0 0,0 3-1 0,0 1 1 15,1 1 2-15,-1 2-1 0,3 0-2 0,-2 1 1 16,-1 0 2-16,2 1-2 0,-2 0-2 0,1 0 1 16,-2-3 0-16,-1 3 0 0,0-2 1 0,-1-1 9 15,-2-1 7-15,1 1 11 0,-2-2 6 0,-2 0 3 16,1-3 6-16,-2 1-2 0,-2-1-5 0,-2 0-8 0,1-1-5 15,-2-3-6-15,-1 3-4 0,-1-3-4 16,-1-1-3-16,0 1-2 0,1-3-1 0,-2 2 1 16,1-3-3-16,0 1-1 0,0-3 2 0,1 2-2 0,2-3 0 15,-1 0-1-15,1-1 0 0,3 0-2 0,0 0-2 32,1-1-1-32,0 0-3 0,0-3-11 0,2 2-21 15,2-3-48-15,0 1-61 0,0-3-67 16,2 0-115-16,2 0-159 0,0 0-237 0,0-4-257 0,0 3-214 15,2-1-125-15,0-1 232 0,2 1 489 0</inkml:trace>
  <inkml:trace contextRef="#ctx0" brushRef="#br2" timeOffset="85560.35">17023 889 59 0,'-2'-6'501'0,"2"1"412"0,-1 1 244 15,-1 1-49 1,-2-1-324-16,4 0-216 0,-2 0-115 0,2 3-75 15,-1 1-59-15,-1 0-53 0,2 0-43 0,0 1-53 16,-1 1-61-16,-1 0-42 0,0 0-26 0,-1 3-16 0,2 2-8 16,-3 2-4-16,3 3 0 0,-3 2-2 0,3 2-2 15,-1 4-1-15,1 1 5 0,-2 4 3 0,1 1 1 16,2 0 3-16,0 6 2 0,0 0 5 0,0-3-3 16,2 3-4-16,1-1 4 0,0-1 1 0,2-2 0 15,0-2-6-15,1-4-3 0,0-3-3 0,3-4-7 0,0 0-2 16,0-6-3-16,5-1-1 0,-3-5 0 0,3-3 1 15,-1-6-1-15,2-2 2 0,0-5-1 0,0-5 3 16,0-3-2-16,1-7 0 0,0-2-1 0,0-2-1 16,1-1-1-1,-1-2-1-15,-2-1-1 0,-3 2-1 0,2-1 0 16,-4 2-2-16,-1 1 0 0,-3 1 3 0,0 0 1 16,-5-1 1-16,0 2 3 0,-5 2 2 15,0-1 2-15,-3 2 1 0,-1 2 2 0,-4 1 1 16,2 3 2-16,-2 2 6 0,1 3 3 0,-1 4-2 15,-1 3 0-15,0 4-3 0,0 3-4 16,-1 4-6-16,1 3 1 0,1 4 1 0,1 2 1 16,1 2 0-16,1 4-2 0,2-1 2 0,-1 4-5 15,4-3-3-15,2 2 1 0,0 2-1 0,1-2 1 0,2 1 0 16,0-1-2-16,2 2-5 0,-1 0 0 0,1 0-3 16,1 0-13-16,2 2-8 0,-1-3-13 0,0 3-16 15,0-2-51-15,0-1-59 0,0 0-49 0,1-4-80 16,-2-1-131-16,1 0-156 0,2-2-199 0,-2-1-225 15,0 0-203-15,0-4-33 0,1-2 336 0,2-1 423 16</inkml:trace>
  <inkml:trace contextRef="#ctx0" brushRef="#br2" timeOffset="85945.4">16949 1011 35 0,'-1'0'571'0,"-4"2"494"16,1-1 210-16,1-1-102 0,0 0-358 0,1-1-344 15,2 1-206-15,0-2-112 16,2 2-64-16,1 0-30 0,2 2 54 0,2 0 22 16,3 0 10-16,1 1 0 0,2-2-5 15,5-1-10-15,-1 0-63 0,0-1-30 0,2 0-20 16,0-3-9-16,2 2-8 0,-1-2 1 0,0 2-33 0,-2-2-57 15,1 0-78-15,-3 1-151 0,-3-2-279 0,3 2-311 16,-5 1-296-16,1-2-207 0,-1-1 106 0,-1 1 587 16</inkml:trace>
  <inkml:trace contextRef="#ctx0" brushRef="#br3" timeOffset="99060.19">19553 2319 400 0,'-2'1'758'0,"-3"0"271"0,2 1 80 16,-1-2-297-16,-1 2-256 0,4-2-138 0,-3 0-53 0,1 1-20 15,3 0-46-15,0-1-49 0,0 0-40 0,0 0-45 16,0 0-51-16,0 0-52 0,0 0-31 0,3-1-9 15,-1 0-2-15,0-3-4 0,2 2 1 0,2-3 5 16,-1-1 5-16,2 0-1 0,1-1-4 0,-2 0-1 16,3-2 3-16,-1 1 2 0,2 1-2 0,1 0 0 0,-2 0 2 31,1-1-3-31,1 2-1 0,-2-2-10 0,3 4-3 16,-2-1 5-16,1 0 4 0,-1 0 3 0,1 3 0 15,-1-2 8-15,-1 4 4 0,0 0-4 16,3 0 3-16,-3 4 0 0,3 0 4 0,-2 2-2 15,0 0-2-15,2 3 0 0,-2 0-6 0,-1 1-2 0,2 1-4 16,0-2-4-16,-1 4-3 0,2-3-4 0,-2-2-1 16,-2 0-2-16,3-2-1 0,-2-2-1 0,0 1-2 15,1-4 1-15,-2-2-1 0,4-4 0 0,-3-1-1 16,0-3 0-16,1-2 1 0,0-5-1 0,0 1 1 16,-2-3 0-16,0 0 0 0,2 0-1 0,-2 0-1 15,-4 2 0-15,1 1-1 0,-1 0-5 0,0 2-11 16,-1 5-24-16,-1-3-51 0,-4 4-80 0,-1 1-147 0,2 0-276 15,-1 1-313-15,1 2-368 0,1 2-328 16,0-2-4-16,1 1 667 0</inkml:trace>
  <inkml:trace contextRef="#ctx0" brushRef="#br3" timeOffset="100044.55">21436 1339 308 0,'0'2'581'0,"-2"-1"251"16,2 1 82-16,-1-1-232 0,-1 0-139 15,2-1-102-15,0 0-76 16,0 0-58-16,0-1-49 0,0-3-44 0,2-2-43 16,-1-2-38-16,1 0-2 0,1-3 20 0,2-3 23 15,-2 1 4-15,3-4-6 0,1-1-14 0,-2 0-25 16,-1-3-37-16,4-1-35 0,0-2-14 0,-2-1-11 0,2-1-9 16,0-2-6-16,2-2-3 0,-2 4 3 0,0-1-2 15,0-2-1-15,-1 4 0 0,0-1 0 0,-1 1-1 16,-1 1 1-16,-2 0 1 0,3 5 0 0,-3 3 1 15,0 3 0-15,-1 3 1 0,0 0-5 16,-2 3-6-16,1 3-3 0,-1-1-3 0,0 1-3 16,2 3-1-16,-1-2-1 0,-1 3 0 0,0-2-1 15,0 2 0-15,4 4 1 0,-4 1 1 0,1 3 0 32,1 5 1-32,0-1 3 0,-1 2 2 0,2 3 0 15,0 2 0-15,0 1 0 0,-1 1 6 0,1 2 3 16,0 3 3-16,-1 1 1 0,1 1 0 0,-1 2 0 15,1 1-7-15,0 1-5 0,0-3-2 0,2 4-3 16,-2-4-1-16,2-1-1 0,-2-1-1 0,0-2 0 0,2-2 0 16,-2-3-1-16,0 1-1 0,3-6 0 0,-4-1 1 15,1 1-1-15,-1-5 0 0,-1 2 1 0,-1-3-1 16,0 0 3-16,0-2-1 0,-1-1-8 0,-1 1-11 16,0-1-23-16,-1-1-53 0,-3 1-65 0,2 0-78 15,-3-4-127-15,1 2-165 0,-2-1-251 0,-3 1-252 16,1-2-215-16,2 2-83 0,-2-2 318 0,0 2 470 15</inkml:trace>
  <inkml:trace contextRef="#ctx0" brushRef="#br3" timeOffset="100393.53">21291 1533 186 0,'1'3'584'0,"-1"0"315"0,0-2 113 16,2 1-210-16,1 0-280 16,-2-1-160-16,2 0-90 0,2-1-41 0,2 3-3 15,-1-3-3-15,7 2 62 0,-4-1-17 16,4 0-44-16,3 1-3 0,0 0-23 0,4-1-4 0,0 1-56 16,1-2-20-16,3-2-13 0,1 1-25 0,4-3-15 15,-3 3-19-15,4-3-10 0,-1 0-11 0,1-1-10 16,0-1-5-16,-2 1-3 0,2 1-3 0,-2-1-1 15,0-2 0-15,2 1-2 0,-1 0 1 0,-3-2-2 16,1 2 0-16,0 0-2 0,-3 0 0 0,-2 1 0 16,0-1-1-16,-2 0-2 0,-3 1-2 0,0 2-11 0,-3 0-24 15,-2 1-54-15,-2-1-57 0,-2 1-59 16,-1 2-103-16,-1 2-146 0,-5 1-183 0,1-1-241 0,-2 2-223 31,-2 1-178-31,1 1 116 0,-3 2 435 0</inkml:trace>
  <inkml:trace contextRef="#ctx0" brushRef="#br3" timeOffset="101294.63">21453 1998 340 0,'2'-6'690'16,"-2"0"290"-16,0 0 109 0,-2 0-271 0,1 1-231 15,-4-1-151-15,2 0-85 0,-2 1-38 0,0 1-16 16,1 0-30-16,-4-1-25 0,0 2-30 0,2 0-31 16,-2 2-37-16,0-3-41 0,-1 4-32 0,0 0-18 15,0 2-14-15,-2 0-9 0,3 2-10 0,-2 1-6 16,0 0-3-16,0 5-2 0,0 0 1 0,1 2 2 15,-4 2 1-15,4 2 0 0,1 2-3 0,-3 2-1 16,3 3-6-16,1 0-3 0,3 1-3 0,-4 4-2 16,7-2 1-16,-3 0 2 0,4 2 0 0,0-1 2 15,0-3 2-15,4-1 2 0,0-2-1 0,2-3-2 16,-1-2 1-16,2-2-1 0,1-2-1 0,1-3 0 31,-1-3-2-31,1-4-1 0,4 0-1 0,-2-4 0 16,0-3-1-16,2-3 1 0,-1-4 1 0,0-2 2 15,2 1-1-15,-3-6 2 0,0 1 0 0,-2 0 1 16,-1 0-1-16,0-1 1 0,0 3 3 0,-3 1-2 16,-1 3 0-16,0-1 2 0,-3 5 0 0,1 2-1 15,0 0 0-15,-2 3 0 0,1 1-1 0,-1 2-2 16,0 4-1-16,0 2-3 0,0 2 2 0,2 8 0 0,-1 0-1 16,4 2 3-16,-2 5 0 0,2-1 1 15,1 1 0-15,2 1-1 0,1-3 0 0,3-2-2 16,-3 1 2-16,4-4-2 0,-4-2-1 0,2-3 1 0,3-3 2 15,-2-2 1-15,0-3-1 0,-2-3 1 16,-1-3 1-16,4-1 0 0,-5-6-1 0,-2-1-3 0,2 0 1 16,0-4 2-16,-4-1-1 0,1 0 1 0,-1-3 0 15,-3 1 0 1,2 0 1-16,-3 2-1 0,0-2 1 0,0 1 0 0,-1-1 1 0,-2 3-1 0,-1 2 2 31,-1-2-1-31,1 4-1 0,-4 1-1 0,0-1 1 16,2 4-1-16,-2-1-1 0,-1 4-1 15,0 1 0-15,1 0 0 0,-1 3 0 0,1 3 1 0,0 0-1 16,0 3 1-16,-1 3 0 0,3 1-1 0,-2 1-2 16,1 2 1-16,0 0 1 0,0 1 0 0,2 0-1 15,2 1 2-15,2-1 0 0,-3 0-1 0,4 2 0 16,0-5-5-16,4 1-14 0,-3 0-34 0,4-3-63 16,0-1-61-16,2-1-91 0,0-3-146 0,1-2-198 15,-2-2-285-15,7 0-218 0,-4-2-188 0,2-3 72 16,3-1 433-16</inkml:trace>
  <inkml:trace contextRef="#ctx0" brushRef="#br3" timeOffset="101643.7">21825 2067 45 0,'0'-8'525'0,"-2"2"457"0,-4 2 234 0,2-1-61 15,-3 2-346-15,1 1-247 0,-1 2-144 0,1 2-94 16,0 1-63-16,-1 2-45 0,3-1-43 0,-3 0-51 15,4 3-49-15,-3 0-32 0,4 2-16 0,-1 0-11 16,2 0-9-16,1 0-1 0,0 3-2 0,0-3-2 16,1 1-3-16,2-2 3 0,1 3 0 0,2-2-1 15,-2 0 1-15,1-1 0 0,2 3 0 0,-2-3 1 16,4 1-1-16,-3 0 0 0,0-1 0 0,3 3 3 0,-3 0-3 16,1-1 0-16,-2 1 2 0,2 0 0 15,-2-1 0-15,-1 2-2 0,1-2 3 0,-4 2 2 16,2 0-1-16,-3 0-1 0,-1-1 0 0,-1 2 2 15,-2-2 0-15,-1 0-3 0,0 1 0 0,-1 1-1 16,-1-2 0-16,-2-3-3 0,1 3 1 0,0-2 2 16,-1-2 1-16,0-1-2 0,0 0-2 0,1-3-12 15,-1 2-36 1,1-4-50-16,2-1-43 0,-1 0-47 0,3-3-76 16,-2-1-112-16,2-1-112 0,1-1-138 0,3-1-250 15,0 1-216-15,3-2-55 0,-1-2 234 0,2 0 376 16</inkml:trace>
  <inkml:trace contextRef="#ctx0" brushRef="#br3" timeOffset="102176.33">22092 1989 128 0,'6'-5'490'0,"-6"3"310"0,2 0 185 16,-2 0-92-16,-2 2-223 0,2 0-165 0,-2 4-116 15,-2 0-78-15,1 2-49 0,0 3-41 0,1 1-30 32,-1 2-4-32,2 3 2 0,-3 4-8 0,1 0-10 15,1 3-24-15,2 4-20 0,-3-1-34 16,3 5-28-16,0 0-16 0,2 0-14 0,-1 0-6 15,1 0-10-15,3-2-4 0,0-2-8 0,1-3-2 0,1-4-2 16,2-1-1-16,0-4-2 0,3-5 1 0,0-1 1 16,-1-6-1-16,3-2 1 0,-1-4 0 15,1-4 2-15,-3-2-2 0,2-4 1 0,-1-4 1 0,-2 0-3 16,-2-3 1-16,1-1-2 0,-2-2 0 0,-2 1 0 16,-1-3 0-16,-2 1 1 0,-2 1 2 0,-2 0-2 15,-1 2 2-15,2-1 0 0,-4 2-1 0,-3-3-1 16,0 3 1-16,-1 0-1 0,0 0 2 0,-1 2-1 15,0 1 1-15,0 1 0 0,-2 3 0 0,2 2-1 16,1 2 1-16,-2 3-2 0,3-1-1 0,0 2 0 16,0 4 2-16,0-2-2 0,4 3-2 0,-3 1 0 15,4 3 0 1,-2-1-1-16,0 3-2 0,3-1 2 0,-2 4 1 16,1 0 1-16,2 0-2 0,-1 2-1 15,0 2-1-15,2-2-10 0,-1 4-37 0,-1 1-58 16,1-1-52-16,1 3-84 0,-2 0-145 0,2-1-196 15,0-1-274-15,0 0-228 0,2-1-201 0,1-1 51 16,0-1 436-16</inkml:trace>
  <inkml:trace contextRef="#ctx0" brushRef="#br3" timeOffset="102576.82">22020 2289 319 0,'0'0'828'0,"0"0"339"0,-2-1 14 0,2 1-275 16,-2 0-338-16,2-2-235 0,2 2-132 0,0 0-55 16,2 0-4-16,1-2-5 0,4 2-8 0,-1-2-6 15,4-2-15-15,1 3-25 0,2-2-31 0,1-2-21 16,0 0-13-16,1 1-7 0,-1 0-3 0,3-2-7 15,-3 1-7-15,1-1-43 0,-3 2-61 0,0-3-142 16,-2 6-268-16,-3-2-284 0,-1 0-309 0,-3 3-227 16,-1 0 26-16,-2 0 536 0</inkml:trace>
  <inkml:trace contextRef="#ctx0" brushRef="#br3" timeOffset="133718.96">24326 9004 107 0,'0'0'270'0,"-1"2"126"16,-1-2 24-16,0 1-59 0,1 0-82 15,-1-1-47-15,1 2-13 0,-4 0-2 0,4-2 12 0,-1 1 19 32,1-1 24-32,1 0 17 0,0 2 4 0,0-2 1 15,0 0-13-15,0 0-24 0,0 0-30 0,0 0-31 16,0 0-32-16,0 0-29 0,0-2-25 0,0 2-9 15,0 0-4-15,0 0 12 0,0 0 23 0,0 2 26 16,0-2 9-16,1 1 2 0,-1-1-15 16,0 0-22-16,2 2-31 0,-1-2-31 0,-1 0-25 15,0 0-16-15,0 1-8 0,3-1-1 0,-1 2 2 16,-1-2 2-16,-1 1 0 0,2 1 0 0,-1-1-4 16,1 0-5-16,0 1-8 0,-1-2-1 0,2 2-3 15,-1-2 1-15,0 1-1 0,-1-1-1 0,3 0 1 16,-3 1 1-16,1-1 10 0,-1 0 4 0,4 0 4 15,-4 0 0-15,2 0 2 0,1 0-3 16,-3-1-6-16,3 1-4 0,-1 0 3 0,-2-1 2 16,3 1 2-16,-1-2 1 0,0 0 0 0,1 2-1 15,-1-1-6-15,2 1-2 0,-1-1-4 0,0 1-1 16,1 0-2-16,2-2 0 0,-1 2-1 0,-2 0-1 31,1 0 1-31,2 0-1 0,-3 0 0 0,4 0 1 16,-2 0 1-16,2 2-1 0,-1-2 0 15,-1 0 0-15,3 1-1 0,-1 0-1 0,1-1 3 0,1 2 7 16,0 0 4-16,0-1 3 0,0-1 1 16,2 1 0-16,-3 1-1 0,3-2-7 0,1 2-3 15,-3-2-3-15,2 1-2 0,0-1 0 0,-2 0-1 16,2-1-1-16,-3-1 0 0,2 2 1 0,-1-3 0 16,1 2 0-16,0-3 0 0,0 2 1 0,-1-1-2 15,0 0 1-15,2-2-2 0,-3 2 1 0,0-1-2 16,-1 1-1-16,-1 0 0 0,-1 2-3 0,2 1-16 15,-7 0-49-15,-1 1-81 0,-1 2-154 16,-7 2-273-16,2 3-315 0,-2 0-380 0,-5 2-326 16,1 2 21-1,-1 0 688-15</inkml:trace>
  <inkml:trace contextRef="#ctx0" brushRef="#br3" timeOffset="135649.37">18514 9025 57 0,'0'1'281'0,"0"-1"151"0,2 0 125 0,-2 2-100 0,0-2-137 15,0 2-101-15,0-1-58 16,0-1-34-16,0 0-14 0,0 1-15 0,0-1-14 16,0 0-16-16,2 0-15 0,-2 0-11 0,0 0-2 15,1 0 4-15,-1 0 15 0,0-1 54 0,2 1 53 16,-1 0 29-16,-1-1 7 0,2 1 20 0,1 0 17 16,-2-2-26-16,-1 2-23 15,2 0-18-15,-1 0-14 0,1 0-26 0,-2 0-31 0,2 0-21 16,-1 0-5-1,-1 0-9-15,2 0-5 0,-1 0-5 16,-1 0-7-16,2 0 7 0,-2 0-6 0,3 0-2 0,1 0-3 16,-3 0-1-16,1 0-5 0,1-2 23 15,0 2 26-15,0 0 15 0,-2-1 4 0,4 1-2 16,-1-1 0-16,-3 1-30 0,4 0-14 0,-2-2-7 16,0 2-2-16,3 0-2 0,-1 0 0 0,2 0-1 15,-3 0-18-15,1 0-2 0,2 0 0 0,0 0 0 16,0 0 1-16,-1-1-2 0,0 1-1 0,4 0-10 15,-4-2-5-15,0 2-6 0,3 0 1 16,-2-1 0-16,-1-1 2 0,2 1 1 0,-3-1 2 16,2 2 1-16,-1-1 0 15,-2-1 0-15,1 0 1 0,0 2-2 0,-2 0-1 0,2-1-1 0,-2 1-3 16,3-1 1-16,-3 1-1 0,1-2-1 0,1 2 2 16,-1-1 1-16,0 1 1 0,0 0 1 0,1-2 1 31,-1 2 3-31,0-1 1 0,1 1 2 0,-2-1-2 15,0 1 1-15,0-2-1 0,0 0-2 16,3 0-2-16,-2 0-2 0,-3-1-1 0,2 0-2 16,-1 1-2-16,0 1-2 0,-1-1-1 0,-1 1 0 15,2-2-1-15,-2 3-1 0,0 0 1 0,-2 0-2 16,2 0-6-16,0 0-18 0,-1 0-57 0,-3 0-74 16,1 0-137-16,-2 6-244 0,-1-1-309 0,0 1-356 15,1 1-288-15,0-1-64 0,-1 1 543 16</inkml:trace>
  <inkml:trace contextRef="#ctx0" brushRef="#br3" timeOffset="137945.93">13113 7924 116 0,'2'2'250'0,"-2"0"98"0,1-1-16 16,-1 0-61-1,2-1-61-15,-1 2-45 0,1 1-24 0,-2-2-21 0,2 1-14 16,-1-1-12-16,-1 1-2 0,0 0 8 0,0-1 8 16,2 0 15-16,-2 1 22 0,0-2 23 0,0 0 26 15,0 0 22-15,0 0 20 0,0 0 18 0,0 0 7 31,0 0 0-31,0 0-10 0,0 0-20 16,0 0-19-16,0 0-28 0,0 0-31 0,0-2-28 0,0 2-20 0,0 0-15 0,0 0-13 16,0 0-5-1,0 0 18-15,0 0 22 0,0 0 17 0,0 0 17 16,0 0 7-16,0 0-7 0,0 0-23 0,0 0-28 16,-2-1-25-16,2 1-25 0,0-1-19 0,-1 1-9 15,-1 0-3-15,2-2-4 0,0 2-3 0,0 0-1 16,0 0-3-16,0 0-1 15,0 0-2-15,0 0 0 0,0 0-2 0,0 0-2 0,0 0 2 16,2 0-1-16,-1 0-1 0,1 0 1 0,3 0 1 16,-2 0 2-16,3 0 0 0,-1 0-1 0,1-2 1 15,-1 1 0-15,1 1 1 0,3-3 2 0,-4 1-1 16,2-1 5-16,-1 1 8 0,-1-2 5 0,3 2 1 16,-4-3 1-16,1-1 0 0,0 4-1 15,-2-1-6-15,0-1-3 16,-1 1 5-16,2 1 4 0,-4 1 4 15,2-1 2-15,-2 1 5 0,0-1-2 0,0 2-4 16,0 0-3-16,-2-1-4 0,0 1-5 16,0 0-6-16,0 0-3 0,-2 1-2 0,0-1-2 15,1 0-1-15,-2 2-2 0,2-2 2 0,-2 1 0 16,-1-1 0-16,2 2-1 0,0-2 1 16,0 0 0-16,-1 1-1 0,1 1 0 0,0-2 1 15,-1 0-1-15,4 0 2 0,-2 0 0 0,1 0-1 0,0 0 1 16,1 0 0-16,-1 0-1 0,2 0 0 0,-1 0-2 15,1 0 0-15,0 0 0 0,0-2-1 0,1 1-1 16,-1-2 1-16,3 1 0 0,1-1 2 16,0 0-1-16,1 0 2 0,-1 0 2 0,1 0-1 15,2 1 1-15,-2-2 0 0,1 2-1 16,2-2 1-16,-4 1-2 0,1 2-1 0,0-2 2 0,0 1-1 16,-2 1 1-1,1 0-1-15,0-1 0 0,-3 0 0 0,1 2 1 0,-2-2 2 0,1 2 0 0,-1 0-1 31,-1 0 1-31,-1 0 1 0,1-3 0 0,-1 2-2 16,-4 0-2-16,4 1 1 0,-2-1-1 0,0-2 0 0,1 3-1 0,-2-2 0 0,2 2 1 16,-2 0 0-16,1 0-1 0,1 0 1 15,0 2-3 1,1-2 3-16,-1 0-2 0,1 3 1 0,1-2-2 16,-1-1 1-16,0 1 0 0,2 0 0 0,-1 2 1 15,-1-1 1-15,2 0 0 0,0 0 0 0,0 0 0 16,0 0 0-16,0 1-1 0,0 0 1 15,2 2 1-15,-1-3-1 0,3 3-1 0,-3-2 1 0,2 0 0 16,-1-1 1-16,1 1-3 0,0 1 1 0,1-3 3 16,-2 2-2-16,2-1 0 0,-3-1-1 15,2 1 2-15,-3-2 0 0,2 1-1 0,-2-1-1 16,2 2 2-16,-2-2 0 0,0 0 0 0,0 0 0 16,0 0-1-16,-2 0 2 0,2 0 0 15,-2 0 0-15,2 0-1 0,-1 0-1 0,-1 0 2 16,1 0-1-1,-3 1 1-15,0-1-1 0,2 0 0 0,-1 3-1 16,0-3 0-16,1 1-2 0,-1 1-1 16,0 0 1-16,1-2 1 0,-1 2 0 0,1 1 1 15,1-1-2-15,-1-1 2 0,2 2 0 0,0 1-1 16,0-1 1-16,2 0-2 0,-1 0 2 0,1 0-1 16,1 2 1-16,1-3-1 0,-1 2 0 0,0-3 2 15,2 2-1-15,2-2 0 0,-2 1-2 0,0-1 2 16,1-1-6-16,2 1-23 0,-2-1-69 0,1 2-79 15,-2-2-157-15,-1 1-288 0,1 1-320 16,0 0-352-16,1 1-220 0,-1 0 85 0,1 2 655 16</inkml:trace>
  <inkml:trace contextRef="#ctx0" brushRef="#br2" timeOffset="154672.34">12836 7836 13 0,'-3'2'174'0,"2"1"87"16,1-2 32-16,-2-1-22 0,0 1-42 0,0-1-33 0,0 1-21 0,2-1-15 15,-2 0-12-15,1 0-13 0,1 0-5 16,-2 0 1 0,2-1 4-16,0 1 15 0,0 0 22 0,0 0 23 15,0 0 30-15,0 0 27 0,0 1 30 16,0-1 22-16,0 0 12 0,-1 3-9 0,-1-3-23 16,2 0-36-16,0 0-39 0,0 0-41 0,-2 0-25 15,1 0 1-15,-1 0 9 0,1 0 24 0,-1 0 5 16,0 0-5-16,-1 0-14 0,1 2-27 0,-1-2-28 15,2 0-31-15,-4 0-17 0,2 2-12 16,0-2-7-16,1 2-7 0,-1-2-3 16,2 0-5-16,-1 1-4 0,0-1-4 0,1 0-3 0,1 1-4 15,-2-1-4-15,2 0-5 0,0 0-2 0,0 0-1 16,0 0-3-16,0 0 0 0,0 2-2 0,2-2 2 16,-1 0 1-16,1 1 0 0,1 1 3 0,-1-2 0 15,1 1 0-15,3 1 0 0,-1-2 2 16,-1 1-2-16,3-1 0 0,-1-1 0 0,-1 1-1 0,2 0-1 31,0-2 1-31,1 1 0 0,-3-2-1 0,1 1 2 16,2 1 0-16,-3 0 1 0,-2-1-1 0,0 0 0 15,0 2 2-15,-1-2-1 0,0 2 2 0,-1 0 0 16,-1 0 1-16,0 0 1 0,2 0 7 16,-2 0 4-16,0 0 4 0,0-3 2 0,0 3 0 15,0 0 2-15,-2 0-7 0,2-1-3 0,0 1-2 16,-1 0-3-16,-1-1-2 0,0 1-2 0,-1 0-2 15,0-1 0-15,1 1-1 0,-1-3-1 0,-3 3 3 16,3 0 0-16,0-2 2 0,0 2 2 16,-1-2-1-16,1 2 0 0,0 0 0 0,1-2-3 0,2 2-1 15,0-1-4-15,-1 1-1 0,1 0-2 16,1 0-1-16,-1 0 0 0,2 0-1 0,1 0 2 16,0 0 1-16,2 0 1 0,0-1 0 0,3-1 0 15,-2 2 2-15,0-1-1 0,3-1 0 0,-2-1 0 16,-1 2 0-16,2-2 2 0,-3 1-1 15,2-1 0 1,-1 1 1-16,-2 1 1 0,-2 1 0 0,1-2 1 16,0 2 1-16,-3 0 2 0,2-1 1 0,-2 1-1 15,0 0 2-15,0 0-1 0,-2 0-3 0,2 1 0 16,-3-1-1-16,2 0-2 0,-1 2 0 16,0-2-1-16,-1 1 0 0,0 1 0 0,0 0-2 15,0 1 2-15,2 0-1 0,-3 1 1 0,1 1-1 16,1-1 1-16,2 3 0 0,-3-1 0 0,2 0-1 15,-1-1 0-15,2 3 0 0,-2 0 1 0,2-1-1 16,0-2 0-16,-1 2 1 0,1-3 0 16,-2 1 0-16,2-1 0 0,0 1 0 0,0-3 0 15,0 1 1-15,0-1-1 0,0-1 1 0,0 2-1 0,0-3 0 16,0 0-2-16,0 2 0 0,0-2 1 16,0 0-1-16,2 2-1 0,-1 0 2 0,-1-1-1 15,2 0 0-15,1 1 1 0,0-1-2 0,-1 1 1 16,1-2-1-16,1 1 1 0,-1-1 0 0,-2 0 0 15,4-1 1-15,-4 1 0 0,1-2 1 16,-1 1 0 0,-1-2 2-16,2 0 0 0,-2-1 2 0,-2 1 0 15,2 0 0-15,-3-2 0 0,2 1-1 0,-1 0 1 16,-2 1-3-16,1 0 0 0,-2 2 1 16,1-2 0-16,-2 1-1 0,3 1 0 0,-2 1 0 15,-1-2 0-15,1 2-1 0,2 2 0 0,-2-1-1 16,2 1 0-16,1-1 0 0,-1 2 0 15,3 2 0-15,-3-1 0 0,3 1 0 0,0 2 0 16,0-1 0-16,2 0 0 0,-1 2-1 0,2-1 2 16,-1 1 0-16,1-3 0 0,0 2-1 0,1-1 0 0,1-2 0 15,-2 1-1-15,1-1-2 0,2 0 1 16,-1 0-1-16,0-2-5 0,2 1-20 0,-3-3-58 16,2 2-73-16,-3-2-131 0,2 2-224 0,2-2-310 15,-1 4-349-15,3-2-274 0,-1 1-89 0,0 0 484 16,2 0 641-1</inkml:trace>
  <inkml:trace contextRef="#ctx0" brushRef="#br2" timeOffset="156438.66">17961 8956 175 0,'0'-1'400'15,"0"1"190"-15,0 0 121 0,0 0-132 16,0 0-132-16,0 0-76 0,0 0-45 0,2 0-37 0,-2 0-49 15,0 0-49-15,1 1-16 0,2-1-9 0,2 1-17 16,-1 1-9-16,3 0-5 0,-1-1-1 16,2 0-28-16,1-1-23 0,0 3-15 0,0-3-12 15,2-3-10-15,-1 2-4 0,-1 0-1 0,4-3-12 16,-4 2-3-16,2-2-1 0,-1 2-2 0,-1-1 0 16,-1-2 7-16,0 2 6 0,3 0-1 0,-3-1 0 15,-1 1 0-15,2 0-6 0,-1-2-13 0,-2 3-7 16,1-2-6-16,-1 3 1 0,0-2 0 0,-3 1 10 15,0 1 31-15,1 1 41 0,-3 0 40 16,-1 0 21 0,2 0 7-16,-2 1-5 0,-2 3-28 0,1 0-31 15,-3 0-33-15,-1 5-21 0,-2 0-12 0,1 2-9 16,-2-1-4-16,-1 5-4 0,-3-4 2 16,4 3 3-16,-2-3 2 0,0 3 3 0,0-4 1 15,4 2 2-15,-2-1-2 0,0-4-5 0,3 1-3 16,0-4-3-16,2 1-4 0,2-3-4 15,-3 2-2-15,4-3-2 0,0 1 1 0,2-2 0 0,0-2 1 16,2-1 2-16,1 1 2 0,0 0-1 16,3-1 0-16,-4-1-1 0,4-1 1 0,-1 2 0 0,2-1 1 15,-3 0-1-15,2 1 0 0,-3-1-1 16,2 2 1-16,-1 2-2 0,-2 0 2 0,0-3 1 16,-1 1 1-16,0 2-1 0,-1 0 2 0,-1 0 1 15,-1 0-2-15,0 0 1 0,0 2 1 0,-1 1 1 16,-1-1-1-16,-1 1-1 0,0 0-1 0,-1 0 0 15,1 1-2-15,-3 0 2 0,2-2-4 16,-1 3 1-16,0-2 1 0,0 0 1 0,0-1-1 16,2 0 0-1,-3 1 2-15,3 0-1 0,0-1-1 16,-1-1-1-16,1-1-1 0,2 2 1 0,-1-2 1 16,0 0-1-16,-1 0 2 0,3 0-1 0,-1-2-2 15,-1 1 1-15,-1-1-2 0,3-1 2 0,-1-2-3 16,-1 1 2-16,2 0 4 0,-2-2-2 15,1 0 0-15,-1-2 0 0,2 2-1 0,-1-1 0 0,-1 1 0 16,2 1-1-16,0 0-1 0,0 1 2 16,3 1-2-16,0 0 3 0,2 0-4 0,3 2 3 15,0-1-2-15,2 2 2 0,0 0 1 0,3 2 0 16,0-1 0-16,1 2-1 0,0-1 3 0,2 1-2 16,-2 0 0-16,2-1 1 0,-2 2 1 0,2-3-1 15,-2 2-1-15,0-1 0 0,-1-1-3 0,0 0-45 16,-2 2-74-16,-1-2-118 0,-1 0-205 0,0 0-299 15,-1 4-350 1,0-5-303-16,0 0-118 0,-2 0 397 16,1-3 653-16</inkml:trace>
  <inkml:trace contextRef="#ctx0" brushRef="#br2" timeOffset="158969.63">23650 9025 49 0,'-4'1'347'16,"1"-1"262"-16,-2 2 249 0,3-2 43 16,-2 2-155-16,1-2-137 0,2 1-111 0,-1-1-78 15,2 0-41-15,-2 0-48 0,2 1-44 0,0-1-39 16,2 2-30-16,-2-2-34 0,2 0-39 15,-1 2-35-15,2-2-27 0,1 0-13 0,2 0-11 16,-2 0-4-16,3 0-10 0,-1 0-5 0,5-2-6 16,-1 2-6-16,1-2-4 0,1 1 1 0,-1-2-2 15,2 1-1-15,1 1 0 0,1-2-1 0,0 2-1 16,1-2-4-16,2 0-3 0,-2 0-2 0,1-1-3 16,2 0-2-16,-2 0 0 0,4 1-2 0,-4-1-1 15,2-1 0-15,-2 2-2 0,1-2 1 0,1 1-1 16,-5 2 1-1,2-4-2-15,-3 4 1 0,-3-2 0 0,2 1 0 0,-4 0 0 0,0 2 0 16,-2-1 1-16,-5 0 8 0,2 1 3 0,-1 1 4 16,0 0 0-1,-4 0 2-15,-1 0-1 0,0 1-5 16,-3 1-5-16,1-2-2 0,-2 3-3 0,-1-2 0 16,-2 3 0-16,0-2-1 0,-1 2-1 0,-2 0 1 15,2 1-1-15,-2-1 0 0,-1-1 0 0,1 2-1 16,0-2 1-16,-4 0 0 0,4 0 0 15,-2 0 0-15,-1-2-1 0,4 1 1 0,-2-1 0 16,-1 2 1-16,2-2-1 0,1-1 1 0,1 2 1 16,0-2-1-16,1 2 1 0,4-2-1 0,-1 1 1 15,3-1 0-15,-1 0-2 0,2 0-1 0,2 0-1 16,-1 0 1-16,4 2 0 0,-1-2-1 0,2 0 1 16,5 1 0-16,-2-1 0 0,1 0 0 0,2 2-1 15,4-1 1-15,-4 1-1 0,5-1 0 0,-1 1 1 16,2-1 0-16,0 0 0 0,0 1 0 15,2 1 1-15,0-2-2 0,-1 1 1 0,0 0-1 16,0 0 1-16,-1 1-1 0,-2-2 1 0,0 0-2 16,-1 0 1-16,-2 4 1 15,-2-5-1-15,0 0 0 16,-4 2 1-16,1-2 1 0,-3 3 0 0,-2-2 0 16,-2 2 1-16,-3-1 0 0,1 1 0 0,-4 0 0 15,0 1 0-15,-3 0-1 0,-3-2 0 0,-1 3 0 16,-2-1-1-16,-1 2 0 0,-2-1 0 15,-2-1 1-15,1 1-1 0,-2-1 0 0,-3-1 0 0,4 2 0 16,0 2 0-16,0-5 0 0,2 5 1 16,2 1 0-16,1-2 0 0,2 0 0 0,3-1 0 15,2 3-1-15,2-2 0 0,5 0 0 0,-1 0-1 16,4-2 1-16,4 2 0 0,-1-1 0 0,4-3-1 16,2 4 0-16,2-5 0 0,0 3 0 0,2-3 0 15,1-1 1-15,1-1 0 0,2-1-1 0,-3-1 1 16,3 0 0-16,-1 0-2 15,2-2 1-15,-2 1 0 0,-1-1 0 0,0-1 0 0,-1-1 0 0,-3 1 0 32,0-2 1-32,-2 2-1 0,-1-1 1 0,-3 1 1 15,3-2-1-15,-7 1 2 0,1-1 0 16,-2 1 0-16,-2-1 1 0,-2 1-1 0,-1-1-1 16,-1-1 0-16,-1 2 0 0,-2-1 0 0,-4 1 0 15,0-1-1-15,-1 0 1 0,2 1 0 0,-6-1 0 16,6 3-1-16,-6 0 1 0,6 2-1 0,-1 0 0 15,-3 3 0-15,6 0 0 0,-2 0 0 0,4 3 0 16,0 0 0-16,2 0 0 0,1 0-1 16,2 1 0-16,2 1 0 0,-1-2 0 0,4 1 0 15,-2 1 0-15,3 1 1 0,1-4-2 0,-1 1 2 0,4-2-2 16,-3 2 2 0,3-1 0-16,-1 1 0 0,3-2 0 0,0 1 0 0,0-2 0 0,0 2 0 15,3-1-1-15,-1 0 1 0,1-1-1 0,1 2 1 16,-1 0-1-16,1-2 0 0,0 0 1 15,-1 0-1-15,0 0 0 0,-3-2 1 0,0 0-1 16,1 0 1-16,-2-2 0 0,1 0 0 0,-2-1 1 31,-2-1-1-31,-2 0 0 0,-2 0 1 0,1 0 0 16,-4 1-1-16,1 0 0 0,-2 0 1 0,-1-1 0 16,-2 3-1-16,-2-1 1 0,0 1 0 0,-1 2 1 15,-4-3-2-15,0 4 0 0,2-1 0 0,-4 1 1 16,2 1 0-16,-1-1-1 0,3 4 0 15,-3-3 0-15,4 2 1 0,0 1-1 0,2 1 0 16,-1 1 0-16,4-2 0 0,1 2 0 0,0 0-1 16,3 2 0-16,1-1 0 0,0-1 0 0,1 2 0 15,3-2 0-15,0 0 0 0,4 0 1 0,0 1-1 16,2-1 2-16,-1-1-1 0,4-1 0 0,-1 0-1 16,2 0 0-16,1-2 1 0,-1 2-2 0,3-3 0 15,1 0 0-15,-1-1 2 0,0 2-2 0,0-2 1 16,0 0 0-16,-3 0 1 15,2 0-1-15,-3-2-2 0,-1 1-7 16,-1 0-14-16,-3 1-28 0,-1 0-73 0,0 0-83 16,-5 0-167-16,-2 0-282 0,-2 1-323 0,1 0-371 15,-4 4-210-15,2-5 92 16,-2 2 700-16</inkml:trace>
  <inkml:trace contextRef="#ctx0" brushRef="#br2" timeOffset="160969.29">18109 8944 125 0,'0'0'384'15,"-3"-1"223"-15,3-1 210 0,-1 2-79 0,-1 0-113 16,0-1-81 0,1 1-68-16,-1 0-66 0,1 0-79 0,-4 0-79 0,4 0-61 15,-1 0-38-15,0 0-6 0,1 1 14 0,-1-1 18 16,1 2 7-16,-1-1-4 0,0 1-17 0,-1-2-28 16,0 3-33-16,0-2-27 0,0 0-21 15,-2-1-11-15,2 2-6 0,1 0-7 0,1-1-5 0,-1-1-7 16,1 0-4-16,-1 1-4 15,2-1-6-15,0 2-1 0,0-2-4 0,0 0 0 0,0 0-1 16,0 0 0-16,0 0-1 0,0 0-2 0,0 0 0 16,2 0 1-1,1 0-2-15,0 0 1 0,0-2 2 16,3 2 1-16,1-1 4 0,-1 0 0 0,2-1-2 16,1 2 3-16,-1-2-2 0,4 0-1 0,-2 0-2 15,1 1-1-15,2-1 1 0,0-1-3 0,0 3 3 16,-1-1 1-16,-1 1 0 0,0 0-1 15,0 0 0-15,-1 0 1 0,-2 1 1 0,-1-1 0 0,0 2 1 16,-2-2 11-16,-2 1 11 0,-2-1 9 16,-1 2 6-16,-1-1 3 0,-1 2 1 0,-3 0-9 15,1 0-6-15,-4 2-9 0,2 1-4 0,-2 1-5 0,-4-2-2 16,2 1 0-16,-2 2-3 16,0-1-1-16,2 1-2 0,-3 0 0 0,1 0 0 0,2-1 0 15,-1 0-2-15,2 1 0 0,1-3-2 0,0 4 1 16,2-3 0-16,-2 0-1 0,3 1-1 0,0-1 1 15,2 3 0-15,2-3-1 0,-3 0 0 16,4 0 0 0,-1 1 0-16,2 0 1 0,-1-1 1 0,4 0-2 15,-1 0 2-15,0 0-1 0,2 0 0 16,0-2 1-16,2 1-1 0,0-1-1 0,-3-1 1 16,3 0 0-16,-1-2-2 0,0-1 2 0,1-1-1 15,-1 0 1-15,-1-2-1 0,-2 0 1 0,2-2 0 16,-1 0 0-16,-2 1 2 0,-1 0 0 0,-1-1 1 15,0 3 2-15,-1-3 0 0,-2 2 2 0,-2 0-1 16,1 1 0-16,-3-2-2 16,-1 4 0-16,2 0-2 0,-3 0-1 0,-1 0 0 0,0 0-1 15,1 3 1-15,-1-2 0 0,2 1 0 0,2 1-1 16,-2-1 1-16,2 0 0 0,3 2-1 0,0-2 0 16,1 3 1-16,0-1-1 0,1 2 0 0,1 0 0 15,0 0 0-15,0 0 1 0,1 0-1 0,1-2 1 16,0 2-1-16,-1 1-1 0,2-3 1 15,1 3-1-15,0-1-3 0,1-2-11 0,0 0-27 0,-1 1-73 0,1-1-80 16,-2 1-159-16,-1-1-288 0,1-2-320 16,0 1-362-16,-1 1-210 0,1-1 85 0,2 0 669 15</inkml:trace>
  <inkml:trace contextRef="#ctx0" brushRef="#br2" timeOffset="209868.12">13871 3946 145 0,'1'2'345'16,"-1"-1"163"-16,0 1 79 0,0 1-97 0,0-2-81 15,0 1-24-15,0 0 8 16,0-1 14-16,0 0 5 0,0 1-25 0,0-2-44 16,0 1-58-16,0-1-61 15,0 0-50-15,-1 0-42 0,1 0-21 0,0 0-13 0,0 0 1 0,1 0 7 16,-1 0 12-16,0 0 13 0,3 0 2 0,-3 0-9 31,0 0-13-31,0 0-20 0,0 0-22 0,2 0-24 16,-2 0-15-16,1 0-10 0,-1 0-8 15,0-1 6-15,3-1 9 0,-1 0 4 0,1-3 3 16,2-3-1-16,0 1 1 0,1-3-7 0,0 2-10 16,1-3-3-16,-1 1-3 0,2-2 2 0,1 0 1 15,1-3 0-15,-2 0 9 0,4 1 1 0,0-2 1 16,-1-1-3-16,1-3 0 0,1 3 0 0,1-4-8 16,-3 1 2-16,2 0 2 0,-1 0 3 0,0-1 1 15,-1 3-2-15,1-3 0 0,-2 6-7 0,1-3-3 16,-3 1-1-16,1 3-4 15,-1-4 0-15,1 5-2 0,-2 0 0 0,-1-1-1 0,-1 3 0 16,4-1-2-16,-4-1 1 0,2 1 1 0,-3 0-1 0,3 0 1 16,-1 2-2-16,0-3 0 0,-1 3 1 15,1-2-2-15,-1 1 1 0,0 1-2 0,1 1 1 16,-1 1 0-16,-2-2-1 0,2 3 0 0,-2 1 0 16,0 1 1-16,-1 2 0 15,0 0 2-15,-2 0 0 16,0 2 2-16,0-1 1 0,0 2-2 0,-2 0 1 15,0 0-1-15,-1 2-1 0,0 2-2 16,-2 0-1-16,-1 3-4 0,-2-1-10 0,3 1-17 16,-3 1-40-16,0-1-61 0,-1 1-62 0,1-1-93 15,0-1-132-15,2 0-167 0,-5 0-227 0,4 0-226 16,-1 0-204-16,2-2 8 0,-2 1 341 0,2-1 429 16</inkml:trace>
  <inkml:trace contextRef="#ctx0" brushRef="#br2" timeOffset="210784.83">13777 3421 192 0,'-1'2'402'0,"-1"-1"189"0,2-1 96 15,0 0-112-15,0 0-90 0,-1 0-48 0,-1 0-14 16,2 0-22-16,0 0-26 0,0 0-50 15,0 0-56-15,0 0-49 0,0 0-45 0,0 0-30 16,0 0-5-16,0 0 9 0,0 0 19 0,0 2 7 16,0-2-1-16,0 1-12 0,0-1-24 0,0 0-25 15,0 0-29-15,0 0-23 0,0 0-15 0,0 0-10 16,0 0-10-16,0 0-8 16,0 0-6-16,0 0-4 0,2 2-3 0,-2-2-3 0,1 0 0 15,-1 0 1-15,0 0-2 0,0 1 0 0,0-1-1 16,0 0 0-16,0 0 0 0,2 0-1 0,-1 0 0 15,-1 0 1-15,0 0 0 0,2 2 2 0,-2 0 7 16,4 0 7-16,-2 1 3 0,1 0 2 0,-1 0 3 16,1 2-1-16,0-1-7 15,2 2-5-15,1 0-3 0,-1-1-3 0,3 3-3 0,-2 1-2 0,2-1-1 16,3 3 0-16,-1 0-2 0,1 2 2 16,1 2-2-1,1 2-1-15,4-1 1 0,-2 1 0 0,3 3 3 16,-1 0 2-16,1 1 1 0,0 1 11 15,-1 0 5-15,4 1 4 0,-4-1 2 0,2 3-1 16,0-1-1-16,2-2-9 0,-3-1-4 0,0 0-5 16,3 0-2-16,-3-1 0 0,-2-3 1 0,3 2-1 15,-3-2 0-15,1-3 1 0,0 1-1 0,-2-1 0 16,0-3-1-16,0 0-1 0,-2 0 1 16,2-1-1-16,-3-1-1 0,-1 0 1 0,-2-1-1 0,1-2 0 15,-2 2 1-15,1-1-1 0,-3-3 1 16,-1 2 1-16,0-3 0 0,-2 2-1 15,1-2-1-15,-1-1 0 0,-2-1 0 0,2 2 0 0,-1-3-1 16,-2 1 1-16,1-1 1 0,-1 2 0 0,0-2 0 16,0 0 2-16,0 0 0 0,-1 0 0 0,-1-2-3 15,-1 2 1-15,0 0-1 0,0-1-4 0,0 1-6 16,-1-2-18-16,-2 2-36 0,1-1-68 16,-2 1-72-1,0 0-136-15,-1 0-203 0,0 0-306 0,1 0-302 16,0 0-217-16,2 0-70 0,-1 0 445 15,1 0 565-15</inkml:trace>
  <inkml:trace contextRef="#ctx0" brushRef="#br2" timeOffset="211700.03">13526 3377 147 0,'-5'0'413'15,"0"-1"249"-15,0 1 201 0,-2-1-113 16,2 1-147-16,2 1-86 0,-2-1-63 16,0 1-76-16,0-1-67 0,1 2-67 0,-2 1-62 15,-1 0-53-15,2 3-36 0,-1 1-27 0,0 4-17 16,-2 3-9-16,0 2-9 0,3 4-9 16,-3 5-8-16,3 2-8 0,-1 4-6 0,3 4-6 0,0 2-2 15,1 3 1-15,2-2 2 0,0 4 3 16,4-3 2-16,0 1 5 0,6-2-2 15,-1-1-4-15,4-2-18 0,3-1-51 0,0-4-120 0,2-3-165 16,1-2-295-16,1-4-274 0,2-2-249 0,-2-3-63 16,1-4 348-16,2-5 462 0</inkml:trace>
  <inkml:trace contextRef="#ctx0" brushRef="#br2" timeOffset="212367.78">14549 3310 141 0,'6'-3'383'16,"-3"0"169"-16,0 0 109 0,1 2-172 16,-1-1-214-16,0 0-95 0,3 4-20 0,2 0 8 0,0 0 28 15,0 3 51-15,3 2 23 0,3 2 14 0,-1 4-14 16,4 0-23 0,-1 4-11-16,3 2-38 0,0 3-22 15,0 3-32-15,2 0-26 0,-1 7-18 0,-1 0-32 16,0 4-17-16,-1 3-18 0,-1 4-8 0,-3 0-8 15,-1 4-6-15,-4 1-1 0,-1 1-5 16,0 3 3-16,-3-2-6 0,-2 1-1 0,-1 0 0 16,-1-2-1-16,-2 0-2 0,1-3-13 0,-4-3-39 15,1-1-94-15,-2-3-129 0,-2-1-181 0,0-1-288 0,-1 0-258 16,0-3-145-16,-1 0 142 0,1-5 380 16</inkml:trace>
  <inkml:trace contextRef="#ctx0" brushRef="#br3" timeOffset="-212081.32">18127 3874 102 0,'1'-6'408'0,"2"2"265"16,-1-1 213-16,-2 3-57 0,0 2-153 15,2-3-124-15,-2 2-106 0,0 1-66 16,0-1-40-16,1 1-39 0,-1 0-37 0,0 1-25 0,2-1-21 15,-2 1-30-15,1 2-29 16,-1-1-34-16,0 3-27 0,2-1-24 0,0 4-15 0,-1 0-3 16,-1 0-10-16,2 4-3 0,0 0-7 0,-2 1-2 15,1 3-3-15,1 2-6 0,-1 0-1 0,-1 2-3 16,0-1-3 0,0 3-4-16,2-1-4 0,1 0-1 0,-2-1-3 0,-1-3-2 0,2 3-1 0,-1-4-2 31,1 1 2-31,-2-2-1 0,2 0-1 0,-1-2-1 15,1-1 0-15,0 1 0 0,-2-2 0 0,1-3 0 16,-1-1 1-16,0 1 1 0,2-2 1 16,-1 0-2-16,-1-3 0 0,0 2 1 0,0-5-2 0,-1 2 0 15,-1 1 0-15,2-2 0 0,0 0-3 16,-1-1-4-16,-1-1-13 0,0 0-21 0,-1-2-42 16,-2 1-61-16,1-2-50 0,-1 0-62 0,0-2-89 15,0-3-115-15,-1 0-101 0,0 0-113 16,0 0-245-16,-1-1-183 0,2 0 3 0,-1-1 254 15,1-1 346-15</inkml:trace>
  <inkml:trace contextRef="#ctx0" brushRef="#br3" timeOffset="-211613.83">17976 3681 72 0,'-1'-8'379'0,"-2"1"264"0,0 1 226 0,1 1-8 15,-1 1-173-15,2-1-133 0,1 4-97 0,-2-2-83 16,0 1-74-16,2 1-73 0,0 1-70 0,2-1-60 16,0 1-36-16,-2 1-12 0,1-1 40 15,2 3 41-15,3 1 25 0,-1 2 11 0,3 2-2 0,0 2-12 16,3 2-33-16,0 2-34 0,0 3-24 15,2-1-14-15,0 0-8 0,1 2-6 16,-2-3-14-16,4 2-10 0,-3-2-3 0,0-4-4 0,1 2 0 16,-1-3-1-16,-1-2 2 0,-2-1 0 0,-1-2-2 15,0-2 2-15,-2-2 0 0,-1 1 8 0,-1-4 6 16,-2-1 3-16,0-1 4 0,-1-3 0 0,0-1 1 16,0-3-8-16,-4 1-8 0,0-2-3 0,0-2-1 15,1 1-2 1,-1-2-2-16,1 1 0 0,-1 0-1 15,0 1-1-15,-1 0-1 0,2-1 1 0,1 3 0 16,-2 0-3-16,0 1-1 0,2 2 0 0,0 0 0 16,0 2-3-16,0 2-1 0,2 1 0 0,0 0-16 15,-2 0-39-15,1 1-58 0,2 0-52 16,1 2-75-16,-3 0-122 0,2 0-164 0,-1 2-231 0,2-2-218 16,1 2-215-16,2 0-56 0,-3-2 306 15,1 1 459-15</inkml:trace>
  <inkml:trace contextRef="#ctx0" brushRef="#br3" timeOffset="-211297.53">18399 3454 117 0,'3'-3'505'16,"-2"2"294"-16,2-1 142 0,1 2-73 15,1 0-233-15,3 2-175 0,-2 0-108 16,6 3-48-16,-2 1-24 0,4 2-29 0,0 5-31 16,4-1-22-16,-2 5-22 0,1-3 7 0,1 5-7 15,0 2-20-15,-2 1-31 0,2 2-34 16,-4 3-20-16,2 1-31 0,-4 2-16 0,1 4-9 0,-4 0-7 16,0 1 0-16,-5 1 0 0,2 1-1 15,-6-1-2-15,0 0 0 0,0 0 0 0,-6 0-3 16,2-1-1-16,-5-2-7 0,-2-2-42 0,-3 0-56 15,0 0-56-15,-3-4-101 0,-3-1-158 16,0-4-264-16,-2-3-261 0,0-1-223 0,1-2-163 0,-1-6 202 16,-2-3 500-16</inkml:trace>
  <inkml:trace contextRef="#ctx0" brushRef="#br3" timeOffset="-210720.64">17727 3441 256 0,'-8'1'546'0,"0"0"256"16,0 2 155-16,-3 1-200 16,0 2-177-16,-2 0-108 0,1 3-81 0,-3-1-65 15,0 5-65-15,0-1-61 0,-2 2-53 0,4 3-27 16,-4 5-11-16,4 0 2 0,-1 3 3 0,1 5-5 15,2 4-9-15,0 5-15 16,2 5-19-16,2 4-19 0,3 6-12 0,-2 5-11 0,4 0-8 16,2 5-4-16,4-3-4 0,1 0-6 0,3-3 0 15,3-6-2-15,3-2 0 0,3-4-17 0,3-5-51 16,0-5-51-16,1-4-122 0,3-6-184 0,-1-3-300 16,1-5-296-16,-3-4-222 0,-1-6-97 0,1-2 362 31,-5-5 530-31</inkml:trace>
  <inkml:trace contextRef="#ctx0" brushRef="#br2" timeOffset="-198833.28">2545 14145 66 0,'0'-2'292'0,"0"0"161"16,0 2 148-16,0-1-76 0,0 0-90 15,0-1-41-15,0 1 6 0,0-1 13 0,0 2-3 16,0 0-31-16,0-1-46 0,0 1-57 0,0-2-64 16,0 2-54-16,0 0-23 15,0 0-22-15,0 0-15 0,0 0-12 0,0 0-5 0,0 0 6 0,0 0-12 16,0 0-4-16,0 0-6 0,0 0-5 0,0 0-8 15,1 0-13-15,1 0-12 0,-2 0-15 0,0 0-2 32,2 0-10-32,-1 0-1 0,3 2 1 0,-1-1-3 15,3 1 9-15,-1-1 11 0,4 3 19 0,-1 0 8 16,2 0 1-16,2 2 6 0,-2 0-3 0,1 2-6 16,3 0-4-16,-3 0-1 0,3 1 0 0,-1 2 7 15,0 0 3-15,1 1-1 0,0 1-1 0,0 2-1 16,-1 0 0-16,1 0-11 0,-3 1-3 0,3 0-1 15,-4 0-7-15,-2 0-3 0,2 0-3 0,-1 0-1 16,-3-1 2-16,1 0 4 0,-2 0 4 0,-1-2 3 16,-1-1 2-16,0 2 6 0,-3-3 1 0,0 2 0 15,0-1-3-15,-3-2-1 0,-3 0-1 0,3 1-3 16,-4-3-10-16,1 3-7 0,0-4-3 0,-4 0-2 16,2 1-3-16,-1-2-2 0,-2-2 4 0,3-1 1 15,-2 1 0-15,-2-2-2 0,1-2-1 0,-2 0-1 16,1-2-1-16,-1-2-1 0,-1 1-1 0,1-2 0 15,0-2-2-15,-1 0 0 16,1 0 0-16,1-4 1 0,-1 0-1 0,-1 1 0 0,1-4 1 0,2 1 0 31,-3-2 0-31,3-1 0 0,-2 0-1 0,2-2 1 16,1 0 0-16,0 0-1 0,2 0 0 0,1 0 2 0,-1-1-1 16,1-1 1-16,0 0-1 0,2 1 1 0,2 1 0 15,-2-1-1-15,2 0 1 0,0 2-1 16,-1 0 0-16,2 0-1 0,0-1 0 0,1 2 1 0,1 0-2 15,1 1 1-15,-1 0 0 0,2 1 2 0,1 1-1 16,0-1 1-16,0 2 0 0,0-1-1 0,1 2 0 16,0-1 0-16,1 0 0 0,2 3 0 0,0-1 0 15,1 2 0-15,0 1 0 0,0-1 1 0,3 2 1 16,-3 2 0-16,2 1 0 0,2-2 0 0,-1 2 1 16,3 2 0-16,-1 1-1 15,0 0 0-15,3 0 1 0,-2 1-1 0,3 0 1 0,-2 4-1 0,2-3 0 16,-1 1 0-16,1 0-1 0,-1-1-1 0,-2 1 1 15,3-1 0-15,-4 0 0 0,0 0 0 0,3-1 1 32,-5-1 0-32,3-1 0 0,-3-1-1 0,-1-2 6 0,0 1 2 15,-2-1 1-15,1 0 0 0,0-4 1 16,-3-1 0-16,0 0-6 0,-1-3-2 0,-1 0-3 16,-3-2 0-16,1 1-1 0,1 0-1 0,-3 2-7 15,0 1-19-15,-2-1-42 0,-1 4-77 0,0 1-138 16,-2 2-245-16,0 1-305 0,-1 2-356 0,3 5-343 15,-3-4-81-15,3 6 573 0</inkml:trace>
  <inkml:trace contextRef="#ctx0" brushRef="#br2" timeOffset="-197431.98">3666 13723 215 0,'-3'-3'539'0,"0"-1"323"0,-2 2 224 0,0-1-187 16,-1 0-202-16,0-2-85 0,-1 3-71 15,-1-2-85-15,1 0-89 0,0 0-69 0,-1-1-51 16,-1 1-63-16,-2-1-53 0,3 2-30 0,-2-1-18 16,-2 0-15-16,2 2-9 0,0-1-10 0,0 0-8 15,0 1-6-15,0 0-12 0,0 2-2 0,0 0-3 0,2 0-2 16,-3 2-3-16,3 0-4 0,0 0 2 16,0 0-4-16,-1 2-3 15,4-2-2-15,-1 1-2 0,1 0-1 16,0 2 0-16,2-2-2 0,-1 1 1 0,0 2-1 15,3 1 1-15,1 1-1 0,0 1-4 0,0 0-3 16,3 3-2-16,0 2 0 0,2-1 0 16,-1 2 0-16,3 2 6 0,-1 1 3 0,1 0 1 15,2 1 2-15,-3 1 0 0,2 0-1 0,-1 0 2 16,2 1-1-16,-1 1 2 0,0 0-1 0,0 0 0 0,-1 1 0 16,0 1-1-16,-1 1-1 0,1-2 1 15,0 4 0-15,0 0 0 0,-1-1 0 0,-1-1-1 16,0 0 1-16,4 0 0 0,-3 0 6 0,-1-3 0 0,3 1 4 15,-3 0-1-15,4-3 0 0,-4-1 0 0,3 0-5 16,-3-2-2-16,4-1-2 0,-3-1 1 16,1-1-1-16,-1 0 1 0,1 0 0 15,0-2-1-15,0-2 0 0,-1 2 1 0,-1-1 0 0,3-2 0 0,-2 2 1 16,0-1-1-16,1-1 1 0,-1 0-2 0,-1-2-1 16,1 1 0-16,-1-1 1 0,0 0 0 0,-2 0 0 15,3 0 0-15,-3-3 1 0,3 4 0 0,-4-2-1 16,3-1 0-1,-2 1 0-15,0-2 0 0,0 2 0 16,1-2 0-16,-3 2 1 0,2-1-1 0,-1-2 0 16,1 1 1-16,0 1 0 0,-1-3 0 0,-1 0-1 15,-1 1 0-15,2-2-1 0,-2 0 1 0,1-1-2 16,-1 1 1-16,0-1 1 0,0 3 0 0,0-3 0 16,0 0-1-16,2 0 0 0,-2 0 0 0,0 0-1 15,2 0-1-15,-2 0 0 0,0 0 1 0,1 0 0 16,-1 0 0-16,2 0 1 0,1 0 0 0,0-3 0 15,-1 3-1-15,1-1 0 0,0 1 0 0,3-1 0 16,-3 0 1-16,2-4 1 0,0 3-1 0,2-1 1 16,0 0 0-16,-1-1-1 0,2-3 0 0,1 1 1 15,1 2 0-15,0-3 0 0,-2 1 0 0,4-2 1 16,-4 2 0-16,2-2-1 0,-2 3 0 0,3-1 0 16,-3-1 0-16,0 3 0 15,-1-2-2-15,1 2 1 0,-1-1-3 0,-1-1-11 0,2 3-22 16,0-1-54-1,-3 1-69-15,-1-2-101 0,1 1-167 16,-3 1-297-16,3 0-322 0,-1 0-275 0,-1-1-174 16,2-1 218-16,-2-1 619 0</inkml:trace>
  <inkml:trace contextRef="#ctx0" brushRef="#br2" timeOffset="-196982.2">4098 13795 189 0,'-3'-6'745'16,"-2"1"412"-16,0 3 95 0,2-2-184 0,-2 4-344 15,4 0-245-15,1 2-145 0,0 1-84 16,0 3-53-16,1-1-41 0,5 3-51 0,-4-1-42 16,4 2-24-16,-1 0-15 0,0 0-10 0,3 0-3 15,-2-2-5-15,0 0-1 0,1 0-5 16,-1-3 0-16,-1 0-1 0,-1-1-2 0,0-1 4 16,0 0 3-16,-4-2 18 0,2 0 16 0,-2 0 16 0,0-2 12 15,0 0 4-15,-2-1 2 0,1 1-9 16,-2-1-9-16,-1-2-11 0,-2 0-5 0,2 1-7 15,-1 1-3-15,0-2-6 0,0 3-6 0,0 0-5 16,-2 0-3-16,5 1-3 0,-3 1-3 0,4 1-3 16,-1 1-3-16,1 2 1 0,-1 2-8 0,2 5-17 15,2-3-56-15,-1 3-65 0,1 0-107 16,-1 4-183-16,4 0-304 0,0 2-324 0,2 0-271 0,3-1-156 16,0 1 297-1,5 1 629-15</inkml:trace>
  <inkml:trace contextRef="#ctx0" brushRef="#br2" timeOffset="-196631.49">4771 14398 347 0,'5'8'774'16,"0"0"276"-16,0-1 43 0,-1 2-253 15,-1-3-294-15,2-1-210 0,-2 1-113 16,0-1-61-16,1 0-44 0,-1-4-42 16,0 0-29-16,0-1-13 0,3-2-6 15,-3-3-5-15,1 0 0 0,-1-2-2 0,0-3 5 0,-1-1 6 16,-1 1 20-16,1-2 38 0,-2 1 50 0,0 1 35 16,0-1 16-16,-2 4-4 0,-1-1-18 0,0 2-32 15,-2 2-40-15,0 1-31 0,-2 0-24 0,0 2-16 16,1 1-11-16,-1 0-6 0,1 1-5 0,0 2-4 31,1 1-1-31,0 2-3 0,2 0-4 0,0 2-18 16,0 1-56-16,0 1-57 0,-2 1-93 0,2-3-159 15,0 3-264-15,1-2-310 0,-1 2-245 16,1-4-182-16,1-1 160 0,1 2 549 0</inkml:trace>
  <inkml:trace contextRef="#ctx0" brushRef="#br2" timeOffset="-196282.55">4550 14604 81 0,'0'-3'488'0,"0"-1"323"0,0 0 183 15,0 0-32-15,1-2-256 16,-1-2-207-16,2-2-142 0,0-3-56 0,1-5-9 16,0-1-17-16,2-3-26 0,-2-5-23 0,3-3-27 15,-1-4-29-15,-2-4-40 0,2-3-33 16,0-1-29-16,-2 0-19 0,-1-3-9 0,-1 0-6 0,1 2-5 16,-1 2-10-16,-2 0-6 0,-1 6-5 15,1 0-2-15,-1 5 3 0,-1 5-3 0,-2 0 1 16,2 6-1-16,-2 3 0 0,0 1-2 0,-1 5-3 15,1 0-4-15,-1 4-41 0,-1 2-65 0,1 4-90 16,-3 1-166-16,1 6-294 0,1-1-323 0,1 2-296 16,2 1-187-16,0 0 194 15,3 2 618-15</inkml:trace>
  <inkml:trace contextRef="#ctx0" brushRef="#br2" timeOffset="-195280.64">4893 13680 108 0,'-2'4'446'0,"-1"-1"312"16,1-1 224-16,1 0-64 0,1 0-219 16,0 0-169-16,0 0-126 0,0 0-99 0,0 0-80 0,3-1-66 0,-1 2-54 15,1 1-37-15,3 1-16 0,1-3-1 0,2 2-2 16,4 0-3-1,0 1 35-15,2 0 21 0,4-2 2 0,0 0 14 0,2-2 7 0,1-1-2 16,-1-1-24 0,2 0-13-16,-1-4-5 0,-1-2-24 0,1 2-12 15,-3-3-4-15,0 1-10 0,0-1-10 16,-3 0-7-16,-2 3-2 0,-1-1-3 0,-3 1-3 16,-3 2 7-16,1 0 9 0,-3 0 12 0,-2 3 7 15,1-1 11-15,-2 0 6 0,-2 2-7 0,0 0-7 16,0 2-12-16,0 1-9 0,-2 3-10 15,2 0-7-15,0 1-3 0,0 0-3 0,2 3 0 0,1-1 0 16,0 3-2-16,2 0 2 0,2 2 0 0,1 0 0 16,2-1 0-16,0 1 1 0,1 1-1 15,3-1 0-15,1 2-1 0,2-1 0 0,3 0-2 16,-2 1-1-16,4 1 2 0,0 2 2 0,-1 0 0 16,2-1 1-16,1 1 2 0,-2 4 1 15,-1-2-1-15,1 1-1 0,0 2 0 0,-3 0 0 0,0 0 1 16,-1 1-2-16,-1 0 1 0,-3 1 0 0,2-1-1 31,-5 2 0-31,1-1-1 0,-2 0 0 0,-2 0 2 16,0-2 0-16,-4 1 9 0,1-1 6 0,-3-3 8 15,1 2 6-15,-3-4 5 0,0 1 7 16,-3-4-2-16,0 1 1 0,-2-3-2 0,0-2-3 0,-4 1-4 16,-1-6-6-16,-1 1-8 0,-3-3-5 15,1-3-7-15,-4 1-4 0,1-4-3 0,-3-4-2 16,5-1-1-16,-3-1-2 0,1-2 0 0,3 1-3 15,0-3-7-15,3 3-17 0,0-2-27 0,3 0-70 16,1 2-82-16,0-4-160 0,3 2-282 0,3 0-322 16,0-1-372-16,5 2-224 0,1-2 63 15,0 2 691-15</inkml:trace>
  <inkml:trace contextRef="#ctx0" brushRef="#br2" timeOffset="-194599.46">6226 13857 213 0,'3'1'681'0,"-1"0"348"16,-1-1 86-16,1 2-219 0,2-2-297 16,-1 3-207-16,2-3-144 0,0 0-69 0,2 0-21 0,1 0 9 15,2 0-12-15,3 2 7 0,1-2 6 0,2 0-5 16,1 0-14-1,3 3-12-15,2-3-7 0,1-3-34 16,1 3-25-16,0-2-12 0,1-1-8 0,-1 0-22 16,1 0-8-16,-1-1-9 0,-2 0-5 15,-3 2-2-15,1-3-2 0,-4 2-1 0,0 2-2 16,-3-1-4-16,-5 1-36 0,1 2-63 0,-6 1-101 16,-3 1-175-16,-3 1-295 0,-3 2-324 0,-2 3-306 15,-5-1-177-15,-1 3 256 0,-2 3 630 0</inkml:trace>
  <inkml:trace contextRef="#ctx0" brushRef="#br2" timeOffset="-194400.2">6425 14065 90 0,'6'5'546'0,"1"-3"345"0,-1 2 198 16,3-3 12-16,-1 2-374 15,2-1-257-15,1-1-127 0,2-1-66 0,-2 1-60 0,4 1-66 0,-2-2-47 16,3 0-37-16,0-2-23 0,3 1-17 0,-2-2-9 0,4-1-5 31,-1-1-2-31,1 0-4 0,1-2-3 16,0 0-3-16,3 1-17 0,-4-1-39 0,1-1-132 15,-3 1-234-15,-1-1-280 0,0 1-286 0,-3 0-272 16,-1 0-85-16,-3-2 446 0</inkml:trace>
  <inkml:trace contextRef="#ctx0" brushRef="#br2" timeOffset="-188566.86">7369 13191 53 0,'0'-2'277'0,"0"-3"156"0,-1 3 144 16,1-3-76-16,-2 2-103 0,2 0-46 0,0 2 12 15,0-3 34-15,0 3 35 0,0 1 5 0,0-1-23 16,-2-2-51-16,2 1-58 0,0 2-31 0,0 0-19 16,0 0-14-16,0 0-25 0,2 2-18 0,-2-2-25 15,2 1-38-15,-2 1-41 0,1-1-35 0,1 4-15 16,-1-1-13-16,4 5-2 0,-2 2-3 0,2 1-4 16,1 4 0-16,-1 2-5 0,3 1-5 0,0 3-1 15,0 2-5-15,-2-1-3 0,4 3-1 0,-3 0 0 16,1-1 0-16,0 3-3 0,0-3 0 0,0-1-1 31,-2-2 1-31,2 1-1 0,-3-4-2 0,4-1 1 16,-4-1 0-16,0-4 0 0,0-1 1 15,-2-3-4-15,0-2 0 0,0 1 2 0,2-4-1 16,-4 1 0-16,1-3 0 0,-1-2 1 0,1 0 0 16,1-2 1-16,-3-1-1 0,2-1-10 0,-2-2-32 15,0 0-49-15,-2-2-49 0,1 1-50 0,-1-1-85 16,-1 0-125-16,-3-4-124 0,4 4-168 15,-2-2-241-15,0 3-212 0,1-2-25 0,1 0 279 16,1-3 399-16</inkml:trace>
  <inkml:trace contextRef="#ctx0" brushRef="#br2" timeOffset="-188266.88">7598 13108 331 0,'5'-7'620'15,"0"1"209"-15,-2 1 78 0,2 2-270 16,-2 0-192-16,1 2-78 0,0-1-25 0,0 2-11 0,1 0-14 31,3 3-17-31,0 2 8 0,1 2-28 0,1 2-37 16,1 2-29-16,0 4-23 0,2 0-28 0,-1 4-47 16,1 0-39-16,-2 5-19 0,3-1-13 15,-1 4-13-15,-1-1-10 0,1 1-6 0,-1 1-5 0,0-2-4 16,-2 0-7-16,2 2-2 0,-4-3-1 15,2-1 1-15,-2-1-2 0,-1-2-3 0,1-3 3 16,-3-3-8-16,0-2-35 0,-2-2-56 0,0-3-54 16,-3-1-93-16,0-4-151 0,-1-3-209 0,-4-3-277 15,0-4-230-15,0-4-194 0,-3 0 94 16,-1-4 455-16</inkml:trace>
  <inkml:trace contextRef="#ctx0" brushRef="#br2" timeOffset="-187700.78">7350 13131 325 0,'0'0'707'16,"-2"0"314"-16,1 0 106 0,-2 0-257 15,1 0-274 1,1-2-160-16,-1 2-88 0,2 0-72 0,0 0-58 16,0 0-51-16,2 0-44 0,-1 0-34 0,1 0-40 15,4-1-24-15,0 0 15 0,4-1 20 0,2-3 16 16,1 1 8-16,6-3 13 0,0 1 7 0,3-1-25 15,0-2-20-15,5-1-10 0,0-1-3 0,2-1-13 16,-1-1-9-16,2 0-5 0,0 0-7 0,-1 0-4 16,-1 0-5-16,-1-1 0 0,0 0-1 15,-2 2 1-15,-3 0 1 0,0 2-2 0,0-1-2 0,-4 3 2 16,-1 0-5-16,-1 2 0 0,-2 1-2 16,-2 2-4-16,0 0-30 0,-4 3-63 0,-2 0-67 15,-1 1-142-15,-2 4-234 0,-1 0-311 0,-2-1-303 16,0 4-221-16,0-2-19 0,-2 1 512 0</inkml:trace>
  <inkml:trace contextRef="#ctx0" brushRef="#br2" timeOffset="-187350.24">8395 13183 163 0,'2'-3'1022'0,"-1"0"621"16,-1 2-67-16,0-1-309 0,0 2-435 0,0-2-317 0,-1 0-210 0,1 2-96 15,0-2-59-15,0 0-37 0,0 2-32 16,-2 0-27-16,2-1-17 0,0 1-15 0,0 0-9 31,0-1-5-31,-2 1-5 0,2 0-3 0,0 0-3 16,0 0-7-16,-2 0-14 0,0 1-23 0,2-1-42 16,-2 0-79-16,1 0-133 0,-1 1-244 0,2 1-307 15,0 0-362-15,0 2-369 0,2-1-92 0,1 2 559 16,1-3 734-16</inkml:trace>
  <inkml:trace contextRef="#ctx0" brushRef="#br2" timeOffset="-185784.25">8738 12959 38 0,'0'-6'330'16,"0"2"236"-16,0 1 212 0,0 2 34 0,2-3-172 16,-2 3-118-16,1 1-85 0,-1-1-75 0,2 1-67 15,0 0-77-15,1 1-61 0,2 2-33 0,3 1-26 16,2 5-18-1,2-1-4-15,3 3 4 0,3 1 26 0,2 3 22 0,4 3 31 0,0 1 9 16,3 1 4-16,1 1-9 0,-1 1-12 0,3 3-29 16,-2-4-32-1,1 3-19-15,-1-1-12 0,-1 0-7 16,0-2-20-16,-3-2-15 0,0 0-8 0,-1-3-2 16,-2-3-2-16,-4 1-1 0,2-2 1 0,-6-3 1 15,2 2-4-15,-3-3-2 0,-3 0-1 0,0-3-2 16,-2 2-1-16,-2-3 1 0,-2-1 3 0,0 0 3 15,-1 0-2-15,-1 0-12 0,-2 0-44 16,-1 0-59-16,-1 0-64 0,0 0-127 0,-4 0-175 16,1 2-306-16,-3-1-261 0,1 1-222 0,-2-3-89 15,1 4 361-15,-1-2 509 0</inkml:trace>
  <inkml:trace contextRef="#ctx0" brushRef="#br2" timeOffset="-185385.21">9018 13502 20 0,'2'2'408'0,"-1"-2"327"0,1 0 218 0,-1 0 38 16,1 0-282-16,0-2-214 0,-1 2-146 15,1 0-78-15,-2 0-38 0,2-2-41 0,-1-1-36 16,1-3-18-16,2-1 23 0,-1-1 17 0,2-4 19 16,0-2-1-16,0-2-14 0,1-4-13 0,-1-1-38 15,2-3-32-15,-2-1-32 0,0-3-16 0,2 2-13 16,-3-5-16-16,4 2-13 0,-3-3-4 0,0 2-5 16,-1 1 0-16,1 1-2 0,0 3 0 15,1-1 2-15,-1 5 0 0,-2-2 0 0,2 5-1 0,-2 4 1 16,-1-1 0-1,-1 3-1-15,2 0-1 0,-1 3 0 0,-2 1-2 0,4 2 0 0,-4 0-9 16,0 0-35-16,2 2-47 0,-2 0-45 0,2-1-44 31,-1-1-49-31,-1 1-71 0,0 0-61 0,0-2-71 16,0 1-106-16,0 0-222 0,0 0-224 0,0 2-100 16,-1-2 123-16,1 1 319 0</inkml:trace>
  <inkml:trace contextRef="#ctx0" brushRef="#br2" timeOffset="-184284.51">7538 13912 79 0,'5'-3'337'0,"-2"0"186"0,-3 0 160 16,3 2-66-16,-3-1-145 0,2 2-82 15,0 0-31-15,-1 0-12 0,-1 0-8 0,2 0-35 16,-1 0-73-16,1 0-68 0,1 0-54 0,-2-1 20 15,4 1-13-15,0-2-9 0,3 2 9 0,0-1 9 16,4-1 24-16,3 1 11 0,2-1-1 0,2 2 1 16,5 0-6-16,3 0-11 0,1 0-25 0,7 0-30 15,0 0-16-15,7 0-10 0,1 0-2 0,4 0-2 16,1 0-2-16,4 2-23 0,3-2-10 0,1-2-8 16,4 1-5-16,0 0-1 0,0-3-2 15,0 0-3-15,0 0 11 0,-3-1 4 0,0-1 2 16,0-1 3-16,-2 0 0 15,-4 1 3-15,1 0-10 0,-3 0-3 0,0-1-3 0,-2 2-3 0,-1-1 0 16,-3 2-4-16,1 0 1 0,-1 0-1 0,-4 2 0 31,-1 2-1-31,-1 0 0 0,-4 0 0 0,-3 0 1 16,-3 4-3-16,-2-1 1 0,-6-2-1 0,0 3-1 16,-3-2 1-16,-3 0-2 0,-4-1 0 0,-1-1 1 15,-2 0 0-15,-1 2 0 0,0-2-2 0,-2 0 1 16,-1-2 0-16,-1 2-3 0,-1-1-4 15,0-1-21-15,0 0-48 0,-1-2-61 0,-3 0-108 0,1 0-174 16,-2 1-300-16,-1 1-311 0,-3 0-272 16,2 1-169-16,-1 1 279 0,-2 1 615 0</inkml:trace>
  <inkml:trace contextRef="#ctx0" brushRef="#br2" timeOffset="-183398.67">8060 14747 175 0,'3'2'435'0,"0"0"203"15,-1-1 144-15,-1-1-160 16,1 2-133-16,1-1-64 0,-3 1-17 0,2-1-8 16,1 0-23-16,-3-1-42 0,0 2-51 0,0 1-53 15,0-3-37-15,0 0-31 0,2 2-18 0,-2-2-11 16,1 0-18-16,-1 0-17 16,0 0-26-16,3 0-20 0,-3-2-12 0,3-1 7 0,-1 0 8 0,-1-4 2 15,4-3 14-15,-3-2 6 0,4-3 1 16,-2-6-26-16,0-2-12 0,4-3-8 0,-2-2-13 0,1-4 1 15,1 0 2-15,-1-4 2 0,3 3 2 16,-2-3 1-16,0 4-1 0,1 1-6 0,-2 3-6 0,-1 5-3 31,-1 4-2-31,0 1 2 0,-1 5 3 16,-1 2 2-16,-1 3 0 0,-1 2 3 0,1 0 3 16,-2 6-2-16,2 0-3 0,-1 0-1 0,1 7-1 15,-1 0-4-15,-1 4-4 0,2 2-2 0,0 2-2 16,-1 1-1-16,1 2 0 0,-1-1-4 0,3 3 0 15,0 0 0-15,-1-1 1 0,2 0 0 16,0 0 0-16,1 2 3 0,-1-1 1 0,1 2 0 0,2 1 0 16,-3-2 1-16,1 0-6 0,2 2-3 15,-2-3-3-15,1 2-2 0,-1-2-1 0,-1 3 0 16,1-4 4-16,0 0 3 0,-3 1 1 0,2-1 2 16,0-1-2-16,-2 0 1 0,-1-2-1 0,1 0 1 15,-1-2-1-15,-1-2 1 0,1 0-2 0,1-3 0 16,-2 0 0-16,-1-2 3 15,0 1-8-15,2-4-21 0,-4 1-48 0,2-1-63 0,0-1-81 0,-4-2-166 32,2 0-242-32,-1-2-313 0,3 0-274 0,-1-2-211 15,1 1 53-15,1-3 565 0</inkml:trace>
  <inkml:trace contextRef="#ctx0" brushRef="#br2" timeOffset="-183134.55">8663 14814 90 0,'4'-2'757'0,"2"2"669"15,-3 0 133-15,-1 0-235 0,1 0-420 0,-3 0-355 16,0 0-196 0,0-1-130-16,-1-1-74 0,-1 2-44 0,2-1-32 0,-2 1-24 0,2-2-18 15,-1 2-11-15,-1-1-9 0,2 1-6 16,0 0-4-16,-1-1-3 0,1 1 0 0,0-2-2 0,0 2 0 15,0 0 0-15,0-2-2 0,1 1-6 16,-1 1-15 0,2-2-31-16,-1 1-64 0,1 1-68 0,-2-2-105 15,2 1-151-15,-1-1-246 0,1 0-301 16,-1 2-227-16,1-2-167 0,1 0 161 0,1 1 507 16</inkml:trace>
  <inkml:trace contextRef="#ctx0" brushRef="#br2" timeOffset="-182201.27">9072 14277 90 0,'3'-11'388'16,"-2"1"261"-16,1 1 246 0,-2 1 3 16,0 2-150-16,0-1-129 0,-2 1-57 15,2 1-26-15,-1 2-65 0,-1 0-85 0,-2 0-69 16,1 0-52-16,-2 0-55 0,2 2-57 0,-2-1-32 16,0 2-25-16,0 2-17 0,-1-2-13 15,0 1-11-15,-1 1-12 0,3-1-11 0,-3 1-7 16,0-1-8-16,0 2-4 0,2 0-7 0,-3 1-2 15,2 2-2-15,0 0-2 0,-2 0 0 0,2 4 0 16,-1-2-2-16,2-1 1 0,-1 3-2 0,0-2 0 16,1 1 1-16,2-2 0 0,0 2 0 0,1-2 0 15,-1 0-1-15,1 1 1 0,2-1 0 0,-1-1-3 16,1 0 2-16,1 0-2 16,-1 0 1-16,2-2 0 0,-2 2 0 0,3-1 2 0,0 1-1 0,2-2 2 15,-2 2-1-15,2-1 0 0,0 0 0 16,1-2 1-16,0 2 0 0,-1 0 0 0,3 0 1 15,-1 0 0-15,0 0 0 0,3-1 0 0,-2 1-1 16,3 1 1-16,0-2 0 0,0 2 1 0,1 0-1 0,1-2 1 31,3 3 0-31,-2 0 1 0,2-1-1 16,-2 2 1-16,2-1 0 0,0 1-1 0,0-1 1 16,-2 2-1-16,0 0 1 0,0 0 0 0,-2 1 0 15,0 2 1-15,-1-2 0 0,-3 2 0 0,3-1 2 16,-5 3-2-16,1-1 1 0,-1 3 0 0,0-1 0 15,-3 1 0-15,-1-1 0 0,0 1-1 16,-2 0 0-16,-2-1-1 0,-1-2 1 0,-3 1-1 16,1-2 0-16,-3-1 0 0,0-1 0 0,-3 0-1 15,0-2 0-15,0-2 0 0,-3-2-1 0,-1 1-1 16,0-1 0-16,-1-2-1 0,-1-2 0 0,-1 0 1 16,1 0-1-16,-2-4 1 0,1 2 0 0,0-2 0 15,1 0-1-15,-1 0 1 0,3 0 0 16,0-1-1-16,0 0 0 0,4 0-1 15,0-1 1-15,3 0-1 0,-1 0-1 0,4-1 0 0,0 0-1 0,2-3 0 32,3 2 0-32,0-4 1 0,2 1 1 0,1-3 1 15,3 1 0-15,2-4 1 0,0 1 1 16,0 0-1-16,4-3 0 0,0-1 0 0,-1-1 0 16,1 1 2-16,1-1-1 0,1-2 1 0,-3 1 1 15,2 0 1-15,-1-3 0 0,-2 3 0 0,0-1 0 16,-1 1 0-16,-3 1 2 0,1 1-2 0,-4-1 2 15,0 4-1-15,0-1 2 0,-3 3-2 0,0-1 6 16,-3 3 3-16,0 1 2 0,0 1 2 0,-4 1-1 16,-1 3 1-16,-2-1-5 0,-2 4-4 0,0-2-2 15,-1 2-2-15,-1 1-3 0,-2 3-1 16,0 0-1-16,0 3-3 0,2 1-1 16,0 0-3-16,1 2-8 0,-1 3-15 0,5 0-29 0,-1 4-74 15,-1 1-107-15,5 2-200 0,1 0-290 0,0-1-340 16,0-1-396-16,1 0-177 0,2-2 310 0,-1-1 749 15</inkml:trace>
  <inkml:trace contextRef="#ctx0" brushRef="#br3" timeOffset="-162778.93">16413 13855 119 0,'6'-8'479'0,"-1"1"314"0,-2 1 219 0,-1 0-57 15,2 0-245-15,-4-1-146 0,2 1-26 16,-2-1-37-16,0 3-60 0,-2 0-74 0,1 1-58 15,-4-2-60-15,1 2-77 0,-5 0-52 0,1 0-33 16,-1 3-22-16,-4 0-13 0,1 3-13 0,-6 0-10 16,1 5-8-16,0-1-1 0,-5 5-2 15,2 2-1-15,-2-1 1 0,2 2 1 0,1 2-2 0,0-2-3 16,0 0-3-16,3-2-2 0,0 1-2 16,4-1-2-16,0-3-3 0,0 1 0 0,2 0-1 15,2-2-1-15,-1 0 0 0,3-2-1 0,1-1 0 16,2 1-1-16,-1 0-1 0,4-3 1 0,2 3-1 15,1-5 0-15,2 3 0 0,3-2 2 0,5 1 0 16,-1-1 0-16,4 0 1 0,2-1-1 0,2 1 1 16,4-2 0-1,-2 2 0-15,3 0 0 0,2 0 0 0,0 1-1 0,1 2 0 0,-1 0-1 16,-3 2 1-16,3 1-1 0,-2 0 1 0,-3 2 1 31,-1-1 0-31,-2 2 0 0,-2 0 0 0,-2 3 2 16,-1-2 0-16,-5 1-1 0,1 1 0 0,-4 1 1 15,0 1 0-15,-4 0-1 0,-1 1-1 0,-2-2 2 16,-2 2-1-16,-3 1-1 0,-1-3 1 0,-1 0 0 16,0-1 1-16,-1 0-1 0,-2-2 0 15,0-3 1-15,-3 0-1 0,-1-1 0 0,1-1 0 0,0-2 0 16,0-4 0-16,1 2 0 0,2-3 0 16,-3-1-1-16,4 0 0 0,-1-1-2 0,2-3 1 15,1 0 0-15,0-2-1 0,0 0 1 0,3-1-1 16,0-2 1-16,2 2-4 15,2-3-3-15,1 1-8 0,0 0-13 16,0 0-16-16,1 0-35 0,2 0-67 0,1 0-65 0,0 2-99 0,1-1-164 16,0 2-300-16,1-1-296 0,0 2-218 0,1 1-149 0,2-1 257 15,-1 0 583-15</inkml:trace>
  <inkml:trace contextRef="#ctx0" brushRef="#br3" timeOffset="-162462.18">16740 13858 39 0,'3'-11'583'16,"0"3"501"-16,1 0 208 0,-3 4-64 0,2 1-280 15,-3 1-315-15,2 4-190 16,1 1-105-16,1 3-59 0,-3 2-57 0,2 6-69 15,2 3-47-15,-1 2-27 0,1 5-20 16,3 5-14-16,-1 1-12 0,0 3-11 0,1 3-7 0,0 1-6 16,2 1-3-1,1-3-4-15,-2 1-1 0,1-5-1 0,1 1-1 0,0-6-2 0,-1 1-4 16,0-5-9-16,0 0-17 0,-2-3-38 0,0-1-71 31,-4-2-65-31,-2-2-106 0,0 0-158 0,-4-4-252 16,0-3-283-16,-1-2-208 0,2 0-155 0,-4-5 187 15,2-2 511-15</inkml:trace>
  <inkml:trace contextRef="#ctx0" brushRef="#br3" timeOffset="-161936.52">16871 13927 278 0,'0'-5'642'0,"0"-1"279"0,0 2 127 0,0 0-208 15,0-1-230-15,4-1-170 0,-3 0-109 0,4 0-57 0,0-2-15 0,2 3-24 16,3-1-33-16,1-2 4 0,3 1-13 0,-1 1-14 31,4 0-45-31,-1 0-35 0,3 1-10 0,0 1-28 16,2 1-14-16,1 1-7 0,-3 2 5 0,3 0 0 15,2 3-8-15,-4 2 3 0,-1 1 1 0,0 1-1 16,-1 4-6-16,-1 2 2 0,-3 0-1 16,0 6-5-16,-4 0 1 0,-2 0-1 0,0 6-1 15,-4 0-6-15,-2 0-2 0,-2 5-2 0,-2-1-2 16,-1 1-2-16,-2 2-1 16,-1-3 0-16,2 2-1 0,-3-3-3 0,1 1-3 0,-1-2-3 0,1-4-2 15,2 1-1-15,-1-4 0 0,2 1-1 16,-1-5 1-16,3 2-1 0,1-5 0 0,0 0 0 0,1-1-1 15,3-1 0-15,0-1 1 0,1-1-1 16,0-1-1-16,4-1 1 0,-1 1 1 0,2-2-2 0,1-2-1 16,-2-1 1-16,2 0 0 15,3-1 0-15,-2-2-2 0,2-2 1 0,-2 1 1 0,0-2 0 0,0 0-1 32,1-2-3-32,1 1-10 0,-3 0-21 15,0-2-40-15,2 1-75 0,-4-1-78 0,-1-1-133 16,2 1-186-16,-6 0-308 0,3-1-296 0,-1 1-198 15,-1 0-65-15,3-3 402 0,-4 2 542 0</inkml:trace>
  <inkml:trace contextRef="#ctx0" brushRef="#br3" timeOffset="-161344.67">17608 13747 133 0,'2'-1'629'15,"-2"-1"422"-15,0 1 157 0,0 2-141 0,-2 1-257 16,2 1-193-16,0 4-158 0,0 2-95 0,0 2-61 0,-2 2-50 0,2 2-72 16,-1 3-62-16,1 1-33 0,0 4-22 15,1 0-11-15,-1 2-9 0,4 2-9 16,-1-1-3-16,0 0-1 0,4 2-3 0,-3-1-6 0,5-1-3 0,0 0-2 31,-1 0-7-31,2-1-3 0,0-1-3 0,1 2-1 16,3-3-1-16,-3 1-1 0,5-4 1 15,-3 1-2-15,1 0 0 0,3-2-1 0,1-3 0 16,-4 0 1-16,2-3-2 0,-2-1 1 0,3-3 1 16,-1 0-1-16,-3-7 0 0,3 0 0 0,-2-4-1 15,0 0-3-15,-1-4-7 0,-1-4-10 0,1 0-13 16,-3-2-20-16,-1-2-49 0,-1-1-60 0,-1 1-54 16,-3-4-76-16,1 1-125 0,-4 0-165 15,1 0-231-15,-4-1-210 0,2 0-207 0,-1 4-22 0,-2-3 354 16,0 1 449-16</inkml:trace>
  <inkml:trace contextRef="#ctx0" brushRef="#br3" timeOffset="-161077.09">17613 13816 169 0,'-2'5'743'0,"2"-2"398"15,-1 0 72-15,2 0-128 16,1-2-428-16,3 1-245 0,1-1-94 0,3-1-50 16,1 2-36-16,1-2-27 0,3-2-14 0,1-1-43 15,2 2-49-15,1-4-24 0,0 1-17 0,0-1-14 16,-1-1-16-16,3 2-15 16,-3-3-7-16,1 3-4 0,-3 0-22 0,0-1-59 0,-3 2-63 15,-3 2-87-15,0-1-148 0,-4 2-230 0,0 2-303 16,-3-1-234-16,-2 5-182 0,-2-4 92 0,0 2 476 15</inkml:trace>
  <inkml:trace contextRef="#ctx0" brushRef="#br3" timeOffset="-160878.31">17751 13927 243 0,'0'7'648'0,"0"0"294"0,1 0 82 0,-1 1-195 15,5-2-264-15,-2 0-201 0,2-2-127 0,1 1-66 16,1-2-34-16,-1 0-43 0,3-3-42 0,-1 0-24 16,3-2-15-16,0-1-5 0,-1 0-25 0,-1 0-60 15,1-1-108-15,-2 0-135 0,-2 2-248 0,2-1-265 16,-2 2-205-16,0 1-18 0,-2 0 274 16,0 1 360-16</inkml:trace>
  <inkml:trace contextRef="#ctx0" brushRef="#br3" timeOffset="-160462.39">17068 14321 42 0,'0'2'446'16,"-2"-1"393"-16,2 2 287 0,-2-3-1 0,-1 0-313 15,3 2-183-15,-1 0-110 0,1-2-97 0,1 2-87 0,-1-2-72 0,0 1-56 16,3-1-64-16,-1 0-65 0,4 1-39 16,2 1-20-16,2-2-9 0,1 2-4 15,3-2-2-15,0 0-1 0,5-2-1 0,-1-1-1 0,2-2 0 32,2-1 1-32,-1 1-2 0,1-2 0 0,0 1-2 15,0-2-27-15,-3 4-71 0,0 0-90 0,-3-1-174 16,1 4-292-16,-2-1-322 0,0 2-324 15,-2 2-168-15,1-1 211 0,1 4 638 0</inkml:trace>
  <inkml:trace contextRef="#ctx0" brushRef="#br3" timeOffset="-159628.2">18544 13864 49 0,'0'0'511'0,"-1"2"429"0,-1-2 218 16,2 3-48-16,0-2-379 16,0 1-259-16,2-2-154 0,1 1-66 15,2 0-12-15,2 2 7 0,3-1-14 0,1 0-25 16,3 0-31-16,1-1-46 0,0-1-42 0,3-1-40 15,1-1-21-15,-2 0-11 0,5 0-8 0,-1-2-2 16,-2 0 0-16,0-1 0 0,-1 0-3 0,-1 1 0 16,-2 0-1-16,0 0-3 0,-6 2-2 0,2 0-39 15,-5 2-58-15,-1 2-69 0,-3 2-143 16,-4 2-216-16,-1 3-319 0,-3 1-282 0,-1 3-213 16,-4 2-1-16,0-2 481 0</inkml:trace>
  <inkml:trace contextRef="#ctx0" brushRef="#br3" timeOffset="-159378.23">18552 14206 134 0,'9'2'652'0,"-2"-2"383"16,-1 0 158-16,2 1-76 0,1-1-422 15,1 0-230 1,3 0-100-16,-1 2-47 0,1-1-59 0,3-1-45 15,-2 0-34-15,3 0-54 0,0 0-49 0,0-1-35 16,0-1-17-16,2 1-10 16,-2-1-8-16,3 1-3 0,-3-2-1 0,0 1-2 0,1 1-36 0,-4 1-59 15,2 0-91-15,-3 0-169 0,-3 1-292 16,1 1-317-16,-1 1-290 0,2 0-185 0,-3 0 204 16,-1 0 611-16</inkml:trace>
  <inkml:trace contextRef="#ctx0" brushRef="#br3" timeOffset="-155892.87">19271 13523 28 0,'2'4'271'0,"-2"-1"169"0,0-2 163 0,0 2-25 16,0-1-118-16,0-1-69 0,0 1-23 0,0-1-9 15,2 0 0-15,-2-1-17 0,0 2-23 0,1 0-43 16,-1-2-44-16,0 0-41 0,0 1-39 0,0-1-28 16,0 0-29-16,0 0-19 0,0 0-17 15,0 0-8-15,0 0-4 0,2 0-5 0,-2 0 9 16,0 0 3-16,0 0 12 0,0 0 9 0,0 0 4 16,0-1 3-16,0 1 1 0,1 0-1 0,-1-2-10 15,0 2 9-15,0-2 8 0,2 1 3 0,0-2-9 16,-1-1-6-16,-1-2-7 0,4-2-20 0,-3 1-19 15,1-3-4-15,2-1-3 0,-2-3 0 16,1 1 1 0,-2-3-3-16,3 1-1 0,-1-2-6 0,0-2-4 15,0 0 2-15,1-1 2 0,0 1 1 0,1-4 3 16,-1 3-2-16,-2-3 0 0,3 2-7 16,-2-3-2-16,0 2-4 0,1-2-1 0,0 0-1 15,1 1 0-15,-4 2-2 0,2-2 1 0,1 4 3 16,-3 5 8-16,1 0 7 0,0 2 9 0,-2 2 4 15,0 4 2-15,0 2 0 0,0 0-4 0,1 1-4 16,-1 0-7-16,0 1-4 0,0 0-4 0,0 2-1 16,0 0-4-16,0 2-2 0,0 0-3 15,0 2 1-15,0 2-1 0,0 0 0 0,0 0 0 16,0 3 0-16,2 2 0 0,-2-2 0 0,1 3 0 16,1 1-1-16,1 0 0 0,-1 4 1 0,1 0 0 15,3 1 0-15,-3 1-1 0,4 2 2 0,-3 2-1 16,3 1-1-16,-1 1 1 0,3 1 0 0,-1 1 0 15,0-1-1-15,2 0 0 0,-2 1 1 16,-2 0-2-16,1-4 1 0,2 2 0 0,-5-3-1 0,3 0 0 31,-1-1 1-31,-1-2 0 0,-2-1-1 0,3-3 1 16,-3-1-1-16,1-1 1 0,-3-3-2 16,3 1 1-16,-3-4 0 0,1 0 0 0,-1 0 0 15,-1-3 1-15,2 2 0 0,-2-4 0 0,0 0-1 16,0 0 1-16,-2-1 0 0,2 0-2 0,0-1-4 15,-3 0-10-15,3 0-11 0,-1-1-21 0,-1-2-41 16,0 0-66-16,-1 0-62 0,0-1-90 0,0-3-146 16,-2 1-201-16,2-3-275 0,0 1-213 15,1-2-179-15,-1 0 95 0,3-1 458 0</inkml:trace>
  <inkml:trace contextRef="#ctx0" brushRef="#br3" timeOffset="-155122.99">19651 13053 300 0,'2'-8'686'0,"-1"-1"348"16,-1 3 121-16,-1 0-285 0,-1 2-228 0,0 0-126 15,1 2-83-15,-1 0-72 0,-1 2-65 0,0 0-44 0,0 0-49 16,-3 2-55-16,2-1-52 0,0 2-37 0,-1 0-20 16,0 2-11-16,0-1-9 0,2 0-6 15,-3 1-5-15,4 0-1 0,-1-1-3 0,2 1-1 16,-3 1-4-16,3-1 0 0,-1-1 3 0,2 1-2 16,0 2 0-16,0-1-2 0,0-1 2 0,2 3 1 15,1 0 0-15,0-1-1 0,0 1 0 0,3 1 1 16,1-1 1-16,-1 0-1 0,4 1-1 15,1 0-1-15,-2 0 1 0,4 1-1 0,1 0-2 0,1-1 2 16,0 2-1-16,1-2 0 0,1 1 0 16,-1 2 3-1,3-2 1-15,-2 1 0 0,-1 1 0 16,2 0 1-16,-4 1-1 0,2-1 0 0,-4 3 0 16,-2-1 0-16,2 0 2 0,-4 0 0 0,1 1-1 15,-3 1-1-15,0 1 1 0,-3 0 0 0,0 1-2 16,-1-2-1-16,0 2 0 0,-2-3 1 0,0 2-1 15,0-2 0-15,-4 0-1 0,3-2 3 0,-3 0 0 16,0 1 1-16,-4-3-3 0,3-1 4 16,0-1 0-16,1-2 0 0,-4-1-4 0,0 1 3 15,3-4-1-15,-3 0-2 0,2-3 2 0,-2-2-1 16,2-2 2-16,-1-1-3 0,-1-3-1 0,2-2 0 16,0-3-1-16,0-2-1 0,2-2 0 0,0-1 2 15,2 0 1-15,0-3-1 0,2 0 1 0,0-2 0 16,2-1-2-16,1-1 1 0,0-2 0 0,2 0 1 15,0-3-2 1,1 0 2-16,-1 2-1 0,0-2 2 16,-2 1 0-16,0 1-1 0,0 0 3 0,-3 3-1 15,0 0 6-15,0 4 6 0,-5-1 6 0,2 5 7 16,-3 2 6-16,-5 0 3 0,3 4 2 16,-3 2-3-16,-2 3-2 0,1 2-6 0,-1 2-3 15,-3 4-5-15,3 4-6 0,-1 1-3 0,3 2-4 16,-3 1-1-16,3 3-3 0,1 4 0 0,0-3-1 15,1 4-1-15,5 0-1 0,-3 1-1 0,6-2-1 16,-1 1-1-16,2 0-9 0,3 0-14 16,0-1-29-16,2-1-64 0,0 0-64 0,2-2-92 0,2-2-152 15,-3 2-231-15,0-4-298 0,4 1-228 16,1-3-183-16,-1-2 99 0,1-1 509 0</inkml:trace>
  <inkml:trace contextRef="#ctx0" brushRef="#br3" timeOffset="-154706.7">20075 13103 46 0,'0'4'530'16,"-4"3"450"-16,4 2 232 0,-1 3-50 15,-1 3-348-15,2 3-233 0,3 5-137 0,1 2-96 16,0 4-55-16,1 1-47 0,3 4-46 0,1 1-54 15,1 1-52-15,3 0-27 0,1 0-22 16,0-5-14-16,4-2-12 0,-1-7-7 0,4-4-7 16,-1-4-3-16,2-7-3 0,-3-3-1 0,2-9 2 15,-2-3 0-15,-2-9 1 0,0-2 0 0,-4-5 0 16,-2-4 2-16,-1-5-2 0,-4-2-1 0,-3-1 0 16,-3 0 1-16,-1 2 0 0,-4-2 1 0,-2 4-1 15,-3 1 5-15,-2 0 2 0,-3 3 4 0,-1 3 5 16,-3-1 7-16,0 4 3 0,-3 3 7 0,-2 0 1 15,2 4-3 1,3 3-2-16,-2 3-7 0,-1 5-6 0,3 2-6 0,0 2-4 0,2 5-3 0,1 2-3 31,2 1-1-31,1 1 0 0,4 1 0 0,1 1-2 16,0 2 1-16,7 1-1 0,-3-1 0 0,6 3-2 16,0 1-12-16,2-2-28 0,2 2-68 15,2 2-70-15,-1-2-117 0,1-1-180 0,1 1-305 16,0-1-319-16,3 0-227 0,0 1-125 0,4-4 321 0,1 0 582 15</inkml:trace>
  <inkml:trace contextRef="#ctx0" brushRef="#br3" timeOffset="-154475.71">20595 13257 90 0,'0'-2'947'0,"-2"4"714"16,1-1-36-16,-4 0-332 0,2 4-415 0,-2-3-366 0,0 1-238 0,2-2-112 0,-2 2-57 31,2 1-36-31,2-3-29 0,-3 0-20 16,4-1-12-16,-2 2-6 0,2-2-13 0,2-2-27 16,0 2-74-16,0-1-96 0,-1 1-184 0,-1 0-288 15,0 0-343-15,2 0-397 0,-2 1-201 0,1 3 220 16,3 0 739-16</inkml:trace>
  <inkml:trace contextRef="#ctx0" brushRef="#br3" timeOffset="-153043.33">20990 12996 63 0,'3'-6'330'0,"-3"0"218"0,2 0 211 0,-1 1-4 15,-1 2-96-15,0-1-79 16,2 2-69-16,-2-1-69 0,2 1-71 0,-2 0-65 0,0 1-50 16,1 1-28-16,-1 0-8 0,0 1-3 0,2-1-12 15,-1 1-24-15,1-1-35 0,-2 1-36 16,2 4-28-16,-1-3-20 0,1 2-12 0,0 4-9 15,2 1 3-15,1 1 1 0,-1 4-8 0,0 1-5 16,0 0-5-16,3 4-1 0,-1 1-9 0,0 1-5 16,2 1-3-16,-1 2-2 0,-1 1-1 0,3 1-2 15,-1 3 1-15,0-3-1 0,-1 2-1 16,2 0 0-16,-3-1-1 0,2-1 1 0,-3-1-3 0,2-4 0 16,-1-2 1-1,-2-3-1-15,0-3 0 0,0-3-1 0,-4 0 1 0,4-3-2 0,-3-1 2 16,-1-4 0-16,0 1 4 0,2-6 5 0,-2 1 6 15,1-7 1-15,1-1 1 0,-2-5 1 0,3-1-2 16,0-3-7 0,0-2-4-16,0 2-1 0,2-3 1 0,-2-2-2 15,2 2 1-15,2-1 7 0,0 0 2 16,1-2 2-16,-1 3 0 0,2-2 0 0,0 1-1 16,1 1-6-16,-2 0-3 0,4-3-2 15,-2 3-2-15,1 0 0 0,0-1 0 0,0 2-1 16,1 0 0-16,-2 2 0 0,2 1 0 0,-6 1 1 15,5 2 1-15,-5 2 0 0,1 3 0 0,-2 2 6 16,-2 3 5-16,1-2 5 0,-2 2 4 0,-1 2 3 16,1 1 3-16,-1 0-3 0,-1 2-4 0,0-2-3 15,0 2-5-15,0 0-2 0,0 2-4 16,0-1-1-16,0 2-3 0,-1 1 0 0,-1 2-2 0,1 1-1 16,-4 0 0-16,2 1 0 0,-2 2 1 0,0 2 0 15,1 0 0-15,-3 4 0 0,-2 0 1 0,1 1 0 16,0 2 0-16,-2 0-1 0,1 4 0 15,1-2 0-15,-2 1-1 16,3-1 1-16,1-1-1 0,-1-2 0 0,4 0 0 0,0-4 0 0,-1 2 0 16,1-2 0-1,2-1 0-15,1-3 0 0,0 0 0 16,0 0 0-16,1-1-1 0,1-2 0 0,3 1 1 16,-4-2 0-16,4 0-1 0,2-1 1 0,-1 0-1 15,3-2 1-15,-1 0 0 0,0 0 0 16,5-1 0-16,-4-1 0 0,1 0 1 0,2-1-1 15,-1 2 0-15,1-2 0 0,2 2 1 0,-3-1-1 16,1 0 0-16,1 3 0 0,3-2 0 0,-5 3 1 16,2 1 0-16,1 0-1 0,-1 1-1 0,1 3 0 15,-3-1-1-15,0 1-1 0,3 0 0 0,-3 2 1 16,2-1-1-16,-4 0 1 0,-1-1-1 0,3-1 1 16,-1 0 0-16,-4-1 0 15,4-1-1-15,-3-1-4 0,1 0-8 0,0-2-11 0,-1 1-18 0,0-3-35 16,-2 1-75-16,0-2-75 0,-2 1-137 15,0-2-214-15,1 0-313 0,-3-2-325 0,-1 2-202 16,3-1-33-16,-3-2 485 0,0 3 579 0</inkml:trace>
  <inkml:trace contextRef="#ctx0" brushRef="#br3" timeOffset="-152293.36">21950 13131 203 0,'-3'-4'942'0,"-3"4"592"0,1-2-2 0,0 2-265 16,0 0-462-16,0 0-296 0,1 0-179 15,0 2-114-15,0-2-63 0,2 0-44 0,-1 1-31 16,2-1-25-16,1 0-18 0,0 1-12 0,0-1-11 16,0 0-7-16,0 2-3 0,0-2-3 0,0 0-1 15,0 2 0-15,1-2 0 0,1 1-1 16,-1 0-6-16,3 1-15 0,-2 0-27 0,2-2-70 15,-3 1-80-15,1-1-161 0,-1 1-282 16,1 1-319-16,1 1-370 0,0-1-236 0,1 3 57 0,0-2 691 16</inkml:trace>
  <inkml:trace contextRef="#ctx0" brushRef="#br3" timeOffset="-150927.87">22424 12771 230 0,'2'-5'402'0,"-2"3"164"0,0-3 22 0,0 0-123 16,0 1-92-1,-2-1-42-15,2 1 1 0,0 2 14 0,0-4 9 0,0 4-1 16,-1-3-28-16,1 1-36 0,0 3-47 0,0 0-41 15,0-1-28-15,0 0-17 0,1 2-13 0,-1 2-15 16,2-2-12-16,0 2 23 0,-1-1 13 0,4 2-10 16,2 4-12-1,0 1-10-15,1 0 5 0,2 4-33 0,0 0-29 0,3 4-16 16,1 3 0-16,1 0 0 16,2 2-9-16,1 3-2 0,0 3 5 15,3-1 3-15,0 4-7 0,2 2-6 0,-1 1-3 0,3 1-4 16,-2 0-9-16,0-1-7 0,3 0-3 15,-3-1-2-15,-2 0-2 0,1-1 0 0,-2-1 0 16,0-4-1-16,-1-2-1 0,-3 1 0 0,-2-6 0 16,0 0 1-16,-2-4-1 15,0 0 1-15,-4-4 2 0,-1-1-2 0,1-1 2 0,-3-3-2 0,-2-1 5 16,1-1 6-16,-3-1 4 0,1-1 3 0,-2-2 0 16,-2 0 1-16,1-4-3 0,-3 0-7 15,-1 0-4-15,1-2-3 0,-3-2 0 0,1-1-2 16,0 1 0-16,-1-3 0 0,1 3 0 0,0-3 0 15,-3 1 0-15,0-2-1 0,3-1 0 16,-2 1 0-16,-3-2 0 0,3-1 0 0,0 0-1 0,-3 0 1 16,3 1 0-16,0-2 0 0,0 2-2 0,1 0 2 31,0 0-1-31,1 1 0 0,-1 1 0 0,3 1 0 16,-2 0 0-16,1 4 1 0,0-2 0 15,3 3 1-15,-1 0 0 0,2 2 1 0,-3 1 0 0,3 0 0 16,-1 0 0-16,2 1 0 0,-1 1 1 15,-2 1-2-15,1-1 1 0,-1 1 0 0,2 1 0 16,-1-1 1-16,-1 3-2 0,-1 0 0 0,1 0 0 16,2 1-1-16,-4 2 0 0,2 2 2 0,-3-1-2 15,3 3 1-15,-1 1 0 0,-1 0 0 0,2 3-1 16,-2-3 0-16,2 3 1 0,0 0 0 16,0 3 0-16,0-4-1 0,1 1 1 15,1 1 0-15,-1 0-1 0,1 0 1 0,-1 1-2 0,0-3 1 16,2 0-1-16,0-1 1 0,-1-1 1 0,-1-1-1 15,2-1 1-15,-1 0 1 0,1-1-1 0,-4-2 1 16,3-1-1-16,-1 0 1 0,1 0-2 0,-3-1 2 16,2-1-2-1,-2 2 1-15,1-3 0 0,0 3-1 16,0-2 0-16,0 0 0 0,-1 0 0 0,1 0-1 16,1-1 0-16,-1-2-1 0,3 3 0 15,-1-2 0-15,-2 1 0 0,1-1-2 0,2-1-1 16,0 0-1-16,0 2-2 0,2 0-11 0,1-2-15 15,-2 0-35-15,2 2-70 0,-1 0-78 0,0-2-137 16,-1 2-224-16,-1-2-312 0,2-2-317 0,0 0-211 16,-1 0-38-16,1-2 492 15</inkml:trace>
  <inkml:trace contextRef="#ctx0" brushRef="#br3" timeOffset="-148943.97">19754 13990 238 0,'-3'1'432'0,"1"-1"180"0,1 0 73 0,-1 2-137 15,0-2-117-15,1 2-41 0,-1-2-19 0,2 0-10 0,0 1-25 16,0-1-36-16,0 0-46 0,0 0-46 0,2 0-46 16,-1 0-40-16,-1-1-34 0,0 1-27 15,2 0-20-15,0 0-4 0,-1 0 14 0,2 0 5 0,3 0 2 16,2 0 1-16,-1 0 85 0,2 0 24 15,2-2-2-15,2 0-8 0,-2 2-7 0,3-1-7 16,1 0-50-16,0 1-26 0,-2-2-15 0,4 2-5 16,-1 0 5-16,2 0 0 0,0 0-12 0,0 2-4 15,1-1-4 1,-2 0-1-16,4 1-5 0,-1 0-1 16,1 0-1-16,1 0-1 0,-2 0-3 0,1-1 0 15,1 0-8-15,0 1-4 0,2 0-3 0,-3-1-2 16,1-1-2-16,0 1-1 0,-1-1 1 0,-1 0-1 15,0 0-1-15,-2 0 1 0,3 0 0 0,-3 0 0 16,-2 0-1-16,2 0 0 0,-2 0 0 16,-1 0 1-16,1 0 1 0,0 0-1 0,-2 0 0 15,0-1-2-15,-1 1 0 0,0 0 1 0,-1 0 0 16,1 0 0-16,0 0 0 0,-2 0 2 0,0 0-1 16,0 0-1-16,0-1 0 0,-1 1 0 0,0-2 0 15,0 2 1-15,-2 0-1 0,3-2 1 0,-2 2 0 16,0-1-1-16,0 1 0 0,0 0 0 0,-1 0 0 15,2 0 0-15,-1 0-1 0,2 0 1 16,-1 0 1-16,2 1-1 0,0-1 1 0,0 2-1 0,-1-2 1 16,2 2 1-16,1-1 0 0,-3 0-1 15,3-1-1 1,-3 2 2-16,1 1-1 0,0-3-1 16,-1 0 0-16,2 2 1 0,-4-2 0 0,3-2-1 15,-2 2 1-15,2 0-2 0,-3 0-1 0,2 0 1 16,-1-3 0-16,-1 3 0 0,-1 0-1 0,3 0 2 15,-3 0 0-15,0 0 0 0,3 3 1 0,-2-3-2 16,0 0 1-16,1 2 1 0,-2-2 0 16,0 0-1-16,0 0 0 0,1 3 0 0,0-3 0 0,-1 1 0 15,2-1 0-15,-2-1 0 0,0 1 1 16,0-3 0-16,0 3 0 0,0-2-1 0,-2 2-2 16,4-5 2-16,-1 4-1 0,-1 0 1 0,0-1 0 15,3 0 1-15,-1 1 1 0,-2 0-1 0,1-1 0 16,0 0-1-16,1 2 1 0,0 0-1 0,0 0-1 15,2 0 1-15,-1 0 1 0,1 0-1 0,1 0 0 16,0 0 1-16,-1 2-1 0,1-2 0 0,1 0 0 31,-1 2 0-31,3-2 0 0,-2 1-1 0,2 0 0 0,-3 1 1 0,2-2 0 0,0 2 0 32,-2-1-2-32,2 0 1 0,1 4 0 0,-2-5 0 15,2 0 0-15,0 2 1 0,-1-2 0 0,1 0 1 16,0 0 2-16,-2 0-3 0,3 0 1 0,-2 0 0 15,2 0 0-15,-1 0 0 0,0-2-2 0,0 2 2 16,1 0-1-16,-1 0 0 0,1 2 1 16,-1-2-1-16,0 0 2 0,3 4-2 0,-5-2 0 15,5 0 1-15,-3 1 0 0,1-1 1 0,-1 0-1 0,1 1 0 16,-1 0 0-16,2-1-1 0,-5-1 0 16,2 0-1-16,0 1 1 0,-2-1 1 0,0 1 0 15,1-1-1-15,-1 1 1 0,-2-2-1 0,3 1-1 16,-1 1 1-16,1-2-1 0,1 0 1 0,-1 1 0 15,-2-1 0-15,4 0 0 0,-2 0-1 16,2 0 1-16,-2 0 0 0,4 0-1 0,-4 0-1 0,3-1 2 16,-1 1 0-16,2-2 0 0,-1 1 0 15,0-1 0 1,-1-1 0-16,2 2 0 0,-1-2-1 16,0 0 1-16,1 0 0 0,-2 0 0 0,2-1 0 15,-1 0 2-15,-2 1 0 0,1-1-1 0,1 2 0 16,-1-3 1-16,2 1 0 0,-4 1-1 0,2 0 0 15,-2 0 0-15,0 0-1 0,-3 1 0 0,2 1 0 16,-4 1 1-16,-1 0-1 0,0 0 0 16,-2 1 1-16,1 1 0 0,-1 0 1 0,-3 0-1 0,2 0 2 15,-2 1-1-15,3 0 1 0,-2 0-2 16,-3 0 0-16,2 0-1 0,1-1 0 0,0 2 0 16,-2-1 0-16,1 1 0 0,-1-4 0 0,1 4 1 15,-1-1-1-15,2-2 1 0,-1 3 1 0,0-3 0 16,1 2 1-16,-3-2-1 0,4 2 1 0,-2-1-3 15,1 1 0-15,-1-2 0 0,3 1 0 0,-3-1 1 16,2 2-1-16,-2-1 1 0,2-1 0 0,-2-1-1 16,0 2 0-16,0-2 0 0,-1 1 0 0,1-1 0 31,-2 0 0-31,-1 0 0 0,0 0 1 16,0-1-1-16,0 1 0 0,-1-2 1 0,-2 2-1 15,1-1 0-15,-2-1-1 0,0 1-3 0,-1 1-11 16,1 0-28-16,-3 3-76 0,-2-2-82 0,-1 2-165 15,2 0-290-15,-4 1-323 0,2 1-363 0,-1 1-202 16,0 0 117-16,3 0 676 0</inkml:trace>
  <inkml:trace contextRef="#ctx0" brushRef="#br3" timeOffset="-147160.75">20424 14453 128 0,'2'-6'408'0,"0"2"247"15,-2 0 219-15,0-1-70 0,0 2-133 0,0 0-98 16,0 0-89-16,0 2-55 0,0 1-44 0,0-2-43 0,0 4-61 16,0-2-45-16,0 3-27 0,-2 1-36 15,2 2-37-15,0 0-39 0,0 3-22 0,0 0-13 16,0 2-11-16,0 1-6 0,2 1-6 0,-2 1-2 15,1 1-1-15,1 0-6 0,2 4-5 0,-1 1-1 16,0 1-9-16,2 0-4 0,-2 3-2 0,2 1-1 16,0 0-1-16,-2 1-2 0,3 1 0 0,-1-2-1 31,-2 3-1-31,1-4-1 0,0-2 0 0,0-1 0 16,-3-3-1-16,2-1 0 0,2-3 0 15,-4-1-1-15,1-3-1 0,-1-1-1 0,-1-1-1 16,2-3 0-16,-2 0-3 0,0-2 0 0,0 0-9 15,0-1-23-15,-2-2-51 0,1-2-57 0,-1-1-63 16,1-2-108-16,-4 0-153 0,2-4-195 0,2-2-248 16,-4-1-222-16,2-1-157 0,-1-2 163 0,3-2 442 15</inkml:trace>
  <inkml:trace contextRef="#ctx0" brushRef="#br3" timeOffset="-146877.36">20574 14468 155 0,'7'0'523'16,"-1"4"318"-16,0 1 216 0,-1 2-106 15,0 0-258-15,0 4-183 0,0 1-107 16,2 1-55-16,-1 1-38 0,1 5-32 0,-1 1-35 16,2 1-31-16,0 1-28 0,-2 2-36 15,1 1-41-15,-1 1-38 0,2 1-20 0,-4 2-14 16,3 0-14-16,-2 0-9 0,0 0-4 0,-1-1-4 15,1-1-4-15,-2 0 1 0,0-1 0 0,-1-1 2 16,-1-2-3-16,3-4 2 0,-4-1-13 0,0-1-43 16,0-4-61-16,0 0-56 0,-2-5-84 15,-1-2-139-15,-1-3-172 0,0-3-246 0,-4-3-217 16,2-3-200-16,-1-2 11 0,-1-7 364 0,-2 0 433 16</inkml:trace>
  <inkml:trace contextRef="#ctx0" brushRef="#br3" timeOffset="-146560.75">20296 14485 409 0,'0'-1'871'0,"0"1"281"16,0-1-8-16,0-1-334 0,2 2-298 0,-1-2-191 15,3 2-95-15,0 0-26 0,5 2 9 0,1 0 17 16,1-1 1-16,3 2-10 0,1-1-31 0,2 0-25 16,1 0-36-16,2-1-34 0,0-1-19 0,1 2-21 15,5-2-10-15,-3-2-16 0,1 1-8 0,1-1-4 16,-1 0-2-16,1 0-4 0,-1-1-3 0,-1-2-1 16,0 3-1-16,-1-2-1 0,-2 3-1 0,0 0-1 15,-2-2-19-15,1 3-68 0,-4 3-82 16,-1 0-160-16,-5 4-282 0,3-1-322 0,-3 4-365 0,-1 2-223 15,-2 3 93-15,1 2 663 0</inkml:trace>
  <inkml:trace contextRef="#ctx0" brushRef="#br3" timeOffset="-146294.28">21106 14852 34 0,'1'-4'847'0,"4"-1"762"0,-8 3 37 0,1 0-311 0,1 1-388 16,-1-1-394-16,1 0-250 0,-3 2-118 16,4-1-61-16,-1 1-41 0,-1 0-30 0,2 0-22 15,0 0-16-15,-1 0-9 0,1 0-6 0,0 0-3 16,1 0-5-16,1 0-17 0,-1-1-34 0,3 1-78 15,-3 0-109-15,1 0-202 0,1 0-300 0,1 0-348 16,1 1-376 0,-2-1-147-16,2 0 336 0,2 1 730 0</inkml:trace>
  <inkml:trace contextRef="#ctx0" brushRef="#br3" timeOffset="-145494.27">21658 14737 13 0,'0'-4'310'16,"1"0"255"-16,-1 0 274 0,0 1 94 0,2 0-151 0,-1 2-153 0,-1-1-114 0,0 2-79 31,0-1-41-31,0 1-31 0,2 0-44 16,1 0-35-16,-3 0-37 0,0 0-36 0,1 1-52 15,-1 2-50-15,0 0-28 0,0 0-22 0,0 2-12 16,0-1-9-16,2 3-2 0,-2 3 0 0,1-2-8 16,-1 5-3-16,2-1-4 0,0 3-1 0,-1 0-8 15,3 1-5-15,-3 2-1 0,2 0-4 0,2 0 0 16,-2 2-1-16,1-1-1 0,2-1-1 0,-5-1 0 16,2-1 0-16,1-3-1 0,-1 2 0 15,0-4 0-15,-1-2 1 0,-1-1 0 0,1-1 0 16,-2-3-1-16,1 1 1 0,-1-2-1 0,-1 0-1 15,1-3-1-15,-2 0 0 0,-1-1-6 0,1-1-11 16,-2-2-19-16,0-1-34 0,0-1-61 0,-4 2-59 16,2-2-64-16,-2 0-111 0,1 0-146 0,-4 0-177 15,3-1-229-15,2 1-216 0,-2-1-131 16,0 1 204 0,2-2 432-16</inkml:trace>
  <inkml:trace contextRef="#ctx0" brushRef="#br3" timeOffset="-144793.33">21465 14471 163 0,'1'-5'370'16,"-1"3"182"-16,0-1 110 0,2 1-82 0,-2 1-78 0,1 0-34 0,-1 1-15 15,0-2-27-15,2 2-45 0,0 0-60 0,-2-2-66 0,0 2-57 32,0 0-48-32,0 0-34 0,0 0-9 15,0 0 6-15,1 2 17 0,-1 0 23 0,2 0 19 0,-1 0 6 16,4 3-13-16,-4-3-20 0,1 3-28 15,-1-1-27-15,3 3-23 0,-1-1-17 0,0 1-11 16,0 1-9-16,2 1-3 0,0-1-1 0,-1 3-1 16,1-1-2-16,2 3-1 0,-3-3-1 0,3 3 0 15,-2-2-7-15,2 1-4 0,0 0-3 0,-1-2 0 16,0 3-2-16,2-3-2 0,-2 1-1 16,-1-1 0-16,3-1 4 0,-3-2 4 0,3 2 4 0,0-3 1 15,-4 1 1 1,3-1-1-16,-1-2-5 0,0-1-4 0,1 0-2 0,-2-1-3 0,-1-1 1 15,0-1 2-15,0-1-1 0,2-2 1 0,-1-2 1 16,-2 1 0-16,1-4 0 0,0 1-1 0,0-1 0 16,0-2-1-16,0-1 1 0,0-1 0 0,-1 0 5 31,0 1 4-31,1-4 2 0,-3 1 0 0,2 0 1 16,1-2-1-16,-3 2-1 0,2 0-2 0,-1-2 3 15,2 2-1-15,-2 3 0 0,1 0 1 16,0 1-4-16,-3 0-2 0,4 2-5 0,-3 1 0 0,1 3-2 15,-1-2 0-15,1 2-1 0,0-1 1 16,-1 2-1-16,1 0 1 0,-1-1 0 0,1 1 0 16,1 0 0-16,0 0-1 0,-1 0-1 0,-1 1 1 15,-1 0 0-15,2 0-1 0,-1 0 0 0,1 1 2 16,-2 0-1-16,2-1-2 0,-2 0 1 0,0 0-1 16,1 2-1-16,-1 0-1 0,0-3 0 15,2 2 1-15,-2 1 0 0,1-2-2 0,-1 2-1 16,0-3-9-16,0 3-20 0,0-2-48 0,-1 2-76 0,-1 2-133 15,-1 1-236-15,0-1-303 0,0 2-353 16,-3 0-326-16,1 0-88 16,-2 2 520-16,-1 2 681 0</inkml:trace>
  <inkml:trace contextRef="#ctx0" brushRef="#br3" timeOffset="-132521.43">25869 13391 93 0,'4'-1'351'0,"-4"0"187"16,0-1 168-16,0 1-73 0,0-1-111 0,-2-1-66 16,0 2-18-1,2-2-5-15,-1-1-24 0,-2 2-49 0,1-1-51 16,-1 0-20-16,1 2-14 0,1-1-10 0,-1 0-21 16,-1 1-19-16,0 1-28 0,0 0-42 0,0 0-41 15,-2 1-37-15,2 3-21 0,-4-2-19 0,1 4-9 16,1 2-6-16,1 1-8 0,-1 3-6 15,2 3 0-15,-1 6 0 0,4 3-1 0,0 4 2 0,4 4 0 16,-1 5 3-16,3 3 5 0,5 9 5 0,0 3-1 16,4 7 0-16,0 5 0 0,6 5-2 15,-2 5-5-15,3 2-5 0,3 2-2 0,0-1 0 16,3-2-1-16,2-5 1 0,1-2-3 0,4-9 0 16,-1-3-1-16,0-8-1 0,1-6-2 0,-4-9 0 31,3-6-2-31,-3-5 1 0,-2-4-4 0,-1-7 1 15,-3-2-1-15,-2-3-5 0,-5-5-8 0,1 1-15 16,-6-2-35-16,-2 0-65 0,-3 0-64 0,-5 0-129 16,-3 0-204-16,-3 2-302 0,-5-2-292 0,2 0-222 15,-4 0-82-15,1 0 436 0,-4-2 573 16</inkml:trace>
  <inkml:trace contextRef="#ctx0" brushRef="#br3" timeOffset="-130888.1">26611 13722 179 0,'2'-6'403'0,"-2"4"197"0,0-5 141 0,0 2-136 0,-2 0-93 16,0 1-37-16,2 0-15 16,-1-1-31-16,-1 2-46 0,1-1-41 0,-1 0-19 15,-1 3-14-15,1 0-24 0,-4-1-23 0,5 1-25 16,-6-1-34-16,2 2-46 0,-1 0-44 0,0 2-33 16,-4-1-21-16,2 2-12 0,-1 0-8 0,0 2-6 15,-3-1-5-15,4 2-5 0,-1 0-5 0,-2 0-6 16,1 1-3-16,1 0-1 0,-2 4-3 0,1-4-1 15,2 2-1-15,1 0 1 0,0 0-1 0,-1 0-3 16,3 3 0-16,1 0-1 0,-1-2 1 16,2 2-2-16,2 0-1 0,4-1 1 0,3-1-1 0,0 0 0 15,4 1-1-15,4 0 3 0,0-1-2 16,5 1 0-16,0-1 2 0,5-1-2 0,-1 0-1 16,3 0 1-1,-2 0 1-15,-1 2 1 0,2-2 0 16,-1 1 1-16,-3-1 2 0,-1 1-2 0,1 2 0 15,-7 1 1-15,3-1 0 0,-4 1 2 0,-2 1 2 16,-1 1-1-16,-6 0 0 0,1 0 0 0,-1 0-1 16,-4 1-1-16,-2-1-1 0,-1-1 2 0,-1 3 0 15,-2-3 0-15,0-2 0 0,-4 0-1 0,-1 0-2 16,2-4 1-16,-4 0 0 0,2 1-1 0,-3-3 1 16,1-2 0-16,0-1 0 0,1-2-2 15,1 1-1-15,0-4-1 0,1 1-1 0,2-1-1 0,2-1 0 16,1 1 1-16,-1-2 0 0,3 2-1 15,1-4-3-15,1 2-3 0,2 0-10 0,1-1-34 16,1-1-58-16,0 0-54 0,3 1-55 0,-1-2-97 16,0 1-133-16,1 0-138 0,1 0-216 0,-1 0-223 15,2 2-183-15,0 1 59 0,-2-4 361 0,3 4 398 16</inkml:trace>
  <inkml:trace contextRef="#ctx0" brushRef="#br3" timeOffset="-129955.06">26968 13861 179 0,'0'-12'513'0,"0"2"303"16,-1 1 204-16,-4 1-132 0,4 2-223 0,-3 2-153 15,0 1-108-15,0 0-55 0,0 3-39 0,-1 0-27 16,2 3-27-16,-3 0-28 0,-1 3-28 0,2 0-41 16,1 1-43-16,-1 2-38 0,1 2-30 15,0 2-16-15,-1 0-7 0,4 1-7 0,1 3-2 16,1 1-4-16,4 3-3 0,-1 0 1 0,5 2-4 16,-1 2-1-16,4 3-1 0,1-1 1 0,1 0-1 15,3 2-2 1,1-4 0-16,-1 0-2 0,4-5 0 15,-4-1-2-15,4-3-1 0,-3-4 0 0,0-4 1 16,-1-2 0-16,-1-6 1 0,2-6 0 0,-5 0 2 16,0-8 0-16,-1-6 2 0,-4-1 0 0,-1-6-1 15,-2-6 0-15,-2 0 0 0,-3-3-2 0,-1-3 1 16,-3 0-1-16,-2-1 0 0,-1-1 0 16,-5 2 1-16,1-1 3 0,-5 2 1 0,-2 1-1 15,2 2 1-15,-5 1 1 0,5 2 6 0,-3 5 6 16,5 4 6-16,0 4 5 0,3 4 3 0,0 0-1 15,3 6-6-15,3 0-9 0,0 3-7 0,4 3-5 16,1 2-4-16,1 2-1 0,6 4 0 0,-1 2 0 16,3 4 0-16,1 2 0 0,3 2 0 15,-1 2 0-15,-1 1-1 0,5 2 2 0,-2 2 0 0,0 0 1 16,-1 3 0-16,2 1 2 0,-1 1-1 16,-3 0 0-16,3 2 1 15,-5-1-1-15,3 2 1 0,-3-5-3 16,-1-2 3-16,0-2-3 0,-2-2 0 15,0-2-1-15,-1-2 0 0,-2-4 0 0,1-4-3 16,-3-1 0-16,1 0 3 0,-1-6-1 0,-1 0 0 16,0-6 1-16,2-5 0 0,-2 0 0 0,2-6 0 15,-1 0 0-15,2-3-2 0,2 0 2 0,-4-1-1 16,4 3 2-16,0 3-1 0,1 2 1 16,-1 2 0-16,4 4 2 0,-1 2-1 0,2 4-1 15,0 4 2-15,2 3-1 0,-1 4 0 0,2 5-1 16,-2 3 0-16,2 3 1 0,1 3 1 0,-1 2-1 15,0-1-1-15,0 1 0 0,4-1-1 0,-4-1 0 16,4-3-1-16,0-3-2 0,-3-3 2 0,2-4-2 16,-2-4-2-16,-2-7-5 0,0-2-5 15,2-6-4-15,-5-7 0 0,-1-2 0 0,1-2-1 0,-4-5 6 32,2-2 3-32,-6 1 7 0,3-3 0 0,-4 2 1 0,0 2 7 0,0-1-2 0,-4 1 0 15,0 5-1-15,0 1 3 0,-1 4 1 0,-2 1-1 31,1 1 1-31,-1 5-1 0,-1 1 1 0,2 3-2 16,-3 3 2-16,0 1-3 0,1 2 2 0,4 4-2 16,-4 3 2-16,3-1-1 0,4 6-1 0,-3 1 0 15,4 1-1-15,2 2 1 0,1 0-1 0,0 4 2 16,2-1-1-16,4 4-1 0,-2-2-1 0,3 1 0 16,0 1-2-16,0-2-19 0,0 0-65 0,2-4-63 15,-2 1-98-15,1-6-161 0,-1-3-276 16,0-4-316-16,1-3-237 0,0-4-160 0,-1-2 194 15,-2-6 542-15</inkml:trace>
  <inkml:trace contextRef="#ctx0" brushRef="#br3" timeOffset="-129536.83">27701 13727 259 0,'0'-7'597'0,"-4"1"259"16,4 0 94-16,0 3-219 0,0 0-177 15,4 3-137-15,-2 0-94 0,2 1-48 0,-1 3-26 16,2-2-49-16,-1 5-52 0,3-1-44 0,-1 3-24 16,3 0-19-16,-1 1-18 0,2 2-12 0,1 2 11 15,-2-1 6-15,1 0-1 0,1 3 2 0,0-3-3 16,-1 1-1-16,0-1-20 0,2-1-11 16,-4-3-5-16,1-1-9 0,-3-4 1 0,2-1-2 15,-3-4 1-15,0-2-1 0,-1-3-4 0,0-5 2 0,-1-1 1 16,-3-3-1-16,1-1-1 0,-1-2-1 15,0-3 3-15,2 1-1 0,0-1 6 0,-2 0-1 16,1 0 6-16,1 0-1 0,-1 3 0 0,3-1 2 16,-1 2-7-1,0 0 3-15,0 4-1 0,2 1 6 0,-2 4 2 0,2 0 39 0,-2 2 28 0,2 3 16 16,0 3 2-16,-1 0 0 0,4 0-6 16,-3 4-33-16,-1 1-24 0,5 1-15 0,-5 0-9 0,4 0-7 31,-2 1-2-31,1 2-24 0,-2 0-60 15,1 0-54-15,0 0-116 0,0 0-173 0,-2 0-307 16,0-1-297-16,4-2-220 0,0-1-119 0,2-1 338 16,-1-1 536-16</inkml:trace>
  <inkml:trace contextRef="#ctx0" brushRef="#br3" timeOffset="-128688.64">28153 13647 211 0,'-2'-6'544'15,"-1"4"274"-15,1-4 153 0,-1 3-174 0,1-1-210 16,1 0-131-16,1 3-101 0,-2 0-67 16,1-3-57-16,1 4-56 15,0-1-57-15,0 1-37 0,3-1 5 0,-2 1 23 0,4 1 35 0,3-1 26 16,3 3 8-16,0 0 9 0,1 3-24 0,1 0-34 16,2 2-37-16,0 3-28 0,0 1-17 0,0-1-18 31,-2 1-10-31,1 2-6 0,1-1-2 0,-2 0-4 15,-1 3 2-15,-1-3-3 0,-3 1-1 0,3-1-2 16,-5-1 0-16,1-1-1 0,-2-3 1 0,-2-1 6 16,1-3 7-16,-4-1 1 0,0-1 4 0,-1-4-1 15,-4-2-1-15,1-2-10 0,-3-4-5 16,1-4-2-16,1 0-3 0,-3-4 1 0,5 2 1 16,-2-3 1-16,2 1 2 0,1 2-3 0,-1 0 2 15,3 1-4-15,-1 0-1 0,2 1 0 0,-1 3-1 16,3 1 0-16,2 3 1 0,2 0 2 0,0 5-1 15,1 0 1-15,0 2-1 0,5 2 0 0,0 0 1 16,-1 3 2-16,2 1-1 0,1 0 0 0,0-1-1 16,0-1 0-16,2-1 0 0,-1 0-4 0,0-3 2 15,0-2-2-15,-1-2 1 0,-2 0 2 0,3-2 0 16,-5-3 1-16,1-3-1 0,0 0 4 0,-3-3-3 16,0 0 1-1,-1-2-1-15,-1 1 1 0,-2 0 1 0,-2-2-1 0,-2 4 2 0,-1-1 0 31,-1 1-1-31,-2 4 2 0,-1 1-2 0,-2 3 0 16,-1 4 0-16,-2 2-1 0,0 2-1 0,-3 5-2 16,2 5 2-16,-2 3-1 0,3 3 0 0,-3 3 0 15,3 2 2-15,1 2 0 0,2-1-1 0,2 2 0 16,1-4 0-16,3 2 2 0,1 1-1 16,2-5 0-16,5 1 2 0,-3-1-1 0,3 0-1 0,1-4-1 15,4-1-2-15,-2-2-2 0,3-1-25 16,-1-5-59-16,2 1-61 0,-3-2-91 0,0-4-161 0,2-1-277 15,-2-2-305-15,2-1-233 0,-3 0-181 16,0-3 171-16,1 0 556 0</inkml:trace>
  <inkml:trace contextRef="#ctx0" brushRef="#br3" timeOffset="-127922.95">28919 13566 259 0,'-1'-9'651'0,"-1"-1"286"0,1 2 101 0,-1-3-194 15,0-1-257-15,1-2-169 16,1-2-107-16,0 0-42 0,0-2-24 0,0-1-17 16,0 0-20-16,0-2-11 0,1 3-8 15,-1 2-11-15,0 1-19 0,2 3-27 0,-2 2-26 0,2 3-23 16,-2 1-21-16,1 3-15 0,1 3-15 0,-1 3-7 16,3 3-10-16,1 5-5 0,-1 2-3 0,4 2-3 15,-2 3-2-15,2 1-2 0,0 4 0 0,5-2 0 31,-4 2 1-31,4-3-2 0,-2 2 2 0,0-3-1 16,1-2 1-16,-3-2 0 0,0-2 0 16,0-4 1-16,-2-3-1 0,-2-1 1 0,-1-5 0 15,0-1 1-15,-3-5-2 0,-1-2 1 0,0-3-2 16,-1-2 2-16,-3-4 5 0,3-1 4 0,-2-1 3 16,-1-2 3-16,1-1 1 0,-2 1-1 0,1-1-7 15,1 1-5-15,0 2-3 0,3 2-1 0,-4 1-1 16,4-1-3-16,0 4 0 15,2 2-13-15,0-1-49 0,1 3-71 0,0 3-95 0,1-1-170 0,1 2-301 16,2 2-328-16,-3 1-285 0,6 1-159 16,2 2 219-16,1 1 627 0</inkml:trace>
  <inkml:trace contextRef="#ctx0" brushRef="#br3" timeOffset="-126739.89">29225 14260 256 0,'4'0'474'0,"3"2"176"0,0 0 133 0,1-1-212 16,-1-1-128 0,2 1-44-16,1-1-12 0,-1-1 1 0,-1-2-38 0,3-1-54 15,-1-2-51-15,-2-5-47 0,0 2-39 16,1-7-23-16,-3 2-4 0,2-5 11 15,0-3 11-15,-2 1 8 0,-1-1 3 0,-2-1-11 0,1 2-20 16,-3 0-22-16,-1 2-24 0,-1 1-20 0,-3 1-12 16,1 4-9-16,-2 1-7 0,-1 2-6 0,-2 2-6 15,0 1-6-15,-1 5-7 0,-4 0-6 0,0 2-3 16,0 3-3-16,0 1-2 0,-1 6 0 0,-1 0-1 16,2 4 1-16,-1 2 1 15,1 2-2-15,3 3 1 16,2 3 0-16,1 0-1 0,2 3-2 0,2-2-1 0,3 3 2 0,2 0-1 0,3 1-1 31,0-3 1-31,3 3 1 0,1-2 0 0,4-1-1 16,-2-1 2-16,3-2 0 0,-1-3 1 0,2-1-2 15,0-3-2-15,-1-4-9 0,-2-2-40 0,4-3-62 0,-3-1-58 16,0-4-70-16,-1-3-121 0,-2-4-166 16,-1 1-253-16,0-8-215 0,0 1-205 0,-1-2-73 15,-2-3 302-15,2 0 466 0</inkml:trace>
  <inkml:trace contextRef="#ctx0" brushRef="#br3" timeOffset="-125672.24">29625 13969 52 0,'-2'-13'535'16,"-1"4"438"-16,-4 1 223 0,1-1-51 16,-2 3-378-16,4 2-262 0,-3 0-150 15,1 3-88-15,0 2-56 0,-1 5-17 16,3 2-12-16,-1 3-21 0,0 2-31 0,2 5-20 0,-3 1-14 15,4 6-29-15,1 3-19 0,1 0-20 16,3 6-11-16,-2-1-9 0,7 1-3 0,-2 2-4 16,2-1-2-16,5-2 1 0,-4-1 0 15,4-1 1-15,1-5 0 0,-1-3-1 0,-1-3 2 0,1-5-2 16,-2-3-1-16,2-5-2 16,-4-3 0-16,0-5 3 0,-2-4-2 0,-1-5 4 0,-2-5 1 0,-1-4 2 15,-2-6 1-15,1-1 0 0,-2-6-2 16,-2-1-3-16,1-2 0 0,-1-2-1 0,-1 1 0 15,0 3-2-15,0 2 4 0,-3 4 6 0,3 3 10 16,-1 5 10-16,1 3 7 0,1 2 1 0,-1 6 2 16,2 2-7-16,-1 2-10 0,2 6-8 15,0 4-7-15,2 3-3 0,-1 5-2 0,2 3-1 0,2 3 0 16,3 4 0-16,1 2-1 0,-1 4 1 16,4 2-2-16,0 2 0 0,1 2-2 0,2 1 2 0,0 1 0 15,2-1 0-15,-1 1 2 0,1-1 0 31,-1-1 2-31,2-4 0 0,-2-2 0 0,-1-4-2 0,-2-3 0 16,-1-3-1-16,0-7 0 0,-4-3-2 16,1-5 1-16,-4-5-1 0,0-5 3 0,-4-5 0 15,1-7 0-15,-4-5 2 0,1-4 2 0,-4-5-2 16,0-4 0-16,-3-3-2 0,-1-4 0 0,-1-3 1 16,-2-2-1-16,-1 1 0 0,2-1 0 0,-3 1 2 15,2 4 0-15,2 2-3 0,2 8 1 16,0 3 0-16,1 5 0 0,2 5-1 15,1 4 2-15,1 2-1 0,0 5 0 0,3 0 0 0,3 4 0 16,-2 2 1-16,3 5-1 0,2 3 0 0,2 0 1 16,-2 5 1-16,4 2-2 0,0 2 1 0,0 3-1 15,0 2 1-15,4 2-2 0,-5 0-1 16,5 3 1-16,-3-1-2 0,2 0 3 0,0-2-1 0,-2 0 1 16,0-5 1-16,-2-2 1 0,-1-3 0 15,0-5-1-15,2-2-1 0,-6-8 1 0,1-5-1 0,-2-4 0 31,1-5 0-31,-1-5 0 0,-2-2 2 16,-1-2-2-16,0-3 2 0,0-1-2 0,-1 1 1 16,-1-1-1-16,1 5 0 0,1 3 1 0,-4 1 0 15,4 6 2-15,-1 3-2 0,1 4 1 0,-2 4-1 16,2 4 0-16,2 4-2 0,-2 4 3 16,1 2-2-16,3 5 0 0,0 2 1 0,1 1-1 15,1 3 1-15,-1 0-3 0,1 0 0 0,1 1-1 0,-1-1 1 16,3 1-4-16,-1-3-25 0,-1-3-60 15,-1 2-58-15,3-4-93 0,-4-2-165 0,2-2-269 0,1-2-302 16,-1-4-244-16,0-2-182 0,-1-5 157 0,1-2 558 16</inkml:trace>
  <inkml:trace contextRef="#ctx0" brushRef="#br3" timeOffset="-125088.77">30191 13802 256 0,'-3'0'702'0,"-2"0"340"0,2 7 101 16,-1 0-238-16,3 1-277 0,-3 4-214 0,4-1-127 0,0 6-75 15,4 0-45-15,-3 2-39 0,3 1-35 0,-1-1-23 16,2 1-24-16,1 1-16 0,2-4-17 0,0 2-7 16,-2-4 1-16,4-2 1 0,-1-4-3 0,-1-1-4 15,1-5 2-15,1-5-4 0,-2-2 2 0,-2-4-7 16,1-2 1-16,-3-3 0 0,4-6-1 15,-5 0 4-15,0-4-7 0,-1 2 4 0,-1-2 0 16,1 3 5-16,-2-1-4 0,0 4-2 0,0-1 7 0,0 3-1 16,0 5 2-16,0 1-5 0,0 1 5 0,0 6 0 15,2-2-1-15,-1 5 2 0,1 2-2 0,0 1 3 16,1 2-2-16,0 1 1 0,3 1-1 0,-3-1 0 16,2 2-2-16,1 0 3 0,1 0-2 15,-1 0-4 1,0-2 0-16,1 0-15 0,-3-2-19 0,3-3-20 0,-1 0-18 15,-3-4-41-15,0 0-66 0,-1-4-63 16,-1-3-65-16,-1-1-68 0,2-3-52 0,0-1-10 16,-2-2 28-16,-2-3 64 0,0 0 63 0,-1-3 52 15,0-2 30-15,0-5 10 0,-5-2-1 16,2-5 11-16,-2-2 36 0,-3-4 89 0,1-1 110 16,1-3 140-16,-4 1 164 0,5 1 161 0,-1 5 83 0,1 3-21 15,-1 5-61-15,4 5-90 0,-2 5-103 0,2 6-91 16,4 4-65-16,1 7-35 0,0 4-7 0,1 6 4 15,4 3 10-15,0 4 9 0,2 4 0 0,3 4-15 16,1 3-25-16,1 2-11 0,3 3-16 0,0 3-22 16,4 0-14-16,-1 3-7 0,0 3-5 15,2 1-16-15,-2 4-7 0,1-2-4 0,0 1-2 0,-3 0-1 16,-1-2-1-16,0-3-5 0,-4-1-46 0,1-7-59 16,-4-2-79-16,-1-8-157 0,-1 1-263 0,-5-6-317 15,2-4-277-15,-3-3-203 0,0-3 91 0,-3-4 575 31</inkml:trace>
  <inkml:trace contextRef="#ctx0" brushRef="#br3" timeOffset="-124855.67">30300 13639 353 0,'4'-9'934'16,"1"0"328"-16,0 2 17 0,3-1-172 0,0 0-393 15,1 1-243-15,-1 0-133 0,5 0-76 0,-5 2-66 16,3-1-75-16,0 4-52 0,-2-3-30 0,3 3-18 16,-2 0-8-16,3 0-6 0,0 2-3 0,-2 0-18 15,0 2-65-15,1 1-69 0,-4-2-135 0,2 4-243 16,-1 0-308-16,-2-1-341 0,1 2-239 0,0-1-42 16,-1 0 520-1</inkml:trace>
  <inkml:trace contextRef="#ctx0" brushRef="#br3" timeOffset="-124706.47">30626 13650 315 0,'6'9'834'15,"-2"0"336"1,3 0 9-16,-2 1-280 0,0 2-323 0,4 3-258 16,-5-2-144-16,3 1-75 0,-1 1-38 0,-1 0-25 15,1 3-22-15,-1-5-19 0,-2-1-68 0,-1-1-149 16,-1 0-228-16,-1-2-276 0,-1-2-264 0,1-1-213 15,0 0 81-15,-2-6 451 0</inkml:trace>
  <inkml:trace contextRef="#ctx0" brushRef="#br3" timeOffset="-124522.02">30568 13439 30 0,'-6'-17'585'0,"2"0"518"0,-1 5 200 15,0 2-115-15,2 2-353 0,-1 2-375 0,4 3-205 16,-1 2-118-16,1 4-59 0,1 0-37 16,-1 3-22-16,5 3-26 0,-1 0-32 0,-1 1-115 15,2 4-202-15,-1-2-284 0,2 0-278 0,1 1-259 0,1-1-143 16,0 2 350-16,3 1 540 0</inkml:trace>
  <inkml:trace contextRef="#ctx0" brushRef="#br3" timeOffset="-123688.77">30877 13639 230 0,'-9'2'392'15,"0"4"140"-15,1 1 30 0,2 1-160 0,-3-1-86 0,2 1-20 16,-1-1 14-16,4 4 29 0,-2-1 25 0,1 1-5 16,2 2-28-16,3 1-40 0,0-1-44 0,3 3-39 15,0 1-47-15,5-2-37 0,1 3-31 0,2-1-23 16,2-1-20-16,1-1-14 0,3 0-11 0,0-1-10 16,0-5-4-16,0-2-4 0,1-2-4 0,0-3-1 15,-2-3-2-15,2-4 1 0,-2-2 0 0,-2-3-1 31,-3-4 2-31,-1-2-2 0,-3-2 10 0,-1-2 18 16,-2-1 14-16,-3 0 36 0,-1 0 18 0,-3 2 12 16,0-1-1-16,-5 2-10 0,0 3-16 0,2 0-29 15,-4 3-18-15,-1 2-17 0,3 1-7 0,-1 3-7 16,0 1-3-16,1 0 1 0,1 5-3 0,1 0 1 16,-1 2-4-16,1 3 0 0,3-1 1 0,2 3-6 15,-3 1-11-15,4 1-35 0,0 2-34 0,2-1-34 16,0 2-65-16,1 0-97 0,-2-4-123 0,1 1-132 0,2 1-257 15,0 1-233-15,0-1-102 0,1 2 161 16,0-3 358-16</inkml:trace>
  <inkml:trace contextRef="#ctx0" brushRef="#br3" timeOffset="-123189.43">31212 13852 143 0,'8'-16'579'0,"-3"-1"362"15,-1-3 173-15,0 1-117 0,1-2-317 0,2-1-226 16,-2-1-137-16,3-1-70 0,-2 0-32 16,1-1-27-16,2 2-23 0,-1 1-24 0,0 3-17 0,-2-1-25 15,3 3-34-15,-2 2-21 0,-1 4-22 0,1 3-5 16,-1 0-7-16,0 5 0 0,1 3-4 0,-1 3 4 15,2 3-2-15,1 4 0 0,1-1-2 16,-1 7-5-16,4-2 4 0,-2 5-3 0,0-2 0 0,5 0 0 16,-2 1 1-16,0-1 0 0,2-2-5 0,-2-3-3 15,1-2 5-15,-1-2-5 0,-3-3 5 0,1-3-1 16,0-4 5-16,-3-2 2 0,-1-3-5 0,1-5 4 16,-2-4-6-16,-2 0 6 0,-1-4-1 0,0-2-4 31,0-3 4-31,-1 1 2 0,-1-2 0 0,-1 1-7 15,1 2 2-15,0 2 1 0,-1 2 1 0,-1 4-4 16,2 2 2-16,-1 5 1 0,1 3-1 0,0 2 3 16,3 3-4-16,-2 3 2 0,4 3 1 0,0 3 2 15,1 2-5-15,0 0-1 0,2 3 1 0,0 0 0 16,1-1 0-16,2 2-6 0,-2-1 5 0,1-1 1 16,3-1-2-16,-2 2-2 0,-1-3-2 0,1 1-28 15,1 1-38-15,-1-1-43 0,-1-2-49 0,-1-1-101 16,-1 0-150-16,1-1-213 0,-3-4-251 0,-2 0-230 15,1 0-124-15,2-6 215 0,-5-1 440 0</inkml:trace>
  <inkml:trace contextRef="#ctx0" brushRef="#br3" timeOffset="-122756.68">31444 12070 79 0,'5'-4'481'0,"2"0"365"0,-1 1 228 15,0 3-19-15,0 3-329 0,4 1-215 0,-1 3-113 0,3 3-57 16,-1-2-10-16,3 6-34 0,-1-3-29 0,4 6-28 0,-1 2-40 16,3 1-43-16,-2 4-42 0,5 2-29 0,2 4-22 15,-1 5-10-15,4 3-3 0,-1 3-7 16,2 8-8-16,2 2-7 0,2 5-3 0,0 3-6 0,4 1-9 16,-3 4-2-16,3 3-7 0,1 2-2 0,-2 2 4 15,0 4 5 1,-1 2 2-16,0 2 3 0,-4 1 5 15,-3 3 0-15,-1 0-4 0,-1-2-1 0,-1-2-1 16,-5-1-11-16,2-2 0 0,-2 1 1 0,-2-5-3 16,0 0-4-16,-1-5-8 0,0 0-8 0,-3-6-26 15,1-6-67-15,-6-3-71 0,-2-7-110 0,-2-8-171 16,-1-4-300-16,-5-8-327 0,-1-5-241 0,-2-4-139 16,0-8 280-16,-1-2 598 0</inkml:trace>
  <inkml:trace contextRef="#ctx0" brushRef="#br3" timeOffset="18640.82">21003 12394 201 0,'0'2'369'0,"0"-2"144"15,0 0 38-15,-2 1-151 0,2-1-109 16,0 1-38-16,-1-1-5 0,1 2 18 0,0 0 21 16,0 1 15-16,0-2 2 0,1 1-5 15,-1-1-11-15,0 2-28 0,0-1-24 0,0-1-31 16,0 0-22-16,0 1-12 0,2 0 14 0,-2 0 18 15,0 0 11 1,1 1-6-16,-1 1-14 0,0-2-26 0,0 4-40 0,0-4-35 0,0 4-31 0,0 0-16 31,0 0-9-31,0 3-7 0,0 0-1 0,2 1-3 16,-2 2-1-16,2 3-3 0,-2-2-2 16,0 1-1-16,1 3-3 0,-1-3-2 0,0 3-2 15,0 0-1-15,0-2-2 0,0 0-2 0,0-2-1 16,0 2 0-16,0-6-1 0,0 2-1 0,0-2-1 15,0 0-1-15,0-3 0 0,0 1-2 0,0-2 0 16,-1-1-2-16,1-1 2 0,0 2-1 16,0-3 1-16,0 0-1 0,-2 1-1 0,2-1-6 0,-2-2-14 15,2 4-30-15,0-2-62 0,-1-1-58 16,-1 1-72-16,2-2-124 0,-1 0-154 0,-3 0-205 0,1-2-230 16,2 1-213-16,-1-2-109 0,-1 0 254 15,2-2 438-15</inkml:trace>
  <inkml:trace contextRef="#ctx0" brushRef="#br3" timeOffset="19260.2">20918 12495 71 0,'0'-2'306'16,"0"0"168"-16,0 1 148 0,-2 1-75 15,2-1-149-15,0-1-65 16,0 1-26-16,0-1-7 0,0 2-5 0,2-3-9 0,-2 2-16 0,1-1-15 0,-1-1-16 31,2-1-19-31,-1-1-25 0,1-1-21 16,0 0-24-16,0 0-28 0,0-1-14 0,1-1-2 16,0-1 18-16,1 1 21 0,0 0 13 0,0-2 6 15,0 2-8-15,2-3-16 0,-1 2-28 0,2-2-28 16,-3 1-19-16,1 0-16 0,0-2-14 0,3 1-9 15,-2-1-4-15,0 2-5 0,1-1-5 16,-1 0-3-16,0 1-1 0,-1 3 0 0,0-1-4 16,-2 2 1-16,0 4 2 0,1-3 2 0,-1 4 6 15,-2-1 1-15,4 2 6 0,-4 2 0 0,1-1 1 16,-1 4-1-16,1 0-5 0,0 1-2 0,-2 0-5 16,0 3-1-1,1-2-4-15,-1 3 0 0,0-1-1 0,0-2-1 0,0 4 1 0,0-1-2 0,0-1 0 16,0 2 1-16,0-1-1 0,0 0-2 0,0 3 0 15,0-1 1-15,2 0-1 0,0 0-1 16,-2 0 1-16,0 1-2 0,1-2 0 0,-1 1-4 16,3-2-18-1,-3-1-58-15,2 0-63 0,-2-3-86 16,0 0-157-16,0-1-256 0,-2 0-312 0,2-4-253 16,0-1-185-16,-3-1 109 0,3-3 538 0</inkml:trace>
  <inkml:trace contextRef="#ctx0" brushRef="#br3" timeOffset="20808.88">20786 11805 147 0,'0'1'334'0,"0"2"150"15,-1 0 78-15,1-1-122 0,0 0-99 16,-2 0-42-16,2 0-6 0,0-2-4 16,0 1 3-16,0 0-2 0,2-1-17 0,-2 0-23 15,0 2-22-15,1-2-23 0,-1 0-25 0,0 0-25 16,2 0-25-16,-2 0-22 0,0 0-21 0,0-2-17 15,0 2-14-15,-2 0-10 0,2-1-5 16,0 1-2-16,0-1-2 0,0-1 4 0,0 0 4 16,2 0 9-16,-1-1 18 0,3 0 22 0,-3 0 27 0,3-1 15 15,-3 0 10-15,2 0 1 0,2 0-12 16,-2-1-20-16,0-1-23 0,0 0-17 0,0 0-16 16,1-2-13-16,-1 1-8 15,0-1-5-15,3-1-3 0,-3-2-2 0,2 3-1 0,-2-1 1 0,2-2 0 16,-2 0-1-16,1 1-1 0,0 1-3 0,1 0-1 15,-1-1-3-15,0 3-2 0,-1-3 0 16,0 1-1 0,2 1-2-16,-2-1 1 0,0 2-3 0,2 0 0 15,-2 1-3-15,0-1-1 0,0 2 0 16,1-1-2-16,-1 0 1 0,0 1 0 0,0 1 0 0,0-1 0 16,1 1 0-16,-2 0 0 0,2 0-1 15,-3 2 0-15,1-3 0 0,-1 5-1 0,3-2 1 16,-4 0-2-16,1 2 0 0,-1-1 1 0,2 1 0 15,-1-1 0-15,-1 1 1 0,0 0 0 0,0 0 0 16,0 0 0-16,0 0 0 0,2 1 0 16,-2-1 0-16,2 1 0 0,-2-1 0 0,0 2 0 0,1-2 0 0,-1 2 0 15,0-2 0-15,0 0-1 16,0 2 1-16,0 1 0 0,0-3 0 0,0 2 0 16,0-1-1-16,0 2 1 0,0-3-1 0,0 4-2 15,0-2 1-15,0 0-1 0,0 1-1 0,0 0 0 31,0-1 0-31,0 1 0 0,0 0 0 0,0 0 0 0,0 0 0 0,0 0 0 16,0 0 0-16,0 1-1 16,0-1 1-16,0 0-1 0,0 2 1 0,-1-2 0 15,1 1-1-15,0 0 2 0,0 0-1 16,0 1 0-16,0-2 0 0,0 4 0 0,0-3 0 16,0 2-1-16,0 1 1 0,0-1-1 0,0-1 1 15,0 2-1-15,0 1 1 0,0 1-1 0,0-1 1 16,0 3-2-16,0-1 2 0,0 2-1 0,0-2 1 15,0 2 1-15,0 0-1 0,0 1 0 16,0 0 1-16,0 1-1 0,0-1 0 0,0 0 0 16,0 0 0-16,0 2 0 0,0-1 0 0,0 0 0 15,0 1 1-15,0-2-1 0,0 1 0 0,0-1 0 16,0 0 0-16,0-2-1 0,0 1 1 0,-2-2-1 16,2 0 0-16,0 1 0 15,0-3 0-15,0-2 1 0,0 1-1 0,0-3 0 0,0 0 1 0,0-1-2 16,0 0 1-16,0-2-1 0,0 1 1 0,0-1 0 15,0-1 1-15,0 0-1 0,0 2 0 16,0-2 1 0,0 0-1-16,0 0 0 0,0 0 0 0,0 0-1 15,0 0 1-15,0 0-1 0,0 0 0 16,-2-2 0-16,2 2-1 0,0 0 2 0,0-1-1 16,0 1-1-16,-1-2 1 0,-1 2-1 0,2 0-2 15,0 0-5-15,-1 0-13 0,1 0-19 0,-2 0-42 16,0 0-77-16,-1 0-130 0,0 2-244 0,1-1-299 15,-2 1-361-15,-1 0-359 0,2-1-96 16,-2 1 538-16,0-1 725 0</inkml:trace>
  <inkml:trace contextRef="#ctx0" brushRef="#br3" timeOffset="69087.78">22774 12489 154 0,'-2'-2'331'0,"2"-1"144"0,0 2 57 0,-3-1-122 15,3 1-92-15,-1-2-40 16,1 1-5-16,-4 0 17 0,4 2 14 0,-1-1 5 16,1 0-5-16,0 1-7 0,-2 0-19 0,2-2-27 15,-2 2-31-15,2-1-30 0,0 1-39 0,-1 0-27 16,1 0-27-16,0 0-22 0,0 0-14 0,0 1-13 16,0 1-6-16,-2 0-9 0,2 3-12 0,0 0-5 15,-1 1-5-15,1 0-5 0,0 1-1 16,-2 2-3-16,2 0 3 0,-2 2-4 0,2 1 10 15,0 1 21-15,-1 2 11 0,-1 0 7 16,2 2 11-16,0-1 8 0,0 4-5 0,-1-2-18 0,1 2-10 16,0-3-5-16,0 1-9 0,0 1-6 0,0-5-7 15,0 3 4-15,0-6-3 0,0 2 0 0,0-2-5 16,0-2 3-16,0-1-4 0,0-2-5 0,0-1 1 31,0-1-1-31,0 0 0 0,-2-2-3 0,-1 0 2 16,3 0-6-16,-1-2-5 0,-1 0-37 15,1 0-29-15,-1-2-32 0,0 0-58 0,1 0-98 16,-3-3-121-16,1 0-118 0,2 1-224 0,-3-1-251 16,1-1-128-16,2-1 114 0,-1-1 323 0,-1 1 325 15</inkml:trace>
  <inkml:trace contextRef="#ctx0" brushRef="#br3" timeOffset="69703.53">22673 12499 8 0,'0'0'246'0,"-2"-2"145"0,0 0 140 15,1 0-11-15,-1 0-151 0,2 1-99 0,-1 0-46 0,-1-2-27 16,0 1-18-16,2-1-20 0,-1 2-12 0,-1-2-5 15,2-1-8-15,0 3 3 0,2-2 3 16,-2 0 11-16,1 2 0 0,1-2-9 0,0 0 7 16,-1 0 3-16,2-1-7 0,1 0-6 0,-3-3 5 15,4 5-3-15,-1-5-17 0,1-1-17 0,2 0-12 0,-3 0-16 32,1 0-14-32,2-1-16 0,-1 2-8 0,0-2-5 15,0 0 0-15,-1 2-8 0,2 1-6 16,0 2 0-16,-2-2-5 0,0 3-6 0,0 0-4 15,0 0 1-15,1 2 12 0,0 1 31 0,-1 1 19 16,-1 1 32-16,1 1 17 0,0-1 10 16,0 6-7-16,1-1-26 0,-1 1-19 0,-4 0-24 0,3 1-6 15,-1 1-5-15,0 1-4 0,0-1-3 16,-1 0 0-16,-1 2-4 0,4-1-13 0,-4 0-9 16,-1-2-2-16,2 1-3 0,-1-1-2 15,-1 0-3-15,0-1 1 0,0 0 0 0,0-1-1 0,0 2-1 16,0-3-3-16,0 2-13 0,-1-1-51 0,-1 0-51 15,2-1-74-15,-1 0-133 0,-4 0-197 16,2-3-303-16,2 1-239 0,-3 1-212 0,1-4-4 16,2 1 423-16,-3-2 474 0</inkml:trace>
  <inkml:trace contextRef="#ctx0" brushRef="#br3" timeOffset="72016.41">22028 11568 103 0,'0'0'228'0,"1"0"74"0,-1 0-5 15,0-2-34-15,3 2-35 0,-3 0-19 16,0-1-20 0,2 0-8-16,-2-1-10 0,0 2-7 15,0-2-1-15,-2 1 10 0,2 0 21 0,0-1 26 0,-1 0 31 16,-1 1 22-16,2 1 5 0,0 0-7 16,0-2-10-16,-1 2-26 0,-1 0-29 0,0-1-29 15,1-1-23-15,-1 1-23 0,1-1-26 16,-3 2-20-16,3-1-18 0,-3 0-8 0,3-1-7 15,-2 2-4-15,-2 0-1 0,4 0 0 0,-2 0 5 16,-1 0-2-16,1 0-11 0,-2 0-2 0,2 2-8 16,-2-1-6-16,-1 0 4 0,3 2 7 0,-2-1 11 15,0 1 6-15,1 0 6 0,0 1-1 0,-2 1-7 16,0 1-11-16,1-1-11 0,0 0-11 0,1 1-3 16,0 2 10-16,0-2 9 0,0 1 8 0,0 1 4 15,-1-1 1-15,4 1 0 0,-4 0-8 16,2-1-14-16,-2 2-10 15,1-2-3-15,1 2-1 0,2 1-2 0,-4-4-2 0,2 4 3 0,2-1 2 16,-1-1-1-16,0-1-2 0,2 0-1 0,0 2-2 31,0-1 2-31,2-2-4 0,0 5 3 0,1-3 0 16,0 1 4-16,1 2 0 0,1-1-3 16,0 1 2-16,0-1 0 0,1 1-1 0,3-2-2 0,-1 1-3 15,0 1 3-15,2-4-2 0,2 0-3 16,0 1-1-16,-3-2 3 0,4 0-2 0,0-1-1 15,-3 0 2-15,2-4 0 0,-3 0 0 0,3-1-2 16,-2-1 0-16,1 0 1 0,0-4-2 0,-3 1 0 16,2-2 1-16,-1 2 1 0,-1-3 3 0,0-1 0 15,-2 0 0-15,2-3 0 0,-2-1 1 0,-1 3 0 16,-2-3-3-16,2 0-2 0,-1-2-1 0,-3 3 1 16,2-5 0-16,-3 5-1 0,3-3 9 15,-3 0 9-15,-3 2 2 0,3-1 4 0,-3 1 0 16,2-3 1-16,-3 6-6 0,-1-3-5 0,1 1-2 15,0 1-4-15,0-1 1 0,-4 0 1 0,2 2 0 16,-1 2-1-16,1 0 5 0,-1-1 0 0,-2 3 0 31,1 0-5-31,0 0 1 0,2 1-1 0,-3 1-3 16,1 2 2-16,-1-1-1 0,0 0-1 0,1 2 0 16,0 2-1-16,2 0-2 0,-3-1-1 0,1 2-2 15,1 1 1-15,-1-1 1 0,1 3-1 16,0-1 1-16,2 1 0 0,1-2 2 0,-1 2-2 0,0-1-2 15,1 1 1-15,0-1-1 0,1 1-1 16,2-1-1-16,1 0 0 0,-2-2 0 0,2 1 1 16,2 1-1-16,-1-1 0 0,1 0-5 0,1 1-28 15,0 1-55-15,3-1-59 0,-1-1-74 0,0 0-137 16,1 2-198-16,-1-1-287 0,3 1-231 0,0 0-202 16,0 0 3-16,0 2 412 0,2-1 477 15</inkml:trace>
  <inkml:trace contextRef="#ctx0" brushRef="#br3" timeOffset="72267.04">22281 11887 27 0,'6'-1'430'0,"-6"-1"369"0,1 2 245 0,-1-1 51 16,2-1-342-16,-2 2-235 0,0-1-165 16,-2 1-100-16,2-2-63 0,0 2-62 0,0 0-46 15,0 0-34-15,0 0-21 0,0 0-14 0,0-2-9 16,0 2-6 0,2 0-22-16,-1 0-75 0,-2 0-138 0,-1 0-212 0,2 0-284 0,0 0-267 15,0 0-206-15,-1 0 100 0,1 0 430 0</inkml:trace>
  <inkml:trace contextRef="#ctx0" brushRef="#br3" timeOffset="73216.63">22488 11856 232 0,'0'-2'384'0,"0"1"143"16,0-1-7-16,0 1-124 0,0-1-93 0,0-1-37 16,0 2 1-16,0-2 13 0,1 1 11 15,1 0 4-15,-1-2-5 0,1 2-11 0,2-5-26 16,-2 3-26-16,1-4-25 0,0 1-34 16,-1-2-32-16,1 0-26 0,0-2-17 0,1-1-15 0,-1-1-7 15,0-1-8-15,5-2 6 0,-4-2 8 16,1-1 18-16,2 0 20 0,-2 0 16 0,4-1 11 0,-5 0-5 15,1 0-6-15,2 2-18 0,-2 1-21 16,-2 0-15-16,-2 4-13 0,4 3-6 0,-5 0-4 16,1 3-6-16,-1 0-5 0,0 4-8 0,0 0-6 15,0 1-8-15,-1 2-6 0,1 4-6 0,-3-2-5 16,1 6-1-16,1-3 0 0,-1 3-2 0,1 1-1 16,1 0 2-16,0 0 0 0,0-1-1 0,0 1-1 15,0-1 0-15,0 0 0 0,0 1 1 16,1 0-1-16,-1-1 0 15,0 1 1-15,2-1 2 0,-1 2 0 16,-1-3-2-16,2 2 1 0,-2-1 1 0,3 0-1 16,-3 0 1-16,0 0-1 0,1-1 0 15,-1 1-2-15,0-1-1 0,0 2 2 0,0-1-1 16,0 0 0-16,0-1 0 0,0 2 1 0,-1-2 0 16,1 2-2-16,0-2 1 0,-3 2-1 0,3-2 1 15,0 0-2-15,0 1-1 0,0-2 1 16,0 0-4-16,0-1-6 0,0-1-19 0,-2 0-40 0,2-1-58 15,0-1-55-15,0 0-76 0,0 2-137 16,0-4-163-16,0 0-255 0,0 0-222 0,0 0-201 16,0 0-13-16,0-4 377 0,5 2 450 0</inkml:trace>
  <inkml:trace contextRef="#ctx0" brushRef="#br3" timeOffset="73632.41">22768 11511 178 0,'0'-6'440'0,"0"-1"235"16,-2 3 191-16,0 1-143 15,2 1-143-15,-1 0-101 0,1 0-87 0,0 2-75 16,0 0-78-16,0 0-75 0,0 2-61 0,1 0-25 15,3 0-14-15,-4 3-1 0,3-3 0 0,0 5 1 16,1-3-1-16,1 2-12 0,0 0-3 0,1 1-1 16,2 2-1-16,1 1 3 0,1-1-2 15,-2 1-6-15,4 0-1 0,-2 1-10 0,0-1 8 16,2 1 8-16,-4 0 12 0,2-1 0 0,-1 2 5 0,-1-2 13 16,-2 3 9-16,1-1-2 0,-2 1-2 15,-1 1-2-15,-1-2-5 0,-3 1-17 0,0 2-20 16,-1 0-14-16,-4-1-9 15,2 1-5-15,0-1-4 0,-4 0-2 0,3-1-2 0,-3 0 0 0,0 0-3 32,-1-1 0-32,0-3-3 0,0 0-1 0,-2-2-3 15,2-1 0-15,0 0-36 0,0-1-46 16,-1-4-43-16,0 2-63 0,-1-6-115 0,-1 1-151 16,1-4-155-16,2-2-248 0,-2-1-226 0,2-3-100 15,0 0 206-15,0-3 391 0</inkml:trace>
  <inkml:trace contextRef="#ctx0" brushRef="#br3" timeOffset="73941.02">22717 11575 113 0,'1'-4'362'0,"-1"-1"197"0,0 1 173 16,2 1-85-16,-1 0-117 0,-1 0-75 0,0 0-40 0,4 0-28 0,-3 0-34 15,2 0-53-15,1-1-62 0,-1 0-50 0,2-1-40 32,2 1-31-32,0 1-23 0,-1 0-17 15,1-1-10-15,3 1-10 0,-2 0-9 0,0 0-11 16,5-1-12-16,-5 1-8 0,1-1-7 0,1 1-3 16,1-1-4-16,-2 1-1 0,-1 0 0 0,3 1-3 15,-3-1-2-15,0 2-2 0,0-1-5 0,0 2-20 16,-2 0-33-16,1 2-89 0,-6-1-140 0,3 4-222 15,-3-2-281-15,-1 3-252 0,2 0-168 0,-1 1 158 16,2 1 439-16</inkml:trace>
  <inkml:trace contextRef="#ctx0" brushRef="#br3" timeOffset="74650.01">23051 11494 205 0,'2'-5'484'0,"0"0"247"0,0 2 176 0,-2 0-144 16,0 0-149-1,0 1-115-15,0 1-83 0,0-1-74 0,0 1-72 16,0 0-68-16,0 1-41 0,0 1-11 0,0 0 4 16,0 4 4-16,0-1 4 0,1 2 1 0,-1 2-12 15,2 0-21-15,-1 2-22 0,-1 1-17 16,0 4-14-16,2-1-17 0,0 1-11 16,-1 3-9-16,-1-1-10 0,3 1-9 0,-1-2-6 0,1-1-5 15,0 2-3-15,2-3-1 0,0-2-4 0,-2 1 2 16,2-4-2-16,-1-1-2 0,0 0-1 0,0-2-1 15,1-1 1-15,1-2 1 0,-1-2 2 0,1-1 2 16,-1-3-2-16,0-1 1 0,3-2-1 0,-2-1-1 16,0-1-1-16,1-1-1 15,-1 0 1-15,0-4-2 16,2 2 2-16,-3 3 0 0,2-2 0 16,-3 0 1-16,4 2 0 0,-3 1 0 0,-2-1-1 15,0 2 0-15,0 1 1 0,1-1-2 0,-3 4 0 16,1-3-1-16,-1 3 2 0,3 0-1 0,-4 0-2 15,2 0 2-15,-2 1 3 0,2-1 0 0,-2 1-3 16,1-1 2-16,-1 2-1 0,0 0 0 16,2-1-2-16,-2 1 0 0,0 0 2 0,0 0-2 0,0 0 2 15,0 0 1-15,0 0 1 0,2 1 1 0,-2-1-3 16,0 0 3-16,1 2 2 0,-1-1 2 0,0 2 0 16,2-1 1-16,0 2 1 0,-2-2 0 15,1 5 0-15,2-1 0 0,-1 2 1 0,0 1 2 16,1 1 1-16,-2 0 0 0,3 4 1 15,-2 2-1-15,0 0-2 16,0 1 0-16,-1 0-1 0,1 3-2 0,-1-1 0 16,-1 2-1-16,0-3-4 0,2 1-3 15,0 0 0-15,-2-1-2 0,0-3-2 0,0 0-1 16,0-1-5-16,0 0-20 0,-2-3-61 16,0-1-73-16,-1-3-129 0,0 1-209 0,-1-2-309 0,-1-1-333 15,2-4-254-15,-1 0-73 0,1-3 452 16,2-2 595-16</inkml:trace>
  <inkml:trace contextRef="#ctx0" brushRef="#br3" timeOffset="75844.73">23628 11814 31 0,'-2'0'261'16,"0"0"161"-16,-1-2 161 0,2 2-35 0,-1 0-103 15,-1-1-54-15,1 1-23 0,0-2 2 0,-1 2-7 0,3 0-15 16,-1-1-27-16,1-1-37 0,-3 1-45 15,3-1-43 1,-2 0-38-16,2-1-32 0,0 1-26 0,0-3-21 0,0 3-6 0,0-3 0 0,0-1 5 16,2-2 6-1,-2 0 12-15,3 2 7 0,-2-4 4 16,-1 1-3-16,3 0-10 0,-1 0-11 0,0-1-12 16,-1 1-16-16,3-2-13 0,-3 3-13 0,1-2-10 15,-1 3-2-15,-1 1-7 0,2-1 2 16,0 2 1-16,-2 2-4 0,0 0 2 0,1 2-3 15,-1-1 0-15,0 2 3 0,2 0 7 0,-2 0 9 16,1 2 7-16,-1 0 1 0,2 1 3 16,0 1-6-16,0 4-9 0,-2-2-6 0,4 3-6 0,-3 1-1 15,1-2-1-15,-1 3 3 0,3 1 1 0,-1-2 0 16,2 2-1-16,-4 0-1 0,4 0-1 0,1-3-6 16,-3 2-1-16,2-2-2 0,1-2 2 15,-1-1 0-15,0 0-3 0,1-1 0 0,-1-2 2 0,1-1 0 16,1 0-2-16,-2-2 0 15,-1-2-2-15,4 1 1 0,-3 0-2 0,-1-1 1 0,0-1-1 16,1-1 3-16,-4 0 0 0,2-1 2 0,2-1-1 31,-2 0 1-31,-2-3 1 0,1 0-3 0,0 0 3 16,-1-1-4-16,1 0 2 0,-2-1-1 0,2 1-1 16,-2 2 0-16,0-2 0 0,0 3 2 0,-2-1-1 15,2 1 2-15,-2 3 1 0,2 0-2 0,0 1 1 16,0 0-2-16,0 3-1 0,2-1 0 15,-2 2 0-15,2 1 0 0,-2 1-1 0,1 0 2 16,1 1 0-16,-1 3 0 0,3-1 0 0,-3 1 0 16,2 0 1-16,2 2 1 0,-2 0 1 0,0-2-1 15,0 4-2-15,1-3 0 0,0 0-1 0,1 1-2 16,-2-1 0-16,3 0 2 0,1-2-1 16,-2 0 0-16,-1-2-1 0,1 0 0 0,0-1 0 15,1 1-2-15,-1-1-22 0,0-2-52 0,-1-1-57 0,0 2-62 16,0-2-119-16,0 1-169 0,-3-1-255 15,2 0-243-15,-1 2-213 0,-1-2-108 0,2 0 274 32,-1-2 480-32</inkml:trace>
  <inkml:trace contextRef="#ctx0" brushRef="#br3" timeOffset="76665.44">23963 11791 46 0,'1'0'300'0,"1"-1"171"0,0 0 160 0,-2-1-41 16,1-1-127 0,1-2-82-16,-1 1-42 0,-1-1-8 0,5 1-9 15,-4-4-18-15,2 1-31 0,-1-1-33 0,1-1-33 16,1 0-28-16,-1-1-27 0,2-1-27 0,-2 1-24 16,3-1-16-16,-3 0-19 0,0 1-9 15,0 1 2-15,2 0 2 0,-2 2 2 0,2-2-5 16,-2 1 1-16,1 2-1 0,2-1-13 0,-5 1-7 15,2 2-4-15,1 0-6 0,-3 1 17 0,2 2 23 16,-1-1 25-16,0 2 14 0,-1 0 3 0,1 0 8 16,-1 2-21-16,3 1-24 0,-3 0-21 15,4 1-14-15,-4 0-6 0,2 2-9 0,-1 1-1 0,1 0 1 16,-1 3-3-16,1-2-4 0,-1 1 0 16,1 0-1-16,-1 2-3 0,1-3-2 0,1 1-2 15,-1 2-2-15,0-3-1 0,1 0-2 0,-3-1-2 16,2-2-1-16,1 0 0 0,-1 0-1 0,0-2-1 15,2-2 2 1,-1 1 2-16,3-2-1 0,-4-2-1 16,2-1 3-16,0-1 1 0,-1-3 0 0,2 0-2 15,1-2-1-15,-1 0 3 0,-1-1-3 0,1 0 2 16,0 0-3-16,-1 1 3 0,-2-2-1 0,2 4-3 16,-2 2 0-16,1 0 1 0,-3 0 0 0,2 2 0 15,1 2 2-15,-2 1 5 0,2 0 2 16,-1 3 2-16,-2 0 0 0,3 1 2 0,-1 2 0 15,0 0-2-15,0 2-2 0,0-1-2 0,1 1-1 16,0-2-3-16,-1 2 0 0,2-1 1 16,-2 0-1-16,2 1 0 0,0-4-1 0,0 1 0 0,1-2-2 15,-2-2-2-15,1-1 0 0,0-1 0 0,2-2 3 16,-3-3 0-16,4-2 0 0,-2-2 0 16,2-3 0-16,0 0 0 0,3-2-1 0,-1 0 0 15,-2-1 0-15,2-2 0 0,0 4 0 0,0 0 0 16,1 1 1-16,-3 1-1 0,0 3 0 0,0 2 1 15,-1 1-1-15,0 2 2 0,-3 3-2 0,3 1 2 16,-2 1 0-16,1 3 0 0,-2 3 1 0,1 1-2 31,0 1 2-31,0 0 1 0,0 1-2 0,1 2-2 16,-2-1 0-16,0-2 0 0,0 2-2 16,1 0-4-16,0-1 0 0,3-3-17 0,-4 0-47 0,1 2-69 15,0-3-88-15,-2 0-159 0,2 0-270 16,-2 1-317-16,2-1-279 0,-4 0-173 0,2-1 140 15,1 0 573-15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3:33:03.5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3590 932 55 0,'0'2'302'0,"-3"3"180"0,0 0 160 16,0-1-40-16,1 1-134 0,-1 2-41 0,1 2 7 0,1 1 7 0,-1 0-7 0,1 3-34 31,1-1-66-31,0 2-71 0,0 3-67 0,0 2-54 16,1 3-31-16,1 3 2 0,-2 1 17 0,1 4 18 0,1-1 10 16,-2 3-5-16,0 1-9 0,0 2-21 0,0-3-29 15,-2 2-24-15,2-2-17 0,-1-3-9 0,1 1-6 16,-2-5-7-16,2 1-3 0,-1-3-5 0,-1-4-3 0,2-2-4 15,-2-4-4-15,2-1-1 0,0-4-1 0,-1-1 5 16,1-1 4-16,-2-2 3 0,1-3 0 0,-3-1 0 16,0-1-3-16,-1-4-7 0,-1-3-5 0,1 2-3 15,-2-7-3-15,0 1 0 0,1-4 0 0,-1 1 0 0,2-4 1 16,-1 0 0-16,0-3 1 0,1 1 0 0,2-4-1 16,-2 1-1-16,2-1 0 0,1 0-1 0,-1 2 0 15,1-3-1-15,1 3 0 0,1-3 1 0,1 2 0 0,1 0 0 16,0 0 1-16,1-1-1 0,3 0 0 15,-1 0-3-15,3 1 1 0,-2-1 1 0,4 3 0 0,-2 0-3 16,2 1 3-16,0-1 1 0,0 3-1 0,2 1 0 0,1 2 0 16,1-1 2-1,-1 2-1-15,1 0-1 0,2 2 2 16,1-1-1-16,-3 2 0 0,1 0 0 0,1 2 3 16,-2 1 1-16,0 4-1 0,-3 2 3 0,3 2 3 15,-4 2 0-15,-2 2 2 0,1 2 1 0,-3 1 4 0,1 1 0 16,-4 2 2-16,0 1 0 0,-1 3-1 0,-2 2-1 15,-2 1-1-15,-3 3-1 0,1 0-2 0,-3 2-1 0,-2-2-1 16,1 3 0-16,0-2-2 0,-4 1-1 0,-1 0 0 16,1-2-1-16,-1 3 0 0,-2-3 1 0,1 1-1 0,-2 1-1 15,-1 0-1-15,2 0 0 0,0-1-1 0,0 4-2 16,0-5 0-16,4 0-1 0,1-1 0 16,-1 1-1-16,3-3 1 0,3-3-2 0,-1 2 1 0,4-3 0 0,-2 0 2 15,4 1-1-15,0-3 1 0,4 2-1 0,-2-2 0 16,1 2 1-16,2 0-1 0,1-3 0 0,1 1 0 0,2 0 1 15,-1-1-1-15,2-2 1 0,2 2-1 0,-1-1 1 32,1-2 0-32,1 1-1 0,0-2 0 0,3-2 0 15,0 0 0-15,1-1 6 0,-1-1 3 0,1-1 1 16,-1 0-1-16,2 0 0 0,-2-1 0 0,-1-1-6 16,1 0-3-16,-2 1-3 0,-1-1-8 0,1 1-15 15,-3-2-29-15,2 1-71 0,-4 2-70 0,-4-6-136 0,2 4-224 16,-4-5-304-16,0-1-329 0,1 1-223 0,-2-4-78 15,-1-2 495-15,-1 0 604 0</inkml:trace>
  <inkml:trace contextRef="#ctx0" brushRef="#br0" timeOffset="417.6">4079 796 117 0,'6'-6'453'16,"-3"0"289"-16,0 4 211 0,-1-3-65 16,1 2-167-16,-3 0-158 15,0 1-112-15,0 2-61 0,2 0-28 0,-1 2-39 16,1 4-54-16,1 1-38 0,-3 1-34 0,0 2-33 16,0 1-42-16,0 2-38 0,-3 3-25 0,0 1-14 15,-2 2-9-15,0 5-6 0,0 1-4 0,-2 1-2 16,0 3-1-16,-1 2-2 0,2 1 1 0,0 1 0 15,0 5 0-15,2 1-1 0,-1 1-2 0,2 3 0 0,3 0-3 16,-1-1-3-16,2-2 0 0,-1 0-3 0,5-4 0 16,0 1-2-16,1-6 0 0,3-2-1 0,1-4-3 15,0 0 0-15,5-6-1 0,-2-1-2 0,4-5 0 16,1-1 0-16,1-4 0 0,1-2 0 16,1-5 0-16,3-1-1 0,-1-3-2 0,1-3 0 0,0-2 1 15,3-3-1-15,-2-3 5 0,2 0 3 0,-2-4 3 16,2 0-4-16,-3-1-7 0,1-1-15 0,-3-1-42 15,2-4-74-15,-5 2-72 0,-2-2-138 0,-2 0-210 16,-3 1-309-16,-1-1-304 0,-3 3-207 0,-2 0-62 0,-1-2 465 31,-5 3 564-31</inkml:trace>
  <inkml:trace contextRef="#ctx0" brushRef="#br0" timeOffset="702.41">4134 707 10 0,'-3'1'363'0,"1"4"264"0,4-3 228 16,1 0 134-16,6 0-247 0,1-1-208 0,4 0-101 0,4-2-18 16,2 0-24-16,3-1-47 0,3 0-54 15,1 0-52-15,3-2-39 0,0-2-46 0,3-1-45 0,1 0-40 16,-1-1-15-16,0-2-11 0,-1 0-11 15,-4 2-9-15,-3 0-3 0,-1 2 0 0,-5 0-14 16,-3 3-19-16,-3 0-47 0,-4 3-51 0,-4 1-81 16,-5 4-154-16,-5 1-223 0,-4 3-300 0,-4 0-255 31,-3 1-208-31,-3 0 59 0,-5 5 504 0</inkml:trace>
  <inkml:trace contextRef="#ctx0" brushRef="#br0" timeOffset="899.92">3978 1149 42 0,'-2'14'324'16,"2"-6"208"-16,2 1 209 0,4-1 50 0,3-2-201 15,2-2-105-15,5 0-19 0,-2 0-44 0,5-4-67 16,-1 0-60-16,4-2-69 0,1-1-66 16,4-3-67-16,-1 0-36 0,4-5-24 0,0 3-17 0,2-4-8 15,1 0-6-15,3-2-2 0,-1 1 13 0,-2-1-20 16,2 3-87-16,-5-1-148 0,0-1-227 0,0 1-272 15,-3 5-290-15,-2-1-189 0,-2 2 153 0,0-2 456 0</inkml:trace>
  <inkml:trace contextRef="#ctx0" brushRef="#br0" timeOffset="1483.15">4959 802 23 0,'0'0'320'0,"-1"1"230"0,1-1 191 0,-2 4 26 16,2-3-203-16,2 2-108 0,-1 3-37 0,1-2-23 0,0 4-26 0,-1 1-2 15,3 2-35-15,0 4-23 16,4 3-25-16,-2 4-28 0,2 2-24 0,0 5-35 16,1 1-23-16,-1 2-34 0,1 3-39 0,-3 3-24 0,1 2-14 0,-2 5-11 0,0-1-11 31,-2 2-9-31,1 1-7 0,-3-4-3 0,1-1-5 16,-1-2-5-16,1-2-3 0,1-4-2 0,-2-5-2 15,-1-2-2-15,2-5-1 0,-2-3-2 0,1-4 1 16,1-3-2-16,-2-3 1 0,0-3 1 0,-2-4-1 15,1-2 1-15,-1-6-2 0,-2-1 0 0,1-6 1 16,0-4 0-16,-1-3 0 0,0-2 1 0,0-5 0 16,-2-1 1-16,0-4 0 0,1-2-2 0,-1-4 0 0,-1-1 1 15,2-2-2-15,-2 1 0 0,2-2-1 0,0-2-2 16,0 3 0-16,2-1 0 0,3 0 0 16,0 3-1-16,0 1 1 0,3 2 1 0,2 4-1 0,0 1-1 15,0 3 0-15,4 4 3 0,2 2-1 0,-1 3-1 16,4 5 1-16,-1 2 1 0,4 1 0 0,-1 3 0 15,1 2 0-15,4 3 2 0,-2 3 2 16,1 0 0 0,1 3-1-16,-2 3 1 0,3 0-2 0,-2 0 0 0,0 2-2 0,0-1 1 0,-2-1 0 15,0 1 7 1,0 0 3-16,-2-1 1 0,-1-2-4 0,0 2-10 16,-1-1-34-16,-3 0-75 0,-1-2-78 0,-4 0-138 15,1-1-241-15,-3-2-314 0,-3 0-317 0,-1 0-215 16,-1 0-20-16,-1 2 514 0</inkml:trace>
  <inkml:trace contextRef="#ctx0" brushRef="#br0" timeOffset="1734.55">4978 1098 91 0,'3'12'573'0,"2"1"358"0,0-3 180 0,3 1-30 15,4-5-380-15,1 1-283 0,3-5-120 0,0 3-20 0,4-4-29 0,2 1-32 0,-1-2-29 16,3-2-25-16,3-2-29 0,1-2-43 0,0 0-33 16,1-5-21-1,1 2-4-15,0 0-9 0,0-1-4 0,-3-1-6 16,2 1-12-16,-4 3-51 0,0 0-52 16,-3 1-121-16,-4 3-189 0,-1 3-296 0,-4 3-303 15,1-1-241-15,-6 5-146 0,-2 1 354 0,-4 2 565 16</inkml:trace>
  <inkml:trace contextRef="#ctx0" brushRef="#br0" timeOffset="3348.76">1713 4848 61 0,'7'-1'413'16,"-4"1"320"-16,3-2 262 0,-2 0 19 0,-3-1-217 15,-1-1-193-15,0 2-114 0,-1-1-47 0,1 1-61 0,1 1-82 16,-2-1-57-16,-1-1-37 0,0 1-43 0,-3 0-51 0,-1-1-31 16,0 2-14-16,-5-1-9 0,1 2-10 0,-1 0-6 15,-1 3-8-15,-3-2-5 0,1 4-5 0,0 1-4 16,-2 0-2-16,0 2-2 0,1 3-2 0,0 0-3 15,0 3-4-15,2-1-2 0,-1 2-2 0,2 2-1 16,3-1-1-16,-2 2 2 0,3 1 0 0,3 0-2 0,-1-1 0 16,3 1-1-1,1 0 0-15,2-2-1 0,0 0-2 16,3-1 1-16,0-1 0 0,4 0 2 0,-1-1-1 16,1-2 1-16,3-2-2 0,2-1 1 0,-3-1-1 15,5-4 0-15,-4-1-1 0,4-3 2 0,-1 0 0 0,1-5 0 16,-1 0 1-16,1-3 1 0,-2-2 1 0,1-4 0 15,1 1 0-15,-3-2 0 0,1-2 0 0,-2 1 0 16,-2 0-2-16,-1-3 1 0,2 2-1 0,-4 1 1 16,-2 0 0-16,0 1 0 0,0-1 0 0,-1 2 0 15,0 0 0-15,-2 1 0 0,0-1 0 0,-2 2-1 16,2 2 0-16,-2-1 2 0,1 2-1 0,-1 1 1 16,1 1 0-16,-1 1 1 0,-1 2 0 0,1 0-1 0,1 2 0 15,-1-1 0-15,-1 3 0 0,2-2 0 0,-1 2-1 16,-1 2-1-16,1-2 0 0,2 3 0 0,-3-1-1 15,3 0 1-15,-2 3 1 0,1-2 1 0,-1 1-1 16,2 1-1-16,-1-1 0 0,1 1 0 0,-2 1-1 0,2-2 0 31,0 1 1-31,-2 1 1 0,2-1-2 0,0 0 1 0,0 0-1 16,2 1 1-16,-2 0-1 0,0 0-1 16,2 1 2-16,-2-1 1 0,1 2 0 0,1 1-1 15,-1-1 0-15,4 2 0 0,-3-1-1 0,3 3 1 0,1 0 0 16,-2 3-1-16,3-2 1 0,1 3-1 0,0 2 1 15,3-1 0-15,-2 1 0 0,5 2 0 0,-2-2 0 16,2 0 1-16,2 0 6 0,0-3 2 0,1 0 1 16,0 0 3-16,1-3-3 0,-1-3 1 0,1-3-8 15,0 0-3-15,0-5-3 0,1-1 0 0,-1-3-2 16,0-4-10-16,1-2-30 0,-3 0-70 0,0-3-87 16,-3-2-164-16,-1 0-289 0,1 3-323 0,-2-3-353 0,1 1-202 15,-2 1 139-15,2 1 660 0</inkml:trace>
  <inkml:trace contextRef="#ctx0" brushRef="#br0" timeOffset="4715.97">5725 4923 78 0,'-2'0'313'0,"2"0"179"16,0 0 156-16,-2 0-63 0,2 0-89 0,2 0-34 15,-2 0-18-15,2 0-24 0,-1 1-35 0,-1-1-58 16,2 0-79-16,-2 0-69 0,1 0-58 0,-1 0-40 16,2 0-29-16,-2 2-19 0,2-2-10 0,-1 0-13 15,-1 0-4-15,2 0-3 0,1 0-2 0,-1 2 2 16,2-2-3-16,-2 0 0 0,1 0 1 0,0 0-1 15,0 0 0-15,2 0 1 0,-2 0 3 16,2 0-2-16,-2 0 2 0,2 0 0 0,-2 0 0 16,0 0 0-1,0 0-16-15,-1 0-40 0,-1 0-76 16,-1-2-117-16,-1 0-118 0,1 2-200 0,0 0-267 16,0 0-170-16,0 0 18 0,-2-1 256 0,2 1 296 15</inkml:trace>
  <inkml:trace contextRef="#ctx0" brushRef="#br0" timeOffset="4982.12">5748 4853 105 0,'0'1'320'0,"0"0"158"0,0 3 121 16,0-3-128-16,0 2-105 0,2 0-56 15,-2 1 8-15,1-1 7 0,-1 3-4 0,2 0-14 16,0 0-27-16,-1 1-33 0,1 1-59 0,-1 0-43 16,1 1-36-16,-2 0-26 0,3-2-24 0,-3 2-22 31,2-1-14-31,-2-1-8 0,2 1-7 0,-1-2-15 16,-1 1-43-16,-3-2-81 0,3-1-119 15,-2 0-131-15,-1 0-266 0,1-1-235 0,1 0-112 0,-1-1 103 16,1-2 304-16</inkml:trace>
  <inkml:trace contextRef="#ctx0" brushRef="#br0" timeOffset="5332.73">5691 5095 192 0,'2'2'486'0,"-2"-1"225"0,3-1 114 0,-1 2-200 16,-1-2-177-16,3 0-101 0,-1 1-56 15,2 1-31-15,1-1-16 0,-2 1-24 0,3-2-50 0,-1 1-51 16,1 1-48-16,2-2-28 0,-1 0-16 16,0 0-9-16,1-2-5 0,-1 1-3 0,0-2-38 15,0-2-93-15,-3 2-143 0,1-1-301 0,0-1-252 16,-2 3-214-16,-1-3-41 0,0 2 273 0,-1 1 390 16</inkml:trace>
  <inkml:trace contextRef="#ctx0" brushRef="#br0" timeOffset="6349.52">2645 4914 175 0,'-2'3'415'0,"-1"-2"191"0,1 1 137 0,2 0-171 16,-1-1-135-16,-1 0-56 0,2-1-34 15,-3 2-34-15,3 0-41 0,3-2-53 0,-3 0-61 16,3 1-61-16,2 0-43 0,0 1-25 0,1 1-8 15,2-2-4-15,3 2-4 0,0-1 1 0,2 0-1 16,-2 0-4-16,2 1-2 0,2-1-3 0,-2-1 0 16,1-1 1-16,-1 0 3 0,1 0 17 0,-1-1 9 15,-2-1 7-15,1-1-17 0,-2 0-74 0,-3 0-104 16,-3 0-135-16,2 1-188 0,-6 0-288 0,0 2-208 0,0 0-10 16,-3 0 212-16,-3 0 310 0</inkml:trace>
  <inkml:trace contextRef="#ctx0" brushRef="#br0" timeOffset="6532.71">2718 5085 88 0,'6'7'279'16,"3"1"121"-16,-1-2 94 0,-1-1-160 0,3 1-151 15,-2-1-81-15,2 0-45 16,2-4-21-16,-2 2-15 0,1 0-5 0,2-3-2 15,-2 2-4-15,3-4 1 0,0 2-1 0,-1-3 18 16,1 0-34-16,-1 2-161 0,-1-3-195 0,1 2-86 16,-2-2-4-16,0 3 64 0</inkml:trace>
  <inkml:trace contextRef="#ctx0" brushRef="#br0" timeOffset="13342.51">1600 7622 57 0,'-2'4'277'16,"0"-2"147"-16,1 0 141 0,1 0-92 0,0-2-112 15,1 1-49-15,1 1-8 0,1-2 15 16,2 0 39-16,-2 1 13 0,0-1-11 0,1 2-33 16,0-2-39-16,-2 0-46 0,-1 0-58 0,-1 0-39 15,0-2-29-15,0 1-24 0,-1-1-15 0,-1 1-11 16,0-3-6-16,2 0-7 0,0-2 5 0,2 1 8 0,1-1 9 15,4 1 25-15,-1-3 15 0,2 0 17 0,1 0-3 16,-1-1-16-16,-1-2-15 0,1 0-27 16,1-2-20-16,-3 1-21 0,2 0-11 0,-1-1 1 0,2-1-1 15,-3 0 1-15,2-1 0 0,0 1-2 0,0-1 2 0,0 0-4 16,0-1-3-16,-2 1-3 0,3 2-1 16,0 0-2-16,-3-1-2 0,0 3-1 0,2-1 0 0,-3 2 1 15,1 1-4-15,-1 0 1 0,-2 3-1 0,-1 0 1 16,1 2 0-16,1 1-2 0,-2 0 0 15,-2 0 0-15,2 1 0 0,-1 1 0 0,-1-1 1 0,0 1-1 0,0 1 2 32,0 0-1-32,0 0-1 0,0 0 0 0,0 0 0 15,0 0 0-15,-1 0-3 0,1 0-5 0,-2 0-15 16,2 0-36-16,-2 0-48 0,-2 0-65 0,-1 1-110 16,0 1-154-16,1 1-204 0,-3 0-277 0,2 1-245 15,-2 1-140-15,0-1 194 0,1 0 463 0</inkml:trace>
  <inkml:trace contextRef="#ctx0" brushRef="#br0" timeOffset="13841.61">1563 7344 85 0,'-3'0'322'16,"1"0"179"-16,2 0 166 0,0 0-77 0,2-2-118 15,1 2-57 1,2 0-31-16,-2-1-21 0,0 1-42 0,2-2-47 15,-3 2-59-15,1 0-60 0,1 0-45 0,-2 2-11 16,1-1-6-16,-1 1 0 0,1 1-2 0,-1 1 6 16,1 1 3-16,0 0-25 0,0 1-13 0,2 4-3 0,3-3 16 15,1 2 4-15,-1 1 1 0,5 0-3 0,-2 2-2 16,2-1-10-16,4 2 7 0,0-1 10 0,-1 1 7 16,3-1 0-16,0 2-2 0,-2-1-6 0,1 1-27 15,-1 0-23-15,-2-2-19 0,2-1-7 0,-4 0-7 0,2-1 0 16,-3-1 1-16,0-1-4 0,-3-1 3 0,1-3 5 15,-1 2-2 1,-1-1-1-16,-1-1 3 0,-1-2-1 0,-1 1-2 0,1-1 1 0,-3 1-2 0,0-3 2 0,1 1-5 16,-1 1 1-16,-2-2-7 0,1 2-42 15,-2-2-33 1,0 0-37-16,0 1-64 0,0-1-120 0,0 0-155 16,0 0-257-16,-3 0-242 0,1 0-226 0,-1 1-39 15,1-1 332-15,1 0 443 0</inkml:trace>
  <inkml:trace contextRef="#ctx0" brushRef="#br0" timeOffset="14542.41">2507 7374 72 0,'0'0'354'16,"-1"-2"238"-16,1 2 217 0,0-1-24 0,0 1-124 16,1-2-105-1,-1 2-85-15,0 0-59 0,0 0-72 0,0 0-73 16,0 2-75-16,0-2-58 0,0 0-41 0,2 0-39 0,-2 0-33 15,3 1-25-15,-2-1-8 0,2 0-7 0,2 2 31 16,0-2 21-16,0 3 24 0,1-2 17 16,3-1 6-16,0 3 0 0,0-3-21 0,2 1-17 0,-1 1-2 15,1-2-2-15,0 2-5 0,0-2 1 0,0 0-4 16,1 0-8-16,0 2-5 0,0-2-3 16,-2 0-4-16,-1 0-4 0,1 0-2 0,-1 0 0 0,-1 0-3 15,0 0 2-15,-3 0 0 0,1 0 2 0,-1 0-3 16,-2 0-16-16,0 0-33 0,-1 3-30 0,-2-3-36 15,0 0-110-15,-3 0-153 0,-1 1-175 0,-2-1-263 16,0 2-252-16,0 1-189 0,-1-1 184 0,-1 2 433 31</inkml:trace>
  <inkml:trace contextRef="#ctx0" brushRef="#br0" timeOffset="14827.15">2493 7486 92 0,'1'2'355'15,"1"-1"180"-15,1-1 130 0,1 2-67 0,-1-1-117 16,4 2-66-16,1 1-27 0,0-2 19 0,0 3 12 0,3-3-44 16,0 3-67-16,3-2-71 0,-2 2-57 0,-1-1-58 15,4 0-48-15,-2 1-28 0,1-3-18 0,1 4-13 16,-1-4-8-16,-2 1-2 0,3-1 1 0,-3 2-4 15,1-4-3-15,1 1 2 0,-1-1 0 0,-1 0-1 16,1 0 0-16,-3 0-8 0,1-1-41 0,-3 1-117 31,-2 0-156-31,-1-2-296 0,0 2-269 0,-1 2-254 16,-2-1-76-16,-1 2 327 0,-2 0 453 0</inkml:trace>
  <inkml:trace contextRef="#ctx0" brushRef="#br0" timeOffset="15741.76">1786 8226 23 0,'0'0'263'15,"0"0"182"-15,0 0 194 0,2-2 9 0,-1 2-48 16,1 0-43-16,1-2-35 0,-1 2-25 0,-2 0-50 15,0 0-67-15,-2 0-64 0,2 0-34 0,0 0-15 0,2 0-35 16,1 0-24 0,-3 0-16-16,4 0-20 0,-4 2-32 0,2-2-38 15,-2 0-19-15,0 2-17 0,0-2-13 0,0 3-12 16,0 1-10-16,-2 1-9 0,0 1-6 16,0 1-2-16,2 2-2 0,-3 0 0 0,3 3 0 0,-2 0 0 15,-1 2-1-15,1-1-2 0,1 0 0 0,-1 1 1 16,-1 0-2-16,1-1-1 0,-1 0-1 0,0 0-1 15,1-3-1-15,1 1-2 0,-2-4-1 0,0 2 0 0,1-3 1 16,2 0-2-16,-1-1 0 0,-1-2 0 0,2 0 0 16,0-1-2-16,-2-1 1 0,2-1-2 0,-1 1-1 15,1-1-3-15,0 0-1 0,0-1-8 0,0 0-2 16,0-3-12-16,0 0-32 0,-2-1-52 0,2-2-49 16,-3-1-42-16,3 0-75 0,-3 0-119 0,-1-2-120 0,1 2-116 15,-1-1-244-15,1 1-229 0,1 1-79 0,-1-1 229 16,-2 1 386-16</inkml:trace>
  <inkml:trace contextRef="#ctx0" brushRef="#br0" timeOffset="16309.41">1694 8085 189 0,'0'-3'408'0,"2"1"208"0,-2-2 96 0,3 4-90 0,1-2-89 15,-1 0-66-15,1 2-50 0,-1 0-48 16,-1 0-55-16,-1 0-58 0,1 0-60 0,0 0-54 16,-1 0-41-16,-1 0-25 0,0 0-11 0,0 2-8 15,-1 0-4-15,-1 1 11 0,2 0 19 0,3 1 13 16,-1 1 15-16,1-2 6 0,2 2 15 0,0-1-3 0,1 3-16 15,-2-1-14-15,1 0-23 0,0 0-15 0,-2 2-21 32,2 0-16-32,0-1-8 0,1 3-8 0,0-1-3 15,-1 2-4-15,0-2 2 0,0 1 0 0,2-1 1 16,-2 0 7-16,0-1 3 0,0 1 5 0,1-3-1 16,-1 2-3-16,1-4-1 0,-1 1-8 0,-2 0-3 0,2 0-4 15,0-2-1-15,-2 0 2 0,0-1-2 0,0 2 3 16,2-3-1-16,-4 0 0 0,2 1-1 0,1 0 1 15,-3-2 0-15,1 1-3 0,-1-1 1 0,1 0 3 16,1-1-1-16,-1-1 0 0,0 0 3 0,-1 0 1 0,1-3 1 16,2-1 0-16,-2-1 1 0,-1-2-2 0,1 0 1 15,1 0-1-15,-1-4-9 0,-1 2-4 0,1-1-3 16,-1-1-2-16,1 2 0 0,1-1-2 0,-1-2 8 16,1 1 5-16,-1 3 3 0,-1 0 0 0,1 0 0 15,2 1 0-15,-2 1 0 0,-1 1 0 0,1-1-3 16,-2 3 1-16,2-1 0 0,-1 2-1 0,1 0 1 0,-2 0 7 15,3 2 4-15,-3-1-5 0,0 1-46 0,2 1-44 16,-2-1-49-16,0 2-107 0,0-1-162 0,-2 1-241 31,2 0-248-31,0 0-240 0,2 1-174 0,-2-1 191 16,3 2 478-16</inkml:trace>
  <inkml:trace contextRef="#ctx0" brushRef="#br0" timeOffset="17058.34">2631 8059 55 0,'-2'2'311'15,"2"-2"197"-15,0 0 186 0,-2 0-50 0,2 0-122 16,-1 0-99-16,1 0-68 0,0 0-62 0,0 0-59 16,1 0-61-16,1 0-53 0,-2 0-51 15,3 0-36-15,2 0-17 0,-2 0-10 0,3 2-1 0,1 1 0 16,-1-2 3-16,3 1 2 0,1 1 1 16,-2-3 2-16,4 2 1 0,0 0-2 0,-1-2 0 0,1 0-3 15,1 3-2-15,-1-3 2 0,0 1-3 0,-1-1 1 16,1 0 0-16,-1 0 2 0,-1 0 2 0,1 0 1 15,-3 0 21-15,0 0 6 0,-2 0 8 0,0 0-24 16,-1 0-70-16,-3 0-99 0,-1 2-139 0,-1-1-220 31,-3 2-270-31,0 2-173 0,-2-2 29 0,-1 2 235 16,1-3 293-16</inkml:trace>
  <inkml:trace contextRef="#ctx0" brushRef="#br0" timeOffset="17308.13">2613 8239 123 0,'5'0'333'0,"-2"0"145"0,0 2 103 16,2-2-147-16,-2 0-140 0,3 0-82 0,1 2-45 15,-1-2-18-15,2 0-12 0,1 0-33 0,1 0-40 16,1 0-21-16,0 0-12 0,0-2-6 0,2 2-9 15,1 0-3 1,-3-2 1-16,5 2-2 0,-3-1 4 0,2 1-5 0,-2 0-34 0,3 0-101 0,-5 1-294 31,2 1-183-31,-1 1-93 0,1-2 25 0,1 3 167 16</inkml:trace>
  <inkml:trace contextRef="#ctx0" brushRef="#br0" timeOffset="18558.97">5647 7260 61 0,'2'1'305'0,"-2"2"170"16,0-1 142-16,3-1-104 16,-2-1-145-16,1 2-117 0,-2-1-85 0,1-1-46 15,1 0-29-15,1 2-26 0,-1 0-21 0,3-2-17 16,0 1-11-16,-1 0-1 0,4 1-3 0,-2-1 4 16,2 1 1-16,0-2 4 15,3 0 2-15,-3 0 0 0,2 0-2 0,1-2 0 0,-2 1 1 0,1-1-5 16,2 1-3-16,-4-2-3 0,2 1-1 0,-2-1-1 15,1 0 1-15,-1 0-1 0,-1 0 1 16,-3 0-20 0,2 1-62-16,-4 0-101 0,-2 0-261 0,0 2-188 15,-2-2-93-15,-2 2 47 0,1 0 188 0</inkml:trace>
  <inkml:trace contextRef="#ctx0" brushRef="#br0" timeOffset="18792.13">5725 7195 71 0,'3'4'336'0,"-2"-3"186"16,3 2 138-16,-3-2-86 0,1 1-170 16,1 1-102-16,0 1-48 0,2 0-22 0,-2 1-11 15,0 0-15-15,0 1-36 0,0-1-43 0,1 1-46 16,-1 1-32-16,0-1-17 0,0 0-12 15,0 1-9-15,-1-1-20 16,-1 0-64-16,-1 0-98 0,0 2-128 0,-1-1-276 0,-1 1-206 0,2 0-94 16,-3-1 108-1,2-1 257-15</inkml:trace>
  <inkml:trace contextRef="#ctx0" brushRef="#br0" timeOffset="19124.43">5704 7492 69 0,'3'-1'346'0,"-1"-1"199"16,1 2 142-16,0-1-81 0,-1-1-243 0,-1 1-151 0,2 1-70 0,1-2-34 0,0 1-13 31,1-2-4-31,0 0 0 0,4-1-1 0,-2 1-32 16,-1 0-24-16,4-2-12 0,-1 0-7 16,-1 1-3-16,0-2-2 0,0 1-2 0,1 0-1 15,-1 2-7-15,-3-1-54 0,1 1-84 0,0 2-162 0,-1 1-252 16,-3 1-156-16,-1 2-44 0,1 0 134 15,-2 1 227-15</inkml:trace>
  <inkml:trace contextRef="#ctx0" brushRef="#br0" timeOffset="19793.59">5681 8026 95 0,'4'0'333'0,"-1"0"173"0,-1 0 132 0,-1 0-149 16,1 0-153-16,1 0-121 0,-1 0-78 15,-1 0-19-15,3 2-7 0,-1-2-6 0,0 1-11 16,3 1-2-16,-1-1-11 0,1 0-29 0,-1-1-19 16,2 0-13-16,0 0-8 0,1 0-5 0,-2 0 0 15,1 0-4-15,-1 0 2 0,2-1 1 16,-2 0 0-16,-1 1 3 0,0-2 1 0,1-1-1 15,-1 2 1-15,-2 0-24 0,0-3-54 16,0 3-78-16,-1 0-122 0,-2 1-260 0,-2-2-160 0,2 2-32 16,-1 0 126-1,-3-2 204-15</inkml:trace>
  <inkml:trace contextRef="#ctx0" brushRef="#br0" timeOffset="20059.25">5731 7932 255 0,'3'-2'421'0,"-1"2"144"16,0 0-16-16,-1 0-148 0,2 0-102 16,0 2-48-16,0-1 0 15,-1 2 19-15,1 0 15 0,0 2-14 0,0 0-44 0,1 0-49 16,-1 1-49-16,0 0-44 0,-1 0-31 0,2 0-22 15,-2 2-12 1,-1-2 9-16,1 1-33 0,-1-1-70 0,-1 0-94 16,-1 1-110-16,1 0-192 0,-2-1-279 15,-1-1-141-15,0 2 34 0,2-3 214 0,-1 0 268 16</inkml:trace>
  <inkml:trace contextRef="#ctx0" brushRef="#br0" timeOffset="20408.04">5663 8340 167 0,'2'-2'417'0,"-1"2"181"0,-1 0 110 16,3-1-209-16,-3 1-198 15,2-2-145-15,1 2-78 0,-1 0-37 0,3 0-21 16,1-2-7-16,-2 2-8 0,3-1 4 0,1 0-1 15,1-2-3-15,1 1 6 0,-2 0-11 0,1 0-51 16,0 0-97-16,-1 1-274 0,-1 0-162 0,2 1-65 16,-1 1 52-16,0 0 176 0</inkml:trace>
  <inkml:trace contextRef="#ctx0" brushRef="#br1" timeOffset="26581.43">1353 10617 73 0,'3'-4'304'0,"-1"3"168"0,3 0 156 16,-2-1-75-16,4 0-68 0,1 1 3 15,-1 0 14-15,-1 1-2 0,-1 0-32 0,-2-2-61 16,-2 2-82-16,-2 0-91 0,-2 0-76 0,0 0-43 0,1 0-34 16,-1 0-9-16,-2 0-8 0,4 0-3 0,-1 2-9 15,0-2-9-15,1 0-6 0,1 0-14 0,0 1-10 16,0-1-5-16,3 0 24 0,3 1 35 0,4 1 20 16,2 1 8-16,-2 0 4 0,-2 1 1 0,3 1-25 15,-2 2-21-15,1-1-12 16,-1 4-5-16,1-1 1 0,-2 1-4 0,3 2 3 15,-3 2-10-15,0 0-2 0,-2-1-3 0,2 2-2 0,-2 0 4 0,-1 0 2 0,0-1-2 16,-2 2 1-16,0 0-2 0,0-1-2 0,-1-1-3 16,2-2-3-1,-2 3 0-15,-2-5-1 0,0 1 4 0,0-1 1 16,-2-1 2-16,-2-1 1 0,2 2 3 16,-1-3 3-16,0-1 2 0,0 0 2 0,-2-2-2 0,0 0-1 15,-1 1 2-15,-2-2-5 0,3 2-4 0,-3-3-2 16,2 1-1-16,-3-1-2 0,2-1-3 0,-1 1-3 15,0-2-4-15,-1 0-2 0,1 0-3 0,0-3-1 16,-2 1-3-16,1-1 1 0,1 1 1 0,0-3-2 0,-1 0 1 16,1 1 0-16,-2-2 0 0,2-1 0 0,-1 1-1 15,1-4 0-15,0 1 0 0,-1-2 5 0,1 1 2 16,1-2 2-16,1 1 2 0,-2-1 0 0,1-1 0 16,0 0-4-16,-1-1-3 0,3 1-1 15,-2-3-3-15,0 3 0 0,1-2 0 0,1 0-1 16,2 0 0-16,-2 0 0 0,1 2 2 0,2-1 0 15,-1 1-5-15,1-1-3 0,2 3-1 0,0-4-1 16,0 2-2 0,2-1 1-16,1 1 4 0,-1 0 4 0,2 0 1 0,1-4 0 0,-2 6 2 15,2-3-1 1,1 3 2-16,1-1 0 0,0 2 1 16,-2-1 0-16,3-2-1 0,-1 3 1 0,0 1-1 15,1 0 1-15,-2-1-1 0,1 3 2 0,1-1 0 16,1 0-1-16,-2 1 0 0,-1 5 0 0,2-5 0 0,-1 2-1 15,0 2 1-15,1 0 1 0,0 2 0 0,-1 1-1 16,2-2 1-16,-1 2 0 0,-2 0-1 0,3 2 1 16,-1-2 0-16,0 1 1 0,0 2 0 0,1 0 1 15,-1-2 1-15,2 4-1 0,-1-2 1 0,-1 0-1 16,2 2 0-16,-1-2-1 0,-1 2 1 0,2-1-1 0,-2-1 0 16,2 0-1-16,-1 0-1 0,-1 0 0 0,1-2-1 15,-3 1 1-15,2-2-1 16,0 0 1-16,-1 0-1 0,0-3 1 0,1 0-1 0,0-2-2 0,0-1 0 0,0-2 0 15,0-2-1-15,0-2-2 0,1 0-11 0,-1 0-22 16,-2 1-45-16,1-1-80 0,-2 4-139 0,-1 0-254 16,1 2-303-1,-4 2-355-15,1 2-332 0,-2 2-42 0,-2 3 581 16</inkml:trace>
  <inkml:trace contextRef="#ctx0" brushRef="#br1" timeOffset="27722.85">2193 10234 196 0,'1'-2'494'0,"-1"2"301"0,0-1 271 0,0 1-148 16,0-1-187-16,-1-1-69 15,-1 0-64-15,2 2-103 0,-3 0-113 0,3-1-82 16,-5 0-58-16,3-1-70 0,-4 1-53 0,0-1-27 16,0-1-18-16,-1 0-17 0,-1-1-11 0,-1 1-11 15,-1-2-6-15,2 3-6 0,-4-4-6 16,2 0 1-16,-1 2 2 0,-1 0 1 0,2-1-4 0,-1 0-1 0,0 3 1 16,1-3 2-16,1 2-2 0,-2 0-3 0,3 2-1 15,2-1-1-15,-1 0-3 0,2 2-3 0,-2-1-2 16,4 1 0-16,-1 0-2 0,1 0-1 0,0 0 0 0,1 0-1 15,1 1-1-15,-1-1 0 0,0 2 0 0,1-2-1 16,1 3 0-16,-2-2-1 16,2 4 0-16,0-2-1 0,0 3 2 0,0-1-1 0,0 2 2 0,0 1-1 15,0 0 2 1,2-1-1-16,-1 3 0 0,1-1 0 0,1 3 1 16,-1 0 0-16,0-2 0 0,-1 3 1 15,2 0 0-15,-1 1 0 0,1-1 0 0,-1 1-1 0,1 3 0 16,1-1 0-16,-1 0-1 0,1 1 1 0,-1 0 0 15,-1 2 0-15,1 0 0 0,-2 1 1 0,1 0-1 16,1 0 0-16,-3 1 5 0,2 0 3 0,-2 2 2 0,0-1-5 16,0 1 0-16,0-1-2 0,-2 1-6 15,2 1-2-15,-1-1-3 0,-1 2 5 0,0-2 2 0,1 2-1 16,-1-3 2-16,2 0 0 0,-1 1 0 0,1-2 0 16,-2 2-1-16,2-4 1 0,0 2 0 0,0-3 0 15,0 0 0-15,0-1 0 0,0-4 0 16,0 0 0-16,2-1 0 0,-2-5-1 0,1 1 1 0,-1-1-2 15,0-2 1-15,2 0 1 0,-1 0-2 0,1-1 2 0,-2 0-2 16,3 0 2-16,-1-1-1 0,1 2 1 0,-1-3-1 16,2 2 1-1,-2 0 0-15,1-1 0 0,0 1 0 0,0-1 0 0,0 0 0 0,1 2 0 0,-1-2 0 0,2 0-1 32,-1 0 0-32,-1 0 1 0,2-1-2 0,0 1 1 15,0 1-1-15,-2-3 2 0,2 0 0 0,1 1-2 16,0 0 2-16,-1-1-2 0,0-1 0 0,1-1 1 15,-1-1 4-15,2 2-2 0,0-3-1 0,1 0-1 16,0 0 1-16,-1-1 0 0,2-1-7 0,-1-1 4 16,1-1 1-16,0 1 1 0,-2 0-1 0,1-2-4 15,1-1-10-15,1 2-17 0,-2-1-25 16,-2 2-70-16,3-1-73 0,-4 0-136 0,0 0-208 0,-2 1-300 0,2 0-341 16,0 2-227-16,-1-3-78 0,1 1 477 15,1-3 598-15</inkml:trace>
  <inkml:trace contextRef="#ctx0" brushRef="#br1" timeOffset="28125.63">2466 10476 96 0,'3'-2'510'15,"-3"-1"374"-15,0 1 233 0,2 1-100 0,-2 1-267 16,0 1-203-16,0 4-139 16,0-3-78-16,2 3-67 0,-1-3-49 15,1 2-49-15,2 2-41 0,-1-2-44 0,0 0-35 0,2 1-20 16,0-2-9-16,0 0-9 0,0 0-3 0,1-2-2 16,-2-1-1-16,1 0 0 0,0 0-1 15,0-3 7-15,0 0 2 0,-2 2 26 16,1-2 16-16,-2-2 12 0,1 3 9 0,-3-3 7 0,0 0 0 0,0-1-15 15,-3-1-8-15,1 2-7 0,-4-1-3 0,2 0-7 16,-1 2-3-16,0-2-4 0,0 1-5 16,-1 2-4-16,0 0-4 0,1 0-2 0,0 2-4 0,0-2-2 31,2 3-4-31,1-2-3 0,1 2-4 0,-1 2-3 16,1 1-2-16,1 0-2 0,-2 3-5 0,4 1-14 15,-2 0-33-15,1 4-67 0,1 2-62 16,-2-1-128-16,3-1-175 0,0 4-291 0,2 0-296 0,0 0-213 15,1 0-120-15,5 0 354 0,-1 0 536 0</inkml:trace>
  <inkml:trace contextRef="#ctx0" brushRef="#br1" timeOffset="28473.16">2839 10953 39 0,'4'11'370'16,"-1"-1"265"0,1 0 187-16,-2-2-17 0,-1-1-202 0,1-3-137 0,1 1-102 0,-3-1-64 15,2-2-43 1,-1 0-42-16,1 0-28 0,-2-4-41 16,1 0-26-16,1-3-18 0,-2-3-6 0,2 0-6 15,-2-4-21-15,0 0-29 0,-2-4-10 0,2 0-5 16,-2-2 8-16,1 2 22 0,-1 2 23 0,-1-1 32 15,1 3 25-15,-1 1 23 0,2 2-1 0,-4 1-11 16,2 2-19-16,2 2-28 0,-3-1-28 0,3 2-25 16,-3 2-19-16,3 0-16 0,-1 2-6 0,-1 0-5 15,1 2-5-15,1 2-9 0,-1 1-35 0,1 1-51 16,-1 0-46-16,-1 2-77 0,2 0-139 0,-3-2-173 16,3 0-244-16,-4 1-234 0,3-2-220 0,-1 0-5 15,2-2 371-15,-1 1 439 0</inkml:trace>
  <inkml:trace contextRef="#ctx0" brushRef="#br1" timeOffset="28856.28">2559 11018 259 0,'2'-2'572'15,"1"-2"264"-15,-1 1 174 0,1-3-192 0,3-1-196 16,-1-2-126-16,0-4-70 0,1-1-25 0,4-2-56 0,-1-2-54 0,0-3-35 15,1-2-45-15,2-3-41 0,0-2-55 0,0-1-31 16,-1-3-25-16,1 0-27 0,0-2-15 16,-1 2-6-16,-1-3-6 0,2 2-9 0,-2 2-5 0,1-2 7 0,0 3-4 31,-2 2 2-31,1 0 9 0,-1 5 4 0,-1 1-26 16,0 0-64-16,-3 4-48 0,1 1-119 0,-3 2-179 15,-3 5-309-15,0-1-296 0,0 4-231 0,0 2-151 16,-1 3 326-16,1 2 560 0</inkml:trace>
  <inkml:trace contextRef="#ctx0" brushRef="#br1" timeOffset="29772.79">2943 10222 108 0,'2'-1'374'0,"-1"-1"206"0,1 2 154 0,-2-1-133 15,3 1-115-15,-1-2-52 0,0 2-24 0,1 0-12 0,2-1-15 0,-1-1-25 32,2-1-58-32,2 2-61 0,-1-2-48 0,1 0-35 15,4 1-27-15,-2 0-22 0,3-2 8 16,2 0 32-16,-2 0 3 0,4 0-10 0,-1 1-20 0,3-1-10 15,-2 2-25-15,-1-4-45 0,2 3-25 0,-1 0 0 16,-1 0 6-16,-2 3 8 0,0-2 3 0,-1 4 5 16,-2-2 6-16,-2 3-6 0,1-2-1 0,-3 4-1 15,-1 1 2-15,0-4-2 0,-3 6-4 0,0 1-4 16,-1-1-3-16,-2 1-3 0,-2 2-5 0,2-1-4 16,-3 2-2-16,3-1-2 0,-3 1-2 0,1 0-3 15,-2 0 0-15,2-1-2 0,1 3-1 16,1 0 0-16,-2 0 0 0,2 0 0 0,2 1 0 0,-2 0-2 15,1 2 0-15,1-1 1 0,2 1-1 0,1 1 1 16,0 1 1-16,1 0 0 0,-1 1 0 0,4 1 4 16,-2 2 5-16,1-2 1 0,0 2-5 0,4 0-2 15,-4 2 0 1,2-3-7-16,1 1-2 0,-2 2-3 0,-1-1 6 16,0 0 2-16,0 0 0 0,-2 1 1 15,-1-1-1-15,0 0 1 0,0 1 1 0,-1-3 1 16,-2 0 1-16,-1-2 0 0,-1-1 1 0,-1-1 7 15,-1-1 8-15,-4-2 10 0,1-2 7 0,-3 0 7 16,0 0 1-16,-4-5 0 0,-1 1-5 0,-3 0-6 16,0-3-4-16,-1-2-4 0,-2-1-4 0,0-2-4 15,-3-1-4-15,3 0-5 0,-3-3-3 16,0 0-2-16,4-1 3 0,-2-3 2 0,1 4-1 0,3-4 0 0,2 2-1 16,3 0-2-16,1 0-7 0,1 1-10 15,3-1-15-15,2 1-21 0,1-2-37 0,3 0-73 16,0-2-94-16,2 1-167 0,1-3-282 0,0 2-323 0,6 0-342 15,-2-1-187-15,2 1 164 0,1 1 678 0</inkml:trace>
  <inkml:trace contextRef="#ctx0" brushRef="#br1" timeOffset="30339.88">3639 10337 23 0,'2'0'494'0,"1"0"437"0,0 0 218 0,0 0-42 0,0 2-337 16,0 0-257-16,2 1-186 0,0 0-88 15,3 1-47-15,1 1-25 0,-1-1-3 0,4-1 8 16,0 2-13-16,1-2-18 0,2 0-12 15,0-1-13-15,2 2-33 0,-1-3-33 0,1-1-20 0,-1 0-12 16,3 0-4-16,-3-1-5 0,1-1-3 16,-1-1-1-16,0 0-2 0,-2 0 2 0,0 2-22 15,-6-1-59 1,-1 1-61-16,-2 1-149 0,-3 1-258 0,-2 2-305 16,-4 2-324-16,-2 2-227 0,-2-1-20 15,-4 3 562-15</inkml:trace>
  <inkml:trace contextRef="#ctx0" brushRef="#br1" timeOffset="30541.24">3633 10605 298 0,'5'2'588'0,"-2"0"208"0,3 1 69 0,2-2-196 16,0 3-226-16,0-3-138 0,4 0-70 0,0-1-38 15,0 0-21-15,4 0-68 0,0-1-52 16,3 0-23-16,0-3-12 0,0 0-3 0,3 1 0 15,0-2-1-15,0 1-25 0,0 0-88 0,0 1-146 0,-2 1-303 16,0 2-239-16,-3 0-201 0,1 2-40 0,-1 1 258 16,-1 1 382-16</inkml:trace>
  <inkml:trace contextRef="#ctx0" brushRef="#br1" timeOffset="33922.33">4248 9786 233 0,'0'-5'396'15,"2"0"158"-15,-2 3 33 0,0-3-98 16,0 2-46-16,0 0 19 0,0 2 17 0,0-3-12 16,0 3-40-16,0 0-61 0,0-2-74 0,-2 1-84 15,2 2-61-15,0-1-36 0,0 1-23 0,0 0-15 16,0 1-9-16,0-1-2 0,2 0-3 16,-1 2-7-16,-1-2-8 0,0 0-1 0,0 0-9 15,2 1-13-15,-1-1-3 0,-1 2 25 0,2 0 32 16,1 3 17-16,0 1 13 0,2 1 7 0,-2 1 2 15,0 2-18-15,2 1-32 0,-2 0-16 0,2 4-11 16,-2-2-8-16,0 2-2 0,3 2-1 0,-4 0 2 16,1 0-1-1,0 1-8-15,-1 3-3 0,-2-2-11 0,2 1-10 0,-1-1-3 0,-1 0-5 0,2-1 7 16,-1-2 1-16,1-1 2 0,-2-2 2 16,2-2 1-16,-1 2 1 0,1-5-3 0,-2 1 0 15,3 0-2 1,-3-1 2-16,2-1-2 0,0-1 1 15,0 2 0-15,-2-1 0 0,2-2-3 0,-1-1-39 16,1 2-56-16,-1-2-52 0,-1 0-96 0,0-2-154 16,0-2-221-16,-1-2-267 0,-1-1-229 0,2-4-205 15,-1-1 128-15,1-4 469 0</inkml:trace>
  <inkml:trace contextRef="#ctx0" brushRef="#br1" timeOffset="34221.56">4447 9707 250 0,'6'-4'612'0,"-1"0"298"0,-2 1 146 0,-1 1-226 15,1 1-207-15,0 1-164 0,-1 3-120 16,1 1-74-16,0 2-55 0,2 3-39 0,-1 0-18 31,1 4 13-31,0 3 12 0,0 0-3 0,0 2-12 16,2 2-21-16,-2 2-20 0,0 0-33 15,0 3-28-15,0-1-17 0,-1 0-7 0,1 1-7 16,0-2-11-16,-1 1-8 0,0-3-6 0,-1-1-1 16,-2 0-4-16,3-2 0 0,-3-3 1 0,1-1-1 15,-2-2-6-15,1-4-40 0,1-1-54 0,-2-3-51 16,-3-1-101-16,1-1-156 0,-1-4-232 16,-2-2-269-16,0-4-233 0,1 0-195 0,-4-3 149 0,0-3 482 15</inkml:trace>
  <inkml:trace contextRef="#ctx0" brushRef="#br1" timeOffset="34521.71">4246 9690 355 0,'2'-3'765'0,"0"1"284"0,-1 0 35 15,-1 0-296-15,3 2-276 0,-1-2-211 16,1 1-78-16,0 1-43 0,3 0-32 0,2-2-8 16,0 2 19-16,2-2 5 0,4 0-38 15,-3 0-20-15,5 0-12 0,-2 0-19 0,3-2-32 0,-2 2-18 16,2-3-10-16,2 1-9 0,0-1-2 16,0 1 0-16,0-1-9 0,2-1 2 0,-1 0-1 15,-1 0 1-15,0 0-1 0,-1 1-1 0,-1 3-32 16,0 0-34-16,-4 2-103 0,-2 3-175 0,-2 2-297 15,-1 2-291-15,-3 0-250 0,0 4-157 0,-2 1 297 16,0 1 548-16</inkml:trace>
  <inkml:trace contextRef="#ctx0" brushRef="#br1" timeOffset="34822.58">4929 9907 448 0,'4'0'1085'0,"-3"0"389"0,-1 0-71 0,2 0-335 16,-1 0-372-16,-1 0-244 0,2 0-143 15,-2-1-101-15,0 1-66 0,0 0-47 0,0 0-34 16,0 0-24-16,0 0-17 0,0 0-11 0,0 0-6 15,0 0-4-15,0 0-4 0,0 0-15 0,-2 0-27 16,2 0-68-16,0 0-67 0,-1 0-139 0,-1 0-242 16,2 0-306-1,0 0-327-15,0 0-222 0,0 0-58 0,2 1 522 16</inkml:trace>
  <inkml:trace contextRef="#ctx0" brushRef="#br1" timeOffset="36255.01">5596 9666 165 0,'4'-2'467'0,"-1"0"298"0,-3 0 239 15,3-1-122-15,-1 1-162 16,-2 1-144-16,-2-2-105 0,2 3-64 0,-1 0-65 15,-1 0-56-15,0 0-45 0,-1 0-33 0,0 0-31 16,0 3-42-16,-2-2-33 0,1 1-30 0,-1 1-22 16,-2 1-15-16,1 0-12 0,1 2-6 15,-2 1-7-15,0 0-6 0,1 4-1 0,1 2-2 16,0 1 1-16,-1 4-4 0,3 1 2 0,3 5-2 16,0 1-2-16,3 1 0 0,3 3 2 0,-1 1 2 15,1-1 0-15,4 2 4 0,1-3 2 0,0-1-1 16,2-2 1-16,1-2-1 0,0-2 0 15,3-3-2-15,-2-1-1 0,4-5 0 16,-1-5-1-16,0-1-1 0,1-4 0 0,-1-4-1 0,2-5 0 0,-1-5-1 16,-2-5 0-16,-1-4 0 0,0-3 0 0,-2-4 1 15,-3-3 3-15,-1 0 0 0,-1-2 3 16,-4 2 1-16,-2-1 4 0,-3 2 0 0,-2 2-2 16,-2 2 0-16,-4 1 0 0,0 3 0 15,-2 0-2-15,-5 4 8 0,2 0 5 16,-6 2 2-16,1 2 3 15,0 1 2-15,-3 2-1 0,2 4-6 0,0 1-5 16,0 1-4-16,0 2-2 0,2 3-5 0,1 0-2 16,0 3 0-16,5 3-2 0,0 0-2 15,0 1-1-15,5 3 0 0,-1-1 0 0,4 6-2 0,0-2 1 16,3 2-1-16,3 0 0 0,0 0-6 0,4 4-23 0,-1-4-57 0,2 3-64 16,0 0-106-16,1 0-177 15,1-1-301-15,2 0-314 0,1 0-253 16,1-1-153-16,-1-1 281 0,4 0 601 0</inkml:trace>
  <inkml:trace contextRef="#ctx0" brushRef="#br1" timeOffset="36476.07">6123 10009 226 0,'-3'3'980'16,"0"0"491"-16,-2 0-40 0,-1 3-228 0,4-4-455 16,-3 1-305-16,2 0-183 0,0-2-95 0,1 0-54 15,1-1-52-15,1 0-32 0,0 0-21 0,1 0-31 0,1-2-70 16,0 0-69-16,1-2-132 0,2-3-217 0,-2 3-309 16,3-2-322-16,0 0-214 0,-1 2-49 15,0-1 474-15</inkml:trace>
  <inkml:trace contextRef="#ctx0" brushRef="#br1" timeOffset="37455.01">6270 9601 174 0,'3'-6'377'0,"0"2"183"16,-1 0 88-16,1-1-86 0,-1 2-57 0,-2-2-18 0,1 5 2 15,-1-5-19 1,2 4-43-16,-2 0-66 0,0-1-58 0,2 0-34 15,-2 2-16-15,0 0-11 0,1 2-13 0,-1-2-13 16,0 2-25-16,0-1-36 0,0 0-45 0,2 1-35 16,-2 1-22-16,0 2-12 0,3 3-8 0,-3 2-5 15,3 3-6-15,0 3-5 0,0 2-1 16,0 2-6-16,1 1-4 0,-1 1-3 16,2 0-2-16,-2-1-1 0,3-2-1 0,0-1 1 0,-1-4-2 15,0 3-1-15,0-6 1 0,0-2-1 0,-1-1 0 16,2-3-2-16,-1-1 0 0,0-3 2 0,1-2 3 15,-1-3 2-15,0-1 0 0,1-1 1 0,-1-2 2 16,0 0-1-16,-1 0-3 0,1-1 0 0,0 3-2 16,1-1 1-16,-3 1-1 15,0 2 0-15,1 0 1 0,-3 0-2 0,2 3 2 0,-3 0-1 16,2 2 1-16,-2 0 1 0,3 4-1 0,-1 1 4 16,-1 3 0-1,1 2 0-15,2 4-1 0,-2 0 1 0,0 3 0 0,1 3 0 0,-2 2-1 0,4 0 1 31,-3 4 0-31,1-4-1 0,0 2 0 0,0-3-2 16,1 0 0-16,0-3-2 0,1-3-2 0,0-2-2 0,-2-3-10 0,2 0-33 16,-2-5-59-1,0-4-58-15,0 0-98 0,-3-5-156 0,0-4-259 16,0-4-287-16,0 2-233 0,0-5-182 0,3-1 156 16,-3 1 527-16</inkml:trace>
  <inkml:trace contextRef="#ctx0" brushRef="#br1" timeOffset="37870.36">6545 9630 213 0,'3'-5'428'0,"0"1"162"0,1-2 134 0,-1 1-168 16,2 2-126-1,0-1-42-15,-1 0-30 0,4 0-3 0,0 0-16 16,-2 0-55-16,2 0-65 0,3 1-39 16,-3 2-26-16,2-2-25 0,1 1-26 0,-2 2-19 15,1 0-2-15,-1 0-14 0,-1 0 10 0,2 2 30 16,-1 2 31-16,0-1 41 0,-1 3 12 16,1 0 2-16,-2 2-13 0,-1 2-30 0,-2 3-33 0,-1 3-37 15,-2 0-18-15,1 2-13 0,-2 2-10 0,-2 2-6 16,1 3-5-16,1-2-3 0,-2 1-6 0,1 0-4 15,-1 0-2-15,2 0-4 0,-2-2-1 16,2 0-4-16,0-3 2 0,2 0-4 0,-2-4 0 0,3 2-2 16,-1-3-2-16,-1-3 1 15,4 0 0-15,-3-2-2 0,3 0 1 0,1-2-2 0,-3-1-1 16,2-2 2-16,1 0-4 0,-1-1-9 0,-2-1-32 16,2-1-64-16,1 1-58 0,-3-2-95 0,0-2-156 31,-1 1-251-31,1-2-289 0,2 0-224 0,-2-2-188 15,2 3 124-15,1-4 516 0</inkml:trace>
  <inkml:trace contextRef="#ctx0" brushRef="#br1" timeOffset="39604.55">4572 10462 59 0,'-5'1'267'0,"2"1"156"15,0-2 157-15,0 2-60 0,0-2-98 16,1 0-22-16,0 1 38 0,-1-1 7 0,3 1-16 0,-1-1-28 16,1 0-50-1,-2 0-53-15,2 2-76 0,0-2-63 16,0 3-44-16,2-3-35 0,-2 0-26 0,1 0-20 15,-1 0-8-15,0 2-12 0,2-2 0 0,1 3 8 16,0 0 7-16,2 2 4 0,0-1-2 16,4 0 4-16,-3 2-7 0,2 0-9 0,1 0-9 15,1 0 41-15,1 0 49 0,2 0 16 0,3 0 13 16,0 0 16-16,1 0 8 0,2 1-35 0,0-4-33 16,2 2-18-16,2 0-2 0,0 0-10 0,2-3-10 15,2 3-4-15,1-2 3 0,4-2-6 0,1 2-4 16,0 0-9-16,4-1 0 0,0 1 7 0,1-2-5 15,0 1 5-15,1 0-7 0,1 0 1 0,0 0-6 16,1 0-11-16,0 0-3 0,0 1-3 16,1-2 1-16,0 3-1 0,-2-2 1 0,-1 3 0 15,2-5 1-15,0 2-1 0,-3 3 2 0,2-3 6 16,2 2 7-16,0 0 1 0,-1 0 3 0,1 0 0 16,-2-2 0-16,-2 3-8 0,1-2-4 0,-1 1-4 31,0 1-2-31,-1-2-1 0,-1 2-1 0,0 0 0 15,-1 0-2-15,-2-1 1 0,-1 0 1 0,1 1 0 16,-1-3 0-16,-2 4 0 0,0-4 0 16,0 1 0-16,0 1 6 0,-2 0 2 0,2-2 2 0,-1 0 3 15,-1-1-1-15,1-1-1 0,-2-1-5 16,0-1-3-16,1 0-2 0,1-2-1 0,-3 0 0 16,1-1-1-16,-2-1 0 0,1 1 0 0,-4 1-1 15,3-2 0-15,-3 1 0 0,2 0-1 0,-5 1 1 16,3 1 1-16,-4 0 1 0,2 0 0 0,-3 2 3 15,0-1 0-15,-2 2 0 0,-2 0-1 0,-1 0-1 16,-4 0-2-16,-1 2-2 0,-2-2 2 0,-2 1-2 16,-2-1 0-16,-1 3-1 0,-1-1 0 0,-4-1-10 15,0 2-16-15,-3 0-25 0,-3 2-67 0,0-4-77 16,-2 2-156-16,-2 0-278 0,0-2-315 16,-2 1-370-16,4 1-255 0,-1-2 20 0,1 4 683 15</inkml:trace>
  <inkml:trace contextRef="#ctx0" brushRef="#br1" timeOffset="40454.21">5271 11265 110 0,'-2'8'436'0,"-1"0"300"16,2-2 196-16,-1-1-90 0,2-1-219 0,-2-1-138 16,2-1-95-16,0 0-82 0,0 1-58 0,0-3-49 15,2 0-51-15,-2 0-34 0,2-5-21 0,1 3 7 16,0-4 20-16,0-3 31 0,2-2 19 0,1-2-6 16,0-2 2-16,1-4-21 0,-1 0-24 15,2-3-33-15,1-1-17 0,-2-2-7 0,1 0-19 16,3 0-12-16,-3 2-4 0,0 0-6 0,0 4-6 15,-1 0-8-15,1 3-2 0,-3 1-4 0,2 3-4 16,-3 3 1-16,2 2-1 0,-4 0 5 0,3 3 2 16,-2 2 7-16,0-1 2 0,0 3 4 0,2 3 2 15,-2 0-2-15,3 4-3 0,-3 2-2 0,2 1-1 16,-3 5-4-16,1 0-2 0,0 4-1 16,-1 0-3-16,-2 3-1 0,2 1-2 0,-2-1-1 15,0 2-2 1,0 1-1-16,-2 1-1 0,2-2 0 0,0 0-1 15,0-1 0-15,0 0-1 0,2-5 1 16,-1 1 0-16,-1-1-3 0,2-2 1 0,1 0-10 16,-1-2-20-16,0 2-64 0,0-4-58 0,-1-2-94 15,1 2-160-15,-2-2-269 0,3-1-309 0,-3 0-235 16,2-1-188-16,-2 3 163 0,3-5 558 0</inkml:trace>
  <inkml:trace contextRef="#ctx0" brushRef="#br1" timeOffset="40737.62">5669 11406 100 0,'5'-5'732'0,"0"2"648"0,1-1 158 15,-3 3-213 1,0-1-416-16,-3-2-345 0,2 4-179 0,-2 0-136 15,2-3-79-15,-1 3-51 0,-1-1-38 16,0 1-28-16,2 0-20 0,-2-1-14 0,0 1-7 16,0 0-5-16,0 0-4 0,0 0 0 0,0 0-2 15,-2 0-2-15,2 0 0 0,0 0-5 0,0 0-11 16,0 0-18-16,0 0-40 0,2 1-70 0,-4-1-79 16,2 0-147-16,0 1-224 0,-3 2-310 15,5-3-304-15,-1 2-205 0,1 0-14 0,1-2 519 0</inkml:trace>
  <inkml:trace contextRef="#ctx0" brushRef="#br1" timeOffset="41387.49">5911 11091 363 0,'-5'0'793'0,"-4"2"318"16,3-1 67-16,-1 0-298 0,-1 4-270 0,0-2-182 31,-1 1-115-31,4 1-71 0,1-1-65 0,-1 1-40 16,0-1-43-16,3 1-38 0,1-3-19 0,-2 3-21 15,3-2-11-15,0 1-2 0,4 1-3 16,-2-3-2-16,1 4-1 0,2-1 0 0,1-1 5 0,1 0-5 16,4 2 0-16,-2-1 4 0,4 1-1 15,1 0-1-15,2-1-3 0,1 4 1 0,2-1 1 16,-1 1-1-16,0 0 1 0,2 2-2 0,0-1 4 15,-1 2 0-15,0-2-1 0,0 4 1 0,-3-3 1 16,1 4 7-16,-4 0-5 0,1 0 3 0,-3 0 43 16,-1 0 28-16,-1 2 15 0,-2-1 2 0,-3 1 5 15,1 0 0-15,-2-1-33 0,-3 1-28 0,0 0-9 16,-1-4-1-16,-1 2 0 0,-3-2-3 0,2-2-1 16,-2 0-1-16,-1-3-4 0,-2-1-8 15,0-2-4 1,0 0-3-16,-1-2 0 0,-4-3-1 0,2-1-5 15,-3-2-2-15,1-4-1 0,0-1 1 16,-1-3-3-16,0 0 1 0,2-4 0 0,0 2 0 16,3-1 1-16,-2 0 1 0,3 0-1 0,3-1 1 15,0 2 2-15,4-2-1 0,-2 0 0 0,6-2 0 16,0 2 1-16,2-4 1 0,1 1 0 0,2-2 4 16,1 0 0-16,1-4 0 0,1 4 1 15,2-3 1-15,-2 1-4 0,-2-1 2 0,2 1-1 16,-3 1-1-16,0 2 0 0,-3 3 3 0,1 1 2 15,-3 1 6-15,-1 3 10 0,-1 2 10 0,-2 1 7 16,-2 2 3-16,-3 1-4 0,-1 3-8 0,-2 0-9 16,-3 4-10-16,-2 0-6 0,0 1-6 0,-2 3 0 15,0 2 0-15,-1 0 0 0,-2 2-2 0,3 1 5 16,-1 1 1-16,1 1 0 0,4 2-12 0,0-2-42 31,4 2-71-31,4-1-100 0,-1-1-170 0,5-1-299 16,5 1-329-16,1-3-317 0,2 0-180 0,3-1 204 15,3-1 643-15</inkml:trace>
  <inkml:trace contextRef="#ctx0" brushRef="#br1" timeOffset="42121.21">7486 10538 181 0,'2'0'810'0,"-2"0"448"15,0 2 60-15,0 0-145 0,1-2-413 0,1 1-304 16,0-1-152-16,-1 1-85 0,5 1-54 0,-1 1-49 15,1-1-26-15,4 3-23 0,2-4-15 16,1 4-5-16,0-3-5 0,4 2-3 0,0-3-15 16,-1 0-10-16,3 1-4 0,-1-2-5 0,-1-2-2 15,1 2-4-15,-1-1-2 0,-1 0 2 0,0 1-1 16,-4-2-2-16,1 2-34 0,-4 0-66 0,-2 2-93 16,-4 0-180-16,0 4-290 0,-6 2-327 0,0 1-317 31,-4 3-178-31,-1-2 231 0,-4 1 648 0</inkml:trace>
  <inkml:trace contextRef="#ctx0" brushRef="#br1" timeOffset="42292.98">7432 10924 9 0,'5'9'515'0,"3"1"448"15,-2-3 208-15,2-1-35 0,5-3-302 16,-1 2-361-16,4-4-201 0,0 0-94 0,4-1-49 0,1 0-43 15,5 0-38-15,2-1-24 0,0-2-16 0,6 0-10 16,-3 1-24-16,4-1-160 0,-3 2-302 0,-2-1-262 16,-2 1-261-16,-3 1-254 0,-3 1-6 0,-4 1 563 15</inkml:trace>
  <inkml:trace contextRef="#ctx0" brushRef="#br1" timeOffset="64237.28">8498 10366 163 0,'0'-1'406'15,"2"-1"170"-15,-2-1 167 0,0 2-114 16,-2-2-92-16,2 0-34 0,0-1-16 15,-2 0-16-15,1 3-62 0,-1-2-71 16,0 1-51-16,2 0-11 0,-1-1-15 16,-1 2-14-16,-2 0-18 0,2 0-22 0,1-4-34 0,-2 5-50 15,-1 0-35-15,1-2-21 0,-2 2-12 0,0 0-6 16,1 0-6-16,-4 0-7 0,3 2-4 0,-3 1-6 16,0 0-5-16,-1 2-5 0,1 1-2 0,0 1-4 15,0 2-4-15,-3 1-2 0,2 1 0 0,-1 3-1 31,-1 0-1-31,0 3-2 0,1-1 0 0,1 4-1 16,-2 0-3-16,3 2 1 0,-1 1-2 0,1 2 2 16,1 2 0-16,1 0 2 0,1 1 1 15,1 2 1-15,2 1 2 0,1 1 0 0,2-1-1 16,2 1 2-16,3 0-1 0,-1-2 1 0,3 1-1 16,2-2-6-16,2-1 2 0,-1-1-1 0,3-3-4 15,2-2-4-15,0 0-2 0,0-5 5 0,1-1-4 16,1-5 5-16,-1-2 8 0,-1-2 4 0,3-4-2 15,-5-3 3-15,4-4 3 0,-4-5-4 0,2-1-3 16,-4-5-2-16,1-5 6 0,-2-3-4 0,-3-4-1 16,3-3-3-16,-5-5 0 0,-1 0-2 0,0-3 0 15,-2 1 0-15,0-3 1 0,-3 1 2 16,0 3 2-16,-3-3 1 0,-3 3 2 16,-1 2 0-16,-1 1 0 0,-4 2-1 0,-1 2-1 0,-1 1-1 15,-2 5 1-15,0 2-1 0,0 3 1 0,-2 1 0 16,1 7 0-16,-1 1-1 0,2 4 0 0,-2 4-2 15,2 4 0-15,1 3 0 0,0 2-1 16,3 4 0 0,1 3 0-16,0 1-1 0,3 0-1 0,3 0-2 15,0 3 1-15,4 0-2 0,-1-1 0 16,4 1-2-16,-1 0-11 0,3-1-17 0,0 0-44 16,1 0-68-16,0-2-81 0,1 0-144 0,2 3-224 15,0-4-309-15,0 1-285 0,4-2-199 0,-2 1 19 16,4-2 507-16</inkml:trace>
  <inkml:trace contextRef="#ctx0" brushRef="#br1" timeOffset="64479.2">8781 10939 125 0,'0'10'737'16,"-2"-2"460"-16,-1 0 90 15,0-1-97-15,1 1-339 16,-2-2-328-16,2 0-167 0,-2-2-87 0,2-1-56 16,0-1-65-16,2 3-68 0,0-5-39 0,0 0-25 15,2 0-43-15,0-5-71 0,2 3-90 16,-2-3-165-16,1 1-294 0,-2-2-321 0,4 0-310 16,-2 0-178-16,1-1 193 0,-1-2 619 0</inkml:trace>
  <inkml:trace contextRef="#ctx0" brushRef="#br1" timeOffset="65268.8">8942 10404 16 0,'0'-3'314'0,"-3"3"245"16,3 0 250-1,0 0 111-15,0 0-178 0,0-2-139 0,0 2-102 0,0 0-91 16,0 0-75-16,2 0-53 0,-1 0-14 0,5-3-12 16,-1 1-13-16,0 1-16 0,1-2-17 15,1 0-31-15,2 0-53 0,-1-1-37 16,0 0-25-16,2-1-9 0,0 0-11 0,2 1-7 0,0-2-4 15,-1 1-6-15,2-1-3 0,1 0-4 0,-1 0-5 16,2-1-4-16,0 5-2 0,-1-4-1 0,-1 3 0 16,2 1 3-16,-3 1-3 0,-1 2 6 15,1 3 4-15,-1 0-2 0,-1 1 3 0,-1 3 2 16,-1 3 4-16,0 3-5 0,-3-1-4 16,0 3 2-16,1 2-5 0,-3 1-4 0,-1 0-4 0,-1 2 0 0,1 1 0 15,-2 0-2-15,0 0 1 0,0 0 0 16,-2 1 0-16,1 0 1 0,-1-3 0 0,0 4 0 31,-1-2 0-31,-1 0 0 0,2 0-1 0,-1 1 0 16,0 0-2-16,1-2 1 0,-1 2-2 15,1-3 0-15,-1 1 0 0,0-2-1 0,1 1 0 0,-1 0 0 16,2-2-1-16,-4-1-1 0,4-1 1 16,-1-1-2-16,-1-4-1 0,1 0-4 0,2-2-11 15,-1-2-17-15,-1-1-23 0,0-1-55 0,-1-1-65 16,2-2-76-16,-3-2-126 0,1 0-169 0,0 0-300 15,-3-2-253-15,3-2-205 0,0 2-55 0,-1-3 386 16,1-3 506-16</inkml:trace>
  <inkml:trace contextRef="#ctx0" brushRef="#br1" timeOffset="65581.11">9020 10831 299 0,'-4'-1'664'16,"3"-3"316"-16,-1 4 120 0,2-1-253 16,0 0-246-16,0-1-162 15,0 1-115-15,3 1-62 0,1 0-30 16,2 1-10-16,1 1-3 0,2-1-15 0,0 0-20 0,1 1-28 16,2 0-38-16,-2-1-34 0,3-1-35 15,1 0-16-15,-1 0-10 0,2-1-9 16,-2-1-1-16,3-1-4 0,-2 0-3 0,0 0-4 0,0-1-2 15,2-1 0-15,-2-1-1 0,-1 2-1 0,0-3-21 16,-2 1-58-16,1 1-59 0,-4-3-126 0,0 3-189 16,-3 0-309-16,0-2-312 0,1 3-233 0,-1-2-114 15,-2 2 390-15,2-2 561 0</inkml:trace>
  <inkml:trace contextRef="#ctx0" brushRef="#br1" timeOffset="66168.56">9442 10431 278 0,'4'-7'584'0,"-2"-3"258"0,1 3 171 15,0-1-201-15,1 2-180 16,-1-1-161-16,0 1-91 0,0 0-72 0,2 1-73 15,-1-1-65-15,0 0-16 0,1 0 1 16,-1 0-8-16,1 0-6 0,0 0-12 16,1 2-17-16,0-1-17 0,-1-1-18 0,3 1-11 0,-3 1-6 15,3 1-8-15,-2 0-5 0,2 0-17 0,-2 0-6 16,2 2 1-16,0 1 1 0,-2 0 7 0,-1 3 9 16,3-1 8-16,-2 3 2 0,-1 4 1 0,-2 0-2 15,0 4-4-15,-1 3-7 0,-2 0-9 16,-2 2-6-16,1 2-7 0,-2 1-4 0,-1 1-3 15,-2 2-1 1,2-3-2-16,-1 2-1 0,2-3-1 16,-1 1-3-16,1-2-1 0,0-1-1 0,3-2-1 15,-2-2 0-15,4-1 0 0,-2-1-1 0,3-1-2 16,0-1 0-16,2 0 0 0,2 0 0 0,0-3 2 16,1 1 0-16,0-1 1 0,5 1 0 0,-4-2 0 15,4 0-1-15,-1 0 0 0,1-2 0 16,1 1-1-16,-1 1 3 0,0 0 0 0,-1 0 1 0,1 1 0 15,0 1 0-15,-4 1 2 0,1 1-2 16,-1 1 0-16,-1 1 1 0,-3 0 0 0,-2 1-1 16,0 0-1-16,-3 1 1 0,0 0 2 0,-3-1-2 15,-2 1 1-15,0 0 0 0,-4-2 2 0,0-2-2 16,-3 3 0-16,0-3 0 0,-4 0 0 16,0-2 0-16,-1 4-2 0,-2-6 2 0,0 1 0 0,-2-2-1 15,1-1-2-15,1-1 0 0,0-3-2 0,0 0-1 16,3 0-2-16,2-2-7 0,1 1-16 0,2-2-41 31,0-2-71-31,5 1-82 0,-1-3-154 16,2-1-265-16,4 1-318 0,-1-1-306 0,5-2-202 0,1 0 71 15,1-2 586-15</inkml:trace>
  <inkml:trace contextRef="#ctx0" brushRef="#br1" timeOffset="66736.06">10183 10171 396 0,'-1'3'782'15,"-1"-3"287"1,2 2 63-16,-3-2-294 0,3 4-275 15,0-1-169-15,0 1-69 0,5 4-34 0,-2 0-34 0,0 1-33 16,3 1-31-16,-1 0-30 0,2 1-40 0,0 0-41 16,1-3-35-16,-1 0-19 0,-1-2-12 0,3 0-4 15,-1-3-7-15,0-1 0 0,0-1 0 0,0-2 6 16,-2-2 4-16,-1 0 8 0,0-2 7 16,-2-1 9-16,0-2 9 0,-1 3 2 0,-2-1 4 0,0-2-5 15,-2 2-3-15,-1-1-4 0,0-2-7 16,-2 3-4-1,0 0-4-15,-1 0-3 0,0 2-2 0,-2 0-4 16,3 2-5-16,0-2-2 0,-1 2-3 0,0 2-3 16,1 0-3-16,0 0-2 0,2 4-2 15,0 0 0-15,1 2-2 0,-1 0 0 0,3 3-7 16,-2-1-12-16,2 2-31 0,2 0-68 0,-2 1-63 16,0 0-111-16,3-1-168 0,-3 1-303 0,3 1-299 15,-1 0-225-15,3 1-152 0,-2-3 288 0,2 3 575 16</inkml:trace>
  <inkml:trace contextRef="#ctx0" brushRef="#br1" timeOffset="67237.28">10648 10924 104 0,'-2'0'514'0,"-5"2"397"16,4-2 245-16,-2 5-111 0,0-4-294 0,-1 0-193 16,2 3-131-16,1-2-98 0,-1 2-79 0,2 0-52 0,2 0-41 15,0 1-45-15,0-1-42 0,2 2-29 0,2 0-15 16,1 0-11-16,0 0-6 0,1-1-2 0,-1 0-5 16,3 0-1-16,-2-5-3 0,1 2-2 0,-1-2 4 15,0 0-3-15,3-2 4 0,-4 2 2 0,0-5 6 16,-2 1 3-16,1-2 7 0,-1 2 11 0,-2-2 8 31,1-2 2-31,-2 2 3 0,0-1 4 0,0 1-2 16,0 0-5-16,-2 2-5 0,1-1-5 0,-1-1-6 15,1 4-8-15,-1-1-6 0,0 0-7 16,-1 2-2-16,2 1-5 0,-3 0-17 0,1 1-52 16,-2 0-55-16,-1 4-72 0,2 2-137 0,-3-1-194 15,1 1-304-15,-1 0-245 0,-2 2-211 0,1 0-21 16,2 0 421-16,-2-1 487 0</inkml:trace>
  <inkml:trace contextRef="#ctx0" brushRef="#br1" timeOffset="67652.64">10076 11224 147 0,'0'0'537'16,"-2"-2"293"-16,-1 1 125 0,3-2-148 16,0 0-278-1,3 0-180-15,-1-4-96 0,4-1-28 0,3-2-5 16,-2-2 2-16,4-4-13 0,5 0-37 0,-2-5-34 15,3-1-24-15,1-5-15 0,4 0 7 0,0-5 12 16,2-1 8-16,0-1-4 0,1-4-6 0,3-1 5 16,1-3-14-16,-1-2-23 0,2 0-17 0,-1-2-8 15,-1 1-9-15,0-3-18 0,-1 3-12 16,-1-2-8-16,-1 1-4 0,0 2 0 0,-3 1-3 0,-1 1-1 16,0 4-6-16,-4 0-23 0,-3 4-65 15,-2 5-73-15,-2 2-153 0,-5 5-276 0,0 4-311 0,0 2-311 16,-4 3-199-16,1 0 78 0,-4 2 592 15</inkml:trace>
  <inkml:trace contextRef="#ctx0" brushRef="#br2" timeOffset="133276.2">1313 12852 211 0,'10'-2'567'16,"-2"0"349"-16,0 0 206 0,-2 0-193 0,-6 1-224 31,0-1-92-31,-2 1-102 0,2 0-95 0,2 1-81 0,-2-2-56 16,-6 0-43-16,1 1-63 0,-3 0-40 0,-3 1-24 15,-1-2-16-15,-3 2-12 0,-1 0-11 16,2 0-9-16,-3 2-8 0,1-1-6 0,0 2-6 16,0 0-6-16,-1 1-5 0,1 0-6 0,0 4-5 15,0 0-4-15,-1 0-5 0,3 4-1 16,0-1-3-16,1 0-1 0,2 1-1 0,1-2-1 16,2 1 0-16,4-3-2 0,-2 1 0 0,1-1-1 15,3-2 0-15,2 2 0 0,0-1-1 0,2-1 0 16,1 1-1-16,3 1 1 0,0 0 0 0,4-2 0 15,-2 1 1-15,4-1 0 0,1 2-1 0,1-2 0 32,2 0 0-32,0 0 1 0,0 0-1 15,3-2 0-15,-2 2 1 0,2-1 0 0,-2 1-1 16,-2-1 2-16,0 1-1 0,-2-1 2 0,-2 1-1 16,2 0 2-16,-2 0-1 0,-1 1 0 0,-1 0 0 15,-3 0 1-15,1 2 0 0,-4 2 0 0,-1-1 1 0,-2 2 0 16,-2 2 0-16,-1 1-1 0,-4 0 0 0,1-1-1 15,-3 3 4-15,1-2 2 0,-2 3 1 16,-1-1 2-16,0 1 1 0,0-3 1 0,-5 2-3 16,2-2-4-16,0 1-1 0,-1-2-2 0,0-1-5 15,0 0-4-15,3-2-3 0,2-3 0 0,1 0-2 16,2-2-2-16,0-3 3 0,2 0 6 0,5-3 2 16,0 0-1-16,0 0-9 0,5-6-20 15,2 0-19-15,0-4-41 0,1 1-75 0,0-3-83 16,2 1-147-16,0-2-195 0,1 1-306 0,2-2-318 31,-4 1-213-31,1-1-19 0,-1 0 521 0,-4 1 536 0</inkml:trace>
  <inkml:trace contextRef="#ctx0" brushRef="#br2" timeOffset="133576.65">1536 12909 13 0,'7'0'482'0,"-2"0"467"0,-1 0 273 16,-2 1-35-16,2 3-280 0,-2 3-228 0,1 0-185 16,2 5-114-16,-2 0-68 0,0 5-46 0,1 1-73 0,-3 4-64 15,1 2-35-15,-1 3-23 0,1 4-19 0,2 3-13 16,-2 0-7-16,1 2-8 0,0 0-7 0,-1 2-6 15,1-5-4 1,2-1-4-16,-2-2-2 0,2-4-2 0,-1-2-2 16,0-4-2-16,-1-6-2 0,0 0-8 0,2-5-13 15,0-3-38-15,-2-3-69 0,-2-3-105 0,-1-3-175 16,-1-3-287-16,-1-3-330 0,1-3-327 0,-3-1-179 16,1-2 256-16,-3-4 652 0</inkml:trace>
  <inkml:trace contextRef="#ctx0" brushRef="#br2" timeOffset="134091.89">1753 12966 288 0,'5'-5'622'16,"0"2"303"-16,1-2 166 0,0 3-225 0,0-2-218 15,-1 0-127-15,0 1-68 0,3 0-73 0,1 2-66 16,-1-2-62-16,0 1-45 0,1 1-41 16,-1-2-42-16,0 3-23 0,0-2-21 0,2 2-13 0,-2 2-3 15,-2-1-7-15,2 1-3 0,1 1-5 0,-2 1-3 16,-1-1-3-16,-1 2 0 0,1-1-2 0,0 0 0 15,-1 2 0-15,-2 1 3 0,2 2-1 0,-3 0-1 16,-2 0-1-16,1 1-4 0,-2 2-3 0,-1 0-6 0,-1 2-5 16,0 3-4-16,-2-2-2 0,-1 2-2 0,-2 0-1 15,0 3-7-15,1-3-2 0,-3 3-3 0,3-1-4 0,-1 0-2 16,0 0-3-16,2 0 4 0,1 0 1 0,1 1 0 16,0 1 1-16,3-1 0 0,-1-1 0 0,2-2 0 15,2 0 0-15,-2 0 1 0,3-2 3 0,2-1 2 16,0-2 0-16,2-2 1 0,0 1 0 0,-1-1 0 15,2-2-4-15,3-1-2 0,0-1-1 0,-1 0-2 16,2-1 0-16,-1-2-2 0,2-2-7 0,-2 1-12 16,2-2-15-1,-1 0-21-15,1-2-29 0,-1-1-56 0,0-1-63 16,-3-1-74-16,2 1-127 0,-3-1-181 0,0-1-292 16,-1 0-248-16,2-3-206 0,-3 1-27 0,2-1 433 15,-1-3 501-15</inkml:trace>
  <inkml:trace contextRef="#ctx0" brushRef="#br2" timeOffset="134576.06">2256 12844 313 0,'3'-5'673'0,"0"0"331"0,0 2 115 16,0 0-251-16,-3 3-184 0,2 3-93 0,-1 0-96 15,1 4-93-15,-2 0-82 0,0 1-55 0,0 2-54 16,-2 2-70-16,1 1-43 0,-1 2-21 0,1 1-12 15,-1 2-5-15,-2 1-7 0,2 5-4 0,-1-2-2 16,1 1-5-16,-1 3-3 0,3 1-5 0,-2 0-4 16,1 0-3-16,1 0-2 0,1 2-4 0,-1-1-2 15,2 0-3-15,1 2-3 0,-1-2-4 0,-2-3-3 16,3 1-2-16,0-2-2 0,3-2-2 0,-3-1 1 16,2-3-1-16,0-1-1 0,0-3 1 0,1 0-1 15,2-2-1-15,0-1 1 0,0-4-2 0,3 0 2 16,-2 0-2-16,1-4 1 0,2-2-1 0,1-2 2 15,0-2-2 1,1-4-1-16,0 2 1 0,2-4-6 0,-2-2-9 0,4-3-15 0,-4 2-18 0,3-4-38 0,-4 1-69 31,1-3-66-31,-1 0-107 0,-1 2-166 16,-2-2-256-16,-2-1-288 0,0 6-216 0,0-5-152 16,-4 2 247-16,1 1 552 0</inkml:trace>
  <inkml:trace contextRef="#ctx0" brushRef="#br2" timeOffset="134843.28">2256 12858 278 0,'0'1'814'0,"0"1"345"0,0-1 18 15,0-1-221-15,3 2-348 0,0-2-224 0,3 1-119 16,2-1-62-16,0 1-33 0,0-1-32 0,3 0-28 15,2-1-40-15,1 0-31 16,-1-1-15-16,2-1-10 0,-2 0-6 0,4 2-4 0,-2-4-1 0,2 2-5 16,-3 0 0-1,2 2-27-15,-3-1-32 0,-2 2-58 0,0 0-118 16,-5 2-153-16,-1 1-254 0,-3 3-266 0,-1-2-246 16,-2 4-110-16,-1-1 288 0,-3 3 458 15</inkml:trace>
  <inkml:trace contextRef="#ctx0" brushRef="#br2" timeOffset="135009.79">2279 13099 419 0,'-3'10'855'15,"-2"0"260"-15,2-2-16 0,3-2-299 0,0 0-296 0,2-1-197 16,1-1-114-16,2 0-56 0,1 0-31 0,2-1-29 0,3-1-29 16,2 1-24-16,1-2-12 0,0-1-7 0,5 0-3 15,-1 1-2-15,2 1-22 0,2 0-83 16,-1-2-146-16,4 2-200 0,-1 0-283 0,1 1-269 15,-1 0-197-15,-2 0 127 0,2 0 431 0</inkml:trace>
  <inkml:trace contextRef="#ctx0" brushRef="#br2" timeOffset="136142.14">3083 12706 417 0,'1'-8'897'0,"-1"3"317"0,-1-1 8 16,-1 0-242-16,-1 2-265 0,-2-1-194 16,0-1-135-16,-2 4-86 0,-1-1-54 0,-2 0-76 15,-1-2-55-15,-2 3-32 0,2-2-18 0,-3 0-7 16,1 1-10-16,-1 0-6 0,3 0-2 0,-2 2-4 15,1-1-5 1,2 2-5-16,2 0-2 0,-1 0-5 0,1 0-5 16,2 0-4-16,1 2-2 0,-1-1-3 15,3 1-3-15,-2-1 0 0,3 2 0 0,-1 2 0 16,0-3-2-16,1 4 1 0,1 0-1 0,-1 1 1 16,0 0-1-16,1 3 0 0,1-2-2 0,-2 3 2 0,2-1 0 15,0 2-1-15,0 0-1 0,0 2-1 16,0 0 2-16,2-1 0 0,-2 1-1 0,0 3 0 15,0-2 2-15,0 1 0 0,0 0 0 0,0 1-1 16,0 0 2-16,0 2 0 0,-2 0 1 0,2-1 0 0,-3 3 0 16,0 0 1-16,2 1-1 0,-2 1 0 15,1 1 1-15,-1 0-2 0,1 3 2 0,-1 0-1 16,1 0-1-16,1 1 1 0,-1 1-1 0,-1-1 0 0,1 1-1 16,1-1 1-1,-1-1 0-15,2 2-1 0,-3-2 0 0,2 1-1 0,-1-5 0 0,2 2-1 16,0-3 0-16,0 2 0 0,0-5 0 0,2 0 0 0,-1-1 0 15,2-3-1-15,2 0 2 0,-2-1-2 0,3-1 2 32,1-1-1-32,2-1 2 0,-1-3-1 0,3 2 0 15,-1-3 0-15,4-3 0 0,-3 3 0 0,3-4 1 16,-1-2 0-16,1 1 1 0,-1-4 1 0,2 1-1 16,-2-2 0-16,0-4 0 0,3 2-1 0,-5-3 1 15,3 0-3-15,-3-3 0 0,0 3-5 0,0-3-17 16,-1 4-28-16,-2-2-69 0,-1 3-73 0,-2 2-140 15,-2-1-238-15,-3 3-305 0,2-2-340 0,-2 2-229 16,0-2-60-16,0 2 529 0</inkml:trace>
  <inkml:trace contextRef="#ctx0" brushRef="#br2" timeOffset="136761.23">3166 13315 207 0,'2'-3'591'0,"0"-1"315"16,-1 1 165-16,-1-2-177 0,0 1-218 0,0-2-194 15,0 0-117-15,0-1-50 0,0-1-49 0,2-2-43 16,-1 2-20-16,1-4-19 0,1 0-25 0,-1-1-30 16,1-4-27-16,0 2-28 0,0-2-21 0,0-1-10 15,-1 2-10-15,3-1-6 0,-2 0 0 0,-2 4-2 16,3 0-6-16,-3 4-7 0,1 0-2 0,-1 3-2 16,1 0 0-16,0 4 5 15,-1-1 7-15,2 6 8 0,-1-1 4 0,-1 4 4 0,1 3 0 0,1 1-2 0,-1 5-6 16,1 1-7-16,0 1-6 0,0 2-4 15,1 0-2-15,0 0-2 0,2 1 0 0,-1-2-2 16,0-2 0 0,1-1-1-16,-2-2-2 0,0 0 0 0,2-6-1 15,-1 1-1-15,-2-4 0 0,2 0-2 16,-2-4 3-16,1-2-1 0,-1-2 0 0,3-4 0 16,-3-1 0-16,2-5 0 0,-2-1-2 0,0-3 2 15,2 1-2-15,-2-2-2 0,2 0 0 0,1-1 1 16,-3 1-1-16,2 1 0 0,-2 2 1 0,2 2 2 15,-2 2 0-15,-1 3 1 0,1 1 0 0,1 4 0 16,-2-1 1-16,1 5 1 0,2 0 1 0,-2 2 0 16,2 2 1-16,-2 3 2 0,-1 1 1 0,1 3 0 15,0 1 1-15,3 1-2 0,-4 2-1 0,3 1 0 16,-2-2-1-16,2 3-1 0,-2-1-2 0,0 1 1 0,3 0-1 16,-3-2-1-16,0 1-3 0,2-3 0 15,0 1-2-15,0-2-6 0,0-1-24 0,2-3-71 0,-2 0-89 16,0-1-171-16,-2-3-288 0,2 0-328 0,-2-2-365 31,2-2-207-31,-1 0 170 0,-1-2 693 0</inkml:trace>
  <inkml:trace contextRef="#ctx0" brushRef="#br2" timeOffset="137867.29">3611 13354 12 0,'3'2'361'0,"-1"0"310"0,-1-1 256 16,-1-1 67-16,0-1-239 0,3 1-199 16,-3-2-139-16,0-2-98 0,0 0-68 15,0-3-63-15,0 0-50 0,0-3-33 0,0 0-16 0,2-4-8 16,-1 1 7-16,-1-4 16 0,2 2 14 0,1-3 22 15,0 0-2-15,-1-1-7 0,1 1-12 0,0 1-20 16,1-1-21-16,-3 4-26 0,2 0-13 16,0 3-9-16,0 2-8 0,-1 1-7 0,-2 3-3 0,1 0-2 15,1 2-2-15,0 2 6 0,-1 2 6 0,1 2 4 16,-1 3 0-16,3 2 1 0,-3 0-1 16,3 3-6-16,-3 3-5 0,2-1-6 15,2 2-2-15,-2 1-3 0,2 1 1 0,-2 0-3 0,3-1 0 0,-2-1 1 16,0 1 1-16,2-3-1 0,-3 0 2 0,2-1-2 15,-3-5 1-15,3 1-3 0,-4-2-2 0,1-2 0 16,1 0 0-16,-1-3 3 0,-1-1-3 0,1-1 3 31,2-3 1-31,-4-1-1 0,4-1 0 0,-1-2-2 16,-2 0 1-16,3-3 2 0,-1 2-2 16,0-2 0-16,2 0 2 0,-2 3-2 0,3-1 0 0,-3 1-1 15,2 2 2-15,-2 2 0 0,0 0-1 0,1 0 0 16,-1 2 2-16,0 2 0 0,0 0 0 0,3 1 0 15,-3 2 2-15,2 0 1 0,0 2 0 0,-2 0-1 16,2 1-2-16,1 0 1 0,-3-1-2 0,2-1-1 16,0 1 0-16,-2-1 0 15,0-1 0-15,2-2 0 0,-2-1-1 0,3-2 1 0,-4-2 0 0,3-3 0 16,-2-3 1-16,2-1 2 0,-2 0 0 0,0-3-2 16,0 0 0-16,2 0 1 0,-2 3-2 15,0 0 1-15,0 2-3 0,-1 1 2 0,1 1 1 16,-1 1-2-16,1 3 2 0,-1 0-2 0,1 3 4 15,-2 1 1 1,3 4 1-16,-2 0 0 0,2 3 1 16,-1-1 1-16,0 3-3 0,0 2-2 0,-1 2-1 15,3-2-1-15,-2 0-2 0,0-2-5 0,1 1-25 16,1-3-62-16,-2 0-61 0,-1-3-105 0,0-1-170 16,-2-3-309-16,0-1-303 0,1-2-231 15,-1-4-151-15,2-4 276 0,-1 1 578 0</inkml:trace>
  <inkml:trace contextRef="#ctx0" brushRef="#br2" timeOffset="138425.76">3960 12616 423 0,'3'-2'877'16,"-3"0"292"-16,2-1-10 0,-1 2-330 0,-1-1-297 15,0 0-220-15,2 1-118 0,0 0-40 0,1-1-7 0,2 0 5 0,1-1-7 16,0 2-3-16,2-2-14 0,0-2-29 16,0 2-32-1,1-3-25-15,1 1-9 0,-2-1-12 0,3 2 0 16,-2 0-4-16,-1-1 0 0,-1 0-4 16,2 3-8-16,-3 0 5 0,1 2 24 0,-1-1 16 15,-1 1 10-15,1 1 6 0,-3 1 5 0,0 0-3 16,-1 3-22-16,1 0-14 0,-1-1-12 0,-2 4-5 15,3-1-5-15,-3 0-1 0,0 4-1 0,3 0-2 16,-3 1-3-16,2 1 3 0,-2 1 3 0,1 0 0 16,1 4 2-16,2-1 0 15,0 1 2-15,0 2-2 0,0 0-2 0,0 1-5 0,3 2 2 16,-1 0-2-16,2 1 0 0,1-1 1 0,1 2 0 0,1 0 4 16,-2-1-2-16,1 2 1 0,2-1 0 15,-2 2-1-15,0 0-2 0,0-1 1 0,0 2 6 16,0 1 6-16,-3 1 8 0,1 1 5 0,-3-1 7 15,0 3 2-15,-2 0 0 0,-1 2 0 16,-1 1-2 0,-1-1-2-16,-1 1-3 0,-1 2-3 0,-1-1-4 15,0 1-3-15,0-1-5 0,-1-3-1 0,-2-1-3 16,0-4-3-16,0 1-1 0,-1-4-3 0,-1-3-2 16,-1-3-1-16,-2-3-2 0,-2-4 0 15,-1-3-3-15,-1-3-1 0,-2-2-2 0,0-5-2 0,-2-3-1 16,0-3-3-16,1-3-7 0,1-3-16 15,-1 0-21-15,1-2-45 0,3 1-76 0,2-1-130 16,0 0-232-16,3 3-295 0,0 0-346 0,4-1-332 16,1-1-92-16,3-1 499 0,2 2 705 0</inkml:trace>
  <inkml:trace contextRef="#ctx0" brushRef="#br2" timeOffset="138942.93">4724 13081 421 0,'0'0'836'0,"0"0"254"0,0 0 3 16,0 0-294-16,2-1-249 16,2 1-137-16,1 0-53 0,1 1-28 0,4 1-40 15,1-1-47-15,0-1-30 0,3 0-58 0,0 0-52 16,2 0-34-16,0 0-16 0,3-1-10 0,-3-1-19 15,1 1-11-15,-1-2-7 0,3-1-4 0,-5 2-3 16,2 0-6-16,-5-1-30 0,-1 3-66 0,-3 0-87 16,-5 2-170-16,-2 1-291 0,-5 3-320 15,-1 1-322-15,-2 2-187 0,-3 1 182 0,-3 3 647 16</inkml:trace>
  <inkml:trace contextRef="#ctx0" brushRef="#br2" timeOffset="139108.73">4692 13369 216 0,'6'4'496'16,"-1"-2"265"-16,3-2 161 0,2-2-189 16,2 1-210-1,1-2-146-15,3-2-88 0,-2 0-86 16,5-2-65-16,0 2-53 0,0-3-39 0,3 2-25 16,0-1-79-16,2-1-139 0,-4 5-273 0,1 0-253 15,1 2-209-15,0 2-107 0,-1 1 188 0,-4 2 379 16</inkml:trace>
  <inkml:trace contextRef="#ctx0" brushRef="#br2" timeOffset="141475.54">5296 12614 70 0,'2'2'277'16,"-1"3"156"-16,1-3 110 0,0 2-66 16,-2-1-79-16,1-2-45 15,-1 2-17-15,0-1-2 0,0-1 4 16,0-1-1-16,0 0-1 0,2 0-15 0,-2 0-30 16,0 0-37-16,1 0-41 0,1-1-36 0,-2 1-35 15,0-2-3-15,2 2 28 0,-1-3 26 0,2-1 2 16,0-1-3-16,0-1-9 0,1-1-30 15,-1-4-47-15,0-3-37 0,2 0-21 0,1-1-16 16,0-5-9-16,-1-1-10 0,3-2-2 0,-3 0-3 16,1-1-2-16,2 0-3 0,-2 1 0 0,1 3-1 15,-1-1-2-15,-1 2 1 0,1 3 1 0,-1 3 0 16,-2-1 2-16,0 3 1 0,0 4 0 0,-1-1-2 16,1 2 0-16,-3 3 0 0,2-1-2 15,-2 2-1-15,0 1 0 0,1-1 2 0,1 0 2 0,-2 2-1 16,0 0 3-16,3 0 0 0,-2 0 9 15,1 4 6-15,-2-1 5 0,3 1 5 0,-1 3 3 0,-1-1 2 16,-1 4-5-16,2-1-4 0,0 4-3 16,-2 2 2-1,1 2-1-15,-1 3-1 0,0 1-1 16,-1 0-3-16,1 3-2 0,-2 2-6 0,0 1-2 16,2 0-3-16,-1 0-3 0,1 0-1 0,-2-2-2 15,2-2 1-15,0 0-2 0,2-4-1 0,-1-1 0 16,-1-1 0-16,2-2-2 0,0-2 1 0,-1-1 0 15,2-2 0-15,-1-2 1 0,-2 0 0 16,2-2-1-16,-1 0-1 0,1-1 0 0,-2-3-2 16,1 1-2-16,1-1-8 0,0-2-13 15,0 0-22-15,-2 0-50 0,2-2-65 0,-2 1-71 0,0-3-118 16,0 0-162-16,0 0-277 0,-2-2-255 0,2 0-210 16,0-2-105-16,-2 0 312 0,2 0 508 0</inkml:trace>
  <inkml:trace contextRef="#ctx0" brushRef="#br2" timeOffset="142174.6">5601 12349 102 0,'4'-8'390'0,"-1"1"241"16,-2 0 221-16,1 2-29 0,1 1-130 0,-3 0-113 15,2-1-89-15,-2 2-61 0,0 0-23 0,1 2-24 16,-1 1-52-16,0 0-56 0,0 0-41 0,-3 0-41 16,2 1-59-16,-1 0-56 0,-1 3-36 0,0-2-16 15,-1 2-12-15,1 0-5 0,1 1-3 0,1 0-2 16,-1 1-2-16,1 0-2 0,1 0-1 0,0 1 1 16,1 2 1-16,1-2-3 0,1 2 3 0,0-2 1 15,2 2 0-15,0 0-1 0,1 0 0 16,2 0 0-16,2 1-1 0,-1-2 1 0,2-2 3 15,0 2 0-15,2 1 0 0,1 0 0 0,2-2 1 16,0 2-4 0,0-1 2-16,1 3-2 0,0-1 1 0,-1 1 1 0,3 1-1 0,-3-1 0 0,-1 3 0 31,0-1 1-31,-1 1 0 0,-3 1 1 0,-1 0 2 16,-4 1-2-16,2-1-1 0,-5 2 1 0,0 1 0 15,-3-3 0-15,0-1 1 0,-3 2 9 16,0-3 4-16,-5 0 2 0,2-3 2 0,-1-1-1 0,-2 0-3 15,-2-4-7-15,0 1-5 0,-2-2-3 16,1-2-2-16,0 1-2 0,-2-6 0 0,0 2-1 16,3-2 0-16,-2-3 0 0,0 0 0 0,3 0 0 15,0-2 1-15,2 1 0 0,0-1-1 0,2-3 0 16,3 0 1-16,0-1-1 0,3-3-1 0,0 0 2 16,3-1 0-16,0-3-1 0,5 0 0 0,-2-3 2 15,2-1 1-15,0 0 0 0,1-1-1 16,1-1 1-16,1-1 0 0,0 2-1 0,-2-1-2 15,1 1 0-15,-1 0 0 0,1 2 2 0,-4 2-1 16,1-1 1-16,0 5 1 0,-5-1 1 0,1 4 0 16,-3-1 7-16,0 3 3 0,-5 1 0 0,-1 2 2 31,0 1 1-31,-2 3-2 0,-2-2-4 0,0 3-3 16,-2 2-3-16,1 1 0 0,-1 1-1 0,0 2-2 15,0 1 0-15,1 2 0 0,1 1-2 16,-1 1 0-16,2 2-2 0,2 2 1 0,3 1 0 0,0-1-9 15,2 1-22-15,2 1-57 0,2-1-62 16,0 1-96-16,0-1-161 0,2 1-267 0,1-1-309 16,2 1-249-16,-1-3-184 0,5 1 162 0,-2-1 557 15</inkml:trace>
  <inkml:trace contextRef="#ctx0" brushRef="#br2" timeOffset="142608.35">6131 12391 242 0,'3'5'763'15,"-3"2"379"-15,0 2 80 0,-3 1-200 0,1 7-263 16,-1-2-218 0,2 8-139-16,-1 1-83 0,0 6-51 15,1 1-44-15,1 5-73 0,1 2-44 0,1 1-28 16,3-2-18-16,0-1-18 0,1-3-15 0,3-6-12 15,2-4-8-15,1-4-3 0,2-7-2 0,-1-4 1 16,2-6 0-16,0-6 1 0,0-6-1 0,0-5-1 16,0-6 0-16,-2-5-2 0,1-4-1 15,-3-3 0-15,-1-4 0 0,-1-1 1 0,-4-1 0 0,-2 2 0 16,0 1 2-16,-3 1 0 0,-3 4 2 16,-2 1-1-16,-2 2 3 0,-3 4 3 0,0 4 3 15,-5 0 0-15,-3 2 2 0,-1 5 0 0,-1 0 0 16,-1 2-4-16,-1 3-1 0,0 2-3 0,1 4-2 15,-1 2 0-15,2 2-1 0,4 4-1 0,-3 1-2 16,6 3 2 0,-1-1-2-16,3 1-1 0,1 2-1 15,3 2-2-15,4-1 0 0,-1 1-2 0,4 0 0 16,2 3-11-16,3-1-18 0,1-2-51 0,0 3-68 16,2-2-100-16,0-1-167 0,1 2-289 15,3-1-325-15,-1 0-276 0,4-4-175 0,0 0 209 16,0-4 610-16</inkml:trace>
  <inkml:trace contextRef="#ctx0" brushRef="#br2" timeOffset="142859.16">6646 12602 692 0,'0'8'1471'0,"-3"-2"156"15,0 0-257-15,-3 0-347 0,1-3-439 0,2 2-252 16,-2-2-127 0,0-2-68-16,2-1-46 0,-2-1-36 0,4-1-25 15,-4-1-16-15,5-3-10 0,0 1-6 0,0-2-11 16,0 1-23-16,2-2-63 0,-2 0-70 0,3 0-154 16,-6 3-279-16,3-2-316 0,0 5-365 15,0 2-264-15,0 0-7 0,-2 2 677 0</inkml:trace>
  <inkml:trace contextRef="#ctx0" brushRef="#br2" timeOffset="147807.66">6958 12618 227 0,'0'3'490'0,"-2"-2"226"0,2 0 141 15,0-1-164-15,0 2-142 16,0-2-80-16,0 0-60 0,0 0-48 0,0-2-55 16,0 2-59-16,2-2-60 0,-2-1-39 0,3-1-11 15,0-1 17-15,-1-1 23 0,1-2 2 0,2-1-3 16,1-1-11-16,0-2-25 0,-1-4-37 0,3 2-35 16,0-4-22-16,1-2-15 0,-1-1-13 15,0-1-7-15,3-3 4 0,-1 2 3 0,1-4 3 16,0 2 0-16,-2 2 0 0,3-1 0 0,-2 1-8 0,0 4-3 15,-2 1 3-15,0 1 5 0,-2 4 3 0,0 0 0 16,-1 5 1-16,-1 0-1 0,-1 2-4 16,-2 3 2-16,1 0 3 0,2 1 6 0,-2 2 8 0,-2 0 6 31,3 4-1-31,-3 0-2 0,2 2-5 0,-2 2-5 16,1-1-6-16,-1 3-7 0,0 0-3 15,0 2-2-15,0 0 0 0,0 1 3 0,0 2 2 16,-1 2 2-16,1 1 1 0,-2 0 2 0,-1 2-1 0,3 2-4 15,-3 0-1-15,-2 2-2 0,2 0-1 16,0 2-3-16,0 0-3 0,-1 3-1 0,1-2-2 16,-2 2-2-16,2-2-1 0,-3-2-1 0,3 0 0 15,0 0-1-15,1-5 0 16,-1-2-2-16,1 0 1 0,1-4-1 0,-1 0 0 0,2-4-1 0,-3-2 1 16,3-1-1-16,0-3 0 0,-2 2-1 15,2-2-1-15,0-2-1 0,0 1-2 0,2-1-10 16,-2-1-12-16,3-1-20 0,-3 2-24 0,2-2-66 15,-2 0-72-15,0-2-124 0,0 2-182 0,0 0-298 16,0 0-338-16,0 0-253 0,1 0-118 16,1-1 398-16,1-1 610 15</inkml:trace>
  <inkml:trace contextRef="#ctx0" brushRef="#br2" timeOffset="148106.99">7511 12471 194 0,'3'-6'1047'0,"-1"5"588"0,0-3-67 0,-2 3-299 15,-2 1-442 1,2-1-299-16,-3-1-200 0,1 2-96 0,2 0-60 0,-3 0-44 15,1-2-34-15,2 2-30 0,-1-1-20 0,-1 1-16 16,1 0-10-16,-1 0-7 0,2 0-7 16,0 0-4-16,0 0 0 0,-3 0 0 0,3 0 0 0,0 0 0 31,-1 0-9-31,1 0-15 0,0 0-22 0,0 1-34 16,1-1-81-16,-1 2-134 0,0-2-252 0,3 3-310 15,-3 0-376-15,3 1-428 0,0 1-90 16,-1 2 599-16</inkml:trace>
  <inkml:trace contextRef="#ctx0" brushRef="#br2" timeOffset="150206.53">8114 12240 72 0,'3'-3'339'0,"-6"-1"210"0,3 0 209 0,-2 3 10 15,1-2-102 1,-1 1-80-16,1-1-73 0,-1-1-55 0,0 4-55 16,-1-2-58-16,0-3-40 0,1 3-37 0,-1-2-22 15,1 0-24-15,-1 1-29 0,0 0-35 0,-3 0-38 16,3-1-26-16,-2-1-15 0,0 2-8 0,2 0-7 15,-2 0-4-15,-1 0-3 0,0 2-5 0,1-1-9 16,0 2-6 0,-1 0-9-16,-2 0-6 0,2 3-7 0,-1 0-6 0,1 2-4 0,-2 2-1 15,0 2-1-15,2 1-1 0,-2 3-1 0,3 4 0 16,-1-2 0 0,-2 3-1-16,3 3 0 0,2 1 0 15,0 0 1-15,3 5 0 0,0-1 1 0,0 2-1 16,3 1-1-16,0 1 0 0,2-2 0 0,4 2-2 15,-2-1 0-15,2-3 1 0,-1 0-1 0,3-2 0 16,0-2 1-16,1-3-1 0,0-3 1 0,-1-1-1 16,3-1 2-16,-1-3 0 0,1-3 0 0,-1-3 1 15,0-4-1-15,2-1 0 0,-2-4 1 16,1-3-1-16,-1-3 1 0,1-3 0 0,-3-4 0 0,-1-4 2 16,2-3-1-16,-2-2 0 0,-2 0 0 15,1-5-2-15,-1 2 1 0,-3-1 1 0,0 0-1 16,-2 1-1-16,-3 2 1 0,0 2 0 0,-2 1-1 15,-1 1 0-15,0 2 1 0,-4 2-1 0,-2-1 0 16,1 2 0-16,0 2 2 0,-3 2-1 0,-3 4 0 16,4-1 1-16,-4 5 0 0,2-1-1 0,0 2 0 31,-3 2-2-31,2 3 1 0,-1 2 0 0,1 0 0 16,1 3 0-16,-1 1-1 0,3 2 2 0,-2 1 0 15,2 1-1-15,2 1-1 0,1-1 0 16,0 0 1-16,2 2-2 0,1-1 1 0,0 2-1 15,1-3 0-15,3 0 0 0,0 1 0 0,0-1-2 0,2-1 1 16,-1-1 1-16,4 3-2 0,-2-4-1 16,4 2-1-16,-1-2-9 0,3 2-17 0,-2-2-33 15,1 1-67-15,3 1-72 0,-2-1-131 0,-1 1-189 16,3-1-305-16,0 0-308 0,1 1-217 0,1 0-87 16,-1 0 410-16,3 1 566 0</inkml:trace>
  <inkml:trace contextRef="#ctx0" brushRef="#br2" timeOffset="150492.39">8488 12700 78 0,'3'-2'700'0,"-1"2"620"16,-2 0 200-16,2 0-179 0,-1-1-395 0,-1 1-358 15,-1-1-183-15,1 1-125 16,-2 0-84-16,2 0-57 0,0 0-40 16,-2 0-32-16,2 0-23 0,0-2-16 0,-1 2-12 15,1 0-6-15,-2-1-6 0,2-1-3 0,0 2-4 16,-1 0 0-16,-2-1-3 0,3 1-9 0,0-1-21 16,-2 1-40-16,2 0-76 0,0 0-127 0,0 0-231 15,0 0-302-15,-1 2-350 0,1 1-352 0,0-1-115 16,0 2 491-16,0 1 712 0</inkml:trace>
  <inkml:trace contextRef="#ctx0" brushRef="#br2" timeOffset="151523.78">8751 12552 295 0,'-2'4'546'0,"-1"-1"251"0,2 0 149 16,-1 0-192-1,0 0-154-15,1-1-102 0,-1 0-74 0,0-2-79 16,2 2-78-16,-1-2-78 0,1 2-64 0,1-2-9 15,1-2-10-15,0 0 40 0,1-2 13 0,0 0 1 16,2-4 10-16,0-1-22 0,0-1-16 16,2-4-43-16,0-1-24 0,-1-3-13 0,2-1-6 15,1-2-7-15,-1-3-5 0,0 0-2 0,0 0-3 16,1-2-1-16,-1-1-12 0,2 0-4 0,-1 1-3 0,-1 0-2 16,0 2 10-16,-1 1 7 0,-1 2 3 15,0 3-1-15,-3 3 3 0,-1 2 7 0,1 2-6 0,0 4-2 16,-3-1 3-16,2 2 1 0,-2 2 4 0,2 2-4 15,-2-1-3-15,0 2-3 0,0 1-5 0,0 0-5 16,0 0-5-16,-2 1-4 0,2 2-3 16,0-1-2-16,-2 0-2 0,2 3 0 0,0 0-1 15,-1-1 0-15,-1 2 1 0,2 0 0 0,0 3 0 32,-1-1 0-32,1 5 0 0,0-1 2 0,1 3-1 15,-1 3 1-15,0-1 0 0,2 6 2 0,-2-1-1 16,1 1 1-16,-1 2 1 0,0 0 1 0,2 3 0 15,-2-1 1-15,0-1-1 0,0 3 1 0,2-2-3 16,-2-1 1-16,0 0-2 0,1-3-1 0,-1-1-2 16,0-1-1-16,2-6 1 0,-1 0-1 15,-1-1-1-15,0-2 1 0,0-5-1 0,0 0 1 16,0 0-2-16,0-3 1 0,0 1-1 0,0-3 0 0,0-1-1 16,0 0-3-16,0-2-7 0,2 0-13 15,-2-3-19-15,4 0-34 0,-4-1-72 0,2-2-80 16,-2-1-144-16,-2 2-237 0,2-1-311 0,0-2-333 15,0 1-212-15,0-1-3 0,0 1 564 0</inkml:trace>
  <inkml:trace contextRef="#ctx0" brushRef="#br2" timeOffset="151923.66">9072 12243 150 0,'3'-6'634'0,"0"0"395"0,-1 0 152 0,-1 1-147 16,-1 1-298-16,0 2-170 0,2 2-123 0,-2 0-83 15,0 0-63-15,0 0-50 0,0 2-58 0,0 1-69 16,0 1-44-16,0 2-25 0,0 0-17 16,0 0-9-16,3 3-5 0,-3 0-8 0,5 2-6 15,-2 0-4-15,5-1 0 0,0 2 2 0,1 1 0 16,1 1-2-16,2 1 0 0,1-2 2 0,1 2 0 15,2-1 0-15,0 1 0 0,-2-2 0 0,3-1 0 16,-2 2 1-16,-1-1 0 0,-3-1 0 0,0 0 15 16,0 0 9-16,-3 0 5 0,-3 2 1 15,1-2 1-15,-4 0-2 0,2 1-13 0,-4-1-7 16,-1 0-6-16,-4 0-2 0,2-3-4 0,-2 2-1 16,-1-1-1-1,-1-2-2-15,-2 1-2 0,1-2-3 16,-1-1 0-16,-2 1-11 0,1-4-13 0,-1 2-34 15,-1-5-60-15,0 2-56 0,1-4-82 0,-3-3-125 16,3-1-163-16,-3-1-242 0,1-2-226 0,2-3-214 16,-1-1-44-16,2-2 321 0,0-1 460 15</inkml:trace>
  <inkml:trace contextRef="#ctx0" brushRef="#br2" timeOffset="152174.35">9053 12262 189 0,'1'-7'569'15,"1"0"301"-15,1 3 164 0,-1-1-132 0,1 0-237 16,-1 0-191-16,1 1-112 0,1-1-47 16,1 1-36-16,0 0-57 0,1-1-17 0,1 0-2 0,0 0-21 31,1 1-27-31,0 0-33 0,0-1-18 0,1 1-34 16,1-3-31-16,-2 3-19 0,3-1-10 15,0 0-2-15,-1 0-3 0,2 1-3 0,-1-1 0 16,-1 1-2-16,4 0-2 0,-3 1-2 0,-1 2-1 15,2 0-34-15,-2 0-59 0,1 1-73 0,-3 1-146 16,1 0-248-16,-2 3-317 0,2 0-295 0,-3 0-205 16,2-1 48-16,-1 2 544 0</inkml:trace>
  <inkml:trace contextRef="#ctx0" brushRef="#br2" timeOffset="152825.34">9469 12091 175 0,'4'-2'553'16,"-1"0"331"-16,-1-1 194 0,-2 2-147 0,2-1-242 16,-2 0-176-16,1 1-82 0,-1 1-36 15,0-1-41-15,0 1-48 0,2 0-37 0,-2 0-37 16,0 0-52-16,0 0-46 0,0 1-38 0,0 0-26 15,0 3-18-15,-2 0-16 0,2 0-6 16,-1 3-5-16,-1 4-3 0,2 1 0 0,-2 1 1 16,1 3 1-16,-1 0-4 0,2 4-4 0,-1 1-2 15,-2 0-4-15,3 3-3 0,3-2-1 0,-2 2-3 16,1-1 1-16,-1-3-2 0,1 3 0 0,1-6-1 16,1-1 1-16,-1-2-1 0,2-3-1 0,-1 0 0 15,2-3-3-15,-1-4 1 0,2-1 0 0,-1-1-1 16,2-4 1-16,0-1 2 0,-2-3 0 0,2-1 2 15,0-4-1-15,1-1 0 0,-1-1 0 0,0 0-1 16,0-1-1-16,0-2-1 0,-2 3 0 16,-1 0 2-1,0 0 0-15,1 1 0 0,-1 1 0 0,-2 3 1 16,-2 1 1-16,3 1-1 0,-3 1 0 0,1 2 0 0,-2 0 0 0,3 0 1 0,-3 2-1 16,0-1 0-1,0 2 0-15,2-1-1 0,-1 1 0 16,-1 0-1-16,0 1 0 0,2-1 1 0,-2 2-1 15,0-2 1-15,2 1 0 0,-2 1 0 0,1 1 0 16,-1-2 1-16,2 3 1 0,-2 0-1 0,1-2 0 16,-1 3 0-16,2 0 1 0,-2 0-1 15,3-1 2-15,-2 5-2 0,-1 0 1 0,3 0-1 16,-3 0 2-16,2 3 4 0,1 0 4 0,-1 1 4 16,-2 1 2-16,3 2 0 0,0 1 2 0,-1-1-4 15,0 2-5-15,-1 1 0 0,-1-2-4 0,2 1-1 16,-1 2-1-16,-1-2-2 0,0 0-1 0,0-3-2 15,0-1 1-15,-1 4-3 0,-1-5 0 16,2-1-2-16,-1 1-6 0,-1-4-16 0,0 1-33 0,1 0-79 16,-4-2-105-16,3-1-198 0,-1-2-297 0,-2-1-340 15,1-3-374-15,1 1-157 0,1-2 315 16,-1-2 721 0</inkml:trace>
  <inkml:trace contextRef="#ctx0" brushRef="#br2" timeOffset="153973.26">10060 12548 114 0,'0'5'439'0,"-2"-3"278"0,2 1 213 0,-1-2-54 0,1 1-196 0,-3-1-141 16,3 1-108 0,0-2-83-16,0 1-74 0,0-1-71 0,0 0-66 15,0-1-48-15,0 1-23 0,0-2-12 0,3-1 0 16,-3 0 1-16,1-3 16 0,-1 0 9 0,2-1-2 15,-1-2 0-15,-1-3-10 0,2 2-1 0,1-3 5 16,-1 1-4-16,1-3-1 0,0 2-7 0,-1 1 0 16,1-2-8-16,0 2-23 0,-1 0 0 15,1 3 4 1,-2 0 0-16,1 2 1 0,-1 1-2 0,-1 0 4 16,0 4-2-16,2 0-6 0,-2-1-3 15,0 2-2-15,0 0 0 0,0 1-3 0,0 0-8 16,0 1-2-16,2 0-4 0,-1 4-1 0,-1-3-3 15,0 5-1-15,2-1 1 0,-2 4-2 0,3-1 0 16,0 2 2-16,-1 2 0 0,3 4 1 0,-2-2 0 16,3 3 0-16,0 0 1 0,1 0-2 0,-1 2-1 15,-1-2 1-15,4-2-2 0,-4-1 0 0,1-1-4 16,1-3 2-16,-1-3 0 0,2 0-2 16,-2-4 1-16,1-1 0 0,-1-1 1 0,2-2 1 15,-2-4 0-15,-1-1 1 0,1-3 0 0,-1 0 1 16,0-5 0-16,2-2 3 0,-2 2-3 0,-1-4 0 15,0 2-1-15,1 0-1 0,-2-2 1 0,2 3-2 16,-2 0 1-16,-2 1-1 0,1 1 2 0,1 1 0 16,-3 0-1-1,2 3 2-15,-2-1-1 0,0 2 3 16,0 0 0-16,0 3 0 0,-2-2-2 0,2 3 0 16,-1-2 1-16,-1 4 0 0,2-1-1 15,0 1-1-15,-2 1 2 0,2 0 0 0,0 1-1 16,0 4-2-16,0-1 1 0,2 4 0 0,0 1 0 15,-1 1-1-15,3 0 0 0,0 6 2 0,1-3 0 16,0 4-1-16,1-2 3 0,0 1-3 0,1-1 1 16,-1 0-2-16,3-1-3 0,-2-3 0 0,1 0-2 15,-2-4 1-15,2 1-6 0,1-1-21 16,-2-4-57-16,-1 2-55 0,-1-3-89 0,1-2-154 0,-1 0-234 16,-2 3-298-16,0-3-239 0,-1 0-202 15,-1 0 99-15,1-3 498 0</inkml:trace>
  <inkml:trace contextRef="#ctx0" brushRef="#br2" timeOffset="155095.35">10482 12615 96 0,'2'1'378'0,"1"2"237"16,-2-3 200-16,-1 2-97 0,0-2-147 0,2 0-125 15,-2 0-96-15,0 0-70 0,1-2-47 16,-1-1-35-16,2 1-25 0,0-3-15 0,-1-1-16 16,1-2-10-16,1-1-16 0,0-1-18 0,1-2-20 15,-1 0-17-15,0-3-8 0,3 1-2 0,-3-1 1 16,2 2-1-16,0-1-1 0,0-1-5 16,-1 3-11-16,0-1-7 0,2 0-13 0,-2 1-5 0,0 2-6 15,0 1 1-15,-2 2-1 0,1 0-1 16,1 1-3-16,-1 1 1 0,1-1-2 0,-2 6-2 15,1-2 12-15,-2 2 22 0,3 0 23 0,-1 2 25 16,0 2 15 0,0 3 9-16,-1-1-2 0,3 2-25 0,-2 1-16 0,1 2-24 0,-1-1-10 0,-1 2-2 15,1-1 10-15,2 1 8 0,-2 1 3 0,2-1 0 32,-2-2-2-32,2 2-7 0,-1-1-14 0,0 0-11 15,-1-2-4-15,0-2-4 0,0-1-2 16,1 0-2-16,0-1-1 0,1-2 2 0,-2 0-1 15,0-2 1-15,0-1 2 0,1-1 0 0,-1-1 1 16,0 1-2-16,0-2 2 0,0-2 0 0,-1 0-1 16,4 0-1-16,-3-1 0 0,0 0 2 0,-1-2-2 15,1 1 0-15,0-1 0 0,-1-1-1 0,3 1 0 16,-4 3 0-16,3-1 0 0,-3-1 1 0,2 3 2 16,-1 1-2-16,-1 1-1 0,2 0 0 15,-3 2 3-15,4 0 0 0,-3 2-1 0,4 0 1 16,-2 4 2-16,-1 2 0 0,1-1-2 0,3 1 0 15,-3 3 1-15,2-1 1 0,0 3 0 0,0-1-1 16,0 2 0-16,2-1 2 0,-2 0-4 0,0-3-2 16,-1 2 1-1,1-3 0-15,0-2-1 0,0-1-1 0,2-1 3 16,-3-2-1-16,1-2 0 0,-1-1 2 16,1-4 1-16,-2-1-2 0,3-2 0 0,-1-2-1 15,0-2 0-15,-2-3-1 0,2 2-3 16,0 1 2-16,0-2-2 0,1 4 2 0,-2-2 0 15,1-1 0-15,0 5 1 0,-2 0-1 0,2 1 2 16,1 1 0-16,-1 3 1 0,-2-1-1 0,3 1 2 16,-1 4 1-16,0-1-1 0,1 1-1 0,0 0 0 15,-1 3-1-15,3 0 1 0,-3 0 0 0,4-2 0 16,-2 4 0-16,-1-4-1 0,1 0-1 0,-1-2-2 16,1 1 1-16,0-2 0 0,-1 0-1 0,1-2 2 15,0-1 1-15,0-1 1 0,-2 4 0 16,1-2-2-16,0-1 1 0,4 3 2 0,-6 0 0 15,3 3-2-15,-1-1 1 0,3 2 1 0,-4 3-1 16,2 0-1-16,-1 0-2 0,0 4-2 0,-1 1-20 16,1 1-50-16,-1 1-54 0,-2-1-82 0,0-1-158 15,-3 2-290-15,0-3-296 0,0-1-244 0,0-2-189 32,0-1 152-32,0-3 571 0</inkml:trace>
  <inkml:trace contextRef="#ctx0" brushRef="#br2" timeOffset="157374.6">5712 13150 212 0,'-5'2'430'0,"2"1"189"0,-3-2 148 16,4 1-194-16,-1-1-125 0,1 1-40 15,-1-1-4-15,3 1-20 0,-1-1-39 0,1-1-55 16,0 0-58-16,0 1-62 15,0-1-57-15,1 0-32 0,2 2-13 0,-1-2-4 0,3 2-5 16,1-2-3-16,2 2 2 0,3 0 10 0,0 1-5 16,3 2-11-16,-1-3-2 0,3 3 51 0,-2-3 22 15,3 2-7 1,-1-1-3-16,3-1-2 0,-3 0-4 0,1-1-46 16,1 0-26-16,-1-1-13 0,-1 2 16 15,1-2 10-15,2 0 3 0,-3 0 0 16,1 0 2-16,0 0-2 0,1 0-21 0,-2 0-14 15,3-2-8-15,0 2-1 0,-3 0-2 0,4 0-2 16,-2 0-1-16,1-1-2 0,1 1 1 0,-2 0-1 16,2 0-1-16,1 0-2 0,-2 0-1 0,1 0 0 15,-2 1 2-15,2 1 2 0,1-2 2 0,-2 3 2 16,3-2 2-16,-3 3 2 16,2-3-3-16,-1 2 1 0,1 0 0 0,-2-1-2 0,1 2 0 0,1-1 0 15,-2-2-1-15,1 2-1 0,-2 0 0 0,2-1 0 16,-1 0 2-16,-1 0-1 0,2 0 1 15,-1-1 0-15,0 0 0 0,0 1-2 0,0-2-1 16,-2 0-1-16,2 2 0 0,-1-2-1 0,-1 0 0 16,1 0 0-16,-1 0 1 0,1 0 0 15,0 1 0-15,1-1 1 0,-1 0-2 0,2 1 1 0,-2-1-1 16,2 2 1 0,-1-2-4-16,0 0 2 0,0 2 0 15,0-2-1-15,0 0-1 0,0 0 2 0,-1 0 1 16,-1 0 0-16,3-2-1 0,-2 2 2 0,2 0 1 15,-2-2 0-15,1 2 1 0,0-1 0 0,0 1 1 16,1-1 0-16,-1 1-1 0,0-2 0 0,3 2-1 16,-1 0 1-16,-2 0 0 0,1 0 2 15,2 0-3-15,-1 0 1 0,1 0 0 0,0 0-1 16,-1 0 3-16,1 0-1 0,0 0 1 0,2 0-2 16,-3 0 0-16,1 0-2 0,-2 0-1 0,1-2-1 15,-1 1 1-15,2 0 0 0,-2-3 0 0,0 3 0 16,0 0 0-16,1-1-1 15,-2-1 0-15,1 2-2 0,0-1 0 0,0 1 2 0,-2-1 0 0,0 1 1 16,1 1 0-16,-1 0 1 0,1 0 1 0,-3 0 0 16,1 0-2-16,-1 0 1 0,1 0-1 0,-1 0-1 31,0 0 1-31,1 0-2 0,-4 0 3 0,1 0 0 0,2 0 0 0,-3 0 2 0,2-2 0 31,-2 2 1-31,1-2-2 0,-1 1-1 0,1 0 2 16,0 1 0-16,0-2-1 0,1 2 1 0,-1 0-1 15,2-1 2-15,1 1-2 0,-3 0-1 0,4 0 0 16,-2 0 1-16,2 0 2 0,0 0-1 16,3 0 0-16,-1 0 2 0,-1-2-1 0,2 2-2 0,-1-1-1 15,-1 0 0-15,2-1 0 0,-2 0-2 16,1 1-1-16,-1-2 1 0,-1 0 1 16,1 2-2-16,-2-3 3 0,2 1 0 15,0 2 0-15,-1-2 1 0,0 1 0 0,-2-1 0 0,2 1-3 0,-1 1 2 16,-1-2-2-16,1 1 2 0,-3 1 1 0,2 0-1 15,0-1 0-15,0 2-1 0,-2-2 2 0,2 1-1 16,-2 0 1-16,-1 1 1 0,1-2 0 0,0 0 0 16,2 1-1-16,-2-2-1 15,0 2-1-15,1-1 1 0,0 1 0 0,0-1 1 16,0 1 1-16,0-1 2 16,0 1-3-16,0-1 2 0,2 0 13 15,-2 2 7-15,2-1 5 0,-1 1 1 0,1-1 3 16,1 1-3-16,0 0-10 0,1-2-8 0,1 2-5 15,0 0-2-15,0-1-2 0,-2 1-2 0,2-2 1 16,-2 2-1-16,2-1 1 0,-1 0-1 0,-1-1 0 0,-1 0 1 0,1 1-1 16,0 1 0-16,-2 0 1 15,0-1-1-15,1 1 1 0,-1 0-1 16,0 1 0-16,0-1 0 0,-2 0 1 0,2 1 0 0,-2 1-1 16,0 0 1-16,-1-1 1 0,1 0-1 15,-1 1 0-15,-1-1 1 0,1 1-1 0,0-1-1 16,-2 0-1-16,0 1 1 15,3 0 0-15,-3-2 2 0,-1 1-1 0,2 1 0 0,0-1 1 16,0-1-1-16,-1 2-1 0,-1-1 0 0,2 1 0 0,1-1 0 16,-2 1 0-16,2-1 0 0,-2-1 0 15,3 1 0 1,-3 1 0-16,2 0 0 0,1-2 1 0,-1 1 0 0,2 0-2 0,-2-1 1 0,1 0 1 31,-1 0 0-31,3 0 0 0,-2 0 0 0,2 0 2 16,-2-1 7-16,2 0 5 0,-2-1 2 0,3 0 3 15,-1 2-1-15,1-1 1 0,0 1-8 0,0 0-3 16,-1-1-4-16,1 1-1 0,-1 0-1 0,0 0-1 16,-2 0 0-16,3 0 0 0,-4 1 0 15,3-1-1-15,-2 0 0 0,0 1 2 0,1 1-2 16,-1 0 1-16,0-2 0 0,0 2-1 16,-1 0 0-16,-2 0 0 0,3-1-1 0,-1 0 0 0,-1 1 1 15,1-2-1-15,-2 2 0 0,2-1 0 0,-2-1-1 16,1 0 0-16,-2 0 1 0,-2 0 0 0,4 0 0 15,-4-1 0-15,2 1 0 0,-2-2-1 16,1 2 1-16,-1-2-1 0,0 1 0 0,-3 1 1 0,4 0 0 16,-4-1-1-16,0 1 0 15,-2 0-2-15,0 0-2 0,-1 1-3 0,1-1-15 0,-1 3-36 0,-2-1-79 32,-2 0-122-32,-3 3-229 0,0-3-301 15,-1 1-353-15,-5 0-365 0,-2-2-111 0,-1 1 475 16,-3-4 714-16</inkml:trace>
  <inkml:trace contextRef="#ctx0" brushRef="#br2" timeOffset="158755.43">7126 13654 207 0,'3'2'644'0,"0"1"356"0,-3-3 145 16,1 3-185-16,-1-1-303 0,-1-1-191 16,1 2-79-16,0 0-42 0,0 1-49 0,0 2-45 0,0 2-35 15,0 0-37-15,0 3-57 0,0 1-39 0,0 2-24 16,1-1-12 0,-1 4-8-16,0-1 1 0,2 3-3 15,-2 1-5-15,0 1-5 0,0 3-2 16,0-1-2-16,-2 2-5 0,2 2-4 0,0-1-3 15,-1 2 0-15,-2 2-1 0,1 0-2 0,-1 1 0 16,2 1-4-16,-3 3 0 0,1-2-1 0,0-2-3 16,1 0-1-16,-1-5-2 0,1-2 0 0,-1-2 0 15,3-3-1-15,-1-4-1 0,-1-3-1 0,2-4 1 16,0 0-1-16,0-4-2 0,2 1-6 16,-1-5-12-16,2-5-34 0,-1 1-61 0,1-5-54 15,-1-3-90-15,1-1-137 0,0-6-179 0,-1 1-281 0,0-2-219 16,-1-3-205-16,2 1 47 0,2-6 408 15,-1 3 445-15</inkml:trace>
  <inkml:trace contextRef="#ctx0" brushRef="#br2" timeOffset="159038.82">7309 13747 124 0,'8'-10'380'0,"-4"2"203"15,1 2 193 1,0 2-40-16,-2 1-68 0,1 1-72 0,0 2-68 15,1 0-46-15,-2 2-46 0,0 2-57 0,2 3-64 16,-2 1-45-16,2 1-36 0,-2 2-33 0,2 0-39 16,-1 3-43-16,-2 3-35 0,3 1-21 0,-2 1-12 15,0 0-9-15,0 5-9 0,-1-2-5 0,1 0-4 16,-1 2-7-16,1 0-6 0,1 2-2 0,-2 1-2 16,0-2-1-16,-1 0-3 0,1 0-2 0,-2-1-1 15,1 0-1-15,-1-3-1 0,0-2-2 0,0-1 0 16,0-1-3-16,0-3-7 0,0-1-19 15,0-2-52-15,-1-1-63 0,-1-4-83 0,-1 0-143 16,-1-2-219-16,-1-1-303 0,0-1-260 0,0-2-197 16,0-5 42-16,-1 1 480 0</inkml:trace>
  <inkml:trace contextRef="#ctx0" brushRef="#br2" timeOffset="159374.97">7067 13673 308 0,'3'0'743'0,"0"-1"295"16,-1 1 37-16,-1 0-222 16,3-1-272-16,-1 1-195 0,0-2-108 15,2 2-52-15,0 0-31 0,2-1-4 0,1 1 8 16,4-2-8-16,0 2-22 0,2-1-18 0,2 0-12 15,-2-1-40-15,5 0-42 0,-1 1-24 0,2-2-10 16,2 1-4-16,-1 0-5 0,1 2-2 0,2-4-3 16,-1 4-4-16,1-3 0 0,-2 3-4 0,2-1-1 15,0-2 3-15,-2 3-2 0,0 0 2 0,0 0 0 16,-1 0-3 0,-2 4-14-16,-2-1-64 0,-1 3-70 0,-4 0-154 0,0 3-282 0,-3-1-300 0,0 2-340 31,-2 4-217-31,-1-1 54 0,2 0 614 15</inkml:trace>
  <inkml:trace contextRef="#ctx0" brushRef="#br2" timeOffset="159656.01">7940 14055 338 0,'3'0'1082'0,"0"0"426"0,-1 0-68 15,-1 0-262-15,-1 0-484 16,2 0-254-16,-2 0-161 0,2-2-92 16,-1 2-64-16,-1-1-43 0,0 1-32 0,0-3-22 15,2 1-13-15,-1 1-6 0,-1-2-6 16,0 0-1-16,2 0-4 0,-2 0-8 0,0 2-32 15,3-1-71-15,-6 0-94 0,3 0-182 0,-2 2-289 16,-1 0-331-16,2 0-348 0,-3 0-185 0,0 2 216 16,0 0 689-16</inkml:trace>
  <inkml:trace contextRef="#ctx0" brushRef="#br2" timeOffset="161906.06">8553 13749 68 0,'0'-2'323'0,"-2"-1"184"16,1 0 168-16,-1 1-24 0,1 0-98 16,-4-1-38-16,4 2-20 0,-4-1-21 0,3-2-42 15,-1 4-68-15,-2-4-77 0,2 1-59 0,0 2-25 16,0-2-3-16,-2 1 0 0,2 2-3 0,-2-3-13 15,-1 1-20-15,1 2-36 0,-1 0-35 0,-2 0-26 16,0 2-16-16,0 1-15 0,-3-1-10 16,3 5-5-16,-3-1-7 0,0 4-2 0,0-2-5 15,0 3 0-15,0 2-3 0,1 2 3 0,2 1-2 16,0 1-3-16,-1 1 0 0,4 0 0 0,-1 4 0 31,4-2 1-31,2 3-2 0,2 1 2 0,3-2 0 16,1 3-1-16,3 0-1 0,3 0-2 0,-1-2 3 15,4-3-2-15,0 0-2 0,0-3 1 16,0-4 0-16,2-1-1 0,-2-3-2 0,2 0 2 0,-3-7 0 16,2 1 2-16,-2-3-1 0,0-3 1 0,-1 1 0 15,-1-7 0-15,-2 0 1 0,0-4-1 16,-1-1 0-16,-1-3 0 0,-2-3 1 0,-1-1 0 16,-2-1-1-16,1-3-2 0,-3-2 1 0,1 0 1 15,-2 0-1-15,0 0 1 0,-2 0 0 0,-1 1 2 16,-2 3 2-16,-1-1-1 0,-1 1 1 0,-5 2 0 15,2 2 1-15,-3-1 10 0,-1 5 6 0,0 0 6 16,0 3 6-16,-2 3 1 0,0 2 3 16,0 4-8-16,1 0-7 0,-1 4-6 0,0 1-5 0,3 2-5 15,-1 3-5 1,1 3-1-16,3 0 0 0,0 0-2 0,4 3-1 0,-1-2 1 0,2 3 0 0,-1 0 0 31,5-1-1-31,-1 1 0 0,2-1 0 16,3 1-1-16,3 1-2 0,-1-2-12 0,3 1-31 15,0 1-65-15,3-4-61 0,-1 3-109 0,1-3-166 16,1 1-267-16,-1-4-296 0,-1 3-224 0,4 0-166 16,-3-3 221-16,3 0 535 0</inkml:trace>
  <inkml:trace contextRef="#ctx0" brushRef="#br2" timeOffset="162189.6">8855 14127 20 0,'3'0'574'16,"0"0"512"-16,-1 0 202 0,-2 0-95 0,2 0-289 15,-1 0-323-15,-1 0-197 16,0 0-107-16,2 0-57 0,-2 0-45 0,0 0-55 15,0 0-53-15,0-2-33 0,0 2-18 0,0-1-10 16,0 1-7-16,0 0-7 0,0-2-53 0,1 1-51 16,1-1-76-16,-2 1-148 0,0 1-227 15,0-2-313-15,0 0-253 0,2 0-207 0,-1 0 58 0,-1 0 498 16</inkml:trace>
  <inkml:trace contextRef="#ctx0" brushRef="#br2" timeOffset="163140.74">9273 13759 98 0,'-2'-3'523'0,"-1"2"383"0,1-2 231 16,-1 1-69-16,0 1-316 0,1-1-187 16,-2 2-99-16,2 0-84 0,-1 2-75 0,2-1-59 15,-1 2-43-15,-1 0-58 16,1 0-57-16,-1 3-34 0,1 3-17 0,-1 0-11 0,3 3-10 16,0 2-3-16,0 4 0 0,5 2 6 0,-2 6 5 15,4 3 2-15,-1 1 1 0,3 2-3 0,2-3 0 31,-1 1-10-31,1-1-8 0,0-4-5 0,1-4-2 16,1-1-2-16,-2-7 0 0,3-1-1 0,-2-3 1 16,0-4 1-16,1-4 0 0,-2-4 1 0,1-5-1 15,-2-2 0-15,0-5 0 0,-1-5-1 0,-3-2 1 16,1-2 0-16,-4-3-1 0,0 0 1 16,-3-1 0-16,0-1 0 0,-1 2-1 0,-3 2 1 15,-1 2 2-15,-1 0 0 0,-2 3-2 0,-1 2 1 16,-2 0 2-16,-3 3 1 0,-1 1-3 0,0 1 2 15,-1 3-1-15,-2 0-1 16,2 4 0-16,-2-1-1 0,1 5 0 0,2 2 0 0,0-3 0 0,0 6 0 16,4-1-2-16,-2 1-1 0,5 1-1 0,0 4-1 15,3 1 0-15,2 1 1 0,0 2 0 0,5 2 2 16,-1 1-2-16,4 0-1 0,1 0-18 0,1 0-56 31,4-2-55-31,-2 4-74 0,1-6-135 0,5 5-200 16,-2-3-308-16,1 1-240 0,2-2-218 15,-2 0-20-15,2-4 428 0,0-1 500 0</inkml:trace>
  <inkml:trace contextRef="#ctx0" brushRef="#br2" timeOffset="163772.25">9704 13622 169 0,'-3'-6'655'0,"0"2"409"0,-2 1 142 0,-1 0-152 0,-3 3-269 0,2 0-211 16,-1 3-141-16,-3 2-97 0,3-1-67 0,0 4-51 15,-1 0-73-15,-2 2-57 16,4 2-33-16,-1 0-20 0,2 1-15 0,-2 2-8 0,4-2-6 0,0 1-2 31,1 2-4-31,3-3 2 0,-1 0-1 0,2 0-1 0,1 0 0 0,1 0-1 0,0-1-1 31,2 0 2-31,4 0 0 0,-2-3 0 0,2 1 0 0,-1 0-1 16,3-2-1-16,-1 0 1 0,1-2-1 16,1 2 1-16,0-1 2 0,1-1 1 0,0-2-2 15,1 2-1-15,-2 0-1 0,0 0 2 0,2 1-1 16,-4 1 0-16,1 1 1 0,0-1 1 0,-3 3 3 16,-1 1-1-16,0 0 0 0,-1 1 2 0,-2 2-1 15,-3 0-1-15,1 2-1 0,-2-4-1 0,0 2-1 16,-2-2 1-16,-1-1 0 0,0-2 1 15,-2-1-1-15,-2-2 1 16,0-1 0-16,1-1-2 0,-4-4 1 0,-1-1-2 0,2-3 2 0,-3-1-1 16,0-4-2-16,1-1-1 0,-2-3 0 0,2-2 2 15,1 1-2-15,1-5 1 0,0 0 1 0,2 0 0 16,2-1-1-16,-2-1-2 0,5 1 3 0,-1 0 1 16,3-3-3-1,0 1 1-15,2 0-1 0,1 0 2 16,1 0-1-16,-1 0-3 0,2 0 2 0,-3 2 4 15,4-2 1-15,-2 3 1 0,-1 3 0 0,0-2 3 16,1 5 2-16,-4 1-1 0,2 3 0 0,-4 2 4 16,1 0 5-16,-4 2 2 0,1 3 0 15,-1 0 0-15,-2 2 1 0,-1 0-3 0,-1 3-6 16,1-1-4-16,-2 1-2 0,1 1-1 0,0-1-3 16,1 0-1-16,0 1-4 0,0 1-1 0,2 0 0 15,-1-4-5-15,4 2-19 0,-2 0-52 0,2 1-60 16,-1 0-103-16,0 0-169 0,3 0-282 0,-1 0-312 15,2-1-259-15,0 1-172 0,2-1 243 0,-1 0 578 16</inkml:trace>
  <inkml:trace contextRef="#ctx0" brushRef="#br2" timeOffset="164439">10116 13680 337 0,'-2'-3'743'0,"0"-1"334"15,-1 2 90-15,0 0-283 0,0-1-225 16,-2 3-139-16,3-1-96 0,-3 1-79 15,1 0-62-15,-2 0-45 0,-1 1-57 0,1 1-54 16,-1 1-36-16,0-1-27 0,-1 3-18 0,1 1-12 0,1 1-7 16,-3 1-7-16,4 1-6 0,-1 2-2 15,-1-1-2-15,2 2-2 0,2-1-4 0,-3 2-1 16,3-1-1-16,0 2 0 0,3-3-1 0,-2 3-1 16,2 0 0-16,2-3 0 0,0 1 0 0,-1 1 1 15,2-2-1-15,3-1 0 0,-1 0 0 0,1-1 0 16,1-1-1-16,1-2 1 0,1 1-1 0,1-1 1 15,-1 0-2-15,4-1 2 0,-2-1 3 16,1 0-3-16,1 3 0 0,-2-2 0 0,2-1 0 0,-2 2 1 16,0 1-2-16,-2 1 3 0,-1-1 0 15,-1 4 1-15,-1-2 0 0,0 6 2 16,-3-2 0-16,-1 1-1 16,-2 0 0-16,0 3 0 0,0-4-2 15,-2 1-1-15,-1 0 0 0,0-3 0 0,-3 0-3 16,1-2 0-16,-3-1 1 0,2 0-3 0,-2-2 0 15,-1-2-1-15,1-1-1 0,-2-2-3 16,-2-1-16-16,0-2-45 0,-2-2-63 0,0-2-65 16,0 0-121-16,1-3-172 0,2-2-279 0,-3-1-266 15,4 1-209-15,-1-4-113 0,2-1 314 0,-1 0 502 16</inkml:trace>
  <inkml:trace contextRef="#ctx0" brushRef="#br2" timeOffset="164673.04">9940 13737 214 0,'1'-10'509'0,"1"2"255"0,0 0 198 15,-1 2-137-15,2-2-177 0,2 2-136 0,-2 2-98 0,5-2-59 0,-2 2-82 0,2-1-83 16,2 1-57 0,2 0 27-16,0 0 3 0,3 0-15 15,-2 0-9-15,3 2-10 0,0-1-12 0,1 1-54 16,-1-2-29-16,1 4-16 0,-1-2-8 15,3-3-7-15,-3 4-4 0,1 0-9 0,-2 1-52 16,0 0-60-16,-2 0-135 0,3 2-215 0,-5 0-294 16,3 1-322-16,-3-1-240 0,0 1-58 0,3 0 465 15</inkml:trace>
  <inkml:trace contextRef="#ctx0" brushRef="#br2" timeOffset="165355.22">11437 12981 413 0,'2'0'865'0,"2"0"285"0,-1 0 10 16,-1-2-308-16,3 2-279 0,0-1-185 0,1 1-115 0,3 0-66 15,1 0-2-15,1 0-17 0,3 0-25 0,-1-1-35 16,1-1-19-16,2 0-10 0,0-1-44 0,-2 2-27 16,3-2-13-16,-2 1-8 0,0-1-7 15,-2 0-5-15,0 2-1 0,-1 0-40 16,-2 1-51-16,-4 1-55 0,-1 0-125 0,0 5-179 0,-5-4-314 16,-2 5-260-1,-1 1-226-15,-2 0-84 0,-1 0 376 0,-2 1 515 16</inkml:trace>
  <inkml:trace contextRef="#ctx0" brushRef="#br2" timeOffset="165521.49">11481 13200 352 0,'-1'12'883'0,"1"-3"306"0,1 0 0 0,1-2-245 0,4 1-387 16,2-1-245-16,3-1-120 0,2 0-63 15,3-4-39-15,1 2-32 0,4-1-24 0,1-1-12 16,2 0-17-16,3-1-34 0,-1 2-179 0,1 0-300 15,0 0-260-15,-2 1-278 16,-2 3-253-16,-4 1 17 0,-5 2 594 0</inkml:trace>
  <inkml:trace contextRef="#ctx0" brushRef="#br2" timeOffset="192613.06">12221 13259 169 0,'2'5'291'0,"-2"-3"81"0,0 2-15 0,2-1-54 16,-2 2-48-16,0-2-29 16,0 0-12-16,0 0 15 0,-2 0 25 15,2 0 28-15,0 0 32 0,-2 1 28 0,1 1 16 0,-1-2-1 16,2 1-20-16,-2 0-36 0,2 0-52 0,-1-2-48 15,-1 2-47-15,2-3-33 0,0 2-31 0,0-1-18 16,0-1-11-16,0-1 23 0,3 0 45 0,-1 0 18 16,0-1 7-16,1-1 6 0,0-2 0 0,0-2-24 15,2 0-39-15,-2-3-24 16,3-2-15-16,-1-2-16 16,2-2-12-16,-1-2-7 0,0-2-8 0,2-2-3 15,0-2 0-15,0 1 0 0,0-2 1 16,1 0-2-16,-1-1 1 0,0 3-3 0,0 0-2 15,1 1 0-15,-2 1-3 0,-1 1 1 0,1 2-1 0,0 3 1 16,-2-2-2-16,-2 4 0 0,2 2-1 16,0 1 0-16,-2 2-1 0,-1 0 0 0,-1 3 0 15,1 2 0-15,1-3 0 0,-2 4 0 0,-1-1 1 16,0 2 5-16,2-3 7 0,-2 2 3 0,0 1 1 16,0 0 2-16,1 0-1 0,-1 0-5 0,0 0-5 15,2 0-1-15,-2 0 3 0,3 1 6 16,-3 2 6-16,2-2 10 0,1 1 5 0,-1 3 5 15,-1-3 1-15,3 5-5 0,-3 3-1 16,1-2-5-16,-1 4-3 0,1 1-4 0,0 3-3 0,0 0-4 16,-2 2-3-16,0 3-2 0,0 1-4 0,0 4-1 15,0 1-1-15,0 0-1 0,0 2-1 0,0 0-1 32,0 1-1-32,2-1 0 0,0 1-1 0,-2-2-1 15,1-2 0-15,1-2-1 0,-1-3-1 0,-1-1 1 16,2-4-1-16,0-1-1 0,-1-3 1 0,-1-1-1 15,2-2 0-15,-2-2 0 0,1-1 0 0,-1-1-1 16,0-2 0-16,0-1-1 0,0 2 0 16,0-4 1-16,0 1-1 0,2-2-1 0,-2-1-2 15,2-1-9-15,-1-1-12 0,-1-2-18 0,3-1-23 0,-3-1-51 16,2-1-74-16,-2 0-97 0,-2-2-153 16,2 2-263-16,-1-2-319 15,1 1-293-15,0 0-172 0,1-2 176 0,-1-2 595 0</inkml:trace>
  <inkml:trace contextRef="#ctx0" brushRef="#br2" timeOffset="193063.43">12634 13030 132 0,'5'3'495'0,"1"3"319"0,-3-1 237 15,2 3-74-15,1 0-250 16,-1 3-168-16,3 4-69 0,0 1-48 0,-2 5-79 16,4 2-63-16,-1 1-49 0,1 1-53 0,-1 2-61 15,1 0-49-15,2 1-30 0,-2-5-24 0,4-2-11 16,-3-1-9-16,2-3-5 0,-1-4-3 0,1-4-2 16,0-2 0-16,-1-3-4 0,0-2-2 15,0-4 2-15,-1-2 2 0,0-3-2 0,-3-4-1 16,0-2 3-16,0-2 1 0,-2-4-1 0,0 0-2 15,-1-3 2-15,-2-1-1 0,-1-1-1 16,0-1 0-16,-2-1-3 0,-2-1 3 0,0 2-1 0,-1-1-1 16,-2-1 0-16,1 2 0 0,-4-1 3 0,-2 2 0 31,2 0-1-31,-4 2 3 0,-1 2-1 0,2 1 0 0,-3 3 0 0,1 0 0 0,-1 4 0 16,0 3 2-16,-2 3-1 0,3 3-2 0,-4 5 0 0,4 2-2 31,-4 2 1-31,4 4-4 0,-1 3 4 15,1 0-2-15,4 2 0 0,-2 0 2 0,3 2-2 16,3 1 0-16,2-3-2 0,1 1-20 0,2 0-58 16,0 0-59-16,2 0-86 0,1-2-143 0,2-1-224 15,0 1-306-15,1-2-237 0,2-2-194 0,-2-1 64 16,6 0 470-16</inkml:trace>
  <inkml:trace contextRef="#ctx0" brushRef="#br2" timeOffset="193832.8">13089 12881 50 0,'2'-10'349'15,"1"3"252"-15,1-1 248 0,-4 0 26 0,1 3-135 16,-1-1-142-16,2 0-112 16,-1 0-82-16,-1 1-69 0,0 1-48 0,0-1-29 15,3 2-13-15,-3 1-6 0,0-1-15 16,0 2-21-16,0 0-34 0,0-1-37 0,0 2-35 16,0 0-24-16,0 0-17 0,0 0-15 0,0 0-10 15,0 3-8-15,0-2-7 0,0 4-4 0,0 1 2 16,-3-1 1-16,3 3 4 0,0 0-1 0,-1 3 2 15,-1 1-1-15,2 2 0 0,-1 3 1 16,1-2 1-16,0 2 1 0,0 1-1 0,0 1 0 0,0 0-5 16,0 0-5-16,1-1-4 0,2 0-2 0,0-2-1 15,0 0-1 1,0-3-2-16,1-1 0 0,0-2-1 0,1-2 0 0,0-1 1 0,0-2-1 16,2-1 1-1,-2-2 0-15,3 0 0 0,-1-4 0 0,0 0 0 16,1-1-1-16,0-1 1 0,0-3-2 15,3 1 1-15,-3-1 1 0,0 0-1 0,1-2 0 16,-1-2 0-16,0 2 0 0,0-1 0 0,0 1 0 16,-2-2-1-16,2 1 1 0,-3 1-1 0,0 0 1 15,1-2-1-15,0 4 2 0,-4 0 0 0,3-1-1 16,-4 3 1-16,3-1 0 0,-3 1-1 0,1 3 0 16,0-2 0-16,-2 3 0 0,1 0 0 15,-1 1 1-15,0 0-1 0,2 1 1 0,-2 0 0 0,0 3-1 16,0-2 1-16,0 3 1 0,0 1-2 0,0-1 2 15,0-1-1-15,0 2 0 0,0 0 0 16,0 0 0-16,0 1 1 0,1 1 0 0,-1 1 1 0,0-2-2 16,0 4 1-16,0 0 8 0,2-1 4 15,-2 2 3-15,3 0 2 0,-2 3 3 16,-1 0 4-16,0 2-6 0,2 1-2 0,-2 1-2 0,0 2-1 16,0 2-3-16,0-1-3 0,-2 1-2 15,2-1-3 1,-1 1-2-16,-2-1-1 0,3-1 0 0,-2-2-1 15,2-2-1-15,0-1 0 0,0-2-2 16,0 0-1-16,0-6 0 0,0 2-9 0,-1-3-15 16,-1 1-22-16,2-4-43 0,-1-1-79 15,-3 0-124-15,3-1-211 0,-3-2-295 0,1-2-345 0,0 1-341 16,1-2-116-16,-1 0 425 0,0 0 701 0</inkml:trace>
  <inkml:trace contextRef="#ctx0" brushRef="#br2" timeOffset="194847.04">13823 13387 124 0,'0'3'446'0,"-2"0"301"0,2-1 230 15,0 0-80-15,-1 0-198 0,-1 0-153 0,2-1-122 0,0-1-103 16,-1 0-61-16,2 0-9 0,-1-1-7 0,3-1-10 15,1-1-9-15,-1-2-11 0,0 0-28 16,0-3-48-16,2-2-42 0,-2-4-29 0,3 1-20 0,-3-6-12 16,2 2-6-16,0-3-10 0,0-1 1 15,-2-2 1-15,3 1 3 0,0-2-2 0,-2 1-1 16,0 3 1 0,1 2-7-16,-1 0-4 0,-3 4-2 0,1 3 5 15,-1 4 3-15,-1 0 4 0,2 3 0 16,-2 3-1-16,0 2 0 0,3 6-8 0,-3 2-2 15,1 3-3-15,-1 3-2 0,2 3 0 0,-1 1 5 16,1 2 5-16,1 2 0 0,2 1 2 16,-2 0 0-16,2 0 1 0,0 1-5 0,1-3 0 0,0 1 2 15,-1-3-1-15,0-2 0 0,1-4-1 16,0-2-2-16,1-1-4 0,-2-5-4 0,-1-1 0 16,1-3-1-16,2-2 1 0,-1-4 1 0,-2-3-2 15,3-1 1-15,-2-4 0 0,1 0-2 0,0-3 0 16,-1-2-1-16,1-1 0 0,-1 0 0 0,0-1-1 15,0 0 0-15,-1 0 1 0,1 0 0 0,-2 0-1 16,0 1 1-16,0 1-1 0,-1 1 1 0,0 1 0 16,-1 1 0-16,-1 2 0 0,0 2 1 0,0 2-1 15,0 2 1-15,0 0 1 0,0 3-1 16,0 0 0-16,-1 1 0 0,1 4 0 0,0 0 0 16,0 2 0-1,0 4-1-15,0 1 1 0,1 2 0 16,3 1 0-16,-3 1 1 0,2 1-1 0,2 4 6 15,-1 1 6-15,3 1 2 0,-1 3 1 0,1 0 1 16,2-1 0-16,-1 1-5 0,0-3-5 0,0 0-4 16,4-2-2-16,-2-3-1 0,2-1-1 15,-2-1-2-15,1-7-1 0,2 1-14 0,-4-3-24 16,3-2-63-16,-5-4-84 0,1-2-175 0,-2-1-284 16,1-1-331-16,-2-1-391 0,-2-3-280 0,1 1 96 15,-2 0 772-15</inkml:trace>
  <inkml:trace contextRef="#ctx0" brushRef="#br2" timeOffset="195946.34">14392 13419 108 0,'2'4'410'0,"-2"0"259"0,0-2 203 0,0 0-64 0,0 1-165 15,2-3-119-15,-2 1-80 16,1-2-69-16,2 0-52 0,0-1-21 0,0-2-15 15,1-4-19-15,-1-2-30 0,2 0-18 0,0-5-23 16,-1 0-39-16,2-4-43 0,-1-3-32 0,1 0-18 16,1-1-13-1,-1-2-5-15,2-2-9 0,-2 2-7 0,2 1-4 0,-1 0-3 0,0 3-6 0,-2 0-7 16,2 4-4-16,-4 5-3 0,0 0 2 16,0 5-2-1,0 1 1-15,-1 2 11 0,2 2 7 0,-4 4 2 16,3 2 2-16,-3 3-3 0,2 2 0 15,-2 3-10-15,2 3-5 0,-1 2-3 0,1 2-2 16,0 1-1-16,1 2 1 0,0 3 8 0,0-2 5 16,0 4 3-16,3 0 5 0,-1 0 4 0,0 0 2 15,0-1-8-15,0-1-4 0,1-4-3 0,0-1-6 16,0-5-4-16,-1-2-4 0,2-2 0 0,-3-4-2 16,6-2 0-16,-6-4 1 0,1-2 0 15,2-3 0-15,-2-2-1 0,2-4 1 0,-2 0-1 16,-2-5 0-16,2-2 0 0,0-1 0 0,0 0 1 15,-1 0-1-15,1 2 0 0,-1-1 0 0,0 2 0 16,-1 2 0-16,0 2 0 0,0 2 0 0,1 1 0 16,-3 1 0-16,2 3 0 0,2 4 0 0,-1 0 2 31,-2 3-1-31,5 5 1 0,-4 0 1 0,2 4-2 16,-1 2 1-16,2 2 0 0,-1 1-1 0,0 1-1 15,0 0 0-15,0-2 0 0,1 2-1 0,2-5 0 16,-4 1 1-16,1 0-1 0,2-4-1 15,-1-3 2-15,0-1-1 0,0-1 1 0,-1-5 0 16,2-5 0-16,-1-2 1 0,2-3 1 0,-2-5-1 16,0-4 1-16,1-3-2 0,-1 0 1 0,3-2 0 15,-2-1-1-15,-1 0-1 0,2 3 1 0,0 1-1 16,-2 1 1-16,-1 4 0 0,2 1-1 16,-3 4 1-16,2 2 0 0,-1 5 1 0,2 4 0 0,-3 3 1 15,1 5 0-15,0 2 1 0,3 5 0 16,-2 3-1-16,0 3 0 0,1 3 0 0,-1 1 0 0,3 1-1 15,-1 1-1-15,1-2 0 0,0 1-1 16,0-2-1-16,-1-2-2 0,3-3-7 0,0 1-22 16,-1-5-69-16,-4-3-101 0,3-3-237 0,-4-2-287 15,-1-2-364-15,-1 0-440 0,-2-3-229 0,-1-2 383 16,-1 2 891-16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3:47:49.7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20122 4876 140 0,'5'-3'380'16,"-5"0"192"-16,0 0 167 0,0 0-111 16,0 2-108-16,0-2-54 0,0 3-24 15,0-1-28-15,0-1-46 0,-3 0-61 0,1 1-68 16,2-2-62-16,-3 0-50 15,2 0-37-15,-1 0-16 0,0-3-7 0,1 4 1 0,-2-3 12 16,1 2 20-16,-3-1 24 0,3-1 18 0,-2 3 6 0,-1-2-8 16,1 0-12-16,-3 1-20 0,2 2-25 15,-3-2-23-15,1 3-19 0,0-2-8 0,-2 4-6 16,1-1-6 0,-5 4-3-16,4 4-4 0,-5 2-2 0,2 2-2 0,0 5-1 0,-1 3 0 15,0 3-2 1,1 2 0-16,1 3-1 0,-1 3-2 0,2 1-1 15,0-1 1-15,4 3 1 0,-1-2 0 0,1 0 2 16,3-3 0-16,3-4 0 0,2 1-3 0,1-8-1 16,1-3-3-16,4-3 0 0,-1-1-1 15,2-6 0-15,2-3 3 0,0-5 5 0,3-4 0 16,-1-4-1-16,0-3-2 0,3-6 2 0,-4-2-1 16,2-1-2-16,-1-4 0 0,0 2 4 0,-5 0 3 15,0 0 4-15,-2 3 1 0,0 4 5 0,-3-2 3 16,-1 4 2-16,-2 3 0 0,0 2-2 0,-2 2 0 15,-1 1-2-15,-1 3-1 0,-1-1-3 0,0 4-1 16,0 1-4-16,0 0-2 0,1 1-1 16,-4 2-2-16,3 0-4 0,2 3-1 15,-2-2-1-15,2 2 0 0,1 2 0 0,-1-1-2 0,3 0 2 16,0 3-1-16,3-1-1 0,-1 2 1 0,1 1 0 16,4-1 1-16,-2 3 0 0,4-1 1 0,0 1-1 15,-1 3-1 1,5-3 1-16,-2 1 1 0,0-1-1 15,3-1-1-15,1 0 0 0,-2-3 0 0,4-1 0 16,-2 0 0-16,0-3-1 0,0-2 0 0,1-1 0 16,1-1 1-16,-2-2-2 0,0-2-6 15,-2-1-10-15,3-1-18 0,-5-2-45 0,0-1-69 0,0 2-70 16,-3-1-130-16,-1 0-184 0,-3 0-307 16,2 0-276-16,-1 1-202 0,-2-2-73 0,1 1 403 15,-1 1 534-15</inkml:trace>
  <inkml:trace contextRef="#ctx0" brushRef="#br0" timeOffset="317.36">20579 4849 206 0,'5'2'516'0,"-2"0"252"15,2-1 172-15,-4 2-145 16,4 0-199-16,-2 0-128 0,4 0-88 16,-2 1-63-16,-1-1-74 0,2 0-69 0,1 2-61 0,-1-4-44 15,2 2-32-15,1 0-18 0,-1 0-9 0,0-2-7 16,0-1-3-16,1 2-3 0,0-2-2 0,-3 2-11 15,0-2-39-15,-1 0-87 0,-2 0-131 16,-2 1-172-16,-1-1-288 0,-1 1-257 0,-1 2-143 16,-2-2 136-16,1 1 376 0</inkml:trace>
  <inkml:trace contextRef="#ctx0" brushRef="#br0" timeOffset="533.77">20519 5036 156 0,'0'11'434'0,"2"1"220"0,1-4 167 0,1 1-118 16,1-1-207-1,3-1-122-15,-1 0-68 0,3-1-51 0,-2-1-55 16,4-1-55-16,0-1-44 0,-1-2-39 0,2-1-29 16,3 0-17-16,-3-1-13 0,2 0-14 0,-2-1-60 15,1-2-111-15,-1 1-143 0,1 0-286 16,-5 0-224-16,3 1-146 0,0-1 80 15,-1-1 311-15</inkml:trace>
  <inkml:trace contextRef="#ctx0" brushRef="#br0" timeOffset="1850.73">23585 4845 80 0,'1'0'297'0,"-1"-3"150"16,4 1 130-16,-4 1-115 0,1-2-125 0,-1 1-66 16,0-1-31-16,2 1 4 0,-1 1 3 0,-1-1 6 0,2-1 4 15,0 3 0 1,-1-1-5-16,2 0-9 0,-1-1-11 0,1 2-20 15,0-2-19-15,-2 2-30 0,3 0-26 16,-3-1-28-16,1 1-19 0,1 0-19 0,-1 0-10 16,1 0-7-16,0 1 0 0,2 1 2 0,-1 0-1 15,1-2-5-15,-2 0-6 0,2 0-7 0,2 0-8 16,-3 0-10-16,1 0-7 0,1 0-3 16,1-2-2-16,1 0-5 0,-4 0 0 0,4 0 0 15,-2-1-2-15,1-1 0 0,-1 1 0 0,-1-2 3 16,3 2-4-16,-4 0 1 0,1 0-5 0,0 2 2 15,-2-1-6-15,1 1-18 0,-1 0-15 0,-2 1-17 16,4 0-25-16,-5 0-63 0,0 0-90 0,-5 0-104 16,4 1-119-16,-2 0-201 0,-1 1-255 15,-1 1-137-15,2-2 83 0,-2 2 274 0,1-3 307 0</inkml:trace>
  <inkml:trace contextRef="#ctx0" brushRef="#br0" timeOffset="2199.33">23651 4703 75 0,'3'-2'302'16,"-3"0"157"-16,2 2 138 0,0 0-93 16,-2 2-127-16,0 0-63 0,0 0-25 0,-2 3 1 0,0-1-1 0,2 2-14 15,0 3-19-15,0-2-27 0,2 3-24 16,0 1-27-16,-2 0-24 0,0 1-26 0,0 0-26 16,0-1-24-1,0 2-26-15,0-2-20 0,0-2-12 0,0 0-10 0,0 0-8 0,0-2-3 0,0-1-14 31,0-1-44-31,0-1-82 0,-4 1-109 0,3-2-133 16,-2 1-243-16,-1 0-247 0,1 1-122 0,2 0 91 16,-3-1 277-16,0-1 296 0</inkml:trace>
  <inkml:trace contextRef="#ctx0" brushRef="#br0" timeOffset="2845.69">23624 5089 57 0,'2'3'280'0,"-2"-2"154"0,2 1 142 0,-2 0-90 16,0-2-117-16,0 1-75 0,0-1-43 16,0 0-20-16,0 0-4 0,0 2 1 0,0-2-7 15,1 0-4 1,1 0-6-16,-1 0-1 0,3 0-11 0,-2 0-11 16,3 0-15-16,-2 0-18 0,1 0-15 15,0 0-22-15,1 0-23 0,0 0-24 0,1-2-20 16,0 2-14-16,-1 0-13 0,2-1-10 0,-1 1-2 15,2-2-5-15,-4 0-4 0,4 1-3 0,-3 0 0 16,2-1 0-16,0 1-3 0,0-1-9 0,-1 1-32 16,-3 0-77-16,2 1-120 0,-2 0-152 15,-3 1-296-15,5 2-255 0,-5-2-164 0,1 2 80 16,-1 0 346-16</inkml:trace>
  <inkml:trace contextRef="#ctx0" brushRef="#br0" timeOffset="4844.77">19811 7654 7 0,'0'4'240'16,"0"-1"146"-16,0-1 131 0,0 1-26 0,0-1-159 0,1-1-99 16,-1-1-44-16,2 2-8 15,-2-2 11-15,3-2 25 0,0 2 28 0,0-1 18 16,0-2 10-16,1-1 0 0,0 1-5 15,0-2-13-15,1 1-21 0,-1-2-28 0,1-2-32 0,-1-1-30 16,1-1-20-16,2-2-17 16,-1 0-12-16,2 2-9 0,-2-2 0 0,0-1-1 0,1 0-1 15,-1 0 0-15,2-2-1 0,-2 2-7 16,2-2-12-16,-1-1-9 0,0 3-13 16,0-2-11-16,-2 3-13 0,1 0-1 0,-1 2-6 15,0 1-2-15,-1 1 1 0,-1 1-3 0,0 2-4 16,1 1-1-16,-3 1-2 0,1 0-2 0,-1 3-4 15,-1 0-2-15,0 0-5 0,0 1-27 16,0 1-32-16,-1 2-28 0,-1 0-47 0,-1 0-98 16,-2 1-132-16,2-2-136 0,-3 2-234 0,1 0-250 15,2-2-158-15,-3 1 112 0,1-1 356 0,0 0 346 16</inkml:trace>
  <inkml:trace contextRef="#ctx0" brushRef="#br0" timeOffset="5161.77">19784 7489 106 0,'0'5'343'0,"2"1"182"15,0-2 162-15,-2 2-81 16,2 0-117-16,0 2-45 0,-1-3-13 0,4 2-14 15,-2 4-31-15,2-4-56 0,1 0-67 0,-1 1-65 16,3-1-52-16,0 0-36 0,0 1-34 0,3-2-14 16,-2 0-9-16,-1 0-3 0,5 1-9 0,-4-1-7 15,1 0-3-15,2-2-8 0,0-1-5 16,-3 0-6-16,3 0-1 0,-2 0-6 16,1-2-6-16,0 1-1 0,0-2-5 0,-1 0-6 0,1 2-15 15,-2-2-38-15,-2 0-95 0,-1 0-130 16,2 0-158-16,-3 0-285 0,1 0-261 0,2 0-163 0,0 1 124 15,0-1 374-15</inkml:trace>
  <inkml:trace contextRef="#ctx0" brushRef="#br0" timeOffset="5578.59">20405 7405 231 0,'2'2'453'16,"-1"-2"175"-16,-1 1 80 0,3-1-165 16,1 2-125-16,-3-2-47 0,4 0-26 0,-2 1-17 0,4-1-36 0,0 2-40 31,0-2-45-31,1 0-55 0,0 0-44 0,1-2-26 16,1 1-11-16,-2-1-22 0,2 1-23 0,0-1-13 15,0 0-5-15,-1-2-1 0,0 2-5 16,-1-1-2-16,-1 2 4 0,0 0-3 0,0 0-2 15,-2-2-29-15,-4 3-49 0,2 0-88 0,-3 0-109 16,0 3-135-16,-1-1-240 0,-2 2-230 0,-1 0-105 16,1 0 108-16,0 1 273 0,-3-1 283 0</inkml:trace>
  <inkml:trace contextRef="#ctx0" brushRef="#br0" timeOffset="5827.78">20356 7585 20 0,'3'0'292'15,"1"0"179"-15,-3 1 177 0,2-1 47 0,3 0-163 16,-1 0-101-16,2 0-49 16,1 0-27-16,0-1-44 0,1 1-55 15,0 0-66-15,1-2-61 0,1 1-48 0,0 0-31 16,0-2-22-16,2 1-11 0,-2 0-7 0,1 0-2 15,0-1-6-15,-3 1-2 0,3-1-1 0,-2 2-18 16,-2-1-56-16,-1 1-89 0,0 1-112 0,-4 0-159 16,1 0-280-16,-1 1-192 0,-2 1-33 0,1-1 180 15,0 1 295-15</inkml:trace>
  <inkml:trace contextRef="#ctx0" brushRef="#br0" timeOffset="6995.02">19915 8213 98 0,'1'0'296'0,"-1"-2"149"15,0 2 111-15,0 0-75 0,0 0-80 0,0 0-39 16,0 0-1 0,0 2 6-16,0 2-5 0,0-2-12 0,0 3-16 0,0-3-32 15,0 5-48-15,0-2-45 0,0 2-40 16,-1-1-42-16,1 3-31 0,0 0-19 0,0 0-2 0,0 1 7 16,0 3 2-16,1-1 4 0,-1 0-4 0,0 0-3 15,2 0-6-15,-2 1-20 0,0-1-10 0,2 2-13 16,-2-2-3-16,0-2-11 0,0-1-5 15,0 0-4-15,0 0-4 0,-2-4-4 0,2 2-1 16,0-5-6-16,-2 2-2 0,2-2-6 0,0-2-28 0,-1 0-36 31,-1-3-36-31,2-2-58 0,-1-1-102 0,-4-1-128 0,2-4-118 0,2 2-154 0,-3-1-256 0,1-2-133 32,1 0 87-32,-1-1 289 0,2 0 304 15</inkml:trace>
  <inkml:trace contextRef="#ctx0" brushRef="#br0" timeOffset="7377.58">19828 8101 165 0,'2'2'378'16,"-2"1"173"-16,0-2 121 0,1 2-122 15,1 2-100-15,-1-1-34 0,1 1-19 0,1 1-12 0,1 0-33 16,-1 2-41-16,3 2-56 0,-3-1-55 0,3-2-40 16,-1 2-39-1,0 0-21-15,0 2-27 0,2-3-16 0,-2 2-17 0,0-3-12 0,0 2-11 0,0-1-6 32,-1-2-4-32,1 0-5 0,-1-1 1 0,0 0 0 15,-1 0 1-15,0-2 0 0,0 0-4 0,2-2 3 16,-2-1-1-16,2-1 3 0,-4-4-1 15,2-1-4-15,-1 0 3 0,1-1-3 0,1-4-2 0,-3-2 1 16,4 3-1-16,-2-5 4 0,0 0-2 16,-1 1 0-16,2-1 2 0,0 0-5 0,0 1-7 15,0 1-9-15,-1-1-23 0,-2 4-40 0,3-1-68 16,-4 3-87-16,1-1-105 0,-1 2-128 0,0 4-212 16,2 0-211-16,-2 2-86 0,0 1 115 0,1 0 260 15,1 0 275-15</inkml:trace>
  <inkml:trace contextRef="#ctx0" brushRef="#br0" timeOffset="9940.07">20501 8108 158 0,'2'2'360'15,"-2"1"152"-15,0-1 90 0,0-1-171 16,2 1-132-16,-1-1-54 0,1 1-9 0,0 1 8 0,-1-1 1 0,2 0-11 0,1 1-27 15,-1-2-30-15,3 3-19 0,-2-4-10 16,1 2 0-16,0 2 1 0,0-3-2 0,1 0-12 16,0-1-22-1,1 3-20-15,-2-3-26 0,1 0-14 16,0 0-12-16,-1 0-7 0,3 0-4 0,-2-3-7 16,1 2-8-16,-1-1-5 0,2-3-7 0,-4 3 0 15,1-1-3-15,2-2-3 0,-2 3 5 0,-1-1-6 16,2-2 4-16,1 2-3 0,-4 1-2 0,0 1-18 15,-1-2-50-15,-1 2-72 0,1 1-103 0,-2 1-116 16,0 0-179-16,0 4-258 0,-2-2-150 16,-1 3 25-16,1-2 224 0,1 1 283 0</inkml:trace>
  <inkml:trace contextRef="#ctx0" brushRef="#br0" timeOffset="10255.79">20538 8288 194 0,'0'3'422'0,"0"-2"182"16,0 0 107-16,0 3-160 15,2-4-116-15,-1 2-44 0,2 0-13 16,1 1-9-16,-1-2-25 0,0 2-48 0,5-1-65 0,-4 0-61 16,3 0-60-16,-1 0-41 0,2-2-31 0,1 0-20 15,-1 0-6-15,2-3-12 0,-1 0-5 0,1 0-2 16,-2 1-11-16,3-2-48 0,-5 0-97 0,0 0-124 16,-1 2-187-16,0-2-285 0,-2 3-221 15,3-1-77-15,-3 2 200 0,1 0 344 16</inkml:trace>
  <inkml:trace contextRef="#ctx0" brushRef="#br1" timeOffset="42776.29">20076 10426 162 0,'-1'-4'394'16,"1"0"193"-16,-4-2 166 0,4 2-125 15,-1 2-85-15,1-3-31 16,0 0-23-16,0 2-39 0,0-2-63 0,0 4-81 16,0 0-80-16,0-1-69 0,1 0-47 0,-1 1 12 15,4 1 36-15,-3 0 25 0,2 0 2 0,-1 1-3 16,3 1-6-16,0 2-33 0,1 2-42 0,0 1-25 16,1 1-13-16,1 5-8 0,1 0-9 0,-1 3-6 15,0 1 0-15,1 4-7 0,2 0-1 0,-1 3-1 16,-1 1-1-16,1 0-1 15,-2 2-4-15,-2-1-2 0,-1-1-5 0,0-1-3 0,1-2-3 0,-5 1-2 16,2-4 0-16,-3 0 0 0,0-1 4 16,-3-4 0-16,2 0 0 0,-4-3 1 0,0 2-4 15,-3-3-2-15,0-1-1 0,-2 1-3 0,0-3-1 16,-3 0-1-16,-1-2-2 0,1-1 1 0,-4-1-2 16,4-1 1-16,-4-2-1 0,-1-2 0 15,1-2 1-15,1-2-3 0,-3-2 1 0,1-2-2 16,2 0 1-1,-2-4 1-15,2-2-1 0,-1 2 1 0,4-3 0 16,-2-2 0-16,2 2 0 0,2-4 0 0,2 2 0 16,0-1 2-16,1-3 0 0,4 3 0 0,-1-4 2 15,5 1-3-15,0-2 0 0,3-1 0 16,0-1 0-16,4 0 0 0,1-1 0 16,0 1 0-16,4-2 0 0,-1 1-1 0,2 2 2 0,0 1-1 15,4 1 0-15,-3 1 1 0,3 5 0 0,-1 0 0 16,2 3 0-16,-1 3 0 0,2 2 1 0,0 2-1 15,0 4 0-15,3 1 1 0,-3 1 0 0,3 4 0 16,0-1 0-16,2 4-1 0,-3 1 1 0,1 0-2 16,-2 1 0-16,0 4 0 15,-2-2-3-15,0 2-1 0,-1-1-13 0,0-1-27 0,-2-2-77 16,-4 2-99-16,3 0-195 0,-4-2-290 0,-1 1-339 16,0-3-390-16,-2 2-181 0,-1-3 274 0,1 2 736 15</inkml:trace>
  <inkml:trace contextRef="#ctx0" brushRef="#br1" timeOffset="44040.47">20986 10122 169 0,'-2'-6'440'0,"-3"-1"255"15,0-1 221-15,1 6-113 0,-3-5-150 16,0-1-105-16,0 2-88 16,-2-1-76-16,1-1-59 0,-3 1-46 15,1 0-29-15,0-1-15 0,-2-1-15 0,1 1-25 16,0-1-30-16,-2 1-34 0,0 1-32 0,3 1-26 16,-2 0-14-16,1 0-9 0,1 0-5 0,-2 4-5 15,4-3-2-15,-3 2-6 0,3-1-3 0,0 4-2 16,0-3-4-16,-1 3-2 0,1 0-3 0,3 3-4 15,-1-3-1-15,0 2-4 0,1 2 0 0,0-2-3 16,1 2-2-16,0 0 0 0,1 0-1 0,0 2 1 16,1 0-2-16,1 1 2 0,-4 1-1 15,5 1 2-15,0 3-2 0,0 1 1 0,0 0-1 16,0 2-2-16,0 0 0 0,0 0-1 0,0 3-1 16,5 0 1-16,-5 1 0 0,1 4 1 0,-1 1 0 15,0 3 0-15,2 0 0 0,-2 1 1 0,0 4-1 31,0 1 1-31,0-1 0 0,0 5 0 0,0-1-2 16,0 0 0-16,1 1 1 0,-1-1 0 0,2-1-1 16,0-2 0-16,-1-2 1 0,3-1 3 0,-3-1-2 15,4-2-1-15,-2-2 0 0,5-2 0 16,-4-1 0-16,1-1-1 0,0-2 0 0,2 0 0 16,-3-3 0-16,2-1 0 0,1 0 0 0,-1-5 1 15,-1 3 0-15,1-3 0 0,-1-1 0 0,1 0 1 16,1 0-1-16,-1-1 1 0,1-1 0 0,0 0 0 15,-1-1 0-15,-1-2-1 0,3 0 0 0,-1 0-1 16,0-2-1-16,1 0 0 0,0-2 2 16,0-2-1-16,3 1 0 0,-3-2 2 0,2-1-2 15,0-2 1-15,0 0-2 0,1-4 1 0,2 1 0 16,-2 0-2-16,1 0 2 0,1-1-2 0,-2 1-6 16,3 0-17-16,-2-1-46 0,0 3-73 0,-2-5-112 15,-1 3-186 1,4 0-297-16,-4 0-336 0,3 0-308 15,-2-1-151-15,2 0 312 0,-3-3 649 0</inkml:trace>
  <inkml:trace contextRef="#ctx0" brushRef="#br1" timeOffset="44407.97">21259 10128 60 0,'-1'-10'544'0,"-3"1"451"0,1 4 215 16,2 0-69-16,-3 0-387 0,3 5-236 0,1 0-120 0,0 5-64 15,1 3-48-15,1 1-35 0,1 1-35 0,0-1-45 16,1 3-59-16,-1-3-46 0,3 2-25 0,-2-4-17 16,0 1-10-16,1-3-7 0,-2-1-3 0,2-1 0 15,-4-3-2-15,2-3 1 0,2-1 1 0,-5-4-2 31,0-2-1-31,0 0 1 0,-3 0 0 0,0-4 0 16,0 3-1-16,-1-1 4 0,0-1 3 0,-1 2 0 16,-2 1 4-16,0 1 1 0,2 0 2 15,0 2-1-15,0 1 0 0,2 2-2 0,0 0-4 16,0 2-1-16,0 4-1 0,1 2-4 0,2 2-2 16,0 1-1-16,5 5-2 0,-4 0-1 0,1 2-11 15,1 1-48-15,0 2-64 0,1 1-80 0,-3 1-153 16,4 5-275-16,-2-2-319 0,5 1-278 0,0 2-191 15,-2-1 95-15,2 1 577 0</inkml:trace>
  <inkml:trace contextRef="#ctx0" brushRef="#br1" timeOffset="44725.05">21668 10756 356 0,'8'9'708'0,"-3"0"277"15,2-5 121-15,-3 1-269 0,4-1-250 16,-3-2-148 0,0 0-46-16,-1-2-14 0,1-4-56 15,0 1-47-15,1-5-37 0,-3 1-43 0,0-3-53 16,-3-3-50-16,4-1-26 0,-4 0-16 0,-2-3-8 16,0 3-6-16,-2-1 0 0,-2 2-4 0,-1 1-4 15,-1 2-6-15,0-1-3 0,-1 4-5 0,-1 1-5 16,1 2-2-16,-4 1-5 0,2 3 0 0,-2 3-3 15,1 3-1-15,1 3-2 0,-2-1-1 0,4 4-5 16,1 0-14-16,0-2-38 0,-2 4-69 0,6-2-68 16,-3-3-124-16,2 4-172 0,1-2-289 0,-4-1-284 15,6-1-210-15,-1 2-104 0,2-4 322 16,-3 0 521-16</inkml:trace>
  <inkml:trace contextRef="#ctx0" brushRef="#br1" timeOffset="45057.12">21344 10843 161 0,'4'1'553'0,"0"-1"343"0,0-1 220 16,2-3-123-16,-3-4-288 0,2-1-170 16,1-3-74-16,1-3-55 0,0-4-76 0,1-1-57 15,0-2-42-15,-1-5-47 0,2-4-60 0,0 0-44 0,-1-2-25 16,5-3-19-16,-5-2-13 0,1 3-9 16,4-5-5-16,-2 3-3 0,-1-1-2 0,0 4-2 15,2-1-2-15,-4 4-1 0,0 2-3 0,-1 4-30 31,0 3-66-31,-3 3-58 0,0 0-113 0,-1 4-178 16,-2 0-313-16,-1 3-296 0,0 2-226 0,2 0-125 16,-2-1 324-16,0 4 564 0</inkml:trace>
  <inkml:trace contextRef="#ctx0" brushRef="#br1" timeOffset="45658.25">21628 9895 231 0,'1'0'539'16,"2"-1"259"-16,3 1 193 0,1 0-162 0,-2 0-193 16,3 0-154-16,1 1-86 0,-1 1-62 0,1 0-66 15,3-1-47-15,0 2-17 0,1 0-5 0,2-2-14 31,-2 1-15-31,4-1-22 0,0 1-27 0,0-1-33 16,-1-1-30-16,3 0-12 0,-2 2-11 16,-1-1-11-16,1 1-4 0,-1-1-5 0,0 1-2 15,0 1-1-15,-2-1-1 0,-2 3-1 0,1 0 1 16,0 1-2-16,-5 1 1 0,1-1-3 0,-1 1-1 16,-2 3-1-16,-1-1-2 0,-2 1 1 0,2 2-2 15,-3-2 1-15,1 3-2 0,0 0 1 16,-2-1 0-16,1 2 0 0,1-1 0 0,-1 1-3 0,3 2 1 15,-4 0 1-15,6 1-1 0,-4 1 0 16,3 2 0-16,0 2 2 0,1-1 0 0,1 6 0 16,0-2 0-16,1 1-2 0,0 3-1 0,1 1 1 15,1-2-1-15,0 3-2 0,0 0 1 0,2 2 3 16,-4-2-1-16,2 2-1 0,-1-1 1 0,-2-1 1 16,1 3 1-16,-1-3-1 0,-2 1 3 0,-1-1 7 31,-2 1 6-31,1 0 6 0,-3-2 6 0,-1-2 8 15,-1 2 2-15,-3-4-1 0,1 0-3 0,-2-3-3 16,-1-3-2-16,-2-1-5 0,-1-2-3 0,-1-2-4 16,-4 0-3-16,3-1-3 0,-2-4-3 15,-1 0-3-15,1-1-2 0,-2-2-2 0,0-3-1 16,1 1-1-16,0-2-2 0,0 0-2 0,1-2-12 16,2 1-15-16,-3-2-46 0,2-2-68 0,2 2-87 15,0-2-164-15,4 0-288 0,-2-1-318 0,3 1-298 16,2 1-191-16,5-2 145 0,-1 1 642 0</inkml:trace>
  <inkml:trace contextRef="#ctx0" brushRef="#br1" timeOffset="46407.74">22521 10306 27 0,'-2'5'494'0,"2"1"447"16,-1-2 253-16,1-1-43 0,-2 2-361 15,0-2-305 1,1-2-183-16,1 0-122 0,0 2-55 0,1 1-18 0,4-2 6 0,0 0 15 0,4 2 6 31,2-2 11-31,2 0 1 0,1 1-14 0,2-3-24 16,3 1-25-16,1-2-18 0,1 1-13 0,5-3-17 15,-4 0-11-15,3-2-5 0,-3 1-7 0,4 0-1 16,-5-2-5-16,1-1-3 0,-4 2 0 16,1 1-6-16,-6 0-26 0,-1 0-54 0,-2 3-49 0,-5 0-78 15,-1 1-152-15,-4 1-247 0,-3 0-285 16,-2 4-237-16,1-2-201 0,-4 1 79 0,-3 1 511 15</inkml:trace>
  <inkml:trace contextRef="#ctx0" brushRef="#br1" timeOffset="46624.41">22647 10481 51 0,'0'10'555'0,"0"-1"436"15,0 0 187 1,2-2-68-16,1 1-361 0,1-2-297 15,1-2-161-15,2 2-71 0,1-2-11 0,3 1-9 16,1-3-15-16,0 3-16 0,3-4-28 0,1-1-27 16,3-1-36-16,1-4-25 0,0 3-17 15,0-3-12-15,2-1-8 0,-3 2-8 0,3-2-5 16,-3 0-45-16,1 0-58 0,-3 0-89 0,-3 0-167 16,2 3-295-16,-3-1-312 0,-3 1-265 0,0 0-176 15,0 1 205-15,-4 0 593 0</inkml:trace>
  <inkml:trace contextRef="#ctx0" brushRef="#br2" timeOffset="75492.11">30051 12843 114 0,'-1'-8'341'0,"-1"1"174"0,1-1 156 15,-4 2-108-15,4-5-101 0,-1 4-32 16,-1-2 6-16,1 3 7 0,1 0-21 0,-3 2-43 16,3-1-65-16,-1 3-56 0,1-2-37 0,-1 2-11 15,0 0 3-15,2 2-3 0,0 0-9 0,-1 2-16 16,1 0-25-16,-2 3-35 0,2 1-33 0,-1 0-22 16,1 3-12-16,0 2-8 0,0 0-6 15,0 3-2-15,1 1-6 0,1 0-3 0,-2 3 0 0,1 1-4 16,1 1 0-16,0 1-3 0,-1 1 0 15,1 3-3-15,-1 1-1 0,3-1-4 0,-3 3-4 16,1-3-2-16,-1 1-4 0,3-5-2 0,-3-2-2 16,2-2-2-16,0-4-1 0,-1-1-1 0,1-6-1 15,-1 1 1-15,1-5-1 0,0 0 1 0,0-5 1 16,1-3 0-16,0-2 0 0,2-3 0 0,-1-2 1 16,1 0-2-16,-1-2 0 0,2-2 0 0,2 0 0 15,-3 3-1 1,1-2 0-16,1 3 0 0,-1 1 1 15,0 3 0-15,-1-3 1 0,1 5-1 0,-3 1 1 16,2 1 0-16,1 1-1 0,-2 1 0 0,-1 1 1 16,0 2 0-16,0 0-1 0,2 2 0 0,-1 1 0 15,-2 1 1-15,4 2-1 0,-4 0 1 0,2 1 0 16,0 4-1-16,-3 0 0 0,3 1 1 0,-2 1-1 16,-1 2 1-16,0 2 1 0,-1 1 0 0,1 1 1 15,-2 2-2-15,1 0 1 0,-1 2-1 0,0-1-1 16,-1 2 0-16,1-2 0 0,0-3 0 0,-2 0 0 15,2-2-2-15,-1-2 1 0,1-3-1 0,0 0-1 16,-2-2 1-16,2-2-1 0,-2-1-1 0,2-1-10 16,0-1-11-16,0-1-18 0,-1-1-44 0,1-1-62 15,-2 1-63-15,1-3-96 0,-3-3-148 0,2 3-206 16,-2-5-270-16,3 2-219 16,1-3-175-16,0-1 137 0,0-1 466 0</inkml:trace>
  <inkml:trace contextRef="#ctx0" brushRef="#br2" timeOffset="75991.63">30477 12796 177 0,'0'3'467'16,"0"4"244"-16,-2 1 189 0,-1 0-114 0,2 3-146 0,-1 2-115 0,1 3-90 16,1 4-52-16,0 1-49 0,0 3-29 15,3 2-21-15,1 5-24 0,1 1-22 16,0 4-31-16,3-1-31 0,-2 0-48 0,5 1-45 0,-1-3-31 16,1-1-18-16,1-2-11 0,-1-5-9 0,3-6-6 15,1-4-5 1,-2-5 0-16,1-2-2 0,0-6 0 15,0-4-3-15,-1-6 1 0,-1-2 2 0,-1-5-2 16,-2-1 1-16,1-6 1 0,-3 0-2 0,-3-1 0 16,0-2-1-16,-3-3 0 0,3 0 1 0,-4-2-2 15,-4 0 6-15,3 2 1 0,-3-2 0 0,0 0-3 16,-3-2 0-16,-3 2 0 0,1 1-1 0,-2-3 0 16,-3 4 2-16,1 2-1 0,-1 2 2 0,0 4-1 15,-2 3 0-15,0 4-2 0,-2 3 0 0,1 6 0 16,-1 0-1-16,-3 6-1 0,4 2 1 0,-2 5-1 15,3 1-1-15,-1 3 1 0,1 4-1 0,2-1-1 16,1 5-2-16,0 2 1 0,4 1-11 0,-3 2-42 16,3-1-55-16,3 3-54 0,1-1-99 0,4 1-162 15,-1-2-265-15,4 0-263 0,2-2-228 0,4 0-165 16,5-4 199-16,1-1 520 16</inkml:trace>
  <inkml:trace contextRef="#ctx0" brushRef="#br2" timeOffset="77059.73">31318 13284 246 0,'-2'-1'514'15,"1"-1"259"-15,-3 2 199 0,3 0-164 0,-1 0-160 16,1-2-117-16,-4 2-102 16,5-1-82-16,-1 0-100 0,1 1-68 15,-2-2-34-15,2 2-12 0,0-2 4 0,0 2-5 0,0-1-7 0,-1-2-14 0,1 0-22 31,0-4-24-31,-2 1-22 0,2-1 1 0,0-3 3 16,2-1-1-16,-2 0-3 0,1-3 4 0,1-2-3 16,-2 3-16-16,1-3-8 0,4 1-6 0,-4 0-4 15,1-1-2-15,-1 3-3 0,-1 0-2 0,0-1-2 16,0 3 1-16,0 0 2 0,0 3 5 0,0-1 5 16,0 1 5-16,0 4 5 0,0 1 3 0,0 0 2 15,0 0-4-15,0 2-2 0,0-1-5 0,-1 4-7 16,-1-1 0-16,1 2-5 0,1 0-3 0,-5 3-2 15,5 0 1-15,-1 3 0 0,1 0-2 0,1 4 1 0,4-2-8 16,-4 3-1 0,2 0-2-16,2 3-2 0,0 0 0 0,0-2 1 0,1 3 6 0,0-4 3 0,1 2 1 15,1-1 1-15,-2-5 1 0,1 1-4 16,0-2 2-16,0-2-3 0,1-1 4 0,-2-1-2 0,2-3 1 31,-2-2 2-31,0 0 0 0,1-1 0 0,-1-4-2 0,2-1 2 0,0-4-1 0,-2 0 1 0,1-3 6 31,2-3 4-31,-4 1 2 0,3-2 0 0,-3-1 1 16,-1 3-2-16,2-2-6 0,-3 2-3 0,1 1-1 16,-3 0 0-16,-1 3-2 0,2 1-1 15,-2-1 0-15,-2 3 0 0,2 1 1 0,-1 1 0 0,-1 1 1 16,0 2 1-16,1-1-2 0,-2 1 1 0,0 1 0 16,1 1 0-16,2-1-1 0,-1 0 0 0,1 1 1 15,0 1-1-15,0-1 0 0,0 1-1 0,0 1 2 16,0 0 1-16,0 3-1 0,1-1 2 0,1 3-2 15,1-1-2-15,0 5 2 0,-2-2 0 0,3 5-1 16,1 0 0-16,-1 0-5 0,1 4-2 0,0-2-5 16,2 2-2-16,0 0 0 0,-1-1 0 0,2 0 6 15,0 2 4-15,0-4 2 0,-2-1 2 0,2 1 6 16,2-4 4-16,-4 1 2 16,0-4 0-16,2-1 0 0,0-1 0 0,-2-2-8 0,1-2-4 0,-1-1-4 15,1-1-27-15,-1-2-56 0,-3-2-56 0,2-2-58 16,-2-1-116-1,-2-1-163-15,1 0-231 0,0 0-235 16,-1 1-226-16,3 0-144 0,-3-1 230 0,1 1 473 16</inkml:trace>
  <inkml:trace contextRef="#ctx0" brushRef="#br2" timeOffset="78141.71">31745 13241 264 0,'0'-2'461'16,"0"-1"177"-16,-2-2 23 0,2 2-161 0,-2 0-137 16,2-1-80-16,0 1-44 0,0-1-19 15,2-1-4-15,0 0-5 0,-2-1-6 0,1-1-5 16,3-1-8-16,-1 1-19 0,-2-3-15 0,4 0-18 15,-2-2-14-15,3 2-21 0,-1-4-18 0,0 2-8 16,0-1-15-16,0-2-16 0,-2 1-13 0,2 0-6 16,-1 1-4-16,1-2-8 0,-2 3-4 0,2 0-1 15,-4 2 0-15,4 1-4 0,-1 0-2 0,-3 1-3 16,1 2-1-16,-1 1 0 16,2 1-2-16,-1 2 3 0,-2 0 4 0,1 2 1 0,1-2 9 0,-2 2 9 15,0 2 9-15,1-1 9 0,1 2 10 0,0 0 8 16,-2 2-2-16,1 2-2 0,1-2-10 0,-1 1-10 31,-1 2-17-31,2 0-4 0,0 1-2 0,1 2 31 16,0-1 24-16,0 2 13 0,2 0 10 0,-1 1 3 15,0 0 8-15,-1 0-27 0,2 2-21 0,-2 0-12 16,2-4-8-16,-2 1-10 0,3-3-14 0,-3 0-4 16,0-2-4-16,1-3 0 0,-1 1-2 0,2-2 0 15,-2-1-1-15,-2-2-1 0,5-2 1 0,-3 0-1 16,1-2 1-16,1-2 1 0,-1-1-2 0,0-2 0 15,0 0 0-15,0-1 0 0,0-1-3 0,1-2 1 16,0 1 4-16,-2 1-2 0,2-1-1 16,-1 0 0-16,0 1-1 0,2 0 2 0,-3 1-3 0,2 2 0 0,-2 1 4 15,-2 0-1-15,3 1-1 0,-3 1-1 16,3 3 1-16,-3-2 1 0,1 3-3 0,-1-2-1 0,2 1 1 16,-1 1 3-16,-1 1-2 0,1 0 4 0,-2 0 1 15,1 0 0-15,1 1 1 0,0 3 2 0,1-2-1 16,-2 2-1-16,3 0-2 15,-3 1 1-15,4 3 1 0,-2 1 0 0,5 0 0 0,-3 1-9 0,1 1-2 32,1 3-1-32,-3-2-4 0,5 3-1 0,-2 0 1 15,-1 0 5-15,1-2 6 0,0 1-3 0,0-2 4 16,-2-1 0-16,1 0-2 0,-1-4 2 0,0 0-1 16,1-3 1-16,-3-1-1 0,0-1 1 0,0-4 0 15,0-1-1-15,1-1 0 0,0-5 1 0,0-2-1 16,0-1-1-16,1-1-1 0,-2 1 2 15,2-3-2-15,-2 1 2 0,0 0 0 0,1 3 1 0,0-3 8 16,1 4 2-16,-1-2 4 0,0 1-1 0,0 2 2 16,1 0 0-16,2 2-10 0,-3-1-2 0,1 1-3 15,0 3 0-15,-1-1 0 0,1 0-1 0,-1 3-1 16,-1-2 1-16,3 1 1 16,-3 2-4-16,-2 1 2 0,3-3 2 0,-3 3 0 0,3 0 1 0,-1 0 3 15,-2 3 0-15,1-2-1 0,0 2 0 0,-1 2-6 31,1 0-3-31,-1 1-6 0,1 1-1 0,1 3-2 16,0-1-1-16,-2 3 11 0,3 0 1 0,-3 2 4 16,3-1 1-16,-1 2 0 0,-2-1-1 0,3-1-2 0,-1 1 1 15,-2-2 0-15,3-2 2 0,-2-1 0 16,2 0-14-16,-3-1-24 0,1-2-43 0,-1-2-42 16,3 0-37-16,-4 1-58 0,0 0-77 0,0-2-108 15,0-2-116-15,-2 1-232 0,2 0-255 0,0-2-166 0,0 0 61 16,0 0 354-16,0 0 383 0</inkml:trace>
  <inkml:trace contextRef="#ctx0" brushRef="#br1" timeOffset="103474.46">24205 10209 246 0,'-4'0'446'0,"3"0"206"16,-1 0 93-16,0-2-108 0,-1 2-69 0,3-1-39 0,-1 1-48 0,-4-2-57 0,5 2-60 15,-3-1-45-15,2 1-31 0,1 0-18 0,0 0-23 31,0 0-21-31,0 0-26 0,0-2-34 0,0 1-44 16,0 0-39-16,0-3-18 0,1 0-12 0,-1-3-4 16,3 2 0-16,-3-5-1 0,5 2 2 15,-4-3-3-15,2-1-3 0,2 0-2 0,-1 0-5 16,0-1-3-16,1 0-3 0,2 0-4 0,0 0-3 16,0 1-3-16,-3-1-4 0,4 2-1 0,0 2-2 15,-2-2-1-15,2 4-2 0,1-2-1 0,0 1 1 16,-1 2 0-16,0 0 1 0,1 4 1 0,2-2 0 15,-1 2 2-15,-1 4 1 0,4 0 0 0,-4 1 2 16,4 3-1-16,-2 3 0 0,-1 1 1 0,0 1-3 16,0 2 0-16,0 3-2 0,-1 1 0 15,-1 1-1-15,-2 1-1 0,2 5 2 0,-3-2-1 16,-2 3 1-16,0 3 0 0,-3-2-1 0,0 3 0 16,-3-2-1-16,2 0-1 15,-3 1-1-15,0 1 0 0,-3-2 0 16,2 0-1-16,-1 0 1 0,-2-2-2 15,4 0 1-15,-4 0-2 0,3-2 0 0,-2 1 0 16,3-5-1-16,-1 0 0 0,4-1 0 0,-3-4 1 16,4 4-1-16,-1-5 1 0,1-1-2 0,1 0 1 15,-1-3-1-15,4 0-2 0,-3-1-2 0,2-3 0 16,3 3 0-16,-2-3 0 0,0-2 0 16,3 0 0-16,-1-2 0 0,1 1 0 0,2-2 0 15,0-2 0-15,-1 1 0 0,3-2 0 0,0-1 0 16,2-1 0-16,0-2-1 0,0 2-1 0,0-1-1 15,0 4-4-15,0-5-7 0,0 3-7 0,-2 3-13 16,0 1-18-16,0 0-26 0,-2 1-54 16,1 3-77-16,-4 3-151 0,-1-5-266 15,1 6-318-15,1 1-378 0,-1-1-309 0,0 0 16 0,0-1 704 16</inkml:trace>
  <inkml:trace contextRef="#ctx0" brushRef="#br1" timeOffset="103707.97">24911 10675 332 0,'3'-4'1145'0,"-1"-1"470"16,-2 2-125-16,0 0-313 0,0 2-482 15,-2-2-252-15,-1 1-179 0,2 1-99 0,-3 1-56 16,3-2-37-16,-2 2-24 0,0 0-19 0,1-1-14 15,2 1-9-15,-1-1-5 0,1 1-5 0,0 0-14 16,0 0-29-16,0 0-74 0,-2 0-82 0,2-2-154 16,0 2-258-16,0 0-320 0,0-2-352 15,3 1-204-15,-1 0 54 0,2-1 601 0</inkml:trace>
  <inkml:trace contextRef="#ctx0" brushRef="#br1" timeOffset="104374.72">25463 9901 216 0,'-6'-7'675'16,"-5"0"401"-16,1 3 134 0,1 0-214 0,-4-1-257 16,5 5-150-16,-1-5-134 0,-4 5-98 0,4 0-66 15,-3 2-45-15,2 1-62 0,-2-3-60 16,3 2-35-16,0 4-23 0,-1-4-14 0,3 3-12 16,0 0-11-16,2 0-6 0,0 2-8 0,2-1-2 15,1 1-3-15,1 2 0 0,-1 1 0 16,4 1-3-16,-1-1 0 0,3 3-1 0,1-1-1 15,-1 0-3-15,5-1-1 0,0 1-1 0,0 2 0 0,3-2 0 16,1 2 0-16,1-1 0 0,2 1 1 16,2-1 1-16,-2 2 1 0,1-1-1 0,1 2 1 15,-1 1 1-15,-1-2 6 0,3 4 3 0,-2 1 2 16,-3 1 1-16,2-2 1 0,-3 2-2 0,-4-1-2 16,2 2 0-16,-3-1 1 15,-2 0-1-15,-1 0 1 0,-3-1-1 0,-2 3-1 0,-2-1-4 16,-1-3-2-1,-2 3-3-15,0-3-2 0,-3-1 0 0,-1 0-1 16,0-2 0-16,-1 0-1 0,-1-3-1 16,0-1 0-16,1-2-2 0,-2-1-9 0,1-1-14 15,-2-3-30-15,4-4-69 0,-4-1-78 0,1-6-139 16,-1 1-208-16,-1-4-312 0,1-3-337 0,2-3-227 16,-5-2-56-16,5-7 478 0,-5 1 579 0</inkml:trace>
  <inkml:trace contextRef="#ctx0" brushRef="#br1" timeOffset="104626.73">25212 9903 330 0,'3'-6'779'16,"-2"2"322"-16,3-2 74 0,-1 1-263 0,2 2-262 0,1-2-137 0,3 5-100 0,-1-5-61 15,4 3-60 1,0-2-48-16,1 3-53 0,2-2-65 0,1 0-41 0,1 0-27 0,1-1-17 0,4-1-14 31,0-1-9-31,-1 0-6 0,3 0-6 16,-2-1-4-16,1 0 1 0,-2 0-4 0,3 1-1 15,-1-1-5-15,-1 1-35 0,-1 0-73 0,-2 1-83 16,-1 2-166-16,-3 2-292 0,0 2-330 0,-1 1-324 16,-5 0-178-16,1 4 146 0,-1 0 653 0</inkml:trace>
  <inkml:trace contextRef="#ctx0" brushRef="#br1" timeOffset="105041.38">26161 9841 45 0,'-4'-3'599'0,"0"3"494"16,-1-1 193-16,0 2-68 0,0 1-291 16,0 2-318-16,-1 2-182 0,2 1-102 0,0 3-65 15,3-1-57-15,-2 4-70 0,3-1-50 0,1 2-32 16,2-3-18-16,1 1-13 0,2-1-9 0,1-2-4 16,3-1-3-16,1-4-2 0,2 0-1 0,0-4 0 15,1-4 3-15,-3 0-1 0,0-4-2 16,0-1 1-16,-2-3-2 0,-2 1 1 0,-2 0 1 0,-4-1 0 15,1 0-1-15,-4 3 1 0,-2 1 7 16,-1-3 7-16,-2 4 7 0,-1 1 5 0,1 2 5 16,-1-1 3-16,0 2-5 15,0 2-6-15,0-1-7 0,2 2-5 0,-1 3-6 0,2 0-3 0,2 2-4 16,-2 2-2-16,3 2 0 0,-2 3 0 0,3 1-1 16,-1 1-3-16,4 4-10 0,-1 0-31 0,3 2-75 15,-2-1-86-15,3 2-166 0,0 0-290 0,0 2-325 16,4-1-357-16,1 1-192 0,2 0 134 15,1 0 675 1</inkml:trace>
  <inkml:trace contextRef="#ctx0" brushRef="#br1" timeOffset="105358.56">26639 10526 283 0,'9'11'877'0,"-5"-4"387"0,2 0 18 0,-3 0-167 15,2 1-342-15,-1-4-267 16,-1 2-144-16,-2-1-82 0,1-2-55 0,0 0-73 0,-1-2-54 16,1-1-33-16,-1 0-20 0,1-3-12 15,1-1-9-15,-2-2-4 0,2-3-7 0,-3-4-2 0,4 0-5 16,-4-1 0-16,0 0-3 0,-4-1 1 16,3 0-1-16,-2 1 0 15,-5 2 1-15,2 2-1 0,-1 1 0 0,-1 1 0 0,-1 4-1 0,-1 3 0 16,1 1-1-16,0 1-1 0,1 3 0 0,1 5-3 31,2 0-1-31,1 3 1 0,-2 0-3 0,4 1-9 16,0 2-27-16,2-2-68 0,0 1-67 0,0-3-116 15,0 1-182-15,0-2-304 0,0-1-317 16,2-1-222-16,0 0-116 0,-2-2 321 0,0 0 578 16</inkml:trace>
  <inkml:trace contextRef="#ctx0" brushRef="#br1" timeOffset="105659.23">26167 10856 42 0,'6'-7'524'15,"2"0"451"-15,0-4 233 0,1-2-48 0,1-4-306 16,1-3-213-16,5-5-159 0,-2-3-103 0,3-4-65 16,-1-5-47-16,5-4-66 0,-1-5-71 15,1-4-43-15,3-4-28 0,-2-2-19 0,1-3-14 16,0 0-11-16,0-1-8 0,-1 0-3 0,2 2-2 16,-2-1-1-16,-1 3-2 0,-2 4 0 0,-2 0-1 15,-1 6-17-15,-7 3-49 0,3 6-67 0,-5 3-85 16,-4 2-161-16,2 5-281 0,-3 0-319 0,-1 7-285 15,-1 2-180-15,0 4 113 0,-1 0 605 0</inkml:trace>
  <inkml:trace contextRef="#ctx0" brushRef="#br2" timeOffset="111189.52">24820 12664 189 0,'11'-5'595'15,"0"3"384"-15,-7-3 184 0,1 0-197 16,-2 3-202-16,-1-3-120 0,-2 2-123 16,-2 2-101-16,-2-2-73 0,-3 0-50 0,0 1-69 15,-5 1-67-15,0 1-39 0,-2 1-25 0,-1 2-19 16,-4 2-15-16,2 0-15 0,-5 3-11 16,0 1-11-16,-3 2-8 0,-2 4-6 0,-1-1-5 15,2 6-3-15,-1 1-2 0,2-1-1 0,-1 1-1 16,4-2-1-16,6 1-1 0,-1-4 1 0,4 1-1 15,4-4 0-15,-1-1 0 0,6 0-2 0,0-3 1 16,4 2 0-16,0-1 0 0,5-1-1 0,2 0 2 16,2-1 1-16,4-1 0 0,2 0-1 0,5 0 2 15,0-3-1 1,3 1 1-16,4-1-1 0,-1 0 1 0,2-2-1 0,4 2 1 0,-2-3 0 0,0 0 0 16,0 2-1-16,0-1 1 0,-3 2 0 0,-2 1 0 15,-3-1 0-15,-4 2 2 0,-1 1 1 16,-6 4 0-1,2 0 1-15,-5 1 0 0,-5 1 1 0,-2 4 0 16,-4-1-1-16,0 2 0 0,-3 2 0 16,-7-1-1-16,4 4-1 0,-5-2 0 0,-2 1-1 15,-2 0 1-15,2-3-1 0,1 2 0 0,-1-3 0 16,0-3-1-16,2-1 0 0,-2-1-1 16,5-4 0-16,0-1-1 0,2-1-1 0,0-3 0 0,3-2-4 15,1-1-8-15,-1-2-9 0,5-5-13 16,1-1-19-16,0-3-39 0,1 0-69 0,4-4-59 15,-1-2-84-15,1-1-135 0,2-2-186 0,-1-1-278 16,3-1-202-16,1 0-189 0,1-1 39 0,3-2 419 16,1-2 456-16</inkml:trace>
  <inkml:trace contextRef="#ctx0" brushRef="#br2" timeOffset="111422.19">25096 12721 12 0,'8'0'522'15,"0"3"492"-15,0 1 254 16,-2 7-9-16,1 0-263 0,-2 4-320 16,-1 4-210-16,2 4-115 0,-3 3-69 0,1 2-69 15,-3 5-72-15,3 0-44 0,-3 4-26 0,-1 1-19 16,3 1-13-16,-1-2-13 0,0 1-13 0,1-4-7 16,2-2-6-16,-1-5-3 0,1-5-10 0,0-4-20 15,-1-3-54-15,0-6-68 0,-3-3-95 16,2-2-170-16,-3-4-298 0,-1-2-322 0,-1 0-268 0,1-2-163 15,-3-2 212-15,1 1 620 0</inkml:trace>
  <inkml:trace contextRef="#ctx0" brushRef="#br2" timeOffset="112163.68">25637 12661 384 0,'6'-5'847'0,"-4"0"311"0,-2 1 15 16,0 2-308-16,-2-2-308 15,-1 4-195-15,-1 2-98 0,-3 0-41 0,4 2-11 16,-2 0-5-16,0 2-11 0,2 1-24 0,-3-1-34 16,5 1-38-16,1-1-35 0,0 2-30 0,6-1-17 15,-2 1-9-15,3 0-5 0,3 0-3 0,3 1-1 16,4-1 2-16,0 1 2 0,5 0-4 0,-1-2 0 15,2 0 3-15,2 0-2 0,4 0 4 16,-4-3-2-16,1 4 3 0,-3-4 10 0,-1 2 8 0,-1-1 8 16,-4 1 10-16,-3 1 13 0,-1 0 13 15,-5 0 0-15,-3 4-2 0,-3-1-4 16,-4 2-10-16,-3 5-10 0,-3-2-10 0,-1 4-11 0,-5 1-4 16,1 1-6-16,-4 2 0 0,-1 0-4 0,1-1-1 15,1 4-2-15,-2 0 0 0,4-1-1 0,0 1-2 16,4-2 0-16,0-1-2 0,3 2 1 0,4-4-1 31,1 0-1-31,2-2 1 0,2-2-2 0,1-2 1 16,2-2-1-16,3-1 0 0,1-3 0 0,-1-1 1 0,5-4 0 0,-2 0 0 15,2-2-1 1,-1-2-2-16,1-2-9 0,1 2-12 0,0-5-23 16,-1-1-52-16,0-1-68 0,-4 0-73 0,4-4-132 15,-5 4-206-15,0-2-302 0,-4 0-257 0,2 2-200 16,-4 0-36-16,0-1 443 0,-4 0 536 0</inkml:trace>
  <inkml:trace contextRef="#ctx0" brushRef="#br2" timeOffset="112406.77">25578 13105 26 0,'2'-2'540'15,"0"1"475"-15,1 0 205 16,-2 1-91-16,1-2-358 0,1 2-320 0,2 0-207 16,0 0-106-16,1 0-53 0,5 0-26 0,0 0-13 15,3-2-20-15,1 2-12 0,2-2-10 16,2-3-6-16,3 1-5 0,2-2-3 0,-1-2 2 0,0 1 0 16,2 0 1-16,-1-1-7 0,1-1-30 15,-3 1-96-15,0-1-153 0,0 0-250 0,-2 2-278 16,-2-1-247-16,3 1-136 0,-5 1 232 0,3-2 448 15</inkml:trace>
  <inkml:trace contextRef="#ctx0" brushRef="#br2" timeOffset="112723.02">26236 12745 330 0,'3'2'790'16,"-1"-1"349"-16,0 3 52 0,-2 0-283 0,0 2-221 15,0 1-147-15,-2 4-123 0,2-1-82 16,-2 2-53-16,-1 2-45 0,2 1-65 0,-3 1-59 16,1 1-32-16,2 2-18 0,-1 1-12 0,-1 0-9 15,2 3-4-15,1 1-5 0,0 0-4 0,1 3-5 16,4 0-5-16,-2 2-3 0,2-1-4 16,1 1-4-16,1-2-4 0,2 1-2 0,-1-3-1 15,0-3 0-15,1 0-1 0,2-3 0 0,0-3 0 16,2-3-1-16,0-3 0 0,-2 0-1 0,3-6-1 15,-1-1-1-15,1-2 0 0,-2-2-5 0,1-2-10 16,0-1-13-16,0-2-32 0,-3-2-58 0,-2-1-63 16,2 0-69-16,-2-1-121 0,-1-1-175 0,0 2-284 15,-2-4-230-15,1 2-199 0,-1-1-62 16,-1 0 366-16,1 0 499 0</inkml:trace>
  <inkml:trace contextRef="#ctx0" brushRef="#br2" timeOffset="112989.37">26235 12715 4 0,'-10'0'489'15,"3"1"464"-15,0 3 240 0,2 0-40 16,4 0-321-16,1 2-338 0,1 1-200 15,6 4-113-15,1-4-53 0,4 0-40 0,1-1-26 16,2 0-24-16,2-3-14 0,1 0-7 16,3 0-12-16,-4-3-1 0,4 0-4 0,-4 0-11 0,2-1-26 15,-3-1-58 1,-3 2-127-16,-4-1-168 0,-1 1-295 0,0 0-265 0,-3 1-228 0,-5 2-15 16,0-1 381-16,-4 0 430 0</inkml:trace>
  <inkml:trace contextRef="#ctx0" brushRef="#br2" timeOffset="113207.08">26175 13026 274 0,'3'7'563'16,"2"1"249"-16,-1-1 132 0,6 1-243 15,-2 0-213-15,3-1-130 0,1 0-82 0,1 1-69 16,0-4-59-16,3 1-46 0,1-3-32 0,-1-2-34 15,2 0-22-15,0-2-60 0,3-3-109 0,-4-1-138 16,4 0-254-16,-1 1-255 0,-1 0-199 16,2 1 1-16,-3-1 270 0,3-1 344 0</inkml:trace>
  <inkml:trace contextRef="#ctx0" brushRef="#br2" timeOffset="113966.93">27768 12827 76 0,'-6'0'548'0,"3"0"421"0,0 1 191 0,0-1-79 16,1 0-390-16,0 0-249 16,4 1-160-16,1-1-77 0,2 2-6 0,4-2 14 15,2 2 5-15,2-1-14 0,6 2-23 16,1-1-30-16,1-2-45 0,3 1-40 0,1-1-27 16,2-1-15-16,0 1-6 0,0-4-7 0,-2 2-1 15,2-2-2-15,-2 0-3 0,1-2-2 0,-4 1-5 16,-3-1 0-16,-2 1-35 0,-2 3-55 0,-5 0-51 15,-3 2-114-15,-6 2-172 0,-2 3-310 0,-4-2-276 16,-3 7-225-16,-3-1-121 0,0 2 322 16,-6-2 538-16</inkml:trace>
  <inkml:trace contextRef="#ctx0" brushRef="#br2" timeOffset="114165.98">27756 13111 268 0,'6'3'695'0,"2"-3"334"0,0 2 124 0,2-2-222 16,3 0-316-16,2 0-200 0,4 3-105 15,-2-3-43-15,5 0-54 0,0 0-37 0,-1 0-26 16,5-3-24-16,-3 3-34 0,2 0-38 0,0-2-25 16,1 2-17-16,-4-5-18 0,2 4-56 15,-1-2-71-15,-3 1-172 0,-2 1-291 0,0 1-291 0,-6 0-304 16,0 3-191-16,-2 3 142 0,-5 3 612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6T13:50:10.60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10922 4359 24 0,'-5'-11'363'0,"-3"2"282"15,-3-1 252-15,-5 2 122 0,0-2-293 0,-4 3-188 16,-2 1-93-16,-2 2-71 0,-3 1-43 0,-3 2-13 16,0-1-28-16,-2 4-28 0,-4 0-26 0,-3 4-32 15,-3 3-37-15,-2 2-48 0,-5 6-37 0,-3 2-24 16,-5 5-17-16,-2 7-10 0,-7 2-3 0,0 7-6 16,-2 6-5-16,-4 4 1 0,0 7 3 0,-4 5 0 15,3 5-3-15,-4 5 0 0,1 3-2 0,0 3-1 16,3 1-5-16,2 2 0 0,2 2-2 0,2 1-2 15,5 1-2-15,2 0-2 0,4 1 0 0,0 1-4 16,7-3 3-16,0 1 3 0,5-2 2 0,0-1 2 31,4 1 0-31,2-2 2 0,3 0-3 0,2 0-4 0,3 0-3 0,1-2-3 0,1 1 1 16,4 0 1 0,1-2 3-16,2-1 1 0,2 1 3 15,0-1 1-15,3 0-2 0,2 0-3 0,0 0-5 16,4 0-2-16,0-1 2 0,3 2 1 0,2 0 1 15,2 0 2-15,1-1 3 0,2 1 2 16,2-1-4-16,3-2-3 0,1 0-2 0,4-2-1 0,4-1 0 16,2-3 0-16,3-2 2 0,4 0 1 15,1-5 2-15,6-3-1 0,2-3 1 0,4-4-2 16,2 0-2-16,3-4 2 0,5 0 1 0,3-6-1 16,5 0-1-16,4-1 3 0,2-5 1 0,5 0-2 15,0 0 0-15,2 1 0 0,0-1 0 0,0 2 0 16,-1 1 1-16,-2 1 4 0,-1 6-1 0,-3-1 1 15,-2 10 0-15,-3 2-1 0,0 7-2 0,-2 7-2 16,-4 6-1 0,0 4 3-16,-3 4 3 0,-3 8 4 15,-2 5 2-15,-5 8 1 0,-1 6 1 0,-2 4 2 16,0 5 1-16,-3 4-3 0,-1 2-1 0,1 6 1 16,-2 2 2-16,-1 3-4 0,3 1-2 15,-1 0-3-15,-2-1-1 0,1-2-3 0,2-5 1 0,0-5 0 16,0-5 1-16,1-3 2 0,0-7-1 15,4 0 1-15,2-6-2 0,0-4-3 0,3-4 1 16,2-6-1-16,1-4 2 0,3-1 0 0,4-5 0 16,1-3 0-16,0-3-3 0,2-3-1 0,3-6-1 15,2 0-1-15,0-7 2 0,1-2 0 0,4-3 1 16,4-4 0-16,-1-4 2 0,6 0 1 16,2-4-2-16,-2-3 0 0,3-2-2 0,2-1 0 0,-1 0 0 15,3-4 1 1,0 1 0-16,-1-2 2 0,4 1 1 0,0-3 1 0,5 2-3 0,2-1-1 0,1 0-1 15,0 2-2-15,0-3 2 0,0 1 0 16,0 2 1-16,2-3 0 0,1 3 1 0,2-1 1 16,3-1-4-16,0 2-2 0,-1 0 1 0,-1-1 2 0,0 0 1 31,-1 3 1-31,3-1 2 0,0 3 2 16,2 1-1-16,1 1-3 0,-3 2-1 0,2 1 0 15,-2 1 2-15,0 0-2 0,4-2 2 0,-2 1 1 16,2-2 1-16,0-3-2 0,-1-4-1 0,-1 0 0 15,1-3 2-15,0-6 0 0,1-3-1 0,2-3 1 16,0-6 0-16,2-5-1 0,2-2-2 0,-4-8 0 16,2-3 1-16,3-6 1 0,2-4 0 0,-2-6 1 15,5-3-1-15,1-6-2 0,-1-4-3 0,3-3 1 0,2-3 2 16,1-4-2-16,1-1 1 0,1-1 1 16,0-2 1-16,0 0 0 0,-2 0 0 15,0 0 2-15,2 1 0 0,0-1 0 0,0 5 0 16,-1-1-2-16,-4 4 0 0,-2 3-1 0,-4 3 0 15,1 2 1-15,-3 2 1 0,1 5 0 0,-1 2 0 16,-5 2-2 0,1 2-2-16,-3 5 1 0,-2 1 1 0,-4 3 0 0,2 1 1 0,-3 4 0 0,-1-1 2 31,-1 2-1-31,-3 1-3 0,-1-1 0 0,-3 1-3 16,1-1 2-16,-5-5 0 0,1 1 2 0,-3-5 0 15,1-3 0-15,1-5 0 0,-3-3 2 0,-1-8-2 16,-3-3 1-16,2-5-1 0,-3-8 0 0,-3-5 3 15,-1-6-2-15,-1-3-1 0,1-6 0 16,-4-5-1-16,1-3 2 0,-3-5-1 0,1-4 1 0,-3-2-1 16,-2-6 1-16,-2-3 0 0,-2-2-3 0,-3-3 0 15,-3-1 1-15,-2-1 0 0,-3-1 1 16,-3-1-1-16,-4-1 2 0,-3 0-3 0,-5 2 1 0,0 0 3 16,-5 3-1-16,-4-1 1 0,1 1 2 15,-3 0-1-15,-3-1-3 16,-2 0-1-16,-3 3 2 0,-3 1 1 0,-3 3 1 0,0-1 1 0,-5 2 1 15,-5 3-1-15,-3 3-2 0,-1 4-2 0,-5 3 1 16,-2 6 1-16,-6 4 2 0,-7 6 3 0,-1 2 1 16,-5 6 0-1,-6 5 0-15,-5 5 0 0,-3 3-2 0,-5 7-1 16,-6 2-1-16,-3 5-1 0,0 2 0 16,-4 2-1-16,-1 5 0 0,-2-2 2 15,3 3 1-15,-1-2-1 0,0-4 1 0,-1 0 0 0,1-3-3 16,1-4-1-16,1-5-4 0,2-6 2 15,4-3-1-15,0-5 1 0,7-6 1 0,2-4 0 16,0-7 0-16,6-2-1 0,3-4-1 0,4-4 0 16,2-1 0-16,4-2 3 0,2-3 1 0,3 4 1 15,2-4 0-15,2 0 0 0,2 1-2 0,0 0-1 0,3 0-2 16,1 3 2-16,0-3 0 0,4 3 1 16,1-1 1-16,1 1 0 0,1 2 1 0,-1 1-3 15,3-1-2-15,-1 0 0 0,2 1 1 0,-2 1-1 16,4-1 2-16,1-1 2 0,-1 0 0 0,1-1 1 15,0-2-2-15,-2-1-1 0,1 2-2 0,-2 0 0 16,3 2 1 0,-4 0 1-16,-5 5 0 0,4-1 1 0,-7 4 1 0,-2 2 0 0,0 2-2 31,-8 3 0-31,2 1-1 0,-4 4-1 0,-2 4-1 16,-3 0 0-16,-2 5-1 0,-1 1 2 0,-2 4 0 0,0 3 2 15,-5 3 1-15,0 1 2 0,-1 7 0 16,-5 0 1-16,-1 0-1 0,-3 7 0 0,-2-1-1 15,-4 3-1-15,-1 5-1 0,-4-1-1 0,-1 3 0 16,-2 4-1-16,1 0 1 0,-5 2 1 0,3 2 1 16,-2-1 1-16,-1 2-1 0,3 0 2 0,-1 1-1 15,-3-1-2-15,0 1 0 0,0-2-1 0,1 1-1 16,0 1 0-16,2-1 0 0,1-4 2 0,-1 1 0 16,5 0 0-16,-4-1 1 0,3-4 1 15,4 0 0-15,-1-2-2 16,0 0 0-16,2-3 0 0,2 0-2 0,0-3 0 0,3-1-1 0,1-1 0 15,2-2-2-15,3 0-1 0,2-3 4 0,2-1 1 16,3-4 1-16,2 2 2 0,1-2 2 0,1-3 1 16,0 1-2-1,3-4-1-15,4-1 1 0,-1-2-3 16,0 0 1-16,4 1-1 0,0-2-1 16,-1 1 0-16,-1 0-1 0,4 3-1 0,-2-1 0 15,-1 2 1-15,-1 3 1 0,0-1 0 0,-1 3 2 16,-1 2 0-16,-1 3 0 0,0-1-1 0,-5 6-1 15,0 1-1-15,0 3 0 0,-2 3 1 0,-2 5 1 16,-1 2 2-16,-1 2-1 0,0 5 2 0,-4 1-1 16,1 7-1-16,-4-1 0 0,0 4-1 0,-1 2-1 15,-1 1-1-15,-3 1 0 0,4 0 0 16,-2 3-1-16,-1-1 0 0,1 1 1 0,3-1 2 0,-1 1-1 16,2-2 1-16,-1 1 1 0,2-2 2 15,2 0-2-15,-1-1-1 0,-2-2 1 0,6-1 0 16,-5 0 1-16,1-1-2 0,2-2 0 0,-1-2-1 15,0 2 0-15,0-3 0 0,2 0-1 0,0 0 0 16,1 0 1-16,1 0 0 16,1-1 0-16,-1 1 2 0,0-2 0 15,-1 2 0-15,3 0 2 0,-2 2-2 0,-1-2 0 16,1 1 0-16,2-1-1 0,-3 1 0 16,1 1 0-16,-1-1-1 0,0-1 1 0,0 4 0 15,-1-3 0-15,4 1-1 0,-3 1 0 0,1 0-1 16,1 0 0-16,0 0 1 0,3-1 0 0,-1 2 2 15,1-4 0-15,1 2 2 0,0 1-1 16,0-2 0-16,0 0-1 0,2-1 0 0,-1 0 1 0,1 0-3 16,1 0 1-16,0-2 0 0,-1-1-1 15,3 1 1-15,-2-3-1 0,3 1 1 0,2-1 0 0,0-2-1 16,2 0 0-16,-1 2 0 0,5-4 1 16,-3 1-1-16,2 1 1 0,3-3 0 0,-3 2 0 15,4 1-1-15,-1 0 0 16,0 0-1-16,1 0 1 0,-1 2 1 0,2 2-1 0,1-2 2 0,-2 4 0 15,-1 1 0-15,0 0 0 0,1 3 0 0,-2 3-1 16,-1 1-1-16,-1 0 0 0,2 4 1 0,-2-1-1 16,0 3 1-16,-2 0 0 0,2 1 1 0,1 1 1 31,-3-1-1-31,0 1 0 0,1 1 0 0,-3-1 0 16,2 0 0-16,-3 1-1 0,2-1 0 15,-1 0 0-15,-1-1 0 0,2-1 0 0,1-1 0 16,-2-2-1-16,2-1 1 0,-1 1-1 0,1-3 0 15,0-1 1-15,1 0 0 0,0-1 0 0,1-1 0 16,-1-1 1-16,1 0 1 0,0 0 0 0,1-1 0 16,0-1-1-16,-3 2 0 0,2-3 1 0,0 2-2 15,-2-1 1-15,2 1 0 0,1-1 1 16,-3 0-1-16,2 3 0 0,-2-4 0 0,0 2-1 16,1 1 1-16,-3-1-1 0,-1-1-1 0,2 2 1 15,0 1 0-15,-2-1-1 0,2 0-1 0,-1 0 0 16,-1 1 0-16,2 0 0 0,0 0 0 0,-1-1 1 15,2 0-1-15,1 1 1 0,-1-1 2 0,1-2-1 16,1 3 1-16,0-3 1 16,-1 1-1-16,3-2 1 0,0 0-1 0,0 0 0 0,-1-2 1 0,0 1 0 31,4-1-1-31,-4-1 0 0,2 0 1 16,0-1-2-16,1 1 0 0,-1-2 0 0,2 3 1 0,-1-2-2 15,-1 0 1-15,0 1 1 0,-1 1-1 16,1 1 0-16,-3 1-1 0,2 0 1 0,0 3 0 15,-1 0 0-15,2 1 0 0,-3 2-1 0,4 2 0 16,-1-1 1-16,2 2 0 0,1 2-1 0,0 0 1 16,0 0-1-16,3 1 1 0,-1 2-1 0,2-1-1 15,0-1 1-15,2 2 0 0,-1-1 0 16,4 0-1-16,1-2 1 0,1 0 1 0,0-1 0 16,2-1-1-16,1-1-1 0,2-3 1 0,-1 2 0 15,3-4-1-15,-1 1 0 16,2-2 0-16,0-1 1 0,0 1 0 0,2 0 0 0,-1-4 0 0,1 0 0 15,1 1 0-15,-1-1-1 0,0-2-1 0,-1 1-6 16,2 0-7-16,-3-1-14 0,2 0-20 0,-2 2-50 16,0-3-79-16,-2 0-125 0,-1 0-236 0,0 1-301 31,1 0-358-31,-1-1-319 0,0-1-74 16,-3-1 514-16,4 0 689 0</inkml:trace>
  <inkml:trace contextRef="#ctx0" brushRef="#br0" timeOffset="1374.62">16965 3457 41 0,'26'6'301'0,"0"-3"166"15,-1 0 128 1,2-1-24-16,2 0-266 0,2 1-151 0,3-3-81 0,-1 1-44 0,3-1-18 15,0-1-7-15,1 1 0 0,-1 0 2 0,2 1 3 16,4 0 7-16,1 0-1 0,3 2-2 0,0-1-1 16,4 0-3-16,1 2-3 0,1-1-2 15,0 3-6 1,1 0-6-16,-1 2-1 0,3-1-16 16,-1 4-21-16,0-1-6 0,1 3-11 0,0 0-15 0,4 2-19 15,1-1-11-15,0 3-6 0,3-1-19 16,2 1-13-16,-2 1-10 0,4 0 10 0,1-2 13 15,1 3 17-15,1-1 32 0,0-1 28 0,1-2 31 16,1 2 21-16,5-2 11 0,0-1 13 16,0-2 1-16,5-2-4 0,1 1-5 0,-2 0-6 0,2-3 12 15,2 1 8-15,2-1 10 16,2-1 11-16,1 0 9 0,2 0 12 0,3-1-11 0,1 1-11 16,0-2-15-16,-1 0-1 0,4-3 7 0,-1 2 6 15,3-2 4-15,3-2 9 0,1 0 9 0,3 0-14 16,0-2-20-16,3-1 7 0,0 1 1 15,1-4 0-15,3 2-5 0,2 0 1 0,0-2-3 0,2 2-19 16,-1-1-7-16,1 2-2 0,-1-1 0 16,6 1 2-16,-3 0 2 0,3 2-10 0,1-1-4 15,-2 2 2-15,2 0 2 16,1 0 6-16,3 2 4 0,-3-1-2 16,2 2-16-16,0-2 4 0,-2-1 2 0,-1 2 2 15,0-1 4-15,0 0 6 0,0 1 6 16,0-2-20-16,0 1 0 0,-2 1 4 0,-1 0 0 0,1-1 6 15,1 1 4-15,-2-1 5 0,-1 1-18 16,-2 1-3-16,-5 0 6 0,1 1 2 0,-1-1 6 16,0 1 3-16,-3 2 9 0,1 1-16 0,-1-1-18 15,-4 0 1-15,-3 0-3 0,0 1-11 0,-2 0-20 16,-1 0-42-16,0 0-115 0,-3-1-174 0,-3 0-63 16,-2 1 29-16,-3-4 92 0</inkml:trace>
  <inkml:trace contextRef="#ctx0" brushRef="#br0" timeOffset="2874.57">17978 15041 4 0,'10'2'230'0,"-1"-2"130"0,2 0 113 15,2-2-19-15,3 1-197 0,0-3-115 16,4 1-56-16,4 0-21 0,1-2 2 0,5 2 5 0,0-1 10 16,4-1 10-16,3 2 4 0,4-1-4 0,2 0-10 15,6 0-4 1,2-1-7-16,1 1-5 0,7-1-15 16,-3 1-12-16,6 0-9 0,1 0-19 0,1 2-6 15,2-2-1-15,2 4-1 0,1-1 8 0,4 1 2 16,4 1 7-16,3-1-4 0,3 2-8 0,1 1-14 15,3 0-14-15,-1 0 4 0,1 2 3 0,1-3 9 16,4 5 4-16,1-2 13 0,5 1 5 16,0-2-9-16,3 2-14 0,1-2-6 0,-3 2 6 15,4-1 1-15,0-1 8 0,1 2 10 0,3-3 10 16,1 0-6-16,3-1-15 0,-5-1 5 0,3-1 4 0,-3 0 6 16,3-1 4-16,2-3 6 0,2 3 3 15,-1-2-17-15,1 0-7 0,-1 0-3 0,0 1-1 16,-1 0 1-16,1 0 8 0,2 2 6 0,-1 2-11 15,-1 1-14-15,-3 0-6 0,1 2 1 16,-3 3 5-16,1 0 2 0,-1 0 8 0,2 2 8 0,-5 1-9 16,2-3-13-1,-3 1-3-15,-4 0 3 0,2-2 6 0,-3 3 7 0,2-4 12 0,1-1 30 16,0 1 14 0,-3 0-3-16,0-1-4 0,-3 3 2 15,0-2 4-15,-5 0-11 0,4 1-10 0,-4-1 3 16,1 2 2-16,0 1-8 0,-3-2-12 0,0 0-13 15,-5-1-11-15,-3 1-9 0,-2-1 2 0,-5-3 2 16,-4-2 3-16,-1-1 7 0,-3-3 8 0,-3-1 1 16,0-3-4-16,-6-2-20 0,-2-1-30 15,-4-2-45-15,-3-1-59 0,-8-1-91 0,-1 1-194 0,-5 0-200 16,-6 2-81-16,-8-1 50 0,-2 0 166 16,-5 3 206-16</inkml:trace>
  <inkml:trace contextRef="#ctx0" brushRef="#br0" timeOffset="4077.28">27478 5089 114 0,'0'18'320'0,"0"3"144"15,-2 4 111-15,2 4-154 0,0 4-130 16,0 6-46-16,0 6 4 0,2 4 44 0,-2 7 46 0,0 7 34 0,1 6 2 16,-1 6-30-16,0 5-41 0,0 2-45 15,2 5-47-15,-1 3-49 0,3 3-46 0,-2 5-27 16,3 3-20-16,0 6-25 0,0 1-12 0,0 3-10 15,1 0-2-15,0 2-3 0,-1 1-5 0,0 2 13 16,-1-2 22-16,1 4 28 0,2-1 24 0,-1 1 10 16,-2 2 3-16,0 0-11 0,-1 0-20 0,0 2-22 31,0 1-23-31,1 1-11 0,-3 4-10 0,1 0-2 16,-2 2-3-16,0 0-7 0,0 2-3 0,-2 1-3 15,1-2 3-15,-1 1-1 0,0-1-1 16,2-2 3-16,-1-2 1 0,-1 0 0 0,0 1-3 15,2-2 1-15,-1-1-1 0,-1-2-4 0,2-2 0 16,2 1 4-16,-1-4 0 0,-1-1 2 0,0-1-5 0,2-4 7 16,0-1 4-16,-1-5-3 0,1 1 3 15,0-1-3-15,1-5 0 0,-3 0 2 0,1-3 0 16,4-3 4-16,-4-3 4 0,1-4 3 0,-1 0 5 16,3-3 0-16,-3-1-2 0,1 1-4 0,-1-1-4 15,1-2-1-15,0 3-1 0,-1-3-3 0,3 1 1 16,-1 1-1-16,-2 0 0 0,4 3 1 15,-4 0-4-15,2 1 0 0,1-1-3 0,-1-1 3 0,2-2 0 16,-2-2-2-16,0-2 2 0,0-3 0 0,2-1-2 16,-4-1-2-16,1-2-1 0,-1-1-1 15,3-2-2-15,-4-5 0 0,1 0-1 0,-1-4 2 16,-1-1 0 0,1-3 3-16,-4-2 2 0,1 0-8 15,-1-4-11-15,-1-1-21 0,0-6-26 0,-3 0-42 16,0-4-41-16,-1-2-30 0,-2-4-57 0,0-7-89 15,-5-3-127-15,2-7-212 0,-5-5-241 0,-2-9-219 16,-1-6-55-16,-3-9 278 0,-5-6 414 0</inkml:trace>
  <inkml:trace contextRef="#ctx0" brushRef="#br0" timeOffset="4408.92">26983 13866 39 0,'5'17'394'0,"-1"-1"262"16,2 1 169-16,2 6 36 0,2-3-340 15,4 5-173 1,2 0-47-16,4 6 1 0,2 1 5 0,2 4-8 15,3 1-38-15,3 1-55 0,0-1-67 0,2 1-56 16,0-3-40-16,-1-1-28 0,-1-6-11 16,0-5-4-16,0-4-2 0,-1-7-1 0,-2-6-2 0,-1-7 8 15,-4-9 6-15,-1-5 3 0,0-10 1 16,-5-10 2-16,-2-7-8 0,-3-11-13 0,-5-7-36 0,2-6-67 16,-7-9-89-16,-2-6-123 0,-2-7-162 15,-6-11-286-15,0-2-215 0,-3-10-69 0,-6-7 151 16,-2-8 334-16</inkml:trace>
  <inkml:trace contextRef="#ctx0" brushRef="#br0" timeOffset="5158.2">27301 5149 226 0,'-2'0'500'15,"0"0"238"-15,-1 0 147 0,2-1-205 16,-3 0-197-16,3-3-99 16,1 0-54-16,0-4-43 0,1 0-33 15,3-4-34-15,0-1-30 0,2-5-33 0,2-3-38 16,4-3-27-16,0-2-20 0,2-5-20 15,5-2-15-15,1-1-12 0,0-1-9 0,3 1-6 0,0 1-4 16,1 3-2-16,-2 2-3 0,0 5 1 16,-3 5 2-16,0 3 0 0,-3 4-1 0,-1 5 2 15,0 5 3-15,-1 6-3 0,-1 3 0 0,-3 5 2 16,-2 2 0-16,0 7-7 0,-1 2-1 0,-1 3 1 16,-2 4-10-16,0 2-35 0,-3 4-89 15,-1 3-134-15,-1 1-205 0,-3 3-289 0,1 3-264 0,-1 4-165 16,-1 1 139-16,0 3 414 0</inkml:trace>
  <inkml:trace contextRef="#ctx0" brushRef="#br0" timeOffset="6109.43">28656 9049 154 0,'6'-13'475'0,"-6"2"259"0,0 1 180 0,0-1-97 15,-2 2-186-15,0 2-121 0,-2-1-87 0,1 2-36 16,0 0 1-16,-1 1-16 0,0 3-47 0,-5 0-43 16,2 0-38-16,-3 2-41 0,1 2-54 15,-4 2-47-15,0 2-25 0,1 1-20 0,-6 2-11 0,4 3-6 16,-2 3-6-16,-1 1-5 0,1 5-3 15,1-2-1-15,-1 6-2 0,3 0 0 0,-1 6-1 16,1 1-2-16,2 5-1 0,2 0-1 0,0 3-2 16,5 3-1-1,-2 0-3-15,3 0-3 0,3-4-1 0,0-3-3 16,4-4-3-16,2-6 0 0,2-3-1 16,2-4 0-16,2-6-1 0,1-4 0 0,0-6 2 15,3-6-1-15,0-6 0 0,1-6 1 0,0-8-1 16,1-4 0-16,-1-8-1 0,1-2 0 0,0-6-1 15,-2-2 0-15,2-4 0 0,-4-1 1 0,0-1 1 16,-3 0 1-16,2 0 0 0,-4-2 2 0,-2 2-2 16,-3 2 0-16,0 0-2 0,-3 2 1 15,-1-1 0-15,-1 3-2 0,-3 1 0 0,0 3 1 0,0 2 0 16,-2 2-1-16,0 4 0 0,0 3 0 16,-1 2 1-16,1 3-1 0,-1 3 1 0,2 2-1 15,1 3 0-15,-1 4 0 0,2 1 0 0,0 4 1 16,0 0-1-16,3 4 1 0,-3-1-1 0,3 2 1 15,0 2 0-15,0 2-1 0,1 1 2 0,1 2 1 16,-1 2-1-16,3 4 1 0,-3 2-1 0,2 4 2 16,2 2-1-16,-1 3-1 0,1 4 2 0,2 4-1 15,-1 4 3-15,3 6 0 0,-1 4 3 0,2 5 0 16,0 6 1-16,2 3 0 0,-1 3-1 0,5 3 1 31,-2 1-2-31,2 0 0 0,-2 1-1 0,3-3-1 16,3-5-1-16,-1-3-3 0,3-9-3 15,-2-6 1-15,6-7-1 0,-1-9-3 0,2-10-4 16,-1-9-6-16,1-5-13 0,-1-10-19 0,-1-5-52 0,-1-9-75 16,-2-3-101-16,-4-6-176 0,-1 1-294 15,-4-3-330-15,-1-2-294 0,-4-1-141 0,-2 0 261 16,-1 2 644-16</inkml:trace>
  <inkml:trace contextRef="#ctx0" brushRef="#br0" timeOffset="7614.15">28412 4704 200 0,'-5'-1'560'0,"-1"-1"333"16,0 0 197-16,-3 1-159 0,0 0-264 15,3-1-154-15,-2-1-39 0,1 3-51 0,-2-2-66 16,1 1-56-16,0 1-41 0,0 0-39 0,-1-3-62 16,3 3-46-1,-1 0-22-15,1 0-15 0,3 0-13 0,-1 0-12 16,0 0-13-16,2 0-10 0,1 0-11 0,-1 0-8 0,4 0-7 0,-1 0-2 16,5 3-2-1,-1-3 0-15,5 3 1 0,-1-2 0 0,4 1 2 16,1 1 1-16,3-2 0 0,1 3 0 15,3-2-1-15,0 2 2 0,2 0-1 0,2-1 2 16,0 1-1-16,1-1 1 0,-1 3 2 0,0-1 4 16,-2 1 2-16,-1 0 3 0,-4 1 1 0,0-1 3 15,-2 3 2-15,-4 1-1 0,0-2 0 0,-3 1 0 16,-4 3 1-16,-2 2-3 0,-3-1-2 0,-3 2-2 16,-4 3-2-16,-4 0-3 0,0 3-3 15,-4 1-2-15,-1 0-1 0,-3 1-3 0,-1 2 0 0,0 0 0 16,0-1 0-1,0 2 0-15,2-2-1 0,-3 0 1 0,5-2-2 0,1-1 1 0,2 0-2 16,1-2 2-16,2 1 0 0,2-3 0 0,1-1 0 16,4-2 0-16,0-1-1 0,3 1 0 0,0-2 1 15,3-2-1-15,0-1 2 0,4-2-1 0,1 1 1 32,2-1 1-32,0-4-1 0,1 2-2 0,5-5 2 15,0 0-1-15,1-3 1 0,2 0 0 16,-1-2-2-16,2-2 2 0,-1-2 0 0,2 0 0 15,1 0-2-15,-3 0-3 0,1-1-11 0,1 1-20 16,-4 0-36-16,1 1-75 0,-4 0-82 0,0 0-140 16,-1 0-218-16,-2-2-311 0,0-1-322 0,2 1-202 15,-3-3-21-15,2-2 487 0,-3-1 570 16</inkml:trace>
  <inkml:trace contextRef="#ctx0" brushRef="#br0" timeOffset="7825.18">29060 4754 41 0,'6'3'505'16,"1"4"445"-16,-2 1 250 0,-1 2-23 0,1 3-303 16,0 2-208-1,-1 1-157-15,1 3-110 0,-2 2-76 0,2 1-55 0,-1 1-68 0,-1 5-69 16,-3 0-38 0,0 4-25-16,0 1-18 0,0 2-14 0,-3 2-11 15,-1 1-11-15,3 1-6 0,-3-2-6 16,1-1-3-16,0-1-9 0,1-2-26 0,2-2-77 15,-1-5-97-15,1-2-181 0,-3-5-289 0,1-5-336 16,-1-2-377-16,2-5-184 0,1-5 223 0,0-4 708 16</inkml:trace>
  <inkml:trace contextRef="#ctx0" brushRef="#br0" timeOffset="8391.78">29740 5434 196 0,'0'2'646'15,"-2"2"331"-15,1-4 97 0,-2-4-147 16,1 2-310-16,1-9-211 0,1-1-128 0,0-2-53 16,1-3-14-16,1-2-13 0,1-4-5 15,0-2-7-15,2-4 6 0,-4-2-10 0,4 0-22 0,-2-5-29 16,2-1-37-16,-2-1-25 0,2 0-30 15,-1-1-15-15,0 0-7 0,-1 0-8 0,0 1-4 16,0 2-3-16,1 3 0 0,-1 5 8 0,-2 0 2 16,4 5 7-16,-4 1 2 15,1 5 1-15,-1 0-3 0,3 6-9 0,-3 0-5 0,1 3-4 0,1 1-4 32,0 2 0-32,4 2 0 0,0 1 3 0,1 6 2 15,0 1 0-15,4 3 2 0,2 5 1 16,-1 1 2-16,0 4 0 0,4 4-1 0,-4 1 1 15,4 4 1-15,0 3 0 0,-4 2-1 0,2 1-2 16,-2 3-1-16,-1-2 0 0,1 3-2 0,-2-2 0 16,0 0-1-16,-1-2-2 0,-4-3 1 0,2 1-2 15,0-4-9-15,-7-1-48 0,3-4-66 0,-4-1-72 0,-4-3-135 16,0-1-198-16,-4-4-320 0,-2-1-270 16,1 0-202-16,-4-3-27 0,-3-1 422 0,-2-1 517 15</inkml:trace>
  <inkml:trace contextRef="#ctx0" brushRef="#br0" timeOffset="8592.34">29656 5224 184 0,'8'-4'467'16,"5"1"260"-16,-4-3 205 0,6 6-117 15,0-2-185-15,3 2-106 0,2 0-88 0,2 0-86 16,3 0-88-16,-2 0-79 0,2 0-74 0,-1-3-48 15,1 1-35-15,0 1-13 0,-2 0-13 0,2-3-1 16,-1 2 1-16,1-2-10 0,-4 2-58 0,-1-3-138 16,0 1-232-16,0-2-279 0,-2-1-268 0,3 2-230 15,-3-3 61-15,-1 2 449 0</inkml:trace>
  <inkml:trace contextRef="#ctx0" brushRef="#br0" timeOffset="9376.73">30296 4861 117 0,'-1'-7'475'15,"1"2"303"-15,0 1 164 0,0 1-118 16,0 1-276-16,0 2-171 0,1 2-80 16,3 3-39-16,-3 3-14 0,4 3-6 0,-2 4-17 15,4 2-25-15,-1 7-36 0,2 2-5 0,0 3 6 16,1 3 10-16,0 1 9 15,0 3-7-15,-1-1-16 0,1 1-33 0,-3 0-32 0,1 1-30 0,1-6-24 16,-2 0-13-16,2-4-8 0,-4-4-5 0,3-3-4 16,-2-4-6-16,-2-2 1 0,2-5-5 0,-4 1 2 15,4-6 5-15,-4-1 5 0,1-3 5 0,-1-4 0 16,-1-4-1 0,0-5 1-16,0-2-5 0,0-4-4 15,0-4-2-15,-1-2 0 0,1-2 1 0,-3-2 0 16,-2-1 1-16,4-3 0 0,-3-2-2 0,3 2 0 15,-1-1-1-15,2-1-1 0,0 4-2 0,2-1-2 16,-1 4 0-16,3 1 0 0,2 4 0 0,0 1-2 16,0 2 0-16,3 3 4 0,1 1-2 0,1 1 0 15,1 3-1-15,2 0 1 0,-1 4-1 0,0 0-1 16,2 2 1-16,0 0 1 0,0 3 1 0,1 1 1 16,-4 2 1-16,4 0 0 0,-2 2-1 0,-1 1 0 0,1 3 0 15,-2 2 2-15,-2-1-1 0,-2 3 2 16,0 1 2-16,-1 2 2 0,-4 2 1 0,0 0 0 15,-3 2 0-15,-3 1 4 0,-2 1 1 0,-1 1-2 0,-2 2 0 16,-2-1 0-16,-2 2 1 0,-1-2 1 0,-3 1 2 16,3-2 3-1,-2 1 3-15,0-3 2 0,3 0 0 16,1-4-1-16,1 2-5 0,-1-2-2 0,5-1-5 16,1-1-5-16,0 0-2 0,4 0-3 0,1-3 0 15,1 3 0-15,4-3-2 0,0 1 0 16,1-2 2-16,5-1-1 0,-1-1 2 0,3-2-1 15,1 0 0-15,2-3 0 0,1-1-1 0,-3-1 0 0,7-3-1 16,-3 0-1-16,0-2 0 0,1 0-2 0,0 0-12 16,-3 0-37-16,1 2-69 0,-3-2-61 15,2 1-116-15,-3-1-179 0,-2 2-306 0,0-1-292 0,-2 2-207 16,1 0-135-16,1 2 319 0,-5 1 561 0</inkml:trace>
  <inkml:trace contextRef="#ctx0" brushRef="#br0" timeOffset="10174.84">31255 4911 323 0,'3'-20'640'0,"0"2"244"0,-1 4 128 15,-1 0-232-15,-1 3-207 0,0 0-132 16,0 3-87-16,0 0-39 16,0 2-43-16,0 3-30 0,0 2-25 0,0 2-16 0,0 1-4 0,0 4-17 15,-1 1-23-15,-1 3-30 0,0 6-37 0,1 2-24 16,-2 3-21-16,-1 2-8 0,3 2-8 0,-2 2-8 15,-2 4 3-15,4-2-1 0,-2 2-4 0,-2 3-10 16,1-2-4-16,3 0-4 0,-4-1-2 0,2 0 0 16,0 0 1-16,-3-5 0 15,1-1-1-15,0 0 1 16,2-4 1-16,-2-2 2 0,2-5-3 0,0-1 0 16,-1-3 2-16,2-3 0 0,-2-1 0 0,4-1-2 15,-1-4-1-15,-1-2 0 0,1-2 0 0,1-3-2 16,0-3 0-16,0-5 2 0,1-1 0 0,1-6 2 15,1-1 3-15,3-5 0 0,-1-2 3 0,0-2-3 16,1-4 2-16,-1-2-2 0,1 1 1 0,2-3-3 16,-2 3-1-16,1 0-1 0,-2 2 0 0,-1 0 0 15,4 3-1-15,-5 5 0 0,2 2-1 0,0 3 0 16,-4 4 1-16,3 3 1 0,-1 3-2 0,-2 2 1 0,1 2-1 16,1 3 2-16,0 0-1 0,-2 2 0 15,4 3-1-15,0 2-5 0,2 1-1 0,-1 4-4 16,1 2 1-16,3 2-1 0,0 4 1 15,0 1 8-15,2 4 2 0,1 1 2 0,1 3 2 0,-2 5 6 16,2-2 5-16,3 4-1 0,-2 1 3 0,0 0-1 16,0 0-3-16,0-4-6 0,0 1-6 0,0-7-2 15,0-2-1 1,0-2-1-16,-1-6 0 0,-2-3 3 0,0-2 2 16,0-5 2-16,-1-3-2 0,0-3 4 15,0-3 5-15,-3-3 4 0,5-3 2 0,-5-3 1 16,0-4 1-16,0 0-1 0,-1-1-3 0,-2-5-4 15,0 1-2-15,0-1-3 0,0-2 1 0,-1-3-2 0,1-2-2 16,-1-1-2-16,1 0-1 0,0-3-1 16,0 2-2-16,0-3-1 0,0 5 1 0,0 0 0 15,0 4 1-15,0 4-1 0,-2 2 1 0,-1 6 1 0,0 4-1 16,1 2-3-16,-3 4-1 16,1 3-12-16,3 3-24 0,-2 3-56 0,0 1-58 0,0 4-56 0,1-1-87 15,-2 0-129-15,3 3-155 0,-1-3-232 0,2 1-214 16,3 3-199-16,-1-4 17 0,1 2 366 0,2 0 433 15</inkml:trace>
  <inkml:trace contextRef="#ctx0" brushRef="#br0" timeOffset="10574.09">32077 4741 32 0,'-3'7'330'0,"1"4"250"0,-1 3 242 16,2 2 63-16,-3 2-151 0,-1 3-112 0,1 4-100 16,-1 3-58-16,-1 5-21 0,1 3-27 0,0 6-62 15,0 1-67-15,2 6-40 0,-2 1-43 0,4-2-55 16,-2 2-51-16,3-4-37 0,0 1-22 0,3-7-15 16,3-2-14-16,2-5-9 0,2-6-7 0,2-6 4 15,1-3 3-15,4-6 1 0,-1-6 1 0,2-4-1 16,-2-7 1-16,2-3-1 0,3-7 2 15,-5-1 3-15,3-5 9 0,-3-2 1 0,1-5 2 0,-4 0 1 16,1-4 1-16,-3 0-1 0,0-1-7 0,-3 0-1 16,-2-1-1-16,-1-1-1 0,-3-1-4 0,-2 0-1 15,0 1-3-15,-5-2 0 0,0 3-2 0,-3 2-1 0,-4 2 1 32,-1 5-1-32,-3 3 0 0,-2 5-1 15,-2 5 1-15,-3 4 0 0,0 6-1 0,-1 3-1 16,1 6-2-16,-2 4-5 0,4 2-11 0,-1 4-15 0,1 3-48 15,-1 0-60-15,5 4-60 0,-4 2-95 16,4-1-147-16,-2 2-257 0,3 1-253 0,-1 0-217 16,4-1-179-16,-3 0 159 0,2 1 509 0</inkml:trace>
  <inkml:trace contextRef="#ctx0" brushRef="#br1" timeOffset="19655.61">11078 4291 262 0,'3'0'505'0,"-1"1"180"16,1 1 85-16,-3 0-247 0,2-2-190 16,-2 2-73-16,-2 1-9 15,2-1 20-15,-3 2 23 0,1 0 3 16,1 2-25-16,-1 1-43 0,1-2-49 0,1 2-46 15,0-1-37-15,1 3-26 0,1 0-13 0,1 2-9 16,2 0-6-16,0 2-3 0,-1-1-3 0,4 1-8 16,0 2-1-16,0-2-6 0,3 3-3 0,0-2-3 15,0 0-1-15,3 1-4 0,-1 0-1 0,4-1 32 16,1 3 20 0,2-2 18-16,1 2 4 0,-2 1 0 0,6 1 5 0,-3-2 18 0,5 4 4 15,-1 1-2 1,1-1 0-16,1 1-5 0,2 1-9 0,0 2-40 15,3-1-21-15,-1 2-14 0,1 0-5 0,0 1-1 16,3 1-5-16,-2 0 0 0,0 0-2 16,1 1 1-16,-1-1-1 0,0-1-5 0,-2 3-1 15,0-1-1-15,-2-1 0 0,-2 4-2 0,1-3-1 16,-3 2 4-16,-1-1 2 0,-4 1 1 0,3 1 3 16,-4-1-1-16,0 1 0 0,-2 0-1 0,1 2-1 15,-3-1-2-15,-2 0 7 0,1-1 6 16,-1 2 3-16,-3-1 0 0,0-1 1 0,3 2 1 15,-3-3-8-15,-1-2-3 0,1 3-1 0,-2-2-3 16,0 2-1-16,1-1-1 0,-2 3-1 0,0-1 0 0,0 0 0 16,1 1 6-16,-2-1 4 0,-1 2 2 15,2 0 0-15,0 3 1 0,0-2-1 0,-2 2-5 16,2-1-3-16,1 0-3 0,-2 0 0 0,1-1-4 16,0-2 0-16,1 3 2 0,-2-5-1 0,-1 0 0 15,0-2 1 1,2-2 0-16,-3 1-1 0,0-2-1 15,-2-4 2-15,-2 3-1 0,-1-2 1 0,0 0-1 16,-3 2-1-16,0-1 1 0,-3 0 1 16,-2 1 1-16,0 0 0 0,-2 2 2 0,-2-2-1 15,-1 2-1-15,0 0-1 0,-1 0-1 0,-2 0 0 16,-1 1 0-16,1-1 2 0,-6 2-1 0,2-3-1 16,-2 2 0-16,-1-2 1 0,-4 1-2 0,1 1 0 15,-5 0-1-15,1-1 1 0,-3 0 0 16,-2 1-1-16,-3-1 0 0,-2 0 1 0,-2 2 0 0,-2-2-1 15,1 2 1-15,-1-1 2 0,0 2 0 0,1-3 0 16,-1 1-1-16,4-2 0 0,-1 0 0 0,3 0 1 16,1-2 0-16,0 1-1 0,2-1 1 15,2-2-1-15,0 1 0 0,1-2-2 0,2 0 0 0,0-1 2 16,2-1 1-16,1-2 0 0,0 0-1 16,3-1-1-1,2-2 2-15,1 0-1 0,-1-4-1 0,3 4 1 0,2-5 0 0,1 1 0 0,0-3 0 16,0 1-1-16,1-1-1 0,2 0 3 0,-3 0-3 31,5 0 1-31,-3-1 1 0,1-1 0 0,-2 2-1 16,0-1-1-16,1 1 2 0,0-1 0 0,-1 2 1 15,-2-2-1-15,-2 3 1 0,3-2 0 16,-2 3-2-16,0 0 3 0,-1-1-1 0,0 2-1 16,3 0 0-16,-3 1 0 0,2 0-1 0,0 5-1 0,0-4-1 15,2 4 1-15,0-1 1 0,0 0 1 16,2 2 1-16,-1 1-1 0,1-1 3 0,2 1-2 15,-1 0 1-15,0 0 0 0,2 1-1 0,0 0 1 16,0 0-2-16,-2 0 0 0,2-1 0 0,-1-1 0 16,-3 2 0-16,3-1 1 0,-3 1 0 0,1-2 2 15,-4 0-1-15,2 4 6 0,-3-3 1 0,0 2 1 16,-1 0 0-16,3 3 1 0,-3-1 0 0,-1 1-5 16,2-2-2-16,1 0-3 0,-1-1 0 15,1-1-2 1,0 2 1-16,1-4 0 0,0-1-1 0,0 0 2 15,2-2-1-15,0-1 2 0,1 0-2 0,-2-2 1 16,3 0-1-16,-2 0 0 0,0-1-1 16,3 2 1-16,-3-3 0 0,1 0-1 0,-3 1 1 15,3 2 0-15,-2-2-1 0,0 0-5 0,0 2-8 16,-1 2-18-16,-1-1-50 0,-1 2-65 16,2-3-76-16,-1 3-145 0,1-1-225 0,5 0-307 0,0-3-265 15,3-3-203-15,3-2 12 0,4-7 501 16</inkml:trace>
  <inkml:trace contextRef="#ctx0" brushRef="#br1" timeOffset="20789.64">12495 6313 241 0,'9'4'631'0,"-4"0"261"0,2-2 76 16,0 0-192-1,3 0-346-15,-2-1-216 0,6-1-105 16,0 1-13-16,2 1 4 0,0-2 19 16,4 0 24-16,2 0 21 0,-1 0 11 0,1 0-19 0,3 0-20 15,-2-2-21-15,5 1-22 0,-1 1-15 16,3-1-12-16,3-1-11 0,1 0-9 0,3 0 12 15,1-2 9-15,0 0 2 0,2 1 4 0,2-1-2 16,-4 1-1-16,2 0-15 0,3 1-14 0,-5 2-12 16,1 2-10-16,-1 2 15 0,1 1 29 0,-4 2 13 15,0 2 6-15,-2 2 3 0,-3 0-1 0,0 1-15 16,-3-1-28-16,-2 3-14 0,0-2-11 16,-2 1-5-16,-1 0 5 0,0 0 4 0,-1 0 1 15,1-2 2-15,-2 1 3 0,0 1 1 0,0-5-8 16,-1 1-4-1,0-1 3-15,-2-3 2 0,1 0 1 16,1-1-1-16,-2-1 1 0,2-1 0 0,-2-1-6 16,0 1-3-16,1-1-4 0,-3-1 1 0,2 2-1 15,-1-1 1-15,1-1-2 0,-1 3 1 0,1-1 0 16,1 0 0-16,-1 0 0 0,0 1-1 0,1-2-1 16,-1 3-3-16,1-4-1 0,2 0-3 0,-1-2-1 15,2-2 1-15,-1-2 1 0,2-2 0 0,-1-2 1 16,3-2 0-16,-2-1 1 0,0 0-1 0,-3-4-1 15,3 3 1-15,-1-3-2 0,-4 3 2 16,2-4-1-16,-1 2-1 0,0 1 1 0,1-1-1 16,-3 1 3-16,3 1-2 0,-3 1 0 0,1 1 1 15,-1 1-2-15,3 1 1 0,-3 2 0 0,1 1 0 16,-1 1-2-16,0 1-1 0,0 2-9 0,-2 2-33 16,-3 1-70-16,0 0-68 0,-3 1-125 15,0 0-201-15,-3 4-313 0,-1-5-306 0,-1 2-207 16,-3-2-79-1,0 0 409-15,-1-2 563 0</inkml:trace>
  <inkml:trace contextRef="#ctx0" brushRef="#br1" timeOffset="21706.51">15188 3979 279 0,'-4'-9'537'16,"0"0"215"-16,-3 1 127 16,1 0-225-16,0 3-162 0,-1 1-68 0,-1 2-47 0,-4 2-33 0,-1 4-49 15,0 0-53 1,-4 5-61-16,0 4-48 0,-1 4-26 15,-2 4-4-15,1 5 20 0,-3 2 12 0,0 6 2 16,2 5-7-16,-2 5-15 0,2 4-23 0,1 6-33 16,0 1-23-16,3 4-10 0,2 3-12 0,1 0-5 15,4 3-2-15,1-1 0 0,1 1-2 16,4 0-5-16,2-3 0 0,-1-5-1 0,4-1-1 16,-1-5-1-16,4-3 1 0,0-6 4 0,1-3 0 0,-1-3 1 15,3-5 0-15,-2-2 1 0,0-4-4 16,3-1-2-16,-5-3 2 0,2 0 5 0,-1-1-1 15,0-1 17-15,-2 0 17 0,0-2 11 0,1 1 4 16,-3 2-1-16,-1-2 4 0,0 1-16 0,-1 1-13 16,-3 0-2-16,3 4-7 0,-2-2 3 0,-1 0-3 15,-1 3-1-15,1-2 1 0,-2 4-2 0,1 0 2 16,0 0 2-16,0 1 0 0,0 4-1 0,2-1 2 16,-3 3-6-16,3 0-1 0,0 1-5 0,0 1-2 15,-1 0-2-15,1 0-1 0,0 0 1 0,1 0-2 31,-1-2 0-31,2 2-1 0,-4 0 0 0,2-1-2 16,-2 1 1-16,0 0 0 0,-1-1 0 0,0 3-1 16,-4-1 2-16,-1 1-1 0,1-1-2 15,-2 1 1-15,-1-3 1 0,-1-1-1 0,3-1 0 16,-2-2 1-16,3-2 0 0,-3-2-2 0,3-3-1 16,-1-1 1-16,3-4-2 0,0-4-1 0,2-3-3 15,1-2-7-15,2-3-18 0,0-4-53 0,1-2-64 16,1-2-80-16,-1-2-144 0,4 0-225 15,-1-3-308-15,1-1-257 0,4-1-191 0,-1 0 44 0,4 1 491 16</inkml:trace>
  <inkml:trace contextRef="#ctx0" brushRef="#br1" timeOffset="22403.81">14800 6631 204 0,'-17'3'443'0,"-2"2"180"0,1 0 113 16,1 5-196-16,1 0-184 0,2 2-87 16,5 3-33-16,-1 0 1 0,4 3 12 15,3 0-6-15,4 1-14 0,4 4-12 0,1-2-14 16,2 2-29-1,5-1-32-15,3 0-26 0,-2 3-28 0,6-3-14 16,-1 1-11-16,2-2-11 0,1 0-11 16,0-2 1-16,2 0 4 0,-2-2-11 0,0 0-1 15,3-2 0-15,-3 0 5 0,-1 2 0 0,1-3 2 16,0 3 1-16,-2-1 3 0,-2 1 6 0,-2 0 11 16,2 0 12-16,-4 1 19 0,0 1 21 0,-1 3 10 15,-1-1-1-15,-1 1-9 0,-1 3-13 16,-1 0-24-16,-1 0-18 0,-3 4-16 0,0-1-13 15,-2 3-6-15,0-2-5 0,2 3-2 0,-4 1-3 16,-1-1 1-16,2 4-1 0,-1-3-1 0,1 3-1 16,-2-1 0-16,3 1 0 0,-1-1-3 0,-1-2-1 15,4 3 0-15,-1-2-2 0,0-2 0 0,4-1-1 16,-2-1-1 0,4-3-1-16,1 0-2 0,2 0 1 0,-1-1-1 0,2-1 0 0,2-1 1 15,2 0 0-15,-4 0 0 0,5-1 1 0,0 0-1 16,-2-1-3-16,2 0 3 0,-1 1 2 0,1-2 1 15,-2 1-1 1,-1 1 0-16,1 2 0 0,-3 0-2 16,4 3-1-16,-6 0-2 0,1 3 2 0,1 3-1 15,-2 0-1-15,1 4-2 0,-3 4-2 0,-2-1-25 16,1 2-69-16,-6 3-67 0,-1 0-126 0,-2-3-196 16,-3-1-313-16,-5-3-318 0,0-3-220 15,-3-3-78-15,-4-5 413 0,-5-2 558 0</inkml:trace>
  <inkml:trace contextRef="#ctx0" brushRef="#br1" timeOffset="23637.31">10555 10519 471 0,'-2'-10'893'0,"-1"1"223"16,-3 2-39-16,1 1-292 0,2 1-392 0,1 2-202 0,1 0-99 0,-1 1-53 15,2-3-28 1,3 4-14-16,2-2-5 0,3 0-6 0,5 0 9 0,1-1 4 15,6-1 3-15,4-1 6 0,4-1 4 16,4-2 6-16,3 1 2 0,3 0 27 16,6-3 17-16,2 2 6 0,3-2 4 0,2 1 0 15,2-2 12-15,4-3-19 0,3 0-15 0,0-2-3 16,5-4-8-16,0-1 22 0,3-3 6 0,6-1 7 16,1-1 2-16,1-3 27 0,4 0 14 0,-1-2-18 15,-3 4-23-15,0 0-14 0,0 2 0 0,-5 3-29 0,-1 3-11 0,-4 4-9 16,-3 7-2-1,-3-2 2-15,0 7-6 0,-3 1 2 0,-1 4-6 16,-2 3 4-16,-1 0-2 0,-1 2 1 0,-4-1-2 16,2 1 1-16,-2-1 2 0,1-1 16 0,-3-4 13 15,4 0 3-15,-2-4 5 0,-1 0-3 0,2-3 2 16,-1-2-19-16,4-2-11 16,-2-1-5-16,1 0-3 0,1-2-2 0,0 0 0 0,1 0-1 0,-1-1 2 15,0 0-1-15,-3-1-2 0,3-2 2 0,-3 1-2 16,0-1-1-1,2-3-1-15,-4 0 2 0,4-7 1 16,-1 1-2-16,1-4 1 0,1 0 0 0,3-2 1 0,1 2-3 16,-1-2 2-16,1-1 0 0,-1 3-2 15,0-1 1-15,2 2-2 0,-3 1 1 16,1 0-4-16,1 3 4 0,-1 1 0 0,-3 1 0 0,2 3 1 16,-2 0 2-16,3 4 0 0,-4 0-1 0,4 1 0 15,-1 2 1-15,-3 2-3 0,4-1-2 16,-3 3 1-16,-1 0 0 0,-2 1-1 0,0-2 1 15,-3 2 1-15,-1-1 0 0,-2-1-2 0,1 0 4 16,-4-1 0-16,-2 1-1 0,-1-4-2 16,-1 2 5-16,0-3-1 0,-3 0-3 0,0-1-3 0,-1-1 3 15,-2 2 2-15,0-1-2 0,-2 1 0 0,-1 1 0 16,-1 2 0-16,-1-1-1 0,0 2 1 0,-3 2 1 16,-1 2-3-16,0 0 3 0,-3 2-1 15,-3 2 2-15,2 1-3 0,-4 1 7 0,-1 2 7 16,0 0 2-16,-4 2 2 0,0-2 1 15,-1 3 3-15,0-2-6 16,-3 0-5-16,0 1-2 0,-3 0-2 16,3-1-1-16,-4-1-3 0,1 2 1 0,-2-1-3 15,1 2 0-15,-4 0-7 0,1 1-20 0,-2 1-62 16,-3 1-61-16,1-1-82 0,-3 2-157 0,0-1-267 16,0 1-305-16,0-1-241 0,0 0-184 15,-2-4 112-15,-1 1 548 0</inkml:trace>
  <inkml:trace contextRef="#ctx0" brushRef="#br1" timeOffset="24371.49">15763 8757 368 0,'-5'-6'730'0,"-1"4"233"15,1-1 30-15,1 1-260 16,2 2-296-16,0 0-138 0,4 0-55 0,1 0-24 16,5 2-12-16,1 1-8 0,1-1-19 0,6 4-9 15,-2-1 0-15,5 1 0 0,-1 0 9 0,2 1-7 16,0 0-18-16,1 2-34 0,0 1-30 0,-1 0-24 16,-1-1-28-16,0 0-15 0,-1 1-10 15,0-1-6-15,0-1-4 0,-2-1-4 0,1-1 2 16,-3 0 10-16,4 0 3 0,-4-1 6 0,2-3 1 15,0 3 2-15,-1-5 1 0,1 2-11 0,1-2-5 16,1 3-2-16,-1-3 4 16,-1 1 3-16,3 1 0 0,1-1 0 0,-2 1 1 0,3 1 1 0,1 2-3 15,-3-1-3-15,3 2-2 0,1 1 1 0,-2-1-2 16,5 2-2-16,-3 0 2 0,2 2-3 16,1-1 0-16,-1 0-1 0,2-1-1 0,0 0 1 0,1-1-3 15,2 1 2-15,0-2-1 0,2 0 2 16,1-3-1-1,1-2-1-15,0-1-1 0,4-4-1 0,0-2 0 16,0-3-2-16,3-5 1 0,3-3 1 16,-1-4 1-16,4-3-1 0,1-5 2 0,3-3 2 15,1 0 0-15,0-3 0 0,3-2 1 0,4-1 2 16,1 3-1-16,3-2-2 0,0 3-3 0,1 0 0 16,-1 8 0-16,0 1-2 0,-1 6-2 15,0 1 1-15,-2 8 2 0,-2 2 0 0,0 5 1 0,-2 5 2 16,-3 2 2-16,1 5 0 0,0 3-2 15,0 2-2-15,-1 3-1 0,-2 0-2 0,0 1-1 16,-4 0-1-16,2-1 1 0,-3-1 3 0,1-1 0 16,-2-3 0-16,1-2 1 0,-4-2-1 0,-1-2 2 0,1-1 0 15,-3-2 0-15,2 0-1 0,-1-3 0 16,-2-2 2-16,1 1-2 0,0-2-1 16,1-2-1-16,-2 1 1 0,0 2-1 0,1-4 0 0,-4 1 0 15,0-1 1-15,0 0-1 0,-2 1 2 0,-3 0-1 31,0-3 1-31,-1 3-1 0,-2-1-2 0,-2 0-1 16,-3 2-4-16,-1 0-15 0,-4 1-40 0,-3 2-61 16,-1 2-56-16,-5 1-61 0,-3 1-99 15,-1 1-132-15,-4 1-131 0,-1 1-188 0,-2 0-222 16,-2 3-178-16,-2-2 60 0,-3 2 349 0,-2 1 388 16</inkml:trace>
  <inkml:trace contextRef="#ctx0" brushRef="#br1" timeOffset="25454.47">17085 9267 33 0,'0'-11'307'16,"-2"-1"199"-16,1 1 187 0,-1 4 35 0,-2 0-139 15,2 2-80-15,-1 1-25 0,0 1-33 0,-2 1-46 0,0 4-66 16,0-1-72-16,0 4-61 0,-2 2-46 0,0 1-9 15,3 4 14 1,-5 1 19-16,2 3 5 0,1 3-10 0,-1 1-17 16,1 3-24-16,1 3-38 0,-1 4-31 15,1 1-22-15,4 4-13 0,1 4-11 0,0 2-4 16,1 2 0-16,2 5 0 0,2-2-1 0,1 3-2 16,1 1 0-16,1 0-6 0,2 0-3 0,2 2-3 15,0 1 0-15,2-3-1 0,2 2-1 0,2-2-2 16,-2 0 1-16,2-4-1 0,1 0-1 0,1-2-1 15,0-3 2-15,0-2 0 0,0-2-1 16,0-1 1-16,-2 0 0 0,0-3 1 16,0 2-2-16,-4-3 3 0,3 1 2 0,-4 2-1 0,3-1 1 15,-5 4-1-15,-1 2 1 0,0-2-2 0,-2 5 0 16,0 0-1-16,-3 1-1 0,0-1 1 0,1 0-1 16,-3 0-1-16,0 0 5 0,1-5 2 0,-1 1 5 15,0-3 0-15,-1-1 0 0,1-3 2 0,-2-2-2 16,3-5-4-16,0 0-1 15,-1-5-3-15,2 1 2 16,0-1-2-16,1-3-1 0,3 0-1 0,-2 0 0 16,1-1 1-16,1-1-1 0,1 2 1 0,-1 0 0 15,1-2 1-15,1 4 0 0,-2-2-2 16,3 5 0-16,-2-3-1 0,0 3-1 0,-2 1 0 16,0 1-1-16,3 2 1 0,-2-2 0 0,-1 0 0 15,3-1 0-15,0 2 1 0,-1-1-1 16,4-2 1-16,0 3 1 0,2-3 1 0,0 0 0 0,3 3-1 15,1-3 0-15,0 1-1 0,2 0-2 16,1 0 0-16,-2-1 1 0,1 2 2 0,3-1 0 0,-1 0 1 16,-2-1-1-16,0 0 0 0,2-1 0 15,-2 0-1-15,-3 1 0 0,3-3 3 0,-1 5 3 16,-2-3 3-16,1 1 3 0,1 3 2 16,-2 0-2-16,0 3 1 0,0 2-4 0,-2 1-3 0,4 5-2 15,-5-1-1-15,-1 5-1 0,1-1 0 0,0 4 1 16,-2 0-3-1,2 2 4-15,-3 0 2 0,1 4 3 16,-1 1 0-16,-2 1 1 0,3 3 2 0,-1 0-4 16,0 0-3-16,2 0-3 0,1 0-1 15,-2-1-1-15,3-4 0 0,3-3-2 0,-2 0 0 16,3-6 0-16,0-1 0 0,1-3 0 0,1 1 0 0,2-5 3 16,-1-1-1-16,2-2 2 0,0-2-2 15,0 0-1-15,0-1 1 0,0-3-3 0,-2 2-9 16,-1-1-19-16,-2 0-53 0,-4-2-73 0,-3 1-105 15,-4-1-177-15,-3 1-298 0,-4-1-327 0,-5-1-278 16,-6-2-148-16,-6-1 266 16,-7-1 622-16</inkml:trace>
  <inkml:trace contextRef="#ctx0" brushRef="#br1" timeOffset="26586.84">17686 11691 238 0,'12'-17'820'16,"-5"2"361"-16,-4 2 13 0,-2 4-157 0,-2 3-480 15,-2 1-275-15,-2 2-118 0,-3 3-46 16,0 3-18-16,0 4-6 0,-3 0 8 0,-1 1 20 0,-5 3 12 0,0 2 5 0,-3-1 4 31,2 5-3-31,-5-2-6 0,-1 2-23 0,-3 1-25 16,2 3-21-16,-5 0-11 0,-2 0-9 15,-1-1-13-15,-3 4-4 0,1-2-5 0,-2-1-5 16,-1 0-9-16,0 0-3 0,-2-2 1 0,-2 0 1 16,4-5 1-16,-3 1 1 0,5-3 0 0,-1-1 0 15,6-3-4-15,1 0-3 0,1-1-1 16,4-5 0-16,3 2 1 0,1-4-3 0,1 2 1 0,2-4 0 15,1 2 1-15,3-4 0 0,-2 2 1 0,2-2 0 16,0 1 0-16,-1 0 1 0,1 0-4 16,1 1 0-16,-1 1-1 0,-2 1 3 0,1 1-2 15,-3 1 3-15,-1 0-2 0,0 2 1 0,-3 3 0 16,-2-1 0-16,-1 2-1 0,0 1-1 0,-2 3 1 16,-2 3-1-16,-1 1-1 0,0 3-1 0,-1 4 2 15,-3 0 0-15,3 4-2 0,-4 0 1 0,1 2 1 16,0 3 0-16,-1-1 0 0,1 2-2 15,-3 1 3 1,4-1-1-16,-2 2-1 0,-1-1 1 0,3 1-2 16,0-1 2-16,-1-1 1 0,1-1 0 15,1-2 1-15,-1-2 1 0,3-2 1 0,0-2 0 16,0-2-4-16,0-2 2 0,3-4-1 0,0-2-2 16,3-1 1-16,-1-1-1 0,2-1 1 0,-1-4 0 15,2 2 1-15,1-1 0 0,1 0-1 16,-1-1-1-16,4 2 1 0,-2-1 1 0,1 0 1 0,-1 3-1 15,3-1 1-15,-1 2-1 0,0 3-1 0,1 2 0 16,0 0-1-16,0 3 2 0,-1 3 0 0,3 0-1 16,-2 2 0-16,2 0 1 0,-4 2 0 0,2 2-2 15,-1-1 2-15,1-1-1 0,-3 0 0 16,0 0-1-16,-1-1 0 0,-4-4 0 0,2-1-2 16,-4-3 3-16,1-3 2 0,-3-1-2 0,-1-4 2 15,1-1-2-15,-1-3 2 0,-1 1-3 0,2-5 0 16,0 0 1-1,-1 0-1-15,2-2 1 0,2 0 1 0,-1-2 2 16,1 2-3-16,0 2 2 0,1-1 0 16,2 0-2-16,-2 1 2 0,-1 1-3 0,3 1 1 15,0 0-1-15,-4 1-1 0,1 0 0 0,0 2-1 16,1-1 1-16,-1 1 1 0,-1 4 0 0,0-3 0 16,-1 1-1-16,-2 1 1 0,3 1 2 0,-3-1-2 15,-1 0 1-15,2 1 2 0,-2 0-1 16,1-1 0-16,0 0-2 0,-1-1 2 0,2-1-1 15,-1 2-1-15,1-2 1 0,1 1 0 0,-1-1 0 16,1 1 4-16,0 0 3 0,0 0 1 16,-1-2 3-16,4 2 0 0,-1-2-1 0,1 1-3 0,-1 0-1 15,2-1-3-15,1-2-1 0,0-1 0 0,2 2 1 16,2-1 0-16,0 0 0 0,0-1 0 0,2 0-1 16,0-1 0-16,2 2-2 0,3-2 0 15,-1 0 0-15,2 1 0 0,2 1 1 0,1-1-1 0,0 2-1 16,4 3 0-16,1-3-4 15,1 5-11-15,1-1-35 16,1 4-65-16,1-3-71 0,-1 3-143 16,1 1-254-16,2-1-309 0,-1-4-307 0,4 2-216 15,-2-4-8-15,-2-4 552 0</inkml:trace>
  <inkml:trace contextRef="#ctx0" brushRef="#br1" timeOffset="28338.04">12633 10101 287 0,'6'-2'628'0,"-2"-4"251"16,1 5 74-16,0-1-276 0,-2 2-219 16,4 2-122-16,-1 0-59 15,3 3-20-15,2 1-12 0,-1 1-6 0,2 1-32 16,3 0-42-16,0 2-28 0,0 2-3 0,4 0 1 16,-2 0-6-16,4 1-8 0,-1 0-16 0,1-3-19 15,3 1-25-15,-1-1-11 0,4-3 6 16,0 1 6-16,1-3 2 0,2-1-2 0,-1-1 1 15,4 1-14-15,0-2-21 0,0 0-11 0,1 0-3 16,-1 0-3-16,-1 2-6 0,-1-2-1 0,-1 3 3 16,2-1-4-16,-2 4-1 0,0-2-2 0,-2 2 2 15,1 3 0-15,-2 0 1 0,-2 1-1 0,1 0 3 16,-3 3 10-16,1-1 6 0,-3 3 3 16,-1 0 0-16,2 1 0 0,-3-2-1 0,0 2-9 15,0 1-6-15,-1 0-4 0,0-1 0 0,0 0-2 0,1-1 2 16,0 2-1-16,-3 0-1 0,2 1 1 15,-2-3-2 1,2 3 2-16,-2 0-2 0,1 0 1 16,-1 2-1-16,1-3-1 0,-1 2 0 0,0-1 0 15,1-1 1-15,-1 0-2 0,1-3 3 0,-1-2-2 16,0 1 0-16,2-2-2 0,-1-3 2 0,0-1 0 16,2-1-2-16,1-4 3 0,0 0 0 0,0 0-1 15,2-3 2-15,-3-1-1 0,0-1 0 16,2-3 1-16,-4 2-1 0,2-2 0 0,-4 0 1 15,0 0-1-15,-4 0-1 0,2 0-1 0,-4 3 2 0,-1-2 0 16,-3 3 2-16,0 0 2 0,1 3 0 16,-3 3 0-16,0 1 1 0,-1 3 7 0,-2 7 5 15,0-2 2-15,-2 6 1 0,2 3 0 0,-3 4 0 16,0 4-8-16,1 0-7 0,0 6-3 16,0-3-3-16,2 1 0 0,2-2 0 0,0 0 2 0,0-5 0 15,0-2 2-15,2-2-3 0,-2-4 2 0,4-4-2 31,-1-5-2-31,3-1 0 0,1-3-2 0,-1-2 2 16,2-5-1-16,2-2 1 0,-2-2 1 16,1-2 0-16,0-2 0 0,0 0 0 0,-1-2 1 0,2 0 0 15,-2 2-1-15,2-2-1 0,-4 2 2 16,2 2-1-16,-2-1 0 0,1 3-1 0,-2 2 1 16,1-1 1-16,0 4 0 0,1 1 2 0,-1 2-1 15,1 2 1-15,2 0-2 0,-1 1-1 16,1 2-1-16,3 0 0 0,-1 0 1 0,2 2 0 0,2-1 1 15,-2 0 0-15,3 0 1 0,1-1-2 0,1 1 0 16,-1-2 2-16,0 0-1 0,3-1 0 0,1-1 1 16,-3 0 0-16,3-1 1 0,-2 0-2 15,3-1 0-15,0-2-1 0,-1 1-1 0,1-1 0 16,2-1 0-16,-1 3 1 0,0-3 0 0,0-1 0 16,2-1 0-16,-3 3 1 0,0-3-1 0,-1 2-1 15,1 0 1-15,-3-2 0 0,-1 2 1 0,0-1-1 16,-2 0 0-16,-1 2-1 0,-1 0 1 0,-2-1-1 15,-1-1 2-15,0 1 0 0,-4 1 1 0,3 0 0 32,-3-1 10-32,-1 2 8 0,-2 0 2 0,2 2 5 15,1 0 4-15,-1 2 3 0,0-1-7 16,-1 3-5-16,2 1-2 0,-1 3-1 0,-2-2-2 16,2 3-2-16,1 0-1 0,0 0-2 0,-1 0-1 15,2 1-4-15,-2 1-3 0,2 0 0 0,1-1-2 16,0 1-2-16,0 0 1 0,2-1-2 0,-2 1 1 15,2 0-2-15,1-1 2 0,0-1 0 0,0 1-1 16,1 0 2-16,0-1 0 0,1-2 0 16,0 1 0-16,-2-1 0 0,3 0 0 0,-2-3 0 15,-1 1-1-15,0-3 0 0,-1 1 0 0,-1 0 0 16,-2-2 0-16,2-1 0 0,-3 3 0 0,-1-3 0 16,1 2 1-16,-3 0-1 0,1-1 1 0,-3 1-1 15,0-1-1-15,0 2-1 0,-2 2 0 0,2-3-1 16,0 3-2-1,-4 0-8-15,0-1-12 0,1 1-21 0,-2-2-49 16,1 0-75-16,-2-2-98 0,0-2-169 16,-2 0-290-16,2-3-324 0,2-2-296 15,-1-2-161-15,-2-3 225 0,-1-5 637 0</inkml:trace>
  <inkml:trace contextRef="#ctx0" brushRef="#br1" timeOffset="30070.42">19913 8512 21 0,'-4'12'405'16,"-1"-1"360"-16,0 3 276 0,-3 0 56 0,0 1-316 31,-1 1-245-31,1 3-138 0,0-1-50 0,0 2-23 16,-1 3-28-16,2 2-34 0,-1 0-23 0,2 0-32 16,-2 0-51-16,4 0-47 0,-3 2-35 0,4 0-18 15,-2 0-15-15,4 0-7 0,-3 1-9 16,0-1-7-16,1 2-6 0,1 1-3 0,-1 0-4 0,1 0-1 15,-1 1-2-15,0 1 1 0,0 0-2 16,-1 4 1-16,1-2-2 0,-1 0-1 0,1 4 0 16,0-1 0-16,-1 2 1 0,3 0 1 0,-1 2-3 15,2 1 0-15,0-2 0 0,3-1 0 0,1 0-3 16,0 1 2-16,2-5 1 0,-1 1 0 0,3-3 0 16,0 1 0-16,1-2 2 0,-2 0 1 0,1-1-1 15,-2-1-1-15,-1-1 1 0,3-1 1 0,-7-3 2 16,2 1-1-1,-3 0 0-15,-1-1 1 0,-2-1-2 16,-3 2-2-16,-1 2 2 0,-2 1 0 0,-3 2-1 16,-2 3 0-16,0 3-1 0,-5 3 1 0,2 2-1 15,-2 3-3-15,-2 2 0 0,-1-1 1 16,1 3 4-16,1 1-2 0,-2-5 0 0,3 2 1 16,-2-1-1-16,4-4-1 0,-4-2-1 0,4-3 2 15,-1-3-2-15,3 0 2 0,0-7 0 0,1-2 0 16,2-1-2-16,-2-5 2 0,2-2 2 0,1-4 0 15,0 0-1-15,2-5 0 0,-1 0 0 0,4-2-2 16,-5 0 1-16,5 0 0 0,-3 1-2 16,5-1 2-16,-5 2-2 0,2 1 2 0,1 2-2 0,-1 3 1 15,-2 0 1-15,1 1-1 0,0 1 0 16,-3 0 1-16,2 3 0 0,-3-2-1 0,0 3-1 16,1-1 0-16,-2 1 2 0,-1-1 0 0,1 2 0 15,-1 2 0-15,3 1 0 0,0 0 1 0,-2 3-1 16,2 0 0-16,5 0 0 0,-5 2 1 0,4-2 0 15,3 1-2-15,-3-2 1 0,6 1 0 0,1-4 0 32,0 2 0-32,3-4 2 0,2 0-1 0,1-2-1 15,1 0 0-15,2-3 1 0,0 0-1 16,1 0-1-16,2 0 1 0,0 2 0 0,2 0-1 0,2 1-1 16,-2 1 1-16,3 0 1 0,-2 4-2 15,2 2 0-15,0 1 2 0,-3 1-1 0,2 3 1 16,-5 1 3-16,1 4-1 0,-3-2-2 0,-1 2 2 15,-3 1 0-15,-2 2-2 0,-2 2 0 0,-1-1 0 16,-3 3 1-16,0 3-2 0,-4 2 1 0,3 0 1 16,-5 2-1-16,0 2-1 0,1-2 1 0,-1 5 2 15,0-3-2-15,1 2 1 0,-2 0 0 0,-1 0 2 16,3 0-2-16,0-4-2 0,-3 0 2 0,2 0-2 16,-1-5 0-16,-1-1-2 0,0-2-3 15,1-4-13-15,-2-3-43 0,-1-1-65 0,-1-5-59 0,-2-1-95 16,1-2-152-16,0-5-192 0,0-3-270 15,0-3-209 1,0-6-178-16,2-5 93 0,0-9 428 16</inkml:trace>
  <inkml:trace contextRef="#ctx0" brushRef="#br1" timeOffset="30871.08">19795 8620 312 0,'9'4'918'0,"1"-2"330"0,-1 1-39 0,1 0-182 15,1-2-516-15,1-1-255 0,3 0-120 0,0 0-56 16,2-2-25-16,3-1-14 0,0-1-5 0,3-2-11 15,0 0-10-15,1-2-9 0,1 0-5 0,-2 0-4 32,2 1 0-32,-1 0-7 0,-1 1-19 0,-4 0-65 15,0 1-149-15,-6 2-282 0,-1 3-272 16,0 2-259-16,-6 2-197 0,-3-1 126 0,2 3 510 16</inkml:trace>
  <inkml:trace contextRef="#ctx0" brushRef="#br1" timeOffset="32552.21">19486 13062 317 0,'4'-6'669'15,"-4"3"261"-15,0 0 58 0,0 0-276 0,1 1-273 16,-1 2-139-16,3 0-93 0,-1 3-50 0,1 2-27 0,2 1-15 16,-2 3-22-16,3 0-33 0,-1 4-27 0,2 0-41 15,-3 4-71-15,3 2-111 0,0-2-146 0,0 4-284 16,-1 2-254-16,2-1-161 0,1 1 52 0,-1-2 298 15</inkml:trace>
  <inkml:trace contextRef="#ctx0" brushRef="#br1" timeOffset="32800.69">19757 13484 114 0,'11'5'537'15,"-3"1"329"-15,0 1 168 16,1 0-43-16,-2 0-330 0,1 0-217 0,1 3-130 15,0 0-72-15,1 0-51 0,0 3-57 0,0-2-48 16,2 3-34-16,-3-2-24 0,5 1-11 0,-2 1-10 16,0 0-3-16,1 0 0 0,1-1-1 0,-1-1 0 15,1 2 0-15,2 0 5 0,-2 2 1 0,3 0 1 16,-2 3-1-16,0 2 1 0,1 2-1 0,-2 1 0 16,1 1-3-16,0 1-9 0,-3-1-10 15,-2 1-24-15,0-2-54 0,-4-5-97 0,-1-3-125 0,-3-5-185 16,-4-4-284-16,1-5-237 0,-4-5-101 15,-5-8 170-15,-1-6 363 0</inkml:trace>
  <inkml:trace contextRef="#ctx0" brushRef="#br1" timeOffset="33050.81">19629 12516 39 0,'3'-23'444'0,"2"5"323"0,-4 3 189 0,2 3 9 16,2 5-329-1,0 5-226-15,3 4-136 0,1 2-69 0,1 5-35 16,1 5-25-16,1 4-46 0,1 2-39 0,1 3-29 0,1 4-20 16,0 0-9-16,1 2-7 0,2-1-15 15,-2 1-46-15,-1-2-76 0,0-1-99 0,0-1-105 0,1-1-131 16,0-4-222-16,-2 0-178 0,2 0-18 15,-2-4 169-15,3-1 241 0</inkml:trace>
  <inkml:trace contextRef="#ctx0" brushRef="#br1" timeOffset="33200.58">20128 13022 231 0,'20'22'404'16,"-2"0"157"-16,0 2 43 0,2 0-129 16,-1-1-80-16,-1-1-34 0,1 3-18 0,-2 1-21 15,2 1-36-15,-2 0-59 0,1 2-63 0,-1-1-63 16,-1 3-42-16,1-3-30 0,-1 1-19 15,2 1-11-15,-4-1-36 0,2 0-71 0,-3-3-106 0,0 2-146 16,-3-2-276-16,1-1-204 0,-2-1-82 16,-4-5 143-16,0 0 282 0</inkml:trace>
  <inkml:trace contextRef="#ctx0" brushRef="#br1" timeOffset="33600.92">19649 11872 136 0,'9'-1'373'0,"1"3"166"16,3 6 109-16,4 6-153 0,4 3-200 15,1 4-96-15,3 2-49 16,2 4-17-16,2 0-7 0,-4 3-13 0,5 0-16 15,0 0-16-15,0 2-18 0,0 0-6 0,2 0-5 16,-2 1-3-16,3 0-9 0,-1 0-8 0,1 2-6 16,-2-1-6-16,-2-4-6 15,0 3-4-15,-1-1-3 0,1-1-2 0,-3 2-4 0,1-1-1 16,-2-1-5-16,-1 2-4 0,-2 1-5 0,2 2-4 16,1-1-6-16,-1 1-6 0,-2 1 7 0,4 3 26 15,-1 0 34-15,0 2 35 0,0 3 36 0,2 0 28 0,-3 2 6 16,1 2-15-16,1-1-22 0,-3 1-29 15,0-2-28-15,0 0-18 0,-1-4-19 16,0-5-49-16,-2-1-77 0,-3-10-108 0,-3-2-155 16,0-7-274-16,-6-4-200 0,-1-10-53 0,-3-4 157 15,-5-11 280-15</inkml:trace>
  <inkml:trace contextRef="#ctx0" brushRef="#br1" timeOffset="33901.33">19803 11355 164 0,'-15'-18'380'0,"3"4"151"16,6 5 94-16,2 3-199 15,8 6-190-15,5 4-100 0,5 4-54 0,7 6-17 16,4 2 9-16,2 5 12 0,5 2 17 0,3 2 12 15,3 3 12-15,4 6 13 0,3 0-13 0,-2 4-22 16,4-1-26-16,-2 4-22 0,0-1-23 0,-1 3-12 16,-3-4-17-16,-1 4-10 0,-1-5-7 0,2 1-9 31,-4 0-2-31,-3-3-27 0,0 0-45 0,-1-2-58 0,-1-3-61 0,-4 1-67 0,0-1-100 16,-1-2-132-1,-2-1-86-15,1 0 43 0,-6-2 121 16,2-1 144-16</inkml:trace>
  <inkml:trace contextRef="#ctx0" brushRef="#br1" timeOffset="34016.72">20913 12414 78 0,'23'34'307'16,"-1"2"180"-16,1 3 168 16,2 4-66-16,0 3-146 0,4-1-107 0,-3 3-70 15,1-1-36-15,3-2-38 0,-1 2-40 0,0-2-35 0,-1-4-17 0,2-2-27 16,-3-3-70-16,-2-7-95 0,0 1-129 0,-4-8-246 16,-4-6-230-16,1-4-138 0,-6-7 32 0,-5-8 217 15,-4-6 265-15</inkml:trace>
  <inkml:trace contextRef="#ctx0" brushRef="#br1" timeOffset="34351.04">20231 10740 13 0,'-14'-33'385'0,"5"6"279"0,2 7 190 0,7 7 78 16,8 5-253-16,8 8-226 0,6 5-108 0,8 7-42 0,5 3-20 15,4 8-35-15,4 5-60 0,3 3-47 0,3 7-42 16,2 5-28-16,1 5-24 0,0 4-16 0,2 3-17 16,1 4-3-16,0 2-4 0,-1 2-1 15,2-1-1-15,-1 3-1 0,-2 0 0 0,0 2 2 16,-1 3 1-16,-2 0-5 0,-2 3-7 0,3-1-6 15,-5 3-7-15,-1-2-8 0,-3-2-6 0,-2-2-28 0,-3-4-69 16,-6-3-114-16,-1-6-132 0,-3-4-243 16,-3-7-270-16,-2-6-203 0,-3-6 20 0,-6-11 299 15,-1-6 362-15</inkml:trace>
  <inkml:trace contextRef="#ctx0" brushRef="#br1" timeOffset="34600.23">20911 10116 287 0,'15'-20'618'0,"3"10"275"0,4 8 131 0,5 6-208 15,5 9-267-15,3 11-134 0,-2 6-97 0,2 9-76 16,0 7-66-16,0 8-64 0,-1 8-51 0,2 2-28 0,-1 7-17 15,0 2-7-15,-2 4-7 0,2 2-1 16,0 2-23-16,-2-1-88 0,-1-5-156 0,-2-5-258 16,-2-5-268-16,2-12-255 0,-3-8-142 0,-2-12 205 0,-1-11 450 15</inkml:trace>
  <inkml:trace contextRef="#ctx0" brushRef="#br1" timeOffset="34767.43">21638 10234 54 0,'-1'20'337'0,"-4"8"190"0,5 8 140 0,0 8-40 16,5 6-274-16,-4 3-188 0,4 4-131 0,2 5-134 0,-3 3-243 16,4 4-186-16,1 4-74 0,-2 2 36 15,1 0 148-15</inkml:trace>
  <inkml:trace contextRef="#ctx0" brushRef="#br1" timeOffset="35617.72">18514 12639 239 0,'0'2'674'0,"0"2"311"16,0-3 71-16,0 0-205 0,0 1-359 0,4 0-212 15,0-1-115-15,4 0-40 0,1-1-4 0,4-1 3 16,6 1-2-16,1-3-13 0,3 0-13 0,5-2-29 15,3 0-25-15,3-3-20 0,2-1-13 0,1-1-7 16,1-1-6-16,1-3-4 0,1 2-2 0,-1 1 1 16,-1-3 2-16,-3 4-14 0,0-2-60 0,-2 1-129 31,-3 3-194-31,-3 1-281 0,-3 3-262 0,-2 0-201 16,-6 3 59-16,-1-2 395 0</inkml:trace>
  <inkml:trace contextRef="#ctx0" brushRef="#br1" timeOffset="35901.04">18201 12199 416 0,'-1'-2'756'15,"2"2"210"-15,2-1 12 0,5 1-289 0,6 0-337 16,4 0-173-16,4 0-78 0,3-3-33 0,5 0-19 16,4-4-12-1,5-3 0-15,5-1 0 0,4-6-6 0,2-6-7 0,4-2-1 0,-2-3-6 0,2-4-8 32,0-2-13-32,-3-1-39 0,-3 0-92 0,-2-1-129 15,-6 5-264-15,-4 2-244 0,-6 3-180 0,-5 4-10 16,-7 0 253-16,-4 6 330 0</inkml:trace>
  <inkml:trace contextRef="#ctx0" brushRef="#br1" timeOffset="36152.04">18048 11767 41 0,'9'-5'391'0,"4"2"248"16,1 1 158-16,5-4 31 0,5 0-369 0,6-5-226 0,4 0-108 16,6 0-7-1,3-4 6-15,7-6 6 0,2 3-5 0,5-6-10 0,1-3-13 0,0 0-51 0,2-5-32 32,-5 2-32-32,-1-1-93 0,-5 2-136 0,-5 1-290 0,-6 1-210 15,-4 5-142-15,-9 0 11 0,-6 3 254 16</inkml:trace>
  <inkml:trace contextRef="#ctx0" brushRef="#br1" timeOffset="36366.64">18285 11016 20 0,'8'10'454'0,"0"3"346"16,3-2 193-16,0 1-1 0,8 0-321 15,0 1-335-15,8-2-166 0,6 0-76 0,3-6-40 0,7-3-25 16,5-6-12-16,2-5-11 0,5-7-11 16,4-6-10-16,-2-4-48 0,1-6-83 0,1-4-115 15,-4-1-246-15,-3 2-236 0,-3-2-167 0,-5 0 11 0,-4 1 221 32,-8 2 303-32</inkml:trace>
  <inkml:trace contextRef="#ctx0" brushRef="#br1" timeOffset="36633.01">18372 10329 201 0,'0'8'545'0,"0"-1"238"0,1 0 101 15,6 1-160-15,2-1-332 0,10 1-194 16,2 0-93-16,9 2-47 0,8-3-21 0,1-5-14 0,7 3-9 16,8-10-7-16,3 3-12 0,5-10-9 0,-1-1 3 15,4-5 4 1,2-5-19-16,-4-1-71 0,-1-3-100 16,-4-4-231-16,-4 4-230 0,-4-3-143 0,-6-2 8 15,-7 2 201-15,-5-1 261 0</inkml:trace>
  <inkml:trace contextRef="#ctx0" brushRef="#br1" timeOffset="36868.58">18073 9944 14 0,'-28'5'379'0,"4"-3"269"16,9 2 181-16,5 3 40 0,8-1-321 15,10 2-281-15,6 0-140 0,8-1-73 0,7-2-41 16,5-2-13-16,4-3-5 0,7-3 0 0,4-3-1 16,4-5-37-16,4-2-58 0,2-4-127 0,-4-6-284 15,2 1-183-15,-3-3-92 0,-8-3 91 0,0 2 215 32</inkml:trace>
  <inkml:trace contextRef="#ctx0" brushRef="#br1" timeOffset="37052.83">18364 9484 10 0,'-43'2'423'0,"2"4"331"15,0 3 228-15,6 6 20 0,5-2-307 0,5 4-328 16,7 0-163-16,3 3-80 0,8 0-61 0,4 1-36 0,8-1-20 16,6 2-16-16,6-5-4 0,7 0 0 0,6-4 6 15,8-2 6-15,5-3-28 0,9-5-83 0,7-5-136 16,2-5-297-16,4-2-230 0,3-5-178 0,3-6 7 15,-3-1 269-15</inkml:trace>
  <inkml:trace contextRef="#ctx0" brushRef="#br1" timeOffset="39183.01">19597 8183 167 0,'2'-7'359'0,"2"-8"141"16,-2-8 102-16,1-7-224 16,0-9-156-16,4-10-82 0,-1-11-43 0,5-9 16 0,0-11 33 0,5-7 13 15,3-13-8-15,3-7-21 0,3-6-25 16,-1-8-28 0,3-3-44-16,0 0-26 0,-3-1-8 0,-1 6 2 15,-3 4 13-15,-3 8-5 0,-4 9-8 16,-1 9-13-16,-6 7-50 0,-2 10-85 0,-3 7-173 15,-4 6-233-15,-4 10-137 0,-3 9-9 0,-3 5 150 16,-4 9 216-16</inkml:trace>
  <inkml:trace contextRef="#ctx0" brushRef="#br1" timeOffset="39450.78">19245 8097 255 0,'6'-21'507'16,"-3"-12"183"-16,2-13 80 0,3-12-247 0,-4-12-223 0,4-14-111 16,2-13-61-16,2-8-28 15,-2-11-25-15,3-7 2 0,-1-5-30 0,1-4-19 16,-1 1-15-16,-2-3-11 0,-2 3 13 0,-1 4-45 15,-1 8-71-15,-5 5-101 0,-1 11-217 0,-5 7-211 16,-1 10-124-16,-3 10 33 0,-1 10 179 0,-4 10 232 16</inkml:trace>
  <inkml:trace contextRef="#ctx0" brushRef="#br1" timeOffset="39766.48">18543 7697 32 0,'-30'21'387'0,"0"-6"251"16,1-7 164-16,2-11 29 0,6-10-360 15,3-13-235-15,5-13-115 0,4-15-48 0,4-11-28 16,5-17-12-16,2-12-16 0,7-10-2 0,-1-8-4 16,5-8-4-16,4-3-7 0,0-4-2 0,4 5 23 15,1 0-9-15,0 9-7 0,0 2-13 16,-1 10-57-16,-2 8-38 0,-2 5-85 0,-4 12-183 0,-4 9-242 16,-4 11-129-16,-5 10 42 0,-5 11 139 0,-6 9 214 15</inkml:trace>
  <inkml:trace contextRef="#ctx0" brushRef="#br1" timeOffset="40016.25">18272 7710 210 0,'10'-45'406'0,"-2"-13"150"0,-4-11 91 15,3-8-273-15,-1-13-187 0,0-6-85 16,2-11-46-16,-3-5-22 0,2-8-16 16,-3-2-13-16,2-1-1 0,-1-1 2 0,-2 2 0 15,-1 4-6-15,0 4 0 0,-4 4-4 0,0 8-10 16,-1 8-49-16,-2 9-78 0,-1 10-173 0,-2 7-170 16,-3 11-54-16,-1 8 47 0,-3 14 121 0</inkml:trace>
  <inkml:trace contextRef="#ctx0" brushRef="#br1" timeOffset="40250.58">17868 7541 116 0,'-2'40'370'0,"-3"-17"169"0,2-14 122 0,-2-15-117 31,2-16-250-31,1-16-131 0,-2-18-73 0,4-15-39 15,-2-14-42-15,2-14 0 0,2-8-3 0,-2-9-6 16,4-8-8-16,-2-4-1 0,0 1 30 0,1-2-12 16,-2 5-31-16,3 2-14 0,-4 5 19 0,-2 9 13 15,-3 3-31-15,0 11-31 0,-4 12-28 16,-2 9-82-16,-5 13-255 0,0 13-120 0,-6 12-10 16,-3 11 89-16,-2 12 154 0</inkml:trace>
  <inkml:trace contextRef="#ctx0" brushRef="#br1" timeOffset="40500.96">17210 7743 183 0,'5'23'421'0,"-4"-20"166"0,-1-13 88 0,0-16-189 15,2-15-226-15,-1-16-121 16,3-14-66-16,-3-15-34 0,1-15-24 0,-2-10-2 15,1-9-6-15,-1-9-9 0,0-6-9 0,0-3 17 16,0-2 25-16,-1 2-12 0,1 3-16 0,-2 7-14 16,-1 3-24-16,-2 11-58 0,-3 10-94 15,-3 11-205-15,-2 12-163 0,-4 9-45 0,1 14 73 16,-6 8 151-16</inkml:trace>
  <inkml:trace contextRef="#ctx0" brushRef="#br1" timeOffset="40716.01">16720 7318 109 0,'3'33'338'0,"0"-15"156"16,-3-15 111-16,3-17-145 15,0-16-211-15,-1-20-124 0,4-18-89 0,0-14-10 16,-1-16-19-16,2-15-12 0,-1-10-19 0,0-8 22 15,-1-10 28-15,0-5-21 0,-1-2-10 0,-2-2-9 16,1 1 14-16,-1 6-37 0,-2 7-85 0,-2 8-212 16,-1 10-138-16,-2 13-35 0,0 9 39 0,-1 15 117 15</inkml:trace>
  <inkml:trace contextRef="#ctx0" brushRef="#br1" timeOffset="40975.49">16214 7384 393 0,'-2'88'750'0,"-1"-24"217"15,2-19 10-15,1-27-285 0,1-23-389 0,4-26-198 16,6-26-104 0,2-25-63-16,2-25-14 0,3-21 6 0,2-16 7 15,2-16 3-15,-3-6 29 0,2 0 26 16,-2 3-1-16,-7 4-7 0,-2 7-5 0,-1 9 24 15,-4 9-2-15,-3 10-3 0,-4 9 6 0,-3 12-2 16,-2 11-18-16,-3 13-61 0,0 14-77 0,-5 14-131 16,0 14-275-16,-5 12-167 0,0 15-45 0,-5 13 119 15,-3 12 215-15</inkml:trace>
  <inkml:trace contextRef="#ctx0" brushRef="#br1" timeOffset="41151.35">15853 7257 76 0,'11'-47'300'0,"-1"-21"160"0,1-18 124 15,0-23-100-15,5-22-239 0,-2-18-102 16,6-19-69-16,0-16-49 0,3-12-5 16,2-9-30-16,-1-3 6 0,-3 5-70 0,-1 13-56 15,-1 16-206-15,-6 13-153 0,-5 17-12 0,0 17 54 16,-8 12 134-16</inkml:trace>
  <inkml:trace contextRef="#ctx0" brushRef="#br1" timeOffset="41948.64">13453 7221 42 0,'0'-2'388'0,"0"2"244"0,3 2 133 15,7-1 20-15,5 4-376 0,8 1-226 0,7 3-90 0,11 4-42 0,3 1-2 16,8 0-6 0,5 3 5-16,6 0 3 0,5 1-19 0,5-2-9 0,5-1-1 0,5-2 6 15,1-1-8 1,3-6-10-16,-1 0-13 0,-1-4-14 15,-3-3 2-15,-4 0-26 0,-5-5-76 0,-3 3-136 0,-6 0-260 16,-9 0-161-16,-6 1-83 0,-11 4 80 16,-8 2 226-16</inkml:trace>
  <inkml:trace contextRef="#ctx0" brushRef="#br1" timeOffset="42200.47">13198 8038 40 0,'-2'-2'377'15,"6"4"238"-15,2-2 166 0,9-2 43 0,8 2-372 16,9-1-216-16,11 1-102 16,7-2-58-16,9 1-30 0,4-3-24 0,5 0-12 15,5-4-20-15,1 0 5 0,5 1 5 16,-1-2 5-16,2 1 6 0,3 2-7 0,-3 2-36 15,-3 1-78-15,-4 3-106 0,-5 3-256 0,-8 4-196 16,-4 4-82-16,-10 1 80 0,-6 3 196 0</inkml:trace>
  <inkml:trace contextRef="#ctx0" brushRef="#br1" timeOffset="42451.57">12800 8644 90 0,'-22'-1'466'0,"6"-1"265"16,8 5 149-16,10 0-4 0,10 5-430 16,9 3-226-16,12-1-111 0,11 5-58 0,4-2-28 15,9-1-11-15,6-3-2 0,8-2-4 16,4-3-14-16,5-3-30 0,1-4-52 0,3-3-71 15,-1-3-90-15,-3 0-186 0,-2 2-212 0,-5-2-87 16,-3 3 48-16,-7 3 167 0,-7 3 209 0</inkml:trace>
  <inkml:trace contextRef="#ctx0" brushRef="#br1" timeOffset="42683">12186 9054 62 0,'-42'-3'431'0,"9"7"261"15,6 4 157-15,9 4 10 0,10 4-395 0,12 4-233 16,8 6-120-16,9 2-55 16,7 3-29-16,7 2-9 0,5 0-32 15,3 0-57-15,5-4-55 0,6-2-56 0,4-3-61 16,3-3-92-16,0-6-163 0,1-2-125 0,0-5 0 15,-1-2 95-15,-5-3 152 0</inkml:trace>
  <inkml:trace contextRef="#ctx0" brushRef="#br1" timeOffset="42933.2">11658 9194 173 0,'-27'-8'392'16,"4"4"161"-16,7 8 101 0,8 3-204 0,8 7-203 15,7 5-130-15,5 5-68 0,6 2-39 0,5 4-23 0,7 1-16 16,4 0-11-16,5 1 15 0,5 0 13 0,2-1 33 16,3-1 18-16,3-3-7 0,-1-1-20 15,3-5-41 1,-4-3-48-16,1-4-174 0,-4-6-222 0,-5-2-86 15,-4-3 24-15,-4-3 117 0,-7-3 148 0</inkml:trace>
  <inkml:trace contextRef="#ctx0" brushRef="#br1" timeOffset="43099.35">11671 9426 45 0,'-40'-19'388'15,"6"8"241"-15,5 3 158 0,4 3 32 0,10 4-382 16,6 4-215-16,6 5-104 0,6 4-55 0,9 4-24 15,6 2-30-15,8 5-21 0,7-1-39 16,7 4-52-16,7-3-66 0,5 3-60 0,5-3-128 16,6-1-213-16,8-2-79 0,1-4 44 0,4-1 139 15,6-2 163-15</inkml:trace>
  <inkml:trace contextRef="#ctx0" brushRef="#br1" timeOffset="44099.81">14484 9758 210 0,'9'29'454'15,"-4"6"186"-15,-2 5 103 0,2 5-221 16,-2 7-243-16,-1 8-115 0,0 8-75 0,-1 6-45 0,-2 3-32 0,-3 6-8 15,0 3-17-15,-3 6-30 0,-2 0-39 16,1 5-61-16,-2 2-132 0,-1-4-236 0,-1-3-110 16,0-7 10-16,-1-8 120 0,0-12 175 0</inkml:trace>
  <inkml:trace contextRef="#ctx0" brushRef="#br1" timeOffset="44366.6">14748 10044 70 0,'-8'65'266'0,"-3"6"113"0,2 4 91 16,-4 7-128-16,0 5-150 0,0 4-80 16,0 3-47-16,0 3-26 0,-3 1-23 0,3-1-51 0,-2 1-50 15,3-8-83 1,1-4-149-16,-1-7-85 0,2-7 12 0,1-7 77 0,-1-13 96 0</inkml:trace>
  <inkml:trace contextRef="#ctx0" brushRef="#br1" timeOffset="44633.7">15346 9683 189 0,'-5'38'396'16,"-6"7"164"-16,-5 8 99 0,0 8-224 15,-4 8-176-15,-2 6-86 0,-1 5-58 0,-2 9-34 0,0 0-7 0,0 5-12 16,-1 4-9-16,4-2-11 0,-2 5-10 16,4 2-5-16,1-3-22 0,1-3-17 0,6-7-8 15,-1-7-36-15,4-6-55 0,2-9-126 0,1-10-238 16,1-8-133 0,1-10-37-16,0-11 103 0,1-11 181 0</inkml:trace>
  <inkml:trace contextRef="#ctx0" brushRef="#br1" timeOffset="44865.87">15388 10599 125 0,'-1'12'378'0,"-4"3"185"15,-1 8 124-15,-2 2-132 0,-2 8-239 16,-2 6-133-16,-1 6-70 0,-3 6-48 0,2 6-29 15,-2 4-21-15,0 8-19 0,-1 2-5 0,1 2 4 16,1 4 5-16,-2 1 9 0,3 3 4 0,3-1-4 16,2-3-35-16,-1-2-67 0,4-6-126 0,3-9-253 15,1-8-137-15,1-9-30 0,1-13 103 16,0-13 177-16</inkml:trace>
  <inkml:trace contextRef="#ctx0" brushRef="#br1" timeOffset="45099.19">15853 10843 241 0,'-17'58'407'15,"-1"6"130"-15,-4 3 29 0,2 4-230 0,1 2-162 16,-2 4-79-16,1-1-35 0,2 1-17 0,-1 2-1 0,3 0-13 15,2-4-12-15,3-4-13 0,2-8-17 16,3-4-22-16,4-11-28 0,2-8-40 0,3-7-79 16,2-10-173-16,4-4-128 0,1-8-10 0,-1-7 69 15,4-8 126-15</inkml:trace>
  <inkml:trace contextRef="#ctx0" brushRef="#br1" timeOffset="45333.74">16234 11097 72 0,'-17'54'258'0,"-4"7"119"15,-1 3 94-15,-1 8-149 0,0 6-153 16,1 4-85-16,-1 2-43 0,2 2-35 0,0 2-20 0,4-4 4 0,1-5 4 15,5-5-5-15,3-11-27 0,3-7-92 16,5-10-174-16,0-13-80 0,5-12 2 0,0-12 66 16</inkml:trace>
  <inkml:trace contextRef="#ctx0" brushRef="#br1" timeOffset="45567.59">16588 10999 206 0,'-9'40'512'0,"-1"4"218"0,-4 5 97 0,-2 4-182 16,4 6-273-16,-4 4-169 0,3 2-80 0,-2 6-44 16,0 4-15-16,1 2-25 0,3 0-19 0,0-3-14 15,2-5-14-15,2-8-7 0,2-11-27 0,4-12-55 16,2-13-83-16,1-13-142 0,1-13-250 0,4-12-159 15,-4-12-21-15,0-11 140 0,3-9 221 0</inkml:trace>
  <inkml:trace contextRef="#ctx0" brushRef="#br1" timeOffset="46482.25">14026 6494 245 0,'-4'9'567'0,"0"-7"229"0,2-4 86 0,7-7-197 16,4-7-325-16,5-5-170 0,8-6-87 15,5-7-51-15,5-3-24 0,6-9-9 0,3 0-4 16,6-7-1-16,1-1 1 0,4-3-1 0,0 1 0 16,-2 1-28-16,-2-1-76 0,-2 4-109 0,-2 6-219 15,-6 0-232-15,-6 9-153 0,-3 4-4 0,-11 6 185 16,-6 8 265-16</inkml:trace>
  <inkml:trace contextRef="#ctx0" brushRef="#br1" timeOffset="46732.39">13624 6181 79 0,'-2'-8'458'16,"1"-2"275"-16,2-5 154 0,3-3 7 0,6-3-415 31,3-6-233-31,6-2-114 0,5-7-58 15,1-2-34-15,5-5-21 0,4-1-13 0,2-3-14 0,0-1 0 16,0 0 1-16,3-1-1 0,-3 1-2 16,3 0-25-16,-1 1-48 0,-1 1-73 0,-2 1-112 15,-2 2-274-15,-5 5-191 0,-3 1-61 0,-4 3 94 16,-10 6 216-16</inkml:trace>
  <inkml:trace contextRef="#ctx0" brushRef="#br1" timeOffset="46949.92">13437 5796 59 0,'10'0'397'0,"1"-6"230"0,6-6 149 16,4-7 31-16,6-6-372 0,4-9-212 0,4-5-93 16,3-5-54-16,5-6-18 15,0 0-13-15,0-7-30 0,2 0-5 0,-1-4 1 0,-1 0 7 0,0 2-18 0,-1-3-34 31,-1 2-52-31,-1 1-84 0,-1 4-186 0,-6 4-241 16,-3 4-128-16,-9 7 6 0,-7 5 142 0,-7 7 219 16</inkml:trace>
  <inkml:trace contextRef="#ctx0" brushRef="#br1" timeOffset="47166.05">13086 5297 215 0,'-8'-8'420'16,"2"-5"154"-16,5-6 95 0,2-3-253 16,7-7-195-16,1-4-108 0,1-4-64 0,4-1-39 15,1-6-29-15,0 1-25 0,3-2-11 16,1 1-9-16,-3 0-5 0,2 0-3 0,0 3-17 0,-4 1-31 31,0 4-92-31,-3 3-189 0,-3 2-72 0,-4 4 20 16,-4 3 93-16,-5 6 120 0</inkml:trace>
  <inkml:trace contextRef="#ctx0" brushRef="#br1" timeOffset="47349.41">12609 4977 102 0,'-16'12'373'16,"2"-6"184"-16,9-11 125 0,5-7-92 0,8-7-278 15,6-11-151-15,8-7-77 0,7-6-17 16,1-8-27-16,4-6-16 0,3-2-9 0,1-6-6 15,2 1-2-15,0-4-25 0,-2 1 5 0,-1 2-31 16,-1 0-65-16,-4 6-177 0,-2 6-212 0,-3 3-111 16,-7 8-8-16,-7 6 124 0,-4 8 186 0</inkml:trace>
  <inkml:trace contextRef="#ctx0" brushRef="#br0" timeOffset="57827.33">27276 1144 263 0,'2'0'635'0,"-2"-3"298"0,-2 1 129 0,-1 2-200 16,3-1-259-16,-4-1-150 0,2-2-83 0,-2 3-32 15,0-3-21-15,0 3-42 0,-3 0-37 0,1-3-41 16,-3 3-33-16,0-2-39 0,-2 2-38 0,1-2-20 15,-2 1-15-15,1-1-7 0,-3 2-10 0,0-1-6 0,-2 2-6 16,-2 2-5-16,0-1-5 0,-3 2-5 0,0 3-4 16,-1 0-2-16,-1 3-1 0,-2 3-1 0,-1-3-1 15,4 3 1 1,0 1 0-16,-2 1-1 0,6 0 1 16,0-1 0-16,2 1 0 0,-2-1-3 0,6-1 2 0,1 0-1 15,1-1 0-15,4-1 5 0,-2-1 3 16,5 0 4-16,0-1 1 0,3 1 0 0,1 0 0 0,3 1-6 15,2-1-2-15,0 1-2 0,4 1-1 0,-1 0 0 16,5-1-6-16,1 1-4 0,2-1 6 0,3 2 0 16,0-2 2-16,2 3 1 0,0-1 8 0,0 1 2 15,2-1-3-15,-2 1-3 0,1 1-1 0,-2 0 1 16,0 0-2-16,-3-1-5 0,0 0-4 0,-2 0-3 16,-4 0-2-16,0 0 0 0,-3-1 1 0,-3 0 8 0,1-1 4 15,-4-3 2-15,-1 3 4 0,-2-3 0 0,-4 3-1 16,-2-1 0-16,-2-1-1 0,-6 1 1 15,-1 0-4-15,-2 0 2 0,-4 0-2 0,-1 1-1 0,-3 0 0 16,0-3 0-16,-2 3 2 0,-1-1 5 0,0 0 3 16,-2 0 1-16,2-1 1 0,3 0-1 0,-1 0-1 31,5-3-6-31,3 0-3 0,2-4-1 0,3 3-3 16,3-3 1-16,2-1-4 0,3 1-1 0,0-1-2 15,3-1 0-15,2-1 0 0,4-1-7 0,0-1-20 16,4-2-49-16,3 1-54 0,0-1-55 0,1 0-108 15,3-2-156-15,0 0-226 0,0 1-238 0,1-1-231 16,5 1-163-16,-3 0 188 0,0 1 483 0</inkml:trace>
  <inkml:trace contextRef="#ctx0" brushRef="#br0" timeOffset="58292.51">27642 1206 221 0,'4'-10'541'0,"0"2"290"16,-3 2 187-16,3 1-150 0,-4 1-210 0,0 0-138 31,0 0-91-31,-2 3-56 0,0 0-65 0,2 1-65 0,-1 1-42 15,1-1-33-15,-4 3-20 0,3-1-29 0,-1 2-24 16,1 0-23-16,-4 1-16 0,4 2-13 0,-2 0-16 16,-1 3-3-16,3 0-1 0,-2 4 0 0,1 0 2 15,-1 2-2-15,-1 3 2 0,1 1-4 0,2 2-4 0,-5 2-2 16,3 2-2-16,-2 1-1 0,0 0-4 0,2 3-4 16,-1 0 0-16,1-2 2 0,0 3 1 0,0-4 0 15,2 4 0-15,1-3 0 0,0-1-1 16,1 0-2-16,4-1-1 0,-2-1 0 0,0-1 0 0,3-1-1 15,1-3 1-15,1-1-1 0,3 2 0 0,-2-5-1 16,4-1 0-16,0-1 0 0,1-2-1 0,2-2 1 16,0 0-2-16,1-2-1 0,0-3 1 15,1-1 0 1,-1-1-2-16,2-3-1 0,1-1-4 0,-1-1-17 16,1-2-33-16,-2-1-50 0,2-2-46 0,-3 0-43 15,2-3-66-15,-7 1-104 0,4-3-109 0,-5 0-120 16,1 0-249-16,-2 0-239 0,-2 0-112 0,0-1 194 15,-1 2 391-15</inkml:trace>
  <inkml:trace contextRef="#ctx0" brushRef="#br0" timeOffset="58642.8">27609 1186 210 0,'-2'-1'609'0,"-1"-1"348"0,2-1 121 0,-3 1-199 32,4 2-301-32,-1 0-212 0,2 0-91 0,-1 0-65 0,4 0-30 15,0 0 14-15,5 4 9 0,0-1 19 16,3 0-22-16,2 1-35 0,1-1-24 0,4 2-43 0,-1-3-29 15,3 2-34-15,3-2-21 0,-1 2-2 0,3-3-4 16,-1 0-4-16,2-1-3 0,0 0-1 0,0 0 0 16,0-1 0-16,-1 0 2 0,0-3 3 0,-2 3-4 15,-2-2 6-15,-2 1 0 0,-4 1-43 0,1 1-45 0,-7 0-57 16,-4 0-127-16,-2 1-193 0,-4 1-312 16,-5 1-249-16,-2 3-235 0,-2 0-77 0,-4 2 400 0,-1-2 505 15</inkml:trace>
  <inkml:trace contextRef="#ctx0" brushRef="#br0" timeOffset="58859.72">27613 1449 231 0,'2'10'475'0,"-1"0"183"0,3-2 139 15,1 0-155-15,3-2-155 0,1 1-60 0,0 1-18 16,3-2-17-16,0 1-52 0,1-2-78 0,2-2-67 15,0 2-68-15,2-4-50 0,1 2-35 0,2-3-18 16,-1-2-15-16,5 1-2 0,0-2-6 0,1-2 1 0,-2 1 0 16,1-1-14-16,2 0-67 0,-3-5-134 0,2 3-165 15,-2-1-293-15,1 0-267 0,-2 1-218 0,0 0 45 16,-3 1 383-16</inkml:trace>
  <inkml:trace contextRef="#ctx0" brushRef="#br0" timeOffset="59808.57">28391 1321 118 0,'-5'-4'368'15,"1"-2"206"-15,-1 2 178 0,1-1-97 0,2 2-128 16,0 0-79-16,1 3-56 0,-1 0-59 0,0 0-59 16,2 0-40-16,0 4-47 0,0 3-27 0,2 1-23 15,0 4-9 1,1 3 0-16,0 5-15 0,0 1-28 0,3 3-17 16,-3 2-8-16,2 5 6 0,2 0 6 0,-4 4 2 15,2-1 7-15,-2 4-4 0,1-2-8 0,-1 0-11 16,1-2-16-16,-3-3-15 0,3 1-12 0,-3-7-7 15,1 0-3-15,-1-6-8 0,-1-2 3 0,2-5 3 16,0 0 31-16,-1-5 44 0,-1-1 27 0,0-4 6 16,0-2-1-16,-1 0-1 0,-3-7-25 0,3-1-39 15,-2-4-22-15,-1-2-12 0,1-2-7 0,-2-4-4 16,1-3-2-16,1 1-1 0,-4-3-1 0,3-3 1 16,-3-1 1-16,-2-1 1 0,3-2 2 0,-4-2 3 15,2 2 1-15,-1 0 1 0,1 0 0 0,1 2 1 0,1 1-2 16,-2 4 1-16,3 3-8 0,1 3-5 0,0 5-2 15,3 1-2 1,-2 3 5-16,1 2 0 0,0 2 6 0,2 2 2 0,0 3 3 0,4 1 0 0,-1 4-5 16,2 1-5-16,-1 5 3 0,6 2-1 0,-2 1 0 15,0 1 0 1,1 3-3-16,4-1 1 0,-4 1 0 0,4 0 0 16,-2 2 1-16,2-4 1 0,1 2 5 15,-5-1 0-15,5-2-1 0,-2-1 1 0,-1-2 2 16,1-2 0-16,-1-3-2 0,1 0 1 0,0-3 0 0,-1-3 2 15,2-3-2-15,-2-3 4 0,0-3 1 0,1-4 2 16,0-2 1-16,2-4 0 0,-5-1-8 0,3-1-6 16,-3-2 0-16,-1-1-5 0,-3 0-4 0,1-1 0 15,-1 0 7-15,-4 2 3 0,3-1 0 0,-4 1 1 16,0 0 1-16,0 3 1 0,-2 1 6 0,0 3 6 0,2 3 2 16,-1 1 1-16,1 3 0 0,-2 2 0 0,2 0-9 15,0 3-8-15,0 4 0 0,2 0-3 0,-1 0 3 16,1 6-1-16,2 1 4 0,0 4 0 0,0 2-2 15,3 2 0-15,-2 3 0 0,3 2-2 0,-2 2 1 16,2 1 1-16,-4 3 1 0,4-3 8 0,-3 4 3 16,3-1 2-1,-3 1 2-15,-1 1 1 0,1-1-1 0,-1 0-6 16,0 2-3-16,-1-1-2 0,-1 0-1 0,-1 0-2 16,-1-1-8-16,-1-2 3 0,1 0-5 0,-5-4-29 15,4 2-54-15,-2-3-53 0,-2 1-60 0,1-5-142 16,-2 1-168-16,1-5-231 0,-1 0-241 0,5-3-227 15,-3 0-88-15,4-3 319 0,0-2 453 0</inkml:trace>
  <inkml:trace contextRef="#ctx0" brushRef="#br0" timeOffset="60130.03">29117 1731 358 0,'5'4'754'0,"-4"2"276"0,1 2 72 15,-2 1-255-15,0 2-263 0,0 0-169 16,-2 3-79-16,2 2-29 0,-1 1-43 0,1 2-48 0,-5 2-39 15,4 1-34-15,-4 2-43 0,2 1-37 0,-1 0-25 16,0 1-16-16,0 2-8 0,0-1-9 16,-1 0-5-16,2 0-29 0,-2 0-51 0,2-3-56 0,0-2-136 15,0 1-191-15,-2-3-304 0,3-4-283 0,1 0-226 16,1-4-73-16,3-1 421 0,-2-2 518 16</inkml:trace>
  <inkml:trace contextRef="#ctx0" brushRef="#br0" timeOffset="63143.53">29613 1842 134 0,'-4'7'349'0,"-1"-1"163"0,-1 0 129 16,-1 2-128-16,2 0-97 0,1 0-35 0,-2-2 9 0,-1 2 16 0,4-2 16 15,0-2-24 1,1 1-53-16,-1-2-57 0,1-1-60 0,1-1-44 16,-2 0-42-16,3-2-7 0,3-2 2 0,-2-1 14 15,3-2-1-15,-1-5-4 0,2 2-17 16,0-5-23-16,-1-1-22 0,5-1-21 0,-4-5-16 0,2 1-13 15,1-4 3-15,-3-1-2 0,0-2-4 0,0-2-5 16,2-1 1-16,-2 0-7 0,-2 1-12 0,2-2-8 16,-1 1-2-16,1 3 1 15,-4-1 1-15,3 1 7 0,-1 1 4 0,-2 4 3 0,3 1 0 0,-3 3-4 16,1 2-4-16,-1 1-2 0,-1 5 0 0,2 1 0 16,0 2-2-16,-2 2 0 0,0 1-1 0,0 1-3 0,0 0-1 15,0 1-3-15,1 1 1 0,-1-1-1 0,3 2 1 16,-1 0 2-16,1 0 1 0,2 2 3 0,-2-1-1 15,2 3 2-15,1-3-2 0,2 4 2 16,0 1-1-16,1-1 0 0,1 3-2 0,2 2 0 0,1 4 1 0,3 1-2 31,-3 2 8-31,2 0 0 0,0 3 6 0,0 4 2 16,0 1 2-16,-1 2 2 0,0 4-6 0,-3 1-1 16,3 0-3-16,-2 2-4 0,0-1-1 15,-3 0-1-15,1 0-2 0,1-3 2 0,-5-3 0 0,2 0-2 16,0-2 0-16,-2-3-1 0,2-3 0 0,-3-2-1 15,0-2 0-15,0-2 1 0,-4-2 0 0,3-2 1 16,-2-1 1-16,-2 0-1 0,2-4-1 16,-4 3 0-16,2-3-2 0,-2 1-1 0,-2-3-13 0,0 2-26 15,-1-2-43-15,-2-1-45 0,1 2-42 0,-2-3-44 16,0 2-47-16,0-2-66 0,0-2-81 0,-1 2-97 16,3-2-201-16,-2 1-250 15,3-2-175-15,-3 1 58 0,0-2 320 0,3 1 360 0</inkml:trace>
  <inkml:trace contextRef="#ctx0" brushRef="#br0" timeOffset="63438.43">29636 1688 274 0,'-3'-2'555'16,"-1"2"213"-16,3-2 79 0,-2 2-277 0,3 2-238 15,3-2-82-15,-2 3-33 16,4 0 9-16,2 0 11 0,3 1 0 16,0-1-7-16,1 2-53 0,5-2-52 15,1 1-30-15,-1-1-24 0,3 0-13 0,-1-2-11 0,2-1-8 0,0 0-4 16,0-1-15-16,2-2-13 0,0 0-2 0,-1-1-1 16,-1-3 4-16,-1 2-24 0,-2-1-55 0,-1 0-92 15,-3 0-121-15,-4 0-192 0,0-2-289 0,0 4-223 16,-3 0-80-16,-1 2 182 0,2-3 345 0</inkml:trace>
  <inkml:trace contextRef="#ctx0" brushRef="#br0" timeOffset="63925.5">30240 1420 108 0,'1'12'329'0,"1"0"180"0,-1 2 146 0,1 1-126 16,1 3-104-16,0 2-37 0,2 1 5 0,1 2 6 0,-1 3 3 15,1 1-19-15,-1 1-47 0,0 0-62 0,-2 2-62 16,5-1-60-16,-5 1-50 0,0-3-37 0,4 0-24 16,-2-1-17-16,-1-2-10 0,4-4-10 15,-3-1-3-15,1-2-2 0,1-4-2 0,-1-3 3 0,1-1 2 0,-2-3 3 16,-1-1 2-16,0-3 3 0,0-2 4 0,-1-1-2 15,-2-5 0-15,4-1 0 0,-5-2-2 0,1-5-3 16,-1 0-6-16,-1-5 3 0,1 0-2 0,-5-2-5 16,4-2 0-1,-2-1-2-15,-2 0 3 0,-2-1 0 0,1-1 1 16,-2-1 0-16,0-1 1 0,0 2 4 0,-1-2-4 0,0-2 0 0,0 1-2 16,0 1-2-1,1-1 2-15,0 4-1 0,3-1 4 0,1 3-1 0,-1 4 2 16,2 1 1-16,1 3 1 0,-1 2-1 0,3 2-2 15,3 1-1-15,-1 2 1 0,1 1 3 0,-2 1-5 0,6 1-13 16,-2 1-7-16,1 1-4 0,3 2-5 0,-1 1-1 16,4 0 3-16,0 0 12 0,-1 1 6 15,0 0 5-15,5 1 5 0,-2 1-1 0,4 2 2 16,-2-3 3-16,1 4 0 0,2-3 12 0,-3 2 9 0,1-1 3 0,-1-1-1 16,1 0 0-16,-2 0 0 0,0-1-13 0,-2-1-8 0,-1 0-13 0,0 3-26 15,-4-3-63-15,-4 0-100 0,0 2-129 16,-2-1-174-16,-4 1-292 0,-2 2-241 0,-4-1-87 15,0 3 182-15,-1 0 359 0</inkml:trace>
  <inkml:trace contextRef="#ctx0" brushRef="#br0" timeOffset="64159.16">30180 1630 229 0,'8'8'449'0,"2"-2"166"15,2 0 126-15,-1 0-187 16,4-2-148-16,1 2-50 0,2 2 19 0,-1-4 13 16,0 1-23-16,4-2-53 0,-5 1-52 0,3-2-54 0,-2 0-67 15,4-1-51-15,-2-1-31 0,-2 0-25 16,4-1-16-16,-4-3-5 0,0 2-6 0,4-2-1 0,-7 0-11 16,3-1-44-16,0-1-96 0,-4 0-126 15,0 0-169-15,1 1-293 0,-2 1-255 0,-1 1-138 0,0-1 155 16,-2 1 356-16</inkml:trace>
  <inkml:trace contextRef="#ctx0" brushRef="#br0" timeOffset="65060.14">30889 1461 53 0,'2'-11'308'0,"-2"-1"172"0,0 1 154 0,0 1-24 15,0 1-182-15,-2 0-80 16,2 4 16-16,0 0 27 0,0 0 9 0,0 3-12 16,0 0-33-16,0 0-57 0,0 2-73 0,0 0-61 15,-1 0-48-15,1 4-34 0,0 3-19 0,0 2-1 16,1 3-8-16,-1 5 10 0,0 2 9 0,2 6 9 0,0 2-2 15,-1 3 14-15,-1 3 21 0,4 2-5 0,-4 1-4 16,1 1-13-16,1-1-3 0,-1 0-27 0,-1 0-23 16,2-3-16-16,1-1-12 0,-2-4-5 0,1-2-7 15,-2-2 1-15,1-6-5 0,3-4 1 0,-3 0 2 0,1-3 1 16,0-4 5-16,-2-2 9 0,1-2 6 16,1-3 6-16,-2-3 1 0,0-4-2 0,-2-4-6 15,1-3-8-15,1-2-6 0,0-4-4 0,-2-2-2 0,0-1 1 0,-1-2 0 16,0-2 0-16,0-2 0 0,-3-2-2 0,1 0 0 15,-2 0-3-15,3-2 4 0,-4 2 1 0,-1 0 1 16,2 0 3-16,-1 1 3 0,2 3-3 0,-4 0-9 16,4 4-2-16,0 0 1 0,-1 3 0 0,1 2 0 0,1 4 7 31,2 2 5-31,2 1 0 0,-3 3-2 0,3 2-4 16,1 1-1-16,1 5-4 0,6 2 0 0,-2 5 7 0,5 1 4 15,0 6 3-15,1 1 0 0,3 3 1 16,-2 2-2-16,3-1-4 0,-2 3 1 0,2-1 2 0,-2 2 3 15,1-2-1-15,1 1 4 0,-2-3-3 0,1 0-2 0,-2-2-2 16,2-3 0-16,-1-2 0 0,1-3-1 0,-1-1 0 16,-2-4-9-16,3-1 4 0,-2-6 0 15,0 0 1-15,-1-6-1 0,0-3 2 0,2-3 4 0,-2-3-4 16,1-4-6-16,0-2-5 0,-3-1-2 0,0-2 0 16,-1-1 1-16,-1 2 0 0,-2-2 5 0,-2 2 4 0,-2 1 4 15,1-1-2-15,-4 4 1 0,1 1-2 0,-1 1 1 16,1 4 0-16,-3 3 5 0,3 2 3 0,-1 4 1 0,1 1 1 15,1 3-2-15,-2 3-1 0,2 5-5 16,2 3-3-16,-2 4-2 0,3 5 2 0,-2 2 0 0,3 1 0 16,-1 1 0-16,2 2 0 0,2 2 0 0,0 2 9 0,1-1-4 31,-2-1-2-31,3 0-2 0,-2 2 0 0,1-1 1 16,-2-1-9-16,2 0 4 0,0 1 3 0,-2 0 1 15,-1-4-3-15,0 1-19 0,1-2-46 0,-2-2-57 16,0-1-72-16,-1-3-125 0,0 0-172 0,-1-3-267 15,1 0-257-15,0-2-226 0,0 1-79 0,3-3 325 0,-1 1 485 16</inkml:trace>
  <inkml:trace contextRef="#ctx0" brushRef="#br0" timeOffset="65312.13">31629 1828 234 0,'4'4'784'0,"-4"2"392"0,0 0 44 0,-2-1-244 15,0 4-339-15,1 2-231 0,-2 2-99 16,-1 4-27-16,3 4-30 0,-4 1-13 0,-3 5-24 0,4 0-40 0,-4 3-58 0,1 1-52 16,0 1-21-1,-1 0-24-15,3-2-9 0,-2-2-6 0,4 0-4 16,2-5-1-16,-3-2-16 0,4-3-54 0,0-1-56 15,0-5-93-15,4-3-160 0,-3-2-285 0,2-2-311 16,2-3-252-16,0 2-185 0,1-6 182 0,-1-1 570 0</inkml:trace>
  <inkml:trace contextRef="#ctx0" brushRef="#br0" timeOffset="75538.11">32287 1496 185 0,'0'-5'380'0,"-1"0"169"0,-1 1 125 0,-1 0-139 0,0 2-79 0,-4 0-19 31,2-1-14-31,1 3-7 0,-4-2-34 0,2 2-52 0,-2-4-66 16,0 3-48-16,-1 0-37 0,0-1-33 0,1-1-20 0,-2 2-13 15,2-1-10-15,-2 0 17 0,-1-1 9 0,2 2-6 0,-1-2-15 16,0-2-13-16,-2 2-6 0,1 1-12 0,0-3-22 16,1 1-9-16,1 2-4 0,-4-2-4 15,5 3-7-15,0 1-13 0,2-1-5 0,-3 2-3 0,1 0-6 16,3 3 1-16,-3 0-4 0,0 3-3 0,2 1-3 0,-1 3 0 15,1 3 1 1,1-1 3-16,-1 3 1 0,3 2 3 16,0 2 1-16,3-3-2 0,0 3 0 0,1 1-2 0,3-2-1 15,2 0 0-15,0-1 1 0,4 1 0 16,-1-4 4-16,2 2 1 0,0-1-1 0,5-2-2 0,-3-1-1 16,2 1 0-16,0-3-2 0,0-2-1 0,0 1 3 15,0-2 1-15,0 0 0 0,-2-2 0 0,1 0 0 0,-3-1 0 16,0-1-2-16,0 3 0 0,-3-3 4 0,1 0-2 15,-3 0 0-15,-1 0 0 0,-2 0 0 0,1 1 1 16,-3-1-3-16,-1 2 0 0,-1 2 1 0,-3-1 1 16,3 0-1-16,-4 3-1 0,0 0 0 15,-2 0 0-15,0-1 0 0,1 2 0 0,-2 0-2 0,-1 1-2 0,1 0 0 16,0-2-12-16,0 0-34 0,-2-1-38 16,2-1-39-16,4-2-36 0,-1 0-57 0,2-3-89 0,-1-3-93 15,2-1-101-15,2-3-142 0,2-1-264 0,0-1-183 16,3-2 40-16,0-4 271 0,3 0 327 0</inkml:trace>
  <inkml:trace contextRef="#ctx0" brushRef="#br0" timeOffset="75803.95">32554 1421 228 0,'4'0'448'0,"-1"5"190"0,-3 1 142 15,1 1-184-15,-1 4-138 0,0 3-47 0,0 0-9 0,0 3-12 0,0 0-40 16,0 1-55-16,0 1-63 0,2 1-57 16,-2 0-50-16,2 4-44 0,-2-1-28 0,0-1-20 0,1 2-14 15,-1-3-7-15,0 3-10 0,3-2-4 0,-3-2 2 16,2-3 0-16,-2 3-1 0,1-5-8 0,1 2-29 0,-2-6-70 16,0 1-123-16,-2-3-139 15,1-2-211-15,-1-1-278 0,-1-1-213 0,0 1-11 0,0-6 274 0,0 2 352 16</inkml:trace>
  <inkml:trace contextRef="#ctx0" brushRef="#br0" timeOffset="76037.75">32365 1474 85 0,'0'-16'343'0,"-2"2"197"16,0 2 147-16,2 3-105 0,0 3-187 15,4 0-64-15,0 5-34 0,3 1-17 0,-1 1 0 0,7 2 1 0,-2 2-14 16,4-1-49-16,2 2-43 0,-2 1-42 0,3-2-32 16,1 3-22-16,-3-2-30 0,4 0-18 15,-1 0-8-15,0 0-8 0,1-1-3 0,-2 0-2 0,-1-2-5 0,2 2-1 16,-1-1-5-16,-3-1 1 0,1 0 0 0,-2 2 0 0,1-3-4 16,-1 3-27-16,-5 1-50 0,-1-4-87 0,2 1-106 0,-4 1-127 15,-1 1-216-15,0 1-233 0,0-1-105 0,-2 0 95 0,-2-1 251 16,4 1 270-16</inkml:trace>
  <inkml:trace contextRef="#ctx0" brushRef="#br0" timeOffset="76769.72">32983 1476 91 0,'1'-3'358'16,"-1"0"216"-16,0 2 167 0,0 1-90 0,2 0-197 15,-2 0-93-15,0 2-27 0,0 4-8 0,0 2 2 0,0-1-6 0,0 3-23 0,-2 4-42 0,2 2-53 16,0-2-47-16,-1 6-42 0,1 1-27 0,-2 3-21 15,2 0-4 1,-1 3 0-16,-1 0-8 0,0 3-6 16,2-3-8-16,-1 3-2 0,1-2-11 0,0-2-11 15,0-1-9-15,1-1-1 0,-1-3 3 0,4 0-4 0,-3-4 1 16,2-3-6-16,-1-2 3 0,1-1 1 0,-1-2-3 16,0-4-1-16,-2 0-1 0,3-3 3 0,-3-2-4 0,1-2-2 15,4-4 1-15,-4-2-5 0,1-3 2 0,1-4-2 16,-1 0 1-16,1-3 7 0,-2-3 4 0,-1 0 1 0,2-3 4 15,-2 1-2-15,-2-2 3 0,2-2-10 0,-1 2-3 16,1-4-3-16,-3 1-3 0,-1-1 6 0,3 1 0 16,-1-2 4-16,1 1 0 0,-1 4 3 15,2 0-4-15,-3 0-2 0,3 4-2 0,0 2-1 0,3 2 1 0,-3 4-3 16,2 1 6-16,-2 3-6 0,1 3-1 0,1 1 1 0,-2 2-2 16,1 3-1-16,3 0 2 0,-1 3 3 0,0 2 5 15,0 1 2-15,2 1 0 0,-2 2 3 0,2-2-3 0,-1 4 0 16,0 0-2-16,1-1 2 0,-1 1-3 0,1-1 0 0,-2 0 6 15,5 1-3-15,-3-3 4 0,0 1-4 16,1-1-2-16,0-2 3 0,4-4-6 0,-4 3 4 0,2-4-1 0,0-2 3 31,1-1 5-31,-2-2-4 0,2-2 0 0,-1 0-5 16,1-2-4-16,-1-1-1 0,1-1-1 0,0-1 2 0,-1 1 6 16,-2-1-2-16,1 1 2 0,2-1 4 0,-5 2-1 15,1 1-5-15,-1-1-3 0,-1 3 8 0,-2 2 1 0,3 0-6 16,-3 2 0-16,1 1-1 0,-2 1 4 0,0 1-1 15,0 5 0-15,0 0-2 0,0 4 0 0,-2 3-2 0,1 2-3 16,-3 1-1-16,3 3 3 0,-2 4 2 0,1-2 5 16,-1 3 2-16,-1 3 2 0,3-1-3 0,-5 2 0 0,3 1-3 15,-2-1-2-15,0 1 0 0,2-1-10 0,0-2-20 16,-1 1-32-16,3-3-57 0,-2-3-128 0,3-3-160 16,-2-4-281-16,4 2-259 0,1-2-225 0,0-5-27 15,2 1 355-15,0-2 429 0</inkml:trace>
  <inkml:trace contextRef="#ctx0" brushRef="#br0" timeOffset="77020.78">33397 1911 48 0,'-3'8'423'0,"-2"-1"321"0,2 0 208 15,0 4-3-15,-2-1-258 0,2 5-198 16,0-2-125-16,1 4-77 0,-2 1-45 0,1 3-45 16,1 0-57-16,-5 2-49 0,4 1-33 15,-2 2-24-15,1-3-6 0,-4 4-19 0,2-2-8 0,1 1 2 0,-2-2-11 16,1 1-12-16,-3 0-44 0,1-1-77 0,-2-5-133 0,1 0-194 16,1-3-286-16,-2-1-259 0,4-2-167 0,-2-1 129 15,2-5 407-15</inkml:trace>
  <inkml:trace contextRef="#ctx0" brushRef="#br0" timeOffset="90488.73">29358 2698 173 0,'-4'4'371'0,"1"1"147"16,0 1 100-16,1 2-204 0,1 3-138 0,2 2-39 16,1 2 30-1,1 4 38-15,0 3 24 0,2 1-6 0,0 3-14 16,2 2-43-16,-2 4-64 0,2-1-55 0,-2 1-40 16,1-1-31-16,0 1-28 0,0-2-20 0,1-2-8 15,-2-2-6-15,-1-2-7 0,2-4 0 16,1 0-5-16,-4-3-1 0,0-4 3 0,0 0 1 0,-1-2 1 15,-2-3 0-15,0-1 3 0,-2 1-2 0,-1-2-2 16,-2-2-4-16,1 1-23 0,-6-4-43 0,2 1-72 16,-1-4-87-16,-4-1-103 0,4-1-146 15,1-2-251-15,-3-5-161 0,3 2-7 0,0-4 169 0,1-4 260 16</inkml:trace>
  <inkml:trace contextRef="#ctx0" brushRef="#br0" timeOffset="90907.45">29346 2638 57 0,'2'-1'327'0,"-1"1"192"0,1 1 146 0,0-1-74 0,-2 1-195 32,1 1-103-32,1 1-27 0,1 2 3 0,0 0 17 0,3 2 14 15,-1-1 19-15,2 1-20 0,1 2-39 0,1 0-42 16,0 1-33-16,3 1-23 0,2 0-41 0,2 1-36 15,1 1-22-15,2-1-18 0,1 2-11 0,1-1-13 0,1 0-12 16,0 0-3-16,0 0-3 16,0-1 0-16,-1 0-4 0,0 1 1 0,-4 0 3 0,0-1 17 15,1 1 13-15,-6-1 31 0,0 0 31 0,-3 0 37 16,-3 2 19-16,1-1 0 0,-6 1-13 0,-2 2-24 0,-2-1-25 31,-2 3-30-31,-6 0-19 0,0 2-14 0,-5-1-7 0,-3 3-5 0,-2 0-2 0,-1 0-1 31,-2 0-6-31,1-1-2 0,-2-2-1 0,4-1 2 16,-1-3-1-16,1-4-3 0,7 2 0 0,-3-4 1 16,5-3-1-16,2 0-2 0,2-2-2 0,1-3-7 15,1 3-19-15,3-3-40 0,-3-1-39 0,6-1-36 16,2-3-41-16,2 2-73 0,0-3-95 16,3-2-98-16,2-1-184 0,2-1-256 0,2 1-224 15,3-3-42-15,0 0 243 0,1 1 395 16</inkml:trace>
  <inkml:trace contextRef="#ctx0" brushRef="#br0" timeOffset="91539.65">30093 2700 28 0,'1'-4'319'0,"-1"2"218"15,-1-1 187-15,1 1 17 0,0 1-175 0,-2 1-133 16,2 0-64-16,-2 1-27 15,-1 2-17-15,2 0-25 0,-3 2-39 0,0 1-42 16,-2 1-43-16,1 1-36 0,2 3-35 0,-2 1-28 16,0 1-20-16,0 1-10 0,2 4-8 0,-1 0-3 15,-1 2 6-15,2 1 14 0,-1 2 27 0,3 1 26 16,-2-2 12-16,1 5 4 0,0-4-9 0,2 1-14 16,0 1-25-16,0-2-29 0,4 1-16 0,-3-2-11 15,2 0-6-15,1 0-4 0,2-3-4 0,0-1-2 16,0-2-1-16,2-2 0 0,2 0-4 0,1-4-2 15,-2 1 2-15,3-4 0 0,0-1 1 0,-1-2 2 16,3 0 3-16,-1-3 0 0,0-1 2 0,3 0-1 16,-4-2-2-16,2-3-2 0,1 0-3 0,0-1 0 15,1-2-2-15,-2 1 0 0,3 0 3 0,-4-2-2 16,2 0-22-16,-1 0-41 0,-1 1-40 0,1-1-39 16,-5 2-76-16,3-1-121 0,-3 0-137 0,0 1-205 15,-1 1-245-15,0 0-235 0,3 0-39 0,-3 2 283 31,0 1 423-31</inkml:trace>
  <inkml:trace contextRef="#ctx0" brushRef="#br0" timeOffset="92054.72">30992 2657 32 0,'-4'-7'550'0,"-3"3"488"0,1 2 211 0,-5-3-82 15,1 4-337-15,1 0-291 0,-4 2-140 0,1 0-84 0,0 4-42 16,-3-3-34-16,-1 4-37 0,0 1-43 0,-3 1-51 16,3-1-40-1,-3 2-26-15,3 3-14 0,-2-1-10 0,1 2-10 0,2-3-6 0,0 5 3 0,3-4 0 0,-1 3-1 31,5-1-3-31,-2 1-1 0,5-3 0 0,0 3-3 16,2-2 1-16,1 0 7 0,2 0 3 0,2 0 3 16,1 1 0-16,2-3 1 0,3 0 0 0,-1 1-7 15,1-1-5-15,4-1-2 0,0 3-1 0,1-4-1 16,1 1-1-16,0-1 1 0,-1 2 1 0,3-3 0 16,-4 2 2-16,2-2-1 0,-2 1 1 0,0 1 1 0,-1-2 4 15,-1-1-2-15,-1 1 1 0,-3 0 0 16,1 1 0-16,-2-1-1 0,-4-1-2 0,3 2 0 0,-4-1 1 15,-4 2 1-15,1-2 0 0,-2 2 2 0,-1 1 0 16,-3-3 1-16,-3 2 0 0,1 0-1 16,-3 0 0-16,1 0 0 0,-1 0-2 0,2-1 0 0,-6-1-2 15,6 1 0-15,-6-4 0 0,6 2 0 0,-4-1 0 16,1-2-2-16,4 0 0 0,1 0-5 0,0-2-9 31,0 1-25-31,3-2-47 0,-1 0-56 0,3 0-52 16,-2 0-87-16,4 0-126 0,-3 0-159 0,5 1-251 15,-3-1-223-15,3 1-210 0,1 3 27 0,0-2 371 16,0 3 447-16</inkml:trace>
  <inkml:trace contextRef="#ctx0" brushRef="#br0" timeOffset="95088.76">26088 708 30 0,'5'-8'216'0,"-4"0"103"15,2 2 91-15,3-1-101 0,-3-1-116 16,1 4-56-16,1-2-24 0,-2 2-1 16,0-2 14-16,0 1 23 0,-1 3 31 0,-1-2 37 15,4 2 38-15,-5 0 28 0,1 0 4 0,1 1-17 16,-1 1-37-16,-1 0-48 0,0 0-52 16,0 1-45-16,0 4-35 15,0 0 22-15,0 4 15 0,0 4 16 16,0 3 37-16,0 9 16 0,0 1 6 0,0 5-22 15,0 6-18-15,0 0-17 0,0 3-23 0,-1 3-13 16,-1 5-11-16,2 2-18 0,-1 2-9 0,-4 4 21 16,2 6 5-16,2 1 5 0,-4 4 1 0,-2 3 6 15,2 2 3-15,-2 3-25 0,-1 2-15 16,0-1-15-16,0 4-9 0,-1-3-13 0,-1 1-11 0,2 0 4 16,-3-2 5-16,3-1 5 0,0 0 2 0,-1 1 3 15,-1-3 7-15,2-1-10 0,0-2 17 16,0-3 30-16,1-1 17 0,0-4 8 0,1 0 3 15,1-5 7-15,0-1-16 0,-1-4-30 0,2-1-13 16,0-4-6-16,1-4-3 0,2-1-9 0,-1-4-3 16,2-4 1-16,0-3-2 0,2-4-2 0,-1-1-2 15,2-4 2-15,1-3-2 0,-1 0 2 0,2-4-1 16,1-1 2-16,-2-2-2 0,1-2-1 0,0 0 2 16,0-4-5-16,2 1 1 0,0-3-1 0,-1 2 6 15,2-3 2-15,0 0-2 0,5-1 3 0,-4 0-1 31,4-2 3-31,-1-2-5 0,1 2 1 0,3-2 1 16,-2 1-2-16,4-1 0 0,-4 1-3 16,3-1 1-16,0 2-3 0,1-3 2 0,1 3 0 15,-1-1 2-15,0 1 1 0,0-2-1 0,1 2 3 16,1 0-6-16,-1-1 2 0,2 1 0 0,1 0-3 16,-3-2 1-16,3 2-4 0,0-1 1 0,2 1-2 15,-2 0-3-15,3 0 4 0,1 0-3 0,-1 0 2 16,2 0 3-16,-2 0 2 0,5 0 1 0,-1 1-1 15,-1 1 3-15,4 1 2 0,-1 0 0 0,3 0 1 16,0 0 5-16,2 2 0 0,1-1-3 16,1 0 2-16,2 0-1 0,0 0-4 0,2 0-2 0,2 1 20 15,-1-2 7-15,0 1 5 0,4-2 0 16,-3 1 0-16,3-3-2 0,-1 0-15 0,2 2-8 0,-2-2-2 16,3-2 1-1,-2 2 0-15,4 0 0 0,1-2 2 0,-1 1-2 0,2-1-3 0,-1 2-3 31,3-2 1-31,0 1 0 0,-2 0-5 0,3-1-3 16,-1 2 1-16,2-1-2 0,-2-1 1 0,2 1 1 16,2-1 4-16,-1 0 4 0,2 0 0 0,0 0 3 15,0-1-2-15,0 0-1 0,2 0 0 16,-2 0-4-16,0 1-2 0,0-2 0 0,-1 3-4 16,-2-1 0-16,0 2 1 0,0 0 4 0,-4 0 1 15,-1 3 1-15,-2 1 6 0,0 0 1 0,-1 0-2 0,0 0-1 16,-2 4-1-16,-1 0 0 0,-3 1-2 15,1-2-2-15,-2 4 2 0,-4-2-3 0,1 2 1 16,-3-2 0-16,1 0-1 0,-2 2 0 0,-2-3-4 16,0 3 3-1,-1-1-2-15,-1-1 1 0,-1 0-2 0,0-1 1 0,0 1 2 0,0-1 0 0,-1-1 2 16,-1 2 1-16,1-1 2 0,-2 0 2 0,3-2-1 16,-4 1 0-16,3-1 0 0,1 1-1 0,0 0 1 15,0-3 0 1,1 1 1-16,-1-1-2 0,4-1 1 15,-3 0 6-15,3-1 3 0,1-2 2 0,-1 0 1 16,3 0 1-16,-2-2 1 0,4-1-6 0,-1-1-7 16,2-2-2-16,0 0 1 0,2 1 0 0,-1-2-2 15,3 1 1-15,-3-2 4 0,4 2 0 0,-1 1 1 16,0-1-1-16,2 0-5 0,0-1-6 0,-1 2-3 16,-2 0-1-16,3 0 3 0,-3 1 4 0,0 0 5 15,-1 1 6-15,-1 1 2 0,2-1-2 0,-4 0-7 16,3 0-2-16,-4 1 0 0,1-1 0 0,1 0 1 15,-4 2-4-15,2-2-3 0,0 0-1 0,-2 1-3 16,1 0-1-16,-1 0-1 0,-1 0 7 0,1 2 3 16,-1 2 0-16,-1-2 1 0,0 3 0 0,-3 0 0 15,3 0 0-15,-4 0 2 0,1 1-1 0,-1-1 1 16,2 1-2-16,-2 0 1 0,2 0 6 0,-2 0 1 16,1 0 1-16,-1 0 1 15,2-1 3-15,0 2 0 0,-1-3-5 0,2 0-8 0,-1-1-4 0,1-1-1 0,1 0-4 31,-3-1 0-31,1-1-1 0,-2 1 4 0,-2-2-4 16,1 0-12-16,-4 0-34 0,-2 1-63 0,-3 0-71 16,-3-2-141-16,-4 4-249 0,-7-1-302 0,-1 2-298 15,-7 3-219-15,-7-3-5 0,-6 4 536 0</inkml:trace>
  <inkml:trace contextRef="#ctx0" brushRef="#br1" timeOffset="112123.19">10906 1739 61 0,'0'-13'230'0,"2"0"115"0,-2-1 47 0,1 1-67 0,-1-2-83 0,0 4-53 15,2-1-24-15,-2 0-12 0,0 2 6 0,-2 1 16 31,2-1 22-31,-1 2 31 0,1-2 57 0,-2 3 38 16,2 2 29-16,0-1 11 0,0 2-7 0,0 1-29 16,-2 0-58-16,1 2-49 0,-1-2-45 0,2 1-43 15,0 0-27-15,0 2-22 0,0 0-13 0,0 0-10 16,2 2-11-16,-1 3 21 0,1 1 19 0,1 3 21 16,2 4 9-16,1 2-4 0,-1 2-5 0,1 2-25 15,-1 2-26-15,3 3-23 0,-2 0-18 0,2 3 0 16,-2 1-4-16,3-2 2 0,-2 4 3 0,1-1-1 15,0 2 2-15,0 1-3 0,0 2 3 0,-2 3-6 16,2 1 4-16,-3 1 1 0,3 3 0 0,-2 2 4 16,0 2-9-16,-2 2 0 0,0 5-10 0,-2-1-3 15,1 4-3-15,0 2-5 0,-1 3 6 0,2 2 9 16,0 4 1-16,-1 3-1 0,0-1 5 0,0 5 4 0,2-1-6 16,-2 0-13-16,2 1-2 0,-1-4 8 15,1-2-2-15,2-4-3 0,-3-6 7 0,3-6 6 16,-1-4-1-16,0-8-9 0,-1-4-5 0,1-3-2 31,-1-10-5-31,-3-2-8 0,3-3-41 0,-1-5-54 16,-2-1-46-16,-1-5-68 0,1-3-129 0,-1-4-187 15,-1-3-262-15,2-4-223 0,-2-4-223 0,0-1-29 16,0-4 379-16,2-4 482 0</inkml:trace>
  <inkml:trace contextRef="#ctx0" brushRef="#br1" timeOffset="113055.31">14731 1883 242 0,'3'-2'483'0,"1"-2"196"15,-1 2 72-15,-1 0-191 16,1 0-156-16,-1 2-75 0,0-1-4 16,-1 2 27-16,2-1 17 0,-1 5-15 0,3 0-25 15,-2 1-3-15,5 3-17 0,-4 2-31 0,1 6-35 16,2 1-21-16,-1 4-22 0,2 4-40 0,-2 5-43 15,2 7-25-15,-1 3-11 0,0 4-12 0,1 4-7 16,-2 5-7-16,-1 5 2 0,3 4-3 0,1 3-9 16,0 5-6-16,-1 4-9 0,1 0-6 0,0 0-9 15,1 2-5-15,2 0-5 0,0-2-1 0,-3 0-2 16,4-2 1-16,-4-4-3 0,2-3-7 0,0-6-12 0,-3-7-17 16,0-6-29-16,-3-6-64 0,1-8-64 15,-4-6-98-15,-2-7-157 0,-5-6-279 0,2-5-301 16,-5-4-234-1,0-7-176-15,-6-7 200 0,0-6 579 16</inkml:trace>
  <inkml:trace contextRef="#ctx0" brushRef="#br1" timeOffset="113837.54">12166 1951 114 0,'-16'6'330'16,"-3"-1"163"-16,1-3 142 0,-2 3-146 16,3-3-122-16,-1 1-31 0,-2-2 23 0,3 2 24 15,1-3 28-15,-1 2 0 0,4 0-35 0,0-2-49 16,4 2-52-16,-1-2-40 0,4 2-35 0,0-2-24 15,1 0-5 1,2 0-10-16,-1 0-21 0,4 0-26 0,-3 0-29 16,2 0-19-16,1 0-30 0,0 0-18 15,0 0-13-15,1 0-3 0,2 2-3 0,2-1-4 0,2 2 3 16,2-1 3-16,0 2 3 0,4-1 18 16,3-1 13-16,0 3 8 0,3-2 3 0,3 0-2 15,1 0 10-15,3 0-11 0,3 0 0 0,2-1-3 0,4-2 5 16,4 0-6-16,2-2-5 0,2 0-4 0,9-2-7 15,2 0-4-15,4-1-6 0,4-1 5 0,3-1-7 16,3 1-6-16,3-1-1 0,2 0 2 0,-2 1-1 16,2 0-1-16,-1 0 0 0,-2-1 0 0,0 2-1 15,1-1-4-15,-7 3 1 0,0-1-1 0,-3 0 0 16,-5 3 1-16,-4 1 0 0,-1 0 0 0,-7 0 1 16,-2 1 6-16,-4 1 2 0,-4 0-1 0,-4 1 1 15,-3-2 1-15,-4 2-3 0,-4-1-6 0,-1 1-1 16,-4-2-5-16,-2 0-14 0,-2 1-27 0,-3 0-52 15,-1-2-56-15,-2 0-71 0,-4-2-135 0,-1 0-202 16,-4-2-288 0,-3 0-244-16,0-2-221 0,-3 0-41 15,-5-1 441-15,-1-5 524 0</inkml:trace>
  <inkml:trace contextRef="#ctx0" brushRef="#br1" timeOffset="114171.94">13592 1642 211 0,'6'3'468'0,"1"0"187"0,-1 0 137 0,2 0-167 15,0 0-121-15,5 2-58 0,0-3-16 0,0 3-11 16,2-3-41-16,2 1-62 0,1-2-77 0,2 2-54 16,2 1-47-16,-1-2-31 0,4 3 34 0,-1-2 17 15,-1 0 1-15,1 1-21 0,-1 0-10 0,-1 0-7 16,-1 2-49-16,-3-2-16 0,1 2-8 0,-3 2-4 15,-2-1 3 1,-3 1 3-16,-3 4 2 0,1-1-6 0,-4 2-5 16,-5 1-2-16,0 3-7 0,-5 3-11 15,-1-1-4-15,-3 2-8 0,-2 2-4 0,-5 0-2 0,2-3-2 16,-4 1 0-16,-1-3 1 0,0 2-4 0,-3-4 0 16,1-1-13-16,-4 0-36 0,2-4-66 15,-3-1-66-15,-2-1-131 0,2-1-187 0,-1-2-308 0,2-2-291 16,0-1-220-16,-2-2-91 0,2 1 401 0,3-2 540 15</inkml:trace>
  <inkml:trace contextRef="#ctx0" brushRef="#br1" timeOffset="114959.01">12239 2001 33 0,'0'-2'307'0,"0"-1"205"15,-2 1 163-15,-1 0 34 0,0-1-108 0,1 0-52 16,-1 1-31-16,0 0-41 0,-2-2-27 0,0 3-52 16,-1-1-38-16,0 1-39 0,1 1-44 0,-3-3-31 15,-1 3-22-15,1-2-42 0,-2 2-43 0,1 0-44 16,-2 0-28-16,1 0-17 0,-1 0-13 0,0 2-3 15,0-2-6-15,-3 6-4 0,1-1-4 0,-4 2-2 16,3 3-1-16,-2 1 0 0,2-1-2 0,-2 2 2 16,2 2-1-16,-2-1-1 0,3 1-4 0,-1 1-4 15,1-2-1-15,0 0-1 0,-1 3-1 0,2-2 0 16,0-3 0-16,0 3-1 0,2-2 0 0,-2-2 6 16,2 1 2-1,2 0 2-15,0-3-1 0,-1-1 1 0,4 1-1 0,1 0-6 0,-1-2-3 0,1 0-1 16,1-2-2-1,-1-1-1-15,4 3-2 0,-2-4 2 0,4 4-2 16,1-1-1-16,0-1 2 0,0 2 1 16,2-2-1-16,1-1 1 0,-1 2 1 0,3-1 0 15,-2-1-1-15,1 0-1 0,-1 2 1 0,2-3-6 16,1 2 3-16,-1-2 2 0,2 2 1 0,2-2 1 16,-2 2-1-16,1-3 5 0,3 0-4 0,-1 4-1 15,2-5-3-15,0 2-1 0,2-2-3 0,2 0-13 16,-1 0-33-16,2-2-69 0,-2 2-64 0,0-3-104 15,0 1-162-15,-1 1-255 0,-1 0-299 0,1 1-215 16,1 0-164-16,-4 1 184 0,2 0 522 0</inkml:trace>
  <inkml:trace contextRef="#ctx0" brushRef="#br1" timeOffset="115554.22">12887 2707 239 0,'8'-3'618'0,"-3"-1"315"0,-1-1 157 0,-4 2-196 15,2-3-244-15,-2 2-150 16,-2 1-34-16,2 0-43 0,-3 0-59 0,0 0-57 16,-2 2-42-16,-1-1-45 0,-2 0-75 0,0 2-41 15,0 0-25-15,-1 2-26 0,-1 1-17 0,-1 1-12 16,-1 1-9-16,-1 4-8 0,2-1-6 0,-3 4-1 16,2 4 10-16,-3 0 1 15,4 2 0-15,-2 3 0 0,4 1 0 16,-1 1-1-16,2 3-6 0,1 0-5 0,0-1-1 0,4-1-1 0,1-1-1 0,2-2 1 15,0-2-1 1,3-3 0-16,2-1-1 0,0-5 0 0,1-1 0 16,2-3 2-16,0-5 0 0,0-2 4 15,1-4 2-15,3-5 0 0,-3 0 0 0,2-9 2 16,-1 1 1-16,-1-5-3 0,3-1 0 0,-2-3 0 16,1 1-1-16,-1-4 1 0,-1 2-1 0,1-2-1 0,-1 0 0 15,-1 2-2-15,-2-1 2 0,1 4-2 0,-2 0 1 16,-1 0 1-16,-1 6-1 0,-1 0 3 15,-1 2-1-15,-1 2 0 0,-1 3 1 0,-1 3 2 0,2 1 0 16,-3 4-3-16,3-1 1 0,-3 4-1 16,0 2-2-16,3 4-2 0,-1 2 1 0,1 2-2 15,1 3 2-15,2 5 0 0,0 1-1 0,3 1 2 16,-1 2-2-16,3 4 0 0,0 0 0 0,1 1-2 0,1 2 1 16,1-1-4-16,2-2-1 0,0 0-12 15,0-5-42 1,0-3-73-16,1-4-96 0,-1-5-162 0,-2-2-298 15,3-6-330-15,-4-4-315 0,1-5-173 0,0-3 211 16,-1-4 628-16</inkml:trace>
  <inkml:trace contextRef="#ctx0" brushRef="#br1" timeOffset="116470.28">12139 925 274 0,'2'-4'612'0,"-2"2"325"15,0 2 149-15,0-2-234 0,0-1-233 0,0 2-158 16,0 0-93-16,0 0-81 0,0-2-48 0,0 3-37 16,0 3-36-16,2-2-25 0,-1 1 8 0,1 5-9 15,2 0-21-15,-1 7-28 0,2 1-12 0,1 4-5 16,1 4-29-16,-1 2-15 0,3 3-8 0,0 3 10 16,-1 3 3-16,2 2 0 0,-2 2-8 0,0 1-6 0,0 0-5 15,2-1-9-15,-2-1-8 0,1-3-2 0,-1-1 3 16,1-5 1-16,-1-2-1 0,1-3 0 0,-2-5 0 15,-1-3-1-15,1-3 0 0,-2-3-2 0,1-5 1 16,0 1 2-16,-1-7 2 0,1-3 2 0,-1-7 0 16,2-4 3-16,-1-5 2 0,3-5 3 0,-1-5-1 0,0-2-10 15,1-1-2-15,1-4-5 0,-2-1-4 16,0 0-3-16,1 0-3 0,-1 1 7 0,0-1 1 0,1 2 11 16,-1-1 6-16,-1 2 2 15,-1 2 1-15,1-2 0 0,-1 2 0 0,-3 2-5 0,0 3-2 0,-3 2 2 16,0 4 7-16,-3 4 8 0,-2 3 5 15,-1 2 1 1,-4 6-2-16,1 2-2 0,-4 2-9 16,2 6-7-16,-2 4-4 0,-1 4-3 0,3 6-1 15,0 2 2-15,0 3 0 0,5 4 2 0,-1 2-8 16,3 3-3-16,2 3-1 0,2 3-2 0,2 2-2 16,4 0 0-16,0 2 6 0,2-1 2 0,2 0 3 15,4-3-1-15,-1-2 7 0,2-2 3 0,1-4 2 0,2-3 1 16,-1-5 0-16,4-2 1 0,-1-4-8 0,-1-2-2 15,3-3-5-15,0-5-7 0,0-2-16 0,-2-2-39 16,0-2-58-16,-2-2-55 0,0-2-75 0,-2-2-134 16,-3 1-179-16,-2-2-273 15,1-2-219-15,-3 1-211 0,-3-3-26 0,0 2 404 0,2-6 476 0</inkml:trace>
  <inkml:trace contextRef="#ctx0" brushRef="#br1" timeOffset="117004.09">12828 717 17 0,'8'6'421'0,"-3"3"337"15,0 4 272-15,1 4 80 16,2 1-297-16,0 1-247 0,0 2-120 0,3 3-23 16,-2 5-51-16,1 2-65 0,1 1-59 0,0 3-47 15,-1 2-44-15,-1 0-52 0,2 4-39 0,-1-1-18 0,-1 3-12 16,0-1-8-16,0-1-14 0,0-2-10 0,-2-2-1 15,0-2-4-15,0-6-1 0,-1-4-2 0,-1-4 0 16,0-4 0-16,-1-3 1 0,-2-5-2 0,1-2 2 0,-2-3 2 16,1-5 4-16,-2-5 3 0,0-5 0 0,0-3 1 15,0-6 0-15,-2-4 0 0,1-1-2 0,-2-6-1 16,-2 1 0-16,0-3-1 0,1-4 1 0,-3 1-1 16,2-3-3-16,-1-2-1 15,-2 1-2-15,5 0-3 0,-2-1-2 0,4 2-1 0,1 0 1 0,1 1 3 16,1 1 3-16,1 2 3 0,4 5 1 0,0 2-2 31,1 4 3-31,0 1-6 0,3 4-2 0,0 3 0 16,-1 3 1-16,-1 3 0 0,2 2-2 15,-3 4 2-15,0 2 2 0,0 4-1 0,-3 4 1 16,-1 2 2-16,-2 7 2 0,-2 2 2 0,0 7 2 16,-2 3 3-16,-1 7 9 0,-2-1 4 0,1 5 4 15,-2 1-1-15,-1 3 5 0,2 1 1 0,-1 2-8 16,3 1-2-16,0-3-4 0,1 1-4 0,-1-3-5 15,6-1-4-15,0-5-5 0,2-1-1 0,0-4-3 0,1-5 0 16,2-2-1-16,1-5-1 0,1-4 2 0,1 1 0 16,3-7 0-16,-1-3 2 0,1-2-1 15,1-3-5-15,0-2-31 0,-2-2-61 0,3-4-61 0,-7 1-101 16,2-4-166-16,0 1-273 0,-3-1-300 0,2 2-230 0,-1 1-166 16,-1 0 198-16,-2-2 550 0</inkml:trace>
  <inkml:trace contextRef="#ctx0" brushRef="#br1" timeOffset="117254.83">13469 1437 84 0,'2'4'636'0,"-1"-1"454"0,-2-1 141 0,-1-4-103 0,2-3-381 15,-1-3-264-15,1-4-119 0,1-4-58 0,1-1-38 16,-1-6-31-16,4-4-41 0,-2-1-58 0,0-5-56 15,2-3-40-15,0-2-19 0,0-2-8 0,1-1 2 16,1 1-3-16,0-1 1 0,-1 1-3 0,2 1-4 0,0 0-7 16,-2 1-2-16,-2 4-2 0,-1 1-2 15,-3 3-55-15,-2 5-55 0,-3 2-124 0,-3 5-180 16,-4 1-297-16,-1 3-341 0,-4 6-267 0,-1 2-160 16,-4 2 360-16,0 4 596 15</inkml:trace>
  <inkml:trace contextRef="#ctx0" brushRef="#br1" timeOffset="117455.23">13224 788 114 0,'0'14'636'0,"0"3"410"16,2-3 143-16,0 2-78 0,-2-2-409 0,4-3-264 16,-3 4-110-16,4 0-31 0,1 2-34 0,1 1-34 0,-1-2-29 15,3 0-36-15,-1 2-53 0,2 0-45 0,1-2-27 0,0 0-14 16,0 2-11-16,3-1-8 0,-1 1-1 0,4-2-5 15,-2 1-5-15,2-3-38 0,-3 2-61 0,4-2-78 16,-2-5-159-16,2 4-261 0,-2-4-315 0,3-3-284 16,0 0-198-16,-1-4 106 0,1-2 579 15</inkml:trace>
  <inkml:trace contextRef="#ctx0" brushRef="#br1" timeOffset="117788.69">13983 604 128 0,'-7'-13'806'0,"-3"7"589"0,-2 2 99 16,-4 4-221-16,-1 7-421 15,-2 1-360-15,2 4-183 0,-4 5-117 16,2 2-70-16,2 3-44 0,1 1-28 0,5 5-15 16,1-1-10-16,6-2-4 0,2 2-7 0,4-3-3 15,2 0-7-15,4-1-1 0,2-2-2 0,4-1-4 0,2-1-1 16,1-2 0-16,4-1-2 0,0-3-1 0,1 1 1 15,1-2 2-15,0 0-1 0,0 1-7 0,2-1-10 0,-3 2-28 16,-1-1-35-16,0 2-32 0,-3 1-22 0,-3 0-4 16,-1 1 1-16,-3 2 29 0,-3 2 42 0,0 1 31 15,-4 1 23-15,-2 3 6 0,-4 0 1 0,1 4-1 16,-5-1 5-16,1 0 0 0,-3 2-5 0,2-3 4 16,-2 0-12-16,-3 0-25 0,5-6-29 15,-3-3-70-15,0-3-130 16,5-7-185-16,-5-4-283 0,3-7-249 0,3-2-226 15,-2-9 40-15,2-4 398 0</inkml:trace>
  <inkml:trace contextRef="#ctx0" brushRef="#br1" timeOffset="118005.51">14280 790 478 0,'9'-8'957'0,"-2"3"272"0,-1 3-36 16,0 4-308-16,-1 4-257 0,0 5-183 0,1 3-118 0,-1 5-68 15,3 3-41-15,-4 0-47 0,3 5-55 0,-2 0-46 16,-2 3-20-16,2 3-11 0,-2 3-18 0,1 2-9 0,-2 2-9 16,0 4-8-16,-1-2-54 15,-1-2-64-15,2-1-112 0,-1-6-193 0,1-1-298 0,1-7-332 0,0-4-272 16,-1-4-142-16,-2-5 356 0,2-6 617 0</inkml:trace>
  <inkml:trace contextRef="#ctx0" brushRef="#br1" timeOffset="118204.57">14185 790 96 0,'-11'-19'700'16,"3"4"494"-16,0 3 124 0,2 3-160 0,0-2-396 16,3 6-306-16,4 0-135 0,2 2-75 0,6-1-49 15,3 0-28-15,3 1-20 0,6-1-45 0,4 0-45 16,5 1-28-16,2 1-18 15,3-2-10-15,3 3-46 0,4-2-63 0,0 3-108 0,2 0-164 16,2 2-269-16,1-1-321 0,2 0-281 0,0 2-177 16,2-1 236-16,-1-1 569 0</inkml:trace>
  <inkml:trace contextRef="#ctx0" brushRef="#br1" timeOffset="118787.81">15053 1410 226 0,'-5'10'578'15,"-1"-1"322"-15,2 0 160 0,-3-3-201 0,2-1-232 16,-1-2-168-16,-3-2-123 0,1-4-90 15,-2-1-67-15,-1-5-57 0,0-5-37 0,0-2-22 16,-2-7-13-16,2-4-3 0,1-3 4 16,-2-6 10-16,3-3 9 0,0-2 6 0,0-5 18 15,5 1 5-15,0-1-6 0,1-1-10 0,2-3-13 0,2 3-13 16,2 0-17-16,2 3-15 0,3 4-4 16,-2 3-6-16,4 5 1 0,-1 5-2 0,2 3-1 15,2 6 15-15,1 5 10 0,0 5 4 0,5 6 9 16,1 6 4-16,1 6 1 15,1 7-14-15,-1 3-7 0,3 10 0 0,0 3-17 0,-2 4-8 16,-2 1-6-16,1 4-1 0,-2 1-6 0,-3 2-6 0,-1 3 12 16,-2-1 6-16,-2 3 4 0,0 0-2 0,-1-2-4 15,-4-2-2-15,3-5-31 0,-4-4-60 0,2-5-59 16,-4-8-71-16,-2-3-132 0,-1-6-202 0,-3-4-296 0,0-2-233 16,-2-6-212-16,-4-3-15 0,3-2 416 15,-6-6 494-15</inkml:trace>
  <inkml:trace contextRef="#ctx0" brushRef="#br1" timeOffset="118938.37">15017 1138 334 0,'0'-7'777'0,"0"2"283"0,1 0 54 16,2 4-254-16,2 1-281 0,5 0-216 0,1 0-119 0,1 0-56 16,3 1-46-16,4 1-45 0,3 0-37 0,1-2-21 15,1 0-17-15,6-2-13 0,1 0-4 0,-1 0-2 16,4-3-6-16,0 2-4 0,2-1-22 0,0-1-96 15,0-1-178-15,-2 0-292 0,-1 0-267 0,-1 2-273 16,-2-2-156-16,-2 1 276 0,-4 0 529 0</inkml:trace>
  <inkml:trace contextRef="#ctx0" brushRef="#br1" timeOffset="119354.33">15559 653 4 0,'0'0'425'0,"0"2"394"0,0 0 241 16,0-1 4-1,0 2-290-15,2-1-248 0,1 1-162 0,0 1-63 16,3 1 3-16,-1 2 2 0,3 3-30 0,0 1-37 0,1 3-29 16,1 4-38-16,0 1-40 0,-4 5-31 0,5 0-22 15,-5 5-12-15,1 1-10 0,-1 1-7 0,0 5-9 16,-3 3-6-16,2 3-6 0,-2 3-2 0,0 2-3 0,1 2-5 16,-1 1-2-16,0-1-4 0,4-2 0 15,-2 1-3-15,3-4-3 0,0-5-2 0,2-3-1 16,-1-5-3-1,2-4 1-15,3-6-3 0,-1-3-1 0,3-7-1 16,0 0 1-16,1-6-2 0,-1-3-8 0,5-4-14 16,-1-3-28-16,-1-2-66 0,2-4-67 15,-1-1-109-15,-1-4-162 0,0 1-280 0,-3-4-308 0,3 2-224 16,-3-4-155-16,1 1 244 0,-1-1 555 0</inkml:trace>
  <inkml:trace contextRef="#ctx0" brushRef="#br1" timeOffset="119666.14">16244 735 65 0,'4'-3'616'16,"-1"1"475"-16,-1 4 182 0,3 2-71 0,-2 5-297 15,2 4-290-15,0 4-184 16,1 4-95-16,-2 2-62 0,1 2-57 0,-1 4-77 0,0 0-47 16,0 5-30-16,0 1-21 0,-2 3-13 0,4 3-10 15,-3 1-8-15,0 2-6 0,1-2-4 0,0 1-5 16,1-3-5-16,0 1-16 0,-2-5-65 0,3-3-65 16,-3-1-147-16,-1-3-250 0,1-3-307 0,-3-2-358 15,3-5-255-15,-3-1-45 0,-3-4 587 0</inkml:trace>
  <inkml:trace contextRef="#ctx0" brushRef="#br1" timeOffset="120253.83">16655 640 321 0,'9'2'661'0,"1"4"326"0,1 3 153 16,0 1-271-1,1 2-224-15,0 3-101 0,0 4-65 0,1 3-85 16,-2 4-77-16,3 1-57 0,-3 1-41 0,-3 2-65 15,0 1-47-15,1 4-38 0,-2-1-24 0,-2 3-17 16,0 1-6-16,-1 3-5 0,1-1-7 0,-1 2 2 0,0-3-2 16,-1 2-2-16,0-2-7 0,0-2-8 0,2-2-14 15,-2-6-44-15,3-1-59 0,-3-6-61 0,1-4-111 16,-1-4-163-16,-1-1-242 0,-2-3-266 0,1-5-228 0,-1-1-147 16,-1-2 211-16,1-4 493 0</inkml:trace>
  <inkml:trace contextRef="#ctx0" brushRef="#br1" timeOffset="120522.95">16483 711 159 0,'1'-4'811'0,"1"-1"451"0,-1 2 38 15,5 0-189-15,1 3-396 0,1 0-284 16,3 0-141-16,5 3-70 0,0-3-34 0,4 1-22 0,2-1-28 16,3-1-55-16,4-2-31 0,2 1-18 15,3-3-12-15,0 2-5 0,6-6-7 0,-2 3-5 0,4-1-3 16,-2 0-54-16,-2 1-57 0,0 1-138 16,-2 3-238-16,-3 2-292 0,-4 1-342 0,-2 2-271 15,-1 2-95 1,-5 2 518-16</inkml:trace>
  <inkml:trace contextRef="#ctx0" brushRef="#br1" timeOffset="121621.03">18840 1105 96 0,'1'8'328'0,"1"-1"173"0,0-1 151 15,-2 0-101-15,0-1-89 0,0 2-29 16,0-5 6-16,0 2 21 0,0-1-14 0,1 1-46 0,-1-3-61 16,3-2-52-16,-1 1-16 0,3-2-5 0,0 0-13 0,1-1-23 15,0-1-18-15,0-1-26 0,3-4-39 0,1-3-44 16,1-1-24-16,2-5-6 0,1-2-2 0,-1-3-9 16,4-2-12-16,-1-2-11 0,2-6-8 0,0 0-10 15,2-3-9-15,0-3-4 0,2 2-7 0,-1-1-4 16,1-1 0-16,-2 3-5 0,-2 3-2 15,-3 3-1-15,-2 4 4 0,-3 4 4 0,-1 4 2 0,-2 5 1 32,-4 2-2-32,-2 3-15 0,-2 2-25 15,-2 1-67-15,-4 5-72 0,-4 5-149 0,0-2-232 16,-2 4-303-16,-4 0-332 0,3 1-227 0,-3 0-43 16,-2-1 547-16</inkml:trace>
  <inkml:trace contextRef="#ctx0" brushRef="#br1" timeOffset="121889.22">18835 625 350 0,'2'6'685'0,"-2"-1"237"0,3 3 161 0,2-1-223 15,1 3-256-15,4 2-129 0,4 3-20 0,-1 5-33 0,2 0-91 16,0 3-60-16,3 1-47 0,3 2-58 0,-4-2-62 15,5 0-34-15,-2 0-21 0,2-1-19 0,0 0-10 32,1 0-3-32,0-4-3 0,0 2-5 0,-1-3-4 0,2-1-1 15,-3-2-2-15,1-2-17 0,-2-1-69 16,-2 0-69-16,-1-6-161 0,-2 2-283 0,-2-2-311 0,-3 0-356 16,1-2-217-16,-2 0 59 0,0-2 655 0</inkml:trace>
  <inkml:trace contextRef="#ctx0" brushRef="#br1" timeOffset="122853.9">19548 631 56 0,'-2'-3'411'0,"-2"0"324"0,-1 3 205 0,4 0-15 16,-1 2-254-1,2 1-131-15,3 3-113 0,3 2-75 16,-1 1-8-16,5 5-6 0,-1 2-32 0,2 6-56 16,0 1-30-16,3 3-32 0,-2 3-39 0,-1-1-45 0,0 5-33 15,-2-3-19-15,3 3-18 0,-3 2-13 0,0-2-7 0,-2-1-2 16,1-1-3-16,-1 0-3 0,0-4-1 15,-1-3-2-15,-1 0-3 0,0-7 0 0,1-1 0 16,-3-4-1-16,0-1 1 0,-1-4 1 0,-1-1 1 16,3 0 6-16,-4-6 1 0,0 0 5 0,0-5 0 15,-2-3 0-15,0-4-1 0,1-5-4 0,-1-3-4 0,0-5-1 16,1 0-2-16,-2-4-2 0,-2-3 8 0,1 0 1 16,0-3-1-16,-2 0 2 0,1-5 1 0,0 3-6 15,-1-3-11-15,3 5-4 0,2 0 0 0,-1 2-3 31,2 5 0-31,2 1 3 0,-1 4 6 0,2 5 1 0,5 2 0 0,-2 0 0 0,2 5 0 32,6 0 1-32,-1 4-1 0,3-1-1 0,-2 5 1 15,3 0 7-15,-1 3 4 0,0 2 3 0,-2 2 2 16,2 2 2-16,-2 2 1 0,-2 0-6 16,0 3-1-16,-4 1 3 0,-1 1 0 0,-3 4 3 15,1 1 2-15,-8 1 3 0,0 6 1 0,-2 0 0 16,-3 2 1-16,-2 0-3 0,0 0 0 0,-2 0-1 15,-2 1-7-15,1-3-4 0,1 0-3 0,-2 0-2 0,-1-4-2 16,1-1-3-16,3 1 4 0,0-4 1 16,-2-1 2-16,4-1-1 0,1-1 1 0,0-4-1 0,3 1-2 15,1-2-1-15,2-1-1 0,0 0-1 0,2 0-2 16,2-1 0-16,1 1 1 0,4-1 1 0,-1-1 0 16,5 2-1-16,0-2 2 0,4-1 6 0,-2-3 1 15,6 2 3-15,-3-3-1 0,5-2 1 0,1-1 2 0,-1-1-6 31,0-2-2-31,3-2 0 0,1 0-1 0,1 0-1 16,-1-2-2-16,2 0-10 0,-2 2-21 0,0-2-61 16,-4 3-69-16,1-2-108 0,-3 2-188 0,-3 2-302 15,1-1-329-15,-4 0-267 0,1 3-154 0,-3-3 301 16,-1 2 641-16</inkml:trace>
  <inkml:trace contextRef="#ctx0" brushRef="#br1" timeOffset="124420.97">21020 895 114 0,'2'13'727'0,"-1"3"471"0,-1-2 92 16,0 0-145-16,2 1-350 0,-2 4-291 0,1 2-148 15,1 0-84-15,0 2-46 0,-2 3-38 0,1 0-55 16,-1 4-54-16,0 2-37 0,0-1-19 0,0 5-12 16,2-2-11-16,-1 0-11 0,3-1-58 0,1-2-62 0,-2-1-111 15,4-3-198-15,0-2-297 0,2 0-329 0,1-4-256 16,2-2-129-16,3-5 347 0,0-1 619 0</inkml:trace>
  <inkml:trace contextRef="#ctx0" brushRef="#br1" timeOffset="127072.65">21466 683 158 0,'-1'-8'411'0,"1"0"226"0,-4 1 202 15,3 0-81-15,-3 2-101 16,1 1-78-16,2-1-67 0,1 0-52 0,-5 2-55 0,5 0-57 16,0 3-52-16,0 0-43 0,-1 0-33 0,-1 0-37 15,2 0-39 1,0 0-45-16,0 3-36 0,2 4-25 0,-1 0-17 0,-1 5-12 0,5 2-4 15,-4 7 1 1,1 1 6-16,1 3 5 0,-1 5 6 0,1-1 3 16,-1 2-1-16,1 1-3 0,-2-1-12 15,3 1 0-15,-3-3-11 0,2 1 1 0,-1-2 1 0,1-3 0 16,-2 0 8-16,-1-4-4 0,2-5 5 0,-1-3-5 16,-1-1-3-16,0-3-2 0,2-3 1 0,-2 0 3 0,0-4 1 15,0-4 4-15,0-4 1 0,0-1-1 0,-2-7-2 16,2-2-3-16,0-3-3 0,-1-5-3 0,1 1-2 15,-2-4 1-15,2 1-1 0,0-1-2 0,-1 0 1 16,-2-1 1-16,1-1 1 0,-1 2 3 0,2-1 1 16,-3 1 3-16,1 1-5 0,0 2-3 15,0 4-3-15,-2 0-2 0,2 2 0 0,-3 4-2 16,3 0 15-16,-1 5 5 0,1 1 3 0,1 2 2 16,-1 1 0-16,3 1-1 0,-1 0-9 0,1 4-4 15,1 0-1 1,2 4-3-16,2 5 9 0,3 1 2 15,1 5 1-15,1 1 0 0,1 7 2 0,3 2 2 16,2 1-7-16,0 0-2 0,0 5 1 0,1-1 1 16,-1 1-1-16,1-3 1 0,2 0-1 15,-3-1 0-15,1-3 0 0,0-3-2 0,0-3 1 0,-1-3-3 16,-1-3-6-16,1-2-3 0,-2-4-3 0,-1-1-1 16,1-4-1-16,-3-2 2 0,-2 0 6 0,1-5 4 15,-2-2 3-15,-3-2 2 0,2-3 6 0,-3-1 2 16,1-3 1-16,-4 0 0 0,1-1 0 0,-1 1-2 0,-2-2-5 15,-1-3-5-15,1 0-2 0,-2-2 2 16,0-2 1-16,-2-1 2 0,0 0-6 0,-1-4 0 16,-1 0-3-16,1-1-2 0,0 2-5 0,-1-1-1 15,3 5 6-15,0 1 1 16,0 4 2-16,-1 0 2 0,2 8 1 0,1 1 1 0,1 4-2 16,-1 1 1-16,1 1-3 0,1 5 0 0,0-2 0 15,0 7-1-15,0-1 2 0,0 3-11 0,1 2-46 16,-1 1-60-16,2 0-68 0,-1 0-135 0,1 1-192 31,1-1-311-31,2-1-266 0,-1-1-224 16,1 1-74-16,0 0 419 0,2 0 513 0</inkml:trace>
  <inkml:trace contextRef="#ctx0" brushRef="#br1" timeOffset="127322.18">22007 477 35 0,'6'3'508'0,"-1"3"438"16,-2 4 225-16,4 2-26 16,-3 1-339-16,2 5-271 0,1 1-116 0,-1 3-77 15,2 2-52-15,0 3-52 0,-2 0-40 16,1 3-42-16,-1 1-53 0,0 0-35 0,0 1-16 0,1-3-9 16,-2 2-7-16,-1-2-12 0,1-2-12 0,0-1-5 15,1-1-4-15,-3-4-7 16,2-2-16-16,-2-1-40 0,0-5-49 0,1-1-49 0,-4-5-77 0,0-1-143 15,0-1-164 1,-4-4-223-16,1-2-236 0,2-3-221 0,-3-1-28 16,0-4 371-16,-1-6 431 0</inkml:trace>
  <inkml:trace contextRef="#ctx0" brushRef="#br1" timeOffset="127678.54">21994 339 140 0,'0'-17'566'0,"2"6"332"0,0 1 128 0,-2 3-165 0,1 2-273 16,7 4-173 0,-4 2-129-16,5 4-55 0,0 2-20 0,5 3-6 0,1 0-30 15,2 2-28-15,0 1-20 16,5 1-14-16,2 1-17 0,0 2 25 0,1 2 23 0,2 0-17 16,0 2-10-16,1-1-10 0,-1 3-5 0,-2 0-35 15,1-1-25 1,-4 3-6-16,2 0-3 0,-6-1 6 0,-1 2 0 0,-4-1 9 0,-4 0 3 15,-1 3-7 1,-7-3 1-16,1 2-3 0,-4-2-2 0,-4-2-8 16,-2 2-4-16,-3-2-4 0,-2 0-4 0,-1 0-7 15,-4-2-4-15,0-1-3 0,-2-1-3 0,0-1 0 16,0 1-2-16,-1-3-1 0,2-2 0 0,1-2-4 0,3-1-13 16,3-3-27-16,0 0-61 0,6-2-62 0,-1-3-89 15,4-1-150-15,1-1-190 0,2-1-300 0,4 1-239 16,0-1-194-16,5-1 38 0,1-2 453 0</inkml:trace>
  <inkml:trace contextRef="#ctx0" brushRef="#br1" timeOffset="128388.18">22777 780 46 0,'8'4'555'16,"-4"4"478"-16,1-1 203 0,-1 1-73 0,0 1-347 15,2 2-249-15,1 4-137 0,-1 2-96 0,-1 2-56 16,1 3-43-16,0 2-46 0,-1 0-63 0,0-1-52 16,-2 5-34-16,2-3-18 0,0 1-11 0,0 1-8 0,1-1-6 15,-3 0-6-15,2 0-26 0,-2-3-62 0,2 0-68 16,-2-3-143-16,2-1-251 0,-4-2-310 0,4-3-313 16,-2 2-223-16,-2-4 4 0,3 2 544 0</inkml:trace>
  <inkml:trace contextRef="#ctx0" brushRef="#br1" timeOffset="130088.78">23396 542 96 0,'0'-3'352'16,"-3"2"207"-16,2 0 191 0,1 0-8 15,0 1-79-15,0-3-75 0,0 3-56 0,-3 0-59 0,1 0-74 16,2 0-108-16,0 0-90 0,0 3-67 16,0-3-32-16,5 3 8 0,-4 4 26 0,6 5 13 15,-2 3 2-15,1 1-5 0,0 3-16 16,3 6-36-16,-2 0-36 0,-1 3-24 0,2 1-11 0,-2 1-5 16,1 0 0-16,-1-2-4 0,1 1 1 0,-1-3-3 15,2-1-3-15,-4-1-1 0,1 1-5 0,0-5-1 16,-2-1-3-1,1-1-1-15,-1-2 1 0,-2-1-6 0,2-3-31 0,-3-5-48 0,-3 0-45 0,2-2-78 0,-1-4-143 32,-3-1-185-32,0-4-255 0,1-2-241 0,-3-1-225 15,1-4-5-15,0-2 408 0,-1 1 442 0</inkml:trace>
  <inkml:trace contextRef="#ctx0" brushRef="#br1" timeOffset="130420.53">23088 531 221 0,'-6'0'520'0,"5"0"241"0,-3 0 113 15,3 0-240-15,-1 0-218 0,4 0-50 0,-1 2-42 0,4-2 1 16,3-2-5-16,1 2-4 0,3-2-20 0,2 0-60 0,0 0-44 31,6-3-48-31,-1 2-4 0,2 0-2 0,3-1-8 16,-1 0-22-16,3 0-16 0,-2 0-11 15,3 0-27-15,-2-2-19 0,-2 1-15 16,-1-1-5-16,1 0-7 0,-3 2-3 0,1 0-6 16,-5 2-4-16,-1-1 3 0,0 1-25 0,-6 4-43 15,2 1-55-15,-5-1-127 0,-1 6-183 0,-1-4-306 16,-4 4-284-16,0-2-247 0,0 1-98 0,0 0 398 15,-4 3 527-15</inkml:trace>
  <inkml:trace contextRef="#ctx0" brushRef="#br1" timeOffset="130904.5">23783 502 215 0,'1'-1'523'0,"1"-1"245"16,-1 2 144-16,-1 0-164 0,0 0-172 15,2 0-95 1,-2 2-80-16,3-1-56 0,-3-1-51 0,0 1-63 15,1 1-50-15,-1 1-42 0,2 2-12 0,-2-1 9 16,1 4 11-16,-1 0 1 0,0 1-7 16,0 2-11-16,0 1-22 0,0 3-25 0,-1 0-23 15,1 4-11-15,-2 1-16 0,2 3-10 0,0 1-4 16,0 3 0-16,0 3-3 0,0-1-1 0,2 0-2 16,-1 0 1-16,3-4-3 0,1 2-5 0,-1-3-2 15,3-1-1 1,0-1-6-16,1-4-2 0,4 0 2 0,-2-1 1 15,2-2 0-15,-3-2 1 0,5-4 5 0,-1 1-3 16,1-2-1-16,0-1-1 0,1-4-1 0,1-1 0 16,1 1-3-16,-3-3 2 0,2-3 1 0,-2 1 1 0,3-1-1 15,-1-2 0-15,-3-1 0 0,4 0-2 0,-1-2 0 16,-3 2 0-16,1-1 0 0,-1-2-1 0,-2 2-29 16,0-4-52-16,-3 3-55 0,-2-1-68 15,1-1-121-15,-3-1-166 0,-2-1-224 0,1 2-233 0,-2-1-221 16,-1 0-81-16,0 1 267 0,0-2 444 0</inkml:trace>
  <inkml:trace contextRef="#ctx0" brushRef="#br1" timeOffset="131236.44">23853 550 138 0,'0'0'596'16,"-2"0"360"-16,2 0 127 0,-2 0-152 0,4 0-322 0,-2 0-199 15,4 0-128 1,1-1-68-16,3-2-28 0,1-1-16 16,4 1-12-16,1 0-21 0,2-2-22 0,2-1-12 15,-1 1-12-15,0-1-11 0,2 2-18 16,1-3-29-16,-3 3-18 0,1 1-8 0,-3-1-8 15,0 1 1-15,-2 0-2 0,0 0 3 0,-4 3 1 16,-1 0-6-16,-1 0-2 0,-1 1-29 0,-5 4-26 16,-1 0-49-16,-1 0-103 0,-4 2-141 15,-1 3-212-15,-2-1-264 0,0-1-253 0,-4 1-151 16,0-1 183-16,-2 3 428 0</inkml:trace>
  <inkml:trace contextRef="#ctx0" brushRef="#br1" timeOffset="131470.07">23773 771 367 0,'0'7'674'0,"0"-1"210"0,0 0 45 0,2 0-319 16,-1-1-232-16,2 1-126 0,2-2-61 0,4 2-2 0,-1 0 9 15,2-2-6-15,2 0-24 0,0-2-36 0,0 1-28 16,6-2-41-16,-4-2-29 0,3-2-12 0,2 1-13 15,-1-2-3-15,0 0-7 0,-1 0-4 0,1-4 2 0,0 0-19 16,-1 0-62-16,-2 1-110 0,0 1-134 16,-2 1-262-16,-1-1-268 0,0 4-206 0,0 0 7 15,-2-1 295-15,-1 3 361 0</inkml:trace>
  <inkml:trace contextRef="#ctx0" brushRef="#br1" timeOffset="132087.95">24325 619 58 0,'0'2'437'0,"0"5"303"16,0 1 221-16,0 0 18 0,1 3-246 16,-1 1-210-1,2 0-129-15,-1 3-72 0,3 2-52 0,-3 0-47 16,3 5-34-16,0-1-19 0,2 4-2 0,-1 0-3 15,2 0-15-15,-3 3-18 0,1-2-26 0,3-2-28 16,-4-2-28-16,5-1-19 0,-5-1-12 0,4-4-9 16,0 0-8-16,-2-5-1 0,1-2-4 0,-1-2 3 0,1-2 2 15,-1-2 0-15,-2-3 1 0,0-3 0 0,0-3 1 16,0-3 0-16,-3-1-3 0,1-5-2 0,-2 0 0 16,0-4-2-16,0 0 1 0,-2 0-1 0,1-3-4 15,-3-1 3-15,0-1 0 0,-1-2 2 0,0 1 2 16,-3-2 2-16,0 2 4 0,0-1-2 0,0 2 3 31,1-1-3-31,0 3-3 0,3 1 0 0,-1 5-3 16,-2 0 2-16,3 3-1 0,1 4 1 0,1 0 0 15,1 4 0-15,-1 1 1 0,0 4-2 16,2 0-3-16,0 4 0 0,2 3 2 0,0 1-3 16,-1 2-1-16,2 5 1 0,3-3 3 15,1 3 0-15,-2 0-2 0,1-1 2 0,2-2 0 16,1 2 2-16,-1-3 0 0,0-2 0 0,3-4 0 15,0 0 1-15,0-3 1 0,2-5 1 0,0-2 0 16,1-3 2-16,-2-4 1 0,0-3-2 16,2 0 0-16,-5 1-1 0,4-1 2 0,-4 3-1 15,1 0-1-15,-4 1-1 0,4 4-2 0,-6 2 0 16,3 2-2-16,-2 5 2 0,-1 0-2 16,2 2 3-16,-2 7-1 0,-3 0 3 0,2 5-4 15,-1 1-4-15,0 4 4 0,-2 4 1 0,1 3 1 0,-1 0-2 16,0 1 1-16,0 0-28 0,0 0-54 15,0 3-49-15,0-2-101 0,0 0-173 0,-1-1-307 0,-3 3-276 32,4 0-238-32,-3-1-157 0,3-1 264 0,-1 1 573 15</inkml:trace>
  <inkml:trace contextRef="#ctx0" brushRef="#br0" timeOffset="-182834.32">1157 921 44 0,'3'3'269'0,"2"-2"148"0,-5-1 133 16,3 3-67-16,-3-3-95 15,2 6-30-15,-1 2 15 0,-1 1 32 16,0 1 19-16,2 2-7 0,-2 2-39 0,0-1-58 0,0 4-62 16,0 2-49-16,-2 3-22 0,2 4 5 0,-3 6 16 15,3 2-4-15,-2 7-5 0,1 2-15 0,-1 4-11 16,-1 4-37-16,1 3-28 0,-2 4-16 0,1 0-13 0,1 6-7 31,-1-2-14-31,0 5-9 0,-1 1-6 16,1 1-7-16,0 2 6 0,0 4-5 0,1 2-6 15,-1 2 0-15,-1 4-5 0,-1 2-2 0,0 5-9 16,0 1 6-16,-3 8 1 0,-1-1-4 0,-2 5-2 16,1 4-3-16,-4 5-4 0,0 6-2 15,-2 6 1-15,-2-1 2 0,0 6 0 0,-1 1 0 16,1 1 6-16,1 1-6 0,3 0 2 0,-2 0-6 15,5-1-3-15,-2-2-1 0,2 0-1 16,3-5 0-16,0-2-4 0,3-9 6 0,-1-7 3 0,5-9-2 16,1-10-6-16,0-11-5 0,1-11-4 15,1-11-9-15,2-12-10 0,-4-7-6 0,0-10-5 16,-4-7-16-16,-2-9-47 0,-4-9-62 0,-4-9-71 16,0-9-122-16,-2-7-182 0,0-9-280 0,-3-6-262 15,0-7-213-15,-3-6-49 16,0-4 352-16,1-8 496 0</inkml:trace>
  <inkml:trace contextRef="#ctx0" brushRef="#br0" timeOffset="-182101.33">904 1189 211 0,'8'-3'413'0,"-5"2"191"0,-3 1 91 16,0 0-55 0,6-3-42-16,-1-1-44 0,0 2-39 0,0-4-40 15,1 0-19-15,-2 0-52 0,3-2-76 0,1-1-56 16,0-1-39-16,4-5-40 0,-2-2-48 0,2-2-42 16,1-4-22-16,-2-2-21 0,3 0-18 0,-1-5-6 15,1 2 0-15,-1 0-3 0,-3 1-2 0,2 2 4 16,-4 2 6-16,-1 6-1 0,-3 4-10 15,2 0-5-15,-3 6-4 0,2 3-8 0,-5 4-5 16,5 2-1-16,0 2-2 0,1 3 2 0,2 4-2 16,-2 0 1-16,-1 6 0 0,2 0-1 0,-3 4-2 15,2 1 0-15,-1 4-2 0,0 1-1 0,-2 2-2 16,2 2-1-16,-3 0-20 0,1 3-56 0,-3-2-81 16,1 4-164-16,1-1-279 0,-4 1-322 0,1 1-361 15,-2 1-275-15,-2-1 70 0,0 1 703 0</inkml:trace>
  <inkml:trace contextRef="#ctx0" brushRef="#br0" timeOffset="-180401.21">654 5139 140 0,'5'1'357'0,"-5"-1"153"0,0 0 119 0,0 0-165 16,0 0-148-16,0 0-89 0,0 0-54 0,0 0-28 15,8 2 76-15,0-2 57 0,1 0 12 0,5 0 61 16,1-2 23-16,2 1-2 0,-1 1-90 16,1-3-88-16,-1 3-16 0,3 0-51 0,1 0-30 15,-2 0-21-15,4 0-9 0,0 3 8 0,-1-2-25 16,4 1-16-16,0 1 50 0,2-1 28 0,0-1 7 31,3 0 2-31,-3 3-6 0,2-3-8 0,-1 2-51 16,2 1-32-16,0-1-11 0,2 0-6 15,1 2 1-15,-1-2 16 0,-1 0 9 0,-1 0 11 0,0 0 0 16,-1-2 1-16,-1 2 1 0,1 0-17 0,-1-2-8 16,-1 3-14-16,1-3-7 0,1 3 0 0,-3-3-5 15,1 1-3-15,-1 3 3 0,1-3 8 0,-2 1 8 16,2 0-5-16,-2 0 3 0,0 0 4 0,1 0-7 15,1 0-3-15,0 0-2 0,-1 0-3 0,1-2 0 0,0 1-2 16,0-1-1-16,1 1-1 0,-2-2 0 0,1 0 5 16,1 0 3-16,1-2 1 0,-1 2 2 0,-1-1 3 15,3-1 3-15,-3 1-2 0,3 0-4 0,0-1 1 16,0 0-1-16,0 1-2 0,1 1-1 0,1 0 0 16,-2 0 0-16,2 0 2 0,-1 0-2 0,1 1-1 15,-2 1 1-15,2 1 0 0,-2 0-3 0,0-2-2 16,1 1-2-16,1-1-1 0,-2 2 1 0,2-1-3 31,-1-1 4-31,1 1-1 0,0-1 2 0,-1 1 3 16,3-2 0-16,-1 0 0 0,-2 1 0 0,3-1 5 15,-1 0 2-15,0 0-2 0,-1 0 1 0,3 0 0 16,-1-1-1-16,1 1-4 0,0 0 0 0,-2 0-1 16,2 0-1-16,-2 0 1 0,0 0 0 0,1 0-1 15,-1 0 0-15,0 0-1 0,1 0-2 0,1 0 1 16,-3 0-1-16,1-2-2 0,0 2 0 0,-1-1 3 15,1 1 3-15,-1 0 1 0,-1-2 2 0,1 2 0 16,1 0 2-16,-1 0-2 0,1 0-1 0,-1 2 0 16,1-2 1-16,0 3 1 0,2-2-1 0,-2 2 1 15,2 0-1-15,-2 0-2 0,2 0-1 0,-2 0 0 16,0 0-1-16,1 1-1 0,-1-2-2 16,0-1 2-16,0 4-1 0,3-5-2 0,-4 2 3 0,1 1 0 15,2-3 2-15,-3 1 1 0,1 1-1 16,0-1 3-16,-1 1-1 0,-1-2-1 0,1 2-1 15,1-1 0-15,-1 0 2 0,0 1-2 0,1 0 0 32,0-1 2-32,1 0 0 0,1 1-1 0,-2 0 1 15,2-1-1-15,0 0 0 0,0 1 0 0,-2-2-3 16,2 1 1-16,1-1-2 0,-3 2 0 0,2-2 1 16,0 1 1-16,-2-1 0 0,2 0 1 0,-2 0 1 15,2 0 1-15,-2 0 2 0,3 0-4 16,-1 0 0-16,-2 1 4 0,2-1-1 0,-1 2-1 15,0-2 1-15,1 2 0 0,-1-1 1 0,3 1-2 16,-4-2-2-16,2 3 1 0,-2-2-3 0,1 1 0 16,-3-1 1-16,1 2-1 0,-2 0 0 0,0 0 2 15,-2 0 1-15,1 0 0 0,-1 1-1 0,-1-2 0 16,0 1 1-16,0 0-3 0,0-1 0 0,0 4 3 16,0-3-1-16,-2 0 0 0,0 2 0 0,1-3 3 15,-1 2 1-15,0-2-3 0,0 1-1 0,-1 0 3 16,0 0-1-16,1 0 0 0,-1-1-2 0,-1 1 1 31,0-2 2-31,-1 2-2 0,2-1 2 0,-2-1-3 16,-3 0 3-16,3 1-2 0,-3 1-1 15,-2-2 0-15,0 1 0 0,-2 0 0 0,0-1 0 0,-2 0 1 16,-3 1 0-16,1 0-2 0,-3-2 2 16,-2 1-1-16,-1-1-2 0,-1 0 2 0,1 1 0 15,-3-1 4-15,-1 0 0 0,-1 0 1 0,0 0 1 16,0 0-2-16,-3 0 0 0,0 0-5 15,1 0-3-15,-4 0-22 0,2 2-62 0,-3-2-59 0,-1 0-114 16,-1-3-165-16,-1 2-302 0,1-3-311 16,1-2-238-16,-3 2-151 0,4-2 291 0,1 0 561 0</inkml:trace>
  <inkml:trace contextRef="#ctx0" brushRef="#br0" timeOffset="-180050.51">6681 5277 181 0,'2'-4'478'16,"-2"2"220"-16,3 0 116 0,-1 0-182 15,1 1-168-15,0 0-113 0,3-1-55 0,0-1-14 16,1 2 0-16,1-1-17 0,1-1-37 0,2 2-40 16,-1 1-45-16,4-2-24 0,-1 1-27 0,1 1-17 15,0 1-24-15,3 1-16 0,-2-1-4 0,0 2-13 16,0 0 0-16,-2 0 12 0,1 1 13 15,-3 1 42-15,1 1 38 0,-2 0 44 0,-2 2 16 16,-2 1 3-16,2 0 1 0,-5-1-24 0,-3 3-21 16,0 1-24-16,-3 0-17 0,-3 0-17 0,-2 2-16 15,-2 0-15-15,-1 2-14 0,-3 0-12 0,-2 1-10 16,0-2-7-16,-2 3-5 0,0-2-3 0,-1 2-2 16,0-1-4-16,3-2-9 0,0 0-28 15,4 0-72-15,1-2-88 0,3-4-166 0,0 1-289 0,5-3-326 16,5-1-363-16,2 0-209 0,7 0 139 15,0 0 681 1</inkml:trace>
  <inkml:trace contextRef="#ctx0" brushRef="#br0" timeOffset="-179266.63">7171 6216 177 0,'5'-5'537'16,"0"1"313"-16,-2 1 193 0,0 0-142 0,-3 1-216 16,2 0-146-16,-2-1-52 0,0 2-26 0,0 0-58 0,0 1-68 15,-2 0-54-15,-1 0-50 0,0 0-70 0,0 1-56 16,-4 0-31-16,1 2-19 0,-2-1-11 16,-1 3-12-16,-1 1-8 0,-1 3-5 0,0 3-7 15,0 1-4-15,-3 2-4 0,4 5 0 0,-1 1-1 16,2 2-1-1,2 3 0-15,1 1-1 0,1 0-1 0,2-2 0 0,3-2-1 0,0-2-2 0,0-1-1 32,3-5-1-32,2-3 1 0,1-3-3 0,1-3 1 15,2-4 2-15,1-3-1 0,1-6 1 16,1-5 2-16,3-5 0 0,-1-5 0 0,0-4-1 0,2-3 0 16,-2-2 3-16,-1-1-1 0,1 0 1 15,-3-1 1-15,0 0 2 0,0 3 0 0,-3 2 0 16,-3-2-1-16,1 5 1 0,-1 1-1 0,-4 2 3 15,-1 1-2-15,-1 1 0 0,-2 2 0 0,-2 2 0 16,-1 0 1-16,1 3-2 0,0 3 3 0,0 1 0 16,-1 2-1-16,0 0-1 0,3 3-3 0,1-1 0 15,-1 3-3-15,3 1-1 0,-2 1 0 0,2 1-2 16,2 6 2-16,-2 2 0 0,3 5 2 0,2 2 1 16,1 3 1-16,0 5 1 0,1 3 1 15,-1 5-1-15,2 1 0 0,3 3 1 0,-1 2 1 0,-1-1-1 31,2 1 0-31,0-1 1 0,0-4-4 0,0-2-4 16,2-2-26-16,-1-4-71 0,1-4-80 16,-3-6-158-16,1-1-284 0,-2-6-325 0,-2-6-360 15,2-2-225-15,-3-2 92 0,-1-4 661 0</inkml:trace>
  <inkml:trace contextRef="#ctx0" brushRef="#br0" timeOffset="-178300.89">2001 5059 203 0,'0'-3'413'0,"2"1"206"0,-2 0 89 0,3 1-69 15,-1-2-39-15,-1 3-32 0,1-1-49 0,-2 1-64 16,0 0-69-16,0 1-76 0,0 2-91 0,0-1-54 16,0 1-35-16,1 2-23 0,1 2 17 0,2 3 6 15,-2-2-2-15,1 4-18 0,-1 1-18 0,1 3-10 16,-1-1-34-16,-1 2-22 0,1 0-14 0,-1 1-7 0,-1 2-4 16,2 0-5-16,-2 0 4 0,0 2-1 0,0 0 0 0,0-2 1 15,-2 3 0-15,1-3-40 0,-1 4-48 0,-1-3-55 16,0 0-122-1,0-1-176-15,-5-1-312 0,3-1-252 0,0 0-237 16,-1-3-93-16,-2 0 358 0,0-2 511 16</inkml:trace>
  <inkml:trace contextRef="#ctx0" brushRef="#br0" timeOffset="-177650.62">1813 5976 149 0,'0'4'439'0,"0"1"225"0,0-4 137 16,0 1-156-16,2-1-186 0,-1 1-106 0,1-1-52 16,-1-1-30-16,1-1-44 0,1-1-11 15,-1-1-13-15,-1-3-24 0,3 0-38 0,0-4-9 0,-1-1 7 31,0-1-17-31,2-1-20 0,0-1-14 0,0-1-20 0,0 0-18 16,1 2-8-16,-2-1-4 0,1 2-8 16,0 2-5-16,-2-1 0 0,1 5-5 0,-3-1-1 15,2 5-7-15,0-4-4 0,-1 5-2 0,-1-1-5 16,1 0 5-16,-2 2 3 0,1 2 15 0,1 1 22 16,1 3 28-16,0-1 16 0,2 3 6 0,-3 4-1 0,1-1-14 15,-1 4-25-15,1 2-23 0,0 1-14 0,-2 0-11 16,1 1-8-16,-1 2-4 0,1-2-3 0,0 1-5 15,-1-1-15-15,1-2-32 0,0 2-35 0,-1-5-55 16,-1 0-113-16,0-4-149 0,0-1-239 0,2-1-256 16,-2-4-242-16,0-1-99 0,0-3 270 0,0 0 438 15</inkml:trace>
  <inkml:trace contextRef="#ctx0" brushRef="#br0" timeOffset="-177368.5">2039 6023 151 0,'11'11'373'0,"-3"-2"160"0,2 1 122 32,-1 0-143-32,2 2-139 0,-1-2-38 0,-2 1-8 15,4-1-2-15,-4 1-24 0,2-2-53 0,0-1-59 16,-1-3-62-16,-1-2-53 0,1-1-28 0,-1-2 0 16,0-3 1-16,-2-3 6 0,1-1 3 0,0-4 1 15,-2-3 8-15,0-1 11 0,-2-1 3 0,0-2 10 16,-1 0 6-16,-1-1 3 0,-1 2-3 0,-1 1-16 15,-1 0-7-15,-3 1-12 0,1 3-9 0,-1 0-8 16,-2 3-11-16,0 0-6 0,-1 2-10 0,1 2-8 16,1 1-5-16,-2 2-2 0,2 4-6 0,1 0-13 0,0 2-33 15,2 2-62-15,0 1-104 0,1 2-124 0,1 0-205 16,1 0-283-16,1 2-216 0,4-4-54 0,2-1 218 16,2-1 357-16</inkml:trace>
  <inkml:trace contextRef="#ctx0" brushRef="#br0" timeOffset="-176518.81">3758 5253 154 0,'5'1'438'0,"-2"1"216"0,0-1 141 0,0 2-130 15,2 0-141-15,-2 0-76 0,0 2-44 16,0 1-23-16,-1 1-27 16,1 2-57-16,2 2-61 0,-2 1-54 0,0 0-39 0,2 2-14 0,-2 3-1 15,0 2-4-15,0 1-6 0,2-1-17 0,-2 3-20 16,1-1-22-16,-1 0-22 0,1 1-18 0,-1-1-11 31,2 0 2-31,-2-1-8 0,2-1-3 0,-2-2-14 16,-1-1-32-16,1-1-39 0,-1-1-92 0,-1-4-151 15,-1 1-264-15,0-4-292 0,-1 1-247 16,-1-4-187-16,-1-1 178 0,0 0 516 0</inkml:trace>
  <inkml:trace contextRef="#ctx0" brushRef="#br0" timeOffset="-176118.43">3696 6142 151 0,'3'2'437'15,"-1"-1"214"-15,1-2 118 0,-1-1-151 0,-1-2-188 16,4 0-95-16,-2-4-39 0,2 0-12 16,-2-1 12-16,2-4-1 0,1 1-40 0,3-4-44 15,-2 1-38-15,-1-2-35 0,2-2-36 0,0 2-32 16,1-1-19-16,-1 3-22 0,2 0-14 16,-2 1-9-16,-2 2-1 0,0 3-1 0,-1 2 7 15,-1 2 3-15,-3 1 16 0,2 2 23 0,0 2 28 16,0 4 17-16,-1 2-1 0,1 1 1 0,0 3-13 15,-1 2-22-15,-1 3-27 0,1 2-22 0,0 1-7 16,-2 1-2-16,1 3-7 0,1 2 2 0,-2-2 5 16,3 1 1-16,-1 1-8 0,-1-4-39 0,5-1-34 15,-4-2-81-15,1-1-132 0,-1-5-167 0,1-3-273 16,0-4-250-16,0-2-216 16,-1-5 24-16,3-3 364 0,-2-3 406 0</inkml:trace>
  <inkml:trace contextRef="#ctx0" brushRef="#br0" timeOffset="-175802.41">4023 6042 164 0,'7'9'412'15,"-3"0"192"-15,1 1 147 16,0 1-131-16,-2 0-128 0,3 1-68 16,-1 2-44-16,0-2-40 0,-2-1-52 0,2-2-67 15,0 0-73-15,-2-3-64 0,3-2-38 0,-1-2-20 16,0-4-12-16,-1-1-1 0,1-6-4 0,-2-1 0 15,3-5 1-15,-1-2-1 0,-2-2 1 0,2-2 13 16,-3-1 17-16,1-3 16 0,-3 4 20 0,0 2 16 16,0 3 10-16,-3 0 0 0,0 2-3 0,-1 6-12 15,-1 2-13-15,1 1-18 0,-4 2-12 16,2 3-15-16,-1 5-12 0,1 1-9 0,-3 3-7 0,2 4-5 16,1 1-3-16,1 3-4 0,-1 0 1 0,1 3 2 15,2 1-9-15,3 0-8 0,-1 1-16 16,2 2-40-16,-1-3-89 15,2-1-114-15,-1-1-127 0,4-2-218 0,-2 1-265 0,3-5-178 0,1-1 32 16,-1-3 273-16,5-3 338 0</inkml:trace>
  <inkml:trace contextRef="#ctx0" brushRef="#br0" timeOffset="-175500.92">4357 6042 235 0,'5'12'707'16,"-2"1"330"-16,-2 2 60 0,1 3-179 16,1 0-325-16,-1-1-233 0,1-1-136 15,0-1-66-15,2-2-35 0,-2-2-39 0,5-2-37 16,-2-4-24-16,1-2-10 16,2-5-11-16,-1-4-2 0,1-3-7 0,1-3 2 0,-1-1 0 0,-1-4-2 0,0-1 6 15,-1-1 0-15,0 2 7 0,-4 1-1 16,-1 1 0-16,1 1 3 0,-4 1-3 0,-1 4 1 31,-1-1 0-31,-3 4-2 0,0 2 0 0,-1 1-2 0,-1 3-2 0,-1 2 2 0,1-1-5 0,0 3-13 31,1 2-39-31,1 0-89 0,0 5-136 0,3-2-209 16,0 2-282-16,3 1-247 0,1 0-125 0,3 1 168 16,3-1 396-16</inkml:trace>
  <inkml:trace contextRef="#ctx0" brushRef="#br0" timeOffset="-174869.82">5766 5279 150 0,'0'-3'471'0,"0"-2"290"16,0 3 211-16,0 0-115 15,0 1-210-15,0 2-138 0,0 1-111 16,0 1-89-16,0 3-76 0,2 2-60 0,-1 4-46 15,1 1-34-15,-1 2-17 0,2 5-11 0,0-1-6 16,0 5-13-16,1 2-10 0,-1 2-9 16,0 4-10-16,-1 2-8 0,-1-1-4 0,1 2-4 0,1 2-10 15,-3-1-22-15,2-1-42 0,-4-4-128 0,2 0-175 16,-1-3-292-16,-3-3-270 0,1-3-246 0,0-1-71 16,0-3 372-16,-2 0 474 0</inkml:trace>
  <inkml:trace contextRef="#ctx0" brushRef="#br0" timeOffset="-174436.49">5503 6460 154 0,'5'0'441'16,"-2"0"214"-16,0-1 131 0,-1-4-120 0,1-1-154 15,-1-3-88-15,1-1-37 16,3-4-22-16,-3-1-19 0,0-3-53 16,-1-1-70-16,1-5-60 0,2 0-53 0,0-2-33 0,0 1-23 15,1-1-18-15,-2 2-5 0,1 0-11 0,0 3-4 16,0 3-6-16,0 3-5 0,-2 3 0 0,0 2-4 15,0 2-1-15,-2 2 1 0,1 2 2 0,-2 0-3 32,3 4 4-32,-1 2 1 0,-2 1 1 0,3 3-1 15,-3 2 1-15,2 3 2 0,-2-1-1 0,0 3-4 16,0 3 1-16,0 2 0 0,0 2 1 16,0 1 0-16,0 1-2 0,0 1 1 0,0 1-1 0,0-2-2 15,1 1-4-15,-1-3-8 0,2-1-26 16,0-4-66-16,-1-1-100 0,-1-5-116 0,3-3-139 15,-3-4-226-15,5-2-261 0,-2-1-113 0,0-6 104 16,0 0 281-16,2-1 309 16</inkml:trace>
  <inkml:trace contextRef="#ctx0" brushRef="#br0" timeOffset="-174068.05">5734 6241 96 0,'5'6'323'0,"1"0"156"0,-1 0 131 0,-2 3-116 0,2 1-134 16,-2-2-71-16,2 1-32 16,-2 0-13-16,3-2-18 0,-3 3-37 0,0-4-41 15,1-2-40-15,-1-1-14 0,2-1 8 16,-2-2 21-16,2-2 10 0,-2-5 6 0,1-4 6 16,1-2-4-16,-2-2-15 0,-1-4-14 0,1 2 0 15,0-3 5-15,-3 4 2 0,0-1-8 0,0 2-12 16,-1 3-19-16,-2 0-11 0,1 2-16 0,-3 2-13 15,2 2-11-15,0 2-11 0,-2 1-6 16,1 2-5-16,0 2-6 0,-2 4 1 0,3 2 0 16,-2 3 2-16,2 4 1 0,-2 0-3 0,2 4 3 15,0 2 0-15,1 1-3 0,2 2-5 0,0 1-8 16,0-2-14-16,2 2-34 0,0 0-57 16,-1-1-85-16,2-3-95 0,2 0-117 0,-2-2-170 0,2-1-257 15,-1-4-147-15,3-2 23 0,-2-4 212 16,2-5 300-1</inkml:trace>
  <inkml:trace contextRef="#ctx0" brushRef="#br0" timeOffset="-173735.73">5976 6242 148 0,'3'4'444'0,"1"0"218"0,-1 2 127 0,-2 2-126 16,4 2-194-16,-4 2-122 0,2 0-79 15,1 0-41-15,-1 1-27 0,3 0-46 0,-1 0-52 16,0-1-48-16,2-3-26 0,0 0-14 16,1-3-6-16,-2-1-3 0,4-3-4 0,-2-2 3 0,-2-2-1 15,2-3-2-15,0-2 3 0,-4-1 1 0,1-2-4 16,-2-3 2-16,-1 0 1 0,-2 1-1 0,0-1 1 16,-2 2 2-16,-1-1 4 0,-2 2 8 15,1 1 8-15,-4 1 7 0,2-3 7 0,-1 5 4 16,-1-1 8-1,-1 1 2-15,3 2-2 0,-1 1-5 0,-1 0-5 16,2 1-4-16,-2 4-8 0,3-1-14 0,-1 4-8 0,1-1-6 0,2 3-2 0,1 3-2 31,1 0-4-31,1 2-27 0,0 2-47 0,0-1-78 16,1 1-96-16,1 0-128 0,1-1-240 0,0 2-221 16,2-3-100-16,2 0 81 0,-1-3 255 15,1-3 279-15</inkml:trace>
  <inkml:trace contextRef="#ctx0" brushRef="#br0" timeOffset="-173436.5">6231 6242 21 0,'3'6'449'15,"0"5"361"-15,-2-1 206 0,1 3-6 16,-2-1-339-16,3 0-284 0,0-1-178 0,-1 0-86 15,3-3-46-15,0 0-24 0,-1-1-21 0,4-3-16 0,0-4-7 0,0-1-7 32,0-4 0-32,1-2-2 0,-1-4 1 0,0-1-5 15,-1-1-1-15,0-4 0 0,-2 2 0 0,-2 0 0 16,0 0 3-16,-1 2 7 0,-4-1 16 16,1 4 19-16,-2 0 14 0,-1-1 9 0,-2 4 0 15,0 1 1-15,-2 0-13 0,0 5-19 0,0 0-22 16,0 1-39-16,0 2-69 0,2 3-112 0,0 2-146 15,0 4-296-15,1 2-245 0,3 0-149 0,4 2 60 16,1 0 310-16</inkml:trace>
  <inkml:trace contextRef="#ctx0" brushRef="#br0" timeOffset="-172337.22">8046 6331 120 0,'0'0'365'0,"0"0"184"0,0 0 142 16,0 0-139-1,0-2-146-15,0 2-99 0,0-1-60 0,0 1-39 16,-2-3-37-16,2 0-34 0,0-2-29 0,0 1-11 15,0-2 1-15,2-1 18 0,-2-1 18 0,0-2 14 16,2 0 9-16,-2-1-5 0,1 0-7 0,-1 1-16 16,0-2-16-16,2 1-8 0,-1 3-10 0,-1 0-14 15,0 0-11-15,0 1-7 0,0 5-8 0,0-4-14 16,0 5-10-16,0-3-6 0,0 4-9 16,0-1-5-16,3 1-7 0,-3 1-2 0,0 1 4 15,3 1-5-15,0 3 2 0,1 0-3 0,-1 3 5 0,0 1 0 16,2-2 0-16,0 3 1 0,-1-1-2 15,-1-1 3-15,2 0-5 0,-2-1 0 0,-1-3-3 32,1 2 0-32,0-3-2 0,-1-2 1 0,-2 1 4 0,2-3-2 0,-1-3 1 0,1-1-4 15,-1-6 0 1,1-2-2-16,1-2-3 0,0-2-1 0,0 0 1 16,-1-2 2-16,1 1 2 0,0 1 4 0,-1 2-1 15,-1 3 3-15,1 1-1 0,0 3-1 0,-1-1 0 16,1 3-6-16,-1 3 8 0,-1 0 1 15,0 0-1-15,2 4 5 0,-2 1-1 0,4 3 1 16,-4-1-2-16,2 3-1 0,-2 0 3 0,3 1-1 16,-3 3 1-16,2 0 0 0,-1 0-6 0,-1-1 3 15,2 2-5-15,-2 1 1 0,2-2 1 0,-2-2-2 16,1 1 1-16,1-1-11 0,-1-2-33 0,-1-3-80 16,0 2-110-16,0-4-128 0,0-2-197 15,0-1-286-15,0 0-214 0,2-2-15 0,-2-2 226 0,3 2 347 16</inkml:trace>
  <inkml:trace contextRef="#ctx0" brushRef="#br0" timeOffset="-171752.24">8276 6210 126 0,'4'1'400'0,"-3"-1"197"0,1-1 127 15,-2 1-155-15,1-1-195 0,1-1-128 16,-2-1-78-16,3-2-24 0,-3 0 1 0,2-3 6 0,0 1 0 16,-1-1 1-16,2-2 2 0,-1-1 1 0,2 0 3 15,-1 2 0-15,1-2-15 0,-3 3-7 0,1 1-3 16,1 1-7-1,-3 4-15-15,3-2-17 0,-3 3-6 0,0 0-15 16,2 1-22-16,-2 1-7 0,2 0-6 16,-1 5-4-16,1 0-5 0,-1 4-4 0,4-2 0 15,-4 2-12-15,2 0-3 0,2 2-2 0,-3-3-2 16,1 1-3-16,0 1 2 0,1-5-1 0,-3 1-3 16,2-1-1-16,-1-2 2 0,2-1-1 0,-2-2-2 15,3-1-1-15,-2-1-1 0,0-4 0 16,0-1-3-16,1-3 2 0,0-2-1 0,2-1 2 15,-1 1 1-15,-2-3-1 0,2 2 3 0,0-1-3 16,0 2 2-16,0 1-3 0,-1 0 4 0,-1 3-2 16,0 1 2-16,-1 0 0 0,1 3 3 0,-1 2 2 15,-1-1-2-15,1 1 0 0,1 2 0 16,-1 1-2-16,0 1-4 0,-1-1-1 0,1 3 0 16,-1 0 1-16,4-1 1 0,-4 2 0 0,2-3 6 15,-1 2 0-15,1-3 2 0,0 2-6 0,-1-2 0 16,1 0 1-16,1-2-1 0,-1 0-1 0,0-2-4 15,1 0 2 1,-1-2 1-16,2-2-2 0,-1 0 0 16,0-1-5-16,1-2-21 0,-2 2-60 0,2-1-97 15,-4 0-124-15,1 1-186 0,-1 1-290 0,-1 0-233 16,-1 3-86-16,1-1 184 0,0 2 352 16</inkml:trace>
  <inkml:trace contextRef="#ctx0" brushRef="#br0" timeOffset="-171319.12">8525 5806 90 0,'3'-8'306'16,"0"2"142"-16,2 0 109 0,0 1-107 0,1-1-157 16,-2-1-75-16,3 2-40 0,-1-1 31 0,2 0 32 15,0 0 1-15,0-3-26 0,2 4-23 0,-1 1-14 16,0-2-49-16,1 0 4 0,0 0 5 0,0 0 3 31,0 1 26-31,-2 0 4 0,1 1 3 0,-1 1-37 16,-1 1-19-16,-1 0-14 0,-1 0-13 0,2 1-5 15,-2 0 5-15,0 2-3 0,0 0-8 16,-2 4-3-16,2 1-16 0,1 1-12 0,-1 2-18 16,0 1-8-16,1 1-7 0,0 3-8 0,2-1-2 15,-2 2-7-15,2 0-1 0,-1 0 1 0,2 0-5 16,1 2 1-16,-2-2-3 0,0-1 4 0,1 2 5 15,-3-1-6-15,2 0 4 0,-3 0 0 0,1-2 1 16,-1 2-1-16,-2-1-1 0,0 0 3 0,-3 0 1 16,0 0-2-16,-3 1-2 0,1 0 3 15,-2-2-1-15,-4 2 0 0,2 2 18 0,-2-2 18 16,-2-2 19-16,-1 2 5 0,0-1 1 0,-1-2 0 16,-1 1-15-16,0-3-23 0,-3-2-28 0,3 0-36 15,-2 0-42-15,2-4-103 0,-1 0-156 0,1-2-261 16,-2 0-280-16,2-2-250 0,3 1-162 0,-2-1 229 15,-1 0 492-15</inkml:trace>
  <inkml:trace contextRef="#ctx0" brushRef="#br0" timeOffset="-170618.82">7919 6019 76 0,'-1'-2'364'16,"-1"2"240"-16,-1-1 224 0,1 1 2 0,-1 0-153 16,1 0-112-16,-1 0-85 0,0 0-74 0,-3 1-78 15,3-1-80-15,-2 4-61 0,0-3-42 0,2 0-26 16,-2 3-5-16,2-2-4 0,-3 3-5 0,1-3-7 15,2 2-10-15,-2 0-13 0,2-1-13 0,0 3-16 16,-2 0-13-16,2-1-8 0,0 1-10 0,-2 0-4 31,2 2-6-31,1-1-3 0,-1 0 1 0,0 1-1 16,0 1-1-16,1 0-4 0,-1 2 3 0,1-1 6 16,-2 1-4-16,2 0-4 0,1 3 2 0,-1-1 1 15,2 3-2-15,-1 0-2 0,2 2 3 0,-1 2 2 16,2 1 3-16,1 1-1 0,3 2-2 15,-3 0-3-15,4 0-1 0,-1 1-3 0,2 0-5 16,4-1 4-16,-2-4 0 0,4 1-2 0,-1-2-4 16,1-4 0-16,2-3-36 0,-2-4-43 0,4-3-42 15,-1-4-87-15,-3-5-142 0,3-4-245 0,-1-5-254 16,0-3-236-16,0-5-165 0,0-2 159 0,-4-1 465 16</inkml:trace>
  <inkml:trace contextRef="#ctx0" brushRef="#br0" timeOffset="-168787.46">757 298 32 0,'0'0'236'0,"0"0"125"0,-8-1 126 15,3-2-68-15,-3 0-64 0,2 0-11 16,1-2 2-16,-1 2 4 0,3 1-18 0,3 2-37 16,0 0-57-16,0 0-37 0,0 0-30 15,0 0-2-15,0 8 1 0,3 3 4 0,-1-2 10 16,-2 6-17-16,0 2-26 0,0-2-30 15,0 4-17-15,0 1-17 0,-2 2-20 0,-1 0-9 16,0 3-7-16,-1-3-10 0,1 3-12 0,0-2-5 16,0 1-4-16,-2-2-7 0,2-3 1 15,2-1-3-15,-1-2 3 0,2-4-1 0,-2-2-2 16,1-2 10-16,-1-2 8 0,2-6 8 16,0 0 2-16,0 0-3 0,-3-6 4 0,1-5-8 15,1 0-6-15,1-6-9 0,0-2-7 16,3-2 2-16,-1-2-5 0,1 1 1 0,0-1-1 15,3 2-1-15,-3 0 6 0,0 2 2 0,1 3-2 16,-1 3 0-16,-2 1-2 0,1 3 3 16,1 3-3-1,-3-1-2-15,0 7 2 0,0 0 0 16,0 0 2-16,0 0-4 0,0 0 2 16,4 7 1-16,-1 0-2 0,1 5-1 0,-1 1 2 15,0 1 1-15,2 0-5 0,0 1 10 0,0 2 0 16,0-3-1-16,1-2-4 0,0 0-1 15,-1-1 2-15,1-2-8 0,-1-2 2 0,3-1 0 16,-2-1 4-16,-1-4 4 0,1-2 10 16,1-2 6-16,0-5 4 0,0-3-1 0,-1-5 0 15,2 0-5-15,-1-5-6 0,0-1-8 16,1-1-4-16,-1-1 4 0,-1-2-4 0,2 1 1 16,-2 0 0-16,-1-2 1 0,1 4 1 0,-1 0-5 15,1 4-1-15,-3 0 5 0,0 6-14 16,1 1-23-16,-3 3-40 0,1 4-97 0,-2 5-145 15,0 0-218 1,1 4-280-16,-1 1-250 0,-1 3-150 0,1-2 192 0,1 3 435 0</inkml:trace>
  <inkml:trace contextRef="#ctx0" brushRef="#br0" timeOffset="-164667.95">967 5042 144 0,'0'0'242'15,"0"0"50"-15,0 0-34 0,0 0-44 16,0 0-37 0,8 0-25-16,-8 0-9 0,0 0-1 0,0 0 2 15,0 0-13-15,0 0-3 0,0 0-15 0,3-4-13 16,0 0-23-16,-1-2-11 0,1-2-11 15,-1-2 0-15,-1-2 6 0,1 0 5 0,-2-3 28 16,2 0 20-16,-1-2 16 0,1 1 9 0,-2-1 7 16,1-1-6-16,1 0-20 0,1 1 3 0,-2-2 7 15,-1 1-10-15,0 2 7 0,0 1 12 16,2 2 13-16,-2 0-7 0,0 2-10 0,1 3-13 16,1 0-15-16,-2 2-22 0,0 6-22 15,0 0-21-15,0 0-16 0,0 0-12 0,0 0-10 0,0 0-4 16,0 0-6-16,0 0-1 0,0 0-3 0,0 0 2 15,2-4-2-15,-2 4 0 0,1-5 5 16,1 1 2 0,1 0 3-16,2 0-1 0,-2 2 2 15,2-3 21-15,3 2-10 0,-2 0 10 16,2-3 6-16,0 4 4 0,3-3 0 0,0 3-15 16,0-2 6-16,3 0-12 0,-1 1-4 0,1 0-1 15,1 0-4-15,0 0 2 0,0 0-1 16,0 0-3-16,-2 0 0 0,1 2-2 0,-1-3 0 15,-2 3-2-15,1 1 4 0,1 0 4 0,1 0-4 0,1 0 2 16,-6 0 0-16,2 0 2 0,-3 0-3 0,-3 1 0 16,0-1 1-16,2 2 1 0,-5-2 0 15,1 2 0-15,0-2 2 0,-1 1-2 0,0-1 4 0,-1 0 0 16,1 2-6-16,-1-2 0 0,1 1-2 0,0 1 0 16,-1-2 0-16,1 1-1 0,-1 1 2 0,1-1-4 15,2-1 6-15,-2 3 3 0,-1-2-4 0,1 1 0 0,0 1 1 16,1-2 2-16,0 4-3 0,-3-1 1 0,2 2 4 31,1-2 6-31,-1 5 12 0,-1 0 4 0,1 0 2 16,-1 3 3-16,1 1 10 0,-2 1 0 0,-2 2-10 15,1 1-3-15,1 2-2 0,-2 0-1 0,-1 5-12 16,0-3-1-16,1 3 1 0,-3 1 4 0,2-1-1 16,-2 0-4-16,1 0-2 0,-1-3-3 0,2-2-3 0,0-2-5 15,0-2-2-15,-1-2 0 0,3-2-1 0,1-3-14 16,1-1-30-16,-1-1-78 0,-3-5-128 15,-2-1-147-15,-2-1-296 0,0-2-265 0,2-5-195 0,1-2 53 16,-3-1 362-16</inkml:trace>
  <inkml:trace contextRef="#ctx0" brushRef="#br0" timeOffset="-163101.67">1658 5097 185 0,'-3'-2'319'0,"1"0"119"15,1 1-42-15,-1-2-112 0,-1 0-91 0,2 1-65 16,1-3-37 0,-2 0-21-16,2-1-13 0,0-1-6 0,0 0 4 0,0-1 23 15,2-3 17-15,-1 1 22 0,2-2 13 16,0-2 14-16,-1 1 12 0,3-2 0 0,-2-2 0 0,2 1 14 15,-2 0 9-15,2-3 7 0,1 1-14 0,-2 0-20 16,0 2-23-16,-1-1-32 0,0 2-27 0,0 2 3 16,-1 0 6-16,1 5 11 0,-1-1 19 0,-2 3 11 15,0 0 9-15,1 1-16 0,2 3-22 0,-3-1-20 16,0 2-25-16,0 0-16 0,0 0-14 0,0 1-12 0,2-3-5 16,-2 3-5-16,1 0 2 0,-1-1 0 0,2 1-2 15,-1-1 3-15,3 1 4 0,-3-2 0 0,4 0-2 16,-2 1 2-16,1 0 1 0,-1-3-2 0,3 2 0 15,-3-1 3-15,3-2 0 0,-1 1 12 0,0-2 10 16,1 0 4-16,2-1 0 0,-2 1 2 0,1-2-3 0,-1-2-17 31,-1 3-6-31,4-2-3 0,-4 2-2 0,3-2 0 16,-2 0 2-16,2-1 3 0,-2-1-2 0,1 1 1 16,-1-1-4-16,-1 0 2 0,1 1-2 0,-1 1-1 15,0-2 1-15,-2 4 2 0,0-1 3 0,0 0-1 16,-3 3 11-16,2-1 11 0,-2 1 4 0,0 2 2 0,0-1 2 15,0 1 4-15,0 0-12 0,0-2-8 0,0 2-3 16,-2-3-8-16,2 2-6 0,0-2 0 0,-1 0-1 16,1 0 0-16,-2 0 0 0,2-2 3 0,0 1 1 15,-2-1 0-15,2 1 2 0,-1 1-2 0,-1-2 0 0,2 2-4 16,0 0 0-16,-1 0-2 0,1 2 0 16,-2 1 0-16,2 0-1 0,0 0 1 0,-2 1 3 0,1 2-2 15,1-2 1-15,0 2 3 0,0 0-3 0,0 0 2 16,0 0-1-16,0 0 3 0,0 0-4 0,0 0-2 15,0 0 5 1,0 0-1-16,1 0-4 0,1 2 2 0,-2-2 0 16,2 2-1-16,-1 1-1 0,-1 0-1 0,2 0 3 15,1 0-3-15,-1 2 0 0,-1-3 0 0,1 3 1 16,1-2 1-16,-1 1 1 0,2-1 2 0,-1 2-3 16,0-1-1-16,1 2 0 0,-1-1-4 0,3 1 0 15,-1 1 2-15,0-1-1 0,2 0 1 0,2 1 1 16,-1 0 3-16,1 0-4 0,0-1-1 0,1 0 2 15,1 0 3-15,0 0 0 0,-1-1 1 0,2-3-1 0,-1 3 3 16,-1-1-1-16,2-2-5 0,-1 2 0 0,-1-2-2 16,1 0 2-16,0-2-3 0,-3 4-1 0,3-2 3 15,-3 1 0-15,0 0 3 0,0 0 1 0,-1 0 15 16,0 2 18-16,-1-1 12 0,1 1 5 0,0 2 2 16,-2-1 1-16,0-2-12 0,0 2-19 0,-2 0-8 15,2 0-4-15,-2 0-6 0,1-1-2 0,0-1-2 16,-1 0 2-16,0-2 0 0,-1 2-2 0,-1-2 0 15,1 0 1-15,1 0 3 0,-1-1-2 0,-1-1-1 32,1 1 0-32,-2 1 3 0,3-1-6 0,-1-1 2 15,-1 3-2-15,2-2 2 0,0 3-1 0,0-1-1 16,1 0 5-16,-1 1 3 0,0 2 0 0,2 2 29 16,-2 0 50-16,3 3 23 0,-3 2 9 0,0 0-3 15,-1 2-1-15,1 0-26 0,-1 3-38 0,1 2-22 16,-3-1-9-16,2 1-3 0,-2 4-3 0,1-3-3 15,-1 2-1-15,0 0-2 0,0 1-3 0,0-3-4 16,0 1-4-16,0 1 2 0,-1-2-2 0,1-2-2 16,0 1 0-16,0-2 1 0,0-2-1 0,0-1 0 15,0 0-19-15,0 0-51 0,0-3-50 0,0 0-91 16,-2-1-157-16,2-1-279 0,-3-2-294 0,3-1-239 16,0 1-175-16,0-5 193 0,0 1 537 0</inkml:trace>
  <inkml:trace contextRef="#ctx0" brushRef="#br0" timeOffset="-162034.64">2654 5103 86 0,'5'1'254'0,"1"2"120"0,-1-1 57 0,1 0-95 15,-1 2-86-15,0-2-34 0,0 0 2 0,1 1-3 0,-2-2-11 16,3 3 13-16,-1-3 31 0,-1-1-14 0,0 1-29 15,2 1-29-15,0-2-16 0,-2 0-1 0,1-2-8 16,-1 1 25 0,1-1 36-16,0-2 16 0,-1-2 1 15,0 0-32-15,-2-1-37 0,-1-3-45 0,1 1-43 16,-3-3-27-16,2-1-16 0,0-2-6 0,-2 0-6 16,-4 0-6-16,4-1-3 0,-3 2-3 0,1-4-1 15,-1 2-3-15,-2 1 0 0,2 0 0 0,-2-2 2 16,0 2-2-16,-2 2-1 0,2-2-2 0,2 0-1 15,-2-1 0-15,0 3 0 0,2-2 0 0,-3 2 2 0,3-2 2 16,1 1-1-16,-1-4-1 0,1 0-3 16,-1-1 0-16,3-1 0 0,-3-1 0 0,3-1 2 15,0-1 2-15,-2-1 0 0,2 0 3 0,0 1 1 16,0-2-15-16,0 3-7 0,0 0-8 0,-1-2-1 16,1 4 1-16,0 2 11 0,0 0 24 0,0 4 32 15,0 1 22-15,0 2 5 0,0 4 7 0,0-1-9 16,0 2-10-16,0 2-23 0,1 1-13 0,-1 0-8 0,0 2-7 31,0-3-3-31,2 4-3 0,-2-1-18 0,0 1 7 16,3-2 4-16,-3 2 3 0,3 0-2 0,1 2 1 15,-1-2 19-15,3 1-7 0,-2-1-2 0,3 0-2 16,-2 2-1-16,1-2 0 0,3 2-1 0,-1-1 0 16,0-1-1-16,2 0 1 0,1 0 0 15,-2 0 0-15,3 0-1 0,-2 0-1 0,3 0-2 0,-2-1 3 16,0-1-3-16,1 0 3 0,0 2-1 0,-3-1 0 15,1 1 1-15,1-2 0 0,-3 2 2 16,0 0-2-16,-2 2 1 0,2-1 14 0,-3 1 24 0,-2 1 35 16,2 3 35-16,-2 0 26 0,0 3 6 0,-1 4-13 15,-1 1-18-15,1 4-28 0,-2 0-28 0,2 3-24 16,0 2-11-16,-2 2-8 0,0 0 0 0,2 4-1 16,1-1-5-16,-1 2 1 0,1 2 3 0,0-1 0 15,0 1-4-15,1-3-4 0,0 1-1 0,1-2 0 16,3-3-3-16,-3 0-34 0,1-2-49 0,1-2-50 15,-3 0-107-15,2-3-160 0,-1 1-309 0,-2-2-270 32,2-1-235-32,-3 0-146 0,-1-1 281 0,1-3 531 15</inkml:trace>
  <inkml:trace contextRef="#ctx0" brushRef="#br0" timeOffset="-160498.9">3298 5103 10 0,'0'-2'230'15,"0"-1"133"-15,-2-2 132 0,2 0-39 0,-1-1-98 16,-1-3-64-16,2 0-33 0,-2-4-2 0,1-2 16 16,-1-1 11-16,2-1-11 0,-3-2-16 0,3-5-1 15,-2 0 7-15,1-3-15 0,-2-3-27 0,1-2-32 16,1-2-19-16,-1-3-29 0,-1-1-43 0,1-2-28 15,-1-2-18-15,-2-3-9 0,0 2-11 0,1-3-13 16,-2 2-4-16,-1-3-8 0,1 0-2 0,-1 2 2 31,1 0 5-31,-5 2 8 0,3 1 1 0,0 3 4 16,-1 3 0-16,1 1 0 0,0 3-7 0,2 6-6 16,-2-1-6-16,3 4-2 0,-1 2-1 0,3 2-2 15,-1 2-1-15,1 4-2 0,0-1 2 0,1 2-1 16,1 3-2-16,-2 2 0 0,3-1-4 0,-2 2 3 15,1 2-1-15,1 0 3 0,0 0 0 0,0 2 0 16,0-1 0-16,0 1-4 0,1 0 0 0,1 0 3 16,-2 2-4-16,0-1 4 0,3 1-2 0,-3 0 3 15,1-1 0-15,1 1-1 0,-1-2 1 0,3 2-3 0,-1-1 1 16,0-1 2-16,2 2 0 0,0-1 0 16,2-1 1-16,-2-1 3 0,3 0 1 0,0 0-5 15,0 0 3-15,1-3 2 0,1 2-4 0,0-1 2 0,0-1 2 16,2 0 1-16,-3-1 1 0,2 0-3 0,0 1-1 15,-3 0 2-15,1 1-1 0,-2 0-2 16,1 0-3 0,-3 3-1-16,1-3 1 0,-3 3-2 0,0 1 6 15,0 0 13-15,-1-1 9 0,0 2 17 0,-2 0 7 16,1 0 5-16,-1 0 0 0,0 0 6 16,0 2-1-16,2-1-9 0,-2 2-5 0,0 2-3 0,1-1-6 15,1 4-10-15,0-1-9 0,-1 2-4 16,1 2-4-16,-1 1-3 0,1-2 2 0,2 2-5 0,-2 2 4 15,1-3-2-15,-1 4 4 0,1 0 3 0,0-1-1 16,0 1-1-16,2 1 0 0,-3 3-3 0,3-1-1 16,-1-2-5-16,1 4-2 0,-2-2-7 0,2 3 0 15,0 0-4-15,-2 1-5 0,2 3 1 0,1 0 9 16,-3 0 12-16,3 6-2 0,-1 0 11 16,0 3 14-16,0 3 21 0,1 3 4 0,-2 1 2 15,1 2 3-15,0 0 0 0,0-1-11 0,0 2-17 0,-2-2-11 16,1-1-5-16,1-3-6 0,-2-1-2 0,1-3-4 15,-1-4-2 1,0 0 1-16,-1-4-1 0,-1-1-25 16,1-3-46-16,-4-2-47 0,1-2-59 0,-3-3-126 15,0-3-168-15,-1 0-220 0,-2-5-248 0,0-1-233 16,2-3-121-16,-2-3 274 0,1-1 462 0</inkml:trace>
  <inkml:trace contextRef="#ctx0" brushRef="#br0" timeOffset="-159585.65">3634 5092 44 0,'2'5'255'15,"0"-2"135"1,-1-2 115-16,1 1-102 0,1-1-135 0,-1 1-86 0,-1-2-44 0,2-2-11 0,-3 1 14 15,2-2 7-15,-1-2 15 0,1-1 16 0,-2-1 15 32,1-2 8-32,1-3-1 0,0-1 25 0,-1 0 4 15,-1 0-6-15,2-4-13 0,-2 2-15 0,1-2-21 16,-1 0-34-16,0 0-19 0,0-2-21 0,-1 0-19 16,1-1-19-16,-2 0-16 0,1 1-12 0,-1-2-13 15,-1 0-4-15,1 1 1 0,-1 1 1 0,0 0 2 16,0 2 0-16,0 2-1 0,1 0 6 0,-1 2-2 15,1 0 2-15,1 3-3 0,-1 1 3 0,1 1 0 16,-1 4-6-16,2-2-8 0,0 3-6 0,0 0-2 16,0 1-4-16,0 0-3 0,0 2 1 0,0-2 1 15,2 2 0-15,-1-2-1 0,2 1-2 0,1-1 2 16,-1 1 1-16,0 1 0 0,3-3-1 0,-3 1 2 16,2 0 1-16,-2-4-2 0,2 1-2 0,0 0 0 15,1-2 0-15,2 1 0 0,-3-2 0 0,1 2 0 16,-1-1 0-16,0 3 0 0,-2-1 2 0,3 2 1 0,-3 0-1 15,0 0 0-15,-1 0 2 0,1 3-2 16,-1 0-3-16,-1 0 3 16,3 0 0-16,-3 0 3 15,1 0-1-15,1 3-2 0,1-2 0 0,-2 1 0 16,1 1-4-16,0-1 0 0,-1 0 0 0,1 2 4 16,0-2 1-16,1 2-1 0,-1 0 4 0,0 0-4 15,3 1 2-15,-3-1-2 0,0 2 4 0,1 0 6 16,-1 2 2-16,0 0 9 0,0 2 3 0,0 0 2 15,1 4-2-15,0-1-3 0,-2 2 4 0,1 1 1 16,-2 1 1-16,1 1-1 0,1 1 1 0,-3 4-4 16,2-3-5-16,-1 1-11 0,1 0-2 0,-2 0-5 15,0 0-1-15,2-2 2 0,-1 1-6 0,-1-2-3 16,2-3-17-16,0 0-21 0,-2-4-74 0,1 0-124 16,-1-4-177-16,0 0-291 0,0-1-259 0,0-1-228 15,2-3 34-15,-1-2 381 16</inkml:trace>
  <inkml:trace contextRef="#ctx0" brushRef="#br0" timeOffset="-158566.99">4229 5153 53 0,'-3'1'173'0,"1"-1"38"0,-1 0 13 16,1 1-11-16,1-1-23 0,-1 2-13 15,1-2-10-15,-1 0-9 0,0 2-1 0,1-2 4 16,-1 0 8-16,-1 0 12 0,3 0 15 0,-3 0 19 15,0 0 12-15,3 0 22 0,-1 0 15 0,-1 0-1 16,0-2 8-16,2 2-23 0,0-2-54 0,-1 1-51 16,-1 0-45-16,2-3-39 0,0 0-47 0,-2-5-24 15,2 1 7-15,2-1-2 0,-2-3 1 0,2 0 21 16,-1-3 23-16,-1 0 18 0,2-2 22 16,0 1 13-16,-2 1 10 0,1 1 15 0,-1 0 2 15,-1 2-2-15,-1 1-14 0,2 1-6 0,-2 1-5 16,1 1-25-16,1 4-18 0,-2-2-12 0,2 3-5 15,0 0-7-15,-2 2-4 0,2-1-5 0,0 0-6 32,0 1-4-32,0 1-2 0,2 0-3 0,-2 0-6 15,0 0 2-15,2 0 1 0,1 0-1 0,0 1-3 16,3-1 5-16,0 2 4 0,1 0-5 0,1-2 4 16,3 0 2-16,-2 0 0 0,1 0 0 15,2 0-3-15,0-2 2 0,-1 0-4 0,4 1 1 16,-3-2 1-16,0 3 0 0,-1-3-3 0,0 3 3 15,0 0 3-15,-1 0-2 0,0 3-1 0,-1-2 5 16,-3 2 11-16,0 1 13 0,1 0 25 0,-4 2 20 16,3 1 15-16,-3 1 1 0,-1 1-8 15,1 0-5-15,-3 3-23 0,2-3-23 0,-1 4-7 16,-1-1-9-16,0 2-5 0,2-1-10 0,-2 0-1 0,1-3-2 16,1 3-5-16,-2-1-1 0,3 0 0 15,-1-3-10-15,0 1-36 16,1 0-37-16,-3-1-83 0,3-2-146 0,-3-1-245 0,3-2-286 0,-2-2-250 15,-1 0-198-15,2-2 135 0,1-3 486 0</inkml:trace>
  <inkml:trace contextRef="#ctx0" brushRef="#br0" timeOffset="-157819.77">4928 5211 132 0,'0'-5'351'0,"0"0"161"0,0 0 127 0,-2-1-151 16,2 1-130-16,0-1-44 16,-1 0 19-16,1 1 9 0,0 0-3 0,-2-1-25 15,2 2-48-15,0-4-70 0,-2 2-56 0,2-4-45 16,0 3-32-16,0-2-20 0,-1 0-2 0,1-2 6 16,-2 2 6-16,2-2 12 0,0-1 5 15,0 3 2-15,0-2-6 0,0 2-13 16,0 0-14-16,0 0-16 0,0 0-8 0,0 2-7 0,0 1-4 15,2 0-2-15,-1 4 0 0,-1-4-2 0,0 5 0 16,2-3-2-16,-2 2 0 0,3 0-2 0,-1 0 3 16,1 1 1-16,2 0-1 0,-2-1 4 0,3 2 3 31,0-2-2-31,1 1-4 0,-1 1 0 0,2 0 4 16,0-1-4-16,-2 1 0 0,2 0-1 0,0 0 3 15,0 0-1-15,0 0-1 0,0 1 1 16,-2-1-1-16,2 0 20 0,0 1 14 0,-2 1 11 0,-1 0 7 15,0 0 6-15,1 2 3 0,0 1-15 16,-1-2-13-16,-2 2-10 0,2 0-7 0,0 1-5 16,-1-2-4-16,1 2-5 0,-2-1 1 0,1-1 1 15,-3 0 2-15,2 1-6 16,-1 0-2-16,1-1 5 0,-1 0-8 0,-2 2 1 0,0 0 0 16,1 2 2-16,1 0 2 0,-2 2-1 0,0 1-7 0,0-1-19 15,0 2-45-15,-3 0-98 0,3 3-126 16,-2-2-170-16,-1 0-289 0,3 2-260 0,-2-2-144 15,2 1 144-15,0-2 366 0</inkml:trace>
  <inkml:trace contextRef="#ctx0" brushRef="#br0" timeOffset="-157052.67">5402 5178 94 0,'5'-3'340'0,"-2"1"184"16,-3 1 148-16,3-3-113 15,-3 3-143-15,2-2-88 0,-2 2-36 0,0-2-16 16,0 2-9-16,0-3-10 0,0 2-19 0,0-2-28 16,0 0-34-16,0-2-32 0,0 1-26 15,0-2-15-15,0-1-18 0,0 0-13 16,0 0-11-16,0-3-7 0,0 3-4 0,0-3-5 0,0-1 3 16,0 2-4-16,0-3 0 0,-2 3 3 0,2-2 3 15,0 0-11-15,0 3-5 0,0-2-2 0,0 4-2 16,0-1-3-16,0 4-6 0,0-1-7 15,0 2-3-15,0 0-4 0,0 2-7 0,2-1-3 0,-1 1 2 32,1 1 1-32,1 0 0 0,2 0-3 0,0 0 5 0,2 1-1 0,0-1-3 0,2 2 0 15,-1-2 0-15,1 0 4 0,1 0-3 0,0 0-3 32,1 0 4-32,-2 0-1 0,1 0-2 0,-1 0 1 15,1 0-1-15,-1 0 5 0,-1 0 0 16,0 0 2-16,0 1 2 0,-2 1-2 0,1-1 1 0,0 2 4 15,-2 0-2-15,0 1 4 0,1 2 2 16,-1 0 4-16,-2 1-3 0,3-1-1 0,-1 0 1 16,-2 0-10-16,2 1 3 0,-2-1-4 0,-1 0 1 15,1 0-1-15,-1 0-4 0,1-1 1 0,0 1 0 16,-2 0 0-16,1 1-2 0,-2-1 0 0,0 2-6 16,0-1-7-16,0 2-16 0,0 2-35 0,-2-2-67 15,-2 1-92-15,-1 0-98 16,2 3-109-16,-2-2-125 0,0-1-155 0,2-1-177 0,-2 0-17 15,1-2 135 1,1-3 236-16,1 1 229 0</inkml:trace>
  <inkml:trace contextRef="#ctx0" brushRef="#br0" timeOffset="-156537.42">5897 5126 123 0,'3'-3'401'0,"-3"1"220"0,2-2 159 0,-2 3-127 15,0-2-188-15,0 1-141 16,0 0-97-16,0-1-60 0,0 0-46 16,0-2-37-16,1 0-14 0,2 0 5 0,-1-1 2 15,1-2-1-15,0 1 1 0,2-1-4 0,0 1-13 16,1-1-25-16,0 2-12 0,-1-1-9 0,2 2 31 15,-1 1 17-15,2-1 33 0,-2 4 33 0,0-1 27 16,1 2 16-16,-1 3-19 0,2 0-9 16,-2 2-17-16,2 2-23 0,-1 1-18 0,2 0-19 15,-1 3-12-15,-2 0-14 0,1-1-14 0,2 2-13 16,-3 0-6-16,2 0-5 0,-1-1-1 0,2 2 0 16,-3 0 0-16,1 0-1 0,1 0 0 0,-2 0 1 15,3 1-2-15,-2 0 0 16,1 0-6-16,-2-3 0 0,5 3-20 0,-5-4-40 0,1 0-106 0,-1-3-156 15,2 0-289-15,-2-3-275 0,-1-3-247 0,0-2-120 32,1-3 294-32,-1-3 482 0</inkml:trace>
  <inkml:trace contextRef="#ctx0" brushRef="#br0" timeOffset="-134730.89">1176 4648 118 0,'-3'6'329'15,"-2"1"141"-15,0-1 105 0,-1 3-136 16,0-1-191-16,-1-3-76 0,1 3 21 15,1-2 53-15,2-2 80 0,0 0 56 16,3-4 12-16,0 0-17 0,0 0-46 0,0 0-60 16,0 0-72-16,0 0-60 0,0 0-40 0,0 0-28 15,0 0-8-15,0 0-4 0,3 5 2 0,-2-3 12 16,-1-2 10-16,5 5 11 0,-2-2 2 0,2 2 0 16,0-1 4-16,0-1-4 0,1 0-10 15,0 2 2-15,1-3 1 0,-1 2-4 0,3 1-13 16,-1-3-8-16,0 0-3 0,2 2-14 15,1-1-12-15,-3 1-1 16,3-2-3-16,3 0-1 0,-1 0-2 0,4-1 1 0,1 0-3 0,-1 1-1 16,-1-2-1-16,3 0 0 0,-2 0-5 0,-1-2 0 0,4 1 0 31,-2 0-2-31,2-1-1 0,1-1-4 0,0 0 2 16,2-3-1-16,1 1 0 0,-2 0-2 0,2 2 0 0,1-4 0 15,-1 3-2-15,1-2-1 0,0 1 0 0,-4-1-1 16,3 0-1-16,-1 0-1 0,-1 0 0 0,-1 0 0 15,0 2-2-15,1-5 0 0,-3 5 8 0,3-5 1 16,0 3 1-16,-3 0 1 0,3 1 1 0,0-3-2 16,-1 1-5-16,1 1-3 0,0-1-1 0,0-1-1 15,-1-1 0-15,-1 1 3 0,2-1 0 0,-1 0 3 0,-2 0 0 16,3 0 2-16,-3-3 1 0,2 2 0 0,-4-1-2 16,2-2-6-16,0 1-3 0,0-2-4 15,0 1-2-15,-3-1-1 0,3 0-1 0,-2 0 5 16,1-1 2-16,0 1 2 0,-2-1 1 0,3 1 0 15,0-2 1-15,-3 1 1 0,3 2-1 0,-3-2 1 0,1-1 0 16,-1 0 0-16,1 1 1 0,-4-1-1 16,3 1 1-16,-5-3-1 0,3 0 0 0,-1-2-1 0,-2 2 1 15,0-2-1 1,0-2 0-16,-1 0-2 0,0-1 1 16,-2-2-3-16,2 1 1 0,-1-2 4 0,-1-1 4 15,0 0 1-15,0 1 2 0,1 1 0 0,0 0 0 16,-1 3-4-16,-2-3-10 0,3 3-3 0,-1 0-3 15,0 0 0-15,1-2-1 0,-2 2-1 0,-1-4 6 16,2 0 3-16,-1 1 0 0,0-2 1 0,1 0-1 16,-1 1 1-16,-1-3 1 0,2 2 0 0,-2-2-1 15,-1 1 2-15,0-1 0 0,0 2 5 0,-2-3 2 16,3 2 1-16,-3 1 1 0,0 0-1 0,0 2 0 16,0 0-5-16,-1 2-4 0,1 2-1 0,-1-1-1 15,1 4-1-15,-1 0 0 0,1 2 1 0,1 0 1 16,-2 1 0-16,1 2 1 0,0 0 1 0,1 0 1 15,-1-2 0-15,0 5-1 16,2-7 0-16,1 4 1 0,-2-3-1 0,3 0-1 0,-2 0 0 0,1-2 1 0,1 0 1 16,0-1-6-16,0 2-2 0,-1-4-2 0,2 2-1 15,0-1-1-15,-2 2-2 0,0 0 6 0,1 0 2 16,2 2 2 0,-3 1 0-16,-1 1 1 0,2 4 1 0,-2-2-2 15,-1 3 2-15,1 1-1 0,-2 2 0 0,0 2 1 16,0 0-1-16,-1 0 2 0,1 1-2 0,-1-1 1 15,1 2 0-15,-1 2 0 0,1 0 0 0,0-3 2 16,3 3 0-16,-3 3-1 0,2-3 1 0,-2 2-1 16,2-2 1-16,0 4-1 0,2 0 0 0,-2 1 0 15,0 0 1-15,0 1 0 0,0 1 0 0,-1 1-1 0,2 2 1 16,-1-1-1-16,0 1 1 0,0 3 0 0,1 0-1 16,-1 1 1-16,1-1 0 0,-1 3 0 0,0 0-1 15,-1 2 0-15,1 0 1 0,0-1 0 0,1 2 0 16,-1 2-1-16,1 0 6 0,-1 1 2 0,0 0 1 15,1-2 2-15,0 1 0 0,1 2-4 0,-1 0-8 0,-1 0-2 16,1 1-3-16,0 0-2 0,1 2 0 16,-2-3 4-16,-1 2 2 0,1-1 0 0,0 0 1 0,1-2-1 31,-3 1 1-31,0-3 0 0,2 1 0 0,-2 1 1 0,2-1 0 0,-3 1-1 0,4-1 0 0,-3 2 0 31,0-1 0-31,0 1-1 0,-1-1 1 16,1 2 0-16,2-1 0 0,-2-1-1 0,-1 1 1 0,1-2-1 15,1-1 4-15,0 0 3 0,0-1 1 0,-2 1 0 16,1 0 0-16,0-2 1 0,2-1-5 0,-2 3-1 16,2-4-1-16,1 3 1 0,-3-3-1 0,2 2-4 15,0-1-3-15,0-1-2 0,0 2-2 0,1-1-1 16,0-1 1-16,-1-1 3 0,1 0 4 0,1 2 0 16,0-2 1-16,0 0 2 0,-1-2-1 0,2 1-1 15,1 1 2-15,-1-3-1 0,-1 1 0 0,1 0-1 16,1-1 1-16,1-1 0 0,-2 1-1 0,2 0 1 15,-2 0 0-15,2-1 0 16,-2 0 0-16,3 0 1 0,-3 0-1 0,0-1 5 0,1 1 4 0,-1-2 1 0,0-1-1 31,0 3 1-31,1-3-1 0,-1 2-4 0,0-2-3 0,-1-1-2 0,0-1 0 0,0 2 0 16,-1-2 0-16,-1-2-2 0,0 2 1 0,2-1 1 16,-2 0-1-16,0-3-1 0,0 2 2 0,0 0 0 15,-1 0 0 1,2-1 0-16,1 0 0 0,-4 0 0 15,2 1 0-15,0-2 0 0,-2 2-1 0,3-2 0 16,-1 0 1-16,-1 1 0 0,0-2-1 0,-1 2 0 0,2 0 1 16,-2-1-1-16,2 1 1 0,-1-2 0 15,1 2 0-15,0-1 0 0,-2 2-1 0,3-1 0 16,-2-2 1-16,0 3 0 0,2 1 0 0,-1-3 0 16,1 2 1-16,-1 0 0 0,2-1-1 0,0 1 1 15,1 1-1-15,-1 0 0 0,-1-1 1 0,3-1-1 16,-1 1 0-16,-1 2 1 0,2-1-1 0,1-1 0 15,-1 1 1-15,-1-1-1 0,3 2 1 0,-3-2-1 16,2 1 1-16,-1-1-1 0,2 0 1 16,-1 2-1-16,-1-1 1 0,2-1-1 0,-1-1 0 15,-1 3 0-15,2-3 0 16,0 0 0-16,2 1 0 0,-2-1 1 0,0-1-1 0,0 1 0 0,0 0 1 16,-1 0-1-1,2-1 0-15,-1 2 0 0,1-2 0 16,0 3 0-16,-1-1 0 0,3-1 0 0,-4 2 0 15,3-3 0-15,-3 4 0 0,2-1 0 0,-1-1 0 16,1 0 0-16,-2 1 0 0,2-1 0 0,1 2 0 16,-2-1 0-16,3-1 0 0,-1 1 0 0,1-1 0 15,-1 0 0-15,1 2 0 0,2-1 0 0,0 1 0 16,0-1-1-16,1 1 1 0,-1-2 0 16,1 1-1-16,1 0 0 0,1-1 0 0,-2 0 0 15,2 1 0-15,0-2 0 0,0 1 1 0,0 1 0 16,1-3 1-16,-2 3 0 0,2-2 0 0,2 0 1 15,-1 1 0-15,1-2 1 16,2 2 0-16,-2 0 0 0,2-1 0 0,1 1 0 0,2 0 1 0,0 0-2 16,0-1 2-16,1 2-1 0,2-1 0 0,-1 0-1 15,1 2-1-15,3 0 1 0,-2-1 0 0,1-1-1 16,1 2 1-16,-1-2 1 0,1 1-1 0,0 1 0 31,2-1-1-31,-2-1 0 0,2 1-1 0,0-2 1 16,0 0 1-16,1-2 1 0,-1 1 1 15,0-2 1-15,1 0 0 0,1-3-1 0,-1 2 0 16,0-3-1-16,0 0-1 0,-1-1-1 0,-3 1 0 16,1-3-1-16,-4 4-1 0,-4-4-1 0,-3 3-3 15,-3-1-7-15,-5 1-14 0,-1 1-18 0,-5 1-33 16,-2 1-78-16,-3 1-103 0,-3-2-181 0,-6 2-284 16,1-1-335-16,-1-1-367 0,-4-2-173 15,-2 1 259-15,-3-3 709 0</inkml:trace>
  <inkml:trace contextRef="#ctx0" brushRef="#br0" timeOffset="-133629.23">3054 1519 170 0,'-1'-3'346'16,"-1"1"143"-16,-1 1 83 0,1-1-129 0,2 2-72 0,-3-3-15 0,3 2 33 15,0 1 20 1,0 0 2-16,0 0-19 0,0 0-57 0,-2 0-55 16,2 1-52-16,-1 2-51 0,1-2-39 0,-2 1-32 0,-1 3-18 15,3 1-8-15,-3 2 16 0,3 3 25 0,3 2 18 16,-3 1 12-16,2 4 1 0,-1 2-8 0,1 3-24 0,-2-1-25 16,1 4-26-16,-1-1-19 15,0 2-15-15,0 2-11 0,0-4-6 0,0 3-10 0,-1 0 0 0,1-3-3 16,-2 2-1-16,1-2-4 0,-1-5-1 0,2 1 0 15,0-4-4-15,-3-2-1 0,3-4-3 0,0 0 2 16,-1-4 0-16,-1-1-13 0,1-1-39 0,-1-2-43 16,0 0-43-16,-3-4-59 0,2-3-102 0,-2 2-134 15,1-4-115-15,-2 0-166 0,1-2-248 0,-2 0-170 16,3-1 62-16,-1-1 324 16,0 0 343-16</inkml:trace>
  <inkml:trace contextRef="#ctx0" brushRef="#br0" timeOffset="-133348.27">2903 1857 45 0,'-4'0'267'0,"1"0"144"0,0 1 138 0,0 1-74 0,1 1-110 15,-1 0-61-15,3 2-20 0,-2 1 10 0,2 4 11 16,0-1-1-16,2 4-11 0,-2 2-8 0,3 2-2 16,-1 2-23-16,1 3-31 0,0 3-26 0,0 1-25 0,-1 4-30 15,1-1-41-15,2 0-28 0,1-4-21 0,-3 2-21 16,2-4-15-16,1 0-9 0,1-6-8 0,0-1-4 15,1-2-1-15,-1-3 2 0,1-2 3 16,1-1-1-16,1-6-1 0,-2 1-5 0,1-3 4 0,0-3 2 16,-1-1-1-16,2-2-2 0,1-5 4 0,-2 0 3 15,1-1-7-15,1-1 0 0,-2-3-1 0,1 0 0 0,1-3-21 32,-3-2-69-32,0 0-107 0,0 0-141 0,-1-2-227 15,-2 1-288-15,0-1-243 0,0-2-58 0,0 0 254 16,-4-2 394-16</inkml:trace>
  <inkml:trace contextRef="#ctx0" brushRef="#br0" timeOffset="-132598.49">2667 853 49 0,'-5'-1'276'0,"-1"1"162"0,1-2 152 15,2 2-71-15,0 0-155 16,1 2-81-16,-1-2-25 0,3 1 10 0,0-1 12 15,1 0 18-15,3 0 6 0,0 0-1 0,3-1-27 0,4-1-39 16,0 1-36-16,0-2-35 0,5 1-31 0,-2 2-27 16,5-5-24-16,-3 2-2 0,3-2-7 0,1-1 7 15,-1 1 17-15,2-1 9 0,-1 3 5 0,-2 2 3 0,-1-2 1 16,-1 1-4-16,1-1-16 0,-4 0-12 0,1 2 0 16,-4 1-6-16,-1 1-6 0,2 2-7 0,-6 2-1 15,0-1-2-15,0 5-7 0,-2-2-11 0,0 5-15 0,-3 1-12 16,0 2-7-16,0 1-8 0,0 3-5 0,-3 0-4 0,3 2 3 15,-2 0 5-15,-1 2 1 0,0-2 0 0,1 0-2 16,-1 1 2-16,1 2 0 0,-1-3-3 0,0 1 0 16,1 0 0-16,-2 0 0 0,2 0-1 0,-1-3-3 0,2 0-2 15,-1-1-18-15,-1-2-41 0,1-1-48 16,-1-2-43-16,1 0-51 16,-3-2-100-16,2-4-120 0,-3 0-108 0,3-2-156 15,-2-1-252-15,2-2-204 0,-2-1 34 0,0-2 297 16,1-3 362-16</inkml:trace>
  <inkml:trace contextRef="#ctx0" brushRef="#br0" timeOffset="-132363.4">2795 1071 114 0,'1'-2'323'0,"1"2"146"15,0-3 110-15,1 1-152 0,0 2-129 16,2 2-57-16,0 1-7 0,1-1 24 0,0 1 26 0,2 0 6 0,2 0-8 0,-1 0-31 15,2-2-35-15,0 1-45 0,3 0-42 16,-1-2-37-16,3 0-32 0,-2-2-21 0,0-1-12 0,2 2-10 0,1-4-3 16,-2-1-3-16,2 1-3 0,-1 0-3 0,1-2-3 15,-2-1-34-15,0 1-77 0,-2-2-113 0,-1 0-143 0,0-1-288 32,-4 1-227-32,2 1-96 0,-1-3 130 0,-3 3 305 15</inkml:trace>
  <inkml:trace contextRef="#ctx0" brushRef="#br0" timeOffset="-132029.84">3225 902 43 0,'5'12'272'0,"-1"4"147"16,1 0 134-16,2 2-40 0,0 1-128 0,1 1-49 16,2 3 0-16,-2-1 23 0,3 1 3 0,-2 0-29 15,1-1-51-15,2-2-65 0,-2-1-63 0,2-3-53 0,0-2-43 16,-1-3-24-16,1-3-4 0,1-1-3 0,-2-6 2 15,3-1-1-15,-2-4 3 0,0-2-2 0,-3-2-6 0,1-3-6 16,-1-2-4-16,-2 0-1 0,-2-5-7 0,-1 0 0 16,-2 2 0-16,-2-1 3 0,-2 0 11 0,-2-2 18 0,-1 5 18 15,-3-1 7-15,-3 0 4 0,0 1-2 16,-5 1-11-16,2 1-21 0,-5 1-14 0,0 2-8 0,-2 2-3 16,-1-1-4-1,3 4-2-15,2 1-1 0,-2 3 3 0,4 1-3 16,3 4 1-16,-1 1-2 0,2 1-1 0,3 4 0 15,0-1 0-15,4 4-20 0,0-1-44 0,1 1-72 16,2-1-101-16,-1 1-127 0,4-3-196 0,-1 5-261 0,2-3-165 16,2 1 14-16,0-1 237 0,4-2 311 0</inkml:trace>
  <inkml:trace contextRef="#ctx0" brushRef="#br0" timeOffset="-131213.86">3650 1319 242 0,'0'0'428'0,"2"0"161"0,-1 0 11 16,-1-2-145-16,0 2-117 0,2 0-64 0,-2-2-25 0,0 1-3 15,3-2 2 1,-3 0-9-16,3-3-17 0,-1 0-17 15,1-2-17-15,0-1-16 0,-1-1-10 0,1-2-10 0,2 1-14 16,-1-2-23-16,-1-1-22 0,1 1-16 0,-1-2-20 16,0 1-13-16,0 0-4 0,-1 0-2 0,1 1 1 15,0 0 6-15,-1 3 4 0,2 0 8 0,-4 3 16 0,2 3 18 16,-2 1 15-16,0 2 5 0,0-1-1 0,1 2-10 16,-1 2-21-16,0-1-20 0,0 0-16 0,2 4-17 0,-2 1-9 15,2 1-7-15,-1 2-2 0,1 0-2 0,1 3-4 16,-1 0 2-16,3 2 2 0,-2-1 0 0,0 2-1 0,1-1 0 15,0-1-1-15,0 0-6 0,-2-3 3 0,1 0 5 16,0-2 0-16,1-1 6 0,-1-3 3 0,0 0 6 16,3-2 0-16,-3-2-10 0,2-1 4 0,-2-4-6 0,2 0 0 15,0-4-6-15,-2-2-2 0,3-2 0 0,-1-1 1 16,0 1-2 0,-2-1-1-16,3-1 1 0,-2 2 1 0,-1 1 4 15,-2-1-1-15,4 5 5 0,-4-2-1 0,1 3 1 16,-2 3-4-16,3-1-4 0,-3 2 5 15,0 0-5-15,0 2 4 0,2 1-5 0,-1 1 0 0,-1 2 4 16,0 0-10-16,2 3 3 0,-1 2-7 0,1-1 5 16,0 3 3-16,1 0 0 0,-1 2 5 0,1-1-1 0,0-2 0 15,1 4-2-15,1-2 0 0,-2 0-2 0,1 0 6 16,0-2 3-16,0 0-33 0,-1-2-48 0,0-1-52 16,1-1-109-16,-2-1-167 0,1 1-269 0,-3-4-276 15,3 0-233-15,-3 1-166 0,0-2 246 0,2-2 502 16</inkml:trace>
  <inkml:trace contextRef="#ctx0" brushRef="#br0" timeOffset="-130530.79">4025 1299 118 0,'6'0'423'0,"-1"0"256"0,0-3 180 16,-2 3-99-16,2-2-137 0,-1-1-111 0,-2 0-99 15,1-4-58-15,-1-1-49 0,-1-2-55 0,1-2-50 0,3-1-32 16,0-4 1-16,1 2 7 0,0-2 0 0,2-1-5 15,-2 2-19-15,-1-1-23 0,3 0-32 0,-4 3-32 16,1-1-19-16,0 5-10 0,-2-1-4 0,1 4-2 16,-3 1-3-16,1 2-3 0,-1 0-2 0,1 2-2 0,0 0-7 15,0 4-2 1,0 1-1-16,1 3-2 0,-1 1-1 16,-1 3-1-16,3 0 0 0,-1 2-1 0,0 2-1 15,0-3 0-15,2 4-1 0,-2-2-1 0,3-1-2 16,-4-2 0-16,3 2-2 0,-2-3 1 0,2-1-2 15,-2-2 1-15,3-1 0 0,-1-3 0 0,-1-1 0 16,1-1 1-16,0-1 2 0,0-1 0 0,3-5 0 16,-2-1 2-16,2 0 1 0,0-3-4 0,-2 1 3 15,3-2-2-15,1 1-1 0,-2-1 2 0,1 1-2 0,-1 1-1 16,-1 2 0-16,1 0 0 0,-1 2-2 0,0 0-1 16,-1 3 0-16,1 0 3 0,-1 1 0 0,2 1 2 0,-2 2 2 15,-1-1 0-15,3 3 1 0,-2 1-1 0,2-2-3 16,0 3 2-16,-2-2-3 0,2 0-1 0,0 1 0 15,-2-1 0-15,1 0 1 0,-1-1-1 0,2 1 1 16,-2-3 0-16,1 0 0 0,-1-3-1 0,5-2 1 16,-2-2 1-16,1-2-3 0,2 0 4 0,0-4-3 15,-1 1 1-15,1 2-2 0,-1-2 1 0,2 2 1 16,-2 1-3 0,0 0 2-16,0 3 7 0,0 1 4 0,-1 2 3 15,2 3-5-15,0 1 0 0,-1 6-2 0,1 0-6 16,-1 4-2-16,-1 1-2 0,-1 1 4 0,1 2 2 15,-2 2-1-15,3 0 0 0,-2-2-8 0,-2 2-43 16,-1 0-70-16,3-2-173 0,-2-3-274 0,-1 0-302 16,2-2-363-16,1-4-316 0,-1-2 7 0,2-2 729 15</inkml:trace>
  <inkml:trace contextRef="#ctx0" brushRef="#br0" timeOffset="-17034.92">20223 574 32 0,'2'-3'262'15,"-1"3"169"-15,-1-2 174 0,2 2-4 16,-2 0-69-16,2 0 3 0,-2 2 4 0,0 3-17 0,0-1-48 15,0 4-68-15,0 0-65 0,-2 2-62 0,4 5-32 16,-2 2-19-16,1 3-21 0,2 3-9 16,-1 3-18-16,1 2-29 0,1 0-34 0,-3 3-32 15,2-4-20-15,0 1-18 0,0 0-11 0,-1-3-10 0,1 0-9 16,-1-3-5-16,1-1-4 0,0-3-1 0,0 1-4 16,1-5-4-16,-3-2-1 0,-1-1-1 0,2-4-4 0,-1-1-8 15,-1 0-30-15,0-5-52 0,-1-2-51 0,-1-1-65 16,1-5-112-16,-3-2-161 0,-1-1-187 0,1-2-241 15,-1-2-225 1,0-1-123-16,-2-3 210 0,0-1 446 0</inkml:trace>
  <inkml:trace contextRef="#ctx0" brushRef="#br0" timeOffset="-16685.11">20182 573 24 0,'5'-4'263'16,"3"-1"170"-16,-2 0 200 0,1 2 48 0,1-1-76 15,4 1-40-15,-2 0-11 0,4 1-37 0,-2 0-72 0,3 2-78 16,2 0-75-16,0 4-61 0,3 0-35 0,-2 2-8 16,4 5 4-16,-2 2-10 0,2 2-16 0,-2 3-21 15,-1 2-26-15,2 2-33 0,-4 2-22 0,1 5-14 16,-4-1-3-16,0 3-3 0,-6 0-3 0,-2-2-3 15,0 3-4 1,-6-2-2-16,0 0-2 0,-6 0 1 16,2-3-5-16,-4 0-1 0,-2-2-3 0,-2-2 1 15,-3-3-3-15,0 1-2 0,-3-5 2 0,-1-1-2 16,-1-1-2-16,-1-5-5 0,0 2-2 0,-1-4-4 0,2-2-1 16,-2-3-3-16,1 1 3 0,3-3 4 0,1 0-6 15,4-1-16-15,0-2-36 0,3 0-69 0,0 0-105 16,3-2-183-16,3 3-292 0,1-3-327 0,3-1-336 15,3 4-191-15,1-5 232 0,3 1 679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005D67-4FBD-D974-FDC3-33FD6FB67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1D6DE5B-AA8C-28B0-F041-AE34CC4E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714C7A-C1C4-FB47-697A-1A72D8E6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20A99C5-1967-9BC5-3644-FB5DF645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2C5C28B-9A73-90CA-44F0-893462AE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F96896-9943-B217-ACDC-D2792D35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06593F-DCCE-399A-859D-0526620DA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CAB6B7-6FBD-1EAD-FD97-D1BBF955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DC3613D-9EEB-811E-357C-FB7C7B1D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1FF6C0-CA57-4C52-76B1-02F1EEB6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0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7254A2-D426-66E1-03CB-563FBC35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1E45673-FC0B-8A4C-C3F8-D1D841E4F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A122CD-0E7C-48A2-F912-780096D3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CE15D55-A04D-1489-9100-D685360A7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D30EBA3-EFE7-3F53-E1A7-E3A9A40D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AF0D2A-3680-5981-9BD7-6A0219FC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86252D-930C-B85C-75B4-19CABD1F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BE9E6EC-C79A-99C3-4710-303304FD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4EEB860-F31A-55DF-CCD7-4900267F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B4E3490-ABAD-8A01-A832-C9F15B3F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11033F-C641-D300-0CEF-8742DBE4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48F674-4788-DAC0-4B85-2B1874DC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20E3CA2-F044-908C-C0B7-B2DD11763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A66BD3D-A65C-CA70-1B8D-84699741A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8AD8223-7052-167E-22C3-0DB2DDE42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D69F36B-50DE-7FCF-0998-B57827B3A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DD83421-D1A5-61FF-D94E-09307922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A9D3A41-C373-EA56-961C-B16612E0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3979A7D-2B35-6D9D-FB10-A472F269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6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93BF5C-99D3-44EE-79D7-C0F17625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89DBC2-91D6-B4BF-B77D-3F152914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58C0B89-6F1C-3799-D921-6AC536D0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455BB78-1C3E-B2BC-7FDE-A8022602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0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D55FBC0-50A8-F650-8E23-07A4FBD4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F298BD5-5224-2608-5260-59364A1A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501F7A5-7DE5-2384-7357-5F3FC211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0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80C904-C6FF-21DB-C50B-C7E1A039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DBCC0A-2708-534B-C64D-715C130F8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25AB4FB-ACFA-B045-0059-6768E3DCB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EC24676-5EDD-EE1D-27F0-C6AFAA87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32D0A8C-A98D-6F7E-489B-823D3F37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488C1CE-7C87-A795-9374-8D451322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4E15C7-0225-81A3-5D3F-E6973553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79B05DE-9658-70BF-F40E-7DA9737FB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FBD88C2-0FA9-3FA8-9D45-06C61A6B5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810FA45-6291-694E-9A7D-EB606F77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9D3D4C8-AA60-0469-CEBB-E4173222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CCECAB0-5243-2710-A3B3-787F34C1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6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5177D7-CE4F-9DA6-4AB9-B733ECE3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6EB88C5-4012-6F75-942D-192307595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E73E4B9-4207-6480-038E-9F531C8F6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2F5D9E-D98F-AAE5-98C0-2C158C4C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B46EE0-47E4-2211-7286-7CA1EAB4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67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09032EE-0E8F-3869-19D4-BE7F47F2E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6E82D6C-ABAD-B923-9365-4D1C42794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A2D97E6-2C63-CDD4-532E-F240AD80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E7A62CB-1F10-8924-470F-D89B02EC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B05377-BB30-2BCC-6116-DAE1637B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4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8D6F82E-87A5-4E2E-78D9-0C0667DA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094D2C3-89A4-33C9-1F4B-DEEE2326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FE6EA2A-255F-914A-FF54-F8665093D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0BB11-A3B2-42F9-B82E-9D3104B117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BF819F3-BE90-3C02-7B2E-0E6B882BF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DFEB61-3222-3A9D-6374-6A97F1FA6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86F62-1C6C-4ED9-84F4-A50289DD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7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E87DC65-F365-C723-2095-88254E89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64" y="0"/>
            <a:ext cx="4229690" cy="46393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09ACE68E-DC6E-C402-B368-C3645829556C}"/>
                  </a:ext>
                </a:extLst>
              </p14:cNvPr>
              <p14:cNvContentPartPr/>
              <p14:nvPr/>
            </p14:nvContentPartPr>
            <p14:xfrm>
              <a:off x="240480" y="99360"/>
              <a:ext cx="11497680" cy="628632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09ACE68E-DC6E-C402-B368-C364582955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120" y="90000"/>
                <a:ext cx="11516400" cy="63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29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EA3-B845-2966-7FB7-F9BDF3DE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C9BEE57-00A8-F55E-0830-4CC28E562EC0}"/>
                  </a:ext>
                </a:extLst>
              </p14:cNvPr>
              <p14:cNvContentPartPr/>
              <p14:nvPr/>
            </p14:nvContentPartPr>
            <p14:xfrm>
              <a:off x="264960" y="179640"/>
              <a:ext cx="9812160" cy="5843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C9BEE57-00A8-F55E-0830-4CC28E562E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00" y="170280"/>
                <a:ext cx="9830880" cy="58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21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3C08-2B23-344A-6F51-FB570B1F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2FB800B-CBE7-E1CA-7053-C5E61C973C21}"/>
                  </a:ext>
                </a:extLst>
              </p14:cNvPr>
              <p14:cNvContentPartPr/>
              <p14:nvPr/>
            </p14:nvContentPartPr>
            <p14:xfrm>
              <a:off x="508680" y="343080"/>
              <a:ext cx="9422640" cy="5264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2FB800B-CBE7-E1CA-7053-C5E61C973C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320" y="333720"/>
                <a:ext cx="9441360" cy="528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11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12B5-0A23-8CA6-7DFC-8691D72C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F97ADB6-D152-12DB-A0A5-6EE331442DEB}"/>
                  </a:ext>
                </a:extLst>
              </p14:cNvPr>
              <p14:cNvContentPartPr/>
              <p14:nvPr/>
            </p14:nvContentPartPr>
            <p14:xfrm>
              <a:off x="306720" y="177840"/>
              <a:ext cx="11372400" cy="5256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F97ADB6-D152-12DB-A0A5-6EE331442D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360" y="168480"/>
                <a:ext cx="11391120" cy="527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60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BA93-1E5F-71CE-EA54-A1661C4A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F5637FD-F49F-6205-0550-287ED3C17318}"/>
              </a:ext>
            </a:extLst>
          </p:cNvPr>
          <p:cNvSpPr txBox="1"/>
          <p:nvPr/>
        </p:nvSpPr>
        <p:spPr>
          <a:xfrm>
            <a:off x="1154546" y="1611806"/>
            <a:ext cx="2170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8.39767   0.00027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188D0FA-FEBF-3199-BAC0-338A39D74D55}"/>
              </a:ext>
            </a:extLst>
          </p:cNvPr>
          <p:cNvSpPr txBox="1"/>
          <p:nvPr/>
        </p:nvSpPr>
        <p:spPr>
          <a:xfrm>
            <a:off x="1154545" y="2480071"/>
            <a:ext cx="2170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0.42234   0.00470</a:t>
            </a:r>
            <a:endParaRPr lang="pl-PL" dirty="0"/>
          </a:p>
          <a:p>
            <a:r>
              <a:rPr lang="en-US" dirty="0"/>
              <a:t>0.08509   0.00174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CB2A4341-D789-2568-41BB-14C2CAD513FB}"/>
                  </a:ext>
                </a:extLst>
              </p14:cNvPr>
              <p14:cNvContentPartPr/>
              <p14:nvPr/>
            </p14:nvContentPartPr>
            <p14:xfrm>
              <a:off x="368640" y="225720"/>
              <a:ext cx="5065560" cy="495468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CB2A4341-D789-2568-41BB-14C2CAD513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280" y="216360"/>
                <a:ext cx="5084280" cy="4973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4C098047-147A-302B-2E39-768E3FDFE6FA}"/>
              </a:ext>
            </a:extLst>
          </p:cNvPr>
          <p:cNvSpPr txBox="1"/>
          <p:nvPr/>
        </p:nvSpPr>
        <p:spPr>
          <a:xfrm>
            <a:off x="7601527" y="1611806"/>
            <a:ext cx="280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8.39205   0.0012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3E86EDE-C5DA-CD07-7A2B-092976E53418}"/>
              </a:ext>
            </a:extLst>
          </p:cNvPr>
          <p:cNvSpPr txBox="1"/>
          <p:nvPr/>
        </p:nvSpPr>
        <p:spPr>
          <a:xfrm>
            <a:off x="7583054" y="2480071"/>
            <a:ext cx="2826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1.45670   0.02077</a:t>
            </a:r>
          </a:p>
          <a:p>
            <a:r>
              <a:rPr lang="en-US" dirty="0"/>
              <a:t>0.22227   0.00736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CE4E6D4F-6EA5-184A-23C2-2BA9C0FB49DC}"/>
                  </a:ext>
                </a:extLst>
              </p14:cNvPr>
              <p14:cNvContentPartPr/>
              <p14:nvPr/>
            </p14:nvContentPartPr>
            <p14:xfrm>
              <a:off x="7122240" y="1691640"/>
              <a:ext cx="4518720" cy="3139560"/>
            </p14:xfrm>
          </p:contentPart>
        </mc:Choice>
        <mc:Fallback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CE4E6D4F-6EA5-184A-23C2-2BA9C0FB49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2880" y="1682280"/>
                <a:ext cx="4537440" cy="315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797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F05C5-BFB4-E45A-53A7-D5B044CD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A3E811B-1C52-B05E-D3A9-EF5FB5C9BB68}"/>
                  </a:ext>
                </a:extLst>
              </p14:cNvPr>
              <p14:cNvContentPartPr/>
              <p14:nvPr/>
            </p14:nvContentPartPr>
            <p14:xfrm>
              <a:off x="235440" y="69840"/>
              <a:ext cx="11787840" cy="5417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A3E811B-1C52-B05E-D3A9-EF5FB5C9BB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080" y="60480"/>
                <a:ext cx="11806560" cy="54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642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5980-D6EF-14FB-1A56-0DF1F035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54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1C48-102A-324A-C9B2-ED9795C5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69263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54F07124-20CC-45D0-AC7B-96B3FF66100A}"/>
</file>

<file path=customXml/itemProps2.xml><?xml version="1.0" encoding="utf-8"?>
<ds:datastoreItem xmlns:ds="http://schemas.openxmlformats.org/officeDocument/2006/customXml" ds:itemID="{07D373DD-1D14-4295-A50C-32C67024E63F}"/>
</file>

<file path=customXml/itemProps3.xml><?xml version="1.0" encoding="utf-8"?>
<ds:datastoreItem xmlns:ds="http://schemas.openxmlformats.org/officeDocument/2006/customXml" ds:itemID="{2CAB80A0-8E6D-409A-804C-7620699ED7BA}"/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</Words>
  <Application>Microsoft Office PowerPoint</Application>
  <PresentationFormat>Panoramiczny</PresentationFormat>
  <Paragraphs>6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2</cp:revision>
  <dcterms:created xsi:type="dcterms:W3CDTF">2025-01-16T13:02:14Z</dcterms:created>
  <dcterms:modified xsi:type="dcterms:W3CDTF">2025-01-16T14:00:17Z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