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9.xml" ContentType="application/inkml+xml"/>
  <Override PartName="/ppt/theme/theme1.xml" ContentType="application/vnd.openxmlformats-officedocument.theme+xml"/>
  <Override PartName="/ppt/ink/ink7.xml" ContentType="application/inkml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11.xml" ContentType="application/inkml+xml"/>
  <Override PartName="/ppt/ink/ink10.xml" ContentType="application/inkml+xml"/>
  <Override PartName="/ppt/ink/ink14.xml" ContentType="application/inkml+xml"/>
  <Override PartName="/ppt/ink/ink12.xml" ContentType="application/inkml+xml"/>
  <Override PartName="/ppt/ink/ink8.xml" ContentType="application/inkml+xml"/>
  <Override PartName="/ppt/ink/ink13.xml" ContentType="application/inkml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3" autoAdjust="0"/>
    <p:restoredTop sz="94660"/>
  </p:normalViewPr>
  <p:slideViewPr>
    <p:cSldViewPr snapToGrid="0">
      <p:cViewPr varScale="1">
        <p:scale>
          <a:sx n="83" d="100"/>
          <a:sy n="83" d="100"/>
        </p:scale>
        <p:origin x="36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1-08T07:24:32.508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610 819 218 0,'-14'1'466'15,"1"0"233"-15,3 3 179 0,3-2-193 0,7-2-99 16,0 0-77-16,3 2-58 0,-3-2-83 0,0 0-62 0,0 0-90 15,0 0-77-15,0 0-51 0,0 0-13 16,6-2 56-16,-1 0 12 0,1 2 35 0,5 0 19 16,5 2-6-16,4-2-30 0,0 0-42 15,3 0-21-15,1-1-26 0,1 1-17 0,1-1-8 16,-1 1-4-16,0 1-6 0,-1 0-2 0,1 3-1 16,-4 1 2-16,-1-2 0 0,-1 4 3 0,-3 4-2 15,0-3-5-15,-5 4-1 0,0 0-3 0,-2 1 1 16,-6 4-3-16,-1-3-3 0,-2 4-4 15,-3 0-3-15,-3 1 0 0,-2 1-4 0,-2 2-4 16,-4 0-2-16,0 4-3 0,-2-2 0 0,0 1-2 16,-3 1 1-16,2-1-1 0,-2 3-1 0,3-2 2 15,-3-3-1-15,2 1-1 0,2-3 1 0,0 0-1 16,4-3 0-16,1-1 0 0,2-4-1 16,-1-2 0-16,6-2-1 0,-1 0 1 0,3-4-1 15,1 3 0-15,0-2 2 0,3-2 0 0,2 2 1 16,0-1 0-16,4 0 1 0,-1-1-1 0,0 1-1 15,0-1 1-15,3 1 0 0,-3-1-1 16,1 2 1-16,2 2-1 0,-3-3 0 0,2 5 0 16,-1-3 1-16,1 2-2 0,-1 0 1 0,0-1 1 15,1 3 0-15,0-4-1 0,-1-1-1 16,5 0 1-16,-2-4-2 0,3 2 0 0,1-4 0 16,1 0-1-16,-1-4-2 0,3 2 1 0,0-4-10 15,-1 0-16-15,-1-1-40 0,-1-1-64 0,-2-2-80 16,0 0-140-16,0 1-208 0,-1-1-310 15,-3 1-297-15,-1-2-229 0,-1-1-26 0,-3 0 469 16,-2-2 549-16</inkml:trace>
  <inkml:trace contextRef="#ctx0" brushRef="#br0" timeOffset="383.63">1381 885 186 0,'4'-15'576'0,"2"3"340"16,-1 0 183-16,1 2-159 0,-6-1-244 0,0-1-127 16,0 2-48-16,1 3-66 0,2 1-66 0,-1 0-59 15,0 2-58-15,-4 1-66 0,0 1-72 0,-1 2-41 16,-1 5-27-16,-1 3-16 0,-1 2-11 0,-1 3-8 16,-1 5-4-16,1 2-3 0,-1 2 0 0,3 2-6 0,-2 2-2 15,4 2-2-15,-4 0 0 0,5 3-2 0,-1 0-1 16,1 1 1-16,1 0-1 0,1 3-2 0,1-2-1 15,1 2-1-15,1-2-2 0,0 1-1 0,5 0-2 16,-3-5 0-16,1 1-2 0,2-2 0 0,3-2 0 0,-1-2 1 16,1-1 0-16,1-4-1 0,1 1 2 0,1-2-1 15,-1-3 1-15,4-1-2 0,-1-3-1 0,1 0 0 16,1-4-1-16,2-1 1 0,-2 0-2 0,4-6 2 16,0 0-1-16,2-5-1 0,-2-1-1 0,0 0-2 15,0-1-5-15,0 0-10 0,-3-1-10 0,0-1-16 0,-1 2-24 16,-1-2-42-16,-4 0-57 0,1 0-60 0,-3-2-79 15,-3 1-123-15,0-3-151 0,-5 4-209 0,2-3-228 16,-2-1-193-16,-2 1-17 0,1 0 314 0,-2-1 431 16</inkml:trace>
  <inkml:trace contextRef="#ctx0" brushRef="#br0" timeOffset="650.16">1323 892 52 0,'-16'-6'475'16,"7"3"336"-16,2 0 180 0,7 3 65 0,-3-3-307 16,5-3-206-16,2 2-73 0,6 0-34 0,4 0-25 15,4 3-68-15,-1 0-68 0,2-1-56 0,-3-1-69 16,4 1-47-16,-2-2-35 0,1 4-21 0,1-2-16 0,-1 2-11 16,0-2-8-16,0-1-3 0,2 2-4 0,-1 1 0 15,-2 0-3-15,1 0 0 0,-1 0-2 0,-2 0 0 16,2 0 0-16,-4 1-4 0,0-1-7 0,-3 5-32 15,-1-5-60-15,-1 2-59 0,-4 4-73 0,-4-1-132 0,-1 1-173 16,-1-2-249-16,-2 2-226 0,-2 1-205 0,2 2-61 16,-2-2 335-16,-3 3 458 0</inkml:trace>
  <inkml:trace contextRef="#ctx0" brushRef="#br0" timeOffset="850.7">1299 1233 475 0,'-14'12'929'15,"3"-4"232"-15,5 0-45 0,1 0-317 0,5-8-351 16,0 0-209-16,6 1-110 0,2-2-46 0,5-1-25 16,1-4-8-16,3 2-18 0,-1-2-13 0,5-1-1 15,-1-3-11-15,-1 1-7 0,3 0-3 0,2 0 2 0,0 2 0 16,0-1 0-16,-1 1 0 0,2-1 0 0,-1 4-5 16,1 0-32-16,-4 0-83 0,1 2-119 0,-3 0-149 15,-1 0-284-15,-1 4-265 0,-1 0-171 0,-1-1 86 0,0 2 335 16</inkml:trace>
  <inkml:trace contextRef="#ctx0" brushRef="#br0" timeOffset="1432.78">2023 928 49 0,'3'-7'536'0,"-1"5"437"0,0 2 201 0,-2-2-62 0,0-1-374 16,0 3-273-16,1 0-115 0,1 5-18 0,1 0-14 0,0 4-26 15,2 3-27-15,-2 3-32 0,2 0-62 16,-2 6-62-16,3 0-37 0,-3 4-21 0,2 4-8 16,0 2-6-16,-2 3-4 0,2 1-5 0,-2 2-6 0,3 1-4 15,-3-2-6-15,2 1 1 0,0-2 0 0,0-3-1 16,1-2 2-16,-3-2 0 0,2-5 1 0,-2-4-7 16,0-1-2-16,-3-3 0 0,2-2 3 0,-2-3 8 15,2-3 3-15,-4-3 4 0,0 0-1 0,1-3-1 16,-4-2-5-16,2-4-7 0,-4-2-10 0,0-2-6 0,2-3-3 15,-3-4-2-15,1-1 1 0,1-3-2 0,-3-5 5 16,4-1 3-16,-3-2 2 0,3-3 0 0,2-3 0 0,-1 1 0 16,2-4 0-16,4 1 0 0,-1 0 0 15,5 0-1-15,-1 1 0 0,5 3 0 0,-1 0 0 0,5 3 0 16,-1-1 1-16,1 3 0 0,2-1 2 0,1 3 0 16,-1 0 0-16,3 3 2 0,0 2-2 0,-3 1 1 15,3 2-1-15,-3 3 1 0,1 3 1 0,-1-1-2 16,1 5 1-16,-4 1 0 0,-1 4 1 15,0 0 1-15,-4 5 0 0,1 2 3 0,-3 4 0 16,-4 2 1-16,0 1 1 0,-4 2-1 0,-1 3 1 16,-4 2-1-16,-2 1 0 0,-2 2 0 0,-3 3-2 15,-2 2-1-15,-3 1 0 0,0 2-2 0,-3 2-1 0,0 2-1 16,3-1 1-16,-2-1-1 0,4 2 0 0,1-3 0 16,2-2-1-16,4-1-1 0,2-2 1 0,2-2-1 15,3-3 0-15,0-2 1 0,3-1 0 0,3-4 1 0,0-1 0 16,5-1 0-16,0-3 1 0,4-1 0 15,3-4 0-15,3-1 0 0,2-3 0 0,3-3-1 0,4-1 0 16,2-4-2-16,4-1 0 0,2-1-4 0,4-5-13 16,2 1-32-16,2-1-76 0,0-1-79 0,1-2-148 15,-1-1-235-15,-4 3-319 0,1 0-339 0,-4 1-204 16,-3 0-1-16,-1 0 534 0</inkml:trace>
  <inkml:trace contextRef="#ctx0" brushRef="#br0" timeOffset="1766.3">2948 999 534 0,'-6'18'1321'0,"-5"4"305"16,0 3-214-16,0 5-335 0,1 1-467 0,1 5-228 0,-2 3-142 15,5 3-82-15,1-2-46 0,1 2-26 0,6-3-22 16,1-3-19-16,4-3-14 0,5-4-12 0,1-4-4 16,6-5-8-16,0-5-6 0,5-8-2 15,1-3-3-15,2-8 1 0,1-5-3 0,-1-3-5 0,1-4-2 16,-5-4-1-16,2-5 0 0,-5 0 0 15,0-2 5-15,-3-4 3 0,-6 0 3 0,0-1 4 0,-5 1 1 16,-3-2 1-16,-4 1 1 0,-4-1 3 0,-6 0 4 16,-2 0 2-16,-4-1 1 0,-4-2 1 0,-5 0 5 15,-4 0 0-15,-2 1-1 0,-3 3-3 0,0 7-2 16,-2 6-1-16,-1 6-5 0,-1 10-2 0,3 5-3 16,0 6 1-16,2 7-1 0,0 2-1 0,4 7 0 15,6 2-3-15,0 1-1 0,7 1-1 0,4 2-8 0,5-4-15 16,1 1-27-16,7-1-76 0,1-1-92 0,7-3-176 15,3 0-287-15,3-5-332 0,0 1-390 16,4-3-199-16,-1-2 169 0,2-4 724 0</inkml:trace>
  <inkml:trace contextRef="#ctx0" brushRef="#br0" timeOffset="3899.12">6359 5707 197 0,'-2'-4'456'16,"2"1"238"-16,-1 1 196 0,-1-1-133 0,2 1-123 15,-1 0-92-15,-1 0-81 0,0-1-75 16,-1 2-75-16,1-2-53 0,1 3-6 0,-1-2 14 15,2 2-2-15,-3 0-13 0,1-1-21 16,1 1-35-16,-1-1-55 0,-1 1-47 0,0 0-26 16,0 0-18-16,0 1-7 0,3-1-9 0,-2 1-3 15,-1 1-7-15,1 1-5 0,1 0-2 16,-1 0-6-16,-1 1-3 0,3 1-1 0,-2 1-2 16,2-1-2-16,0 3-1 0,0 0-1 15,0-1 1-15,2 2-1 0,0-1-1 0,1 0 1 16,0-1 0-16,0 0 1 0,2-1-1 0,-2 0-1 15,3-1 0-15,1-1 1 0,-1-1-1 0,-1-2 0 16,1 1 1-16,2-4 1 0,-2 1 1 16,1-2 1-16,-2-1 3 0,-1-4 3 15,2 2 1-15,-1-2 2 0,-2 1 3 0,-1-1 3 16,-2-3 4-16,2 3 4 0,-4-3 4 0,2 3 0 16,-3-1 0-16,-1 0-4 0,1 0-3 0,-4 3-5 15,0-2-3-15,1 4-2 0,-2-2-3 16,-1 3 0-16,1 1-3 0,-2-1 0 0,2 3-1 15,-1 3-1-15,1-3 0 0,1 5-1 16,1-1-2-16,-2 2 0 0,2 2 0 0,1 1-2 16,2 1 1-16,-2 2-2 0,2-2 1 0,1 3-1 15,2 0 0-15,0-1 1 0,2 0 0 0,0 0 0 16,-1-1-1-16,4-3-1 0,-2 2 1 16,2-2-2-16,1-2 1 0,2-2 0 0,-2 0 0 15,2-2 1-15,1-2 0 0,0-2 1 16,0 0 1-16,-2-3 0 0,1-2 2 0,-1 0-1 15,0 1 1-15,-1-5 0 0,-1 1 1 0,-2 0 0 16,0 0 2-16,-1 1 2 0,2-1 4 16,-4 0 3-16,-4 0 3 0,2 2 0 0,-2-2 0 15,-1 2-1-15,-2 0-3 0,-2 1-1 0,0-1-1 16,-1 4-2-16,0 0 0 0,0 2-1 16,0 0-2-16,2 4-1 0,-1 1-2 0,1 2-2 15,1 1 0-15,2 2-1 0,-1 1 0 0,4 3 0 16,-4 2-1-16,5-1 1 0,-1 2-1 15,2-3-1-15,0 2 0 0,0-3 0 0,2 0-1 16,-1-3-1-16,5-1 2 0,-4-3-1 16,4 0 1-16,-1-2 0 0,0-4 0 0,0-2 1 15,1-4 0-15,2-3 0 0,-2-1 0 0,-1-3 0 16,0 0 0-16,1 1 0 0,-1-2 1 0,-2 1-1 16,0 3 1-16,-1 1 0 0,-1 3 0 15,-1 1 0-15,0 2-1 0,-1 2-1 16,-1 1-2-16,-1 4-5 0,1 2-18 0,-4 6-35 15,2 1-83-15,-1 4-164 0,-2 0-263 16,4 3-339-16,0 2-430 0,-2-1-471 0,5 2 15 0,0-2 864 16</inkml:trace>
  <inkml:trace contextRef="#ctx0" brushRef="#br0" timeOffset="6382.45">6268 5781 58 0,'0'-3'304'0,"-4"1"180"16,1 1 164-16,1-1-51 0,-1 1-131 0,0-1-71 16,-2-1-29-16,0 0-8 0,0 2-17 15,-1-2-22-15,2 2-28 0,-1-3-39 0,0 2-44 16,-2-2-40-16,3 2-36 0,-4-3-28 15,3-1-21-15,-3 4-16 0,2-4-11 0,-2 0-2 16,-1 1 3-16,1 1 5 0,-2-2 14 0,1 2 17 16,-1-1 17-16,-1 0 12 0,0 3 16 15,0-1 5-15,1-1-14 0,-2 0-19 0,-1 2-20 16,-1-3-19-16,1 2-25 0,-2 0-17 16,0-3 4-16,1 4 3 0,-2-4 1 0,-1 1-2 15,1-1-1-15,-3 0 0 0,2 1-14 0,-2-1-6 16,0-1-3-16,1 0 1 0,0 1 0 15,0-2-2-15,-1 0 1 0,3 0 0 0,-3-1-2 16,2 0-1-16,1 0-2 0,-3 0 2 0,3-1-1 16,-1 1-1-16,1 0-1 0,0-2-1 15,0 1-1-15,1-1 1 0,-1 1 1 0,0 1 1 16,0-2 2-16,0 3 1 0,2-3 2 0,-3 3 0 16,2-3-1-16,1 4-3 0,0-2 0 15,0 1 0-15,-1 1-2 0,0 0-2 0,2 0-1 16,-2-1 1-16,0 0-2 0,-2 0 2 15,2 0-2-15,-2-1 1 0,1 1 2 0,-1-1-1 16,-1 0 0-16,1 1 0 0,-2-3 1 0,0 2-1 16,0-1 0-16,0 0 0 0,-3 0 0 15,2-1 1-15,-2 1 0 0,-1-2 0 16,1 1 0-16,-1 2 2 0,-1-1-1 0,1-1-1 16,0 1 1-16,1 0 1 0,-2-1 1 0,3 0-2 15,-1 1 1-15,-1 0-1 0,2 0-1 0,-1 0 0 16,-2-1-4-16,2 3-2 0,1-3 2 0,-2 1 0 15,1 0 1-15,1 0 0 0,-1-1 3 16,2 2 1-16,0 1-1 0,0-2 0 0,0 1 0 16,0 2-8-16,1-3-2 0,2 3-2 15,1 1 0-15,1 0-2 0,2 1-1 0,0 1 6 16,2 0 2-16,2 1 1 0,0 0 0 0,2 2-2 16,4 1 1-16,-2-2-3 0,3 2 0 15,2 0-2-15,0 2-1 0,2-2-22 0,0 1-66 16,1 2-64-16,-2-3-112 0,4 2-178 15,-2-1-315-15,0 2-327 0,-1-2-241 0,-1 2-153 16,1-2 308-16,-2 3 606 0</inkml:trace>
  <inkml:trace contextRef="#ctx0" brushRef="#br0" timeOffset="7899.33">4213 5164 196 0,'0'2'383'0,"-2"-1"190"0,2-1 77 16,-1-1-90-16,1 1-37 0,0-2-23 16,0 2-32-16,0 0-48 0,0-1-52 0,0 1-61 15,0-2-71-15,1 0-59 0,-1-2-45 0,2 0-30 16,0-2-21-16,1-3-6 0,0 1-1 16,0-3 20-16,4 0 27 0,0-6 29 0,0 2 20 15,-1-3-1-15,4-2-4 0,-1 0-22 16,2-3-31-16,-1-3-29 0,4 1-23 0,-3-2-9 15,3-2-13-15,-1 2-9 0,1-4-6 16,0 3-5-16,-2 1-3 0,-2 1-6 0,0 2-4 0,-2 5 3 16,-2 1 7-16,0 3 8 0,-4 1 4 15,-1 4 2-15,-1 1 5 0,-1 0-6 0,-1 2-5 16,-1 2-4-16,-4-1-5 0,2 4-5 16,0 0-2-16,-2-3-1 0,3 4-3 0,-2-3-1 15,1 3-1-15,0-3 1 0,0 3 0 16,0-2-2-16,-1 1 0 0,0 0 1 0,3-1 1 0,-2 0-2 15,0 0 0-15,0-2 1 0,2 1 1 16,-2-1-1-16,-2-1 1 0,2 2 0 0,0-2 1 16,-1 0-3-16,-2-1-3 0,-1 1 1 15,-1-3-2-15,0 1 1 0,-2-1-2 0,-1 0 5 16,-1 0 2-16,-4-1-1 0,0-1 2 0,-3 1-2 16,2-3 1-16,-3 1-2 0,-2 0 1 15,2 1-1-15,0-2 0 0,0 2 0 0,1-1 0 16,-1 2 1-16,0 1 6 0,4-1 2 15,-4 1 2-15,5 1 0 0,-1 1 1 0,3 0-2 16,0 1-9-16,2-1-6 0,1 3-3 0,1-1-1 16,0 2-1-16,3-1-1 0,0 1 6 15,1 1 3-15,0-1 0 0,1 0 1 0,1 2 1 16,0-1 0-16,-1 1-1 0,1-2 0 0,1 2 0 16,0-1 1-16,1 2 0 0,0-2 0 0,1 1 0 15,-1 1 0-15,0-1 1 0,1-1 0 0,2 2 0 16,-2-2-1-16,0 2-1 0,0 0 1 0,1-1 0 15,1-1 0-15,-2 2 0 0,1 0 1 16,-1-1 1-16,2 1-1 0,-3 0 1 0,3-2-1 16,-2 2-1-16,2-1 0 0,-3 1 1 0,3 0-1 15,-2 0 0-15,2 0 1 0,-3-2 0 0,3 2 0 16,0 0 0-16,-2 0 0 0,2 0-1 0,0 0 1 16,0 0-1-16,-1 0 0 0,1 0 1 15,0 0-1-15,0 2 1 0,0-2 0 0,0 0 1 16,-2 1-3-16,1 1 2 0,-2 1-1 0,1-2 0 15,1 3 0-15,-2 0 0 0,1-1 0 0,-1 3 0 16,0-1 0-16,-1 2 0 0,1 0 0 16,0 2 0-16,-3 0 0 0,3 2 0 0,-2 3 0 15,0-3 0-15,0 3 0 0,-1 2-1 0,-2 1 0 16,0 2 0-16,0 1 0 0,0 1 0 0,-1 0 0 16,3 0 5-16,-2-2-1 0,1 2-2 0,0-2 0 15,0-3 0-15,2 0 0 0,1-3-5 0,0 2 0 16,1-7 2-16,0 1 0 0,1-1 0 15,2-2 1-15,-4-2 0 0,4 1 1 0,0-2 0 16,-2-2 0-16,1 2 1 0,1-1 0 0,0-1-1 16,0-1 1-16,0 2 1 0,0-1 0 0,-2 0-1 15,2 1-1-15,0 1 1 0,-1-2-1 0,-1 3-1 16,2-2 0-16,0 2 0 0,-2 1 1 0,2-3 0 16,-1 3-2-16,1-2 0 0,0 0 1 15,0 1-1-15,1 0 0 0,-1-2 0 0,2 3 1 16,0-2 0-16,-1 0-1 0,2 1 2 15,-1-1-1-15,4 2 0 0,-3-2 2 0,0 0-1 0,1 1 0 16,0 0 1-16,1 0-1 0,0 1 0 16,1-2 0-16,0 2 0 0,1 0-1 0,-1 1 1 15,2 0 0-15,0 0 0 0,1 0 1 0,0-1 0 16,1 2 0-16,0-1-1 0,1 1 1 0,1 1 0 16,0-1-2-16,-1 1 2 0,3-1 6 15,-1 3 3-15,2-2 2 0,0 3-1 0,0-1 2 16,0 2 0-16,0 3-6 0,0-2-8 0,2 3-4 15,-2-1-1-15,0 3-2 0,1 0-1 16,0-2-2-16,-2 2 6 0,2-1 2 0,-3-1 2 16,2-2 1-16,-4 0 0 0,1-1 1 0,0-3-1 15,-2 0 1-15,-1 0 0 0,-1-3-1 16,-2-1 0-16,-1 1-1 0,2-5 0 0,-4 3 0 16,0-2-2-16,1-1 1 0,-2-1 1 15,1 2 4-15,-1-3-2 0,-1 0 5 0,1 0-4 16,1-2 4-16,0 1 1 0,-1-2-9 0,1 0-9 15,0 0-42-15,2 0-69 0,-4-2-81 0,1 1-158 16,-2-1-281-16,3 0-323 0,-3 4-324 16,0 1-203-16,3 1 55 0,-1 4 626 0</inkml:trace>
  <inkml:trace contextRef="#ctx0" brushRef="#br0" timeOffset="8699.62">4619 5284 245 0,'-1'0'569'0,"1"0"293"0,0 0 162 16,0-3-223-16,0 3-200 0,0 0-160 16,0 0-101-16,1 0-73 0,3 0-66 0,-1 0-30 15,3 3 10-15,2-1 27 0,0 1 11 0,3 0 14 16,3 0-2-16,-1 1-18 0,1 1-44 16,0 0-38-16,4-1-29 0,-2 0-30 0,2 1-19 15,0-1-8-15,1 1-6 0,1-1-5 0,0 2-4 16,0 0-3-16,2-1-3 0,-1-1-6 15,-1 1-5-15,2 1-3 0,-4-1-3 0,2-3-1 16,-4 3 0-16,1 0-1 0,-2-3 0 16,-1 0 0-16,-3 1 4 0,-2-2 4 0,-1-1 9 15,-3 0 10-15,0 0 11 0,-2-3 5 0,-1-1 1 16,-2-2-5-16,0-3-6 0,-2-2-6 0,-3-6-9 16,-1 0-5-16,-1-3-3 0,-3-4-2 15,0-4-2-15,-3-2-2 0,1-5-3 16,-1-2-2-16,-1-3-1 0,1 2-1 0,2 1 1 15,0 4 1-15,0 3 3 0,0 4 1 16,3 5 2-16,0 4-1 0,2 2-1 0,-1 3-2 0,3 3-4 16,1 3-3-16,0 3-9 0,1 2-15 15,2 2-29-15,3 3-74 0,0 1-109 0,5 1-223 16,0 1-299-16,3-1-373 0,3 3-446 16,4-1-184-16,4 0 387 0,1 1 856 0</inkml:trace>
  <inkml:trace contextRef="#ctx0" brushRef="#br0" timeOffset="10365.12">6431 5731 181 0,'-1'0'347'0,"-1"0"146"0,0 0 42 16,1-2-112-16,-1 1-94 0,-2 1-34 15,2-1-20-15,1 1-1 0,-1-2-5 16,2 2-12-16,-3 0-5 0,3 0-12 0,-2 0-4 16,2 2-18-16,-1-2-16 0,1 1-17 0,-2 0-28 15,2 1-26-15,0-2-34 0,0 0-20 0,0 3-22 16,0-3-18-16,0 0-15 0,0 0-10 15,2 0-3-15,-1 0-4 0,1 0 0 0,0 0 14 16,-1 0 9-16,4 0 5 0,-1 0 12 16,1-3 13-16,2 3 19 0,1-3 31 0,2 2 29 15,0-3 19-15,0 2-5 0,2-3-10 0,-1 0-3 16,1 0-20-16,1-1-25 0,0-1-16 16,1 2-12-16,-1-1-6 0,0 2-18 0,1-2-16 15,0-1-8-15,2 1-9 0,0 0-2 16,0 0 0-16,0 0 0 0,1 1-2 0,2 0 0 15,-2 0 1-15,2-1 0 0,0 0-3 16,0 2 1-16,0-1 0 0,0-1 2 0,0 2-2 16,1 1 0-16,-2-3 1 0,2 4-1 0,1-4 4 15,0 1 4-15,-1 3 2 0,1-3 9 16,3 0 5-16,-1 0 1 0,1-1-4 0,-2-1-5 16,2 0 0-16,1 0-9 0,-3 0-3 0,2-4-2 15,-2 3 0-15,2-4 1 0,-1 2 0 0,1-3-1 16,-1 2 2-16,2-3-1 0,-2 2-1 15,2-2 1-15,-2 1-2 0,2 1 2 0,0 2-3 16,-1 0 0-16,0-1 1 0,-2 4-1 16,0 1-1-16,0 0-1 0,-1 4 0 0,1-2 0 15,-2 3 0-15,0 0 0 0,0-1-1 0,-1 2 1 16,0-1-1-16,0-1 0 0,-3 1 0 0,4-2 0 16,-3 1-1-16,0-3 2 0,1 1 0 15,-3 0 0-15,2-2 0 0,-1-1 1 0,-2-1 1 16,-1 3-1-16,2-3 2 0,-3-1 0 15,0 3-1-15,-1-1-1 0,1 1 0 0,-2 0-1 16,0 0-1-16,-2 2 0 0,0 0 0 0,1-1 0 16,-2 2 0-16,-1 0 0 0,-1 0 0 15,0 0 1-15,1 1-2 0,-2 2 2 0,1-3-1 16,0 0 1-16,0 2-2 0,0 0 2 16,2-3 1-16,0 1 2 0,-1 0 4 0,1-2 3 15,0 0 3-15,1-1 0 0,0-1-1 0,0 2-1 16,0-1-4-16,-2 2-2 0,0-2-3 15,1 1-2-15,-2-1 0 0,-2 4-1 0,3-1 1 16,-3 1 0-16,0 1 1 0,-1 0-1 16,-2 1 1-16,0-1-1 0,2 1 1 0,-2 0-1 15,0 0 0-15,0 0 0 0,-2 0-1 0,2 0-1 16,0 1-1-16,-2-1-2 0,-1 0 0 0,3 1-10 16,-2-1-15-16,-1 1-37 0,-1 1-71 15,-1-2-70-15,-1 3-126 0,-1-1-189 0,-1-2-307 16,-1 0-303-16,1 3-208 0,0 0-107 15,-3-2 377-15,0 1 575 0</inkml:trace>
  <inkml:trace contextRef="#ctx0" brushRef="#br0" timeOffset="10817.13">7443 5238 17 0,'-7'0'420'0,"2"-2"400"0,-2 1 314 16,3-2 39-16,-1 3-354 0,2-2-221 0,-1 1-113 16,0 1-68-16,4 0-69 0,0-1-53 15,0 1-39-15,4-2-46 0,-2 0-57 0,1 0-54 16,4 0-31-16,-1-1-16 0,4 0-12 15,2 0-15-15,1 1-8 0,2-4-4 0,2 4-5 16,3-2-5-16,0 1-3 0,1 0 2 0,3 0 2 16,-1 1-1-16,-1 1 3 0,1 1-2 15,-1 0 0-15,-2 3 8 0,0 0 3 0,-2 0 1 16,-2 4 6-16,-2-2 4 0,-1 0 3 16,-2 6-2-16,-3-3 0 0,-2 3 0 0,-2-1-4 15,-3 2-3-15,-2 2-3 0,-3-2-3 0,0 3-3 16,-3-2-2-16,-4 2-1 0,0 1-3 15,0 1 0-15,-3 0-3 0,-1-1 1 0,0-1-2 16,0 0-1-16,0-1 0 0,0-2-2 16,0-2-1-16,4-1-3 0,-1 0-14 0,0-1-33 15,4-1-79-15,0-1-104 0,2 0-202 0,3-4-298 16,1-2-355-16,5 0-388 0,3 0-164 0,1-5 318 16,2-1 757-16</inkml:trace>
  <inkml:trace contextRef="#ctx0" brushRef="#br0" timeOffset="11864.49">8383 4667 114 0,'1'-1'417'0,"-1"1"250"0,0-1 182 16,0-1-87-16,0 2-206 0,2 0-126 16,-2 0-56-16,3 2-34 0,1-1-32 0,0 0-36 15,0 3-39-15,1 1-27 0,3 1 1 0,0 1 11 16,5 3 9-16,-2 2-4 0,1 2-10 0,1 2-17 16,0 2-50-16,1 2-40 0,0 1-31 15,-1 0-21-15,0 3-14 0,0-1-8 0,0 3-4 16,-3 0-9-16,2-1-6 0,-2-1-5 15,1 0-3-15,-2-1 5 0,-1-4 4 0,-3 0 1 16,2-1 0-16,-3-4 0 0,1 0 0 16,-2-4-7-16,0-3-4 0,-3 2-2 0,2-4-1 15,1 0 0-15,-3-1 0 0,2-1 0 0,-1-1-1 16,1 0 0-16,-2-1 0 0,0 0 0 0,2-1 6 16,-1 0 4-16,-1 0 3 0,2 0 5 15,-1-1 0-15,2 0 4 0,-3-1-5 0,2-1-2 16,-1 0-2-16,1 0-2 0,-1 1-2 0,1-3-4 15,-2 4-1-15,2-1-2 0,-1-1-2 16,1 1-1-16,1-2 0 0,0 3 0 0,1 0 1 16,0-3-1-16,5 3 1 0,-2-2 0 15,4 0-1-15,0 0 2 0,0 0 3 0,4 0 3 16,2-1 2-16,0-1 1 0,1-1 1 16,0 0 3-16,2-1-1 0,0-1-1 0,2-4 1 0,3 0 1 15,-4-3-1-15,6-1 0 0,-2-2-2 16,0 1-2-16,1-2-2 0,-1 1-2 0,1-3-1 15,-1 2-1-15,0-1-1 0,0 1-1 16,-1-3 0-16,0 4 0 0,-1-2-2 16,1 5 1-16,-5-2-2 0,2 2-1 0,-3 1 0 0,-1 4 0 15,-2 1 0-15,-2 0 0 0,-2 3 1 16,0 1 0-16,-3 4-1 0,0-1-9 0,-5 4-15 16,0 1-40-16,-3 0-74 0,-3 3-75 15,-3-1-141-15,1 0-214 0,-5 1-316 0,1-1-310 16,-2-1-205-16,0-1-52 0,-2 0 464 0,-1-3 577 15</inkml:trace>
  <inkml:trace contextRef="#ctx0" brushRef="#br0" timeOffset="12381.84">8490 4677 182 0,'1'-1'552'0,"1"-2"313"0,3 1 213 15,1-2-99-15,2 0-288 0,3-3-164 16,2-1-43-16,7-2-28 0,0 0-63 0,3-3-66 16,4-4-46-16,3 1-51 0,3-2-63 15,2-1-55-15,0-3-31 0,1 2-22 0,0-1-11 0,-1 0-10 16,2-2-10-16,-1 2-6 0,-1-1-6 15,-2 0-4-15,0 2-4 0,-4 1-3 0,-1-1 5 16,-1 2 4-16,-3 3 1 0,-2-2-1 16,-5 2 1-16,2 2-2 0,-6 0-2 0,-1 3-2 15,-2 3-2-15,-2-1 3 0,-3 2 2 16,2 3 1-16,-3 0-1 0,-1 1 1 0,-2 0-2 16,1 0-3-16,1 2-3 0,-3-1-3 0,0 1-1 15,2 1-1-15,-2 1 0 0,3 0 0 16,-1-1 0-16,1 2 0 0,1 1 0 0,-1 0 0 15,2 4 0-15,0-1 0 0,0 3 0 16,1 1 1-16,2 2 0 0,0 1-1 0,-2 0 6 16,2 4 2-16,0 2 1 0,-2 1 0 0,1 0 1 15,-1 2-1-15,-1-1-5 0,3 0-4 0,-4 0-1 16,1 1-2-16,-2 0 0 0,2-4 0 16,-3 0 0-16,3-2 0 0,-4-1-2 0,2-2-5 15,-1-2-13-15,-1 0-17 0,-2 0-33 16,-1-1-67-16,-1-2-71 0,-3 1-104 0,1-1-169 15,-5-1-299-15,1 1-305 0,-2-2-229 0,1 0-155 16,-4 0 259-16,3 0 606 0</inkml:trace>
  <inkml:trace contextRef="#ctx0" brushRef="#br0" timeOffset="14131.98">2985 6064 135 0,'6'0'353'15,"-1"0"154"-15,1-1 108 0,2 1-154 0,-2-2-166 16,4 1-96-16,-1 1-57 0,-1-1-31 0,3-1-14 16,0 2-36-16,2-2-21 0,0 2-18 0,2-1-8 15,0 0-3-15,2-3-25 0,1 2-15 0,0-1-15 16,1 2 5-16,-1 0-35 0,1 1-83 15,-2 0-255-15,0 1-139 0,1 0-52 0,-4 2 36 16,2-1 157-16</inkml:trace>
  <inkml:trace contextRef="#ctx0" brushRef="#br0" timeOffset="14333.79">3653 6109 42 0,'10'6'361'15,"-4"-2"229"-15,1-1 162 0,0-1-13 0,-2 0-288 16,0 0-204-16,1-1-119 0,-1 0-60 16,0-1-30-16,2 0-16 0,0-1-13 0,3 0-9 15,0 1-9-15,-2-4-5 0,4 2-6 0,0-1-22 16,-1 1-47-16,-1-1-75 0,4 0-168 0,-3 1-223 16,-1 2-119-16,2 0 7 0,-1-3 147 15,-1 1 201-15</inkml:trace>
  <inkml:trace contextRef="#ctx0" brushRef="#br0" timeOffset="14528.38">4101 6067 18 0,'11'0'225'16,"-5"0"113"-16,2 0 100 0,0-1-62 0,1-1-149 16,-1 2-90-16,-1-1-49 0,2-1-27 0,2 1-18 15,-1-2-14-15,0 1-13 0,2 2-6 16,-3-1-6-16,3 0 2 0,-2 1-10 0,0 0-39 15,0 1-114-15,-1 2-195 0,-1 0-80 16,-2 0 1-16,1 1 75 0,2 1 121 0</inkml:trace>
  <inkml:trace contextRef="#ctx0" brushRef="#br0" timeOffset="14698.82">4553 6034 158 0,'11'2'380'0,"-4"1"164"15,0 1 117-15,1 2-190 0,-3 0-174 16,2-1-118-16,0 1-58 0,-2 0-39 0,3-2-29 16,0-1-29-16,0 0-18 0,1-3-6 15,1 0-4-15,-2-1-29 0,4-4-52 0,-1 2-111 16,1-3-248-16,0 2-138 0,1 0-43 16,-1-1 90-16,3 0 172 0</inkml:trace>
  <inkml:trace contextRef="#ctx0" brushRef="#br0" timeOffset="14864.77">5061 6042 21 0,'17'5'258'0,"-1"-1"155"0,-2 0 147 0,-1 1-2 15,2-2-158-15,-3 1-112 0,0-1-73 16,-1 2-45-16,1-2-43 0,0 0-45 0,2-3-38 16,0 0-25-16,-1 0-12 0,3-3-12 15,0-2-43-15,-1-1-74 0,0-1-154 0,2 1-233 16,-4-1-125-16,4 0-16 0,-4 1 125 0,4-1 192 15</inkml:trace>
  <inkml:trace contextRef="#ctx0" brushRef="#br0" timeOffset="15049.1">5701 6039 221 0,'20'8'403'16,"-2"-2"180"-16,2-2 75 0,1 2-180 15,-2-2-142-15,2 2-91 0,-1-1-53 0,1-2-64 16,2-2-47-16,-1 1-35 0,2-4-24 0,0 1-15 15,1-2-7-15,-1 0-35 0,-1-4-56 16,0 2-74-16,-1 1-146 0,0-1-234 0,-3 2-129 16,0-1 12-16,0 4 139 0,-3-3 194 0</inkml:trace>
  <inkml:trace contextRef="#ctx0" brushRef="#br0" timeOffset="15198.12">6376 6081 194 0,'13'3'310'0,"3"-1"92"0,-4 0-23 0,2 1-81 15,1 0-56-15,0 0-24 0,-2 0-8 16,1 0-2-16,2 0-9 0,1 0-22 0,0 2-33 16,1-2-42-16,3 2-32 0,-2-3-27 15,3 2-19-15,0-2-12 0,2 0-12 0,0-2-45 16,-1 0-70-16,1 0-154 0,-2-2-240 0,0 1-136 16,0-2-29-16,0-1 125 0,-1 1 197 15</inkml:trace>
  <inkml:trace contextRef="#ctx0" brushRef="#br0" timeOffset="15380.67">7200 6153 80 0,'19'7'306'0,"1"0"154"15,-1 1 142-15,1-2-101 0,0-1-166 16,0-1-108-16,1 0-61 0,3-1-40 0,-1-3-44 16,3 0-34-16,-1-3-20 0,4 1-15 0,-1-4-39 15,4 4-66-15,-2-4-102 0,1 1-172 16,1 1-179-16,0 0-72 0,-1-1 67 0,1 1 158 15</inkml:trace>
  <inkml:trace contextRef="#ctx0" brushRef="#br0" timeOffset="15551.06">8120 6159 226 0,'22'6'418'0,"0"0"182"16,0 1 58-16,0 1-144 0,-2 0-125 0,2 1-95 0,0-2-69 15,0 0-54-15,0-1-47 0,3-1-47 16,-1-1-35-16,4-2-19 0,-4-4-16 0,3 1-7 15,0-4-17-15,2-1-33 0,-3-3-53 16,1 1-74-16,-2-1-85 0,-2 1-146 0,2 0-213 16,-3 1-80-16,-3 1 61 0,3 1 168 0,-3 2 186 15</inkml:trace>
  <inkml:trace contextRef="#ctx0" brushRef="#br0" timeOffset="15664.55">8828 6194 178 0,'13'10'368'0,"1"0"180"15,-3-1 81-15,2 2-118 0,1-3-110 0,-1 2-73 16,4-1-54-16,-1-3-51 0,3-1-47 0,1-1-51 15,1-2-39-15,3-4-33 0,1-2-22 16,0 0-10-16,1-3-15 0,2-1-42 0,1-1-81 16,-1 0-129-16,-3-1-284 0,-1 2-193 15,-5 1-106-15,0 0 78 0,-6-2 237 0</inkml:trace>
  <inkml:trace contextRef="#ctx0" brushRef="#br0" timeOffset="16832.65">5149 5410 114 0,'5'-6'330'16,"3"2"162"-16,-4-1 145 0,1 1-135 0,-2 1-93 16,-1 0-37-16,1 0 22 0,-1 1 30 0,-2 1 18 15,2 0-17-15,-2-1-47 0,0 0-47 16,0 1-36-16,-2 1-36 0,2 1-29 0,-2 1-12 16,-1 0-7-16,-2 2-17 0,0-1-33 15,-1 1-24-15,0 2-27 0,0-1-26 0,-1 1-17 16,-1-1-21-16,-1 5-15 0,1-3-12 0,0 1-8 15,0 1-8-15,-1 0-6 0,1 1 2 16,0 1 3-16,-3 0 1 0,3 1 0 0,0 1 0 16,0 4 0-16,-1-2 1 0,-1 2-2 15,4 1-1-15,-1 3-1 0,1-2 0 0,0 4-1 16,3 0 1-16,-1-1 0 0,3 2 0 16,1 2 0-16,0-1 0 0,0 0 0 0,1 0-1 15,1 2-1-15,1-5 8 0,-1 2 3 0,3-4 1 16,1-1 1-16,-3-2-1 0,2-3 1 15,-2-1-6-15,0-2-3 0,0-3-2 0,1-1 0 16,-3 0 0-16,1-3-1 0,-1-1-1 16,-1 0 0-16,0-2 0 0,0 1-3 0,0-2 1 0,0 0-6 15,0 0-29-15,0-3-53 0,-1 0-55 16,1-1-57-16,-2-1-107 0,1-1-163 0,-1-1-214 16,0 1-243-16,1-1-224 0,-1 0-169 15,2-2 176-15,0 1 488 0</inkml:trace>
  <inkml:trace contextRef="#ctx0" brushRef="#br0" timeOffset="17277.4">5179 5670 176 0,'5'-9'528'0,"1"4"318"16,-4 1 216-16,-1 0-154 0,1 2-220 0,-1-2-180 15,1 3-129-15,0 2-88 0,-1 3-75 16,-1 3-35-16,2 4-6 0,-1 3 15 0,1 3 3 16,1 4-12-16,1 2-20 0,0 4-32 15,2 1-37-15,-1 0-39 0,3 3-28 0,-1-5-10 16,3 0-9-16,0-3-6 0,1-3 0 0,0-3-2 16,2-3-2-16,-2-5 1 0,1-2 2 0,1-2 2 15,-2-7-1-15,0-1 2 0,-1-7 3 16,1-3-1-16,-2-3 0 0,-1-5 0 0,0-1 1 15,0-5 1-15,-2 0-1 0,-1 0 0 16,-3-3 0-16,-2 1 1 0,-2 1 10 0,-3-1 5 16,-3 2 4-16,-2-1 3 0,-2 5 3 15,-2 2 5-15,3 2-9 0,-2 2-4 0,1 5-5 16,1 3-2-16,1 3-4 0,-2 5-13 0,2 1-7 16,2 4-6-16,-1 2-2 0,2 2-3 15,3 0-3-15,0 5-30 0,-1-2-60 0,4 0-51 16,-1 3-103-16,1-2-161 0,-2 1-272 15,3-1-277-15,0-1-218 0,3 1-172 0,-2-3 209 16,1 0 517-16</inkml:trace>
  <inkml:trace contextRef="#ctx0" brushRef="#br0" timeOffset="17485.55">5204 5834 66 0,'5'1'497'0,"-1"-1"327"0,0 0 167 16,2-1 40-16,-1-1-347 0,3 0-266 15,2-2-140-15,2 0-69 0,1 0-39 0,4 0-60 16,-2-1-51-16,3-1-29 0,2 1-18 0,2-1-14 16,-2 2-70-16,1 1-125 0,1 0-181 15,-2 3-287-15,2 0-250 0,-1 3-203 0,0 0 60 16,2 0 365-16</inkml:trace>
  <inkml:trace contextRef="#ctx0" brushRef="#br0" timeOffset="18247.41">7329 5476 41 0,'2'0'314'16,"1"0"185"-16,-1 0 157 0,0 0-9 0,1 2-155 16,0 1-92-16,3 0-42 0,0 1-2 15,1 2 7-15,1 2-15 0,1-1-28 16,2 2-46-16,-1 1-50 0,4-2-38 0,0 3-22 15,2-1 3-15,0 4 24 0,3 1 8 16,-2-2 2-16,0 2-16 0,2 2-25 0,-3-1-38 0,0 2-46 16,-2-1-31-16,0 1-20 0,-4 1-8 15,0 1-8-15,-4 0-5 0,0 0-4 0,-3 3-3 16,-3-1-1-16,0 4-3 0,-5-1-1 16,-2 1-7-16,0 1-30 0,-2-1-50 0,-4 2-46 15,2-3-34-15,0 2-59 0,-1-7-102 0,0-1-117 16,0-2-180-16,2-4-233 0,2-5-240 15,2-2-110-15,-2-6 217 0,2-6 434 0</inkml:trace>
  <inkml:trace contextRef="#ctx0" brushRef="#br0" timeOffset="18781.25">7241 5553 317 0,'-5'3'547'16,"0"0"209"-16,2 1 89 0,-2 2-236 0,-1 2-158 15,2 1-83-15,-1 2-49 0,0 2-40 0,0 2-40 16,2 2-35-16,0 5-28 0,-2 2-30 0,2 3-26 16,2 3-20-16,-1 3-20 0,2 0-24 15,0 4-24-15,0-1-17 0,3-3-14 0,0-2-4 16,5-3-3-16,0-4 1 0,2-3 3 15,2-6-2-15,1-4 6 0,0-5 1 0,2-5 1 16,-2-4 5-16,3-5 0 0,-3-1 0 0,0-8 2 16,-3 0 0-16,0-3 2 0,-1-1-5 0,-3-6-3 15,-1 4 3-15,-3-2 4 0,-4-2 3 16,-1 4 3-16,-2-2 3 0,-4 1 1 16,-1 2-2-16,-3-1-7 0,-2 4-6 0,0-1-7 15,0 4-1-15,2 3-1 0,-1 0-2 0,1 6 0 16,2 1 1-16,0 4 3 0,3 4-11 15,-2 2-31-15,1 2-94 0,1 5-141 0,2 0-256 16,-1 0-278-16,3 3-262 0,-1 0-159 16,2 3 202-16,0-2 454 0</inkml:trace>
  <inkml:trace contextRef="#ctx0" brushRef="#br0" timeOffset="18981.47">7193 5899 128 0,'-1'-2'632'0,"1"0"367"15,0-1 109-15,1 1-91 0,1 1-437 16,3-2-277-16,3 1-151 0,1 2-69 0,5-3-35 16,-1 0-17-16,6 2-16 0,-3-3-80 15,4 3-140-15,-1 0-293 0,1 1-254 0,0 0-227 16,-1 1-133-16,-2 0 192 0,1-1 421 0</inkml:trace>
  <inkml:trace contextRef="#ctx0" brushRef="#br0" timeOffset="27308.23">6379 8237 181 0,'-3'2'484'16,"0"2"276"-16,-2-3 220 0,2 2-114 15,-3 0-192-15,3-2-134 0,0 2-91 0,-1 1-13 16,-1 0-15-16,2 0-48 0,0 2-50 0,0 0-41 16,0 0-41-16,1 2-64 0,-1-1-58 15,0 1-39-15,3 3-23 0,0-3-13 0,0 1-10 16,2 0-7-16,2 2-7 0,-1-3-5 0,0 1-3 16,2-2-3-16,2-1 0 0,-1 0-2 15,2 0-1-15,-2-3 2 0,4-2 1 0,-1-1 3 16,-1-1 1-16,3-2 1 0,-3-3 0 0,3 0-1 15,-3-3 0-15,0 0-2 0,-3-2 2 16,2 1 1-16,-3 1 1 0,-3-2 3 0,2 3 2 16,-3-2 4-16,-3 1 3 0,2 3 1 0,-3 0 3 15,-2 0 0-15,0 3 2 0,1 0-1 16,0 3-2-16,-1 1-4 0,-3 1-4 0,4 4-4 16,-1 1-4-16,-1 1-4 0,2 1-4 0,-1 3-3 15,3 0-1-15,0 0-1 0,1 0 0 0,2 1 0 16,-1-2-1-16,1 2 1 0,1-3-1 15,-1-3 0-15,2 1-1 0,1-4 0 0,0 0-1 16,-1-4 0-16,4 0 0 0,-3-2 1 0,2-3 0 16,-2-4 1-16,0 2 0 0,2-3 0 0,-3-1 1 15,1 1 1-15,0-1-1 0,-3 1 1 16,0 2 0-16,-3-2 0 0,1 5 0 0,-1-3 1 16,0 4-1-16,0 0-1 0,-2-1 1 0,0 3-1 15,0 1 0-15,-2 1 0 0,0 1 0 16,1 2-1-16,1 3 0 0,0 0 0 15,-1 0 0-15,2 1-2 0,-1 1-2 0,0 0-2 16,3 0-6-16,-1-2-12 0,1 0-17 0,1 1-30 16,-1-3-73-16,-1-1-102 0,-1 2-198 15,-3-2-290-15,-1-3-353 0,0 2-414 0,-4-2-204 16,-3-2 276-16,-2-1 811 0</inkml:trace>
  <inkml:trace contextRef="#ctx0" brushRef="#br0" timeOffset="29821.93">4732 8301 84 0,'6'0'277'0,"0"0"138"0,1 0 121 0,-1 3-138 16,2-3-94-16,-2 0-57 0,2 0-20 15,-1 0-17-15,0-3-19 0,1 3 9 0,0 0-6 16,-1 0-8-16,2 0 13 0,-1 0 7 15,0 0 14-15,0 0-8 0,3 0-14 0,-3 0-18 16,0 0-39-16,1 0-32 0,-1 0 9 0,0 0-8 16,2 0-9-16,0 0-4 0,0-2-4 0,-2 2-5 15,3 0-27-15,-2-2-17 0,1 2-7 16,1-3-5-16,0 3-6 0,0-2 3 0,0 2-12 16,0-1-8-16,2-2-4 0,-4 2-2 15,1 1-3-15,2-1 0 0,-2-1 0 0,-2 2 2 16,4-2 0-16,-4 2-2 0,2 0 1 15,0 0-1-15,0 0-1 0,-3 0 2 0,3 2-1 16,0-2 1-16,0 2 1 0,0-1-2 16,2 0 1-16,-3 2-3 0,1-2 2 0,1 1 0 15,-1 1-1-15,-1-1-1 0,2 0 2 16,-3 1 0-16,2-2 0 0,0 2 1 0,-2-1-3 0,0 1 0 16,-1 0 1-16,2-1 2 0,-3 0-4 15,1 0-3-15,1 0 3 0,-2-1 4 0,0 0-3 16,2 1-1-16,-1 1 1 0,-1-3 1 15,2 1 5-15,-2 0 5 0,2 1 11 0,0-2 0 16,1 2 0-16,1-1 2 0,-2 1-4 0,3-1-7 16,-3-1-7-16,1 2-3 0,-1-2-2 15,3 1 1-15,-3-1-1 0,2 0 0 0,-1 0 1 16,-1 0 2-16,0 0 3 0,0 0 1 16,0 0-2-16,0 0 0 0,-2 0-4 0,2-1-1 15,1 1-1-15,-1 0 0 0,0 1 2 0,-1-1 0 16,2 0 1-16,-1 2 4 0,-2-2 2 15,2 1-4-15,3 1 1 0,-4-1-4 0,1 0 4 16,1 1-3-16,-3 0-2 0,2-1 3 16,0-1-4-16,1 1 0 0,-1 1 1 0,-1-2 1 15,1 0 0-15,1 0-3 0,-1 2 5 0,0-2-1 16,0 1 1-16,3-1-3 0,-3 0 4 16,0 1-2-16,1-1-2 0,1 3-1 0,-1-2 1 15,1-1 3-15,-1 1-2 0,2-1 2 16,-1 1 2-16,1-1 1 0,-2 0-1 0,3 0-5 15,0 0-1-15,-1 0 3 0,0-1 0 0,0 0 1 16,-1 1-4-16,2-4 6 0,-2 3 0 16,1 0-4-16,0-1 0 0,0 0-3 0,0 1 4 15,0 1-5-15,-1 0 4 0,-1-1 1 16,2 1 1-16,0-2-1 0,-1 2-2 0,1 0 1 16,-2 0-2-16,1 0 1 0,1 0-1 0,-3 0 0 15,0-2 5-15,3 2-3 0,-2-1-2 16,-1 0 2-16,0-2 5 0,3 1 8 0,-5 1 4 15,3-2 4-15,-3 1 2 0,3-1-1 16,-2 1-9-16,-1 1-5 0,0 0-3 0,2-1-4 16,-2 1-1-16,-1-1-2 0,2 2 3 0,-1-1 2 15,0 1-3-15,0 0 0 0,2 0 3 16,-3 1 2-16,4-1-4 0,-2 2-4 0,-1-2 3 16,2 1-1-16,0 1-2 0,1-2-3 15,-2 0 1-15,1 1 3 0,1-1-3 0,-1 1 0 16,0-1-1-16,0 0 2 0,1 2 6 0,1-2-1 15,-4 0 4-15,2 0-2 0,0 0 5 16,0 0 0-16,0 0-5 0,0 0 1 0,-2 0 1 16,0-2-3-16,2 2 1 0,-3-1 0 0,2 0-4 15,-1-1 1-15,0 1-4 0,0-2 8 16,1 2-4-16,-2-1 4 0,2 0 1 0,0 1 1 16,-3 0-2-16,3 1-3 0,-1-2-1 0,2 2 0 15,-2 0-1-15,2 0 1 0,-1 0 3 16,0 0-4-16,0 0 3 0,1 0-3 0,0 0 1 15,-1 0 1-15,1-2-4 0,0 2 4 16,0-1-2-16,0 0 1 0,0-1 2 0,0-1-4 16,0 1 3-16,3-2-2 0,-2 4 1 0,-2-4 6 15,4 4-6-15,-2-4 0 0,-1 3 0 16,3-3 3-16,-3 3-3 0,2-2-3 0,-1 1 4 16,0 1 0-16,-1 0 2 0,2-1-5 15,-1 2-1-15,1 0 3 0,-2-2-4 0,0 2 4 16,1 0-1-16,-1 0 3 0,0 0 1 0,1 0-1 15,-1 2 0-15,-1-2-1 0,-1 0 0 16,3 0-3-16,-2 0 2 0,-1 0-1 0,2 0 2 16,-1 0-5-16,0 0 4 0,0-2 5 0,-1 2-4 15,-1-1-3-15,1 0 1 0,0-1 1 16,-1 1-3-16,1-1-3 0,-1 2 1 0,0-1 6 16,-2 1-3-16,3-2 0 0,-1 2 1 15,-2 0 2-15,2-1 3 0,-2 1-5 0,2-2 5 16,0 2-3-16,-1 0 3 0,-1 0-3 0,2 0-4 15,-1 0 1-15,0 0-3 0,-2 0 6 16,4 0-4-16,-1-1 1 0,-1 1 2 0,1 0-2 16,0-2 0-16,-2 2-3 0,2-2 1 15,-2 2 3-15,3-1-2 0,-4 0 5 0,3 1 3 16,-2 0-1-16,0 0-2 0,0-2 2 0,1 2 1 16,-1 0-5-16,0 0-1 0,-1 0 4 15,2-1-2-15,-1 1 1 0,0 0-3 0,-1 0 0 16,1 0 2-16,0 0-4 0,2 0 4 0,-3 0-5 15,3 0 4-15,-1 0 2 0,1 0-6 16,-2 0 1-16,2 0-2 0,0 0 2 0,0 0-2 16,-1 1 3-16,1 1 8 0,-1-1 1 0,1 0 0 15,0-1-1-15,-2 2-5 0,2-2-2 16,-2 2-5-16,3-1 4 0,-4-1-3 0,3 0 1 16,-2 2 3-16,0-2 1 0,0 1 2 15,2-1-5-15,-3 0 2 0,1 2 5 0,0-2 1 16,-2 1-1-16,1-1-6 0,1 0 1 0,-1 0 0 15,-1 0-2-15,1 0-1 0,0 0 1 16,-1 0 3-16,2 0 6 0,-1 0 0 0,1 0-5 16,0 0 0-16,1 0 6 0,0 0-5 15,-1-1-5-15,2 1 3 0,0 0 13 0,0-2 19 16,-1 2 2-16,4-1 11 0,-2-1 11 16,-1 2 7-16,3-1 5 0,-1 1-2 0,2-2 12 15,-3 2 4-15,2-2 0 0,3 2-6 0,-3-1-11 16,0 0-9-16,0-1-18 0,3 1-9 0,-3 1-9 15,0 0-8-15,0-2-1 0,1 2-3 16,-1 0 2-16,0 0-2 0,3 0 1 0,-3 2 1 16,0-2-1-16,0 0-2 0,0 1-1 0,0 1 0 15,-2-1 0-15,2 0-1 0,-2 1 1 16,2 0 0-16,-3-1 0 0,1-1 0 0,-1 2-1 16,1-1-3-16,0 1 2 0,-2-1-1 15,0-1-2-15,1 2 0 0,0-1 0 0,0 1 2 16,1-1-3-16,-1 0 3 0,-2-1 0 0,3 2-2 15,-1-2 0-15,-2 2 0 0,3-2 1 16,-1 1-2-16,0-1 0 0,1 0 2 16,-2 1 2-16,0-1 1 0,2 2 0 0,-1-2 0 15,-2 0 2-15,2 2-5 0,0-1 0 0,-2-1-1 16,2 0 3-16,1 1 2 0,-1-1-1 16,-2 0 3-16,2 0-2 0,-2 3 2 0,2-3-2 0,-2 0-2 15,0 0-1-15,2 0-2 0,-2 0 1 16,0 0-2-16,0 0 2 0,-1 1-2 0,1-1 3 15,0 0-2-15,-1 1 0 0,1 0 0 16,0 2-1-16,3-1 1 0,-3 0-1 0,2 1 2 16,-2-2 0-16,1 2-2 0,-1-1 1 15,2 1-2-15,-2 0 1 0,4-1-1 0,-2 0 1 16,0 0 1-16,0 0-1 0,1-1 0 0,2-1 3 16,-2 0 1-16,1 0 0 0,-1 0 1 15,3 0 1-15,-4-1 1 0,3 1 0 0,-1-2 0 16,-1 0-1-16,0 1-1 0,2 0-1 0,-3-1-1 15,0-1-3-15,-1 2 0 0,1-1-1 16,-2 2-2-16,-1-2-3 0,-1 2-25 0,-1 0-68 16,-3 2-73-16,-3 0-171 0,-2 0-286 15,-2 2-318-15,-5-2-350 0,-3 2-213 0,-1-2 78 16,-1 0 697-16</inkml:trace>
  <inkml:trace contextRef="#ctx0" brushRef="#br0" timeOffset="30791.17">5483 8099 147 0,'1'0'431'0,"-1"0"247"16,0-2 196-16,0 0-100 0,0 2-148 15,0 0-95-15,0-1-84 0,0 1-71 0,0 0-75 16,0 0-74-16,0 0-68 0,0 0-55 16,0 1-30-16,0-1-19 0,0 0-6 0,0 0-3 15,0 0-1-15,0 0-4 0,0 0 1 0,2 0-7 16,-2 0-6-16,0 0-9 0,0 0-7 15,2 0 3-15,-2 0-7 0,1 0 1 0,-1 0 2 16,2 2 2-16,-1 0 0 0,1-2 38 0,4 1 26 16,-3 2 15-16,4-2 4 0,-1 2 1 15,2 0-2-15,1 0-36 0,1 2-25 0,1-1-11 16,0 2-13-16,3 0-3 0,0-2 0 0,-1 5 11 16,4-2 21-16,-4 0 6 0,4 1 7 15,-4-1 2-15,2 0 1 0,0 3-10 0,-4-3-11 16,3 0-3-16,-4 2 1 0,-2-3 2 0,1 1 1 15,-4 1 2-15,-2-1-4 0,-1 0-1 16,-2 2-4-16,-2 0-3 0,-1 0-1 0,-2 1-3 16,-4 1 0-16,1 0-4 0,-2-1-1 15,-2 2-1-15,1-1-4 0,-4 1-1 0,1-1-4 16,0-1-1-16,-2 2-3 0,2-1-1 0,-2-2-1 16,3 2 1-16,0-2-2 0,1 0 0 0,1-2 0 15,0 0-2-15,3-1-1 0,0 0 0 16,2-1-1-16,0-3-1 0,1 2-1 0,2-2-7 15,1 0-17-15,-1 1-38 0,1-2-70 16,1 0-65-16,-1 1-109 0,2-2-170 0,0 0-302 16,0 0-289-16,0 0-211 0,3 0-144 0,1-2 267 15,0 1 578-15</inkml:trace>
  <inkml:trace contextRef="#ctx0" brushRef="#br0" timeOffset="31874.19">7135 8066 63 0,'-6'-3'300'16,"1"3"178"-16,2 0 170 0,-2-2-58 0,2 2-131 15,0 0-73-15,-1 0-29 0,1 0-12 16,0 0-13-16,0 0-18 0,2 0-15 0,-1 0-35 16,2 0-40-16,-1 0-39 0,1 2-34 15,0 1-35-15,1-2-25 0,-1 4-23 0,3-3-7 16,0 0 3-16,0 2 21 0,2-1 44 0,0 0 46 15,3 0 36-15,0 1 4 0,1-2-14 16,2 0-27-16,-1 0-43 0,4-1-39 0,0 0-33 16,0 1-19-16,1-2-11 0,0 0-8 15,1 1-3-15,0-1-4 0,-1 0-4 0,0 0 1 0,-2 2-3 16,1-2 1-16,-3 1 0 0,0 2 4 16,-2-2 2-16,0 4 3 0,-3-2 4 0,0 3 0 15,0 0 0-15,-4 1-3 0,1 2-2 16,-1 1-5-16,-2-1-3 0,-2 3-2 0,0-2-2 15,-1 3 0-15,-1-1 1 0,1 1 1 16,-2 0 1-16,0 1 0 0,0-1 1 0,-3 1 0 16,2-2 0-16,-2 1-1 0,0 0-2 15,0-3-1-15,-1 0-1 0,-1 1-2 0,2-3-1 16,-2 2 0-16,0-3-1 0,0-1-2 0,-2 2 1 16,2-3-1-16,2 2-1 0,-4-3-7 15,4 0-12-15,-2 1-26 0,2 1-71 0,-4-1-81 16,2-3-157-16,-4 3-281 0,3 0-320 0,-3-3-362 15,0 3-225-15,-2-1 65 0,-3-2 668 16</inkml:trace>
  <inkml:trace contextRef="#ctx0" brushRef="#br0" timeOffset="33411.65">3926 8099 13 0,'2'-6'271'0,"-2"-1"186"0,-2 1 199 16,2 0 75-16,0 1-99 0,0 2-53 0,-2-2-34 15,2 3-45-15,-2-1-63 0,1 2-88 16,-2-1-69-16,1 2-56 0,-1 0-31 0,1 0-11 15,-1 2-8-15,1-1-1 0,1 2-7 16,-3 1-15-16,3 2-23 0,-1 1-25 0,-2 3-17 16,4 1-22-16,-2 3-15 0,2 3-16 0,2 2-13 15,-2 2-7-15,3-1-7 0,-2 3 0 16,2 3-3-16,-1-3-1 0,1 1 0 0,1-1 2 16,-1 1 0-16,2-2-2 0,-2 1 1 15,0-4 2-15,1 1-1 0,0-4-3 0,0 0-1 16,-2-3 1-16,1 1-1 0,0-5-1 15,1 1 2-15,-1-3-2 0,0 0 3 0,3-1-1 16,-3 0-1-16,2-1-1 0,-2-3 1 0,0 2 2 16,2-2-2-16,0 1 1 0,1-1 1 0,0-1 2 15,1 2-2-15,-1-1-1 0,1-1 0 16,2 0 3-16,-1 1 0 0,0 0-1 0,3-1 2 16,0 2-7-16,-1-2-6 0,2 1-2 15,-1 0 0-15,2 0-2 0,1 0-2 0,0-1 9 16,2 1 4-16,0-1 1 0,1 1 2 0,-1-1-1 15,1 1 0-15,1-1-1 0,-4 1-1 16,3 0 1-16,-1 0 1 0,1 0 6 0,0-1-1 16,0 2 4-16,-1-1 4 0,-1-1 1 15,2 0 0-15,-2 3-6 0,0-3 3 0,0 0-4 16,-2 1-4-16,1 1-4 0,-1-1 0 0,-2-2-2 16,1 0-1-16,-4 0 1 0,0 0 0 15,2 0 0-15,-4-2 1 0,0-1 1 0,1 1 1 16,-2 1 1-16,1-1 1 0,-2-2 2 0,1-1 0 15,-2 1 1-15,2 0-2 0,-3-2-1 16,3 1-2-16,-4-1 2 0,2 0-2 0,0 2-1 16,-3-2 1-16,2 2 1 0,-2-1 2 0,0-1-1 15,0 4-1-15,0-4 0 0,0 1 1 16,-2 1-1-16,2 1-2 0,-1-2 0 0,-1 0 1 16,-1-3 0-16,2 2-1 0,-1-2 0 15,-1-2 1-15,1 1 2 0,-1-2 2 0,0-1 1 16,1 1 3-16,-1-2 0 0,1 2 2 0,-1-3-1 15,0 0 0-15,-3 1 1 0,4 0 1 0,-1-2-1 16,2 1 0-16,-3-1 1 0,3 2 1 16,-1-2-2-16,2 0-1 0,-1 0-1 0,1-2-2 15,-2 2-1-15,2 0-2 0,0 0-7 16,-2 2-2-16,2-2 6 0,-1 5 0 0,-1-1 0 16,-1 0 1-16,1 2 9 0,-4 0 4 0,3 1-4 15,-2 0 3-15,-1 2 2 0,-2-1-2 16,-1-2 0-16,1 3-2 0,-2 0 0 0,-2 1-3 15,0 0 0-15,1 0-2 0,-3 1-2 16,3 0 1-16,-4 0-3 0,0 0 1 0,-1 3 1 16,0 0-1-16,-1-1 1 0,-1 2-1 0,-2 2 1 15,0-1-1-15,-1 2-1 0,-1 0-1 16,-2 3 0-16,2-1-1 0,1 2-1 0,-1 0 1 16,2-1-1-16,1-1 0 0,0 1 0 0,1-1-1 15,1-1 3-15,3-1 3 0,-2 0 0 16,3-2-1-16,-1 1 0 0,5-2-8 0,2 1-19 15,-2 1-37-15,4-2-72 0,2 0-72 0,0-2-132 16,0 1-212-16,1-2-310 0,0 0-319 16,2-2-222-16,0-2-91 0,2 1 434 0,3-2 610 15</inkml:trace>
  <inkml:trace contextRef="#ctx0" brushRef="#br0" timeOffset="35089.26">8111 8134 110 0,'0'2'346'16,"0"-2"177"-16,-2 0 137 0,2 2-116 16,0-2-160-16,0 0-79 0,0 0-43 0,0 3-25 15,2-3-20-15,-2 1-26 0,1 0-23 16,-1 0-19-16,0 2-3 0,2 1 6 0,-2 0 5 15,0 1 4-15,3-1 0 0,-3 2-13 0,1 2-26 16,-1 0-18-16,0 3-16 0,0-1-17 16,0 1-12-16,0 1-7 0,-1 1-8 0,1-2-8 15,0 1-14-15,0 2-9 0,0-2-6 0,0 1-5 16,0 2-2-16,0-2 1 0,-3 1 2 16,3 1 4-16,0-1 4 0,-2-1 2 0,2 1 4 15,0-2-2-15,0-1-1 0,0 0-3 16,0 1 0-16,0-4-3 0,0 1-1 0,0-1-3 15,0-1 2-15,0-3-6 0,2 2 0 16,-2-3 0-16,0 2-3 0,3-3 3 0,-2 2-3 16,-1-2 4-16,3 2-3 0,-1-2 2 15,0 2 1-15,1-2 2 0,0 1 0 0,0-1-2 16,1 0 7-16,0-2 1 0,1 3 3 0,-2-2 1 16,3-1 2-16,-1 2 4 0,2-1-8 15,-1-1-2-15,0 2-5 0,0-2-1 0,-1 0 1 16,3 2-5-16,-3-1 5 0,4 0-3 15,-1 1 2-15,0 0-3 0,0-1 3 0,3 0 2 16,0 3 10-16,3 0 29 0,1-1 14 0,0 1 12 16,1 1 0-16,0-1 10 0,3 1 12 15,2-1 11-15,-1-1 4 0,1 2 5 0,2-3 12 16,1 2-1-16,-3-2-14 0,4 0-26 0,-3 1-16 16,3-1-11-16,-3 2-20 0,-1-2-11 0,3-1-13 15,-2 1-5-15,-3-2-3 0,1 0-3 16,-1 0-2-16,-3-2-1 0,0 1 2 0,-2-1 0 15,-4-2-2-15,-1 2-1 0,-1-1 2 16,-3 0 1-16,0-2-4 0,-2 4-2 0,-3-4-19 16,0 1-51-16,0 1-60 0,-3 0-52 0,-2 0-97 15,-1-1-162-15,-2 1-241 0,-3-2-241 16,0 1-218-16,-1-2-179 0,-2 0 163 0,0-3 495 16</inkml:trace>
  <inkml:trace contextRef="#ctx0" brushRef="#br0" timeOffset="35623.18">8139 8168 271 0,'-1'-4'500'16,"-1"0"202"-16,0 1 72 0,2 0-195 0,2-2-136 16,1 0-66-16,0 2-21 0,3-2-7 0,2 0-19 15,0 0-29-15,2 1-42 0,4 1-43 16,0 0-29-16,5 0 11 0,3 1 28 0,-1 1 1 16,4-1-9-16,2 1-22 0,0 0-24 15,1-1-45-15,1 1-49 0,-1-1-27 0,-1 1-17 16,0-2-7-16,0 0-9 0,0 0-7 0,-2-2 4 15,0 1 2-15,-1-2 0 0,0 4 0 16,-2-3 1-16,-2 3 0 0,-2-2-9 0,1 2-5 16,-5 2 0-16,2 0-1 0,-3 0 5 15,-1 2 5-15,-1 2 4 0,-3-2 0 0,3 3 2 16,-3-3 0-16,0 4-4 0,0 0-1 0,1 0-3 16,-2 0-1-16,-1 0 0 0,1 1 0 0,0 1 0 15,0-3-1-15,-1 3 1 0,-1 0 2 16,1 1-1-16,0-2 1 0,-1 1-1 0,-2 0 3 15,2 0 0-15,-2 1 2 0,-1 0 0 16,-2 0 0-16,2 1 0 0,-2 1-3 0,-2 3-1 16,2-1-1-16,-2 4-3 0,1-3-1 0,-2 5-1 15,-1-1 0-15,1 1-2 0,-2 0-1 16,1 3-1-16,-1-1-1 0,2 1 0 0,-2-1-2 16,2 2-1-16,1-1-2 0,-1 0-12 15,0 0-21-15,1-4-60 0,-1 0-75 0,-1-4-148 16,-1-1-275-16,3-4-314 0,-1-5-374 0,1-4-287 15,1-4-14-15,-2-5 663 0</inkml:trace>
  <inkml:trace contextRef="#ctx0" brushRef="#br0" timeOffset="37692.48">215 8072 88 0,'0'0'311'0,"-4"-5"173"15,-2 1 172-15,0 2-51 0,6 2-53 16,0 0-23-16,4-2-27 0,1-1-39 15,3 0-62-15,-1 1-72 0,-3 1-71 0,2 0-49 16,-1-1-3-16,3 1 23 0,2-2 20 16,5 1-5-16,3 1-12 0,2-3-23 15,4 1-43-15,-2-1-48 0,-1 0-37 16,4 3-24-16,-3-3-16 0,-1 4-7 0,-2 0 0 16,0 2 5-16,-7 1 4 0,0 1 6 0,-3 2 5 15,-3 3-2-15,-4 2-6 0,-4 3-7 16,-1 2-10-16,-3 3-7 0,-4 2-9 0,1 1-5 15,-2 5-4-15,-5-2-2 16,3 0-1-16,-4 2-1 0,1 0 2 0,-1-4 1 16,1 4 0-16,0-5 0 0,3 0 0 0,-1-3-1 15,3-2-2-15,0-1 0 0,5-3-2 16,1-1 0-16,2-4 1 0,1 1-2 16,2-3-1-16,0 0 1 0,2-1 0 15,3 0 1-15,1 0-1 0,3-2 0 16,1-2 2-16,1 1 0 0,0-1 0 0,2-2 0 15,2-1 1-15,0 1 0 0,3-4-1 16,0 1 0-16,3-1-1 0,-3-2-7 0,2 1-12 16,-2 0-23-16,-1-2-56 0,-2 2-68 15,0-1-109-15,-3-1-173 0,2 2-296 0,0 0-326 16,-2 2-271-16,-3-1-164 0,-4 0 274 16,-1 0 628-16</inkml:trace>
  <inkml:trace contextRef="#ctx0" brushRef="#br0" timeOffset="37990.48">714 7944 440 0,'0'0'989'16,"-3"-3"301"-16,3 3 30 0,-5 2-226 0,-1 4-371 15,3 3-239-15,-3 5-127 0,1 6-76 16,0 1-79-16,0 6-67 0,0 2-37 0,2 2-23 15,3 3-16-15,2 0-11 0,1-2-9 16,2 1-13-16,3-3-9 0,4-1-5 0,-1-2-4 16,5-3-8-16,0-4-5 0,1-3-2 15,3-2 2-15,0-4 1 0,2-4 1 0,0-4 4 16,2-3 2-16,0-4 2 0,-1-5-11 16,0-5-14-16,-1-3-27 0,0-2-62 0,-5-2-65 15,1-4-110-15,-4 0-173 0,-2 0-300 16,-4 0-319-16,-1-1-252 0,-6 3-167 0,-2 1 270 15,-4 2 617-15</inkml:trace>
  <inkml:trace contextRef="#ctx0" brushRef="#br0" timeOffset="38209.16">621 8110 35 0,'-10'14'549'0,"5"-4"458"0,2-1 192 16,3-1-70-16,2-2-352 0,1 0-302 0,0-1-176 15,4-4-62-15,1 0-17 0,4-2-24 16,3-2-21-16,2-2-27 0,2-1-33 16,5-2-40-16,-1-1-31 0,1-1-12 0,-2 1-16 15,2 0-27-15,-2 0-54 0,-4 2-66 16,0 1-149-16,-2 1-246 0,-5 2-298 0,-1 3-298 16,-5 2-229-16,-1-1 13 0,-7 4 522 15</inkml:trace>
  <inkml:trace contextRef="#ctx0" brushRef="#br0" timeOffset="38415.66">670 8196 78 0,'-7'1'590'0,"7"-1"405"0,0 0 151 16,4 4-81-16,0 0-389 0,3-2-279 15,4 2-167-15,0-2-76 0,3 1-41 0,2-3-21 16,3-3-19-16,1 1-31 0,2-2-18 15,1-2-9-15,2 1-8 0,-1-5-3 0,1 3-14 16,-1-2-55-16,-2 2-127 0,-2-1-161 16,1 0-292-16,-3 4-273 0,-1-1-232 15,-4 3-22-15,-3-2 367 0,-5 2 420 0</inkml:trace>
  <inkml:trace contextRef="#ctx0" brushRef="#br0" timeOffset="38927.6">1038 7950 104 0,'0'0'445'16,"0"0"280"-16,7 3 227 0,-1 1-7 16,4 2-232-16,0 5-171 0,0-1-111 0,0 5-56 15,2 4-36-15,-1-1-44 0,2 5-36 16,-2 3-27-16,2 0-27 0,-1 4-36 0,-2-1-44 15,1 4-40-15,-2-1-34 0,-1-1-21 0,0 0-11 16,-3-2-3-16,1-4-2 0,-1-2-2 16,-2-4 1-16,0-4 1 0,-1-4 2 15,-2-2-4-15,0-9-4 0,0 0-2 0,0 0-4 16,-3-9-3-16,-2-4 0 0,0-5 1 16,-1-7 0-16,1-3 4 0,0-6-1 0,1-1 1 15,0-2-1-15,1-4-3 0,0 2 0 0,3 0-1 16,0 1-1-16,1 4 2 0,1 3-1 15,3 0 0-15,0 6-2 0,0 2 0 16,1 1 0-16,0 2 0 0,0 6-1 0,1 2-1 16,-2 1 4-16,1 5 2 0,-2 4 4 15,-4 2 0-15,4 3 3 0,-3 6 3 0,-2 2 6 16,-1 4 9-16,-2 5 6 0,-1 3 9 16,0 2 8-16,-3 3 7 0,1 4 1 0,0 2-4 15,1 1-5-15,-1 0-6 0,4 1-11 16,-2-4-7-16,3 0-10 0,2-2-7 0,2-5-4 15,3 0-3-15,1-6-2 0,4-1-1 16,1-6-1-16,2-3-2 0,4-3-4 0,-1-5-15 16,6-4-35-16,-2-1-67 0,1-5-71 0,-4-3-122 15,-2-4-181-15,0-2-305 0,0-2-304 0,2-3-225 16,1-2-113-16,-1-1 340 0,0-2 571 0</inkml:trace>
  <inkml:trace contextRef="#ctx0" brushRef="#br0" timeOffset="39272.73">1541 7994 308 0,'0'19'812'0,"-2"-1"354"0,1 2 41 16,-4 3-270-16,0 4-232 0,4 2-158 0,-1 1-116 15,5 0-77-15,-3-1-58 0,2-1-54 0,-2-3-70 16,3-3-72-16,0-2-43 0,0-3-28 16,2-2-13-16,0-4-7 0,0-1-5 0,4-5-2 0,-2-1-1 15,1-4 0-15,1-2 0 0,-1-3-1 0,0-3 3 16,-2-6 0-16,1-1 1 0,0-4-10 0,-4-2-4 15,2-3-3-15,-5-1-1 0,0-1-1 16,-1 2-2-16,-4 0 7 0,0-1 6 0,-4 5 5 16,-1-1 3-16,-1 1-1 0,-3 0 3 0,-1 4 6 15,0 0 2-15,-1 3 4 0,-1 0 2 0,2 2 8 16,-2 3 3-16,4 4-3 0,-1 2-4 0,1 2-4 16,1 1-3-16,2 2-9 0,2 4-6 0,2-1-4 15,0 2 0-15,4 1-3 0,1 2-4 0,4-1-9 16,1 1-23-16,1-1-57 0,0 2-60 0,3 0-67 15,-5-1-114-15,4-1-169 0,0 2-264 0,-2-1-240 16,3-1-216-16,3-2-125 0,0-1 258 0,2 1 521 16</inkml:trace>
  <inkml:trace contextRef="#ctx0" brushRef="#br0" timeOffset="39524.17">1810 8067 402 0,'3'0'936'0,"0"0"295"0,-1-1-39 16,1-2-321-16,-3 1-316 0,3 2-236 0,-1-2-127 16,3 0-48-16,1 0-30 0,0-2-13 0,4 0-17 15,-2 0-18-15,2-3-18 0,0 2-17 0,0-2-13 16,2 1-8-16,-1-1-5 0,2 1-8 0,-4 2-16 15,1 0-31-15,1 4-34 0,-5-3-89 0,2 6-129 16,-5-3-194-16,1 4-280 0,-1 5-255 0,0-1-201 16,-3 0 98-16,0 2 407 0</inkml:trace>
  <inkml:trace contextRef="#ctx0" brushRef="#br0" timeOffset="39724.67">1843 8271 15 0,'-3'3'557'0,"0"1"526"0,-1-2 217 16,0 0-113-16,1 0-347 0,1 0-346 0,2-2-194 16,2 0-94-16,1-2-40 0,3-1-25 0,-1 0-18 15,3-1-18-15,0-2-33 0,1 0-26 0,2-2-19 16,1 1-12-16,1-2-12 0,0 1-43 0,3 0-44 16,-3 3-61-16,1-1-136 0,0 1-189 0,-3-1-306 15,5 2-253-15,-3 1-233 0,2-2-38 0,1 2 411 16,3 0 493-16</inkml:trace>
  <inkml:trace contextRef="#ctx0" brushRef="#br0" timeOffset="40139.51">2358 7853 39 0,'-17'7'609'0,"0"1"515"16,2 0 178-16,-2 2-115 0,3 4-299 16,3 2-305-16,0 0-166 0,3 5-91 0,1 0-50 15,3 4-41-15,2 4-51 0,2 2-60 0,3 3-40 16,2-1-27-16,1 4-18 0,6-4-13 0,2 0-10 16,0-4-7-16,5-3-6 0,0-5-2 0,0-2-1 15,3-8-1-15,2-3 0 0,-2-7-1 16,2-4-1-16,-1-6-2 0,-2-3-1 0,-4-7-6 15,0-1-5-15,-4-3-2 0,0-3-1 0,-5-1 0 16,-2-3 3-16,-4 2 7 0,-2-3 6 0,-2 3 3 16,-3-1 3-16,-3 2 2 0,-4 0-1 15,-3 0 1-15,-2 2 2 0,-2-2 6 0,-1 1 3 16,-2 2 4-16,0 2 4 0,-1 2 3 0,1 4 1 16,0 4-8-16,0 6-5 0,-2 5-5 0,4 5-6 15,-2 9-4-15,1 5-5 0,2 8-4 16,3 4-14-16,2 2-44 0,1 2-74 0,4 1-114 15,1-2-201-15,5 0-299 0,1-1-347 0,2 0-322 16,0-2-136-16,2 0 366 0,1-2 679 0</inkml:trace>
  <inkml:trace contextRef="#ctx0" brushRef="#br1" timeOffset="57329.19">3751 7893 118 0,'0'1'289'0,"2"-1"131"16,-2 0 61-16,2 0-103 0,-1 0-66 0,-1 0-30 16,0 0-15-16,2 0 2 0,-2 0 2 15,0 0 20-15,1 2 2 0,-1-2-3 0,2 0-10 16,-2 0-17-16,0 0-20 0,0 0-36 0,0 0-29 16,0 0-30-16,0 0-26 0,0 0-28 15,0 0-21-15,0 1-22 0,0-1-14 0,0 2-12 16,0-1-14-16,2 2 0 0,-2 0-4 0,0 0-6 15,1-1-1-15,-1 4 0 0,0-1 0 0,2 1-2 16,-2-2-2-16,0 2 4 0,3 0-4 16,-3 1-9-16,2 0-24 0,-1 1-37 0,-1 0-48 15,0-1-62-15,0 0-79 0,0-1-77 0,0 1-63 16,0-1-48-16,0 1-14 0,0-1-44 16,0 0-120-16,-1 0-44 0,-1-2 54 0,0 1 135 15,1-3 152-15</inkml:trace>
  <inkml:trace contextRef="#ctx0" brushRef="#br1" timeOffset="57560.38">3758 8103 154 0,'1'7'305'0,"-1"-1"124"0,2 2 23 15,-2-2-123-15,0 0-84 0,0 0-53 16,0-1-35-16,0-1-31 0,2 2-25 0,-2-2-30 15,0-1-25-15,1 1-21 0,-1-2-16 0,0 2-5 16,2-3-4-16,-2 2 0 0,0-3 0 0,0 1-8 16,0 1-24-16,0-2-12 0,0 1-48 15,0 0-114-15,0-1-226 0,0 2-99 0,0-1 12 16,0 1 81-16,0 0 146 0</inkml:trace>
  <inkml:trace contextRef="#ctx0" brushRef="#br1" timeOffset="57761.21">3786 8281 39 0,'2'1'269'0,"-1"-1"151"0,1-1 132 0,0 1-73 16,-1-1-149-16,1-1-113 0,-2 0-78 0,0 0-38 16,1 0-29-16,1 1-28 0,-2-1-18 0,2-1-8 15,-1 2-9-15,-1-1-5 0,3 1-2 0,-1-1 0 16,-1 2-2-16,-1-2-17 0,2 2-27 15,-1 0-28-15,1 2-47 0,0-2-74 0,-1 3-118 16,-1-1-144-16,2 1-52 0,-2-2 48 0,1 2 115 16</inkml:trace>
  <inkml:trace contextRef="#ctx0" brushRef="#br1" timeOffset="57963.52">3875 8325 180 0,'5'0'306'0,"-1"0"114"0,3 0-18 0,0 0-102 15,-2-1-75-15,0 1-40 0,1 0-50 16,1-2-29-16,-2 2-32 0,2-2-31 0,0 2-26 16,-1 0-25-16,0-1 10 0,2 1 2 0,-2-1 2 15,1 1 0-15,-2 0 0 0,1-2 3 16,0 2-9-16,-3-2 0 0,2 2-25 16,0 0-56-16,-2 0-138 0,0 2-203 0,2-2-78 15,-2 2-1-15,3-1 100 0,-3-1 145 0</inkml:trace>
  <inkml:trace contextRef="#ctx0" brushRef="#br1" timeOffset="58422.2">4141 8297 5 0,'10'0'184'0,"-3"-3"88"0,1 3 68 16,1 0-65-16,1 0-90 0,-1 0-57 0,-1 3-28 15,3-3-16-15,-3 0-16 0,2 0-5 0,-1 2-22 16,-1-2 2-16,2 0-4 0,-1 2-5 15,0-2 1-15,-2 0 2 0,1 0-1 0,-1 0-13 16,0 0-9-16,-1 0 0 0,-1 0-6 0,1-2-2 16,0 2-2-16,-1-2 3 0,0 2 1 15,-2 0 0-15,0 0-8 0,2 0-16 0,-3-3-23 16,3 3-30-16,-1-1-21 0,-1 1-47 16,0-1-75-16,2 1-53 0,-2-1-19 0,2-2 25 0,0 3 29 15,3-1 59-15,-2 1 81 0,-1 0 89 16,1-1 79-16,1 1 69 0,0 1 63 15,-2-1 55-15,1 1 33 0,-1 3-38 0,2-3-84 16,-1 3-55-16,-2-4-29 0,1 4-10 0,0-4-3 16,-2 3-10-16,2-2 17 0,-3 1 4 15,1 1-6-15,1-1-16 0,-2-1-12 0,1 0-16 16,0 1 12-16,-1-2 2 0,1 0-1 0,0 0-2 16,-1 0 0-16,1 0 4 0,-1-2-26 15,1 1-6-15,1 0-8 0,0-1-17 0,0 2-24 16,0 0-32-16,-1-2-36 0,0 2-43 15,2 0-54-15,0 2-63 0,1-2-82 0,-2 0-97 16,0 2-34-16,0-2 57 0,1 1 108 0</inkml:trace>
  <inkml:trace contextRef="#ctx0" brushRef="#br1" timeOffset="58593.68">4594 8310 11 0,'4'0'207'0,"-3"2"113"16,2-2 74-16,0 0-39 0,-1 0-107 0,-1 0-91 15,1 0-61-15,-2-2-29 0,3 2-16 0,-3 0-12 16,2-2-5-16,-1 1-7 0,1 1 1 15,-1-2-9-15,1 1 1 0,-2-2 1 0,2 3 3 16,-1 0-2-16,1-2-3 0,-2 2 3 16,0-2-10-16,2 2-7 0,-2 0-5 0,1 0 4 15,-1 0-2-15,3 0-2 0,-3 0 2 0,2 0 0 16,-2 0 2-16,4 0 4 0,-4 0-2 16,2 0-8-16,-2 0-28 0,0-3-60 0,1 2-140 15,-1-1-179-15,0-2-65 0,0-1 26 16,0-1 101-16</inkml:trace>
  <inkml:trace contextRef="#ctx0" brushRef="#br1" timeOffset="58778.34">4654 8151 94 0,'0'-4'347'0,"0"1"194"0,0 1 157 16,0-2-111-16,0 0-175 0,-1 1-123 0,-1-2-87 15,2 0-61-15,-1 0-43 0,-1-1-36 16,2-1-27-16,-2-1-16 0,2 1-7 0,0-2-20 15,-1 2-49-15,-1-4-70 0,2 3-133 16,-3 1-260-16,1 1-163 0,2-2-45 0,-1 1 110 16,1 0 209-16</inkml:trace>
  <inkml:trace contextRef="#ctx0" brushRef="#br1" timeOffset="59002.23">4661 7868 78 0,'-2'-2'367'0,"-1"-3"216"0,1 2 165 0,-1 0-80 16,0 1-221-16,1-4-170 0,-1 2-107 0,0-3-63 16,1-1-47-16,-2 1-26 0,2-4-21 15,2 2-9-15,-1-1-4 0,-1-1-4 0,2 0 4 16,0 3 0-16,-1 0-12 0,1 1-20 16,-2 1-34-16,2-1-44 0,0 5-47 0,-2-1-53 15,2 0-70-15,-1 3-109 0,-1 0-143 0,-1 1-49 16,1 1 57-16,-1-1 126 0,0-1 152 15</inkml:trace>
  <inkml:trace contextRef="#ctx0" brushRef="#br1" timeOffset="59260.97">4537 7735 142 0,'-9'1'369'16,"-2"1"211"-16,-2 0 180 0,0-1-39 0,-1 2-47 16,2-1-54-16,-4-1-76 0,3-1-80 0,-3 0-80 15,2 0-102-15,-2-1-70 0,-1 1-47 16,0 0-23-16,-1 0-25 0,-1 0-19 0,-2-2-17 15,1-1-25-15,-4 2-19 0,1-1-20 0,0-1-10 16,-2 1-6-16,0 0-8 0,-2 0-3 16,0 1-3-16,0 1-4 0,2 0-16 0,-2 1-18 15,0 1-15-15,2 0-12 0,1 0-8 0,1 1-3 16,2 2 20-16,2-2 18 0,3 1 19 16,-1-1 16-16,2 0 10 0,1 0 4 0,3-1 2 15,-1 3-7-15,2-3-7 0,2 2-20 0,0-4-39 16,-1 0-87-16,1 0-119 0,1-3-130 15,-1 2-233-15,1-1-265 0,-1-3-185 0,1 0 58 16,-1 1 294-16,-1-4 339 0</inkml:trace>
  <inkml:trace contextRef="#ctx0" brushRef="#br1" timeOffset="63177.37">4664 7930 53 0,'0'-1'258'0,"0"1"127"0,0-1 119 0,0 1-96 0,0 0-128 16,0-2-83-16,0 2-29 0,3 0-18 16,-3-2-11-16,1 2-23 0,-1 0-19 15,0 0-23-15,2 0-21 0,-2 0-18 0,0 0-19 16,0 0-5-16,0 0-9 0,0 0-2 0,0 0-3 15,0 0-3-15,0 0-14 0,0 0-30 0,0 0-16 16,1 0-43-16,1 2-85 0,0-2-215 16,-1 2-134-16,3-1-17 0,-1-1 62 0,0 0 144 15</inkml:trace>
  <inkml:trace contextRef="#ctx0" brushRef="#br1" timeOffset="63646.75">4686 7916 29 0,'3'1'220'0,"-1"0"100"0,1 0 92 15,3 2-94-15,-3-3-144 0,2 4-56 16,0-1-29-16,1 0-10 0,-1 0-11 0,1 1-11 16,2 0-6-16,-3 0-15 0,3-1-15 15,1 1-7-15,-3-1-8 0,2 0-2 0,2 0 0 16,-1-1-4-16,1-1 0 0,0-1 2 0,0 0 8 15,0-3-10-15,1 1-32 0,0-1-72 16,0 1-201-16,-1-3-115 0,2 3-26 0,-2-3 59 16,-1 2 115-16</inkml:trace>
  <inkml:trace contextRef="#ctx0" brushRef="#br1" timeOffset="64109.99">5135 7966 192 0,'6'2'287'16,"1"-2"100"-16,-1 0-71 0,3 1-107 15,-2-1-65-15,-1 0-43 0,2 0-33 0,1-1-25 16,-1 1-18-16,0-2-9 0,0-1-4 16,1 0-4-16,1 0-1 0,0-1-1 0,0 0-2 15,0 0-2-15,0 0 2 0,-1 1-4 0,1 1 2 16,-2 1 2-16,1-1 4 0,-1 2 4 15,0 2-1-15,0-1 5 0,-2 2-2 0,3 1 0 16,-2 0-3-16,-1-1-16 0,1 1-17 0,0-1-21 16,-2 0-24-16,1 0-25 0,-1 0-5 15,2 0 8-15,0-1 14 0,-2 1 43 0,0-2 35 16,1 0 14-16,-1 1 10 0,3 0 10 0,-4-1 13 16,3-1-12-16,-1 1 5 0,-1-1 16 15,2 2 17-15,0-2 8 0,1 2 38 16,-3-2 19-16,1 2 14 0,2 2-17 0,-2-3-18 15,-1 0-15-15,2 2-48 0,-1-3-26 0,0 2-28 16,0 0 7-16,-1-2 3 0,0 3-4 0,0-3 3 16,0 1-1-16,1-1-2 0,-3 0-3 15,3 0 0-15,-3 0 1 0,2 0-1 0,0 0 1 16,-2 0-5-16,3 0 6 0,-1 2-1 0,0-1-11 16,-2 1-27-16,2 1-43 0,1 2-47 15,0-1-64-15,-1 0-112 0,2 3-150 0,-3 0-76 16,3-1 39-16,2-1 108 0,-1 1 131 15</inkml:trace>
  <inkml:trace contextRef="#ctx0" brushRef="#br1" timeOffset="64293.78">5755 8118 122 0,'6'4'274'0,"-1"0"106"0,1 0 16 0,0-2-103 16,-1 2-82-16,-2-4-54 0,2 5-25 16,0-4-8-16,0 1-19 0,1 1-21 0,-2-3-23 15,3 4-16-15,-1-4-20 0,-1 0-10 0,4 0-3 16,-4 0-4-16,2 0-7 0,-1 0 1 15,0-4 4-15,2 4 0 0,-2-3 2 0,-1 2-14 16,0 0-11-16,1-3-32 0,2 2-44 0,-3 2-79 16,0-2-148-16,-2 0-137 0,3 1-32 15,-3 0 63-15,2-1 120 0</inkml:trace>
  <inkml:trace contextRef="#ctx0" brushRef="#br1" timeOffset="64675.27">6009 8172 66 0,'5'6'247'0,"3"1"115"15,-4-1 70-15,3-1-102 0,-1 0-106 0,-1 0-72 16,0-2-36-16,-1 1-23 0,1 0-17 0,0-3-19 16,0 3-16-16,-2-4-13 0,2 2-13 15,0-2-1-15,1 2-8 0,-2-2 0 0,1 0-4 16,0 0 0-16,0 0 7 0,1 3 1 16,0-3 0-16,-1 1 0 0,-2-1 3 0,2 2 22 15,0 1-2-15,0-1-6 0,-1-1-11 0,1 0-10 16,0 3-10-16,-2-3-27 0,2 2-10 15,-2 0 6-15,0 0 8 0,2 0 11 0,-1-1 5 16,1 0 5-16,-2 1 4 0,1 0-2 16,-1 0 2-16,0 2 2 0,0-3 10 0,0 0 9 15,3 1 10-15,-4 0 10 0,1 0 8 0,0 1 7 16,1-3 0-16,0 1-2 0,-2 1-4 16,1-1-8-16,0 0-6 0,2-2-10 0,-4 3-9 15,2-2-1-15,-1-1-7 0,1 0 1 16,-1 0 1-16,1-1 2 0,-1-2 1 0,-1 1 1 15,-1 0-8-15,0-2-27 0,0-1-35 0,-1 3-68 16,-1-3-141-16,2 0-214 0,-3 3-95 16,1-3 25-16,2 2 117 0,0 0 161 0</inkml:trace>
  <inkml:trace contextRef="#ctx0" brushRef="#br1" timeOffset="65326.4">6521 8307 31 0,'2'0'321'0,"1"0"205"16,-1 1 162-16,-1-1-28 0,4 2-220 15,-3-2-167-15,4 2-103 0,0-1-56 16,1 0-31-16,-1 1-15 0,4-2-14 0,-1 0-15 16,2 0-13-16,0-3-7 0,2 0-28 0,-2 0-15 15,3 0-10-15,0 0 17 0,-2-1-9 0,2 1-38 16,-3 2-42-16,1 0-101 0,1 2-259 16,-3 0-187-16,0 2-59 0,0-3 93 0,1 2 198 15</inkml:trace>
  <inkml:trace contextRef="#ctx0" brushRef="#br1" timeOffset="65573.59">6999 8235 118 0,'11'2'325'0,"-1"-2"142"0,-1 1 110 15,2 0-182-15,0 1-153 0,-1 0-97 16,2-1-54-16,-2 0-38 0,1 3-15 0,1-3-18 15,0 0-9-15,-1 1-3 0,1-1-2 16,-2 1-4-16,2-2-10 0,0 1-17 0,-3-1-25 16,3 1-36-16,-2-1-45 0,1 0-79 0,0 0-111 15,-1 0-96-15,-1 0-29 0,2 0 58 0,-1 0 104 16</inkml:trace>
  <inkml:trace contextRef="#ctx0" brushRef="#br1" timeOffset="65825.53">7426 8281 232 0,'17'6'395'0,"-1"-1"147"15,1 0-19-15,0 2-128 0,0-3-93 0,-1 0-46 16,-1 0-36-16,0-2-11 0,0-2 13 16,0 0 16-16,0-2-12 0,0-1-33 0,0 0-24 15,-2-2-32-15,1-1-34 0,-1 0-41 16,-2 0-25-16,3-1-14 0,-4-1-9 0,2 1-6 16,0-1-1-16,-3 1-4 0,3 1-1 0,-2 0-12 15,1 1-20-15,0 1-32 0,-1 1-41 0,-1 3-41 16,2 0-36-16,0 3-32 0,1 1-16 15,0 1 4-15,-1 1 29 0,2 0 32 16,-2 1 29-16,0 1 37 0,1 1 29 16,-2-2 20-16,1 0 16 0,0-1 7 0,0 1 4 0,-1-1 5 15,-1-1 3-15,-1-1-6 0,0-2-31 16,-1-1-51-16,0-1-126 0,-2-1-199 0,1-1-90 16,-2-2 13-16,0-1 104 0,1-1 144 15</inkml:trace>
  <inkml:trace contextRef="#ctx0" brushRef="#br1" timeOffset="73812.49">3568 8026 84 0,'0'0'269'15,"-2"0"120"-15,1 2 104 0,-1-2-166 0,1 1-117 16,-1-1-62-16,0 2-30 0,-2-2-7 0,2 0 1 15,1 0-9-15,-1 0-6 0,1 0-7 0,-1 0-13 16,0 0-11-16,1 0-2 0,1 0 9 0,-2 0 16 16,2 0 11-16,-1 0 12 0,1 0 6 15,-2 0 3-15,2 0 1 0,0 0-6 0,-2 0 0 16,2 0-1-16,0 0-2 0,0 0-5 0,0 0-5 16,0 0-8-16,-1 0-10 0,1 0-10 0,-2 0-14 15,2 0-12-15,0 1-10 0,-3 0-7 16,3-1-15-16,-2 2-4 0,2-1-2 0,-4 3-2 15,2-3-1-15,1 2-2 0,-1 2-1 0,2-3 1 16,-1 3-1-16,-1-2 0 0,0 1 1 0,1 1-1 16,-1-1 2-16,2 0-1 0,-1 2 0 0,-1 0-1 15,2-1 2-15,0 1-2 0,0-2-1 16,0 1-1-16,0 2 4 0,0-3-1 0,0 2-2 16,2 0 1-16,-1 1 3 0,-1 2 0 0,2 1 0 15,-1-1-3-15,1 0 3 0,1 2 2 0,0 2-4 16,3-1 1-16,-3 3 0 0,2 0 4 15,0 1-2-15,0 1-1 0,1 0 0 0,2-1 1 16,-3 2-4-16,1-3 1 0,-1 0-1 0,0-2 2 16,0-1-3-16,1-1-1 0,-3-1-1 0,2-1-1 15,-2 0 0-15,0-3 2 0,0 0-2 16,1 1 3-16,-3-2 1 0,2-1 0 0,-3-2-1 16,3 0 1-16,-1 2 1 0,-1-2-2 0,-1-2 5 15,0 1 15-15,0 1 8 0,0-2 8 16,0 0 4-16,0 0 1 0,0 0-5 0,0 0-13 15,0 0-11-15,0 0-7 0,0 0-4 0,-1 0-2 16,-1-2-4-16,2 2-7 0,0-1-25 0,-3 1-48 16,3-2-67-16,0 2-81 0,0-4-95 0,0 4-101 15,0-2-135-15,0 2-211 0,-1 0-79 16,-1-2 67-16,1 2 198 0,-3 0 225 0</inkml:trace>
  <inkml:trace contextRef="#ctx0" brushRef="#br1" timeOffset="74150.33">3521 8485 139 0,'3'0'308'0,"1"-2"114"0,-2 2 36 15,1 0-161-15,-1 2-127 0,1 0-74 0,0-1-33 16,0 2 4-16,2 2 11 0,0-2 22 15,3 1 10-15,-2 2 16 0,0 1 12 0,1-1 14 16,2 1 4-16,-1-1-13 0,0 2-11 0,0-1 0 16,1-1-5-16,-2 1-24 0,-1-1-21 0,1-1-15 15,0-1-6-15,-2-1-22 0,0 0-18 16,-2 0-6-16,0-3-1 0,2 1 17 0,-2-2 12 16,-1-2 12-16,4-3 6 0,-3-1 4 0,0-4 0 15,-1 0-19-15,1-6-13 0,0 1-10 0,0-3-22 16,1 0-62-16,-1 1-89 0,0 0-153 0,1 0-277 15,-1 1-203-15,2 3-98 0,-5 1 111 0,0 5 252 16</inkml:trace>
  <inkml:trace contextRef="#ctx0" brushRef="#br0" timeOffset="119431.74">17441 774 27 0,'5'-5'480'16,"1"5"452"-16,-6-5 278 0,0 4-1 0,0-4-233 15,-2 3-249-15,0-2-176 0,-2 2-126 16,-1-2-83-16,-1 2-62 0,-2-3-89 0,0 1-52 16,-3-1-28-16,0 2-17 0,-2-1-13 15,-1 0-17-15,-3 2-14 0,-3-1-14 0,-2 2-10 16,0 1-8-16,-2 0-6 0,-3 1 0 15,-1 2-2-15,0 0 0 0,-2 3-2 0,0 3 0 16,0 1-3-16,0 2-1 0,1 0-1 16,4 1-1-16,1-1 0 0,3-3-2 0,3 4 1 15,3-4-1-15,1 2 1 0,5-3-1 0,1 1-1 16,4 3 1-16,4-1-1 0,4 1 0 0,4 2 0 16,1 1 0-16,5 0 1 0,1-1 0 0,5 0 0 15,1-1 0-15,3 1 1 0,1-2-1 0,2 0 1 16,-1 1-1-16,1-2 0 0,0-1 0 0,-3 1 0 15,1-1 1-15,1 1-1 0,-5-2 0 0,-1 0 2 16,-1-1-1-16,-5 2 0 0,-2-2 4 0,-2 2-1 16,-4-2-1-16,-2 3 0 0,-3 0 0 0,-4-1 0 15,-5 4-4-15,-2-1 1 0,-4 2 2 0,-3 0 1 16,-4 2 1-16,-4-1 2 0,-2 4 0 0,0-5 1 16,-6 4-1-16,2-2 0 0,-3 1-1 0,1-4-1 15,2 2-1-15,1-2-1 0,0-5 0 0,1 2-1 16,7-2 0-16,1 0 0 0,2-3-1 0,7 0-1 15,0-4-2-15,3 2 0 0,4-2 2 0,4 1-1 16,2-1-3-16,6-1-6 0,3-1-16 0,3 0-20 16,4-1-37-16,1-3-69 0,4 1-83 15,-1-3-151-15,0 0-265 0,2 0-316 0,2-1-353 16,2 2-244-16,1-1 28 0,1 0 645 0</inkml:trace>
  <inkml:trace contextRef="#ctx0" brushRef="#br0" timeOffset="119881.35">17596 1202 486 0,'0'-6'1001'0,"-2"-1"321"0,-1 3 60 0,0-1-312 16,0 2-345-16,-1 3-220 0,1 0-133 0,-3 1-89 16,0 4-91-16,-1 1-57 0,2 3-33 15,1 4-20-15,-1 1-15 0,2 3-12 0,-2 2-5 16,2 2-9-16,2 2-7 0,-1-1-8 0,4-1-5 15,-1 0-4-15,2-2-9 0,3-5-4 0,2 0-1 16,2-3-2-16,2-2 0 0,1-6 0 0,0-1 0 16,4-4 0-16,2-1-3 0,-1-6-5 0,0-2-4 15,2-4-5-15,0-3-1 0,0-2-1 0,-3-2 0 16,0 0 6-16,-3-1 4 0,0 2 4 0,-3-1 2 16,-3 2 1-16,1 1 1 0,-4 3 1 0,0 1 0 15,-2 3 1-15,1 2-1 0,-3 2 1 0,-1 1 0 16,3 5-1-16,-3-1-1 0,0 3 0 0,2 3-1 15,-2 2 0-15,0 5 0 0,0 4 2 0,2 2 1 16,0 6 0-16,-2 3 1 0,0 3 2 0,2 2 3 16,-2 3 1-16,2 3 4 0,-2 3 1 15,0 3-1-15,1-1-3 0,1 1-8 0,-1 1-2 0,1 1-4 16,0-2-3-16,2-2 3 0,1-1 4 16,0-3 0-16,1-1-7 0,-1-5-14 0,0-5-22 15,-4-1-58-15,2-6-76 0,-1-2-93 0,-2-7-178 16,-2-1-292-16,-1-3-330 0,3-7-290 0,-3-2-176 15,1-7 174-15,-1-4 681 0</inkml:trace>
  <inkml:trace contextRef="#ctx0" brushRef="#br0" timeOffset="120697.16">18449 873 329 0,'5'-3'807'0,"0"0"367"0,-3-1 75 16,-1-2-167-16,4-1-246 0,-5 1-218 15,0 0-154-15,-5-1-103 0,0-3-67 0,1 0-90 16,-3 2-53-16,1-1-29 0,-3 3-17 0,-1 0-14 16,-3 1-15-16,-1 3-15 0,0 5-14 15,-3 2-9-15,0 4-8 0,0 1-4 0,0 5-2 0,-1 1-22 16,0 4-2-16,2 3 0 0,0 2 0 15,3 2 0-15,0 3 0 0,3 3 0 0,0 2 0 16,3 1 0-16,0 0 0 0,5 2 0 0,-1-3 0 16,5 1 0-16,1-1 0 0,3-6 0 0,0 0 0 15,6-2 0-15,-2-4 0 0,3-4 0 0,0-4 0 16,4 0 0-16,-1-4 0 0,3-5 0 0,1-2-20 16,-2-3-33-16,4-2-17 0,0-3-30 0,-1-2-48 15,3-3-62-15,-2-2-62 0,0-4-83 0,-1 1-129 16,0-6-133-16,1 0-96 0,-2-1-63 0,0 0-57 15,-1-1 36-15,-1-1 215 0,-1 0 248 0,-3-3 197 16,2 0 172-16,-5 3 148 0,0 1 125 0,-2 4 123 16,-2 4 126-16,-2 1 46 0,0 1-20 0,-2 5 0 15,1 1-22-15,-1 3-67 0,-3 4-96 0,2 2-71 16,-2 4-55-16,0 4-61 0,1 1-57 16,-1 7-39-16,0 1-26 0,2 3-17 0,1 4-16 15,0 0-13-15,2 1-12 0,0-3-11 0,4 0-2 16,-1-3-3-16,4 0-2 0,1-7-1 0,2-2-1 15,2-3-1-15,1-4-5 0,2-5-2 0,1-2-2 16,0-4-2-16,-1-2-1 0,2-6-2 0,-3 0-1 16,2-6-3-16,-3 0 1 0,-2-4-1 0,2 1 2 15,-4-3 1-15,-3-1 2 0,2-1 2 0,-7 0 1 16,1-1 1-16,-4 2 0 0,-2-3 0 0,-4 1 0 16,0-3 2-16,-4-1 0 0,-1 0 3 0,-4 3 4 15,-2 2 7-15,-4 2 4 0,-3 6 4 16,-4 4-1-16,-1 4-2 0,-5 8-3 0,1 3-6 15,0 6-8-15,0 3-6 0,4 5-3 0,0 3-2 16,7 0-1-16,0 2-3 0,6 4 3 0,1 0 1 16,7-1-2-16,4-1-8 0,2 1-18 0,4 2-33 15,4-2-70-15,-1-3-87 0,5-2-174 0,3 1-284 16,1-4-332-16,4-1-363 0,2-3-229 16,3-3 114-16,2-2 726 0</inkml:trace>
  <inkml:trace contextRef="#ctx0" brushRef="#br0" timeOffset="121197.03">19808 592 116 0,'1'-7'723'0,"-1"2"582"0,-1 1 232 16,-6-2-170-16,-1 0-441 0,-3 1-326 16,-1 1-178-16,-6 1-124 0,-1 3-97 0,-3 3-56 15,-1 3-35-15,-4 4-24 0,1 2-15 16,-1 1-13-16,0 5-10 0,2 1-5 15,3 1-10-15,3 2-6 0,3-1-7 0,3 2-4 16,4-1-4-16,5-2-9 0,4-1-3 0,1-1-4 16,7 0 0-16,1-3-3 0,4 0 0 0,4-2 4 15,4-1 4-15,1-1 2 0,3-2 2 0,2 0-1 16,2-2-2-16,-1 0-3 0,0 0-6 0,1-1-3 16,-2 0-3-16,-3 3 0 0,-1-2 1 0,-4 2 2 15,-3 3 4-15,-3 0 3 0,-5 2 2 0,-4 4 2 16,-4 1 2-16,-3 2 0 0,-3 3 1 0,-5 0 0 15,-3 1 0-15,-4 3 0 0,-2 0-1 0,-4 2 0 16,-3 1-1-16,-1 0-1 0,-4 1-1 0,2 0-1 16,-3 0-2-16,0-1 1 0,1-1-2 0,0-3-7 15,1-1-19-15,-1-4-38 0,0-1-82 16,-2-4-158-16,0-4-265 0,0-2-334 0,-1-5-414 16,-1-4-433-16,-1-2-9 0,-3-2 799 0</inkml:trace>
  <inkml:trace contextRef="#ctx0" brushRef="#br0" timeOffset="123125.57">13531 436 155 0,'1'6'349'0,"-1"2"189"16,0-2 106-16,0 2-46 0,0 2-38 0,0-1-25 15,0 3-35-15,0-1-54 0,0 4-64 16,0 1-75-16,0 0-69 0,-3 1-61 0,3 2-41 16,-1 0 0-16,-1 4 2 0,0 3 17 15,2 0 15-15,-1 5 12 0,1 1 3 0,-2 0-18 16,2 0-19-16,-2 2-27 0,2-4-23 0,-1 2-18 15,-1 1-17-15,-1-1-13 0,3 4-11 0,-2-4-7 16,-1 4-4-16,2 0-7 0,-2-1-3 0,1 4-3 16,1-3-3-16,1 3 0 0,-2 0-1 0,2-2-1 15,0 2 1-15,0 0 1 0,0-1 0 0,0 1 1 16,2-2-2-16,-1 2 1 0,1 1-1 16,1-2 0-16,-2 1-2 0,2-2 2 0,-3 5 0 15,2-4 0-15,-2 3 1 0,3-2-1 0,-3 0 0 16,2 1-1-16,-1-1-1 0,-1 1-1 0,2 1 4 15,-2 0 1-15,0-2-2 0,0 0-2 0,0 1-1 16,0 0 0-16,0 1-6 0,0-2-1 16,-2 2 2-16,2 1 0 0,0-2 1 0,-1 2-1 15,1 0 0-15,0 0 0 0,1-1 0 0,-1-1 1 16,2-1 0-16,-2 2 4 0,2-3 3 16,-1 1-1-16,1 1 3 0,0-3 0 0,-1 1 0 15,2-1-3-15,-3 3-7 0,2-2-3 0,2 1-2 16,-2 2-2-16,-1-1-1 0,-1 2-1 15,0 0 3-15,0-1 2 0,0 4 1 0,-1-2 6 16,-1-1 2-16,-2 2 0 0,2-1 2 0,-1 1-2 16,0-3 1-16,1 3-4 0,-1-2-2 0,1-1-1 15,-1-1 1-15,0 1 0 0,-2 1 0 16,1 0 0-16,1 0-1 0,0 3 0 0,-2 1-1 16,0 1 0-16,0 0 0 0,0 3-1 15,-1 1 0-15,2-2-1 0,-3 1 1 0,4 0 1 16,-2-4 1-16,2 2 0 0,0-2 1 0,-2 0 1 15,2-1 0-15,1-1-1 0,-1 2-1 16,2-2 1-16,-1 0-2 0,0 0 0 0,2 1 1 16,-1 0-2-16,1-2 1 0,-2-1-1 15,2 2 0-15,0-1-1 0,0-1 1 0,0 0 2 16,-1 2 0-16,1-2 2 0,-2-1 1 16,2 2 1-16,0 0 1 0,-2 0-1 0,2-2 0 15,-3 1 0-15,3 0-2 0,-1 0 0 0,1 0-1 16,-4 0-1-16,4-1 0 0,-2 1 1 15,0-1-1-15,0 0 0 0,1 1 1 0,-1-1 2 16,2-1 0-16,-1 1 1 0,1-1 1 0,-2 2 0 16,2-1 0-16,0-2-2 0,0 0 0 0,2 0 0 15,-2-2-1-15,1-1-1 0,-1 0 0 16,2-1-1-16,-1-1 0 0,1-2-1 0,2 1 0 16,-2-2 0-16,1 2-1 0,0-1 0 15,-1-2 0-15,1 1-1 0,0 0 0 0,1 1 1 16,0-2 1-16,-2 1 1 0,1-2 0 0,0-1 1 15,-1 3 2-15,-2-1-1 0,1-3 0 0,-1 4 0 16,0-2 0-16,0 1-1 0,0 0 1 16,0 0-2-16,0 0 1 0,-1 0-1 15,1 2 0-15,0-4-1 0,0 2 0 0,0 0 0 16,0-2-1-16,0 0 0 0,0 0 0 16,0 0 0-16,0-2-1 0,0 1 0 0,0-4 0 0,0 3-1 15,1 0 2-15,-1-4 0 0,0 3 1 16,2-2 1-16,-2 1 0 0,1-2 0 0,-1 1 0 15,0 0 0-15,2 0-1 0,-2-1 1 16,0 0-1-16,2-1 1 0,-2 1 0 0,1-3-2 16,-1 0 1-16,0 1-1 0,0-2 1 0,2 0-1 15,-2 0 0-15,0 1 0 0,1 0 0 16,-1-2 1-16,0 1-1 0,0 1 0 0,0 0-1 16,2 0 1-16,-2 1 0 0,0-1-1 15,2 4 0-15,-1-1-1 0,-1 2 1 0,0 2-1 16,0 1 0-16,0-1 0 0,-1 2 0 0,-1 0 1 15,0 1 0-15,2-2 2 0,-3-2 0 0,2 0 0 16,-1-1 2-16,-1-4-1 0,1-1-1 16,1 0 0-16,-1-4 0 0,-1-3 1 0,2-2-1 15,-1-2 0-15,2-1 0 0,0-3-1 16,0 1 0-16,0-1 0 0,0-1 0 0,0 0 0 16,0-1 0-16,0-2 0 0,0 2 1 0,2 1-1 15,-1-2 1-15,-1 2 0 0,0 1-1 0,3 0 1 16,-3 0 1-16,2 4-1 0,-2-1 0 15,0 2 0-15,0 0 1 0,0 1-1 0,0 3 0 16,0-1-1-16,0 0 1 0,0 0-1 16,0 0 0-16,0-2 0 0,0-1 0 15,0-1 0-15,0-1-1 0,0-2 0 0,0 0-1 0,0-4-1 16,0 0-1-16,0-2-7 0,0-2-15 16,0-5-26-16,0-1-70 0,-5-8-102 0,0 0-246 15,-1-7-300-15,0-4-379 0,-1 0-455 16,-2-6-211-16,-1-4 422 0,-3-1 944 0</inkml:trace>
  <inkml:trace contextRef="#ctx0" brushRef="#br0" timeOffset="125855.67">23590 5359 216 0,'-4'0'488'0,"3"-3"254"0,-3 3 178 15,1-2-181-15,2 2-140 0,-4 0-101 0,4 0-79 16,-1 0-71-16,-1 0-73 0,1 0-54 0,1 0-48 16,-3 0-36-16,3 2-10 0,-1 1 7 15,1-3 12-15,-3 2 1 0,3 1-8 0,-1 0-6 16,1 0-14-16,1-1-19 0,-3 0-18 0,3 3-10 15,0 0-11-15,3-1-9 0,-3 0-9 16,1 2-7-16,1-1-8 0,1-1-10 0,-1 2-5 16,1-2-3-16,2 1-2 0,-4-2-1 15,3 0 0-15,0 0 2 0,1 0-1 0,-2-3-1 16,2 0 3-16,-4 0 0 0,4-3 1 16,-3 0 0-16,-1 0 0 0,3-3 1 0,-4 0-1 15,1-1-1-15,-1-1 1 0,-1-1-1 0,-1 0 0 16,-1 1 0-16,0-3 1 0,-2 4 2 0,0 0 1 15,-3 0 2-15,4 1 0 0,-1 1 4 16,-2 1-2-16,2 2 1 0,1 1-3 0,-1 2-3 16,1 1-3-16,0 2-4 0,3 2 1 15,-3 1-3-15,4 3 0 0,0-1-2 0,0 2 1 16,2-3-1-16,0 1-2 0,-1 0 0 0,3 0 0 16,0-3 0-16,1 2 1 0,-1-4-1 15,1-1 1-15,-2 0 0 0,2-3 1 0,0 0 2 16,-2-3 0-16,2 2 1 0,-4-4 0 0,1-1-1 15,-1 0-1-15,-2-1-1 0,-1 1 2 16,1-2 0-16,-4 1 1 0,2 1 1 0,-2 0-1 16,0 0 1-16,1 1-3 0,-1 0 0 0,2 3-3 15,-5 1 0-15,5-2-2 0,0 3-1 16,-1 3-1-16,1-2-1 0,2 3-2 0,1 1-13 16,0-1-46-16,0 3-75 0,1-3-108 15,1 0-201-15,1 1-304 0,0-2-353 0,2-2-329 16,3 2-147-16,-2-2 341 0,0 1 707 0</inkml:trace>
  <inkml:trace contextRef="#ctx0" brushRef="#br2" timeOffset="138323.81">25199 5417 147 0,'-1'0'309'0,"1"2"133"0,-2 0 17 15,0-2-87-15,1 0-87 0,-1 0-50 0,2 0-25 16,-1 0-7-16,-3 0 2 0,4 1 0 0,-1-1 6 15,-1 1 4-15,1-1 2 0,1 0 4 16,-2 2-8-16,0 0-10 0,2-2-14 0,-2 0-15 16,2 1-16-16,-4-1-18 0,3 0-12 0,-1 1-11 15,1-1-14-15,-3 0-15 0,1 0-18 16,0 0-14-16,0 0-11 0,-1 2-17 0,0-2-10 16,-1 0-9-16,1 3-1 0,0-3-1 15,0 2-7-15,-1-2 1 0,0 3 0 0,2-2-1 16,-5 1 0-16,3-1-3 0,2 1 0 0,-2 0 2 15,0-1 0-15,1 0 2 0,-1 1-1 16,1 0 0-16,-1-2-2 0,0 0 2 0,0 1 0 16,0-1 1-16,-1 0 0 0,2 0 7 15,-1 0 1-15,0 0 0 0,0 0-2 0,0 0-3 16,-1 0 4-16,1 0-3 0,1 0-1 16,-3 0 2-16,2 0 1 0,1 0 1 0,-2 1-5 15,2-1-1-15,0 0 4 0,-1 0 0 0,0 0 0 16,2 0-2-16,-1 0 1 0,0-1-3 15,-1 1-2-15,1 0-4 0,0-1 4 0,1 1-2 16,-2 0 1-16,2-2 4 0,-2 2 3 16,4-2-3-16,-5 2 0 0,3 0 2 0,-2 0-2 15,1 0-2-15,0 0-4 0,0 0 6 0,1 0-3 16,-1 0 0-16,1 0 2 0,0-1 0 16,-1 1 2-16,-1-1-4 0,2 1 3 0,0-2-2 15,0 2-4-15,0-2 2 0,-2 1 1 0,2-1 5 16,0 1-7-16,0 1-1 0,-1 0 7 15,1-3-2-15,0 3 5 0,0 0 6 0,0 0 5 16,-3 0 4-16,2 0 0 0,1 3 2 16,-2-3 1-16,2 0-3 0,-2 0 2 0,4 0-1 15,-4 0-1-15,1 0 1 0,0 0-7 16,0 0-4-16,-1 0-4 0,2 0-3 0,-4-3-2 16,2 3 1-16,-1 0-2 0,2 0 0 0,-3 0-1 15,2 0 3-15,0 0-1 0,1 0 0 16,-2 0-1-16,1 0-1 0,0 0 1 0,0 0-1 15,0 0 1-15,1 0-3 0,-4 0 3 0,3 0 5 16,0 0-5-16,1-2 4 0,-1 2-4 16,0 0 0-16,1 0 1 0,-1 0-6 0,0 0 3 15,0 0-3-15,0 0-2 0,2 0 5 0,-3 2-4 16,1-2 4-16,1 0-2 0,0 0 5 16,0 0 4-16,-1 0-6 0,0 0 5 0,-1 0-2 15,1 0 5-15,-1 0-6 0,-1 0-2 0,3 3 14 16,-2-3 18-16,-1 0 13 0,-1 1 1 15,2-1 3-15,-1 0 3 0,-2 0-12 0,3 0-16 16,-1 0-14-16,1 0-2 0,-2 0-3 16,0 0-6-16,0-1 0 0,2 1-3 0,-3 0 5 15,2 0-3-15,-1-3 3 0,2 3 0 16,-2 0-1-16,3 0 3 0,-1 0-1 0,0-2 0 16,1 2-4-16,-3 0-1 0,3 0 6 0,1 0-6 15,-1-3 2-15,0 3-3 0,0 0 1 16,0-2 5-16,-2 2-6 0,2-1-1 0,0 1-1 15,0 0 4-15,0-1 2 0,-2 1-3 0,2 0 1 16,-1-2 4-16,-1 2-1 0,2 0-5 16,-2 0 3-16,1 0 1 0,1 2 2 0,-3-2-4 15,1 0 2-15,1 1-1 0,0-1-5 0,-1 0 3 16,3 0-2-16,-3 0 2 0,1 0 0 16,2 0 6-16,-1 0-2 0,-2 0 2 0,4 0-2 15,-2 0 0-15,-1 0-4 0,3 0-2 0,-2-1 6 16,0 1-6-16,1 0 5 0,0-2-1 15,0 2 3-15,0-2-2 0,0 2-3 0,-1 0 0 16,2 0 2-16,-2 0 0 0,2 0-1 16,0 0 4-16,-1-1-3 0,1 1 0 0,-1-1 0 15,-1 1 1-15,2 0-2 0,0 0-2 16,0-2 4-16,-2 0-2 0,1 2 0 0,0-1-3 16,-2 1 2-16,1-1 2 0,0 1-2 0,0-2 4 15,0 2-2-15,1 0 0 0,-2-2 2 0,1 2-4 16,2 0-2-16,-4 0 0 0,4 0 1 15,-2 2 3-15,-1-2 0 0,2 0-1 0,0 0 2 16,-1 2 1-16,1-2-1 0,0 1-2 16,0-1 0-16,-2 0 0 0,1 1 1 0,2 1-4 15,-4 0 5-15,2-1 2 0,1 0 2 0,-4-1 1 16,3 2 0-16,-3 0 2 0,3-1-7 16,-1 0-4-16,-2 1 0 0,2 1-1 0,0-3-1 15,1 0-3-15,0 2 4 0,-1-2 5 0,1 3 4 16,2-3 0-16,0 0-2 0,0 1 0 0,1-1 1 15,0 2-2-15,1-2-2 0,-1 0-1 16,0 0 0-16,2 0 0 0,-3 0 4 0,3 0-4 16,-1 0 2-16,1 0-1 0,-5 0 0 15,4-2 0-15,-1 2-2 0,1-1-2 16,-1 1-1-16,0 0 5 0,-1-3-1 0,1 3 2 16,-1 0 0-16,2 0 2 0,-3 0-3 0,3 0 3 15,-1-2 1-15,1 2-4 0,-4 0 0 0,4 0-1 16,-1 0 0-16,2-3-3 0,-1 3-1 15,-1 0 0-15,0-2 4 0,1 2 1 0,1-1 0 16,-4 1 0-16,4 0 6 0,-3-1-2 16,2 1-4-16,-1 0 5 0,0-2-3 0,-1 2-4 15,2 0 0-15,-1 0 2 0,-1 0 0 0,2 0-1 16,-3 0 1-16,4 0 0 0,-3 0-4 16,3 0 2-16,-1 0-1 0,1 0 1 0,-4 0 5 15,4 0-1-15,-1 0 1 0,-1 0 1 0,1 0 0 16,1 0-4-16,-4 0 0 0,3 0 0 15,-1 0 2-15,1 0-2 0,-3 0-2 0,4 0 5 16,-2-2-5-16,-2 2 1 0,3 0 1 0,-1 0-4 16,1 0 4-16,-3 0 0 0,3 0 2 15,-1-1 0-15,1 1-2 0,-3 0 1 16,4 0-1-16,-1-1 1 0,-2 1 1 0,3 0-2 16,-2 0 0-16,0 0 2 0,0 0-1 0,2 0 0 15,-2 0-3-15,0 0 1 0,1 0 1 0,-1 0 1 16,2 0 1-16,-1-2-4 0,-1 2 0 15,0-2 3-15,2 2-2 0,-3 0-4 0,3 0 0 16,0 0 4-16,-1 0 1 0,1 0-1 16,0-1 0-16,-2 1 1 0,0 0 4 0,1 0-3 15,1 0 0-15,0 0 0 0,-4 0-2 0,4 0 2 16,-1-1-4-16,-1 1 3 0,1 0 1 16,-4 0 3-16,4 0 0 0,-1 0 0 0,2 0-2 15,-1 0 0-15,-3 0-2 0,3 0-2 0,-1 0 0 16,1 0 1-16,-1 0 0 0,0 0 1 0,2 0 0 15,-1 0 1-15,-1 0 3 0,2 0-6 16,-2 0 4-16,2 0-4 0,0 0 0 0,-1 0-3 16,1 0 0-16,0 0 3 0,-2 0-2 15,2 0 2-15,0 0 2 0,0 0 1 0,0 0 2 16,0 0-2-16,-1 0 5 0,1 1-1 16,0-1 3-16,-3 0 2 0,1 0-5 0,2 0 1 15,0 0-5-15,-3 0 2 0,3 0-5 0,-1 0-2 16,-3 0 3-16,3 0 1 0,-1 0 1 15,0 0 2-15,1 1-1 0,-1-1-1 0,1 0 3 16,-1 0-5-16,0 0 0 0,2 0-2 16,-3 0 4-16,3 0 2 0,-1 0-5 0,1 0 2 15,-5 0 1-15,5 0 3 0,-3 0-3 0,2 0 3 16,-1 2-1-16,0 0 4 0,-1-2-4 16,0 0-5-16,0 0 4 0,-1 0-5 0,1 0 3 15,2 1 0-15,-1-1 2 0,-1 0-1 0,3 0-6 16,0 0 3-16,0 0-4 0,0 0-1 0,0 0-5 15,0 0 3-15,3 0 2 0,-1 1-2 16,-1-1 9-16,1 0-3 0,-1 2 4 16,3-2 0-16,-3 2 2 0,-1-2 3 0,2 0-6 15,-1 0-25-15,-1 0-38 0,0 0-34 0,0-2-94 16,0 0-171-16,-3 2-302 0,2-2-263 16,-3-2-238-16,0 0-167 0,-2-2 239 0,-1 0 554 15</inkml:trace>
  <inkml:trace contextRef="#ctx0" brushRef="#br2" timeOffset="140477.31">23508 5356 11 0,'1'-2'207'0,"1"1"113"15,-2 0 69-15,1 1-12 0,-1-1-75 0,0 1-65 16,0-3-31-16,0 3-12 0,0 0-9 0,0 0-18 15,-1 0-19-15,1 0-13 0,-2 3-21 16,1-2-12-16,1-1 0 0,-2 1 6 0,0 0 12 16,1 1 8-16,1-2 7 0,-2 3 9 15,0-3 10-15,2 0 7 0,0 0 6 0,-1 0 4 16,1 2-4-16,0-2-5 0,0 0-14 0,0 0-14 16,0 0-15-16,-2 0-18 0,2 0-13 0,0 0-13 15,0 0-11-15,-1 0-15 0,-1 0-8 16,0 0-5-16,1 0-7 0,-1 0-5 15,1 0-2-15,-4 0 0 0,4 0-4 0,-1 0-1 0,0 0 1 16,1 0 6-16,-1 0 2 0,1 0 7 16,-3 0 18-16,3 0 7 0,-2 0 11 0,1 0 14 15,0 3 8-15,-1-3-2 0,2 0-12 16,-3 0 12-16,2 0 6 0,0 0-8 0,-1 0-9 16,0 0-5-16,1 0 8 0,-1-3-14 15,1 3-16-15,-1 0-9 0,0 0-6 0,-1 0-4 16,1 0-12-16,-1 0-4 0,2 0-5 0,-2 0-3 15,0-2-1-15,1 2-1 0,2 0 1 16,-3 0-3-16,-1 0 1 0,2-3 3 0,2 3 0 16,-4 0 1-16,2 0 1 0,0-2 0 15,0 2-2-15,0 0-1 0,-1-1-1 0,1 1-2 16,-2 0 0-16,4-1 0 0,-4 1 0 0,1 0-1 16,0-1 1-16,-1-2 0 0,2 2-2 0,0 0 0 15,-2 1-1-15,2-2 1 0,-3 0 0 0,1 1 0 16,2 1 0-16,-2-1 1 0,0-1 3 15,2 0 3-15,-3 1 1 0,3 1-1 16,-2-1 0-16,4 1-2 0,-4-2-2 0,2 2-1 16,-1 0-2-16,1-1 1 0,0 1 0 0,-1 0-1 15,0-2 1-15,1 2 0 0,2 0-1 16,-3 0 0-16,0 0 0 0,0 0-1 0,1 0 1 16,0 0-1-16,-1 0 1 0,0 0-1 0,1 0 1 15,-2-1 1-15,2 1 0 0,2 0-3 16,-3 0 1-16,-1 0 2 0,2 0-1 0,-3 0-2 15,3 0 1-15,-2 0 1 0,1 0 0 0,0 0-1 16,-1 0 2-16,1 0-2 0,-2 0 1 16,3 0-1-16,-2 0 2 0,1 0-3 0,1 0 0 15,-2 0 1-15,2 0 0 0,0 0 0 16,-1 0-2-16,1 0 1 0,-1 1 1 0,1-1-1 16,0 0 0-16,0 0 0 0,-1 0 0 0,1 2 0 15,-3-2 0-15,3 0 0 0,-2 1 0 0,2-1 0 16,-2 0-1-16,0 2 0 0,1-1 1 15,-2-1 0-15,-1 1 0 0,2 1 0 16,-1 0 1-16,0-1-1 0,-2 0 0 0,3 3 1 16,-1-3-1-16,1 0 2 0,0 2-1 0,0-2-1 15,-1 0 1-15,3 2-1 0,-2-3 1 16,2 3-1-16,-2-3 2 0,2 2-1 0,0-2 0 0,0 3 0 16,-3-2-1-16,1 1 0 0,2 1 0 15,-4-1 0-15,4 0 0 0,-2 0 0 0,-1 1 2 16,3 0-1-16,-2-1 0 0,2-1-1 15,0 0 0-15,0 1 0 0,-1-1 2 0,1-1-1 16,0 2 1-16,-1-2 1 0,1 1-1 16,-2-1 0-16,0 1-1 0,0-1-1 0,0 2 0 15,-1-2 0-15,1 0-1 0,1 2 1 0,-3-2 1 16,2 1-1-16,1-1 1 0,-2 0-1 16,1 2 0-16,0-2 0 0,0 1-1 0,0 1 1 15,0-1 1-15,1 1 0 0,-1-2 1 16,1 1-2-16,-3 1 1 0,2-1-1 0,0-1 0 0,1 1 0 15,-4 1 0-15,3 0 1 16,-1-1 0-16,1-1 0 0,-1 1 1 0,-2 1-1 0,2 0-1 16,-1-1 0-16,-1 0 0 0,-1-1-1 15,3 2 0-15,-4 0 1 0,-1-1 0 0,3 2 0 16,-1 0 0-16,-1-1-1 0,-1-2 0 16,2 4-1-16,0-1 2 0,-3 1-1 0,4-3 0 15,-2 2 1-15,1-1 0 0,-2-1 0 0,3 0 0 16,-3-1 0-16,0 2-1 0,0-2-1 15,-1 0 1-15,0 0 0 0,-2 0 0 0,5 0-2 16,-4 0 2-16,0 0 1 0,1 2 0 16,0-2 1-16,2 1-1 0,-2-1 0 0,3 1 3 15,-4-1-2-15,4 2 0 0,1-2 0 0,-5 0 3 16,4 0-2-16,-4-2 0 0,4 1-1 16,-3 0 2-16,0-3-3 0,2 2 1 0,-2-2-1 15,-2 2 1-15,1-2 0 0,-3 1-1 0,3-1 1 16,-1 4-1-16,2-2 1 0,-1-1-1 15,-1 1 0-15,2 1 0 0,-1 1 1 0,1 0 0 16,1 0-1-16,0 1-1 0,3 1 0 0,0 1 1 16,-1-3 0-16,3 0 0 0,-1 2 0 0,1-2 2 15,-1 0-1-15,1 0 0 0,2 0-1 16,-3 0 0-16,1 0 0 0,-1 0 0 16,0 0 0-16,0 0 0 0,-1 0 0 0,2 3-1 15,-2-3 1-15,0 0-2 0,2 1 2 0,-1-1-1 16,3 2 1-16,-4-1 0 0,3 1-2 15,0-2 1-15,2 2 0 0,-2-2-1 0,2 0 1 16,2 1-1-16,-4-1 1 0,4 1-1 16,-1-1-2-16,1 0 0 0,-1 0-2 0,2 0-9 15,-2 0-54-15,2 0-67 0,-1 0-96 0,2 0-173 16,-1 0-302-16,2 0-340 0,1-1-290 16,0 0-175-16,3-3 228 0,-1 3 652 0</inkml:trace>
  <inkml:trace contextRef="#ctx0" brushRef="#br2" timeOffset="140971.47">22149 5482 13 0,'5'-6'300'0,"-2"2"185"0,-3 2 163 16,-1 2 50-16,-2 3-169 0,-2 0-99 0,-2 3-40 15,-1 3-3-15,1 3-14 0,-5 0-28 16,3 3-63-16,-4 2-59 0,1-1-50 0,-1 5-33 15,-3-1-27-15,2 2-26 0,-3 0-26 0,-1 3-12 16,4-3-13-16,-2 2-17 0,3-1-10 16,2-4-3-16,0-1-3 0,3-3-6 0,4-3-11 15,0-1-11-15,3-6-33 0,2-1-69 16,1-4-124-16,1-4-149 0,2-1-289 0,3-3-258 16,3-4-183-16,2-3 46 0,1-1 358 0</inkml:trace>
  <inkml:trace contextRef="#ctx0" brushRef="#br2" timeOffset="141181.49">22386 5421 249 0,'12'2'605'0,"-6"2"260"0,-2 3 87 0,-1-1-185 16,-3 3-285-16,-3 3-142 0,2 2-75 0,-4-1-33 15,1 5-20-15,-1-1-28 0,-2 2-41 16,1 0-43-16,-2 4-35 0,2-3-26 0,-1 1-16 15,3 0-11-15,-3 0-5 0,1 0-3 0,1-2-2 16,1 1-4-16,-1-2-2 0,2 0-3 16,1-3-32-16,0-2-62 0,-1-2-83 0,3-2-103 15,0-2-139-15,2-1-267 0,-1-1-227 16,3-4-95-16,-1-2 103 0,2-4 284 0</inkml:trace>
  <inkml:trace contextRef="#ctx0" brushRef="#br2" timeOffset="141389.76">22619 5560 226 0,'4'-1'464'0,"-1"2"182"0,-3 2 107 0,-1 1-224 15,-2 4-190-15,-2 1-96 0,1 2-41 16,-3 1-13-16,1 3-7 0,-2-1-16 0,-1 3-18 16,0 2-18-16,1 0-21 0,-1 0-24 15,1 2-21-15,0 2-16 0,0-2-21 0,2 1-13 16,1-2-13-16,2-2-27 0,2-3-56 0,1-4-75 15,1-1-101-15,4-6-181 0,3-4-258 16,-2-4-158-16,4-6-2 0,4-3 177 0,-2-3 265 16</inkml:trace>
  <inkml:trace contextRef="#ctx0" brushRef="#br2" timeOffset="141572">22831 5623 241 0,'-2'13'503'0,"1"3"203"0,-6 0 121 15,2 2-193-15,0 2-173 0,-2 1-104 0,2-1-56 16,-1 3-34-16,1-2-42 0,0 2-63 0,2-2-52 16,0-2-42-16,3 0-34 0,0-3-19 15,3-2-19-15,2-3-32 0,1-3-62 0,2-5-91 16,4-5-123-16,3-3-286 0,2-3-228 16,-1-7-138-16,5-2 55 0,1-5 264 0</inkml:trace>
  <inkml:trace contextRef="#ctx0" brushRef="#br2" timeOffset="141767.67">23123 5728 308 0,'-5'19'624'0,"-2"-2"222"0,-1 1 87 0,0 2-244 16,1 0-257-16,0-1-157 0,0-1-90 16,4 0-48-16,0-2-40 0,1-2-41 0,4-4-27 15,3-2-27-15,-1-5-33 0,7-3-60 0,0-5-84 16,2-2-119-16,1-5-261 0,2-3-225 0,3-2-121 15,1-2 52-15,-2 0 241 0</inkml:trace>
  <inkml:trace contextRef="#ctx0" brushRef="#br2" timeOffset="141905.51">23353 5768 140 0,'-4'14'411'0,"3"2"196"0,-3 0 131 0,0 2-138 15,0-2-211-15,0 2-137 0,-2 0-72 0,3-1-40 16,-1 0-35-16,1 0-33 0,1-2-32 0,1-1-22 15,1-4-31-15,1 0-47 0,1-3-68 16,3-5-101-16,1 0-250 0,2-4-190 16,1-2-75-16,3-3 74 0,2-3 193 0</inkml:trace>
  <inkml:trace contextRef="#ctx0" brushRef="#br2" timeOffset="142071.75">23676 5859 323 0,'4'14'614'0,"-6"2"231"0,0-1 90 0,-1 1-278 16,-3 0-234-16,5 1-150 0,-3-2-92 0,1-1-55 16,3-3-47-16,3-1-43 0,2-6-64 15,3-1-88-15,1-4-119 0,3-4-215 0,2-4-254 16,0-1-176-16,5-3-19 0,1-5 198 16,1 0 295-16</inkml:trace>
  <inkml:trace contextRef="#ctx0" brushRef="#br2" timeOffset="142223.26">24110 5815 28 0,'8'14'462'0,"-3"0"380"16,-4 3 227-16,2 0 6 0,-3-1-343 15,0 2-276-15,0-1-180 0,2-3-99 0,1 3-60 16,0-4-44-16,2-3-34 0,3-1-29 0,-2-3-45 16,6-5-85-16,-2-1-118 0,6-3-168 0,-3-1-293 15,3-3-244-15,1-1-137 0,2-3 117 16,0-1 342-16</inkml:trace>
  <inkml:trace contextRef="#ctx0" brushRef="#br2" timeOffset="142372.44">24630 5838 49 0,'16'0'370'0,"-1"1"243"16,-2-1 196-16,0 0 27 0,-1 0-193 16,1-1-168-16,1-1-115 0,-1 1-71 0,3 1-56 15,-2 0-70-15,2 0-77 0,1 0-45 0,1 0-71 16,-2 0-117-16,1 1-155 0,0 1-294 0,-3 2-242 15,1 1-188-15,-3 1 21 0,0 1 307 16</inkml:trace>
  <inkml:trace contextRef="#ctx0" brushRef="#br2" timeOffset="146489.85">21291 4334 150 0,'0'1'380'15,"-2"-1"184"-15,1 0 146 0,1 0-165 0,-2 0-136 16,2 0-64-16,-2 0-25 0,2-1-11 16,0 1 6-16,0 0-20 0,0 0-35 0,0 0-39 15,0 0-37-15,2 0-32 0,-2 0-46 16,2 0-24-16,-2 0-21 0,0 0-14 0,1 0-15 16,-1 0-10-16,2 1 12 0,-1-1 10 0,4 3 9 15,-1-2 4-15,1 3 4 0,0-1 21 0,2 2 32 16,-1 0 4-16,2-2 2 0,0 3-2 15,0-2-2-15,-2 0-27 0,3 2-42 16,1 1-19-16,0-1 36 0,-1 1 20 0,0-1 9 16,1 0 3-16,1 0 2 0,-2 0-5 0,-1-1-44 15,2 1-23-15,-1-2-13 0,-1 2-5 16,0-2-4-16,1 1-2 0,-2-1 0 0,1 0-1 16,0 2 0-16,-1-3-1 0,1 0 0 0,0 2-1 15,0-3 1-15,2 3 0 0,-4-2 0 16,2 1 1-16,-2-1-3 0,4 0 2 0,-2 2 0 15,1-2-1-15,-1 1 2 0,1-1-1 0,1 0 0 16,-2 2 4-16,1-3-2 0,-1 2-1 16,0-2 0-16,0 1-1 0,3-1 3 0,-3 0-2 15,0 1 2-15,1 0-1 0,-2 0 1 16,1-1-2-16,0-1 2 0,1 2-3 0,-1-1 0 16,0 0 1-16,0 0 2 0,1 1 0 0,-1 0-1 15,2 0 1-15,1-1-1 0,-3 3-2 16,1-2 0-16,-1 0-1 0,1 0 1 0,1 1 1 15,0 0 2-15,0-2 0 0,0 3 1 0,-2-1 1 16,3-2 0-16,-1 2-2 0,-2-2 1 16,2 0-2-16,2 2 0 0,-4-2-2 0,0 1-1 15,2-1 1-15,0 0-1 0,0 0 1 16,0 0 2-16,0-1-1 0,-2 0 1 0,4 1 0 16,-2 0 0-16,1-1 2 0,0 2-2 0,-1-2 1 15,-1 1-2-15,2-1 1 0,0 2-1 16,-3 0-2-16,3-1-1 0,-1 1 1 0,-1 0 1 15,1-2-1-15,-2 1-1 0,0-1 2 0,0 2 0 16,-1-1 0-16,1-1 0 0,0 0 1 0,0 1 1 16,1 0-1-16,-2 0-1 0,1 1-1 15,3-2-1-15,-3 0 0 0,0 0-1 0,1 4 1 16,0-5 1-16,1 2 0 0,0 1 1 16,1 0 1-16,-2 0 0 0,1-1 0 0,1 0-1 15,-2 0 0-15,-1 1 0 0,3-2-2 16,-1 1 0-16,-2 1 0 0,1-2 2 0,0 1 0 15,-1-1 0-15,1 1 0 0,0-1 0 0,-1 2-1 16,0-1 2-16,1-1-1 0,0 1 0 0,0 1 0 16,-1-2 0-16,0 2 2 0,1-1-2 15,-1 0 2-15,0 2-1 0,1-2 1 0,1 2 0 16,-4 1-1-16,2-3 1 0,1 2-2 16,-2-2 0-16,-1 0 2 0,1 2 0 15,0-1 0-15,-1 1-2 0,1-2 0 0,-1 0 1 0,-1 1-1 16,3-2 0-16,-2 3 0 0,1-3 1 15,-1 0-1-15,0 2 3 0,3-1 0 0,-2-1 0 16,-1 2-2-16,1-1 1 0,0 1 1 0,1-2-2 16,0 1-1-16,0-1 1 0,2 1 0 15,-2 1 2-15,1-2-3 0,-1 2 2 0,3-1 0 16,-1-1 0-16,-2 0 0 0,2 3-1 16,-2-2 0-16,2 1 0 0,1-1-2 0,-2-1 1 15,1 4 1-15,1-3 0 0,-1 1 0 0,-1 0 1 16,2 2-1-16,-1-3 0 0,-1 3 0 15,0-2 0-15,1 0-1 0,0 1 1 0,-2-1 1 16,1 0-2-16,-1 2 1 0,0-2 1 0,1 0-2 16,-3-2 1-16,2 2 0 0,-1 0-1 15,-1-1 0-15,3-1-1 0,-2 0 1 0,-1 3-1 16,-1-3-1-16,4 0 2 0,-2 2-2 16,-2-2 2-16,1 0 1 0,0 2 0 0,0 0 0 15,1-1 0-15,-1-2 0 0,1 4-1 0,-3-1 0 16,4 1 0-16,-2-2 0 0,-1 0-1 15,2 1-1-15,-3 0 2 0,1-1-1 0,3 0-1 16,-2 0 2-16,1-1 0 0,-3 1 2 0,1-1-2 16,3 0 1-16,-3 1 0 0,-1 0-2 15,1-1 0-15,0-1 0 0,1 2-1 0,-3-1 0 16,4 1 2-16,-4 1 1 0,2-2 0 16,-2 2-1-16,0 0 1 0,5 0-2 0,-7 2 0 15,4-3 1-15,-2 3 1 0,2-2-1 0,-2 2 0 16,1-2 1-16,-3 0-1 0,2 2 0 0,3-3 0 15,-3 2 0-15,-1-3-1 0,1 2 1 16,-1 0-1-16,1-2 0 0,-1 2 1 0,1 0 1 16,0-2-1-16,-1 1 0 0,1 0 1 15,-1-1-1-15,2 1-1 0,-1 1-1 0,0-2 1 16,1 2 1-16,0-1-2 0,0 0 2 16,0 0-1-16,2 1 0 0,-2-2 1 0,0 3 0 15,1-2 1-15,0 1-1 0,-2-1 0 0,4 1 1 16,-3 0-1-16,-1-1-1 0,2 1 1 0,-2-2-2 15,0 2 3-15,1-1-1 0,-1 1 1 16,-1-2 1-16,1 3-2 0,1-3 1 16,-2 2-1-16,1-1-1 0,-2 0-1 0,3 0 1 0,-3 1 0 15,2-2-1-15,2 2 2 0,-1 0 0 16,-3 0 3-16,2 0-2 0,2 0 1 0,-2 0-1 16,2 0 0-16,-2 0-1 0,2 2 0 15,-2-3 0-15,0 3-1 0,2 1 0 0,-1-4 0 16,1 4 1-16,0-3-1 0,-2 1 1 15,2 0 0-15,-2-2 1 0,2 3-2 0,-1-2 1 16,3 0-1-16,-4-1 0 0,2 2 0 0,0-3 0 16,-1 2 2-16,0-1-2 0,2 1 1 15,-2-2 0-15,1-1 2 0,-2 2-1 0,4-1-1 16,-2-1 0-16,1 1 1 0,-2-1 2 16,1 2-2-16,2-2-1 0,-1 0 0 0,2 0 1 15,-4 0 0-15,3 0-2 0,-1 0 0 0,1 2 1 16,0-2 0-16,0 0 0 0,-1 0 0 0,1 1 0 15,-3-1 0-15,2 0 0 0,-3 0 1 16,1 0-1-16,1 0-1 0,-4 0 2 0,1 0 1 16,-1 1 0-16,1-1-2 0,-2 0 1 15,2 0-1-15,-2 0-1 0,0 0 1 0,0 0-1 16,0 0 0-16,0 0-1 0,-2 0 0 0,2 0-17 16,-2 0-62-16,-1-1-62 0,-2 1-113 15,0-1-199-15,-2-1-309 0,1 0-328 0,1 1-258 16,-3-3-143-16,3-1 351 0,2-1 640 15</inkml:trace>
  <inkml:trace contextRef="#ctx0" brushRef="#br2" timeOffset="148371.44">23620 5209 57 0,'-2'0'283'15,"0"2"168"-15,2 1 147 0,-1-3-56 16,1 3-128-16,0-3-82 0,0 1-46 0,0-1-29 16,0 0-29-16,0 0-23 0,1 0-22 0,-1 0-17 15,0 0-13-15,2 0-7 0,-2 0-3 16,2 0 6-16,-2 0 8 0,0 0 4 0,1 0-7 15,-1 0-13-15,0 0-17 0,0 0-19 0,2 0-21 16,-2 0-22-16,0 0-18 0,0 0-15 16,1 0 5-16,-1 0 4 0,4 0 3 0,-3-1 1 15,2 1 8-15,3-2 32 0,-2 1 5 16,0-2-2-16,3 1-1 0,-1-1 1 0,1 0 44 16,2 1 0-16,-1-3-6 0,0 1-4 15,1 0-5-15,1-2-11 0,-2 2-41 0,-2-1-26 16,3-1-2-16,1 2-1 0,-2-2-4 0,3 0 0 15,-3 0-1-15,0 0-1 0,1 1-11 0,0-1-7 16,1 1-4-16,0-1-1 0,1 2-4 16,-2 0 1-16,1-1-2 0,2 1 2 0,-2-1 0 15,-1-1 2-15,2 2 0 0,0 1-1 16,-1-1-1-16,2-2-3 0,0 1 2 0,-3-1-2 16,4 4 1-16,-2-4 0 0,1 0-2 0,0 1 3 15,-1 1-3-15,1-2 1 0,-1 2 0 16,1-1 1-16,0 0 1 0,-1 1 0 0,2 0 0 15,-4-1-1-15,3 1 1 0,-2 0-2 16,0-1 1-16,0-1 0 0,0 4 1 0,-2-4 2 16,2 4 0-16,1-3 1 0,-3 0-2 0,-2 0 2 15,2 3-2-15,1-1 1 0,1-2-2 16,0 1 2-16,-2-1-1 0,1-1 0 0,0 2 3 16,1-2-1-16,1 0 1 0,-2 1-2 15,3-1 1-15,-2 0 0 0,2 0-3 0,0 0 1 16,-1-3 1-16,1 3 0 0,0-2-1 0,1 3 1 15,-4-3-1-15,5 1 0 0,-2 1-1 0,-2 0 0 16,3-1 0-16,-2 1-1 0,0 0 1 16,0 2 0-16,2-3 0 0,0 1-2 0,-2 1 2 15,1-1 2-15,-1-1-1 0,1 1 0 16,0 0-2-16,-1-3 2 0,3 1-2 0,-2 1 0 16,0-1-3-16,1 1 2 0,0-1 1 0,-1-1 0 15,-1 2 1-15,4-1-1 0,-3 1-2 16,1-1 3-16,1 0-2 0,-1-1 1 0,1 3-1 15,-1-1-1-15,-1 0 1 0,1-1-2 16,0 1 1-16,0-2 2 0,0 1 1 0,1 0 0 16,-2-2 0-16,0 1 3 0,1-1 0 0,0-1-2 15,-1 3-2-15,-1-2 2 0,1 1-1 0,0 1-1 16,-1-2-2-16,-1 3 3 0,0-1 0 16,2 2 0-16,-3 0 0 0,4 0 0 0,-4 1 0 15,3-1 0-15,-2 1-2 0,2-1 3 16,-3 0 1-16,4 2 1 0,-2-2 1 0,1-3-2 15,-2 3 0-15,1-1-1 0,1 1 2 0,0-1 0 16,-1 0-1-16,1-3 0 0,1 4 1 0,-1-1-2 16,1-1-1-16,-1 1 0 0,0 1 0 15,-1-2 1-15,2 1 0 0,-1-1 0 0,0 1 1 16,2 0 0-16,-3-3 1 0,1 1 0 16,3 1 0-16,0-3-1 0,0 0 0 0,0-1 1 15,1 2 0-15,1-2-2 0,-2-1 0 0,4-2-1 16,-5 4 0-16,5-3-1 0,-1 1-1 15,0-1-1-15,0 1 1 0,-1 1 0 0,0 0 2 16,0 1-1-16,-2 1-1 0,0-1 2 16,-1 4-1-16,-3 0 1 0,-2-2-3 0,2 3-1 15,-4 4 1-15,1-3-1 0,-3 2 3 0,-2 2-2 16,3-1 2-16,-5 1 1 0,1-2-2 16,-1 3 0-16,1-2-2 0,0 0-1 15,-2 1-15-15,-2-1-63 0,-1 1-68 0,-2-2-146 16,-2 0-262-16,-3 2-311 0,-1-2-352 0,-3 0-253 15,-2 0-24-15,-5 0 604 0</inkml:trace>
  <inkml:trace contextRef="#ctx0" brushRef="#br2" timeOffset="149305.44">22113 4751 101 0,'5'-4'377'0,"-4"1"216"16,2 0 189-16,-3 0-24 0,2 0-119 15,-2 2-90-15,-2-1-59 0,2 1-52 0,-3 1-64 16,2-2-83-16,1 1-76 0,-4 1-52 0,1 1-32 15,2 1-12-15,-3 1-5 0,0-1-6 16,0 3-8-16,-2 2 13 0,3 2 4 0,-2-1-4 16,1 5-5-16,0-2-17 0,-1 4-12 15,1 3-26-15,-2 2-23 0,3 2-16 0,-2 5-14 16,2 0 2-16,-1 5 9 0,3 2 3 0,-4-1 2 16,2 3 0-16,-2 0-2 0,4-2-2 15,-1 0-9-15,4-3-3 0,-1-2-5 0,4-5-1 16,-4-2-2-16,4-1 0 0,0-6-1 0,0-1 0 15,1-4 2-15,-1-1 0 0,2-3-17 16,-2-3-47-16,0-2-48 0,2-2-44 0,-3-4-64 16,2 0-107-16,-1-3-128 0,0-1-148 15,-2 0-239-15,0-1-231 0,1-1-137 0,-1-4 165 16,0 2 404-16</inkml:trace>
  <inkml:trace contextRef="#ctx0" brushRef="#br2" timeOffset="149672.35">22363 4909 203 0,'1'2'628'16,"1"4"335"-16,-4 1 149 0,2 4-155 0,-1 1-322 16,-3 1-208-16,4 5-122 0,0 2-75 15,0 0-64-15,4 3-47 0,-1 1-40 0,2 0-29 16,2 0-23-16,1-1-14 0,2 1-11 0,2-3-9 15,0-4 3-15,0 2 0 0,2-6 4 16,-1-2 0-16,1-2 5 0,-1-5-1 0,-1-1 2 16,0-3 3-16,-3-1-1 0,2-5-2 15,-3-2 1-15,-2-2 2 0,1-2 0 0,-4-5 0 0,3-2-2 16,-3-2 3-16,-3 0-4 16,0-5-3-16,0 1-4 0,-3-2 1 0,-3-1 2 15,0 2-4-15,-4 0 2 0,-2-1 1 0,-1 2 4 16,-2 2-5-16,1 4-3 0,0 2 3 15,2 4-2-15,-1 2 2 0,0 5 0 0,2 5 0 16,1 2-1-16,1 7-14 0,1 2-20 0,0 4-65 16,0 2-124-16,2 2-170 0,2-1-295 15,-1 2-264-15,1-1-234 0,3 0-7 0,-1-1 371 16</inkml:trace>
  <inkml:trace contextRef="#ctx0" brushRef="#br2" timeOffset="149872.32">22385 5110 319 0,'0'0'852'0,"0"0"337"0,0 0 2 0,0 0-267 15,0 0-378-15,1 0-244 0,4 0-148 0,0 0-77 16,6-1-43-16,0-2-19 0,3 0-7 16,5-2-2-16,3-1-1 0,3-1 2 0,4 0 1 15,6-1-12-15,3-3-68 0,0 0-152 0,5 3-275 16,1-3-269-16,3 2-261 0,2-1-199 15,2-1 140-15,0 1 485 0</inkml:trace>
  <inkml:trace contextRef="#ctx0" brushRef="#br2" timeOffset="150712.07">24836 4780 157 0,'-4'-4'441'0,"3"0"245"16,-1-1 185-16,1-1-107 0,-1 4-148 0,0 2-101 15,1-5-80-15,-1 4-62 0,2 0-69 16,-1 0-71-16,1-2-77 0,0 2-54 0,0 1-38 16,1-1-30-16,-1 1-11 0,3 0 7 0,1 1 20 15,2 3 25-15,3-2 56 0,1 4 48 16,1 3 21-16,3 1-3 0,-1 0-18 0,2 3-25 16,0 2-45-16,0 0-39 0,0 3-24 15,0 1-19-15,2 3-10 0,-3-1-6 0,-2 2-3 16,0-3-3-16,-2 3-1 0,-2-2-3 0,1-1 1 15,-5 0-2-15,2 1 1 0,-3-2 0 16,-3-2 0-16,0-1-1 0,-3 1 0 0,0 0 0 16,-3-2 0-16,0 3-1 0,-2-4 0 0,-5 3-22 15,2 2-45-15,-2-4-63 0,-2 3-54 16,-2 0-56-16,2 0-93 0,-1-4-113 0,0-2-105 16,2 0-175-16,0-3-222 0,3-2-193 0,3-4 11 15,-3-1 300-15,3-4 390 0</inkml:trace>
  <inkml:trace contextRef="#ctx0" brushRef="#br2" timeOffset="151240.35">24661 4843 71 0,'-4'4'418'15,"-2"2"330"-15,-2-2 258 0,1 0-24 0,2 2-233 16,-1 0-173-16,-2 0-145 0,4 1-98 0,-3 4-57 16,2 1-27-16,1 3-27 0,-2 3-7 0,2 0-10 15,0 6-12-15,0 1-27 0,1 1-43 16,2 4-30-16,1 0-30 0,0 2-24 0,0-2-20 15,1-2-14-15,2-2-1 0,2-2-4 16,0-3-2-16,3-4 1 0,-4-1 2 0,4-2 0 16,-1-6-2-16,0-2 0 0,1-3 1 0,-1-3 3 15,1-3-2-15,1-4 5 0,-3 0 0 16,2-6-1-16,2 0-3 0,-1-1-1 0,-1-2 1 16,0-1-2-16,0 1-1 0,1-1 3 15,-2 1 0-15,-1-2 0 0,-1 2 1 0,3-2-2 16,-7 4 2-16,1 0-2 0,-4 1 2 0,1-1 0 15,-4 4-1-15,-1-2 1 0,0 1-2 0,-3 1 2 16,0 1 0-16,0 1-1 0,-1-1 1 16,-1 2 0-16,2-1-1 0,-3 2 1 15,3 0-1-15,1 1 0 0,0-1-1 0,3 2 0 16,1 1-1-16,-2-1-3 0,2-1-2 0,1 2-25 16,2-3-36-16,-1 2-49 0,2 0-45 0,2-2-40 15,-2 1-63-15,1 0-68 0,1-2-86 16,-1 5-110-16,3-4-250 0,2 4-242 0,-3-1-162 15,2 3 85-15,-1 3 363 0</inkml:trace>
  <inkml:trace contextRef="#ctx0" brushRef="#br2" timeOffset="151504.5">24600 5106 129 0,'1'3'586'0,"-1"1"344"16,4-1 166-16,0-2-51 0,1 3-354 15,4-2-247-15,-1 2-131 0,4-4-58 0,-3 1-51 16,4-2-61-16,1 0-47 0,2-3-22 0,-2-1-25 16,3-1-22-16,-1 1-14 0,2-4-5 15,0 0-1-15,0 1-19 0,-1 0-31 0,-2 0-112 16,-1 3-226-16,-5-2-278 0,-1 1-282 0,-1 1-269 15,-3-1-129-15,-2 2 369 0,-4-2 578 16</inkml:trace>
  <inkml:trace contextRef="#ctx0" brushRef="#br2" timeOffset="152871.57">22966 1328 70 0,'-4'-1'448'15,"-1"-2"334"-15,2 0 212 0,0 1-26 0,1 0-299 16,1 0-201-16,1 1-124 0,0-2-84 0,0 1-48 16,1 0-24-16,3 0-15 0,-3-1 2 0,7 0 8 15,-4 0-4-15,1 1-11 0,3-4-6 0,0 4-2 16,5-3-27-16,-2-1-29 0,1 1-18 16,1 1-9-16,2-2-11 0,-1 1-19 0,0 2-6 15,2-1 1-15,0 2 0 0,-1 2-1 0,0 0-4 16,0 2-2-16,1 1-3 0,0 1-4 0,-2 2-2 15,2 3-1-15,-3 0 0 0,1 1 0 0,-5 3-1 0,1 0 8 16,-1 0 3-16,-2 4-1 0,-4 0-2 0,0 1-2 16,-3 3-4-16,-2-1-8 0,-1 5-3 15,-3 0-2-15,-3 2 0 0,-3 2-5 0,-2-1-4 16,-2 3-2-16,-1 0-2 0,-2-2-3 0,-1 3-2 16,-1 0 2-16,-1-1 3 0,0-1 1 0,1-1 0 15,0-2 0-15,4-1 1 0,-1-2-1 0,3-2-1 16,2-2 1-16,-1-4-1 0,6-3 0 0,0 1-1 15,2-5-1-15,-2 2-1 0,5-4 1 16,1-1-1-16,2 0 0 0,0-4 1 0,4 3 0 16,0-2 1-16,5 0 0 0,-1 0 0 0,2 0 0 15,2-3 0-15,3 1-1 0,2-2 1 0,1 1-1 16,2-3 1-16,1 0-1 0,-1-1 0 16,2-1 6-16,2 1 0 0,0-1 0 0,-5 1-11 15,3 0-16-15,-4 0-38 0,0 2-78 0,-2 0-88 16,-2-1-155-16,-2 1-285 0,-2-2-326 15,2 4-335-15,-4-2-203 0,2-1 95 0,-2 1 634 16</inkml:trace>
  <inkml:trace contextRef="#ctx0" brushRef="#br2" timeOffset="153403.49">23738 1646 312 0,'6'-5'877'16,"-1"-1"364"-16,0-1 35 0,-2 3-205 0,2 1-274 16,-4 1-252-16,1 0-144 0,-1 2-75 0,-1-2-62 15,0 2-77-15,0 2-61 0,-1 0-41 0,-2 2-27 16,-5 3-21-16,0 4-15 0,-3 4-8 16,-3 4-7-16,-1 5-1 0,0 4-1 0,-1 6-1 15,-1 1-2-15,4 2 0 0,-1 1-1 0,4 0 0 16,2-2-2-16,3-3-2 0,1-3 0 0,4-3 0 15,4-5-1-15,3-2 1 0,1-5 2 0,1-5 1 16,7-5 2-16,0-5 0 0,1-7 1 16,5-8-1-16,-1-7 0 0,4-9-1 0,1-3-1 15,0-8-1-15,0-5 0 0,0-2 4 0,-2-3 1 16,2 1 4-16,-6-1 2 0,-2 1-4 0,-3 4-2 16,-2-2-6-16,-2 3-2 0,-5 1-3 0,-1 1-1 15,-2 4 5-15,-3 3 2 0,0 5 2 0,-1 1 2 16,-1 6 3-16,1 5 3 0,-1 1 4 0,-1 6 3 15,1 2 2-15,0 4-2 0,-1 1-3 0,-1 2-3 16,-1 4-6-16,2 5-3 0,0 4-1 16,-4 3-1-16,2 8 0 0,-2 2 1 0,1 7 0 15,-3 4-1-15,0 5 5 0,-2 5-2 0,3 1 1 16,-2 5 0-16,1 1-1 0,1 0 0 0,2 3-5 16,3-2-1-16,-1-4 0 0,6 0-1 0,0-3-4 15,2-7-8-15,4-2-11 0,2-7-9 0,-1-6-32 16,4-2-56-16,1-4-59 0,1-8-53 15,2-3-78-15,-3-5-128 0,5-3-145 0,0-3-216 16,0-5-212-16,1 0-213 0,0-2-11 0,0-2 322 16,0 0 455-16</inkml:trace>
  <inkml:trace contextRef="#ctx0" brushRef="#br2" timeOffset="153820.91">24536 1532 528 0,'-1'-8'1215'0,"-7"3"406"0,2-1-159 16,-2 1-392-16,0 1-394 0,-1 0-227 0,-1 0-154 16,2 3-109-16,0 1-59 0,-1-1-39 0,2 2-27 15,1-1-22-15,0 1-15 0,-2 3-10 0,2-2-7 16,-1 4-3-16,1 0-3 0,-3 1-1 0,2 0-1 16,1 3 0-16,-1-2 0 0,2 4 1 15,-2-1-2-15,2-1 1 0,0 2 0 0,2-1 0 16,-2 1 1-16,4 0-2 0,-3 0 2 0,3 0 0 15,-1 0-5-15,2 0-4 0,2 0-1 0,-1-2-1 16,3 1-1-16,1-1-1 0,-1-1 6 16,4 0 2-16,1 0 2 0,1-1 0 0,0 1 2 15,4-1 0-15,-1 0 0 0,1 0 1 0,-2 2 1 16,4 1-2-16,-5-3 1 0,1 5 1 0,-2 0-1 16,-2 0 1-16,-3 1 0 0,-2 1 1 15,-3 2 0-15,-1 1 1 0,-4 0-1 0,-2 1 0 16,-3 1 6-16,-3 0 3 0,0 0 0 0,-3-1 0 15,-1 1 0-15,0-2 0 0,-1 0-6 0,2-3-5 16,-1 0-1-16,3-2 0 0,-2-3-3 16,2-3-7-16,1-3-14 0,2 0-20 0,1-8-53 15,1 0-71-15,1-5-77 0,3-4-117 0,4-6-166 16,2 0-280-16,3-5-261 0,1-2-203 0,5-2-114 16,0-3 271-16,3-3 526 0</inkml:trace>
  <inkml:trace contextRef="#ctx0" brushRef="#br2" timeOffset="154021.18">24661 1561 376 0,'13'0'859'16,"0"5"348"-16,-5 2 32 0,-4 3-211 15,1 3-229-15,0 5-219 0,-3 3-151 0,-2 1-96 16,-2 5-67-16,1 0-93 0,-3 6-67 0,1-3-34 16,-2 4-24-16,4 2-18 0,-4-4-14 0,3 1-2 15,1-3-11-15,1-5-34 0,0 0-77 0,1-7-80 16,-1-5-148-16,2-4-287 0,-1-6-335 15,3-4-356-15,-3-5-208 0,2-6 58 0,1-6 633 16</inkml:trace>
  <inkml:trace contextRef="#ctx0" brushRef="#br2" timeOffset="154154.41">24751 1383 262 0,'-4'-26'1057'0,"-7"7"557"0,1 7-100 15,1 3-316-15,-4 6-489 0,0 3-287 0,1 5-186 16,-1 2-114-16,4 2-58 0,-4 2-30 0,5 4-20 0,0-1-9 15,3 3 1-15,3-2-26 0,2-1-74 0,2 2-80 16,2-3-164-16,0 1-282 0,3-1-333 0,2-1-355 16,4 1-195-16,1-1 118 0,2 2 666 15</inkml:trace>
  <inkml:trace contextRef="#ctx0" brushRef="#br2" timeOffset="155037.1">24899 1974 49 0,'3'3'581'0,"-2"2"467"0,2-1 174 0,1-1-100 16,-4 0-371-16,1-1-319 0,1 0-187 0,-1 0-93 16,1-1-27-16,0-1 12 0,1 0 25 15,0-3 23-15,0-1 10 0,3-4-2 0,1-2-20 16,1-6-33-16,-2-1-38 0,6-4-34 0,-2-3-27 16,1-1-15-16,0 0-4 0,0-2 1 0,-1 2 0 15,1 0 3-15,-3 2 5 0,-2 4 3 0,1 3 3 16,-6 3 0-16,4 4 3 0,-4 2-2 15,1 0-6-15,-2 6-4 0,-2 1-14 0,2 4-10 0,-3 6-8 16,-1 1-4-16,1 7-2 0,-1 2 0 16,3 2 5-16,1 4 2 0,-2 2 3 0,2 1 0 15,2-1 0-15,-1 2 0 0,3-3 0 16,-1 0 2-16,-2-3 0 0,5-3 4 0,-3-3-4 0,2-3-1 16,0-1 0-16,2-5 2 0,2-5 0 15,-1-2-4-15,0-6 3 0,3-4 2 16,1-6 0-16,1-4-1 0,4-4-1 0,-2-2-1 0,0-2 0 15,1 0 0-15,0 1-1 0,-2-2 0 0,0 6 0 16,-2 0-1-16,-3 4 1 0,2 4-2 16,-5 1-2-16,-1 5 1 0,0 1 0 0,-2 5 1 15,3 1 2-15,-4 5 2 0,-1 3 3 0,-1 5 2 16,-1 2 1-16,1 2 1 0,-2 4 0 0,2 0-2 16,-1 4-2-16,1-2 1 0,0 1-2 15,1 1-1-15,-1-1-1 0,2 0-1 0,-1-3-1 16,1 1-1-16,1-5-1 0,1-2-1 0,0-3 0 15,1-3-1-15,4 0-2 0,-1-7-10 0,4-4-29 16,0-4-69-16,1-5-79 0,0-2-162 16,1-3-285-16,0-4-321 0,2-2-354 0,-2-1-216 15,3-3 78-15,-2-2 675 0</inkml:trace>
  <inkml:trace contextRef="#ctx0" brushRef="#br2" timeOffset="155421.1">25784 1328 86 0,'0'5'707'0,"-1"3"614"0,-3 3 221 0,1 6-180 16,-2-2-419-16,2 6-364 0,-2 3-186 0,-1 4-124 15,3 1-92-15,-2 6-57 0,2 5-32 0,2 2-21 16,1 3-15-16,0 2-14 0,1 2 0 0,4-2-6 16,1 2-6-16,2-2-6 0,2-2-5 0,2-3-5 15,2-6-7-15,4-5-2 0,2-7-2 16,2-4 1-16,4-10 1 0,-1-5 2 0,4-9-1 15,-1-6-3-15,2-7-3 0,0-8-1 0,-1-6-2 16,-2-5-1-16,-1-5 0 0,-2-1 3 0,-5-6 6 16,0-2 4-16,-5-2-1 0,-1 0-1 0,-7-2 0 15,-3-3 0-15,-4 0-3 0,-4 0-1 0,-3-2 6 16,-4 3 4-16,-4 0 4 0,-2 8 7 16,-2 2 3-16,1 8 1 0,-3 6 0 0,0 7-4 15,-1 6-4-15,0 6-6 0,1 7-6 0,-4 6-3 16,4 5-2-16,-2 7 0 0,2 5-1 0,2 5 0 15,2 3-1-15,1 3 0 0,4 2-1 0,2 4-6 16,0 0-9-16,6 1-18 0,1 0-23 0,0-1-68 16,3 0-77-16,-2-2-143 0,3 0-252 0,3-2-309 15,-2 0-375-15,3-4-248 0,-1-1-59 0,0-3 606 16</inkml:trace>
  <inkml:trace contextRef="#ctx0" brushRef="#br2" timeOffset="155638.26">25759 1594 456 0,'6'-5'981'15,"-3"3"257"-15,0 1-69 0,2-3-302 0,2 3-348 16,1-1-207-16,2-1-108 0,2 0-56 16,2 0-28-16,-2-1-15 0,7-1-26 0,1-1-32 15,2-1-23-15,1-1-9 0,4 0 0 0,1 0-6 16,4-2-7-16,0 2-3 0,1-2-31 0,-2 3-61 15,3 0-170-15,-3 2-295 0,-2-1-273 0,-1 4-304 16,1-2-226-16,-5 3 105 0,-1 1 595 0</inkml:trace>
  <inkml:trace contextRef="#ctx0" brushRef="#br2" timeOffset="155871.15">26535 1421 71 0,'-8'8'728'16,"4"-1"707"-16,-1-2 147 0,2 0-271 0,1-1-421 16,0-1-384-16,6 1-202 0,-1-3-134 0,5-1-72 15,3-1-34-15,3-3-18 0,3 1-12 0,2-1-5 16,3-4-13-16,2 2-7 0,1-3-4 16,-1 0-1-16,3 2-1 0,-2-1-1 0,1 1-3 15,-4-1-27-15,-3 4-73 0,-2-1-95 0,-4 4-201 16,-2-2-286-16,-7 6-338 0,0 1-358 0,-4 1-177 15,-7 4 256-15,0 0 734 0</inkml:trace>
  <inkml:trace contextRef="#ctx0" brushRef="#br2" timeOffset="156070.53">26554 1737 616 0,'3'7'1490'0,"-1"-5"181"0,1 4-304 0,0-1-358 16,0-4-467-16,0 0-261 0,2-1-147 0,3 0-67 16,0-2-34-16,6-5-18 0,2 1-10 0,5-3-5 15,-3 0-6-15,3 0-77 0,1-5-92 0,-1 5-190 16,-2-3-282-16,-2-1-319 0,4 2-401 16,-5 1-197-16,2 1 222 0,2 0 726 0</inkml:trace>
  <inkml:trace contextRef="#ctx0" brushRef="#br2" timeOffset="156805.21">27707 880 313 0,'3'5'604'0,"0"-1"243"0,2 2 153 15,0 1-213-15,3 2-202 0,1-1-130 0,0 5-8 16,3 0-12-16,3 3-42 0,1 5-56 0,3 0-55 16,0 3-34-16,-1-1-60 0,0 2-48 0,2 2-35 15,-2 2-22-15,1 1-8 0,-3 3-11 0,3 3-6 16,-1 3-9-16,-1 0 1 0,-1 3-4 15,0 2-10-15,-4 0-8 0,2 0-7 0,-1-1-3 0,-2-1-11 16,-1-1-7-16,-2-3 2 0,-2 0-1 16,2-3 1-16,-4-5-1 0,0-1 1 15,-3-3 0-15,-1-3 0 0,0-2 0 0,-1-3 1 0,-1-3 1 16,0-2-1-16,-2-5 1 0,-1-1 0 0,2-2-1 16,-2-4-1-16,2-2-1 0,-2-2 0 15,0-3-1-15,1-3-1 0,0-2 0 0,0-3-1 16,2 0 0-16,-1-1-1 0,3-6 0 15,0 4 1-15,0-2 0 0,0-2 1 0,0 1 5 0,0 1 4 16,0 1 1-16,0 0 1 0,0 3 1 0,-1 1 0 16,1 2-4-16,-2 3-2 0,0 0-2 15,1 3 1-15,-2 2-2 0,-1 3-1 0,1 1-4 16,-3 2-4-16,-3 4-2 0,1 5 0 0,-4 2 0 16,-2 5 0-16,1 1 5 0,-2 3 4 0,0 3 1 15,-2 1 0-15,1 2 1 0,-3 2-2 16,3 0 1-16,-2 0 0 0,0 0-1 0,2-1 6 15,2-3 1-15,0 2 0 0,3-6 0 0,-2-1-2 16,5-4-1-16,2-2-17 0,1-5-22 0,-1-1-49 16,1-3-74-16,-1-3-129 0,-1-2-246 15,3 1-305-15,-6-2-355 0,2 0-337 0,0 2-97 16,-6-1 525-16,2 2 717 0</inkml:trace>
  <inkml:trace contextRef="#ctx0" brushRef="#br0" timeOffset="164453.85">15102 3184 21 0,'2'-2'350'0,"-2"2"272"16,3 0 238-16,-2 0 92 0,-1 0-217 0,2 0-152 16,-2 2-112-16,0-2-78 0,-2 0-57 0,2 0-50 15,0 2-22-15,2 2-16 0,-2 1-17 16,1 1-22-16,-1 3-24 0,0 1-35 0,0 2-43 16,0 2-32-16,0 4-25 0,0 2-12 0,0 2-7 15,0 4-7-15,2 2-2 0,-2 3-7 16,2 4-4-16,-1-1 3 0,-1 5 3 0,2 1 9 15,0 5 1-15,-2-1 3 0,1 1 1 0,1 2-6 16,-1-1-1-16,1 2-6 0,-2 3-4 16,3 3-2-16,-3 0 2 0,2 3 3 0,-2 2 0 15,1-2 5-15,-1 4 1 0,0-1-1 0,2 2-2 16,-2-2-3-16,0 2-1 0,2-3-11 16,-2 4-5-16,0 0 0 0,-2 4-4 15,2-2 9-15,-2 1 3 0,-1 3 7 0,0 1 4 16,1-1 3-16,-1 5 4 0,2-2-6 0,-4 3-2 15,0 0-1-15,-1 3 0 0,1 2-4 0,0 1-2 16,1 3-1-16,0 2 1 0,-1-3 2 16,2 1 2-16,-1 0 1 0,2-1-1 0,-1-1-1 15,3-4-4-15,0-3-2 0,2-3-5 16,-1-6-1-16,1-3-2 0,2-6-1 0,-2-4-1 16,1-5 0-16,-1-6 0 0,1-6 1 0,-1-5 0 15,1-6-1-15,-2-3 1 0,1-5-1 0,1-2-1 16,-3 1-2-16,2-3-5 0,-2 1-6 15,-2-1-10-15,1 2-12 0,-3 0-15 0,1 3-19 16,0 1-36-16,-2 4-57 0,0-2-54 0,-1 2-46 16,2 1-55-16,-1-4-74 0,-2 0-68 15,2-2-39-15,-1-4-88 0,2-4-216 0,1-8-199 16,-2-2-70-16,1-9 143 0,-2-7 317 16</inkml:trace>
  <inkml:trace contextRef="#ctx0" brushRef="#br0" timeOffset="165114.97">14823 3391 70 0,'4'0'391'16,"2"0"268"-16,-1 0 237 0,0-2 34 0,-2 0-165 16,4-1-162-16,-3-4-55 0,2 1-7 15,1 1-50-15,-1-4-83 0,2-2-82 0,1-3-51 16,-1-4-68-16,0-2-65 0,2-3-44 0,1-2-30 16,-2-4-16-16,3 0-8 0,0-3-11 0,-1-1-10 15,3-1-7-15,-1 2-2 0,3-4 2 16,-4 4-4-16,1 2 3 0,1 2 2 0,-2 2 1 15,-2 3-1-15,-2 5-4 0,0 2-4 0,-1 3 0 16,-1 2-3-16,-2 4 0 0,0 1 2 0,1 4 3 16,-4 2 1-16,4 6 1 0,-2 3 0 0,0 5-2 15,1 2-1-15,0 6-4 0,-1 1 2 16,0 3 0-16,1 2-1 0,0 2-5 0,1 3-3 16,2-1-1-16,0 2-10 0,3 3-15 0,-2 0-28 15,3 1-67-15,-5-1-97 0,2 1-184 16,0-1-288-16,0 1-335 0,-2-3-397 0,0 3-221 15,3 1 223-15,0 0 745 0</inkml:trace>
  <inkml:trace contextRef="#ctx0" brushRef="#br0" timeOffset="166763.34">14748 6941 373 0,'-3'8'716'16,"-1"-2"270"-16,1 2 64 0,-1-4-318 15,4 1-254-15,-2-2-156 0,2 0-92 0,2-2-43 16,1 1-30-16,0-2-11 0,2 0 7 16,1 0 42-16,2 0-3 0,3-2 14 0,-1 2 7 15,2-1-15-15,2-1-26 0,3 0-26 0,1 0-13 16,0-1-34-16,2-2-26 0,2 4-9 0,2-2 0 16,-2 0-16-16,5 0-8 0,0 0-7 15,1-1 7-15,2 4 0 0,2-4-5 16,1 2-4-16,1-1-3 0,0 1 1 0,1 0-4 15,1-1-3-15,2 1-2 0,-3 1-1 0,3 1 0 16,-3 0-3-16,3 0-6 0,-2 1-4 16,-1 1-2-16,0 1-1 0,-2-3-1 0,2 2 1 15,-2 0-1-15,0 2 2 0,3-3 0 0,-2 0 0 16,-1-1 0-16,2 0-2 0,0 0 0 16,1-1 0-16,-1 0-2 0,0 1 0 0,1-1 0 15,-2 1 1-15,1 0-1 0,-1 0 0 16,-3 0 0-16,2 1 0 0,-3 1-1 0,2 1 1 15,0 1 0-15,-2-1 0 0,-2 2-1 0,2-1 0 16,-3 0 0-16,1 3-1 0,-2-5 1 0,-2 3 1 16,1-1 0-16,-1-1 1 0,1 0 0 15,-3-2 0-15,4 3 0 0,-3-4 0 0,2 1 0 16,0-1 0-16,-2 2 1 0,2-2 0 16,2 0-1-16,-2 0 1 0,2 0-1 0,0 0-1 15,1 0 1-15,-2 1 0 0,2 1 0 0,-1-2 0 16,0 1-1-16,0 0 0 0,0 1 0 15,-1 1 0-15,0-1 0 0,-1 0-1 0,-1 1 0 16,3-1-1-16,-2-1 1 0,2 2-1 16,-3-1 0-16,1 2 1 0,0-2 0 0,1 2 0 15,-1 0 0-15,0-1 2 0,-2 0 0 16,2 2 0-16,-2-1 2 0,2 0-1 0,-2-1 0 16,1 0-1-16,-1 0 0 0,2 0 0 0,-1 0-1 15,-1 0 1-15,0-1-1 0,1-1 0 16,-1 2 0-16,1-3 0 0,2 3 2 0,-1-3-2 15,0 0 1-15,2 0 0 0,0 0-1 0,-5 0 0 16,5 0 0-16,-2 0-2 0,4 0 2 0,-4 0-2 16,2 0 2-16,-2 0-1 0,1 0-1 15,0 0 2-15,0 2-2 0,-1-2 1 0,0 2 0 16,-1 2 0-16,-2-2 1 0,2 1 0 0,-2-1 0 16,-1 2 1-16,1-2 1 0,-2 2 0 15,-1-2 0-15,2 1 0 0,-4 0-1 0,4-1 1 16,-3 1-2-16,0 0 1 0,3 0-1 15,-3 0 1-15,2 0-1 0,-2-2 0 0,0 2 0 16,2 0 0-16,2 0 1 0,-2 2-1 16,0-2 1-16,2-1 0 0,-3 3-1 0,3-1 0 15,0 0 0-15,-1 1 1 0,1-1-1 0,0 0 0 16,0 0 0-16,-1-2 0 0,1 0-1 16,3-1 0-16,1 1 0 0,-4-1 0 0,5-1 1 15,-2-1-2-15,3-1 1 0,-1 1 0 0,2-1 1 16,-1 1-1-16,2 0 1 0,0-1 1 15,2 0 1-15,-1 1 0 0,3 1 1 0,-1 0-1 16,2 0 0-16,0 1 0 0,1-1-1 0,3 2 0 16,-1 1-1-16,0 0 0 0,0-2 1 15,2 2-1-15,-4 0-1 0,1 1 0 0,1-2 1 16,-4 1-1-16,4 0-1 0,-3-1 0 16,0-1-1-16,0 0 1 0,-1-1 1 0,-2 2-1 15,1-2 1-15,-1 0 1 0,0 0 1 0,-2 0 1 16,-2 0-2-16,-1 0 1 0,0 0 0 0,-4 0 1 15,0 0-1-15,-3 2-1 0,-3-2 0 16,-4 1 0-16,0-1 0 0,-4 0 0 0,-1 1 2 16,-1-1 1-16,-3 0 0 0,-2 0 3 15,1-1 7-15,-3 1 4 0,0 0 1 0,0 0-1 16,-1-1 0-16,-1 1 0 0,0-2-7 0,-1 0-5 16,0 1-1-16,0 0-2 0,0 1-2 15,-1-2-2-15,1 1 0 0,-2 1-5 0,1 0-10 16,-1 1-21-16,-3 1-43 0,2-1-78 15,-2 0-113-15,-1 3-202 0,1-3-299 0,-1-1-351 16,2 0-349-16,1-5-143 0,-1 1 346 0,2-2 712 16</inkml:trace>
  <inkml:trace contextRef="#ctx0" brushRef="#br0" timeOffset="167114.34">20046 6959 53 0,'-3'-2'628'0,"1"2"557"0,1 0 259 16,-1-2-105-16,1 2-379 0,1 2-361 16,0-2-203-16,0 0-127 0,1 0-86 0,2-2-63 15,2 2-46-15,2 0-27 0,2-1-4 0,4 1-5 16,-2 1-8-16,4 1-4 0,2 1-2 0,1 1-1 16,2 1-8-16,0 1-5 0,0 1-1 15,0 1-2-15,0-1-1 0,-1 2 6 0,-1 3 5 16,-5-1 7-16,0 1 7 0,-5 3 6 15,1 0 6-15,-4 0-1 0,-3 6-1 0,-4-3-3 16,-3 3-4-16,-4 0-4 0,-2 1-6 0,-2-1-6 16,-6 3-4-16,-1 0-6 0,-1-1-4 15,-2 0-2-15,-3 1-3 0,1-2-1 0,0-1-1 16,2-4 0-16,0 2-1 0,3-4-2 0,0-4-11 16,5-2-17-16,-1 1-34 0,2-5-78 15,2-1-95-15,2-4-168 0,3 0-288 0,2-2-336 16,2-4-366-16,3 2-181 0,3-4 160 15,1 0 685-15</inkml:trace>
  <inkml:trace contextRef="#ctx0" brushRef="#br0" timeOffset="168115.44">19550 7875 400 0,'1'3'774'16,"-1"0"239"-16,0-1 7 0,2 0-319 0,1-2-225 15,0 0-132-15,2-2-79 0,4 0-34 0,-1-3-1 16,4 1-9-16,3 0-10 0,0-1-5 0,3 0-10 15,0 2-17-15,4 1-24 0,-2-2 10 16,1 4-31-16,1 2-37 0,-1 1-14 16,-4 1-5-16,1 4 0 0,-4 1-17 0,-2 2-5 15,-2 3-1-15,-3 4-6 0,-3 2-2 0,-4 0-5 16,-1 3-4-16,-2 3-5 0,-6 0-4 16,0 2-4-16,-4 0-5 0,-1 2-6 0,-3 0-3 15,1 2-4-15,-1-2-3 0,-3 2-2 0,3-1-1 16,-2-4 0-16,5 3 0 0,1-5 0 15,-1 1 1-15,4-4-1 0,1-2-3 0,3-1 1 16,1-4-2-16,3-1-2 0,-1-3 1 16,6 0 1-16,1-2 0 0,0-1 0 0,6-3 1 15,-1-2 1-15,4 0-1 0,4-3 0 0,-1-4 0 16,5-2-1-16,1 0-3 0,1-4-7 0,1-1-11 16,2-2-18-16,0-1-36 0,1-1-65 15,0 0-64-15,-2-1-75 0,-1-1-122 0,2 2-181 16,-3-2-279-16,-1 3-215 0,-2-2-198 0,0 2-36 15,-1-4 376-15,-3 3 497 0</inkml:trace>
  <inkml:trace contextRef="#ctx0" brushRef="#br0" timeOffset="168446.03">20182 8082 360 0,'0'3'901'16,"0"1"337"-16,0 6 36 0,2 4-199 0,0 4-301 0,2 2-238 15,-1 7-149-15,4 0-81 0,-1 3-67 16,2 1-77-16,4 0-61 0,0 0-35 15,3-2-20-15,0-3-12 0,2-2-15 0,1-5-8 16,2-3-5-16,0-7 1 0,1-3-3 0,1-8 0 16,0-6 1-16,-1-7 0 0,1-2 0 0,-2-7-1 15,-2-5 1-15,-2-5 0 0,-2-2-2 16,-2-2 1-16,-3-3-2 0,-3 3 2 0,-3-3-1 16,-3 1 6-16,-1 2 7 0,-4 1 1 15,-2 0 6-15,-5 5 3 0,-2 1 1 0,-4 3-5 16,1 3-5-16,-7 1-1 0,1 6-5 0,-3 4-4 15,2 7-2-15,-4 4-2 0,-1 7-2 16,1 7-3-16,-1 5 0 0,3 8-2 0,0 3-2 16,1 2-11-16,8 5-17 0,-4-3-49 15,7 3-76-15,1-6-115 0,2 0-194 0,1-3-302 16,6-3-345-16,-2-3-317 0,4-2-142 0,1-2 346 16,1-3 675-16</inkml:trace>
  <inkml:trace contextRef="#ctx0" brushRef="#br0" timeOffset="168646.76">20186 8072 177 0,'9'-9'793'15,"-3"7"426"-15,-3-2 46 0,4 3-128 0,-1 1-349 16,3 0-266-16,1 3-139 0,1-1-78 16,3 3-50-16,-1-2-54 0,4 2-74 0,-1 1-56 15,5-1-33-15,-1-1-16 0,1 1-10 0,4-2-7 16,-1 0-4-16,1-2-3 0,0 1-2 0,-1-2-48 15,0-2-74-15,-2 1-145 0,-2-4-274 16,-4 3-296-16,2-5-382 0,-6 1-321 16,-2-2-17-16,-2-3 642 0</inkml:trace>
  <inkml:trace contextRef="#ctx0" brushRef="#br0" timeOffset="169530.49">14218 2394 264 0,'2'-3'687'0,"-2"1"374"0,0 1 116 16,0-2-247-16,0 3-280 0,0 0-172 15,0 1-86-15,1 2-44 0,3 4-52 0,-1 4-47 16,0 3-38-16,4 1-42 0,-3 3-49 0,5 1-49 16,-2 4-24-16,1 1-10 0,-2 1-8 0,3 1-4 15,-1 1-8-15,-3-2-8 0,2 1-3 16,0-2-5-16,-2-2-1 0,0-1-2 0,-2-1-2 15,2-2 0-15,-2-3-30 0,0-2-62 0,-1-1-62 16,-2-4-143-16,-2-3-217 0,1-1-316 0,-2-6-316 16,-1-3-229-16,0-3-73 0,-1-3 499 15,-2-5 568-15</inkml:trace>
  <inkml:trace contextRef="#ctx0" brushRef="#br0" timeOffset="169762.34">14063 2269 168 0,'5'0'744'16,"-2"2"397"-16,0-2 65 0,1 0-130 15,1 3-427-15,1 0-278 0,5 2-108 0,0-1-43 16,3 0-30-16,2 2-24 0,1-1-23 0,1-2-36 16,2 1-39-16,2-1-31 0,1-1-12 0,0-1-10 15,2-1-10-15,-1-1 0 0,1 1-5 16,-4-2 0-16,1 1-5 0,-1 1-32 0,-5 0-41 15,-1 1-71-15,-5 2-167 0,-4 2-295 0,-2 1-297 16,-4 2-267-16,-4 5-196 0,-1 0 153 0,-4 2 591 16</inkml:trace>
  <inkml:trace contextRef="#ctx0" brushRef="#br0" timeOffset="169979.91">14057 2925 112 0,'6'6'553'0,"1"0"323"16,-1-4 197-16,2 3-13 0,4-5-390 16,1 0-243-16,1-3-123 0,2 0-60 0,3-2-75 15,0-1-46-15,5 0-51 0,4-1-32 0,-1-2-17 16,3 0-8-16,-1 1-4 0,1-1-5 0,-2 3-3 16,1 2-40-16,-7-1-138 0,2 5-216 0,-4 0-282 15,-2 5-268-15,-1 2-259 0,-4-1-44 16,-1 6 433-16</inkml:trace>
  <inkml:trace contextRef="#ctx0" brushRef="#br2" timeOffset="174979.02">17064 6791 11 0,'2'-5'394'0,"-2"3"379"15,0-4 306-15,0 5 78 0,0-3-338 16,-2 2-226-16,2 0-105 0,0 0-62 0,0 2-53 16,0 0-59-16,0 0-47 0,2 0-47 15,-2 0-55-15,0 0-58 0,0 2-40 0,2 1-23 16,-2 2-11-16,1 2-6 0,-1 3-6 15,0 6-2-15,2 0-3 0,-2 4 1 0,0 2-4 16,0 2-1-16,-2 0-1 0,2 2-1 0,0-2-1 16,-1 0-1-16,1-3-1 0,-2 0-2 0,2-4 0 15,0-3-3-15,0-3 0 0,0-1-1 16,0-6-1-16,-2 2 3 0,2-3 0 16,0-6 1-16,-1-5-1 0,-1 0 0 0,2-5-2 15,-1-3-4-15,1-4-1 0,-2-3 0 0,0 2-1 16,1-1 1-16,1 1 1 0,-2 2 2 0,2 5 3 15,0 0 0-15,-2 4 0 0,2 3 1 16,0 1 2-16,-3 3-1 0,3 3-1 0,-4 3 3 16,2 4-1-16,2 3-1 0,-3 4-1 15,0 0 0-15,1 3-1 0,1 2 0 0,-1 0-1 16,1 0-3-16,-1 1-1 0,0-1-5 0,2-2-24 16,-3-1-64-16,1-2-68 0,-1-3-123 0,-1 0-196 15,-1-3-312-15,0-2-335 0,1-2-250 16,-5-2-128-16,0-2 391 0,-2-3 618 0</inkml:trace>
  <inkml:trace contextRef="#ctx0" brushRef="#br2" timeOffset="178979.76">15344 6589 113 0,'0'2'330'0,"0"-1"173"16,0-1 155-16,0 0-136 0,0 0-89 16,0 0-18-16,0-1-3 0,0 1-11 0,0-2-30 15,2 2-31-15,-2 0-46 0,1 0-64 16,-1 0-48-16,0 0-36 0,0 0-26 0,0 0-21 16,2 2-19-16,-2-2-12 0,0 1-16 0,2-1-12 15,-2 0-13-15,2 2-9 0,-2-2-6 16,0 0-4-16,0 1-6 0,2-1 0 0,0 0 0 15,-1 2 4-15,2-1-1 0,-1-1 28 16,3 2 70-16,-2-1 29 0,3 1 15 0,-1-2 1 16,1 1-1-16,-1 1-29 0,0-1-52 15,0 1-30-15,0-2-16 0,2 1-7 0,-2 0-5 16,0 1-3-16,-1-2-2 0,1 2 0 0,0-1-1 16,-2 0 2-16,3-1-3 0,-1 4 8 15,2-3 28-15,-3 0 17 0,1 1 6 0,-2 0 3 16,3-1-1-16,-1 0-7 0,0 1-25 0,0-2-16 15,0 3-7-15,-1-3-2 0,2 2-3 0,-1-2 1 16,-2 0-2-16,2 3 0 0,0-1 1 16,0-2-3-16,-2 1 2 0,5-1-1 0,-5 1-1 15,2-1 1-15,-1 1-1 0,1-1 1 16,-2 3-1-16,2-3 0 0,1 0 1 0,-1 2-1 16,1-2 0-16,1 2-1 0,-1 0 2 15,3 0-1-15,-1 0-1 0,1 1-1 0,-3-2 1 16,3 2 0-16,-1-1 0 0,0 1 2 0,1-2 2 15,1 2 0-15,0-1 0 0,-4 1 2 16,3-2-1-16,1 1-2 0,-2 1 0 0,-1-2 2 16,1-1-2-16,0 1-2 0,0 1 3 15,2 0-2-15,-4-2 0 0,0 1 0 0,3-1 2 16,-2 0 0-16,-1 1 0 0,1-1 0 0,-1 0 1 16,1 0-2-16,0 0-1 0,-2 0 3 0,1 0-2 15,1 2 0-15,-1-2 2 0,0 0-1 16,-1 0 0-16,2 0-3 0,-1 0 2 0,0 0 0 15,0 0-1-15,1-2 0 0,-2 2 0 0,1 0 0 16,0-1-1-16,0 1 2 0,-1 0-1 16,3 0 1-16,-3 0 1 0,1 0 2 0,4-1-2 15,-4 1 1-15,0-2-1 0,2 2 0 16,0-2-2-16,0 1 0 0,-2 1 1 0,4-1-1 16,-1-1 0-16,-1 1 0 0,2-1 0 0,-2 1 0 15,1-1 1-15,2 1 2 0,-3-1 0 16,3-1-1-16,-1 0-2 0,-1 2 2 0,1-2-2 15,-2 0-1-15,1 0 0 0,-2 1 2 16,0 0 0-16,1-2 1 0,-1 2 0 0,-1-1 0 16,2 1-1-16,-4-1-1 0,1 0 0 0,2 1-2 15,-2-4 1-15,2 3 1 0,-1-1 2 16,-1-1-2-16,0-1 1 0,3 2-1 0,-3-2 0 16,4 1 0-16,-2-1 1 0,1 2 1 15,-2-2-1-15,3 1 2 0,-1-1-2 0,0 2-1 16,1-1 0-16,1-2-2 0,-2 2 1 0,4-1 0 15,-4 1 2-15,2 0 0 0,-2-1-2 0,3 0 1 16,-3 0-2-16,0 2 0 0,-2-2 0 16,3 0 0-16,-2 0 2 0,-1-1 0 0,1-2 1 15,0 1-1-15,-2 1 4 0,0-2 6 16,1 2 6-16,-1-2 2 0,-2 0 2 0,3 1 1 16,-1-1-3-16,-2 2-8 0,2-3-6 15,0 2 0-15,0-1-2 0,-2 0-1 0,4 0-1 16,-3-1 0-16,1 2 1 0,-1-2-1 0,0 0 0 15,0 0 0-15,2-1 0 0,-1-1 0 16,-2-2-1-16,2 3 0 0,0-3 1 0,-2-1 0 16,2 0 0-16,1 2 0 0,-1-5-1 0,0 4 0 15,-2-1 1-15,0-1 1 0,4 1-1 16,-4-2 0-16,3 2 1 0,-2 0 1 0,1 0 0 16,-2 0-2-16,2 0 1 0,0-2 0 0,3 3 1 15,-4-1-1-15,1-1 1 0,0 0-1 16,0 1 2-16,0-1-1 0,1 1 0 0,-2-3 1 15,1-1 0-15,0 2-1 0,-2-1-1 0,2-3 1 16,-2 0-1-16,2 0 0 0,-2-1-1 0,-2-3 0 16,1 3 1-16,0-2-1 0,-2 1 0 15,0 0-1-15,0 0-1 0,0 2 0 16,0-2-1-16,-2 2-1 0,2-1 1 0,0-1 1 16,-2 2 0-16,2-1 0 0,0-2 1 15,-1 3 1-15,1-2 1 0,0-1 0 0,1 2 1 16,-1-4 0-16,2 3-1 0,0-2 1 0,-1 0-1 15,3 0 0-15,-3 0 1 0,2 1 0 0,-1 0 0 16,1 1 1-16,-1-2-1 0,1 3 0 16,1-1 0-16,0-1-1 0,-3 1 1 0,2-2-2 15,1 1 1-15,-1-1-1 0,0-1-1 16,0 1-1-16,0-2 0 0,1-1 0 0,0 0-2 16,-1 1 0-16,2-1 1 0,-2-1 0 0,0 1 1 15,2 0 2-15,0 2 1 0,-2 0 2 16,3 1 0-16,-3 0-4 0,1 0-4 0,-3 0-2 15,2 1-3-15,-1 0-1 0,1-2-2 0,2 4 7 16,-3-2 3-16,2 2 1 0,-2 0 1 16,1 1 1-16,-2 0 0 0,3 2 0 0,-3-1 0 15,2 1 0-15,-1 1 0 0,1 0 1 0,1 0-1 16,-3 1 0-16,2 0-1 0,2 1 1 16,-4 0 0-16,2-2-2 0,-1 0 2 0,1 0 0 15,1 0-1-15,0 0 1 0,0 0-1 16,0-1 0-16,4 2 6 0,-2-1 3 0,-1 0 2 15,2 1 0-15,-3 2 2 0,4-2 0 0,-3 5-7 16,1-4-2-16,-1 2-7 0,1 1-4 0,2-2-2 16,-2 2-1-16,2-2 0 0,-1 1-1 15,-1 1 6-15,3-1 2 0,-2 2 2 0,-1 2 2 16,2-1-3-16,0 1 2 0,-2 0 1 16,-1 2 0-16,3 1 0 0,0 0 0 0,-4 0 1 15,1 0 1-15,2 2-1 0,-1-1 0 0,-1 1-1 16,1 1-1-16,-3 1 0 0,2 0-1 15,-2 0 1-15,0 0 1 0,1 1 0 0,-1 0 0 16,-2 2 1-16,1-3 1 0,2 2 1 16,-2 1-2-16,-1 0 0 0,1-1 0 0,1 0-1 15,-1 1 0-15,0 0-2 0,1 0 2 0,0 0-1 16,0 0 1-16,0 1-1 0,1 0 1 0,2-1 0 16,-3 1 0-16,2 2 0 0,-1-3 0 15,3 2 0-15,-1 2 3 0,0-2-1 0,1 1 1 16,-1 2 6-16,-1-1 2 0,1 3 3 15,2-2 1-15,-2 4 5 0,1-1 4 0,-2 2-4 16,2 0-2-16,-1 2-2 0,-1-1-2 0,2 3-6 16,-1 0-4-16,-1 0-2 0,2 2-2 0,-2 0 1 15,0-1 1-15,0 1 0 0,0 1 1 16,-2 1 2-16,3 2-1 0,-3-3-1 0,0 1-1 16,1 1 0-16,-1 0 0 0,-2-1 0 15,3-1-1-15,-3 2 1 0,-1-1 1 0,2-1-2 16,-1 3 1-16,1-2-2 0,-2 2 0 0,0 1 0 15,2-2 0-15,0 2 0 0,-2-1 0 16,2 2 1-16,0-1-1 0,-1 0 0 0,1 0-1 16,-1 0 0-16,3-1-1 0,-3 3 1 15,2-3-1-15,-1-1-1 0,1 1 1 0,0 0 0 16,-1-1 0-16,1 1-1 0,0-2 2 0,-1 1 0 16,-1-1 1-16,1 1 0 0,-1-3 2 0,-1 1 0 15,2 0-1-15,-2-1 0 0,0 3 0 16,0-1 0-16,-2 0-1 0,2 0 0 0,0-1 0 15,0 0 0-15,0 1 0 0,0 1 0 16,0-2 2-16,0 2-1 0,-1-2 0 0,1 1 0 16,0 1-1-16,0-3 1 0,0 2-1 15,0-2 1-15,0 0 1 0,0 3-2 0,0-2 0 16,0-2 0-16,1 2 0 0,-1 1-2 0,0-1 1 16,2-1 0-16,-2 1 0 0,2-1 0 15,-1 1 0-15,-1 0-1 0,3-3 2 0,-3 3 0 16,2 0-1-16,1-1 1 0,-1 1-1 0,-1-1 1 15,1 0 0-15,0-1-1 0,-1 1 2 0,4-2-1 16,-4 0 0-16,1 1-1 0,-1-2 1 16,1 1 0-16,0-2 0 0,-1 1 1 0,-1-1 0 15,3 0 0-15,-3 0-1 0,0 2 2 16,2-2-1-16,-2 1 0 0,0 1 0 0,2-3 0 16,-2 6-1-16,1-4 0 0,-1 3 0 0,2-3-1 15,0 1 0-15,-2 0 0 0,1 0 2 16,1 0-1-16,-1 1 1 0,-1-2 0 0,5 2 0 15,-5-1 0-15,1 1-1 0,-1-2 0 16,3 1 0-16,-3-1 0 0,2-1-1 0,0 2 1 16,-1-2 0-16,1 1 0 0,-1-1 0 0,1-2 0 15,0 1 0-15,-1 1 1 0,-1-1-2 16,4-1 1-16,-4 1 0 0,1-1 0 0,-1 0 1 16,3 1 0-16,-3 0 0 0,2-1-1 0,1 1 0 15,-2-1 0-15,1-1 0 0,-1 2-1 0,1-3 1 16,1 3 0-16,-3 0-1 0,2-2 1 15,0 1 0-15,-1 1 0 0,-1-2 0 0,2 1 0 16,-1 0 1-16,1 0-1 0,0 0 1 0,-1 1-1 16,1-3 0-16,-1 2-1 0,1 0 0 15,1-1 0-15,-2 0 1 0,2 0-1 0,-1 0 1 16,0 1 0-16,-1-3 1 0,3 2-1 0,-3-2 0 16,2 1 0-16,1-1 0 0,-3 0 0 0,2 0 0 15,-1 1 1-15,2 1 0 0,0-2-1 16,-3 0 1-16,2 1 0 0,2 1 0 15,-2-2-1-15,1 0 0 0,0 1 1 0,2 0-2 16,-2 0 0-16,0-2 0 0,1 1 1 0,-2-1 0 16,2 0 0-16,0 0 1 0,1 1 2 0,-3-1 0 15,2 1-1-15,0 1 0 0,-2-3 0 16,4 3 0-16,-4-1-1 0,3-1-1 0,-2 1 2 16,1-1 0-16,-2 0 1 0,2 2 2 15,0-1-1-15,-2 0 2 0,3-1-2 0,-1 1 1 16,2 1 0-16,-1-1-1 0,0 1 2 0,0-1-1 15,-1 0 1-15,2 1 2 0,1-1 1 16,-4 1-1-16,4-1-1 0,-2 1 0 0,2-1-2 16,-1-1-2-16,0 2 0 0,0-2-1 15,-1-2 0-15,2 2 0 0,-1-1-1 0,2-1 1 16,-1-1 0-16,2 2-1 0,-1-3 1 0,-1 2 1 16,1-2 0-16,1 0 0 0,1 1 0 0,0-2 2 15,0 1 1-15,0 1 1 0,-1-3 0 16,2 2 0-16,-2-2-1 0,1 0-1 0,1 0-2 15,-1 3 0-15,-1-1-1 0,2-1 0 16,-2 0 0-16,1 0 1 0,3 2-1 0,-2-1 0 16,0 2 0-16,-1-3-1 0,0 2 0 0,2-1-1 15,-2 0 0-15,1 0 0 0,0 1 1 16,-3-2 0-16,4 2-1 0,-4 0 0 0,1-1 0 16,1-1 0-16,-3 1 1 0,1 1-1 15,-1-2 0-15,1 1 1 0,-1-2-1 0,1 1 1 16,-2-1 1-16,-1 0-1 0,2 0 1 0,-1 0 0 15,-1-1 1-15,3 1-2 0,-2-3 1 16,-1 1 1-16,1-1-1 0,0 0 1 0,0-1-1 16,-1 1 1-16,1-2-1 0,-1 1 1 0,2 1 0 15,0-2 0-15,-2 3-1 0,0-2 0 16,4 2 0-16,-2-3-1 0,-2 3-1 0,2 2 1 16,1-3 0-16,-1 0-1 0,0 2-1 0,-1 1 2 15,0 0 0-15,1 0-1 0,-3 0 0 16,2 0 1-16,-3 1 0 0,2-1 0 0,-1 1-1 15,2 1 0-15,-4 1 1 0,2-3-1 16,-2 0 0-16,3 2 1 0,-3-2 1 0,0 3-2 16,0-1 0-16,1-1 1 0,-1 1-1 0,0 1 1 15,0-1-1-15,0 2 0 0,2-2 1 16,-4 2-1-16,2-3 1 0,-1 2-1 0,1-2 0 16,-1-1 1-16,0 2-1 0,-1-1 0 0,-1 1 0 15,3-2 0-15,-3 1 0 0,2-1 1 16,0 2 0-16,-1-2-1 0,-1 1 1 0,2-1-1 15,-2 0 0-15,1 0 0 0,-1 0 1 0,0 2-1 16,0-2 1-16,0 0 0 0,0 0 0 16,0 0-1-16,0 0 0 0,-1 1-1 0,1-1 0 15,-2 0 1-15,2 0 0 0,0 0 0 16,-1 0-1-16,-1 0 0 0,0 2-4 0,-1-2-10 16,-2 0-18-16,2 1-34 0,-2 1-79 15,-4-1-101-15,1 1-186 0,0-2-292 0,-1 1-342 16,1-1-376-16,2 1-173 0,-1-1 242 0,1 0 728 15</inkml:trace>
  <inkml:trace contextRef="#ctx0" brushRef="#br1" timeOffset="204589.76">21224 5048 127 0,'2'3'276'0,"0"-2"102"0,-2-1-23 16,0 1-138-16,0-1-110 0,1 1-65 16,-1-1-36-16,0 0-14 0,2 0 22 0,-1 0 11 15,-1 0 8-15,0 0 9 0,0 0 9 16,0 0 3-16,0 0 7 0,0 0 4 0,0-1 2 15,0 1 1-15,0 0 9 0,0 0 4 0,0 0 5 16,0-1 0-16,0 1-5 0,0 0-5 16,0 0-20-16,0 0-16 0,2 0-21 0,1 0-10 15,-3 0-7-15,0 0-2 0,1 0 2 16,1 0 4-16,-1 0 5 0,3 0 22 0,-3 0 10 16,3 0 10-16,-1 1 4 0,2-1 1 0,-4 1-3 15,7-1-18-15,-5 2-13 0,2 1-7 16,1-3-3-16,-1 0-5 0,0 2-1 0,2-2-5 15,-2 3-1-15,2 0 4 0,-1-2-3 16,0 1-1-16,2 0 0 0,-2-1 0 0,1 0 1 16,-1 1 1-16,2 0 0 0,0-1-1 0,-2-1 24 15,2 1 11-15,-1 1 5 0,0-2 4 16,1 0-1-16,-1 2 0 0,-1-2-23 0,3 0-11 16,-2 0-7-16,-1 0-3 0,2 0-2 15,0 1 0-15,0-1 0 0,-2 0-2 0,1 1 0 16,2 1 1-16,-3-2-5 0,1 1-1 0,1 1 2 15,-4-1 2-15,6 2 1 0,-6-3 0 0,3 2 2 16,-1-1 0-16,-1 1-2 0,3-2 1 16,-2 1-6-16,-1 1 1 0,0-2-3 0,-1 0 4 15,1 0 0-15,1 0 1 0,1 0 3 16,-3-2-1-16,1 2 2 0,0-1-2 0,3 1 0 16,-4-2 2-16,1 2 2 0,0-1 0 0,0 1 1 15,0-2-1-15,2 2 2 0,0 0 3 16,-2-2 0-16,1 2 0 0,0 0 2 0,3 0-2 15,0 0 0-15,-1 0-4 0,-2 2-3 0,3-2 4 16,-1 0-1-16,0 0-1 0,1 0 0 16,-1 0 1-16,2 0 2 0,-2 0-1 0,3 0-2 15,-2 0 1-15,0-2-1 0,0 1 1 16,-1 0-3-16,1-1 2 0,-1 1 1 0,1-1-1 16,0 1 2-16,-1-2-3 0,1 0 6 15,-1-2-3-15,0 3-1 0,0-2 6 0,1 1-7 16,-1-1-1-16,2 2-1 0,-2-1 0 0,-1 1-22 15,1 1 8-15,0 0-21 0,0 0 19 16,1 1-15-16,1-3 11 0,-2 3 10 0,1 0 8 16,1-1 25-16,0 1-35 0,-1-1 27 15,0-1-2-15,-1 0 15 0,2 2-12 0,-1-1-9 16,-1 0 19-16,0 1-11 0,0-2-6 0,0 2-7 16,-2 0-1-16,2 0-1 0,-1 0 2 15,0 0-2-15,0 0 0 0,-3 2 0 0,1-2 0 16,2 1 0-16,0-1 0 0,-2 0 2 0,1 1-2 15,-1-1 2-15,2 0-2 0,-1 0 0 16,0 0 0-16,0 0-2 0,-1 0 2 0,2 0-4 16,0 0-1-16,0 0 4 0,-1 0 1 15,1-1-4-15,2 1 2 0,-3 0 1 0,1 0 1 16,1 0-4-16,-4 0 2 0,4 0 2 16,-2 0-3-16,1 1-1 0,-1-1-1 0,1 2 3 15,0 0 1-15,1-2-3 0,-1 1 4 0,1 0 2 16,-1 2-2-16,0-2 0 0,1-1-5 15,-4 1 1-15,6-1-4 0,-4 1-3 0,0 1-1 16,3-2 3-16,-2 0 2 0,-1 3 4 16,-1-3-1-16,3 0 2 0,-3 0 2 0,3 0-2 15,-2 0-1-15,-1 0-4 0,0 0 3 0,0 0 1 16,-1 0 3-16,2 0 0 0,-3 0 2 0,1 0 1 16,1 0 4-16,-4 0-3 0,2 0-1 15,2 0 3-15,-2-3-5 0,1 3 1 0,-2 0-2 16,2 0 0-16,0 0 2 0,0 0-2 15,0 0 0-15,0 0 2 0,0 0-2 0,0 3 3 16,2-3-1-16,-2 0 1 0,1 0 1 0,2 0-1 16,-3 0 24-16,6 0 9 0,-6 0 7 15,3 0 2-15,-1 0 3 0,2 0 1 0,0-3-19 16,0 1-12-16,-2 0-6 0,2 1-4 16,1-2 1-16,0 1-4 0,-1-2 1 0,1 3-2 15,-5-2-3-15,5 1 4 0,-3 0 0 0,0 0 2 16,2 1-4-16,-2-2-1 0,1 3 1 15,-2-2 4-15,1 1-2 0,2 1 1 0,-4 0 3 16,1 0 0-16,2 0 0 0,-1 1-1 16,2-1-2-16,-4 2 1 0,4-2-6 0,-3 0 4 15,3 1 0-15,0-1-2 0,0 0 2 0,0 0-1 16,0 0 2-16,1-1-1 0,-1 1 0 16,2-2 1-16,0 1-4 0,0-1 1 0,-2 1-1 15,3-1-1-15,-1-1 3 0,-2 2-4 16,2-1 0-16,-2 2 1 0,0-1 2 0,0-1-1 15,2 2 0-15,-2 0-2 0,0 0-4 0,-2 0 0 16,3 0 0-16,-1 0 0 0,-1 2 0 16,-1-2 3-16,2 1 1 0,-2-1 1 0,-1 0-1 15,1 2 0-15,-1-1 2 0,3-1 1 16,-4 0 0-16,1 1 1 0,0 1-4 0,-2-2 0 16,2 0 0-16,0 2-4 0,1-2 0 0,-1 1 0 15,-2 1 4-15,0-2 0 0,4 1 0 0,-4 1 0 16,0-2 0-16,3 0 0 0,-3 1 0 15,4 1-1-15,-3-2 1 0,1 0 0 0,0 0 0 16,3 0 1-16,-4-2-1 0,1 2 2 16,2-1 1-16,-1 1-3 0,2-2-1 0,-2 2-3 15,0 0-2-15,-1 0 1 0,3 0-3 0,0 2 1 16,-2-2 4-16,2 1-2 0,-1 1 2 16,2-1 0-16,-1-1-1 0,0 2 3 0,0-1-7 15,3-1-1-15,-3 0 3 0,1 0-6 0,2-1 1 16,-3-1-1-16,3 1 4 0,-1-1 5 0,-1 1 1 15,1-2 4-15,1 1-1 0,-2 1 9 16,3-1-1-16,-2 0 1 0,0 1-2 16,0 1 0-16,0 0 3 0,0 0-7 0,0 1-3 15,0 1 1-15,0 1 0 0,0 0-2 0,0 0 0 16,2 0 3-16,-3 0 3 0,4 0-1 16,-4 0-2-16,2 0 1 0,0-1-1 0,2 0-1 15,-2 1-1-15,2-2 1 0,0 1-2 16,-1 0 5-16,1 1-2 0,1-3-3 0,-1 2 0 15,-1-2 0-15,2 3 0 0,-2-2 0 0,3 2-2 16,-2-1 4-16,1 1 0 0,-3-2-1 16,4 3 2-16,-3-3-3 0,-1 0 2 0,3 1-2 15,-3 1-2-15,2-2 2 0,0 1 0 16,0-1-3-16,-1-1 2 0,1 0 1 0,0 0 0 16,1 0-2-16,-3 0-1 0,3 2-1 0,-1-1 3 15,1 0-2-15,-2 1-1 0,4-2 3 0,-2 0-3 16,-1 2 0-16,3-2-5 0,-2 1 6 15,2-1-7-15,-2 0-1 0,4 0-1 0,-4 0 1 16,3 0-1-16,-2 0-4 0,2 0 6 16,-3 0 7-16,3-1 3 0,-2 1 6 0,2-2 6 15,-1 2 3-15,0-3 3 0,2 3-2 0,-1-1 1 16,0-1-6-16,-1 1-3 0,1 1 0 16,1-2-3-16,-3 2 0 0,4-1-2 0,-3 1 4 15,1 0-1-15,1-1 1 0,1 1-4 16,-3-2-2-16,3 2 4 0,-3 0-3 0,2 0-2 15,0 0 0-15,-2 2 0 0,1-2 0 0,-1 1 0 16,-1-1 0-16,2 0 3 0,-4 1-3 16,0-1 3-16,1 0-1 0,-2 0 1 0,-1 0-3 15,0 0 0-15,-2 0 0 0,1 0 0 16,-1 0-1-16,-1 0 1 0,0 0-2 0,-1 0 2 16,0 2 0-16,-1-2-3 0,-1 1 3 0,2-1-2 15,-2 2 1-15,-1-1-1 0,1 0 2 0,-1 1 0 16,1 0 0-16,0-1 0 0,-2-1 3 15,2 2-1-15,-2-2-2 0,3 0 1 16,-1 0 3-16,-2 0-3 0,2 0-1 0,2-2 18 16,-3 1 14-16,4-1 9 0,-2 2 6 0,2-2 3 15,0 1 1-15,3 1-15 0,-1 0-12 0,3-1-12 16,-1 1-6-16,1-2 0 0,2 2 14 16,0 0 7-16,2-1 4 0,-1 1 9 0,3-2 6 15,0 1 6-15,-2 1-11 0,4-3-6 16,-2 1 13-16,3 0 10 0,-2-2 7 0,1 2-3 15,1 0 4-15,2-1-7 0,-1 0-14 0,-2 0-14 16,1 1-12-16,0-1-5 0,-1 1-4 16,1 1 0-16,0 0-2 0,0 1-2 0,-2-1 1 15,-2 1-6-15,3 0 4 0,-5 0-2 16,1 0 0-16,-3 0-1 0,4 0 0 0,-6 0-1 16,1 0-1-16,1 0 0 0,-1 0 22 0,-1 1 16 15,0-1 7-15,-3 0 6 0,4 1 1 16,-4-1 1-16,4 1-22 0,-5 1-15 0,1-2-9 15,1 3-4-15,1-3 0 0,-2 0-2 16,-1 0 0-16,3 0 14 0,-1 0 9 0,0 0 6 16,0 0 2-16,1 0 1 0,-1 0-2 15,1-3-10-15,0 1-8 0,-1 1-5 0,4 0-3 16,-5-3-4-16,5 4 3 0,-1-1 5 0,0 0 2 16,1 1 2-16,0-2 2 0,2 2 0 15,-2 0 0-15,4 0-7 0,-1 0 1 0,0 0-3 16,1 0 1-16,-1-2 0 0,2 2-2 0,-1 0 1 15,2-1-3-15,1 1 0 0,-4-1 1 0,5-1 1 16,-1 0-1-16,0 1 1 0,-1-2-3 16,3 2 1-16,-2-2-1 0,1 0 0 15,2 1-1-15,0-1 1 0,-2 0 0 0,2 2-2 16,-2-1-1-16,1-1 1 0,-2 2-2 0,4 0 0 16,-3-1-1-16,2 2 0 0,-1 0 2 0,-2-2-3 15,1 2-1-15,-1-1 3 0,0 1 0 16,-1-1 0-16,-2 1 0 0,1 0-4 15,-3-2 3-15,-1 0-3 0,0 1 0 0,-3 1 2 16,-1-1 1-16,0 1-2 0,-3 0 0 16,-2 0 1-16,-1 0 2 0,2 1-4 0,-4-1 3 0,0 1-2 15,-2 1-9-15,1 0-22 0,-2-1-41 16,-2 0-73-16,1 1-102 0,-5 0-133 0,3-1-237 16,-2-1-253-16,-2 0-153 0,1 0 39 15,-3 0 267-15,-3-1 331 0</inkml:trace>
  <inkml:trace contextRef="#ctx0" brushRef="#br1" timeOffset="205322.51">25586 5181 42 0,'4'0'370'0,"-3"0"250"0,1 1 175 16,-1-1-10-16,3 2-222 0,-1-1-124 0,2 4-76 16,2-1-40-16,0 3-25 0,1-2-16 0,4 3-45 15,-1 1-63-15,2 0-47 0,3-2-29 16,-3 4-22-16,4-1-21 0,-3-1-19 0,5 1-19 15,-3 1-9-15,1 2-8 0,-1-5-3 16,3 3-2-16,-2-2 4 0,-2 0 2 0,0-2 0 16,-2 0 2-16,-2 0 0 0,2-1-4 0,-4-1-17 15,-1 1-45-15,-2-4-82 0,-3 0-129 0,-3 0-169 16,0-2-292-16,0-2-252 0,-4-1-140 16,-1-2 118-16,1-1 367 0</inkml:trace>
  <inkml:trace contextRef="#ctx0" brushRef="#br1" timeOffset="205538.89">25900 5091 114 0,'9'6'480'0,"0"0"327"0,3 0 241 0,-3 2-50 16,5 3-278-16,-3 1-187 0,1 1-119 0,2 0-91 15,-3 2-89-15,3 0-74 0,-1 0-48 16,1 0-38-16,-2 0-32 0,1 1-22 0,1-2-9 15,1-1-8-15,0 1-30 0,-2-2-38 16,-1-4-102-16,-2 2-160 0,-2-4-265 0,1 0-287 16,-2-4-246-16,-2 2-145 0,-1-4 251 0,1-4 488 15</inkml:trace>
  <inkml:trace contextRef="#ctx0" brushRef="#br1" timeOffset="205724.6">26421 5222 308 0,'12'6'578'0,"-3"1"209"15,0 1 59-15,1 2-285 0,1-2-231 0,-2 0-144 16,1 0-93-16,1-1-49 0,0-2-24 0,0-2-35 16,0 0-62-16,0-5-100 0,0 1-195 15,0-2-233-15,-1 0-145 0,-2-2-9 0,3-3 164 16,-3 2 241-16</inkml:trace>
  <inkml:trace contextRef="#ctx0" brushRef="#br1" timeOffset="205871.88">26726 5185 61 0,'7'13'558'16,"-6"0"424"-16,3 5 173 0,-3 1-82 16,-1 0-390-16,3 0-297 0,-3 2-183 0,2-3-95 15,0 1-51-15,-2-2-48 0,0-4-100 0,0 1-151 16,0-4-276-16,-2-1-267 0,0-1-240 0,2-2-112 15,-3-4 225-15,2 0 422 0</inkml:trace>
  <inkml:trace contextRef="#ctx0" brushRef="#br1" timeOffset="207305.48">21186 4236 61 0,'-1'0'395'0,"-1"-2"309"0,0 2 283 0,-1-2 7 0,2 2-205 15,-1 0-180-15,-1 0-126 16,2 0-73-16,-1 0-57 0,2 0-55 0,0 2-33 16,-2 0-28-16,2 2-37 0,-3 1-40 0,2-1-45 15,1 4-33-15,-4-2-30 0,4 2-18 0,0 2-12 16,0 0-10-16,2 1 0 0,0-2-6 16,-1 4 0-16,1-2-4 0,1-1-1 0,-1-1 0 15,2 0-2-15,-1-1-1 0,0-3 1 16,1 1 0-16,-3-4 1 0,4 0 1 0,-2-2 1 15,2 0 2-15,-2-2 1 0,3-3 2 0,-1-1 2 16,0 0-2-16,-2-2 2 0,2-1-3 16,-2-2-1-16,0 1 7 0,-3-1 5 0,5 0 11 15,-5 0 9-15,0 3 10 0,-5-1 7 16,5 0 1-16,-3 3-2 0,0-1-4 0,-2 3-6 16,2-1-6-16,0 2-5 0,-2 0-7 0,2 3-4 15,-3-2-7-15,3 4-2 0,-1-1-5 16,-1 2-3-16,2 0-3 0,0 3-1 0,1 0 0 15,-1 0-2-15,2 2 0 0,-1-2-1 16,-1-1 0-16,3 1-1 0,3-2-3 0,-1 2-10 16,-1-1-22-16,2-5-64 0,1 2-83 0,0-2-166 15,1-2-280-15,3-1-329 0,5 2-402 0,-4-4-271 16,8 3 68-16,1 0 741 0</inkml:trace>
  <inkml:trace contextRef="#ctx0" brushRef="#br1" timeOffset="208388.51">25743 3957 154 0,'2'-6'473'0,"-1"0"329"0,-1 1 267 16,-1 1-136-16,-1 0-195 0,-1-1-99 0,-1 1-40 16,1 2-89-16,-1 0-105 0,-1 0-77 0,0 2-59 15,-1 2-69-15,-1 0-75 0,3 0-42 16,-4 3-23-16,3 1-16 0,2 2-11 0,-2 1-6 15,4 3-10-15,-3 0-3 0,3 1-6 0,1 2-2 16,0-1-1-16,0-2-3 0,0 0 0 16,1-3-2-16,1 0 0 0,0-3-2 0,-1-2 1 15,2-2 1-15,1-2 0 0,-3-2 1 0,4-2-1 16,-2-4 1-16,3-3 0 0,-3 3-1 16,2-2 0-16,-3-1 1 0,0 1 1 0,-1 4 0 15,-1-3 0-15,-1 4-1 0,-1 0-1 16,0 4-7-16,-3 1-22 0,1 3-70 0,-5 3-74 15,-3 0-143-15,1 5-262 0,-1-1-318 0,-3 1-363 16,3 0-239-16,1 0-11 0,-2-1 592 16</inkml:trace>
  <inkml:trace contextRef="#ctx0" brushRef="#br1" timeOffset="214379.72">25909 2346 154 0,'0'3'352'0,"0"0"149"16,0-2 64-16,0 3-170 0,0-4-140 0,2 2-74 15,-2 0-35-15,1 0-14 0,-1-1-4 0,0 0-4 16,2-1 8-16,1 2 24 0,-2-2 6 0,2 2 11 16,1-2 32-16,-1 1 17 0,2-1-18 0,0 0-39 15,-1 0-29-15,6 0-33 0,-6 0-43 16,4 0-24-16,0-1-14 0,2 1-9 0,-2 0-5 16,1-2 1-16,2 0-4 0,-1 1 3 0,-1 0-3 15,-1-1-1-15,3 2-4 0,-3-2-34 0,-1 0-67 16,-3 2-84-16,1-3-101 0,-2 2-168 15,-2 1-271-15,-1 0-153 0,0 0 11 0,0 0 179 16,-1 4 263-16</inkml:trace>
  <inkml:trace contextRef="#ctx0" brushRef="#br1" timeOffset="214630.9">25944 2499 111 0,'4'3'319'16,"0"-1"149"-16,0 1 132 0,1-1-139 0,2-2-101 15,-3 0-55-15,6 0-10 0,-2-2-9 0,0 2-27 16,0-4-41-16,1 1-50 0,0-1-46 16,0-3-44-16,0 1-35 0,-1 0 7 0,0 0-3 15,0 1-4-15,-1 0-3 0,0 1-7 0,-4-1-54 16,-1 1-124-16,-1 0-121 0,-2 2-284 15,-1 0-217-15,-1 2-131 0,-4 2 68 0,0 0 270 16</inkml:trace>
  <inkml:trace contextRef="#ctx0" brushRef="#br1" timeOffset="-214718.49">25996 2571 29 0,'3'3'284'16,"0"-2"160"-16,1-1 128 0,2 0-35 0,-2-1-214 15,3-2-158-15,-1 1-77 0,2-3-44 0,3 1-15 16,-1 1-31-16,-1-2-67 0,2 1-259 0,-1 1-156 16,-1 0-63-16,0 3 29 0,0-1 126 0</inkml:trace>
  <inkml:trace contextRef="#ctx0" brushRef="#br1" timeOffset="-209766.21">21276 4223 134 0,'0'-2'277'16,"0"2"105"-16,0 0-6 0,0 0-81 0,0 0-84 16,2 0-59-16,0 0-28 0,-2 2-20 15,0 1-4-15,0-3-27 0,0 1 5 16,0 0 32-16,0-1 39 0,0 1 35 0,-2-1 39 15,0 3 65-15,2-3 36 0,0 0-2 0,-1 0-10 16,1 0-17-16,0 0-29 0,-4 0-36 0,4 0-34 16,-1 0-38-16,1 0-30 0,-2 0-24 15,2 0-14-15,0 0-13 0,0 0-4 0,0 0 7 16,0 2 12-16,0-2 14 0,0 0 6 0,0 0 5 16,0 0-2-16,0 0-10 0,0 0-21 15,0 0-18-15,0 0-20 0,0 0-20 0,2 0-14 16,-2 0-10-16,1 2-3 0,-1-2-3 15,4 0 2-15,-3 3 4 0,3-3 3 0,0 3-1 16,0-2 1-16,0 1 1 0,4-1 20 0,-2 1 13 16,-1-1 5-16,3 3 6 0,1-3-1 15,-2 0-3-15,1 1-18 0,0 1-14 0,1-2-7 16,-1 1-1-16,-2-1-3 0,3 2 0 16,0-3 1-16,-1 1 0 0,0 1-2 0,0-1-2 15,-1 1 1-15,1-2-1 0,0 2-1 16,0-1 0-16,3 1-1 0,-3-1 1 0,0 1 0 15,1-2 0-15,-1 1 1 0,0 1 1 0,0-1 2 16,2-1 1-16,-2 0-2 0,-2 1 1 0,0 1 1 16,4-2-1-16,-4 2-2 0,0-2-1 15,2 1 3-15,0-1-2 0,-2 1-2 0,1-1 1 16,-1 2 0-16,2-2 1 0,0 2 0 16,-2-2-1-16,-1 2 0 0,3-2 0 0,0 3 1 15,-2-3-2-15,1 1 0 0,-3-1 2 0,1 1 1 16,3-1-1-16,-2 1 0 0,-1 2-1 15,1-3 0-15,-1 0 0 0,2 2 1 0,-1 0 1 16,0-2-1-16,-1 0 0 0,0 3 2 16,-1 0-1-16,2-2-2 0,-1 1 1 0,2-1 0 15,-3 2 2-15,1-1-1 0,0 0-1 0,1-1 2 16,-3 2-1-16,4-1-1 0,-4-1-1 16,2 0 0-16,0 1 3 0,-1-1-3 0,1 2-2 15,-1-2 2-15,0 1-1 0,0-1 1 16,1 3 0-16,-1-3 3 0,0 1 0 0,2 1-1 15,-1-2-2-15,-2 1 0 0,2 0-1 0,0 0-1 16,-2 0 2-16,2 0 0 0,1 0 1 0,-1 0 1 16,0 0-1-16,-2 2 2 0,2-3-3 15,-1 3 0-15,2-2 2 0,1 0-2 0,-2 2-2 16,1-1 0-16,0 0 3 0,2 2 0 0,-2-2-1 16,1 2 1-16,-1-3-1 0,2 1 1 15,1 1 0-15,-2-1-1 0,1 1-1 0,3 0 0 16,-3-1 2-16,0 1 0 0,-2 1-2 15,5 0-1-15,-5-3 0 0,2 3 1 0,0-1 0 16,1 0-3-16,0 0 3 0,-3 1 2 16,0-1 1-16,0 0 0 0,2 0-2 0,-3 0 0 15,2-1 2-15,-3 1-2 0,2 0-2 16,1-1 1-16,-2 1-1 0,-1-1 2 0,1 0-2 0,0 2 0 16,1-3 1-16,-1 2 1 0,0 1 0 15,1-3 0-15,1 2 1 0,-3 0 1 16,4 2 0-16,-2-3 1 0,1 1-2 0,-1 1 0 15,3 1-2-15,-2-2 0 0,-1 0 0 0,2 3-2 16,0-3 3-16,0 1 1 0,-2-1-1 0,1 0 2 16,-1 1-1-16,1-1-1 0,0 2 1 15,-1-4-2-15,-1 0 2 0,2 2-1 0,-1-1 0 16,-2 1 1-16,1-3-1 0,0 0-1 0,0 3 0 16,1-3 0-16,0-1-2 0,-1 1 2 15,0 1 1-15,1-2 0 0,-1 2 0 0,3-2 0 16,-2 1 1-16,0-1-1 0,1 0 0 15,-1 1 4-15,2-1-1 0,-2 2 0 0,2-2 1 16,0 0-2-16,1 1 1 0,0-1-1 16,-1 0-3-16,1 2 4 0,-1-1-2 0,0 0 9 15,0 1 4-15,1 0 3 0,1-1 2 16,-2 2 0-16,-2-1 0 0,3 1-7 0,-1-2-3 0,-1 2-3 16,-1 0-1-16,3 0-2 0,-2 0-2 15,1-1 0-15,-2 0-2 0,2 1-1 0,-2-2 0 16,0 0 2-16,-1 0-2 0,3 2 2 15,-2-3 2-15,1 2-1 0,-2-2 1 0,1 0 0 16,-1 0 2-16,2 2-3 0,0-2 0 0,-1 0 2 16,1 3-3-16,-3-3 2 0,5 1-2 15,-4 1 1-15,2-2 1 0,-1 1-2 0,3 1 0 16,-4 0 0-16,2-1 1 0,1 0 0 0,-2-1 0 16,2 2-1-16,0 0 2 0,0-1-2 15,-2-1 1-15,3 1-2 0,-1 1 1 0,0 0 1 16,0-1-1-16,0-1 1 0,0 1 0 15,2-1 1-15,-1 2-2 0,-1-1 0 0,-2-1 2 16,4 2 0-16,-1-1-2 0,-1 0 0 16,-2 1 0-16,2 0 0 0,2-1 0 0,-4 1-1 15,0 1 2-15,2 0-1 0,0-2 2 0,-2 2 0 16,-1 0-1-16,3 0-1 0,-3-2 0 16,3 3 1-16,-4-2-1 0,1 1-1 0,2-1 1 15,-2-1 0-15,-1 2 0 0,2-1 0 0,-1 0-1 16,0-2 1-16,0 3 0 0,0-2 0 15,-1 2 1-15,4-1 0 0,-3 0-1 0,-2-1-1 16,2 0 1-16,0 3 0 0,-1-3-1 0,1 0-1 16,-1 1 3-16,0 0 1 0,1 0-2 15,-2 0 1-15,2 1-1 0,-2-1 1 0,0 0 0 16,1 1 0-16,0 0 0 0,-3 0-1 0,2-1 1 16,1 2 1-16,-3-3-3 0,2 3-1 15,-1-3 1-15,1 2 1 0,-1-1-1 0,-1 0 0 16,3 1 0-16,-3-1 1 0,2 1 0 15,0 0 1-15,-1-1 0 0,1 1-2 0,-1 0 1 16,-1 0-1-16,2-1 1 0,1 0-1 16,-3 2 1-16,2-3 1 0,1 2-1 0,-3 0 1 15,4 0 0-15,-4-2 0 0,2 2-1 0,-1 0-1 16,1-1 0-16,0 1 1 0,-1 0-1 0,1 0 1 16,-1-2 0-16,1 2 0 0,0-2 1 15,2 3-1-15,-4-2 0 0,2 0 0 0,2 1 0 16,-2-2 2-16,1 2-2 0,-3-1 1 15,3-1 1-15,0 1 0 0,1 1-1 0,-1-1-1 16,0-2 0-16,-1 3 0 0,0 0-2 0,2-2 2 16,-2 1 0-16,2 1 0 0,-1-2 1 15,1 3-1-15,-2-3 1 0,1 2-1 0,0 0 0 16,0 0 0-16,0-2 0 0,0 2 1 16,0-2-2-16,1 3 1 0,-2-1 0 0,0 0 0 0,0 0 0 15,2 0-1-15,-2-1 1 0,1 3 1 16,0-4-1-16,-1 4-1 0,0-1 2 0,1-2-1 15,-1 1-2-15,0 0 2 0,0-1-1 16,0 1 1-16,1 0 0 0,0-2 0 0,-1 1 1 16,0 0-1-16,1-1 0 0,0 0 0 15,0 1 0-15,1-2-1 0,-2 2-1 0,3-2 3 16,-2 0-1-16,0 1 1 0,0-1 0 0,1 0 0 16,0 1 0-16,-2-1 0 0,3 2 0 15,-3-2-1-15,2 0 1 0,-1 0 1 0,0 0 0 16,0 0-2-16,-1 0 0 0,3 0 1 15,-5 0 1-15,4 0-2 0,-2-2 1 0,1 2 1 16,-1-1 0-16,0 1-2 0,0 0 0 0,0 0-1 16,2 1 1-16,-4-1-1 0,2 2 0 0,1 0 2 15,-1 0 0-15,0 1 0 0,0-1 0 16,1 0 0-16,-3 0-1 0,2 1-1 0,-1 0-1 16,0-1 2-16,0 1-1 0,2-2 0 15,-3 1 0-15,1-1 0 0,-1 0 0 0,3-1 0 16,-4 2 1-16,1-2 0 0,2 0 0 0,-3 0 2 15,4 0-1-15,-3 2 0 0,-1-2 0 16,2 1-1-16,-1-1 0 0,1 1 0 0,-2-1 0 16,2 2-1-16,-2 0 2 0,0 0 0 0,0 1-1 15,0-2 1-15,0-1-1 0,-2 1 1 16,0 0-2-16,1 1-10 0,-1 1-34 0,-3-3-66 16,2 0-68-16,-3 0-136 0,1 0-234 15,-3 0-310-15,4-3-312 0,-1-1-221 0,0-1-56 16,2-1 487-16</inkml:trace>
  <inkml:trace contextRef="#ctx0" brushRef="#br1" timeOffset="-207316.59">23473 5092 70 0,'0'0'278'16,"0"1"150"-16,0 1 106 0,-4-2-80 0,4 0-122 15,-1 2-76-15,-1-2-39 0,1 1-22 16,1-1-9-16,0 0 14 0,0 0 29 0,0 0 16 16,0 0 16-16,0 0 9 0,1 0-2 15,-1 0-22-15,0 0-28 0,2 0-31 0,-1 0-29 16,-1 0-21-16,0 0-26 0,0 0-21 0,0 0-25 16,0 0-15-16,0 0-14 0,0 0-15 15,0 0-6-15,2 0-10 0,0 0 2 0,-2 0-4 16,1 0-1-16,1-1 13 0,1-1 8 15,0-1 10-15,3 2 3 0,1-2 0 0,-3 0 0 16,1 0-16-16,2 0-5 0,0 0-2 0,1-1-4 16,-1-1 53-16,1 2 33 0,1-2 15 0,-3 0 4 15,2 3-3-15,-3-2-3 0,3 2-42 16,0-2-29-16,-3 2-16 0,1 0-7 0,0-1-2 16,0 0-5-16,2 2-2 0,-1-1-3 15,-1 1 3-15,1-1-1 0,0 1-2 0,1-1 1 16,-1-1 0-16,1 1 2 0,-1 0-1 0,0 0-1 15,-1-1-2-15,0 2-1 0,2-2 4 16,-2 0-4-16,-1 2-1 0,3-3 3 0,-3 3 1 16,3-2-2-16,-2 0-2 0,0 0 1 15,-1 0 5-15,0 1-3 0,3-1 1 0,-4 1-1 16,0 0 1-16,1 1 0 0,-1-3-1 0,1-1 3 16,0 3 35-16,1-2 21 0,-1 0 7 15,0 1 3-15,1-1-3 0,-1 1-3 0,0-2-31 16,1 2-16-16,-2-1-6 0,3 1-8 15,-2 0-1-15,-2 0-3 0,2 0-1 0,1 0 1 16,-2 0-3-16,0 1 1 0,0-2 2 0,1 4-1 16,0-2 1-16,1-3-2 0,0 3 1 15,-1-2 1-15,2 2 1 0,-2-3 1 0,2 2-3 16,-2-1 1-16,1-1 2 0,1 1-1 0,-2 1-1 16,-1-2-2-16,2 1 2 0,1 1-2 15,-2-2 0-15,-1 3 0 0,1-3 0 0,3 2 2 16,-4 0 0-16,1 0 0 0,-1 0-1 0,0-2 0 15,1 2-1-15,3 1 2 0,-4-3-1 16,1 1-2-16,2 0 3 0,-1 0-1 0,1-2 1 16,-1 1-1-16,2 0 0 0,-2 1 0 15,2 0-1-15,1-1 2 0,-2 1-1 0,1 0 0 16,1-3 1-16,0 3 0 0,-1 0 0 0,2 0 0 16,-1-1 1-16,3 3 0 0,-4-3 2 0,2 2-2 15,-2 0 1-15,2-1-3 0,1 1 1 16,-3-2 0-16,0 0-2 0,1 1 2 0,1 1-2 15,-2-1 2-15,0 0 0 0,0 0-1 16,2 0 2-16,-2-2 0 0,1 1 0 0,0 0 1 16,-1 2-1-16,0-2-1 0,1 1-2 0,0 0 2 15,1-2 1-15,-2 2 0 0,3-1-1 16,-1 0 3-16,-2 1-1 0,1-1-1 0,0 0-1 16,1-1 0-16,0 0 0 0,0 0-1 0,-2-2 1 15,4 2 1-15,-3 0 1 0,0-1-2 16,3 1 3-16,-2 0-2 0,2-2 0 0,-3 3 1 15,4-1-1-15,-4 1-1 0,4 0 0 0,-2 1-1 16,0 1 0-16,0-1 0 0,0 0-1 16,0 3 0-16,2 0 3 0,-4-3 0 0,3 3 0 15,-2-1 0-15,0-1 2 0,1 2-1 16,0-3-1-16,0 2 2 0,0-1-4 0,-1 0 2 16,-1-2-1-16,4 2-1 0,-4-1 0 15,1-1 0-15,2 1 1 0,-2 0 2 0,0 0 0 16,0 0 0-16,2-1 0 0,-3 1-1 0,2 2-1 15,-1-3-1-15,-1 2 1 0,2-1 1 16,-1-1-1-16,-1 1 1 0,2 0 6 0,-1 1 7 16,-1-3 1-16,-1 1 0 0,1 1 2 15,1-1 0-15,-2-1-6 0,3 0-4 0,-1 0-2 16,-2-1-3-16,2 3-1 0,-2-2 1 0,0-1-2 16,0 3 0-16,2-2 0 0,-2 1 2 0,1 1-1 15,-2-1-1-15,2 1 1 0,-3 1-1 16,2 0 2-16,0 0-2 0,1 0 0 0,-2 0 2 15,-1 1-2-15,2-1 1 0,1 2-1 0,-1-1 1 16,1 1 0-16,0-2-1 0,-1 0 1 16,0 3 0-16,0-4 0 0,2 1 0 0,-1 1-1 15,-1-2 1-15,2 2 1 0,-2-2-1 16,0 2 1-16,0-3-1 0,2 2 2 0,-2 0 0 16,0-1-2-16,0 0 1 0,1 0-1 0,0 0 1 15,0 1 0-15,0-2 0 0,-1 1-1 16,0-1-1-16,1 2 0 0,-1-1 0 0,-2 1-1 15,2-1 0-15,-1 0 1 0,0 2 0 16,1-1-1-16,-1 1 2 0,-1-2-2 0,2 2 1 16,-4-2-1-16,5 2 1 0,-5-1 1 0,3-2-1 15,0 0 3-15,1 1-2 0,-1 0 0 16,-1 0 0-16,2-1-1 0,0 0 1 0,-2 1-3 16,1-1 2-16,-1 1 0 0,2 0 0 0,-4-1 0 15,3 1-1-15,-1 0 1 0,-1 1 0 16,3 0-1-16,-4 0 1 0,0 0 0 0,1 2 1 15,-2-2-1-15,2 0 0 0,-2 1 0 0,3 0 0 16,-5 1 0-16,2-1 0 0,1 1-1 16,-1-2 0-16,2 2-1 0,-4 1 2 0,3-2 0 15,0 1-1-15,1 0 1 0,-2-1-1 16,2 2 1-16,0-2-1 0,-1 1 1 0,0 0 0 16,0 1-1-16,2-2 1 0,1 0-1 0,-2-1 0 15,-1 2 0-15,1-1 2 0,0 1-1 16,1-2-1-16,-1 0 1 0,1 1 0 0,1 0 0 15,-2-2-2-15,-1 2 2 0,2-3 0 0,-1 5-1 16,1-4 1-16,-1 2-1 0,0-3 1 16,1 2 0-16,0-1 0 0,-1-1 2 0,0 0-3 15,0 1 1-15,-2 0 0 0,5-2-1 16,-5 0 0-16,2 1 0 0,-2 0 2 0,2-1-1 16,-2 1-1-16,0-1-1 0,0 1 2 0,3-1-3 15,-3 3 1-15,1-1 0 0,-3 1 0 16,-1 1 2-16,2 0-2 0,0 1 2 0,-2 1 0 15,0-2-2-15,0 2 0 0,0-1 0 0,0 1 1 16,0 1-10-16,0-1-50 0,-4 2-69 16,1-1-110-16,-2 3-208 0,-4-1-300 0,1 0-347 15,-2 1-304-15,-3-1-137 0,-2 0 355 16,0 2 679-16</inkml:trace>
  <inkml:trace contextRef="#ctx0" brushRef="#br1" timeOffset="-204983.84">25275 4291 91 0,'1'0'352'0,"-1"-1"201"0,0 1 169 16,0-2-49-16,2 2-136 0,0-2-61 0,-1 1-41 15,1 1-29-15,-1 0-32 0,-1-1-64 16,2 1-67-16,0 0-62 0,-2 0-49 0,1 0-30 15,1 0-26-15,0 1 8 0,2 0 16 0,2 3 46 16,1-2 30-16,1 2 3 0,1 3 23 16,0 1-20-16,3 2-24 0,-3 3-37 15,4-1-29-15,-2 5-19 0,1-1-27 0,0 3-11 16,0 0-10-16,-1 4-4 0,0-2-3 0,-1 4 0 16,1-1 0-16,-3 2 0 0,0 1 2 0,-2-2-3 15,0 4-5-15,-1-3-1 0,-2 3-2 16,1 0-3-16,-1 1-2 0,-3-2-1 0,1 1 0 15,-1-1-1-15,0-1-1 0,0 0 0 0,0-1-1 16,0-5 0-16,0 0 0 0,0-3 0 16,0-2 0-16,0-2 0 0,0-2 0 0,0-1-1 15,0-3 1-15,0 0 0 0,0-2-1 0,0-2 0 16,0-1 1-16,-1 0 0 0,1-2 0 16,0-1-1-16,-2 0 0 0,1 0-7 0,1-2-15 15,-4-2-36-15,3-1-55 0,-3-1-55 16,1-1-52-16,2 0-78 0,-2 0-111 0,0-2-118 15,1 0-180-15,1 1-229 0,1-1-222 0,0 1-57 16,1 0 259-16,1-2 426 0</inkml:trace>
  <inkml:trace contextRef="#ctx0" brushRef="#br1" timeOffset="-204483.04">25960 4329 75 0,'8'-12'504'0,"-2"2"417"0,0 4 249 0,-1-1-79 16,-4 3-329-16,3 0-184 0,-4 2-102 0,1 0-83 15,-1 4-66-15,0-1-49 0,-1 4-37 16,-3 1-60-16,1 1-58 0,-2 4-41 0,1 3-22 15,-1 0-11-15,0 5-7 0,1 4-2 0,0 3-3 16,0 2-1-16,0 6 0 0,2 1-3 16,-2 5-3-16,3 1-5 0,1 3-3 0,1 1-4 15,3-2-5-15,0-2-3 0,2-5-4 16,4-4-3-16,2-4-2 0,0-6 0 0,2-4-1 16,3-6 0-16,-2-7 2 0,3-5 0 0,0-8 0 15,-1-2 1-15,0-8-1 0,0-3-1 16,0-5-1-16,-4-2 0 0,1-1 0 0,-5-1-1 15,-1 0 1-15,-1 2 2 0,-3-1 1 0,-2 2 0 16,-4 0 0-16,-1 3 2 0,-2-1-1 16,1-1-1-16,-4 2-1 0,0 2-1 0,-2 1 0 15,2 2 1-15,0 2 0 0,-1 3-1 16,0 1 1-16,1 4-2 0,-2-1-1 0,1 4-1 16,2 4-1-16,-1-2-2 0,0 4-1 15,2 0 2-15,0 4-3 0,-1 2-9 0,3 1-14 16,-1-1-35-16,0 3-70 0,-1 1-72 0,0-2-125 15,1 0-197-15,0 1-310 0,0-1-306 0,-1 2-213 16,5-3-95-16,-3 2 391 0,3 1 591 16</inkml:trace>
  <inkml:trace contextRef="#ctx0" brushRef="#br1" timeOffset="-204250.15">25921 4677 140 0,'4'5'722'0,"-3"-3"436"0,3 3 79 0,-3-4-130 15,2 1-373-15,4-2-233 0,2 0-128 16,1 0-73-16,2-3-43 0,2-2-41 0,2-1-56 16,2 0-66-16,-1-1-46 0,4-1-22 0,1-1-14 15,0 0-8-15,-1 0-48 0,-3 1-68 16,2 0-130-16,-5 3-229 0,1-2-293 0,-2 2-347 15,-2 0-297-15,-2 4-98 0,0-2 477 0,-2 1 635 16</inkml:trace>
  <inkml:trace contextRef="#ctx0" brushRef="#br1" timeOffset="-191111.77">21003 4240 64 0,'0'2'274'0,"0"1"135"16,0-2 120-16,0 2-107 0,1-1-149 0,-1 0-102 15,0-2-42-15,2 1-24 0,-2-1-12 0,2 0 3 16,-2 0 16-16,0 0 35 0,1-1 70 16,-1 1 57-16,0-2 44 0,2 0 15 0,0 1-2 15,-2-1-27-15,0 1-56 0,1-1-53 0,-1 1-48 16,0 1-31-16,2-2-27 0,-1 2-16 0,-1-1-13 16,0 1-8-16,0 0-6 0,0-3-5 15,0 3-5-15,0-2 0 0,0 0 2 0,3 2 1 16,-3-3 1-16,2 1-3 0,-2-2-4 15,1 0-8-15,1-2-8 0,-1 2-7 16,-1-2-2-16,2-1 19 0,0 2 17 0,-1-1 2 0,-1 0 5 16,2 1 5-16,-1 1-1 0,1-1-17 15,-2 1-17-15,3 0-4 0,-1-1-6 0,0-1-8 16,1 2 0-16,-2 0 0 0,4-2-3 16,-1 2 0-16,0-4-1 0,1 1 2 0,-1-2-1 15,3 1-3-15,-1 0 1 0,0-2 3 16,1-1 1-16,-1 4 0 0,0-2-3 0,0 0 2 15,2 2 32-15,-3-2 51 0,2 3 27 0,-3 0 10 16,0 1 0-16,0 0-3 0,-2 2-27 16,-1 0-41-16,2 1-15 0,-3 2-8 0,2-2-3 15,0 0-1-15,-2 2-3 0,0-1-2 0,0 1-9 16,-2 1-4-16,0-1-4 0,1 2-3 0,-1 0 0 16,2-2-4-16,-1 0-16 0,-1 2-39 15,-2 1-55-15,2-3-49 0,-3 1-68 0,4-1-113 16,-6 0-140-16,4-1-182 0,-2-2-231 15,0 1-230-15,-1 2-121 0,3-4 204 16,0 2 426-16</inkml:trace>
  <inkml:trace contextRef="#ctx0" brushRef="#br1" timeOffset="-190829.31">21068 3917 276 0,'1'-1'504'0,"1"-2"199"15,0 0 65-15,-1 0-173 0,2 0-117 16,2-1-75-16,-2-1-37 0,0-1-16 0,4 2-30 16,-3-2-45-16,3 0-55 0,0 0-44 0,3 0-47 15,0 2-36-15,-2-2-27 0,1 1 2 0,0 1-5 16,-1 2-9-16,3-1-5 0,-3 1-4 16,-1 2-2-16,-1 0-19 0,2 0 17 0,-4 3 47 15,1 0 26-15,-2 2 14 0,-1 1 3 16,0 1-2-16,-2 2-25 0,0 2-39 0,-2-1-29 15,0 1-15-15,-1 2-13 0,0-3-46 0,-2 3-58 16,-1-3-72-16,2 1-134 0,-1-1-228 16,-2-1-311-16,4-1-272 0,0-1-215 0,0 0-7 15,3-1 474-15</inkml:trace>
  <inkml:trace contextRef="#ctx0" brushRef="#br1" timeOffset="-189491.37">25651 3906 251 0,'3'-2'430'0,"-1"2"173"16,0-1 9-16,-1 1-123 0,3 0-86 0,-4 0-54 15,1 0-26-15,1 0-9 0,-2 0-12 16,0 0-16-16,1 0-28 0,-1-2-27 16,0 1-34-16,3-1-33 0,-3-1-21 0,2 1-26 15,-2 0-25-15,0 0-12 0,0 1-9 0,0-2-8 16,0 3-4-16,0-1 5 0,0-1 9 0,1 2 7 16,-1 0 20-16,0 0 26 0,2 0 23 15,-2 0 7-15,0 0-6 0,-2-2-16 0,2 1-27 16,-1 0-28-16,1-3-30 0,-2 1-19 15,-1-1-12-15,2 1-3 0,-1-2-2 0,1 0 0 16,-3 2-2-16,3-4 1 0,-3 3 1 0,3-2 0 16,-2 0 2-16,-1-1 2 0,1 2 2 0,-3-1 1 15,2 0 1-15,0 0 0 0,-1 0 0 16,1-2-1-16,-1 2 0 0,-3-1 0 0,3 3-2 16,1 0-2-16,-1-2 2 0,2 3 0 15,-2 0 2-15,2-2-1 0,-1 4 0 0,2-1-1 16,0 1-3-16,0 0-5 0,1-1-4 15,-1 2-3-15,2-1-2 0,-1 1 0 0,1 0-1 16,0 0 0-16,0-2 1 0,-2 2-1 0,2 0 0 16,0 0-2-16,0 0 0 0,-2 0 0 15,2 0-2-15,0 0 2 0,0 0-1 0,0 0 1 16,0 0-1-16,0 2-2 0,0-2 1 0,0 1-6 16,0 1-8-16,0-1-12 0,0 2-28 15,0 2-52-15,0-3-60 0,0 2-53 0,0-3-68 16,0 2-101-16,-1-3-112 0,-1 2-89 15,1-1-169-15,1-1-232 0,-2 1-145 0,2-1 74 16,0 0 304-16,0 0 353 0</inkml:trace>
  <inkml:trace contextRef="#ctx0" brushRef="#br1" timeOffset="-189077.13">25525 3759 139 0,'0'0'336'16,"1"0"166"-16,-1 0 69 0,0-2-78 16,0 2-106-16,0-1-62 0,0-3-29 0,-1 3-7 15,1-2 12-15,0 0 7 0,-2 0 6 0,2 0-6 16,0 0-24-16,0 1-35 0,0-3-38 16,0 2-42-16,0-2-35 0,0 2-25 0,2-1-10 15,-2 1 6-15,1-4 12 0,1 4 22 0,0-2 28 16,1-2 8-16,-2 2-5 0,3-2-19 15,-3 3-25-15,2-2-30 0,2 2-31 0,-4 0-23 16,1 0-15-16,-1 1-10 0,1 0-8 0,0 0-4 16,1 2-2-16,-1-1 0 0,2 1-3 15,0-1 0-15,-1 1 1 0,0 1 0 0,1 0 0 16,1 0-1-16,-2 1 5 0,2 1 6 0,0-1 2 16,0 1 0-16,0-1 1 0,1 2 2 15,-3-1-3-15,2 1-6 0,-2 0-3 0,2 0-3 16,-4 0-1-16,3 0-1 0,0-1-1 15,1 1 1-15,-4 2-2 0,1-2 0 0,-1 0 0 16,3 2-6-16,-4-3-38 0,0 1-68 16,0 1-75-16,-2-2-143 0,-1 1-240 0,0-1-321 15,-3-1-301-15,3 2-208 0,-4-3 8 0,1 0 527 16</inkml:trace>
  <inkml:trace contextRef="#ctx0" brushRef="#br1" timeOffset="-186578.88">23474 4956 170 0,'2'-2'266'0,"-1"2"40"0,-1 0-23 15,2 0-73-15,-2 0-67 0,2 0-44 0,-2 0-20 16,0 0-7-16,0 0 0 0,0 0 0 16,0 0 1-16,0 0 5 0,0 0 1 0,0 0 8 15,0 0 1-15,0 0 4 0,0 0 13 0,0 0 5 16,0 0 3-16,0 0 1 0,0 0-12 16,0 0-17-16,0 0-16 0,0 0-24 0,1 0-19 15,-1 0-15-15,0 0-11 0,3 0-6 16,-3 0-1-16,2 0-4 0,-2 0 4 0,0 0-2 15,1 0 3-15,-1 0 4 0,0-1 2 0,2 1 4 16,-1 0 0-16,-1 0-3 0,0 0 1 16,0 0-2-16,2 0-2 0,0 0 2 0,-2 0 2 15,0 0 6-15,1 0-3 0,-1 0-1 0,0 0 1 16,0 0 1-16,0 0 1 0,0 0 13 16,0 0 20-16,0 0 8 0,0 0 4 0,0 0 1 15,0 0-2-15,0-2-17 0,2 2-19 16,-1-1-3-16,-1 1-1 0,2 0 3 0,0-2 41 15,-1 1 28-15,3-1 8 0,-3-1 7 0,2 2-1 16,2-2-1-16,-4 1-41 0,2 0-28 16,1 0-9-16,0-2-7 0,0 0-5 0,1 2-4 15,-4 0-2-15,4-1 0 0,-1 0 2 0,1 0-4 16,-2 1 2-16,0 2 0 0,2-3 0 16,-1 0 3-16,-3 2-3 0,2 0 2 0,-1 1 1 15,1-3-2-15,-2 2 4 0,1 1 33 16,1-1 50-16,-1-1 28 0,3 0 16 0,-4 1 5 15,2-2-3-15,1 1-32 0,0 0-46 0,1-1-25 16,-1 0-14-16,0-2-8 0,1 2-3 16,-1-1-3-16,1 1 3 0,0-1-3 0,1 0 2 15,-1 2-5-15,0-3 1 0,-1 2-4 16,0 0 2-16,0 1 0 0,0 1 0 0,0-2 1 16,-1 1 0-16,0 2 3 0,1-3 0 0,-3 1 0 15,2 1-1-15,-1 0 1 0,1 0-1 16,-1-2 1-16,1 1-2 0,-1 0-2 0,2 0 1 15,-2 0-2-15,1 0 0 0,0-1 2 16,0 0 0-16,0 2 0 0,1-2 0 0,-1 0-1 16,0 1-2-16,0-1 1 0,3 0 0 0,-3 0 0 15,2 0 0-15,-2 1 5 0,1-3-3 16,1 2-1-16,-4 0 3 0,2 0 6 0,3-2-3 16,-3 1-1-16,1 2-2 0,-1-4 5 0,0 4-4 15,-1-3-3-15,1 1 0 0,0 2-2 16,-1-3 2-16,-1 2-1 0,4 0-4 0,-4 0 2 15,1 0 2-15,-1 2-2 0,3-1-1 16,-3-1 2-16,3 3-1 0,-3-1 0 0,2-1 0 16,1 1 2-16,0 1 1 0,0-3 0 15,2 2 0-15,-2-1 0 0,1-1 1 0,2 2 0 16,-3-3-1-16,2 2 4 0,-1-3 0 0,0 2-2 16,0-2 0-16,0-1 1 0,1 1-1 15,-3 1-4-15,3 0 1 0,-3-1 1 0,2 1 1 16,-2 1-3-16,1-2 2 0,-1 2 0 15,0 0 0-15,0 0-1 0,2 0-3 0,-2 1 4 16,0-2 0-16,0 2 0 0,0-2 0 0,2 0-1 16,-1 1 1-16,0-3-3 0,1 4 2 0,-1-5 1 15,1 1 0-15,0 0 1 0,-2 0 3 16,2 1 0-16,0-1-1 0,1 0 0 0,-1 2 1 16,-2-2 0-16,2 0-4 0,0 0 0 15,-1 1 0-15,2-1-3 0,1 1 2 0,-2 2 2 16,-1-4-1-16,1 3-1 0,0-1 0 0,3 2 1 15,-4-1-3-15,3-1-1 0,-2 2 2 16,1-1 0-16,2-1 2 0,-2 1 0 16,0 0-1-16,-1-2 0 0,3 1 1 0,-2-1 0 15,1 2 0-15,1-2-4 0,-2 1 3 0,2-1 1 16,0 0 5-16,-3 1-1 0,3 1 3 0,-4-1 2 16,5-1 0-16,-4 2-3 0,2-1-2 15,-2 3 1-15,1-5-5 0,0 4 2 0,-1 0 35 16,0-1 28-16,1 0 14 0,0 1 7 0,0 0 5 15,-1 0-3-15,-2 1-29 0,2-3-25 16,2 2-17-16,-3-1-5 0,1 1-5 0,1 0-2 16,1-2-2-16,-3 2 0 0,3-1 2 15,-1-1 1-15,3 1-4 0,-1-2 0 0,1 1 3 16,-2-2 0-16,1 0-5 0,2 2-1 16,-2-3 1-16,2 2-2 0,0-1 2 0,-2-1 0 15,3 1 2-15,-1 1-2 0,-2-1 1 0,2 0 1 16,-2 1-2-16,0 0 0 0,0 0 1 15,2-1 0-15,-2 3-1 0,0-2 0 0,-2 2 1 16,3 0 0-16,-2-3 0 0,1 3 1 16,-2-2-2-16,2 2 0 0,0 0-2 0,0-3 0 15,1 3-1-15,0-2 1 0,0-1-1 0,0 1 20 16,3-1 10-16,-2 0 4 0,1 1 2 0,2-2-1 16,-2 1 1-16,1 1-17 0,1-2-7 15,2 2-9-15,-1-1-5 0,0 0 5 16,2 1 0-16,-3-1 0 0,4 1-1 0,-3 0 2 15,2-2 6-15,-2 3-5 0,3-1-2 0,-1-1-1 16,2-1 1-16,-6-1 13 0,6 1 15 0,-5-1 12 16,0 0 6-16,0 2 3 0,1-3 2 15,-1 2-14-15,-2-1-18 0,2 0-8 0,-4-1-1 16,5-1 54-16,-2 2 36 0,-3-2 22 16,5 1 6-16,-3-1-3 0,1 1-6 0,-2-1-47 15,2 0-33-15,-3 3-18 0,2-1-8 0,-1-1-6 16,-2 5-5-16,-1-1-2 0,1 0-2 15,-1 0-2-15,-2 3-3 0,-1-2 0 0,1 3-45 16,-4 0-49-16,1 0-61 0,-4 2-127 16,2 0-196-16,-4 0-314 0,-1 2-254 0,0 0-221 15,0 0-61-15,-1 0 412 0,-5-1 515 16</inkml:trace>
  <inkml:trace contextRef="#ctx0" brushRef="#br1" timeOffset="-185046.81">23366 4993 121 0,'0'-1'317'0,"0"1"157"16,-1-2 76-16,1 1-89 0,-2-2-104 0,2 1-67 16,0-1-34-16,-1 0-11 0,1 1 1 0,0-2 4 15,0-1 12-15,0 1 10 0,0 0 5 16,0-1-6-16,0-1-20 0,0 0-30 0,-3 0-35 15,1-1-36-15,-1 0-34 0,2-1-22 16,-3-2-10-16,3 2 13 0,-3-3 10 0,1 2 26 16,2-1 27-16,-3-1 16 0,3 1-3 0,-2-1-22 15,-2 0-20-15,1-1-27 0,-1 1-27 16,0 0-24-16,0 1-15 0,-1-1-10 0,0 2-4 16,-2-3-5-16,1 1-6 0,-1 1-2 15,1 0-1-15,0 1 1 0,-1 0-3 0,2 0 2 16,-1-1-2-16,-2 2-1 0,3 0 2 15,-1-1-3-15,-1 2 1 0,-1-1-2 0,3 1 0 0,-2-1-1 16,0 1-1-16,0-1 0 0,0 1 1 16,2 1-2-16,-2-2 0 0,-1 2 1 0,0 0 1 15,1 0-1-15,-1 0 0 0,1 1 0 16,0-1 0-16,0 0 1 0,1 1-2 0,-1-1 1 16,0 2-2-16,1-2-1 0,0-1 2 0,-1 1-1 15,1 0 1-15,1 2 0 0,-2-2 1 16,0 0-1-16,2 0 0 0,-1 0-2 0,2 0 1 15,-4 0 2-15,5 0-3 0,-3 2 1 16,2-2 1-16,-1 1 0 0,-2-1-2 0,4 1 1 16,-1-1 1-16,-2 2-2 0,2-1 0 0,-1-1 1 15,-1 2-1-15,2-2-1 0,-3 0 0 0,0 1-5 16,-2-2-3-16,2 3-2 0,-1 0-2 16,-4-1 1-16,4-1 4 0,-3 2 3 0,0-2 2 15,1 2-2-15,0-1 11 0,-3-1-4 16,2 2-5-16,-1-2 7 0,0 2-1 0,-1-3 6 15,1 0-4-15,0 2 4 0,1-2 1 0,-3 1-5 16,1-2 3-16,3 1-6 0,0 1-3 16,-3-2 0-16,2 2-1 0,2-1 2 0,0-1-1 15,0 1 1-15,1-3 0 0,0 2 0 16,1 2-1-16,0-2-3 0,-1 1 1 0,-1-2 1 16,0 2 0-16,1-1 0 0,-1 0-1 0,-1 1 1 15,0-1 2-15,0 1 0 0,0-1 1 0,-1 2-1 16,-1-1 2-16,-3-1 1 0,3 2 0 15,-2-1-2-15,0-1 0 0,-2 2-5 0,1 0-3 16,-3 0-3-16,3-1 3 0,-3 2 3 16,3 1 1-16,-1-1 6 0,3 1 3 0,-2 1 2 15,2-1-3-15,0 0-2 0,-1 1-1 0,3-1 0 16,-1-1-2-16,-1 1 0 0,3-1 0 16,0 1 0-16,-2-2-1 0,2-2 0 0,-1 1 1 15,0-1 0-15,1 1 0 0,0-1 0 16,3 1 0-16,-1 1 0 0,1-1-2 0,0-1 1 15,0 2 1-15,2 1-1 0,1 3 0 0,-3-3 0 16,4 1 7-16,0 2-2 0,-1 0 3 16,2 0 2-16,0 1-2 0,-2 0-7 0,4-1-26 15,-5 2-55-15,3 2-69 0,-2-1-97 0,1 0-173 16,0 3-299-16,-3 2-316 0,4-1-254 16,-3 2-173-16,1 0 223 0,0 1 612 0</inkml:trace>
  <inkml:trace contextRef="#ctx0" brushRef="#br1" timeOffset="-177298.14">15635 6409 52 0,'1'2'303'0,"1"-2"169"0,0 3 134 15,-1-3-62-15,-1 1-198 0,2 1-110 16,-2-2-48-16,1 1-9 0,-1 0 16 0,0-1 32 15,0 3 31-15,0-3 21 0,0 2 0 0,2-2-14 16,-2 2-33-16,0-2-41 0,0 2-48 16,2-2-48-16,-1 0-39 0,-1 1-21 0,0-1 25 15,4 1 15-15,-3 1 14 0,2 0 11 16,2-1 11-16,-2 2-6 0,0-2-3 0,0 2 4 16,2 0 1-16,0-1-3 0,0 1 9 0,2-2 40 15,-2 2-9-15,3-1-19 0,0-1-12 0,1 1-7 16,-1-1-22-16,0 0-37 0,2 1-18 15,-1 0-11-15,-1-1-5 0,0-1 5 0,0 1 5 16,1 1 4-16,1 0-2 0,-2-2 3 16,3 1 0-16,-2 0-10 0,0 1-7 0,1 0-4 15,0 0-1-15,1 0-2 0,0 1-3 0,-1-3-5 16,-1 2-3-16,4 1-3 0,-4-1 0 16,2-1-1-16,0-1 0 0,0 1 8 0,-1-1 2 15,2 0 2-15,-2 0 1 0,0 0 0 16,0 0 0-16,0 0-1 0,0 0 1 0,0 0 2 15,0 0-2-15,-2 1 0 0,4-1-1 16,-3 3 2-16,0-3-1 0,2 0 0 0,-1 2 1 16,-1 0 0-16,2 0-1 0,-1 0 1 15,-1-2 0-15,2 2-1 0,-1-2 1 0,-1 2 0 0,4-2 1 16,-4 0 0-16,3 0-1 0,0 0 1 16,-1-2-1-16,-1 2 0 0,2 0 6 0,-1-2 4 15,-1 2 1-15,4 0 2 0,-4-1 0 16,2 1 1-16,-1 0-8 0,0 0-5 0,0 0-2 15,-1 0-1-15,0 0-2 0,0 0 0 0,-2 0 1 16,0 1 0-16,0-1-1 0,1 0 1 16,-2 0 0-16,-1 0 0 0,1 0 1 0,0 0-1 15,-2 0 0-15,2 0 0 0,-3 0 0 0,1 0-1 16,0 0 0-16,2 0-1 0,-2 0 1 0,2 0 0 16,-2 0 1-16,1 2-1 0,2-2-1 15,0 0 3-15,-2 0 0 0,0 0 0 0,4 0 0 16,-2 0 0-16,-2 0 1 0,2 0-1 15,1-2 1-15,-1 2-1 0,-1-1 1 0,1 0 0 16,-1 1 0-16,1-2 0 0,-1 2-1 0,-1-2 2 16,3 2 1-16,-2 0-2 0,-1-2-1 15,1 2 1-15,-1 0-2 0,0 0 2 16,0 0-2-16,-1-3 2 0,2 3 0 0,-3 0-1 16,4-1 2-16,-2 0-3 0,-1 1 2 0,0-1-1 15,1-1 0-15,2 2 2 0,-2 0-2 0,1-3 0 16,-1 3 1-16,2 0-2 0,1 0 2 15,-1 0 0-15,1 0-2 0,0 0 2 16,-3 0-2-16,2 0 1 0,0 0-1 0,0-2 0 0,0 2-7 16,0 0-1-16,-2 0-2 0,3 0-1 15,-1-3-2-15,-1 1 0 0,-1 2 7 0,3-1 1 16,-1 0 3-16,0-1 2 0,-1 0 0 0,2 2 0 16,-3-2 1-16,2 0 1 0,0 0-1 15,2 1 1-15,-2 0 0 0,-2-1 0 0,2-1-1 16,1 2-1-16,-2-1 0 0,1 1 0 15,0-2 0-15,1 1-1 0,-1 1 7 0,0-1-2 16,0 1-2-16,1-1 6 0,1 2 2 16,-1-1 2-16,0-1-5 0,0 2 4 0,0-1 1 15,0 1-6-15,1-2-2 0,-2 2-3 0,2 0-1 16,0-1 0-16,-2-1-1 0,1 1 0 0,0 0 2 16,-3-1-1-16,2 0 1 0,0 1-1 15,1 0 0-15,-1-3-1 0,0 2 0 0,-1-1 0 16,0-1-1-16,0 0 1 0,-1 2 1 15,2-4 0-15,0 1-1 0,-2-1 1 0,2 0 0 16,-1 1 0-16,-1-3 2 0,2 1 0 0,0 0 0 16,-2-3-1-16,0 1 2 0,4 0-1 15,-4-1-1-15,2-1-1 0,0 2 3 0,0-1-1 16,0 1-1-16,0-1 0 0,-2-1 3 16,3 2 0-16,-1-1-1 0,0 0-1 0,-1 0 0 15,0 1 2-15,1-1-3 0,-1-1 0 0,-1 0 0 16,2 1 2-16,-2-1-1 0,1-1-1 0,-3 0 2 15,1 0 5-15,0 2 3 0,3-4 1 16,-4 2 2-16,3 0 0 0,-2-1 1 0,-1 1-6 16,2 0-2-16,-1 0-2 0,2 1-3 15,-3-1 1-15,1 1-2 0,0 0 1 0,1 1 0 16,-1-3 1-16,0 1-1 0,-1 0 1 0,1-1 1 16,-1-2-1-16,0 0 1 0,2-2-1 15,-3 1 0-15,2-2 0 0,-2-1 0 0,-1 0 0 16,3 0-1-16,-2-1 0 0,0-1 0 15,2 0-2-15,-4 0 0 0,2 2 0 0,-1-2-1 16,1 1 0-16,1 1 0 0,-1 0 0 0,-2 0 1 16,3 0-1-16,0-1-1 0,-2 1 0 0,2-1 1 15,-1 0 0-15,-1 1 0 0,1-1 0 16,-1 0 2-16,1-1 1 0,-1 0 0 0,1 0-1 16,0-2 0-16,-1-1 0 0,-1 2 0 15,1-2-1-15,2-2 1 0,-4 1 1 0,2-1 0 16,-1 0 0-16,-1 3 0 0,2-1-1 0,-2 0 1 15,0 0-2-15,2-1 1 0,-2 5-1 0,1-4 1 16,-1 4-1-16,0-4-1 16,2 3 1-16,0-1 0 0,-2 1 0 0,0 0-1 0,0 1 0 15,1-1 1-15,-1 2-2 0,0-3-1 16,3 2 0-16,-3-1 2 0,2 0-1 16,0 0-1-16,-1-3 0 0,1 3 3 0,-1-2 0 0,1 1 0 15,-2-1 2-15,2 1 0 0,0 0 3 16,0-2-2-16,0 2-1 0,-1 1-5 0,-1-1-4 15,3 0-2-15,-3 1-1 0,4 3-2 16,-3-3 0-16,-1-1 6 0,2 1 2 0,-1 2 2 16,1 0 1-16,1-1 0 0,-1-1 0 0,-1 0 1 15,1-1 0-15,0 3-1 0,-1 0 0 0,4 1 1 16,-4-2 0-16,1 4 0 0,-1-2 0 16,3 3 0-16,-3-4 0 0,1 3-1 0,-1 1 0 15,1-3 6-15,1 3 3 0,1-3 1 16,-4 2 1-16,3 1 1 0,1-2 0 0,-2 1-6 15,-1-1-2-15,2 2-1 0,-1 0-2 0,1-1 2 16,-1 0 0-16,1 3 2 0,0-2-4 16,-1 0-4-16,1 3 0 0,-1-2-2 0,1 2-1 15,0 2-1-15,0-1 5 0,-2 1 3 0,3 1 1 16,-3-1 0-16,2 0 0 0,-1-1 0 16,3 2 0-16,-2-2-1 0,0-1 1 0,2 2 0 15,-1 1-1-15,-2-2 1 0,3 0 0 0,-2 4-1 16,0-2 0-16,1 3 0 0,-3 0 0 0,2 0-1 15,-1 2 2-15,2-1-1 0,-2 2 0 16,-1 0 0-16,1 0 1 0,0 2-1 16,-1-1-1-16,3 1 2 0,-3-2 0 0,1 2-1 15,1-1 0-15,0 0 1 0,0 0-1 0,3 2 0 16,-2-4 0-16,0 3-1 0,1-3 1 16,0 2 0-16,1 2 1 0,-1-4 0 0,1 4 0 15,1-1 0-15,-3-1 1 0,3 1-1 0,-2 1 0 16,2 0 1-16,-2-1-1 0,0 1 1 15,-2 0-1-15,4 1 0 0,-4-1 1 0,3 0 0 16,-3 1 0-16,0 1 1 0,0-1 3 16,2 3 3-16,-2 1 1 0,2-2 2 0,-2 2 1 15,2 0 0-15,-1 1 0 0,0 1-2 16,1 0-2-16,-4 0-1 0,4 0 5 0,-2 2 1 16,2-2 1-16,-1 2 0 0,-1 2 0 0,2-2-1 15,-1 0-5-15,0 2-3 0,0 1-2 16,-1-2 0-16,0 1-1 0,1 2 0 0,0 1-2 0,-1-1 1 15,-2 1-2-15,3 0 0 0,-3 0 1 16,2 3 0-16,-1-2 1 0,0 1 1 0,-1 2 0 16,-1-1 1-16,3 1 0 0,-3-1 0 15,2 3-1-15,-2 0 0 0,0-2 1 0,2 1-2 16,-1 0-1-16,-1 2 1 0,0-2-1 16,0 2 1-16,0-1 0 0,0 2-1 0,0-3 0 15,0 4 0-15,0-3-1 0,0 2 0 0,0-1-1 16,3 0 1-16,-3 1-2 0,2-1 1 15,-2 0 0-15,0 1 0 0,1-1 0 0,-1-3 1 16,2 3-1-16,-1-2 0 0,1 0 0 16,0 1-1-16,-1-3 1 0,1 0-1 0,-1 0 0 15,1-1 0-15,-2-1 1 0,3 1-1 0,-3 0 1 16,2-2 0-16,-1 0 1 0,1 1 1 0,-2-1 1 16,2 1-1-16,-1 2 1 0,-1-3 0 15,3 3-1-15,-3 0 1 0,2-1-2 0,-2 2 1 16,0 0 0-16,0 1-1 0,0-1 1 15,0 2 0-15,0-1 0 0,1 0 0 0,-1 0-1 16,0-1 0-16,2 0 0 0,-2 0 0 0,1 0 0 16,1 0 0-16,0-2 0 0,-1-1 0 0,-1 3 0 15,0-2-1-15,0 0 0 0,2-1 1 16,-1-1-1-16,-1 3 1 0,0-2-1 16,2 2 1-16,-2-2 0 0,0 1-1 0,0 1 0 15,0-2 0-15,0-1 0 0,0 3 0 0,2-1-1 16,-2-3 1-16,1 2 0 0,-1-1 1 0,0 0-1 15,0 1 0-15,0-1 1 0,0-1 0 16,0 1 0-16,0-2 0 0,0-1 0 0,0 4 0 16,0-5 2-16,-1 2-1 0,1 0-1 15,-2 0 1-15,2-2 1 0,0 0-1 0,-2 2 0 16,2 1-1-16,0-2 1 0,-1 0-1 0,-1 0 0 16,2-1 1-16,0 2-1 0,-1 0 1 15,1-1 0-15,-2-1 0 0,0 2-1 0,2-1 0 16,0 1 0-16,-1-2 0 0,1 1 1 15,0 1-1-15,0-1 0 0,0-2 0 0,0 2 0 16,0 0 0-16,0-1 0 0,1-1 0 0,-1 2 0 16,0-1 0-16,2-1 0 0,0 0-1 0,-1 0 0 15,-1 0 1-15,0 0 0 0,2 0-1 16,-1-1 1-16,-1 1 0 0,2 0 0 0,0-2 0 16,-2 2 1-16,1 0-1 0,-1 0 0 0,2 0 0 15,0 2 0-15,-2-3 0 0,1 4 0 16,-1-4 0-16,2 3-1 0,-1-1 0 0,-1-1 0 15,5 0 0-15,-5 2 0 0,0-2 1 16,1 0-1-16,-1-1 0 0,3 2 0 0,-3-2 1 16,2 2-1-16,-2 0 1 0,3-1 0 15,-3 0 0-15,2 2 0 0,-1-1-1 0,1-1 0 16,-2 2 0-16,3-3 0 0,-1 3 0 16,0-1 0-16,-1 1 0 0,2-2 1 0,-3 0-1 0,5 0 2 15,-4 1-1-15,1 0 1 0,-1-1 0 16,3 2 0-16,-3-3 0 0,1 1-1 0,0 0 1 15,-1-1 0-15,2-1-1 0,-3 1 1 16,4-1-1-16,-3-1 0 0,-1 0 0 0,2 1 1 16,-1 1-1-16,1-2 0 0,1 2 0 0,-2-2 0 15,1 1 0-15,-1 2 0 0,-1-2 1 16,2 1-1-16,0-3 1 0,-1 3 0 0,-1 1-1 16,4-3 1-16,-4-1-1 0,1 1 0 15,1-1 0-15,-1 1-1 0,3-2 1 0,-4 2 0 16,1-1 0-16,1-1-1 0,-1 0 1 0,1 1 1 15,0 1-1-15,0 1 1 0,2-1-1 0,-3 0 1 16,2-1 0-16,1 1-1 0,-3 0 0 16,2 0 0-16,1 0 0 0,-3 2 0 0,2-2 0 15,-1 1 1-15,2-1-1 0,0 1 1 16,-3-1-1-16,2 1 1 0,-1-1-1 0,1 0 0 16,-1 0 0-16,1 0 0 0,-1-2 0 0,-1 2 1 15,2 0-1-15,-1 0 0 0,1-1 0 0,2 3-1 16,-4-1 2-16,2-1-1 0,1 0 0 15,-3-2 0-15,2 4 0 0,-1-2 0 16,1-2 0-16,1 1 0 0,-3-1 1 0,2 0-1 16,0 0 0-16,0 0 0 0,-1-1 0 0,1-1 0 15,0 1 0-15,0 0 1 0,1-2-1 0,-1 0 0 16,0 2-1-16,0-3 2 0,3 0-1 16,-1 0 1-16,2 2 1 0,-3-2-1 0,1 0 0 15,3 2 0-15,-4-2 0 0,3 0 0 16,-2 0-1-16,1 0 1 0,2 0 0 0,-4 0 0 15,5 2-1-15,-5-2 1 0,3 0 0 16,0 1 0-16,0-1 0 0,-1 1-1 0,1 1 1 16,-1-2-1-16,2 3 0 0,-2-2 1 0,0 1 0 15,3-1 0-15,0 2 0 0,-1-1 0 16,0 1 1-16,1-2-1 0,0 2-1 0,1 0 2 16,-2-1 0-16,1-1-1 0,1 1-1 0,0-1 1 15,-4-1 0-15,5 0-1 0,-3 1 1 0,-2-1 1 16,3 0 1-16,-2 0-1 0,-1 0 2 15,2 0 1-15,-1 0-1 0,0 0 2 0,1 0-1 16,-1 0 1-16,-1 0-1 0,3 0-1 16,-1 0 0-16,-1 0-2 0,1 2 1 0,1-2-1 15,-1 0-1-15,0 2-1 0,0-2 1 0,1 1-1 16,-1-1 1-16,0 0-1 0,1 1 0 16,1-1 1-16,-2 0-1 0,0 2 1 0,1 0-1 15,-2-2 1-15,1 0-1 0,-2 1 1 16,2 0-1-16,0-1 0 0,-2 2 0 0,0-2 0 15,2 2 1-15,-2-2 0 0,1 0-1 0,-1 1 0 16,-1-1 1-16,3 0-1 0,-2 0 0 16,-1 0 0-16,0 0 0 0,0 0 0 0,-1 0 0 15,4 0 0-15,-3 0 0 0,0 0 0 16,-1 0 0-16,3 0 1 0,0-1-1 0,-2 1 1 16,3 0-1-16,-1-2 0 0,-3 2-1 0,5 0 1 15,-4 0 0-15,2 0-1 0,-1 0 1 0,1 0 0 16,0 0-1-16,0 0 0 0,1 0 0 15,-2 0 0-15,2 0 1 0,-2 0 0 0,0 0 0 16,-1 0 0-16,2 2 0 0,-1-2 0 16,-2 0 1-16,1 0 0 0,2 0 0 0,-2 0 0 15,-2 0-1-15,3 0 1 0,-2 0 0 0,1 0-1 16,-1 0 0-16,-1 0 1 0,2 0-1 16,-2 0 0-16,3 0 0 0,-3 0 1 0,0 0-1 15,2 1 0-15,-2 0 1 0,4 1-1 0,-4 1 1 16,3-3-1-16,-3 2 0 0,0-2 0 15,0 3 1-15,1-3-1 0,0 2 0 0,-2-1 1 16,1-1-1-16,-1 1 0 0,-1-1 0 16,-1 0 0-16,2 0-1 0,-2 0 1 0,-2 0-1 15,2 0-4-15,-3 0-12 0,-2 1-27 0,-4 2-86 16,-4 3-172-16,-1 0-258 0,-6 1-325 0,-6 3-430 16,-1 2-504-16,-6 4 9 0,-2 4 901 15</inkml:trace>
  <inkml:trace contextRef="#ctx0" brushRef="#br3" timeOffset="-165937.21">21638 6066 234 0,'-1'0'430'15,"1"1"186"-15,0-1 81 0,-3 0-163 0,3 0-93 16,3 0-40-16,-3 0-19 0,0 0-23 0,1 1-27 15,1-1-49-15,-1 0-55 0,-1 0-57 16,2 0-48-16,0 0-42 0,-2 0-31 0,0 0-1 16,1 0 14-16,1 2 10 0,0-2 12 15,-1 0 12-15,4 2 36 0,-2-1 26 0,5-1 14 16,-4 0 6-16,1 0-9 0,0 0-6 0,2 0-28 16,-1 0-31-16,0 0-30 0,0 0-17 15,2 0-11-15,-1 0-10 0,0 0-11 0,1 0-3 16,-1 0-7-16,-1 0-4 0,2 2-3 15,1-1 1-15,-2 1-1 0,1 1-2 0,1 1 4 16,-3-1-2-16,2 1-1 0,1 1 0 0,0 0 1 16,-1-1-2-16,-2 1-1 0,2-1 0 15,0-1 1-15,0 1-1 0,-2-2-1 0,1 2 0 16,-1-2 1-16,1 2 1 0,0-3-2 0,-2 0 2 16,1 1-1-16,1-1 1 0,-1 1-1 15,-2-1-1-15,4-1-1 0,-3 2 0 0,3-1 0 16,0 2 2-16,-2-1-1 0,4-1-1 0,1 2 1 15,-3-1-1-15,1 1 0 0,-1-2-1 0,5 2-2 16,-5 0 1-16,1-2 0 0,0 1-1 16,1 0 1-16,-2 0-1 0,1-2 1 0,-1 2-2 15,-1 0 3-15,1-1-2 0,-1-1 0 16,1 1-1-16,-1-1 0 0,-1 2 2 0,2-2-2 16,1 0 0-16,-1 3 0 0,1-3 1 0,0 0-1 15,0 0 1-15,-1 0-1 0,0 2 1 16,3-2-1-16,-3 0 1 0,3 0-1 0,-2 3 0 15,1-3 1-15,0 1-1 0,0-1 1 16,0 2 0-16,0-2 0 0,1 0 0 0,0 1-1 16,-2 0 0-16,4-1 0 0,-2 0-2 15,0 0 1-15,2-1 2 0,0 0-1 0,-1 1 2 16,1-2 0-16,1 1 0 0,-1-2-1 0,-1 3 1 16,2-2 0-16,-1 2 0 0,1-3 1 15,-1 0-2-15,1 2 1 0,-1-1-1 0,0 0 0 16,1 1-1-16,-1 0-1 0,0-1 0 15,0 0 1-15,3 2-1 0,-2-1 1 0,0 1 1 16,1 0-1-16,0 0 2 0,0 0 0 0,0 0 0 16,1 0 0-16,2 0 0 0,-2 0-1 15,1 0 0-15,1 0-1 0,0-1 0 0,0-1-1 16,-1 0 1-16,3 2 0 0,-3-1 1 0,1 1-1 16,-2 1 1-16,2 1-1 0,-2-2 0 0,-1 3 0 15,1-2 0-15,1 3 0 0,-2-3-1 16,1 2 1-16,-2 0 0 0,2 0 1 0,-2 0 0 15,2-1-1-15,0 1 0 0,-2-2 0 16,2 1-1-16,-2 0 0 0,0 1 1 0,3-3 0 16,-4 2 2-16,4-2-1 0,-4 0-1 15,4 2 1-15,-4-2 0 0,4 2 0 0,-2-2 0 16,0 0 0-16,-2 0 1 0,3 0 0 0,-2 0-1 16,0 0 1-16,1 1-1 0,0-1 1 0,-2 0-1 15,3 0 2-15,-3 1 0 0,-1-1-2 16,2 0 2-16,-1 2-2 0,1-2 0 0,1 0-1 15,-3 2 0-15,2-1 0 0,-2 0 1 0,2 1 1 16,-1 1 0-16,0 0 0 0,0 1 0 16,0-1 1-16,0 2-3 0,-4 0 2 0,3 0-1 15,1 1 1-15,-1-1 0 0,0 2-1 16,-2-5 1-16,2 4 0 0,-1-1-1 0,0 1 0 16,0-4 0-16,0 3 0 0,-1-2-1 0,2-2 0 15,0 2 1-15,-3 0 1 0,4-1-1 16,-4-1 1-16,4-1 0 0,-4 2-1 0,1-2 2 15,0 1 0-15,0-1 1 0,2 0-1 16,-2 0 0-16,2 0 2 0,-1-1 1 0,1 1-1 16,-1-2 0-16,1 1 0 0,2-1 1 0,-5 1-1 15,4-1-2-15,0 1-1 0,-4-1 0 16,3 2-2-16,0-1 0 0,-3-1 1 0,4 2 0 16,-4-1 0-16,-1 1 0 0,2-1 1 0,-2 1 0 15,0-2-1-15,0 0 1 0,-2 2 0 16,0-1-1-16,0 0 2 0,-1-3-2 0,2 2 2 15,0-2-1-15,0 1 1 0,-3-1 0 16,5-1-1-16,-5 1 0 0,5-1-1 0,-2-1 1 16,-1 0-2-16,2 0 1 0,1 0 1 0,0 0-1 15,0 0-1-15,0 0 1 0,1 2-1 16,0 0 1-16,0-1-1 0,2-1 0 0,-3 4 1 16,2 2-1-16,-1-5 1 0,-1 4 0 0,4 0-1 15,-4 1 2-15,3 0-1 0,-2 0 0 16,1 0-1-16,1 0 0 0,-2 1 0 0,2-1 0 15,-3 1 1-15,4 1 1 0,-4 1 0 16,3-1-1-16,0 1 1 0,-2 0-1 0,2-1 0 16,-1 1-1-16,0 1 0 0,3-1 1 15,-2 0 1-15,2 0-1 0,-2 0 1 0,1-2 0 16,1 2 2-16,-1 0-2 0,-1-1 0 0,1-1 0 16,1 1 0-16,-1-2 0 0,2 1-1 0,-1-1 2 15,-2 2-1-15,2-2 0 0,-1 0 0 16,0 0 0-16,-1 0-1 0,1 0 0 0,0 0-1 15,-2 1 2-15,1-1-1 0,0 2 0 16,-3-2 1-16,3 0 1 0,-2 1 1 0,1 1 1 16,2-1 0-16,-4 2 2 0,1-1-1 0,1-1 1 15,0 0-2-15,0 3 0 0,0-2 0 16,0 0-2-16,2 1-1 0,-4-2 0 0,3 4-1 16,1-5 0-16,-3 2-1 0,1 1 2 0,2 0 0 15,-4-1 1-15,5 1-1 0,-2-1 1 16,-1 2 2-16,1-3-2 0,3 2 0 0,-1 0 0 15,-3 0 0-15,3-2 0 0,0 2-1 16,-1 0 1-16,1 0 0 0,-1-1-1 0,-1 1 0 16,1-2-1-16,2 1 1 0,-3 1 0 0,-1-2 0 15,3-1 1-15,-3 1-1 0,1 1 0 16,2 0 0-16,-5 0 0 0,4 0-2 0,-4 0 1 16,3-1 0-16,0 0-1 0,-2 3 0 0,-1-3 2 15,3 0-1-15,-2 1 0 0,0 1 1 0,0-3 0 16,0 2 0-16,0-2-1 0,1 0 1 15,-2 3-1-15,1-3 0 0,1 0 0 0,-2-3 0 16,3 3 0-16,-2 0 1 0,1-2-1 16,1 2 1-16,2-3 0 0,-3 1-1 0,3 1 0 15,-1 0 0-15,1-1-1 0,0 0 1 0,1 2-1 16,0 0 1-16,1 0 1 0,1 0-1 16,1 2 1-16,-2 0-2 0,1-1 1 0,1 2-1 15,-1 0 0-15,0-1-1 0,2 1 1 0,0 0-1 16,-1-2 0-16,0 0 1 0,-2 2 0 15,3-3 0-15,-3 2 0 0,1-2 0 16,-2-2-1-16,-1 2-3 0,-3 0-5 0,0-3-10 0,-3 2-11 16,-3 0-24-16,-4-1-63 0,-1 1-79 15,-4-2-143-15,-3 3-259 0,-4 0-317 0,-1-2-374 16,-6 2-275-16,-3 0 0 0,-5 0 629 16</inkml:trace>
  <inkml:trace contextRef="#ctx0" brushRef="#br3" timeOffset="-165119.15">22213 6272 340 0,'1'0'665'0,"-1"0"263"0,0 0 74 16,3 0-318-16,-3 2-190 0,5 2-101 0,-1 0-74 15,3 2-57-15,1 1-28 0,3 4-6 16,2 2-20-16,1 2-24 0,3 2-17 0,2 2-12 16,0-1-16-16,2 3-21 0,1 0-26 0,-1-1-30 15,1-1-22-15,-1 3-13 0,-3-4-8 16,3 1-9-16,-3-1-4 0,0 0-4 0,-2-2-5 16,-2-1-14-16,-3-1-44 0,2-1-41 15,-5-1-44-15,-3-2-88 0,-1-1-148 0,-4-2-245 16,0-3-246-16,-1 1-233 0,-1-2-174 15,1-3 157-15,-4-2 476 0</inkml:trace>
  <inkml:trace contextRef="#ctx0" brushRef="#br3" timeOffset="-164904.84">22601 6419 73 0,'13'7'497'0,"-1"1"366"0,-2 0 255 15,6 1 22-15,-3 3-401 0,1 2-211 0,3 0-108 16,-1 0-80-16,3 1-80 0,-2 0-63 0,3 2-39 16,-2-1-42-16,3 1-51 0,-4-2-27 0,0 1-22 15,1-1-10-15,1 1-13 0,-1-3-49 16,-3 0-42-16,-2-1-89 0,3-5-148 0,-7 1-257 16,4-4-303-16,-4 1-240 0,-1-5-183 15,0-5 168-15,0-1 506 0</inkml:trace>
  <inkml:trace contextRef="#ctx0" brushRef="#br3" timeOffset="-164720.65">23156 6481 27 0,'8'-2'428'0,"-1"4"343"16,0 3 244-16,0 0 55 0,-2 1-320 0,1 4-242 16,0 2-148-16,3 3-88 0,-2-2-68 15,1 4-64-15,0-1-53 0,3 1-34 0,-2-1-30 16,1 0-13-16,2-1-7 0,0 1 4 15,3-3-9-15,0-1-33 0,2-1-97 0,1-4-150 16,-1-1-273-16,0-4-277 0,4 0-257 0,1-2-133 16,-1-2 243-16,1-6 460 0</inkml:trace>
  <inkml:trace contextRef="#ctx0" brushRef="#br3" timeOffset="-164538.04">23921 6552 25 0,'17'12'432'0,"-4"2"370"15,-3 0 260-15,0 1 41 0,0 1-340 16,-1 0-250-16,-1 2-169 0,-2-2-105 0,3-1-78 0,-1 0-60 16,0 0-42-16,5-1-32 0,-2-4-17 15,3 1-9-15,3-4-3 0,1 0-16 0,-1-2-57 16,5-4-110-16,0-1-150 0,-1-1-269 16,3-4-274-16,3-1-225 0,-4-1-40 0,6-3 308 15,-4-2 411-15</inkml:trace>
  <inkml:trace contextRef="#ctx0" brushRef="#br3" timeOffset="-164404.27">24584 6634 152 0,'13'10'568'16,"-5"3"363"-16,-4 0 188 0,1 5-149 0,0 0-299 15,-1 4-222-15,0-2-160 0,-1-1-102 0,2 2-73 16,-2-2-46-16,3-3-40 0,1-3-40 16,2-2-86-16,0-5-146 0,3-3-205 0,2-3-288 15,2-4-257-15,3-4-171 0,4-2 132 0,2-5 421 16</inkml:trace>
  <inkml:trace contextRef="#ctx0" brushRef="#br3" timeOffset="-161372.72">21083 4254 161 0,'3'0'302'0,"1"-1"111"15,-1-1 11-15,-1 0-168 0,1 1-94 16,-2-1-53-16,3 1-24 0,-3-1-5 0,1 1 3 16,-1 1 7-16,-1-2 12 0,5 2 9 0,-5 0 10 15,0 0 13-15,1 0 19 0,-1 0 22 16,0 0 32-16,0 0 46 0,0 0 28 0,2 0 9 15,-1 0-3-15,-1 0-13 0,0 0-30 16,2 0-44-16,-2 2-29 0,0-2-14 0,0 3-12 0,2-2-5 16,-1 2 17-16,3 1 19 0,-3 0 13 15,2 0-2-15,1-1 0 0,-3 3-14 16,4-1-27-16,-1 1-32 0,0-2-31 0,0 2-15 16,1-1-19-16,-2 2-14 0,2-1-6 15,0 0-5-15,3 2 0 0,-4-2-7 0,1 1 0 16,3 0-1-16,-3 1 1 0,4 0-1 0,-2 0 1 15,1 1-1-15,0-1-1 0,2 1 2 16,-1 1 1-16,0-2 0 0,3 1-1 0,-2 0 0 16,0 0 3-16,0 0-2 0,2 1 1 0,-1-3-1 15,1 2 1-15,0 2 3 0,0-3-2 16,-1 0-3-16,-1 1-2 0,1-1-2 0,-2 2-2 16,1-1-3-16,1 0-3 0,-3-1-1 0,-2-1-1 15,2 0 1-15,1-1 0 0,-1 2 0 16,-1-3 0-16,-1 1 0 0,2 3 0 0,-2-3 1 15,1-2-2-15,-1 3 0 0,0-1 0 0,0-1 1 16,-1 1-1-16,2 0 1 0,-3 1 0 16,1-2-1-16,0 1 0 0,3 0 0 0,-4 0-1 15,0 1 1-15,0-1-2 0,1 2 0 16,-2-2 1-16,2 0-2 0,0 0 1 0,-1 0-1 16,0 0 0-16,0 0 1 0,0 0-1 0,1-2 1 15,-4 2 0-15,5-2-1 0,-3 2 1 0,0-1-1 16,2 1 1-16,0 1 0 0,-2-3 0 15,2 2 1-15,0 0-2 0,1-1 1 0,-1 0 0 16,0 1 0-16,1 0 0 0,0 0-1 0,0-1 1 16,-1 0 0-16,2 0 1 0,-3 0-2 15,1 1 0-15,2-1 1 0,-1 1-1 0,-2-2 1 16,1 2 0-16,0-2 0 0,0 1 1 16,0-1-1-16,1 1-1 0,-2-1 1 0,1 2-1 15,2-1 1-15,-3 0-1 0,0-2 0 0,3 2 2 16,-2-3-2-16,0 4 1 0,0-1 1 15,0-3-1-15,2 3 0 0,-2 0 0 16,1-1 0-16,-1 0 0 0,3-1 0 0,0 2-1 16,0 1 2-16,-2-2-1 0,2 1-1 0,1-1 0 15,-1 3 0-15,0-4 0 0,2 4 0 16,-1-3 0-16,1 1 0 0,-1-1 0 0,1 1 0 16,-2 0 0-16,1-1 0 0,2 0 0 0,-1 1 1 15,-1-2-1-15,-1 0 1 0,3 1 0 0,-1-1 1 16,-2 0-1-16,2 0 1 0,-1 0 0 15,-1 0-1-15,1 1-1 0,-1-2 1 0,0 1 0 16,0 0 1-16,1-1-2 0,-1 2 1 0,-2-1 1 16,2 1 3-16,2-2 1 0,-2 3 2 15,-2-2 0-15,2 0 1 0,0 1 0 0,0-1-1 16,-2 2-3-16,1-1-1 0,2 1 0 16,-3-2-2-16,0 1 1 0,3 0-2 0,0 0 0 15,-1 2 1-15,-2-2-2 0,2 1 0 0,1-1 1 16,-1 1 0-16,0-1 0 0,0 1 2 0,1 0-1 15,0-1 2-15,0 0 0 16,0 2 0-16,1-1 1 0,-2-1-1 0,2 2 0 16,-3-2 0-16,1 1 0 0,0 1-1 0,3 0-1 15,-3-4 1-15,2 5-1 0,-2-2 0 16,1 1-1-16,0-1 1 0,1 0-1 0,1-1 0 16,-1 3 1-16,-1-3 0 0,3 2-1 0,0 0 2 15,-1 0-1-15,0 0 1 0,2 0-1 0,-3 0 0 16,3 1 0-16,-2 0-1 0,0-1 0 15,0 1 1-15,-1-1 0 0,2 2 1 0,0-1 2 16,-3 1-1-16,2-1 2 0,-3 1-1 16,2-1-1-16,-1 1 1 0,-1 1-1 0,0-2 0 15,-2 1-1-15,3-1 0 0,0-1 0 0,-3 2 0 16,0-1 1-16,2-1-1 0,-2 2-1 16,1-2 1-16,-1 0 0 0,1 1-1 0,0-1 0 15,0 0 0-15,-1 2 1 0,1-3-3 0,-3 1 1 16,5 0 0-16,-2 2-1 0,-1-3 1 15,2 4 0-15,0-3-1 0,-2 0 1 16,2 0-1-16,-1-1 0 0,0 2 0 0,0-1 0 0,-1-2 1 16,-1 2-1-16,1-1 1 0,0-1 0 15,-1 0-1-15,0 1 0 0,0 0 0 0,0-2 0 16,-1 0 1-16,2 1-2 0,-2 0 2 16,-1-2-1-16,2 0 1 0,-2 1 0 0,0 0 0 15,0 0 0-15,0-1-1 0,1 3 1 0,2 0 1 16,-5-1-2-16,4 0 0 0,-2 2 1 15,0 0-1-15,2 2 1 0,-1-3-2 0,0 4 2 16,1-1-1-16,-2-2 1 0,2 1 0 16,-2 0-1-16,0-1 0 0,0 0 1 0,2 1-1 15,-2-1 0-15,2 0 1 0,-1 1-1 0,0-3 0 16,0 3 1-16,0-3 0 0,-1 0 0 16,0 1-1-16,0-2 1 0,3 0-1 0,-3 1 0 15,1-1 1-15,-3-1-1 0,4 1 1 0,-2 0-1 16,1-2 0-16,-3 2 1 0,4 0-1 15,-1-1 1-15,-1 0-1 0,1 2 1 16,1-2 0-16,-4 2 0 0,4 0 0 0,-2 1-1 0,2-1 1 16,-1 3 0-16,1 0 0 0,0-1 0 15,0 0-1-15,0 1 1 0,-2-1-1 0,2 0 0 16,-4 0-1-16,5-1 1 0,-3 1 0 0,1-4 0 16,-3 3 1-16,2-3-1 0,1 2 1 15,-3-1-1-15,2 1 0 0,-1-2 0 0,1 2-1 16,0-2 1-16,0 0 0 0,0 2 0 15,1-1 0-15,0 1 0 0,0 1 0 0,1 0 0 16,-2-1 0-16,1 0 0 0,1 1 0 16,0 0 0-16,-4 1-1 0,4-2 1 0,-2-1 0 15,2 2 0-15,-2-2-1 0,2 0 1 0,-2-1 0 16,0 2 0-16,0-1 0 0,1-2 0 0,-3 1 0 16,2 0 0-16,1-1 0 0,-1 2-1 15,0-2 1-15,1 1-1 0,-1-1 1 0,1 0 0 16,-1 1 0-16,0 1 0 0,0-1 1 15,1-1-1-15,-3 2 0 0,4-1 1 0,-1 1-1 16,-1-1 1-16,2 2-1 0,-1-2 1 0,0 2 0 16,0-2 0-16,-1 3 0 0,0-2 0 15,1 2 0-15,0-2 0 0,0 1 0 0,0 0-1 16,0 0 2-16,0-1-1 0,-1 0 0 16,2 1 0-16,-4-1 0 0,4-1 0 0,-4 0-1 15,2 0 0-15,1 1 0 0,-3-3 0 0,1 2 1 16,-1-1-1-16,1 1 1 0,0-2-1 15,-1 3 0-15,3-2 0 0,-3 1 0 0,2 0 0 16,2 3 1-16,-4 0-1 0,2 1 1 16,1-2 0-16,-3 1 0 0,2 1-1 0,1-1 0 0,-3 1 1 15,1-2-1-15,0 2 1 0,-1-3-1 16,2 1 0-16,-1-1 1 0,1 0-1 0,-3 0-1 16,1 0 1-16,1-1-1 0,-2-1 1 15,1-1-1-15,-1 1 1 0,0 1 0 0,2 0 0 16,0-1 0-16,-2-1 0 0,1 1 0 15,-1 3 0-15,4-2 2 0,-4 2-2 0,1-3 1 16,1 5-1-16,-1-4 0 0,-1 4 0 0,2-1 0 16,0 1 1-16,-1 1-1 0,-1-1 0 15,0 0-1-15,2 0 1 0,-2-2-1 0,0 0-1 16,0 1-3-16,-2-4-3 0,2 1-7 16,-1 0-11-16,-3-2-18 0,3-2-29 0,-6 0-56 15,2 1-77-15,-2-2-115 0,1 0-202 0,1 0-298 16,-2 2-336-16,2-1-287 0,2-1-116 15,-3 0 366-15,3-3 675 0</inkml:trace>
  <inkml:trace contextRef="#ctx0" brushRef="#br3" timeOffset="-158568.53">23435 6231 180 0,'0'1'337'15,"0"-1"137"-15,0 0 10 0,0 2-91 0,0-1-88 16,0-1-58-16,0 1-26 0,0 1-6 15,1 0 7-15,-1-1 13 0,0 0 16 0,2 3 16 16,-1-3 4-16,1 2-8 0,0-1-17 0,-2-1-25 16,1 0-22-16,1 1-33 0,-1-2-28 15,-1 0-26-15,0 0-14 0,2 0-18 0,0 0-3 16,0 0-1-16,2 3 20 0,-3-3 13 0,2 0 3 16,2 0 41-16,-2 0 11 0,4 0-4 0,-2 0-12 15,2-3-7-15,0 0-10 0,-1 2-41 16,1-4-23-16,0 0-12 0,-1 3-17 15,2-3-10-15,-1-1-4 0,-1 0-2 0,3 0-2 16,-2 0-1-16,-1 0-3 0,2-2-4 0,0 3-5 16,-2-1-3-16,2-1 0 0,-1 1-2 0,0 2-1 15,1-2 2-15,-1 2-1 0,-1-1 0 16,3 1 0-16,-2-1 1 0,-1-1-1 0,2 2 0 16,0-1 2-16,1-1-1 0,-1 1 1 15,-1 0 0-15,2-3 0 0,-3 4 2 0,4-4-1 16,-2 2 2-16,0 0 0 0,0-1-1 0,0 0-1 15,-2 2-1-15,3-1 0 0,-2 2-2 16,-2-2-1-16,1 1 1 0,0-1 0 0,0 4-1 16,-1-4-1-16,0 3 0 0,0-1 1 0,0 0 0 15,-1 0 0-15,0 1 0 0,2-1 1 16,-2-1-1-16,0 2 0 0,0-2 1 0,0 3-2 16,-1-3 0-16,2 3 0 0,-1-2 1 0,-1 0-1 15,0 0 0-15,2 2 1 0,-2-3 0 16,1 1-1-16,0 2 1 0,0-4 0 0,2 3 0 15,-3-3 0-15,2 2-1 0,-1-1 2 16,1-1-1-16,2 0-1 0,-1 0 1 0,0 2-1 16,0-4 0-16,-1 2-1 0,0 2 1 0,3-2-1 15,-4 1-1-15,1 0 1 0,2 1 0 16,-2 0 1-16,-1-2 1 0,1 1 1 0,-1 2 0 16,1-1-2-16,-1 1 0 0,-1 0 0 15,2-2-2-15,-2 2 1 0,3 0-1 0,-3-1 2 16,2 1-1-16,0-2 1 0,-1 1 0 0,1-2-1 15,0 1 1-15,1-2-1 0,0-1 1 16,-1 0-1-16,2 1 2 0,-1 0-1 0,2-1 0 16,-2 1-1-16,0-1 0 0,-1 1-1 0,2-1 1 15,-1 2-1-15,0 0 2 0,-1 0 0 16,1 1 2-16,-1 1-1 0,3 0 0 0,-4 1-1 16,1-2-2-16,2 1 0 0,-1 1 1 15,2-3 0-15,0 2 0 0,-2-2 1 0,1 1 0 0,2-3 2 16,-1 2-1-16,-2-1 1 0,2-1 0 15,3 1-1-15,-3-2 0 0,2 1-1 0,-2 1 1 16,1-1-1-16,0 2 0 0,0-1-1 16,1 0 1-16,-2 1 1 0,0-1-1 0,3 1 0 15,-1 0 0-15,-2 0 0 0,1-3 1 16,0 4-1-16,1-3-1 0,-2 0 3 0,1 1-2 16,-1-1 0-16,0 1 0 0,-1-1 0 0,2-1 0 15,-1 2-1-15,-2-2 1 0,2 0 0 16,2 2 0-16,-4-1-1 0,0-2 1 0,2 3 1 15,-3 0-1-15,3-1 0 0,-2 2 0 16,-1 0 0-16,0-1-1 0,0 1-1 0,1 2 2 16,-3-2 0-16,2 1-1 0,-2-1 1 0,0 4-1 15,0-3 1-15,2 2-1 0,-2-2 1 0,3 0 0 16,-1 0 0-16,-2 1 0 0,4 1 0 16,-2-1 0-16,-1-1 0 0,1 2-2 0,-1-1 2 15,1 0 0-15,0-1 0 0,0 0 1 0,0 1 0 16,0-2 2-16,1 1-2 0,-2-2 2 15,1 1-1-15,2 0 0 0,-3-2-2 16,2 2 1-16,-2 0 0 0,0 0 1 0,1 1-2 16,2 0-2-16,-3-1 2 0,1 1-1 0,1 1 0 15,-1-1 0-15,0 2 0 0,0-1 1 16,0 0 0-16,-1 2 0 0,2-2 0 0,1 3 0 16,-3-4 0-16,1 3-1 0,0-3 2 0,3 1 1 15,-4-1 0-15,1-1-2 0,0 2 1 0,-2-2 1 16,2 1-1-16,0-1-2 0,1-1 1 15,-3 2 0-15,0 1 1 0,1-1-1 0,-1 2-1 16,2 0 0-16,-4 0 0 0,2 0-1 0,2 0 0 16,-2 2 1-16,0-2 1 0,0 0 1 15,1 1 1-15,0-3-1 0,1 1 0 0,0 1-1 16,1-1-1-16,0 0 0 0,-1-2 1 16,2 1 0-16,-3-1-1 0,4-1 0 0,-2 1 1 15,-1 0 0-15,2 0-1 0,-2 1 1 16,-1-1 0-16,2-1 0 0,-1 2-1 0,-2-1 0 15,4 0 0-15,-2 0 0 0,-1-3-1 0,4 2 0 16,-3 0 1-16,1-2-1 0,1 2 0 16,-3-1 1-16,4-1 0 0,-2 2 0 0,-1-2 1 15,0 1 0-15,1 2 2 0,0-2 0 16,-1-1 1-16,-2 2-2 0,2 0-1 0,0-1 0 16,-2 1-1-16,4-1 1 0,-1 1-1 0,-2-2 2 15,1 1 1-15,2-1-1 0,-3 0-1 0,1 0 0 16,1 0 0-16,1 0-1 0,-1 2-1 15,-1-2 1-15,1 0 1 0,0 1 0 0,2-1 0 16,-3 1 1-16,2 1-2 0,-3 0 1 16,2 1 0-16,1 0-1 0,-4 0 0 0,2 1 0 15,0 1 1-15,-1 1-1 0,1-3 0 0,-1 4 0 16,3-4 1-16,-1 1-1 0,-1 1 1 0,3 0 1 16,-2-2 0-16,1 1-1 0,-1 1 0 15,0-3 1-15,0 3 0 0,2 0-1 0,-3-2 0 16,2 1 0-16,-3 1-2 0,4-1 2 15,-3 1 0-15,1 0 0 0,1-2-1 0,-3-1 1 16,4 1 0-16,-2-1 0 0,1 1 1 16,-1-2-1-16,1 0 3 0,0 0-1 0,0 0-1 15,-3 1 0-15,1 0-1 0,0 0 1 0,3 1-1 16,-4 0 0-16,0 2 0 0,1-2 1 16,-1 1-1-16,1 1-1 0,-2 1 2 0,3-1-1 15,-1-1 0-15,-2 0 1 0,4 3 1 0,-4-2-1 16,2 1-1-16,1-1 0 0,-2 2 1 15,1 0 0-15,0-2-1 0,0 2-1 0,0-3 1 16,2 0-1-16,1 0 0 0,-1 0 1 16,2 0 0-16,1-1 1 0,-2 0 0 0,1 1 1 15,-1-1-1-15,1-1 0 0,-1 1 0 0,1 0-1 16,0 0 2-16,-1 1-1 0,-3-1 0 0,1 2 0 16,-1 0 1-16,1 1-2 0,-3 0 0 15,0 0-1-15,-1-1 1 0,1 3 0 0,-1-2-1 16,1 0 1-16,0 2 1 0,0-2-2 15,0 0 1-15,2-1 1 0,-1 0-1 16,0 0 1-16,1-1 0 0,-1 1-1 0,1 0 1 16,0-1-2-16,3-1 0 0,-4 2 0 0,3-2 0 15,-1 2 0-15,1-2 0 0,0 0 0 0,0 2 2 16,1-2 0-16,-2 0-1 0,3 0 1 16,-2 0 1-16,1-2-3 0,-2 1 0 0,2-1 0 15,0 2-1-15,0-1-1 0,-2-1 1 0,2 1 2 16,-4 1-2-16,3 0 1 0,-2 1 1 15,0 1 1-15,-4-1-1 0,2 2 0 0,-3 2 1 16,0-1-2-16,0 2-1 0,-1 0-8 16,-2 2-25-16,-2 2-69 0,-3 2-72 0,-5 1-135 15,0 1-247-15,-4 2-317 0,0 3-340 0,-2-1-229 16,0 3-42-16,-3 3 529 0</inkml:trace>
  <inkml:trace contextRef="#ctx0" brushRef="#br3" timeOffset="-157639.06">24434 5528 294 0,'2'0'568'0,"-1"-2"241"0,-1 2 73 0,3 0-224 16,-1 0-177-16,-1 2-123 0,1-2-72 16,-1 0-25-16,3 1-11 0,-3-1-24 0,2 0-23 0,2 0-8 15,2 1-6-15,0 1 6 16,1 1-2-16,0 0-2 0,3 0 16 0,-1 1-8 16,1-1-23-16,1 2-32 0,3-1-28 0,-4 2-20 15,5 0-34-15,-4 0-17 0,2 3-5 16,2-3-8-16,0 3-7 0,0 1-2 0,0-1-4 15,0 2-1-15,1 1-7 0,-1 0-4 16,0 2-2-16,1-1-3 0,-4 2 3 0,-1 0 1 16,2 0 4-16,-1 2 3 0,0 1 2 0,-4 0 1 15,-1 1 1-15,0 1-3 0,1 2-4 16,-4 0-2-16,-2 3-2 0,1 0-2 0,-3 0-2 16,-1 0 0-16,0 2 0 0,0-2 0 0,-1-2 0 15,1 2-1-15,-4-2 2 0,1-1-1 16,0 0 1-16,0-2 0 0,0-1-2 0,-2 0 2 15,4-1-1-15,-4-3-2 0,2-2 2 0,-1-1-1 16,1-2-1-16,2 0 1 0,-3-2 0 16,1-2 1-16,0-2-2 0,1-1 0 0,-2 0 0 15,2 0-1-15,1-2-2 0,-1 1 0 16,1-1-5-16,-1-1-8 0,0 0-19 0,2 0-31 16,-1 0-56-16,-1-1-63 0,2-1-55 0,0 1-75 15,0-2-111-15,0 0-129 0,2-2-158 0,-1 3-219 16,3-4-214-16,-1 1-66 0,2-1 254 15,-1-1 416-15</inkml:trace>
  <inkml:trace contextRef="#ctx0" brushRef="#br3" timeOffset="-157101.56">25288 5667 197 0,'5'-8'624'0,"-2"3"372"0,-2 3 155 0,1-2-189 15,-2 4-299-15,-2 0-192 0,2 4-115 16,-1 0-49-16,-1 1-20 0,1 4-20 0,1 0-14 16,-2 0-29-16,0 1-37 0,1 2-46 0,1 1-45 15,-4 0-26-15,3 6-22 0,-1-1-11 16,1 3-7-16,-1 2-4 0,0 2-1 0,-1 4-3 15,2-1-5-15,1 4-1 0,0 1-3 16,0-2-3-16,1-1-4 0,4-1-2 0,0-2-1 16,1-5-1-16,2-3-1 0,3-3-1 0,0-6 1 15,2-2 1-15,0-5-1 0,4-6 1 0,-3-5-1 16,3-2 2-16,-1-6 1 0,2-3-1 16,-4-2 1-16,2-2-2 0,-2-2 2 0,-1-2-2 15,-1 0-2-15,0 0 0 0,-2 2 0 16,0 0 2-16,-4-1 0 0,2 2-1 0,-2 0 1 15,-1-2 0-15,-3 2 0 0,-1 0 1 0,-1 0-1 16,-1 2-1-16,-1-1 1 0,-3 2 4 0,-1 2 3 16,-2 2 3-16,0 2 1 0,-1 4 0 15,-4 3 1-15,4-1-5 0,-5 7-3 16,1 2-4-16,2 2-2 0,-2 1 0 0,2 3-1 16,0 2-1-16,2 0-1 0,1 1 1 0,1 3-2 15,0 0 0-15,2 0-3 0,2 0-7 0,-1-1-16 16,1-1-32-16,3-1-63 0,0 0-60 15,0-3-70-15,2-2-107 0,-1 0-161 0,1-2-234 16,0 2-221-16,-1-3-215 0,2 0-123 16,3 1 233-16,-2-2 488 0</inkml:trace>
  <inkml:trace contextRef="#ctx0" brushRef="#br3" timeOffset="-156855.06">25297 5768 72 0,'-4'5'617'0,"-5"3"478"0,5-3 170 0,-3 1-105 15,6 2-351-15,-1-2-265 0,4 2-156 16,-1 0-91-16,4-2-46 0,1 0-27 0,3-1-46 16,1 1-48-16,2-3-41 0,0 0-25 0,4 0-19 15,0-1-21-15,1-2-10 0,0 0-8 16,-1-2-4-16,2 1-56 0,-6-2-71 0,1 1-122 15,1-1-224-15,-6 1-298 0,0 1-364 16,1-2-291-16,-4 2-104 0,-1-2 445 0,-3 0 662 16</inkml:trace>
  <inkml:trace contextRef="#ctx0" brushRef="#br3" timeOffset="-154566.04">27142 4376 81 0,'2'-3'292'16,"0"1"154"-16,-2-2 122 0,1 3-110 0,2-2-109 15,-1 1-53-15,-2 0-20 0,1 0 10 16,-1 1 17-16,0 1 10 0,0-2 4 0,2 2-48 16,-2 2 6-16,0-1-12 0,1 2-23 0,3 2-37 15,-1 1-41-15,2 2 2 0,0 2-35 16,2 0-34-16,-1 4 25 0,4-1 29 0,0 2 35 15,0 1-1-15,2 0 3 0,2 2-4 0,-3 0-43 16,0 1-33-16,5 2-33 0,-3 0-10 16,1 1-17-16,-2 1-8 0,0 0-5 0,-2 0-2 15,0 2-3-15,0-1-6 0,-3 1-5 16,-2-1-2-16,0-1-1 0,-2-1-3 0,-1 1 0 16,-1-2-1-16,-1-1-3 0,-1-2-2 0,1 0-2 15,-4 0-1-15,3-4-2 0,-1 0 0 16,1-4-2-16,-1-1 1 0,0 0-2 0,2-3-1 15,-1-1-1-15,1-2 1 0,0 0-1 0,-2-1-4 16,2-1-13-16,-1-2-35 0,1-1-59 16,0-3-56-16,-5-1-74 0,4-5-119 0,-3-1-155 15,1-1-219-15,0 0-224 0,-2-2-220 16,-1 1-105-16,-2-1 254 0,3 2 456 0</inkml:trace>
  <inkml:trace contextRef="#ctx0" brushRef="#br3" timeOffset="-154305.66">27259 4847 75 0,'4'7'361'0,"-3"-1"219"0,1 0 227 16,1 1 21-16,1 1-168 0,1 2-94 0,2-3-60 15,-1 4-55-15,2-2-62 0,1 2-20 16,1 1-33-16,-1 0-50 0,4-2-26 0,-4 3-30 16,3-3-36-16,-2 1-60 0,2-3-46 0,2 1-28 15,-5-3-29-15,4 0-16 0,-1-3-7 16,1-3-3-16,0-1-1 0,0-4-3 15,-1-4 1-15,2-1-1 0,-1-2-2 0,3-3-20 16,-7-3-58-16,3 0-60 0,-2 0-85 0,-5-1-164 16,0 0-305-16,-3 1-312 0,-1 2-245 0,-2-1-175 15,-6 0 173-15,1 3 596 0</inkml:trace>
  <inkml:trace contextRef="#ctx0" brushRef="#br3" timeOffset="-152938.67">20560 4301 39 0,'2'1'281'0,"-2"0"167"0,0 0 158 16,0 2-31-16,-2-3-125 0,0 0-70 0,-2 0-18 15,2-3 26-15,-1 3 3 0,2-1-20 0,-3 1-35 16,1 0-47-16,2-1-53 0,-1 1-64 15,0 0-40-15,-1 0-31 0,1 0-23 0,2 1-20 16,-1-1-8-16,-1 0-10 0,1 1-14 16,-2 2-10-16,0-3-3 0,0 2-3 0,-1 0-7 0,0 4-1 15,-1 0 4-15,0 1-4 0,-1 2-1 16,0 2-1-16,-1 0 4 0,1 4-4 16,-2 1-3-16,-1 2 0 0,-3 1 2 0,1 3-1 15,-3 0-2-15,1 2 1 0,-1 0 1 16,0 2 6-16,-2-3-3 0,3-1 3 0,-1 1-4 15,3-3 2-15,0-2-1 0,0-4-5 16,3 1 1-16,3-5-4 0,0-3-14 0,1 1-52 16,-2-5-98-16,1-3-118 0,0-1-177 0,0-4-298 15,0-2-257-15,2-1-132 0,-3-3 153 16,2 0 364-16</inkml:trace>
  <inkml:trace contextRef="#ctx0" brushRef="#br3" timeOffset="-152738">20106 4632 296 0,'0'13'531'15,"2"1"156"-15,0 0 83 0,1 3-264 0,2 0-224 16,-1 1-95-16,5-1-48 0,0 0 0 0,0 2-25 16,4-5-27-16,-1 1-12 0,1-1-30 15,3-1-16-15,-2-2-12 0,5-2-9 16,-2 0 2-16,1-5-9 0,1 1-50 0,-2-4-80 15,2-2-127-15,0-3-276 0,-1 0-193 0,-1-3-95 16,0-1 92-16,1-2 238 0</inkml:trace>
  <inkml:trace contextRef="#ctx0" brushRef="#br3" timeOffset="-148172.14">15323 6459 62 0,'0'1'300'0,"0"-1"174"16,0 1 163-16,-4 1-49 0,4-2-117 0,0 2-40 15,0-1 27-15,-2-1 9 0,2 0-11 16,0 0-44-16,-1 0-53 0,1 0-59 0,0 0-63 16,0 1-38-16,0-1-13 0,0 0 6 15,0 2-3-15,1-2-11 0,-1 0-24 0,0 2-37 16,0-2-37-16,0 0-33 0,2 0-25 0,-2 0-20 16,2 1-10-16,2-1 1 0,-1 1 3 15,0-1-1-15,4 2 3 0,-1 0 17 0,3 0 8 16,-1 0 6-16,2 1 3 0,0-1 3 15,2 3 9-15,1-3-8 0,-1 2-4 0,1 0-3 16,-2-1-3-16,3 0-3 0,-2 0-8 0,1 0-6 16,-1 0 3-16,-1 0 2 0,3-2 8 15,-3 1 2-15,2-1 4 0,-2-1 0 0,0 0-5 16,1-1-3-16,-2-1-9 0,1-1-3 16,0 0-3-16,-3 0-3 0,2-1-1 0,-1 0-1 15,-1-2 1-15,2-2-1 0,-4-2 2 0,3 0-1 16,-1 0 1-16,-1-4 1 0,-1 1 0 0,1 0 0 15,0 0-1-15,-1-2 0 0,-1 2 0 16,0 1 0-16,3-1 0 0,-4 2-1 0,1-2 1 16,0 3 0-16,-2 0-1 0,2-1 0 15,1 1 0-15,-1 0-1 0,-2-1 2 0,3-2-1 16,-2 3-1-16,1-2 0 0,-4 0 0 0,2 1 0 16,2-4 0-16,-4 2-1 0,2-2 1 0,-1-1 0 15,0 0 1-15,-1-3 0 0,2 0 1 16,-1-2 1-16,0 0 1 0,-1 1-1 15,1-3 1-15,0 3-1 0,-1-1 0 0,2-1 0 16,0 2-8-16,-1-1-3 0,1 0-1 16,0 1-2-16,-1-1 0 0,1 0-1 0,-2 1 6 15,1-2 3-15,1 0 0 0,-1-2 2 0,0 1-1 16,1-2 7-16,-2-2 3 0,1 2 1 0,1 0 1 16,-2-2 0-16,-1 0 0 0,2 0-7 15,-2 1-2-15,0 0-2 0,0 2 0 0,0 1 0 16,0 2 2-16,0 2 0 0,0 1 1 0,0 1-1 15,0 3 2-15,0 1-2 0,0 1-1 16,1 0 0-16,-1 0 0 0,2 3 0 0,-2-3 0 16,2 1-5-16,-1 0-4 0,1-1 0 0,0-2-2 15,1-1-1-15,-2-2 1 0,3-2 5 16,-1 0 3-16,0-4 0 0,1 2 3 0,-1-1-1 16,-1-2-1-16,0 0 1 0,-1 0 1 0,-1 0 0 15,0 1 0-15,0 2-1 0,-1-1 1 16,-1 2-1-16,0 0 2 0,1 2-2 0,-1 3 1 15,-2-2 0-15,2 2 1 0,-1 1 0 16,2 0-1-16,-1 3 1 0,0 1-1 0,1-3-1 16,1 2 6-16,0-1 2 0,0-1 1 15,1-1 1-15,3-5 1 0,-1 0 1 0,3-2-10 16,0-1-7-16,1-3-1 0,-1 0-2 0,0 0 0 16,0 0-2-16,-1 0 6 0,2 1 2 0,-3 2 2 15,-2 1 1-15,1 3 0 0,-1 3 1 16,-1-4-1-16,-1 4 1 0,2 0 0 0,-2 0 0 15,0 0-1-15,0-2 0 0,0 2-1 16,0-2 1-16,0 2-1 0,0-2 1 0,0 1 0 16,0-1 0-16,0 2 0 0,3 0-1 0,-3 0 0 15,5-2 0-15,-4 4 0 0,2-2-1 0,2 0 1 16,-2 3 0-16,1 1-1 0,0 0 0 16,0 2 2-16,0 0-1 0,-1 2-1 0,0 0 2 15,-1 3 3-15,1-2 3 0,0 1 1 0,2 1 2 16,-1-1 3-16,0-1 2 0,1 1-2 15,-1-1 0-15,1 0 0 0,0-1-1 0,-2 1-1 16,2 0-2-16,0 0 1 0,-1 0-2 16,-1 2-1-16,-1 0-1 0,1 0-1 0,1 1 0 15,-4 2 0-15,1-1-2 0,-1 1-1 16,2 1-1-16,-2 0 1 0,1-2-1 0,-1 2 0 16,2 0 0-16,0 0 1 0,-1 0 1 0,1 0-1 15,-1 0 1-15,4 0 0 0,-2 0 0 0,0 0 1 16,0 0 0-16,1 0 1 0,-1-1-1 15,0 1 1-15,0 0 0 0,0-1 0 0,1 1-1 16,0 0 0-16,-1 0 0 0,0 0-1 16,1 1 0-16,-1-1 1 0,0 1-2 0,0 1 1 15,0-1 1-15,1 1-1 0,0-1 1 0,-1 2-1 16,2-1 1-16,0 1 1 0,-2 0-1 16,3 1 1-16,-1-1 0 0,1 1 1 0,1 1-2 15,-3 0 2-15,3 1-1 0,-1 1 1 16,0 0-1-16,-1 2 0 0,0-1 1 0,0 1-1 15,0 3 1-15,-2 0 0 0,0 0 0 0,0 4 0 16,0-2-1-16,-2 1-1 0,1 1 0 0,-2 1-1 16,0-1 0-16,2 1 0 0,-2 1-1 15,0-1 0-15,0 0 1 0,0 0-2 0,0 0 1 16,1 1-1-16,-1-2 1 0,0 2-1 16,2-1 0-16,0-1 1 0,-2-1 0 0,1 1 0 15,-1 1 0-15,3 0 0 0,-3-1 0 0,2 1 0 16,0 0 3-16,-1 2 3 0,-1 0 1 15,2-1 0-15,-1 3 2 0,-1-1 1 0,0 2-9 16,0-1-4-16,0 2-3 0,0-2-1 16,2-1-2-16,-2 3-1 0,0-3 4 0,3 1 3 15,-3 0 1-15,1 0 1 0,-1 0 0 0,2-3 0 16,-1 2 0-16,-1-1 1 0,2-1-1 0,0 1 0 16,-1 0 0-16,1 0 0 0,0-1 0 15,-1 0 0-15,-1-1 0 0,2 2 0 0,-1-2 0 16,1 0 1-16,0-1-1 0,-2 3 0 15,0-2-1-15,1 0 1 0,-1-1-1 0,0 1 1 16,2 2 3-16,-2-2 3 0,-2 1 1 0,2 1 0 16,0 0 1-16,-1-3 0 0,1 1-4 15,0 1-3-15,-2-3-1 0,2 2 0 0,0-3 1 16,0 1-1-16,0 0 1 0,0-1 0 16,2 3 0-16,-2-2 0 0,0-1 1 0,1 2-1 15,1-3 0-15,-2 4 1 0,1-3-5 0,-1 1-3 16,0-1-1-16,2 1-1 0,-2 0 0 0,0 0-1 15,3 0 4-15,-2-2 2 0,-1 2 1 16,0-2 1-16,0 0 0 0,2-1 1 0,-1 1 0 16,-1-2 0-16,0 2 0 0,2-2-1 15,-2-1 1-15,0 2 0 0,2-1 0 0,-2-1 1 16,0 0-1-16,0 1 1 0,0-2-1 0,0 2 0 16,0-2 0-16,0 1-2 0,-2 1 2 15,2 1 0-15,0-2 0 0,0 2 0 0,0-1 0 16,0-1 6-16,0 1 2 0,0-1 0 15,0 1 2-15,0-1-1 0,0 1 0 0,0 0-5 16,0 0-2-16,0-2-1 0,0 2-1 0,-2-3-1 16,2 2 1-16,0-1-1 0,-1 0 0 0,-1-1 2 15,2-1-1-15,0 0 1 0,0 1 0 16,0 1-1-16,0-2-1 0,0 2-1 16,0 0 0-16,0-1 1 0,0-1-1 0,0 3 0 15,0-3 1-15,0 0 1 0,2 1 0 0,-1-1-1 16,-1-1 1-16,2 0 0 0,-2 0 0 0,0-1-1 15,2 1 1-15,-1-1 0 0,-1-1 1 16,2 0-1-16,-2 1 1 0,2-1 0 0,-1-1 0 16,-1 2 0-16,2-1 0 0,-1 2-1 15,-1-2 1-15,2 2-1 0,0 0 1 0,-1 2 0 16,2 0 0-16,-1 0 0 0,0 2 0 0,0-1 0 16,2 0 0-16,-3 0-1 0,1-1 0 15,-1 2 0-15,3-1 0 0,-3-1 1 0,2 1-1 16,-3-2 1-16,2-1 0 0,1 0 0 15,-1-2-1-15,-1 2 1 0,1-2-1 0,1 1 0 16,0 0 0-16,-1-3 0 0,-2 3-1 16,1 1 1-16,2-4 0 0,-1 2 0 0,0 0 0 15,-1 1 0-15,2 0 1 0,1 1 0 0,-1 0-1 16,0 0 2-16,0-2-2 0,2 2 1 0,-2-2-1 16,0 1 0-16,0 0 1 0,0 1 0 15,1-4 0-15,-1 3 0 0,0-3-1 0,0 2 1 16,2-1-1-16,-4 1 0 0,2-2 1 0,-1 3-1 15,1-2 1-15,-1 0 0 0,1 1 1 16,0 1-1-16,-1-1-1 0,1 1 1 0,0 1-1 16,-1-2 0-16,2 2 0 0,-1 2 0 15,1-1 0-15,-1-2-1 0,0 3 0 0,0-2 1 16,1-2 0-16,-1 2 0 0,0-2 0 0,1 2 0 16,-1-1 0-16,-1-1 0 0,3-1-1 15,-2 0 2-15,0 1-1 0,2 0 0 0,-2-2 0 16,3 2 0-16,-2-3 0 0,-1 2 0 15,0 0 0-15,0-3 1 0,0 2 0 0,-1 1-1 16,1-1 1-16,0-1-1 0,-1 1-1 16,1 1 1-16,0-3 0 0,-1 2 0 0,-1-2 0 0,2 2 0 15,-1 0 0-15,0-1 0 0,-1 0 0 16,2-1 1-16,-1 0-1 0,1 2 2 0,1-2 0 16,0 0 0-16,1 2-1 0,-2-2 1 15,2 1-1-15,-1-1 0 0,1 0 0 0,2 1 0 16,-1 1 0-16,0-2 1 0,0 1 0 0,1 1 0 15,-1-1 0-15,3-1-1 0,-2 2 0 16,-1-1 0-16,1 1 0 0,0-1 0 0,1-1 2 16,-1 0-2-16,1 2 2 0,-1-2 0 15,1 0-1-15,0 1 0 0,0 1 0 0,3-2 1 16,-3 1 0-16,0 1-1 0,0-2 0 0,0 1 1 16,0 1 0-16,-2-1 0 0,2-1 0 0,0 1 0 15,-2 1-1-15,-1-2 0 0,-2 0 1 16,2 2-2-16,-2-2 1 0,2 0-1 0,-5 0-1 15,1 0 1-15,1 0-1 0,-1 0 0 16,-1 0 0-16,0-2 1 0,-1 2-1 0,-1-3-1 16,1 2-1-16,-2-2-7 0,0 0-17 0,0-2-29 15,-4 1-81-15,2-1-137 0,-3 2-257 16,-1 1-313-16,1 0-392 0,0 4-452 0,0 3-95 16,-3 4 676-16</inkml:trace>
  <inkml:trace contextRef="#ctx0" brushRef="#br0" timeOffset="-76991.7">17314 2246 244 0,'-5'-1'401'0,"2"-2"150"0,2 0 8 16,-3 2-161-16,3-1-106 0,-1 2-52 0,1-1-6 16,-1 1 27-16,-1 0 40 0,0 0 18 0,1 0 7 15,1 0-1-15,-1 0-22 0,1 0-39 16,-1 0-50-16,2 0-39 0,0 0-32 0,0 0-27 16,0 0-27-16,0 0-22 0,0 0-14 0,0 0-7 15,0 0-10-15,2 0-7 0,-2 1-6 0,1-1-5 16,-1 0-3-16,3 0 6 0,-1 2 54 15,1-1 26-15,3 2 11 0,1-1 5 0,-3-1 2 16,4 0-13-16,3 1-51 0,0 0-21 0,1-2-13 16,3 1-9-16,0 0-3 0,4 1 2 0,-1 0 26 15,3-2 13-15,3 1 8 0,1 0 2 0,2 1 0 16,1-2-2-16,2 2-23 0,2-1-13 16,1 0-7-16,2-1-6 0,1 2-1 0,1 1-2 15,1-3-1-15,1 2-2 0,2-2 0 0,-1 3-2 16,2-3-3-16,1 0-1 0,-1 0-4 15,2 0 4-15,-3-3 1 0,1 3 2 0,0-2 5 0,-3-3 2 16,4 4 1-16,-7-4-2 0,2 3-3 16,-3-3 2-16,-2 0-1 0,-1 1-1 0,0-2 1 15,-6 2-10-15,-1-1-3 0,-3-1-2 0,-1 4 4 16,-3-3 2-16,-6 2 2 0,1 1 9 0,-4 0 3 16,-4 2 1-16,0 0-11 0,-2 0-23 15,0 0-49-15,-3 0-56 0,-3 2-50 0,-2 0-73 16,1 1-120-16,-4-2-148 0,-2 3-181 0,-1-3-232 15,2 2-225-15,0 0-87 0,-3-2 251 0,3 2 442 16</inkml:trace>
  <inkml:trace contextRef="#ctx0" brushRef="#br0" timeOffset="-76459.68">17838 2414 25 0,'-8'5'293'0,"1"-3"188"0,2 2 178 0,-1-1 27 16,2-2-166-16,-1 2-85 0,2-1-45 0,-1 0 3 15,1 1-3-15,1-3-32 0,-1 1-39 16,2 1-53-16,-2-2-46 0,1 0-46 0,-1 0-30 0,3 0-10 16,-1 2-2-16,1-2-7 0,-2 2-10 15,2-2-10-15,0 2-26 0,0-1-26 16,2 1-28-16,-1-1-12 0,2 1-8 0,3 1-4 15,-1 0 0-15,5 0 5 0,-1 1 31 0,5-1 16 16,-1 2 6-16,4-3 2 0,1 2 3 0,2-3 0 16,1 2-22-16,1 0-8 0,4-3-8 15,-1 1-2-15,2-1-7 0,1 2-3 0,0-2-9 16,-1 0-7-16,2 0 0 0,-4-2-2 0,2 2 4 16,-2 0-1-16,1-1 2 0,-4 1 2 0,-2-1 0 15,1-1 1-15,-2-1-3 0,-5 2 1 0,2 1 1 16,-7-2-2-16,-1 0 3 0,0 1-2 15,-2 0 1-15,-3 1-1 0,-1-2-26 0,-4 0-52 16,1 1-54-16,-5-2-51 0,0 3-100 0,-2-1-145 16,-4-1-162-16,-2 2-246 0,1 2-224 0,1-1-183 15,-2 2 100-15,-2-2 389 0</inkml:trace>
  <inkml:trace contextRef="#ctx0" brushRef="#br0" timeOffset="-76157.76">17963 2599 211 0,'-4'5'591'16,"1"-2"332"-16,0 1 137 0,1-1-222 0,-1-1-285 16,3 1-193-16,-2-2-142 0,4 0-69 0,-2 3-14 15,3-2-6-15,2 2-3 0,3 0 14 16,3 0 3-16,0 3-24 0,2-1-35 0,4-1 3 15,4 1 25-15,-4-2 3 0,5 0-4 0,2-1-7 16,1 0-4-16,-1 0-27 0,1 0-32 16,1 0-21-16,-1 0-7 0,0 0-3 0,-1 0 0 15,1-2 2-15,-3 1-5 0,0 0-4 0,-1-2-4 16,-4 1-19-16,-1-1-47 0,-2 1-67 0,-4-1-146 16,-4 2-266-16,0 0-292 0,-4-1-294 15,-2 2-215-15,-2-1 56 0,-4 0 543 0</inkml:trace>
  <inkml:trace contextRef="#ctx0" brushRef="#br0" timeOffset="-68272.58">751 9269 74 0,'3'5'282'0,"-3"-5"140"0,0 0 117 15,0 0-127-15,0 0-127 0,0 0-67 0,0 0-20 16,0 0 7-16,0 0 19 0,0 0 18 16,0 0 15-16,0 0 8 0,0 0-8 0,4 2-3 15,-4-2-17-15,5 4-25 0,-2-2-30 16,-3-2-33-16,5 1 7 0,2 1-7 0,-3-2-17 16,4 0-11-16,0 0-10 0,-2 0-5 15,4 0-42-15,-1 0-7 0,-1 0 13 16,2 0 3-16,1-2 0 0,0 1 4 0,2 1 17 15,2-2 4-15,0 2 2 0,3-1-5 0,1-2-2 16,1 3-10-16,0-2-16 0,3-3-22 16,0 3-21-16,2-2-14 0,2 0-5 0,-2 1-6 15,4-2-1-15,-1 0-4 0,2 0 1 0,2 1 4 16,1-1 0-16,0 1 3 0,0 1 3 16,-1 0 0-16,-2 0 4 0,0 2-3 0,0-1 3 15,0 2 0-15,0 0 0 0,0 0-3 0,2 2 0 16,0-1 0-16,1 0-2 0,-2-1 0 0,1 2-1 15,1 0 2-15,1-2-4 0,-1 0-2 0,4 0-6 16,-2-2 0-16,0-1 0 0,0 0-4 0,3 0 3 16,-2-3 5-16,2 0 5 0,0-1 1 0,2-1 5 15,-1-2 3-15,2 0 0 0,0 0 0 16,1-1-4-16,3 1 2 0,-2-1-2 0,1-4-1 16,2 3 0-16,-2 0 2 0,1 1-4 0,0-1-2 15,0-1-2-15,-2 1-1 0,4 1-4 0,-4 3-4 16,1-2 6-16,0 2 0 0,0 1 2 0,-1-1 2 15,0 2 6-15,1 1 1 0,-1 0-2 16,1 2 2-16,0-1-1 0,2 4-9 0,-3 0 2 16,1 0 2-16,0 1 0 0,-1 3-2 0,1-2-2 15,-2 3 6-15,-1-3-4 0,1 4-6 0,-1-3-4 16,1 1-1-16,0 0 5 0,-2-2 2 16,1 2 3-16,3-3 4 0,-3-1 5 0,5-1 4 15,-3-1-3-15,4-1 0 0,-1 0-2 0,3-1-1 16,-3-1 0-16,1-1-4 0,1 4-1 15,-1-3-2-15,-1 3 1 0,1 1-2 0,-2 1-4 16,0 0-1-16,0 1 1 0,1 1 1 0,-4 3 0 16,1-3 2-16,3 2 5 0,-3-1 4 15,2 2 0-15,-2 0 1 0,3 1 1 0,0-4-3 16,-2 3 0-16,2-1-2 0,-3-2 1 16,3-1-1-16,-4 1-5 0,2-1 2 0,-1-1-3 0,0 0-1 15,-2 0 0-15,0 0-1 0,0 2 3 16,-1-1-1-16,-1-1 2 0,-1 2 4 0,3 1 1 15,-3-2 2-15,2 0-2 0,2 3 3 16,-2-3-3-16,1 2-2 0,2-1-4 0,-2-1 2 16,0 0 0-16,2-1 0 0,-2 0 1 0,0 0 0 15,0-1-1-15,-1 0-2 0,1-1 0 16,0-1 0-16,-2 2-1 0,1-1-2 0,-2 0 4 16,3 1 1-16,-3 0 0 0,0 2 2 15,0 0 1-15,1 1 1 0,-1 1 0 0,0 3-1 16,0-1 1-16,0 2-3 0,0 2-1 15,-2 1 0-15,1-2-1 0,-1 3 0 0,0-1-2 0,-1 2 1 16,-2-2 1-16,2 3 1 0,-2-2 3 16,2-1 11-16,0 0 9 0,0 1 3 0,1-1 4 15,0-2 0-15,-1 1-1 0,0-2-12 0,0 1-6 16,3-2-3-16,0 0-1 0,0-1-2 16,0 0-1-16,1 0 2 0,2-2-2 0,0 2-2 15,1-1 2-15,0 0 0 0,-2-1-3 16,1 0-1-16,0 0-1 0,-1-2 0 0,1 4-3 15,0-5 0-15,-2 0 0 0,3 0 0 0,-2 0 3 16,2 0-1-16,-1 0 2 0,1 0 0 16,-2 0 2-16,1 0 2 0,2-3-1 0,-1 1 2 15,1 2-2-15,1-1 0 0,1 0-1 16,0-1-2-16,-2 0 1 0,1 1-4 0,-1-2-1 16,2 1 0-16,-1 1 0 0,-1 0 0 0,2-1 0 15,-2 0 2-15,1 0 2 0,0 0 3 16,-1 1 0-16,1-1 1 0,-1 2 2 0,1-1-2 15,-1-1-1-15,3 2-2 0,-2 0 1 16,-1 2-2-16,1-1 0 0,-1-1 0 0,1 2-1 16,-1-1 0-16,0 1-3 0,-1-2 0 0,1 2-1 15,1-2 1-15,-1 2 2 0,-2-2 3 0,3 0-1 16,-3 2 4-16,3-2-1 0,1 0 2 0,-2 0-1 16,2 0-1-16,1-2-1 0,0 2-1 15,2 0 2-15,-1-2-3 0,-1 2 0 0,3-2-2 16,-2 2-1-16,1-2-1 0,-1 1-2 15,1-1 2-15,0-1 2 0,0 2 4 0,1-1 0 16,0-1 2-16,0 1 0 0,3 0 1 0,-1-1-3 16,3-1-1-16,-1 0-2 0,2 2 1 15,1 0 0-15,-2-1 0 0,1 0 0 0,0 0 0 16,2 1-1-16,-3 1-2 0,0 1 2 0,1-3-2 16,0 3 3-16,-2 0-1 0,2 0 2 15,2 3 2-15,-2-3-1 0,2 0 2 0,2 0-3 16,-4 1 2-16,2-1-3 0,-2 0-1 0,-1 2 0 15,0-2-1-15,-2 1 2 0,2 3-1 16,-2-3 2-16,-3 2 0 0,3-1-1 0,-1 0 0 16,0 2 3-16,-1-3-3 0,0 2 0 15,3-2 0-15,-1 1 1 0,1-2-1 0,-2 0 0 16,1 0 0-16,0 0 0 0,-4-2 1 16,4 1-2-16,-3 1 3 0,0-2-2 0,0 1 1 15,-3 0-1-15,1 1 2 0,0-2 2 0,1 0-1 16,-2 1-3-16,3 0 0 0,-1-1 1 0,2 0-3 15,-1 1 1-15,1-2-2 0,-2 1 3 16,0 1 0-16,2-1-2 0,-1 2 1 0,-3-1 0 16,3 1 0-16,-3 1 1 0,1-1 2 0,0 2 0 15,0 1 1-15,-1 0-1 0,1-2 2 0,2 3-4 16,0-3 0-16,2 2 0 0,0-1 0 16,-1-1 2-16,0 0-4 0,0-1 2 0,0 0-2 15,1 0 0-15,-1 0 0 0,2-1 0 16,-4 1 2-16,3-1 1 0,-1 1 1 0,-1 0-1 15,0-2 0-15,2 2 0 0,-1 2-1 16,1-2-2-16,-2 1 4 0,2-1-2 0,1 1 0 16,-5 1 0-16,4-2 0 0,-4 0 0 0,4 1-3 15,-2-1 2-15,-2 0 1 0,2-1 1 0,0 1 1 16,0 0 0-16,-3-2-1 0,3 1 3 16,3 0-1-16,-2 1-2 0,1-4-1 0,3 4 0 15,-1-2 1-15,0 0-1 0,4 2 1 16,-2-2 0-16,1 1-1 0,-1 1 0 0,1-1-2 15,0 1 2-15,-2-2 1 0,4 2-1 0,-1 0 2 16,1 0-1-16,0-2 3 0,5 1-4 0,-1 1 0 16,1-2 2-16,3-2 1 0,-1 2-1 15,0-1 2-15,0-1 7 0,1-1 2 0,-1 0 1 16,2 1 3-16,-1 0-1 0,0-1-2 0,2 1-4 16,-1 1-6-16,1-1 0 0,0 2-4 15,1-1-1-15,1 1-1 0,-4 1-1 0,3 0 4 16,0 1-1-16,-3 0 1 0,2 0 1 15,0 0 1-15,2 0 0 0,-1 0-3 0,3-2 0 16,-3 2 0-16,4-2-2 0,-5 1 1 0,1 0-3 16,0-1 4-16,-3 0 2 0,3 1 0 15,-1 0 0-15,-1-1 1 0,3-1 0 0,-1 1-3 16,0 1 0-16,1-4 0 0,1 5-1 0,0-6 1 16,-3 1-2-16,4 3 0 0,-6-3 2 0,3 0 1 15,-1 0 1-15,0 0 0 0,2-1 0 16,3 2 1-16,-4-1-2 0,3 1-1 0,-3 0-1 15,4 0-1-15,-4 2 0 0,1-2 1 0,-1 3 1 16,-1-1 2-16,-3 1 0 0,3 1 1 16,-1-3 0-16,4 3 0 0,-2-2-3 0,1 2-1 15,0-5-1-15,2 4 1 0,-2-1 0 16,0-1-1-16,0 1 2 0,-2 0 0 0,-1 0 2 16,1 1-2-16,0 1 1 0,1 0-1 15,-1 0-1-15,2 1 0 0,0 1-1 0,1 1 2 16,-3-2-1-16,0 4 1 0,0 1 0 0,-2-4 1 15,4 2 1-15,-4-1-1 0,1 1 1 16,1 0 0-16,1-1-1 0,0 0-1 0,0 0-1 16,0 0-1-16,-1 0 1 0,0-1-1 0,0 2 0 15,-1 0 1-15,-3-1 3 0,3 0-1 0,-4 1 0 16,4 0 0-16,-1-2 1 0,0 3-2 16,1-1-1-16,-3-2 1 0,3 4 0 0,-2-4 0 15,0 1 0-15,0 0-2 0,1 0 1 0,-5 0 1 16,1 0 1-16,0 0 0 0,-2-2-1 15,0 3 3-15,0-2-1 0,6 0-3 0,-3 1 1 16,2-1 1-16,-1 2 0 0,1 0-3 0,-4-1 2 16,2 2-1-16,-1-3 0 0,0 3 1 0,-1 0 0 15,0 0 1-15,0-2 0 0,2 2 1 16,1 1-3-16,1-1 0 0,-2-1 0 0,0 1 0 16,4 0 0-16,-6-3 1 0,5 1 0 15,-4 1 1-15,1 0 1 0,-3-1 0 0,4 0 1 16,-4 0-1-16,1-2 0 0,3 2-2 15,-3 0 0-15,1-1-2 0,-1-1 0 0,0 0 2 16,-1 1 1-16,-3 1-1 0,0-2-1 0,0 1 1 16,-2 1 0-16,-1-2-1 0,0 4 1 0,-2-3 2 15,0 1 0-15,1-2 0 0,0 1-2 16,1 1 0-16,1-3 0 0,-3 2-1 0,2-2-1 16,-2-2 1-16,0 2 1 0,-1-2-2 15,-1 1 2-15,1 1-1 0,-4-2 2 0,2-2 0 16,-3 4 0-16,1 0 1 0,0-2-1 0,-2 2 1 15,0 0-2-15,0 0 0 0,1-3 0 0,2 3 0 16,-2-2 0-16,-1 2 0 0,0 0-1 16,-1-1 0-16,0 0 1 0,-1 1 1 0,1-2-2 15,-3 0 2-15,-1 1-1 0,1 1 0 0,-1-1 1 16,-4-1 0-16,2 2 0 0,0 0-1 16,-2-2 1-16,-1 2 2 0,1 0-1 0,1 0-2 15,-1 0 0-15,2-1 1 0,0 1-1 16,-2-1 0-16,2-1-1 0,2 0 1 0,-2-2 0 15,0 1 0-15,0 0 0 0,-1-1 1 0,1 0 1 16,-1-1 0-16,-1 1-1 0,1 0 0 16,-1 0-1-16,-1 1-1 0,-1-2 1 0,-2 4 2 15,0-1-1-15,-1 1 0 0,1 1 1 0,-2 1 2 16,-2-1-3-16,2 2 1 0,0-1-1 16,-3 3 0-16,2-2-1 0,-2 2 0 0,0-2 1 15,1 2-1-15,1-2 0 0,-3 3 1 0,3-3 1 16,-2 2 0-16,-1 0-1 0,-1 1 1 15,0-2 0-15,-2 1 0 0,3 0-1 0,-4 1 0 16,0 0 6-16,2-3 4 0,-1 3 2 0,-1 0 1 16,1-2 1-16,0 2 0 0,1-1-6 15,0 0-4-15,-3 1-1 0,2-2-1 0,1 0 1 16,-1 1-1-16,-2-1 0 0,4 0 0 0,-3-1-1 16,4-1 1-16,-2 1-3 0,-1-1 1 0,3 1 2 15,-1-2-1-15,2 0-1 0,-2 0 0 16,2 0 1-16,0 0 0 0,1-2 0 0,1 1-1 15,1 1 0-15,0-2 2 0,0 1-1 0,-2-1 1 16,1 2-1-16,1-1-1 0,0-1 0 16,0 1-1-16,0-1 0 0,0 0-1 0,0 1 2 15,1 0-1-15,-1-2 1 0,2 1 0 0,-2 1 0 16,0 0 0-16,-1-1 1 0,1 0 0 0,-3 1 1 16,1 0 0-16,2 1 0 0,-1-2 0 0,-1 2-1 15,1-2-1-15,-1 2 0 0,1 0 1 16,-1 0-1-16,0 0 1 0,-1 0 0 0,2 0 0 15,-4 0 6-15,4 0 0 0,-2 0 4 0,-1 2 0 16,3-2 1-16,-2 0-1 0,-1 0-4 0,3-2-3 16,-5 2-2-16,3-1-2 0,-2 1 0 0,0-1-1 15,0-1 1-15,-1 0-1 0,-1 1 0 16,0 1 0-16,-1-2 0 0,-1-2 1 0,-1 4 1 16,1-2-1-16,-4 2 1 0,2-3 0 0,0 0 0 15,-1 2 0-15,-1-3 0 0,1 2-1 16,-1-2 1-16,-1 2-1 0,1-2 0 0,2 2 0 15,-3-3 0-15,1 2 1 0,-1 0-1 0,3-2 1 16,-3 3 0-16,3-1-1 0,-3-1 0 0,2-1-1 16,3 2 0-16,-3-1 0 0,2-1-1 0,0-1 0 15,-2 4-1-15,2-3 0 0,-2 2-1 0,1-1 0 16,0 1-3-16,-2 0-14 0,0 2-30 0,-2 1-77 16,-3 0-101-16,-4 1-219 0,-1 2-299 15,-7 1-350-15,-3 1-387 0,-6 1-161 0,-8 0 327 16,-6 2 798-16</inkml:trace>
  <inkml:trace contextRef="#ctx0" brushRef="#br0" timeOffset="-61865.63">6488 10500 233 0,'8'-6'735'0,"-3"-1"362"16,-2 2 100-16,-1-1-190 0,0 4-317 0,-2-3-143 15,0 3-105-15,-2-2-65 0,-1 3-55 16,-2-2-43-16,-2 0-54 0,-2 2-71 0,1 1-37 15,-3 0-24-15,-1 0-14 0,-1 1-12 0,0 0-12 16,-1 4-9-16,-1 0-12 0,0 2-8 0,2 2-8 16,-2 2-7-16,0 4-4 0,1 1-4 15,1 3-2-15,-1 5-1 0,3 2 0 0,3 4 1 16,0 0 0-16,4 4 2 0,2 3-1 0,2-1-1 16,4 0-1-16,1-2-1 0,3-1-1 15,2-3-1-15,2 0-2 0,-1-9 1 0,2 0 0 16,1-3 2-16,1-3 0 0,0-6 1 0,0-3 3 15,0-2 1-15,-2-6 1 0,3-5 0 16,-5-1 1-16,3-6-2 0,-6-2 1 0,2-5-1 16,-4-3 0-16,0-1-2 0,-3-1-1 15,0-3 0-15,-1 1-1 0,-2-1 1 0,-2 2 0 16,-1-1 0-16,0 2 2 0,-1 2 1 0,-1 2 0 16,0 1 0-16,2 4-1 0,-2 0 0 15,3 4-1-15,-1 3-1 0,0 2-1 0,3 2-2 16,-2 4-2-16,2-2 0 0,2 6-1 0,1 1 0 15,0 4 1-15,5 5 0 0,-1 1 3 16,4 5 1-16,0 2 2 0,0 1 2 0,3 5-1 16,2 0 2-16,0 3-1 0,1 4 1 15,1-3-6-15,0 3-2 0,0 0-3 0,2 0 4 16,0-2 1-16,0 1-2 0,-1-4 6 0,-1-2 1 16,0-2-2-16,0-3-13 0,-2-4-15 15,-2-2-18-15,0-5-42 0,-3-2-70 0,-2-2-65 16,-1-5-105-16,-3-2-170 0,-3-1-301 0,-1-3-287 15,-1 0-217-15,-1-3-155 0,-1 0 285 0,-1-1 590 16</inkml:trace>
  <inkml:trace contextRef="#ctx0" brushRef="#br0" timeOffset="-61515.32">7088 10842 18 0,'3'-11'545'16,"3"4"496"-16,0-1 218 0,-3 4-84 0,-1 2-274 15,1 2-249-15,0 5-182 0,2 1-92 16,-3 4-59-16,1 3-48 0,0 5-66 16,2 4-74-16,-2 3-46 0,0 5-30 0,-1 2-19 15,-1 4-10-15,2-2-10 0,-1 3-8 0,1 1-3 16,1-3-5-16,0 1-1 0,1-4-5 0,-1 0-15 16,1-3-55-16,0-3-77 0,-2-4-146 15,2-2-257-15,0-1-314 0,-1-4-374 0,1-2-311 16,-2 0-25-16,1-2 629 0</inkml:trace>
  <inkml:trace contextRef="#ctx0" brushRef="#br0" timeOffset="-60683.14">7652 10128 342 0,'6'-4'618'0,"-3"-1"210"0,2 0 157 15,-3 0-223-15,3 1-187 0,-4-2-124 0,1 3-60 16,1-1-26-16,-1 2-49 0,-1 0-33 16,-1 2-41-16,3 2-8 0,-1 2-20 0,1 3-26 15,0 4-30-15,2 8-40 0,0 6-19 16,0 8-27-16,1 8-14 0,3 7-1 0,-2 7-8 16,2 5-4-16,0 4-5 0,1 3-6 0,3 0-4 15,2-2-14-15,0-1-5 0,2-6-6 0,2-5-4 16,3-5-3-16,0-8-3 0,0-3 1 15,-1-9 0-15,3-5 1 0,-2-6 3 0,-3-7 1 16,1-5 3-16,-1-9 1 0,-3-3 1 0,-2-7 0 16,-1-7-1-16,-5-3 2 0,0-4-1 15,-5-2 5-15,-5 0 5 0,-1-2 6 0,-8 2 2 16,-2 2 1-16,-4 1 3 0,-5 0-6 16,0 2-3-16,-5 0-4 0,-1 4 0 0,-1 5-2 15,1 0-2-15,-1 6-2 0,-1 3-2 0,3 3-3 16,3 4-2-16,1 6-3 0,1 1-3 0,1 6 0 15,7 1 1-15,1 1-1 0,2 1-1 16,3 1 2-16,5 2 0 0,1 2-1 0,4 0-4 16,3 1-11-16,1 1-18 0,2 0-44 0,3 0-74 15,0-1-94-15,3-3-167 0,2 1-288 16,0-3-331-16,3-3-321 0,0-2-181 0,3-1 164 16,-1-3 662-16</inkml:trace>
  <inkml:trace contextRef="#ctx0" brushRef="#br0" timeOffset="-60158.53">8482 10803 21 0,'6'-6'571'0,"-3"2"510"0,-1-2 196 0,0 6-93 15,-1 0-249-15,-1 6-294 0,2 2-189 16,0 5-97-16,-2 1-62 0,1 7-47 0,-1 0-75 15,-1 6-72-15,1 2-41 0,-2 5-24 0,2 5-16 16,0-3-10-16,2 3-6 0,-1 1-5 0,4-3-4 16,1 2-6-16,2-3-39 0,0-3-75 15,0-3-106-15,4-5-191 0,1 0-293 0,-2-8-349 16,5-1-334-16,-3-4-149 0,2-3 321 0,-2-7 674 16</inkml:trace>
  <inkml:trace contextRef="#ctx0" brushRef="#br0" timeOffset="-59532.87">9424 10569 368 0,'5'-7'746'0,"0"-2"250"15,-2 2 81-15,0-1-247 0,0 1-275 0,-1 0-166 0,-1 1-67 16,1 0 15-16,-2 1 11 0,3 1-17 16,-3 1-24-16,0 0-27 0,0 1-38 0,-3 1-55 15,1 0-55-15,-2 1-37 0,-2 1-27 16,-2 4-20-16,-2-1-14 0,-2 3-11 0,-3 7-7 16,-2 0-3-16,-1 7-3 0,-2 2 1 0,-2 6 1 15,3 3 2-15,0 1 0 0,3 7-2 0,0 1 1 16,5 6-3-16,0 0-2 0,7 5-2 15,0-2-2-15,4-2-1 0,2 1-2 0,4-5-1 16,5-4-1-16,0-5-2 0,3-6 1 16,2-1-2-16,3-9 1 0,0-2 0 0,5-8 1 15,0-4 1-15,-1-6-3 0,1-3-11 0,2-5-23 16,-3-3-61-16,1-4-80 0,-5 0-149 16,-2 1-281-16,0 1-319 0,-2 1-382 0,-4-1-289 15,1 3 8-15,-4 0 678 0</inkml:trace>
  <inkml:trace contextRef="#ctx0" brushRef="#br0" timeOffset="-58966.05">10324 11091 214 0,'9'-2'823'0,"-4"0"401"0,-2 2 16 0,-1 2-162 16,1 0-439-16,-1 2-194 0,-1 2-81 16,1 3-53-16,0 2-34 0,-1 2-36 0,-1 2-38 15,0 4-75-15,0 2-59 0,0 2-31 16,-1 2-16-16,-1 4-13 0,0 1-2 0,-1 0-5 15,2 1 0-15,-1-1-5 0,2 1-6 0,-2-4-59 16,2-3-69-16,2-3-135 0,0-3-251 0,2-4-303 16,1-4-366-16,3-5-271 0,1-5-72 15,-1-6 548-15</inkml:trace>
  <inkml:trace contextRef="#ctx0" brushRef="#br0" timeOffset="-57986.69">11726 10401 14 0,'5'-14'414'0,"-2"3"347"16,-1 1 244-16,0 3 68 0,-1-1-293 16,-1 2-248-16,0 4-149 0,0-2-86 0,0 4-45 15,2 2-41-15,-2 2-15 0,2 4 12 16,-2 4 11-16,1 3-9 0,-2 6-19 0,-1 4-25 16,0 5-38-16,-1 5-40 0,-2 0-33 15,0 7-14-15,-1-1-11 0,-3 3-3 0,-1 2-3 16,2-2 0-16,-4 0-3 0,-1-5-3 0,-1 3 1 15,1-7-3-15,0-1-1 0,-2-5 0 0,0-3-1 16,1-6-1-16,0-4-1 0,-2-5-1 16,0-4-1-16,1-6-3 0,-1-4-3 0,-2-7-3 15,4-4-2-15,0-5 0 0,3-4-1 16,-2-4-2-16,7 0-2 0,1-3 3 0,2 0-2 16,3 0 0-16,2 3-1 0,2 2 3 0,1 2-1 15,4 2 0-15,1 3 1 0,1 1 2 0,3 6 0 16,-1 0 0-16,4 4-1 0,-1 4 0 15,1 3 0-15,1 1 1 0,2 5 0 0,1 2 1 16,0 0 0-16,2 5 3 0,3 4 2 0,0-3 1 16,4 4-1-16,0 0 1 0,0 3 0 15,0 0 0-15,0 0-2 0,-1 0-1 16,1-1-1-16,-3 1-2 0,0-3-1 0,2-1 0 0,-3 0-2 16,1-2-4-16,0-3-11 0,-2-3-68 15,-4-2-76-15,1-2-169 0,-2-5-277 0,-2 0-322 16,-1 0-388-16,-1-6-253 0,-2 0 69 15,-1 0 718-15</inkml:trace>
  <inkml:trace contextRef="#ctx0" brushRef="#br0" timeOffset="-57566.79">12731 10960 27 0,'3'-1'487'0,"4"-1"400"0,-5 4 204 16,3 3-17-16,-2 2-298 0,2 3-288 0,1 5-151 15,2 5-33-15,-2 3-3 0,1 5-16 16,-1 3-35-16,3 5-24 0,-2 2-35 0,-1 4-50 15,2 0-43-15,-1 1-27 0,0-1-24 0,1 0-24 16,0-2-14-16,0-1-49 0,3-3-70 0,-5-2-110 16,3-4-203-16,-2-3-292 0,1-4-336 15,-2-1-301-15,-2-5-146 0,-1-1 343 0,0-7 656 16</inkml:trace>
  <inkml:trace contextRef="#ctx0" brushRef="#br0" timeOffset="-56677.27">13518 10651 74 0,'1'-1'381'0,"3"1"210"0,-1 3 163 0,2 3 13 16,2 4-220-16,3 5-97 0,1 7-15 15,6 3-10-15,-1 5-23 0,2 4-44 0,2 7-34 16,-1 5-19-16,3 4-22 0,0 4-27 0,-2 4-30 16,2 4-30-16,-4 2-39 0,0 5-51 0,-1 1-43 15,-4 4-22-15,3-1-15 0,-7-3-9 16,1-3-6-16,-1-4-4 0,-3-7-2 0,1-9-3 16,-4-6-1-16,2-8 2 0,-3-4 4 15,-1-10 3-15,-1-5 2 0,-3-6 0 0,-4-8 3 16,-1-8-2-16,-2-7-6 0,-2-12-3 0,-2-6 0 15,-3-9-3-15,-2-10-5 0,1-4 3 0,-2-13 1 16,-4-4 3-16,2-8 0 0,-3-5 1 16,-4-9-2-16,1-3-2 0,-1-6-1 0,1-1-1 15,3-1 0-15,4 4 1 0,4 5 4 16,4 7 1-16,4 8-2 0,4 7-3 16,5 9-1-16,2 7-2 0,5 9-1 0,1 7-2 15,3 7 4-15,5 7-1 0,0 4 0 0,3 4 2 16,3 6 0-16,-1 5 3 0,2 6-1 0,2 2 3 15,2 5 6-15,-3 4 2 0,3 5 3 16,-2 5 1-16,1 2 7 0,-3 4 0 0,0 5-2 16,-3 0-1-16,-3 7 4 0,-1 0 1 15,-5 2-1-15,-1 4-3 0,-6-1-1 0,0 2-1 16,-4 0-7-16,-2-1-2 0,-3-4-3 0,0-1-1 16,-1-5-1-16,0-1-1 0,0-5 1 0,1-6-2 15,0-1 0-15,0-4-2 0,-1-3 0 16,3-4 0-16,1-3-3 0,2-2 0 0,2-2 0 15,1-3 0-15,3-1-3 0,2-2 2 0,4-3-1 16,0 1 0-16,2 3 0 0,2-1 1 0,0 2 2 16,1 0 1-16,-1 3 0 0,3 1 1 15,-3 0 2-15,0 3 0 0,-2 1-1 0,-2 2 1 16,-2 1 1-16,-2 6 0 0,0 1 1 16,-5 2-1-16,-3 4 1 0,-3 3 0 0,-3 4-1 15,-2 1-2-15,-4 2 0 0,0 1 0 16,-2 3-1-16,-2 0 0 0,0-2 0 0,0 2-1 15,0-3-4-15,-1-2-7 0,1-5-17 0,1-1-41 16,2-5-67-16,3-1-65 0,-1-5-113 0,5-2-169 16,1-2-288-16,2-2-279 0,3-2-215 15,3-1-141-15,0-3 276 0,4-1 547 16</inkml:trace>
  <inkml:trace contextRef="#ctx0" brushRef="#br0" timeOffset="-56333.02">14672 10951 101 0,'8'-4'720'0,"-3"2"528"16,-2 6 104-16,0 3-138 0,-3 3-315 16,3 6-329-16,-3 3-173 0,2 6-109 0,-2 2-56 15,0 4-57-15,-2 4-69 0,2 4-47 16,0 4-26-16,0 1-13 0,0 4-10 0,0-1-3 15,4 0-7-15,-3 0-28 0,2-2-82 0,3-2-105 16,-1-3-201-16,3-5-290 0,-1-3-349 16,3-2-375-16,-2-6-149 0,0-3 308 0,2-4 722 15</inkml:trace>
  <inkml:trace contextRef="#ctx0" brushRef="#br0" timeOffset="-55382.33">15132 10262 187 0,'2'-13'552'0,"0"1"275"0,-2 1 112 0,0 1-127 15,0 3-295-15,2 1-155 0,2 2-71 16,-3-1-27-16,2 2-10 0,4-1-28 0,-1 4-35 16,7 0-19-16,-1 6-24 0,7 0-25 0,1 2 41 15,3 4 24-15,2 5 4 0,4 1-23 0,2 4-20 16,1 1-15-16,3 2-55 0,1 4-21 16,2-1-8-16,1 5-1 0,0 2-3 15,-1 0 0-15,-2 2-1 0,-1 1-17 0,1 4-10 16,-4 0-7-16,-2 2-4 0,-2 1-1 0,-4 1-3 15,-2 2 2-15,-2 1-1 0,-3 0 0 0,-4 2 7 16,-3 0 3-16,-3-1 1 0,-3 0 2 16,-2 2-1-16,-2-4 3 0,-3-2-7 0,-2-2-2 15,-1-4 3-15,-4-2 6 0,-1-4 4 16,-2-4 1-16,-1-4 2 0,0-7-1 0,-3-4-8 16,-1-7-5-16,1-3-5 0,-2-10-5 0,-2-4-2 15,-1-11 0-15,4-7 0 0,-2-9 1 16,3-9 0-16,2-9 1 0,0-8 0 0,5-5-3 15,4-8-1-15,3-1-1 0,4-4 1 0,2-1 0 16,7 3 1-16,4 0 2 0,2 3 1 0,5 2 1 16,0 4-1-16,6 4-1 0,2 8-1 15,1 1 0-15,5 6-1 0,-1 6-1 0,1 5 0 16,0 5 0-16,2 7-1 0,1 3 1 16,-1 3 0-16,0 4-4 0,-2 2-21 0,-2 3-69 15,-2 2-76-15,-2 3-161 0,-4-2-282 0,0 5-326 16,-5 0-382-16,-2 4-243 0,-3 0 53 15,-3 0 698-15</inkml:trace>
  <inkml:trace contextRef="#ctx0" brushRef="#br0" timeOffset="-52269.08">17521 10765 67 0,'-5'-1'388'0,"1"1"271"15,-2 1 229-15,2 1 21 0,0-1-256 0,0 0-139 0,1 1-84 16,2 1-76-16,-3-3-61 0,3 0-59 16,-1 0-44-16,2 0-42 0,0 2-37 15,0-2-21-15,0 0-21 0,0 0-19 0,0 0-18 16,0 0-13-16,0 0-3 0,0 0-11 15,3 0-1-15,-1 2 64 0,1 1 50 0,2-2 16 16,0 0 2-16,1 3 6 0,2-4-5 0,1 4-54 16,1-1-39-16,2 0 3 0,3 0 3 0,2-2 0 15,2 1-1-15,2-1 0 0,2-1 0 16,4-1-19-16,2 1-12 0,-1-2-8 0,1 1-2 16,4-2-4-16,-6 0 0 0,5 0-4 15,-1-1 1-15,-1 1-2 0,0 1 0 0,-1-4 0 16,-2 4 1-16,-1-3 2 0,0 1 1 0,-4 0 0 15,-3-1 1-15,0 0 0 0,-5 3-2 16,-2-3-1-16,-2 2 2 0,-2 0 0 0,0 2 1 16,-4-1 0-16,0 1 2 0,-3-1 1 0,-1 1-4 15,0-1 0-15,-1 1-1 0,-3-1-2 16,1 2-1-16,-3-1-6 0,2 1-25 0,-3 1-56 16,-1-1-65-16,2 2-74 0,-5-1-130 15,1 1-188-15,-1 1-298 0,0-2-241 0,2 1-201 16,-4-1-50-16,4 1 377 0,-1-1 501 15</inkml:trace>
  <inkml:trace contextRef="#ctx0" brushRef="#br0" timeOffset="-51835.56">17874 10406 128 0,'2'-2'542'0,"-2"-1"344"16,0 3 163-16,-2 0-92 0,2 0-329 15,0 0-188-15,-2 0-127 0,2 5-79 0,0-4-44 16,0 4-38-16,0 1-32 0,2 2-26 16,0 1 5-16,2 2 22 0,-1 2 45 0,2 2 29 15,0 2 2-15,1 2-12 0,1 5-19 0,0 1-31 16,1 3-43-16,-1 2-30 0,-1 3-10 16,3 1-6-16,-4 1-10 0,1 1-6 0,-1 0-5 15,2-1-4-15,-1 1-8 0,-3 1-5 0,0-4-4 16,0 0-2-16,2-4-3 0,-2-1-3 15,2-3 0-15,-2-3-11 0,2-2-60 0,-4-3-67 16,2-2-130-16,-3-2-243 0,0-3-308 0,-3-3-356 16,2 0-273-16,-2-6-80 0,-2-1 513 15</inkml:trace>
  <inkml:trace contextRef="#ctx0" brushRef="#br0" timeOffset="-51018.62">18931 10313 48 0,'2'-2'527'0,"0"-3"427"16,-2 2 200-16,0 0-69 0,1 2-370 0,-1-2-323 15,4 1-142-15,0-1-89 0,1 0-44 16,7 0-1-16,0 2 0 0,3-1-2 0,5 1 63 16,2 1 20-16,1 0 5 0,4 3 5 0,0 0-5 15,2 1-10-15,-1 4-68 0,4-1-35 16,-4 2-19-16,1 2-29 0,-3 2-10 0,-4 1-2 15,-1 2-3-15,-3 2 5 0,-6 2 2 0,-1 2 3 16,-6 4-8-16,-3 1-4 0,-6 0-6 16,-1 2-8-16,-4 3-3 0,-3 1-2 0,-1-2 0 15,-5 3-1-15,0-1 1 0,0 1-2 16,-2-1 0-16,-1 0-2 0,4 0 0 0,-4-1-1 16,3-1 1-16,1 0 0 0,1 0 1 0,2-3-3 15,3-1 0-15,5-2 0 0,-2-2 0 16,7-2-2-16,2-3 0 0,2 0 2 0,6-3-1 15,1-2 1-15,6-2 0 0,-2-1 2 0,8-5 1 16,1 0 0-16,3-4 1 0,3-2 0 16,3-1 0-16,-1-2-1 0,2 0 0 0,3-2-2 15,-2 0 1-15,-3-1-2 0,-1 1 0 0,0 0-1 16,-4 1-1-16,-1 3 0 0,-3-3-10 16,0 2-33-16,-4 0-75 0,-3 2-75 0,-2-3-148 15,-5 0-274-15,1 0-328 0,-4-2-332 16,0-1-197-16,-2-5 33 0,-3-2 599 0</inkml:trace>
  <inkml:trace contextRef="#ctx0" brushRef="#br0" timeOffset="-50684.97">19971 10180 154 0,'6'-9'782'0,"-5"5"486"0,-4 4 99 0,-5 7-115 15,0 1-392-15,-1 5-319 0,-4 5-164 0,1 3-100 16,-1 2-69-16,0 4-68 0,2 0-50 0,0 1-35 16,3 2-18-16,3 2-9 0,2 1-7 15,3 0-4-15,2 3-9 0,3-1-1 0,1 2-2 16,3-3-1-16,2 2-1 0,2-1 0 16,3-3 1-16,0 2 0 0,3-6-3 0,1-1 0 15,1-3-1-15,4-3 1 0,0-5 0 16,4-2-1-16,1-3 1 0,0-4 0 0,2-5 1 15,1-2-2-15,0-2-2 0,0-3 0 0,-1-5-2 16,-2 0-11-16,-2-1-26 0,-1-1-59 0,-3-2-63 16,-3 1-68-16,-3 0-117 0,-5 0-163 15,1-2-216-15,-6 4-235 0,0-3-209 16,-3 2-139-16,-4-1 213 0,-2 1 464 0</inkml:trace>
  <inkml:trace contextRef="#ctx0" brushRef="#br0" timeOffset="-50401.75">19679 10451 444 0,'4'-4'1016'16,"-3"1"258"-16,3 0-91 0,2 0-229 15,3 2-470-15,2-1-150 0,6 1-54 0,3-2-30 16,3 1-3-16,3 1-9 0,2-2-31 0,4-2-63 15,-1 3-49-15,3-4-26 0,0 1-24 0,3-1-21 16,2 4-10-16,-3-3-5 0,1 3-3 16,-1-2-2-16,-2 3-4 0,-3 1-9 0,-2 0-68 15,-4 3-67-15,-5 0-113 0,-5 3-199 16,-6 1-305-16,-3 1-350 0,-4 3-242 0,-10-1-127 16,-3 2 354-16,-6 0 629 0</inkml:trace>
  <inkml:trace contextRef="#ctx0" brushRef="#br0" timeOffset="-50200.94">19778 10724 188 0,'30'-8'705'0,"1"-2"351"16,1-2 75-16,1 0-115 0,0 1-446 0,3-3-241 15,-1 1-118-15,0 0-62 0,0-1-33 16,0 2-19-16,-2 1-27 0,-1 1-34 0,-1 1-18 15,-1 2-7-15,-1 1-8 0,-2 3-4 0,-1 2-2 16,-2 1-22-16,-2 1-68 0,-3 2-133 0,0-3-216 16,-5 4-277-16,-1 0-269 0,1 0-201 15,-2-2 84-15,0 0 421 0</inkml:trace>
  <inkml:trace contextRef="#ctx0" brushRef="#br0" timeOffset="-49677.28">20771 10144 284 0,'0'3'905'15,"-2"3"363"-15,-1 3-33 0,0 5-147 0,-2 5-404 16,3 4-211-16,1 3-111 0,-3 5-62 16,4 0-38-16,4 6-47 0,-3 1-69 0,2 5-55 0,4 0-31 15,-1 2-18-15,3 2-10 0,3 3-9 16,0 0-7-16,-1 0-4 0,2 2-3 15,3-4-4-15,-3-1-2 0,-3-4-1 0,2-5 1 16,-4-4-1-16,-4-6 0 0,2-2 0 0,-3-5 0 16,-1-5 2-16,-4-2-1 0,-1-3 0 0,-3-5 0 15,-2-5-2-15,0-4 0 0,-1-7-1 16,-4-4-4-16,4-5 1 0,-4-5 0 16,2-6-1-16,1-5 0 0,0-5-1 0,3-4 2 15,2-5 2-15,2-1 2 0,3 0 0 0,3-1 0 16,1 4 2-16,1 3 0 0,2 3-2 0,1 4-1 15,2 2 0-15,4 5 0 0,0 1 0 16,3 1 0-16,1 4-1 0,2 3 1 0,2 1 0 16,-1 2 0-16,3 5 0 0,-1 1-1 15,-2 2 1-15,-2 3 0 0,1 3 0 0,-3 3 0 16,-2 2 0-16,-2 3 1 0,-2 3 0 0,-5 3 0 16,-1 2 0-16,-3 5 1 0,-6 2 0 15,-1 1 1-15,-4 4 2 0,-2 4 3 0,-3 2 2 16,-2 3 5-16,-3 3 0 0,3 1 2 15,-1 1-2-15,3 1-2 0,-2 2-3 0,5-3-3 16,1 0-2-16,3 0-2 0,3-5-1 0,4-2-3 16,2-2-2-16,6-5-8 0,0-5-16 0,4-7-53 15,4-5-71-15,0-7-109 0,4-5-190 16,2-8-300-16,1-4-343 0,2-5-298 16,4-4-156-16,-3-4 307 0,1-5 666 0</inkml:trace>
  <inkml:trace contextRef="#ctx0" brushRef="#br0" timeOffset="-49395.65">21529 10360 114 0,'5'6'735'0,"-3"9"571"0,-2 5 173 0,-2 5-152 15,1 6-426-15,-3 6-341 0,1 3-179 0,0 4-119 16,1 4-85-16,-1 6-64 0,3 1-40 0,0 4-27 16,3-2-17-16,2 1-13 0,3-7-8 0,5-8-4 15,-1-6-3-15,6-10-1 0,-1-10 0 16,4-6-1-16,-4-11 0 0,5-8 0 0,-1-11 1 15,0-8 0-15,-3-6 0 0,1-9 1 16,-3-6-1-16,-2-4 4 0,-1-4-1 0,-5-3 3 16,-2 1-1-16,-4-3 0 0,-7 3 0 0,1 0-2 15,-8 7-3-15,-5 6-1 0,-4 9-1 0,-6 9-1 16,-1 11 0-16,-4 8 1 0,-3 12-1 16,4 6-9-16,-1 8-41 0,2 4-80 0,7 3-136 15,1 4-256-15,4 1-306 0,6 2-378 16,3 1-351-16,5 0-55 0,4 1 588 0</inkml:trace>
  <inkml:trace contextRef="#ctx0" brushRef="#br0" timeOffset="-48951.94">22154 10528 193 0,'-1'2'634'16,"-4"2"396"-16,-2 0 158 0,-1 4-189 0,2 2-303 16,1 0-149-16,1 0-74 0,4 2-84 0,0 0-60 15,1 1-45-15,6 0-51 0,0 2-58 16,1-3-59-16,5-2-32 0,4 1-19 0,5-3-13 16,2-2-6-16,3 0-5 0,5-1-7 0,3-5-8 15,1-3-5-15,0 0-2 0,2-2-7 16,0-1-4-16,3-1 0 0,0 0-3 0,-1-2-2 15,1 1-1-15,-3 0-5 0,-3-1-12 16,-2 1-24-16,-5 6-71 0,-4-5-70 0,-5 3-131 0,-3 2-216 16,-5 0-309-16,-5 0-349 0,0 2-240 15,-6 0-102-15,-6-1 450 0,-2 1 629 16</inkml:trace>
  <inkml:trace contextRef="#ctx0" brushRef="#br0" timeOffset="-48750.44">22553 10375 242 0,'-9'1'903'0,"-2"7"511"0,-1 4 26 0,1 1-199 15,-1 6-475-15,0 0-286 0,-1 5-152 0,2 4-112 16,0-1-68-16,1 6-55 0,1 4-36 16,0-1-22-16,2 3-16 0,4-1-8 0,1 2-6 15,2-5-7-15,5 0-39 0,3-5-79 16,6-4-107-16,1-4-203 0,5-4-291 0,1-2-353 15,3-6-340-15,-1-6-145 0,1 0 340 0,-3-6 691 16</inkml:trace>
  <inkml:trace contextRef="#ctx0" brushRef="#br0" timeOffset="-48185.69">23968 10237 132 0,'4'-15'455'0,"-4"2"287"0,-3 1 227 16,-3 2-55-16,-2-1-212 0,-8 4-146 0,3 1-78 16,-5 4-30-16,0 0-14 0,-3 2-60 0,-1 2-52 15,2-1-43-15,-6 4-50 0,4 2-53 16,-1-2-57-16,0 3-32 0,1 0-21 0,3 1-16 15,0 2-11-15,0 0-10 0,3 3-9 0,2 0-6 16,1 0-4-16,3 0-4 0,2 1-2 16,1 1-1-16,4 2-1 0,1 1-1 0,2 0 0 15,2 4-1-15,1 1 0 0,2 0 0 16,3 1 0-16,1 3-1 0,1 0 0 0,0 0 1 16,-2 2 1-16,-1 0 0 0,-2 2 1 0,-2-2 0 15,0 0 1-15,-3 4 1 0,-3-2-1 16,0-2 0-16,-2-1-1 0,-4 1-1 15,-1-2-1-15,2-5-3 0,-4 1 0 0,2-6-3 16,2-3-10-16,0-5-16 0,1-4-39 0,0-5-64 16,2-2-63-16,4-8-75 0,-1-5-107 0,5-2-141 15,2-6-142-15,2 2-155 0,3-1-221 16,0 0-159-16,3 0 91 0,1 1 341 0,0 3 370 16</inkml:trace>
  <inkml:trace contextRef="#ctx0" brushRef="#br0" timeOffset="-47701.54">23953 10559 157 0,'7'10'623'15,"-3"-1"397"-15,0 1 161 0,-3 3-159 0,2-1-286 16,-3 3-145-16,5 2-104 0,-5 0-87 16,0 2-65-16,0 1-49 0,-3 3-58 15,1-1-72-15,1 6-56 0,-1-2-31 0,1 0-18 16,-1 4-15-16,2-4-12 0,2-1-8 0,2-1-7 15,5-5-4-15,1-3-2 0,1-4-3 0,7-4 0 16,-2-5-1-16,2-5-1 0,3-3 2 16,1-5-2-16,2-3 0 0,3-7 0 0,0-2-1 15,1-4-1-15,0-3-2 0,-1-1-1 16,-3 2 1-16,0 0 3 0,-4 2 1 0,-4 4 1 16,-2 1 3-16,-2 6 1 0,-6 3 1 0,1 1-3 15,-5 4 0-15,0 4 1 0,-6 3-1 0,3 1 3 16,-2 7 0-16,-3 2 5 0,1 2 7 0,0 5 1 15,0 1 5-15,0 1 3 0,2 2-1 16,2 1-4-16,-2 1-4 0,3 1-3 0,3 1-5 16,-2 1-3-16,4 1-2 0,-2 2 0 15,4 2-2-15,-1 3 0 0,-1-1 0 0,2 2-1 16,-3 3 0-16,-1 1 0 0,-3 3 0 0,-2-1-3 16,-1 5 3-16,-3-1 1 0,-5 2 1 15,0 2 0-15,-6 2 1 0,-1-1 0 0,-6 3-2 16,1-2-1-16,-6-1-2 0,-1-1 2 15,3-4-3-15,-3-6-4 0,6-4-16 0,-1-8-54 16,3-11-79-16,2-7-154 0,4-9-273 0,2-9-321 16,2-7-386-16,3-7-323 0,-2-9 8 0,3-5 696 15</inkml:trace>
  <inkml:trace contextRef="#ctx0" brushRef="#br0" timeOffset="-47184.87">25199 10226 277 0,'16'-23'709'0,"-8"0"341"0,-3 2 101 15,-4 3-234-15,-2 3-317 0,-6 3-155 16,1 2-67-16,-5 5-20 0,-2 5-32 0,-2 0-34 16,-1 5-30-16,-5 3-42 0,0 6-56 15,-2 0-53-15,1 5-29 0,-2 2-16 0,2 3-11 16,0 6-9-16,1 5-5 0,0 5-4 0,1 7-3 16,0 4-4-16,0 5-3 0,0 7-2 15,1 7-4-15,1 0-3 0,1 7-5 0,3-1-2 16,1-1-6-16,7-3-3 0,4-4-2 0,7-9-2 15,8-9-2-15,6-8-1 0,6-9-3 16,5-8-5-16,5-9-10 0,6-9-17 0,-2-7-48 16,6-7-71-16,0-9-65 0,2-6-92 0,1-5-130 15,-3-8-159-15,0-2-139 0,-3-1-155 16,-4-2-211-16,-1-3-67 0,-3 4 197 0,-4 1 357 16</inkml:trace>
  <inkml:trace contextRef="#ctx0" brushRef="#br0" timeOffset="-46881.77">25574 10725 338 0,'12'-22'731'16,"-2"7"332"-16,-7 7 88 0,0 4-276 0,-3 6-232 15,0 6-99-15,-1 5-78 0,1 4-73 0,-2 4-57 16,2 6-54-16,0 3-54 0,2 2-76 16,-1 4-58-16,4-1-32 0,3 1-21 0,1 0-11 15,3-4-11-15,3-4-6 0,4-4-7 0,0-8 0 16,7-4-2-16,-1-11-2 0,2-7 0 0,-2-6 0 16,4-8 0-16,-2-6 1 0,-1-8-2 15,0-1-1-15,-3-7 1 0,-4 1-2 0,-1-3 2 16,-4 0 1-16,-5 3 1 0,-6-2-1 15,-3 2 0-15,-4 1 2 0,-7 2-3 0,-2 1-1 16,-4 6 5-16,-1 6 7 0,-4 2 2 0,-1 10 2 16,-3 4 0-16,1 7 0 0,-2 8-6 0,2 4-4 15,-2 7-4-15,3 2-2 0,3 6-1 16,2 1 0-16,1 2 0 0,5 2-1 0,3-2 0 16,3 1 0-16,4 0-5 0,3-2-15 0,4-1-53 15,5-2-75-15,4-2-102 0,3-8-188 16,3 0-301-16,5-7-341 0,1-4-294 0,3-6-149 15,6-4 278-15,-3-7 659 0</inkml:trace>
  <inkml:trace contextRef="#ctx0" brushRef="#br0" timeOffset="-46534.16">26412 10206 181 0,'3'-30'999'0,"-5"7"628"0,-5 2-69 15,-5 5-307-15,-5 1-462 0,-2 8-303 16,-5 5-199-16,-2 3-107 0,-4 5-50 0,1 7-34 15,1 1-20-15,4 7-19 0,0 1-18 16,4 6-11-16,7 0-10 0,5 2-6 0,3 2-4 16,10-1-4-16,4 0-2 0,7-2-2 0,5 0-1 15,6-2-1-15,3-4-1 0,1 1 1 16,4-4-3-16,0 0-2 0,0-3-5 0,0 2-3 16,-4-2-2-16,-1-1 0 0,-1 3 1 0,-6-2 5 15,-1 6 5-15,-4-3 5 0,-6 3 2 16,-2 1 2-16,-7 1 2 0,-4 3-1 0,-4 3 2 15,-6 0-1-15,-3 2 4 0,-2 2 0 0,-3 0 1 16,-2 3 0-16,0 2-1 0,-1-2-1 16,1 3-2-16,0-2-4 0,-1 1-3 0,1-3-3 15,4-1-14-15,1-4-24 0,5-4-78 0,0-2-91 16,5-4-186-16,1-4-289 0,3-3-343 16,2 1-400-16,0-2-197 0,2-2 193 15,-1 1 754-15</inkml:trace>
  <inkml:trace contextRef="#ctx0" brushRef="#br0" timeOffset="-44110.8">27541 10764 120 0,'-3'-5'312'15,"-1"1"154"-15,0-1 107 0,2 1-113 16,-1-2-79-16,0 1 1 0,-1 1 54 0,2-1 40 16,-3 3 0-16,2-2-32 0,-2 2-35 0,0 0-32 15,2 0-33-15,1 0-39 0,0 2-43 16,1 0-39-16,-1 0-39 0,2 0-49 0,3 2-56 15,1 0-40-15,1 2-22 0,3 1-8 0,4 1-4 16,2 3 0-16,5 0 2 0,2 1-1 16,4 0 3-16,4-1 1 0,2 0-1 0,3-2-2 15,0 0-5-15,6-4 1 0,-2-1-2 0,0-2-2 16,0-3 1-16,-2-1 0 0,-1-2-2 16,-4-3 1-16,-2 3-1 0,-7-1 2 0,-1 1-2 15,-5 2 4-15,-6-1-12 0,-2 0-55 16,-4 4-54-16,-4 0-79 0,-8-1-136 0,-2 4-206 15,-7-1-308-15,-4 4-237 0,-3 1-209 16,-4 0 26-16,-4 1 427 0</inkml:trace>
  <inkml:trace contextRef="#ctx0" brushRef="#br0" timeOffset="-43893.12">27522 10984 62 0,'16'5'428'0,"-2"0"265"0,-2 0 163 0,6-3 77 16,-2 4-334-16,6-4-204 0,0 1-60 0,2 1-38 15,1-2-25-15,0-2-62 0,0 1-65 16,2 0-31-16,-3 3-52 0,2-3-27 0,0 2-16 16,0 0-10-16,0 0-10 0,0 2-55 15,-2-1-109-15,-1 0-172 0,2 0-295 0,1 1-256 16,-1-2-222-16,-3 0-11 0,4 0 332 0</inkml:trace>
  <inkml:trace contextRef="#ctx0" brushRef="#br0" timeOffset="-43046.79">28932 10218 382 0,'6'-5'732'0,"-4"2"250"15,-1 0 31-15,1 0-315 0,0 2-269 0,-1 1-159 16,-1-2-104-16,2 4-21 0,-1-1 11 16,3 2 7-16,-1 3 2 0,0 3 7 0,0 3 4 15,3 5 7-15,-1 4 3 0,0 3-6 16,0 4-11-16,0 4-18 0,-1 4-22 0,1 3-39 15,-1 4-37-15,0 2-22 0,-3 2-11 16,3 0-7-16,-3 2-2 0,1-3 1 0,-2 1 1 16,1-2-2-16,-1-3-1 0,0-5-2 0,2-1-2 15,0-4-2-15,-1-5-3 0,1-5 0 0,4-4-3 16,-2-4-1-16,1-3 2 0,2-9 2 16,2-2 1-16,4-7-1 0,0-7 1 0,4-5 2 15,-1-2 1-15,3-6 6 0,3 0 18 16,-1 0 8-16,1-2 4 0,-1 1 2 0,0 2-1 15,1-1-8-15,0 3-14 0,-2 0-8 0,-2 3-3 16,0 2-3-16,-4 4-3 0,-3 0 0 16,0 3 10-16,-3 3 13 0,-3 2 18 0,-2 1 16 15,-1 2 5-15,-2 3 2 0,-3 1-11 0,-2 2-12 16,-5 5-19-16,-1 1-13 0,-2 2-7 16,1 5-2-16,-6 1-2 0,1 3 0 0,1 6 1 15,-1 0-1-15,3 3 0 0,-4 3 0 0,6 0-1 16,0 2-1-16,3-1 0 0,3-1-1 15,3-1-1-15,3-4-1 0,3-2-2 0,2-5-1 16,4-2-10-16,4-5-19 0,-1-4-52 0,4-6-70 16,2-4-76-16,-1-5-147 0,3-5-230 15,0-3-313-15,1-4-268 0,3-2-195 0,0-5 0 16,0 1 500-16</inkml:trace>
  <inkml:trace contextRef="#ctx0" brushRef="#br0" timeOffset="-42741.52">29651 10549 376 0,'0'0'868'0,"-3"0"291"0,-2 4-17 0,-1 5-270 16,0 5-340-16,0 4-198 0,-3 1-71 15,0 7-6-15,5 0-6 0,-3 3-23 0,1 2-27 16,2-1-35-16,1-1-52 0,3 1-45 16,2-7-34-16,3-2-13 0,3-4-9 0,1-7-7 15,7-4-2-15,0-6-4 0,4-7-2 0,4-7 0 16,1-7-3-16,1-6 4 0,2-4-1 15,1-4 5-15,-2 3 0 0,-4-4 3 0,-2 5 2 16,-4 5 30-16,-3 2 19 0,-4 5 10 16,-4 7 4-16,-2 2-4 0,-4 6-2 0,0 4-29 15,-5 6-18-15,0 5-9 0,0 6-6 0,-1 4 1 16,-3 3-1-16,2 4 0 0,1 4 0 16,-2 2 0-16,2 5-1 0,1-3-2 0,2 3-2 15,3-3 0-15,0 3-16 0,1-7-56 0,4-1-66 16,3-4-78-16,0-6-142 0,3-5-233 15,3-5-314-15,0-6-256 0,3-5-199 0,0-8 23 16,1-4 482-16</inkml:trace>
  <inkml:trace contextRef="#ctx0" brushRef="#br0" timeOffset="-42527">30206 10206 179 0,'-4'-12'521'0,"-2"5"264"0,-2 9 127 0,3 4-152 15,-3 6-244-15,3 6-124 0,2 6-69 0,-3 2-24 16,3 4-25-16,-1 2-25 0,3 6-19 0,1 3-10 16,-2 0 0-16,2 5-2 0,0 2 0 0,2 4-13 15,-2 1-28-15,0 0-42 0,1 5-43 0,1-4-36 16,1 0-28-16,2-5-68 0,2-4-66 0,2-6-69 16,-1-8-127-16,2-6-183 0,2-6-317 15,-3-5-247-15,4-7-213 0,-5-2-66 0,-4-8 364 16,1-5 507-16</inkml:trace>
  <inkml:trace contextRef="#ctx0" brushRef="#br0" timeOffset="-42309.78">29862 10557 176 0,'11'-8'449'0,"2"2"196"0,2 1 158 16,1 1-144-16,5 1-272 0,1 2-85 15,3-1-42-15,1 0-22 0,-1 1-53 0,3 0-28 16,1 1-12-16,-3-2-53 0,5 2-37 0,-3 0-19 16,0 0-14-16,1 2-18 0,-4-1-57 0,1 2-82 15,-3 0-110-15,3 0-202 0,-1 0-265 0,-2 2-179 16,0-3-13-16,0 3 190 0,-1-3 291 0</inkml:trace>
  <inkml:trace contextRef="#ctx0" brushRef="#br0" timeOffset="-42043.96">30603 10538 45 0,'3'4'508'0,"-1"-2"439"15,-5 3 240-15,-2 4-38 0,-3 1-383 0,0 1-226 16,0 3-119-16,0 0-59 0,1 3-46 0,-1 3-40 16,1-1-40-16,-1 2-47 0,1 1-63 0,0-2-54 15,3-2-31-15,0 0-18 0,4-4-11 16,4-3-6-16,0-1-3 0,3-6-1 0,3-2-1 16,2-5-1-16,2-4 1 0,2-3-1 0,-1-4-1 15,1 0 0-15,2-3 0 0,-2 1 1 0,1 0 1 16,-4-2 0-16,-1 5 1 0,-2 3 1 15,-4 2-1-15,-1 4 0 0,-2 4-2 0,-3 3 1 16,-1 4-1-16,-3 4 3 0,-1 2-1 0,1 6 1 16,-4 1 1-16,-1 4-3 0,2 2-1 0,1 1-1 15,-1 1-2-15,0 0-19 0,4 0-58 0,-1-3-58 16,3-3-82-16,2-3-160 0,3-3-278 16,5-4-306-16,-1-4-247 0,1-5-194 0,4-3 122 15,-1-6 573-15</inkml:trace>
  <inkml:trace contextRef="#ctx0" brushRef="#br0" timeOffset="-41802.34">30959 10432 27 0,'-3'-12'455'16,"0"6"371"-16,-4 4 215 0,4 2-12 16,-2 4-325-16,1 4-246 0,1 2-157 0,3 3-83 15,0 2-43-15,1 2-21 0,4 1-36 0,-1 1-33 16,1-1-23-16,3 4-4 0,0-2-5 0,2 1 1 15,-1 0 6-15,1 2 0 0,1-1-8 16,-3 2-8-16,0 1-5 0,-2 0-13 0,2 0-8 16,-5 0-5-16,-2-2-5 0,-1-1-19 0,-1 2-28 15,-2-4-16-15,-5 0-49 0,2-1-94 0,-6-1-147 16,2 0-224-16,-2-1-257 0,3-1-250 16,-4-1-125-16,4 0 196 0,-1-1 438 0</inkml:trace>
  <inkml:trace contextRef="#ctx0" brushRef="#br0" timeOffset="-41525.71">31310 10074 23 0,'10'-12'508'0,"-2"6"473"0,-4 6 243 16,-4 4-56-16,0 7-334 0,-1 5-280 0,-4 4-115 15,2 5-72-15,-2 5-53 0,-2 3-38 0,3 3-41 16,-4 3-51-16,2 4-59 0,-1 3-42 0,1 2-24 16,0 2-15-16,3 2-9 0,0 1-10 0,1 2-6 15,4-1-8-15,1 1-3 0,3-3-5 16,2-2-3-16,3-2-9 0,3-6-27 0,-3-3-69 16,0-4-67-16,2-8-113 0,-5-5-173 0,0-4-288 15,-5-4-316-15,1-5-231 0,-2-4-152 0,-2-5 271 16,-4-5 563-16</inkml:trace>
  <inkml:trace contextRef="#ctx0" brushRef="#br0" timeOffset="-41294.64">31179 10558 196 0,'6'-16'820'0,"-1"5"411"0,-4 1 32 0,4 1-175 15,0 1-435-15,1 3-285 0,4-3-135 0,1 4-39 16,-1-1-25-16,3-1-18 0,0 4-21 0,3-3-32 15,-3 3-23-15,2-3-35 0,0 0-17 16,0 1-10-16,0 0-10 0,0-2-36 0,-3 1-50 16,-1 1-49-16,0-1-97 0,-7 2-151 0,3 1-245 15,-6 2-264-15,1 0-228 0,-2 2-174 0,0 4 161 16,-2 3 481-16</inkml:trace>
  <inkml:trace contextRef="#ctx0" brushRef="#br0" timeOffset="-40962.14">31483 10693 117 0,'10'14'416'0,"0"-1"225"16,0 1 181-16,-1-2-82 0,0-1-207 0,-2 1-144 16,1 1-92-16,-1-2-50 0,-2-1-58 0,0-3-51 15,0 2-47-15,0-3-26 0,-4 0-14 0,2-1 2 16,-1-1 7-16,0-2-2 0,-2-2 1 16,1 0-4-16,2-5-12 0,0-1-21 0,0 0-13 15,1-3-11-15,0-1-5 0,1-3-20 16,-2-2-39-16,2 1-53 0,3-4-60 0,-3-2-67 15,1 0-75-15,1-4-52 0,0 1-22 0,1-2 27 16,0 2 57-16,2-1 83 0,-1 3 100 0,-1 4 91 16,0-1 84-16,-2 6 63 0,2 2 38 0,-3 4 6 15,0 3-16-15,-1 3-22 0,0 3-25 0,-1 1-31 16,-2 4-7-16,3-1 4 0,-2 2 10 0,-2 2 8 16,3-2 2-16,-3 2 3 0,2-1-15 15,0-1-13-15,-1 1-15 0,3-1-12 0,-3 0-4 16,1-1-13-16,-1 1-30 0,1-1-56 0,0 3-49 15,1 0-65-15,-2-1-84 0,3 5-134 0,-2 0-191 16,3 1-61-16,-2 3 50 0,4 0 148 0,2 2 179 16</inkml:trace>
  <inkml:trace contextRef="#ctx0" brushRef="#br0" timeOffset="-40743.92">31961 10914 284 0,'20'-7'646'0,"-5"-1"342"0,-3-2 168 0,0-4-266 15,-7 1-205-15,-1 0-117 0,-4-5-75 16,0 3-90-16,-4-1-86 0,-3-2-61 0,0-2-53 0,-3-1-60 15,0 2-51-15,1-2-25 0,0 2-5 16,1 3-2-16,0 3-3 0,-2 3-9 0,2 1-7 16,0 3-10-16,2 4-13 0,-2 2-9 0,0 2-4 15,4 4-3-15,-1 3-1 0,0 1 0 0,2 2-1 16,-2 1-1-16,5 1-6 0,0 1-10 16,5 0-32-16,-2 0-63 0,0 1-62 0,2-1-91 15,0-1-164-15,1 1-279 0,2-2-295 0,0 2-233 16,1-1-185-16,1-2 163 0,2 1 571 0</inkml:trace>
  <inkml:trace contextRef="#ctx0" brushRef="#br0" timeOffset="-40318.87">32311 10830 24 0,'10'-5'363'0,"-4"4"292"16,-2 2 217-16,-2 2 8 0,0 0-296 0,-2 0-209 15,1 2-151-15,1-1-99 0,-2-1-55 0,1 0-28 16,3-3 26-16,-1 0 21 0,0 0 17 0,3-7 8 15,-1-1 3-15,3-2-4 0,0-4-38 16,3-3-32-16,1-2-19 0,1-6-9 0,3 0-4 16,-2-6 0-16,4-2-2 0,-1-3 3 0,-1-4-1 15,1-4-4-15,1-2 2 0,-1-4-3 0,0-4-2 16,1-3 2-16,-1-1-5 0,0-2 2 0,-4 0-3 16,3 1 0-16,-6 6 6 0,-1 6 37 0,-5 5 27 15,0 7 26-15,-6 10 8 0,-1 5 10 0,-5 8 7 16,-1 6-14-16,-1 7 10 0,-2 9 33 0,-1 2 40 15,-3 6 29-15,3 6 8 0,-4 6-11 0,1 6-25 16,-3 3-44-16,3 7-40 0,-1 2-30 16,1 6-22-16,1-2-9 0,2 4-3 0,0 1 0 15,4 0 0-15,2 0-6 0,2-1-2 0,4-3-10 16,1 2-13-16,1-1-9 0,4-1-3 0,2-1-3 16,1-2-4-16,1 2 7 0,1-4 5 15,1 0 2-15,3-2-1 0,-3-2 1 0,3-2 0 16,-3-2-6-16,0-4-2 0,3-1-5 0,-4-7-11 15,-2-2-21-15,0-5-45 0,-4-5-67 0,-2-4-72 16,-4-3-125-16,1-3-182 0,-2-4-305 0,-5-4-271 16,2-2-224-16,-6-7-100 0,-2-1 349 15,-2-3 570-15</inkml:trace>
  <inkml:trace contextRef="#ctx0" brushRef="#br0" timeOffset="-40128.06">32178 10907 28 0,'10'-2'567'16,"2"0"495"-16,-1-1 192 0,1-1-106 0,1-1-331 16,4-1-366-16,0 0-191 0,2 1-103 0,1-1-48 15,4 0-30-15,1 0-21 0,-1-1-22 16,3 0-17-16,-2-1-8 0,4 4-11 0,-6-2 2 16,2 1-4-16,0 1 2 0,-3-1-3 0,0 4 1 15,-2-2-9-15,-1 3-20 0,-2-2-36 0,-2 2-80 16,-1-1-121-16,-4 1-162 0,-2 0-287 0,1 1-265 15,-3 2-188-15,1 0 58 0,-1-1 356 0</inkml:trace>
  <inkml:trace contextRef="#ctx0" brushRef="#br0" timeOffset="-39724.99">32850 10799 329 0,'6'-6'638'0,"1"0"236"15,-1 1 122-15,2-1-261 0,-4 1-197 0,0-1-136 16,-1 0-79-16,0-2-44 0,-1 1-56 0,-1 1-37 0,-1-1-12 15,2 2 23-15,0-1 29 0,-2 2 24 16,-4 0-2-16,3 0-20 0,-1 2-33 0,-3 2-49 16,0 0-44-16,-2 2-36 0,-1 4-20 0,-2 4-11 15,-4 1-5-15,1 4-4 0,-4 3-2 0,3 3-3 16,-3 2-3-16,1 1-5 0,0-1-3 0,5 2-2 16,0-4-2-16,5 0-2 0,2-4-8 0,4-3-4 15,4-2-1-15,5-5-3 0,0-2 0 16,3-4 1-16,5-2 6 0,3-5 2 0,0-3 2 0,3-3 1 15,1-1 1-15,1-2-2 0,-3 0 1 16,2 0 0-16,-4 1 0 0,0 2-1 0,-3 1 0 16,-3 3 1-16,-1 0 0 0,-4 2 1 0,-1 3 0 0,0 1 1 15,-3 2 0-15,0 4 0 0,-4 0-1 0,1 5 1 16,-2-2 0-16,0 3-1 0,0 0-1 0,-2 3 0 16,1-1 0-16,-1 4 1 0,0-1-2 15,1 0 0-15,1 2 0 0,0-1 1 0,-2 0-1 16,2 0 0-16,0 0-2 0,2 0 0 0,-2-1-8 15,0-1-23-15,0-3-51 0,0 0-65 0,-4 0-101 16,0-3-168-16,-1-1-260 0,1-2-313 0,-1 1-277 16,0-1-195-16,-2-3 183 0,3-1 576 0</inkml:trace>
  <inkml:trace contextRef="#ctx0" brushRef="#br0" timeOffset="-34043.56">6346 11580 274 0,'-3'0'537'0,"3"0"247"0,-2 0 140 0,2 0-241 16,0 1-152-16,0-1-82 0,0 0-63 16,0 0-65-16,0 0-56 0,0 0-60 0,0 0-61 15,2 0-51-15,-2 0-35 0,1 0-24 0,3 2-10 16,-1-1-4-16,0 1-2 0,2 1 3 16,1-2-3-16,0 1-2 0,2-1 4 0,0-1 10 15,3 2 9-15,0-2-3 0,2-2 6 0,0 1-2 16,-1-1-5-16,4-1-16 0,-2 0-7 15,5-1-2-15,-3 0-3 0,3-1 0 16,0 0-5-16,0-1-2 0,2 0 3 0,-1 0-2 16,-1 1-4-16,0-1-4 0,-3 1-18 0,1-1-18 15,-4 4-53-15,-4-1-94 0,-1 0-125 0,-3 2-174 16,-2 1-282-16,-1 1-253 0,-2 2-148 16,-2 0 133-16,-1 1 376 0</inkml:trace>
  <inkml:trace contextRef="#ctx0" brushRef="#br0" timeOffset="-33740.87">6409 11704 99 0,'2'5'442'0,"-2"-2"250"15,2-1 142-15,-1 0-72 0,1 1-295 0,5 1-140 16,-2-1-58-16,3 1-1 0,0 0 18 0,3-1 3 16,0 0-26-16,0 0-52 0,5-1-49 0,-3-2-44 15,4-2-41-15,-1 1-24 0,1-2-11 16,-1-3-13-16,3 1-8 0,-2-2-11 16,1 0-2-16,-1-1-3 0,-4 0-2 0,3-1-4 0,-5 3-11 15,-2-1-32-15,-1 3-75 0,-5 2-119 16,0-1-154-16,-3 3-278 0,-3 3-262 0,-4 1-187 15,0 4 41-15,-4 1 328 0,0 1 381 16</inkml:trace>
  <inkml:trace contextRef="#ctx0" brushRef="#br0" timeOffset="-33522.39">6359 11976 121 0,'6'0'628'0,"0"2"382"16,-1-2 120-16,0 0-86 0,1 0-401 0,2 3-258 16,-2-3-147-16,2 1-66 0,2-1-32 0,1 1-27 15,0-1-34-15,3-1-23 0,2 0-18 16,1-4-14-16,1 1-6 0,2-2-5 0,1-1-10 16,-2-1-32-16,1 0-101 0,-2-1-163 15,1 1-295-15,0 1-271 0,-2 4-268 0,0 1-144 16,-2 4 266-16,2 1 504 0</inkml:trace>
  <inkml:trace contextRef="#ctx0" brushRef="#br0" timeOffset="-31005.55">19416 11703 13 0,'17'12'360'0,"2"1"256"0,-3 1 185 16,2 0 46-16,3-1-327 0,3 2-256 0,4-3-131 16,6-2-68-16,4-1-41 0,6-2-23 15,0-3-7-15,7-4 1 0,1-2 5 0,3-4 5 16,10-1 6-16,1-3 6 0,7 0-2 0,0 0-28 16,3-4-88-16,-3 0-181 0,1 0-262 15,-3-2-165-15,-3 1-75 0,-6-2 99 0,-6 0 242 16</inkml:trace>
  <inkml:trace contextRef="#ctx0" brushRef="#br0" timeOffset="-29892.37">24048 11845 84 0,'40'9'482'0,"-2"1"296"0,1-3 155 16,1-3-12-16,2 1-413 0,7-5-248 0,2-4-121 15,3 0-65-15,4-4-39 0,2-5-32 16,2-1-39-16,0-1-35 0,3-2-40 0,-4-1-43 16,4-2-47-16,-2 0-57 0,-1 1-76 0,-2 1-211 15,-1-1-135-15,-6-1-9 0,-4 0 105 16,-9 3 184-16</inkml:trace>
  <inkml:trace contextRef="#ctx0" brushRef="#br0" timeOffset="-8507.45">19060 11781 257 0,'-2'3'446'0,"-1"0"159"0,0 0 69 0,-2 0-232 16,2 0-136-16,-2-1-35 0,4 1 22 0,-4 1 37 15,2-3 24-15,-2 2 3 0,2-1-17 16,-1-1-41-16,-2 1-52 0,3-1-56 0,0 0-38 16,1 1-17-16,-1-2-11 0,3 2-8 15,-1-2-8-15,1 0-7 0,0 0-16 0,0 0-23 16,0 0-15-16,0 0-18 0,0 0-10 0,0 0 8 16,0 0 12-16,0 1 7 0,0-1-1 15,0 0 2-15,0 0 2 0,0 0-17 0,1 0-13 16,-1 0-6-16,0 0-8 0,0 0-1 15,0 0-8-15,0-1 4 0,2 1-4 0,-2 0 2 16,1 0-1-16,3-2 2 0,-1-1 0 0,4 0-5 16,3-1 5-16,1-3 2 0,3 0-1 0,2-3 4 15,3-4 0-15,0 1 4 0,5-5-3 16,1-2 31-16,4-1 21 0,2-3 7 16,2-3 4-16,4-2 1 0,4-3 2 0,2-3-31 15,-1-1-17-15,6-3-9 0,-1 0-4 0,4-1-6 16,-1-1-3-16,1-1-1 0,1 0 1 0,0 1-1 15,1-5 3-15,0 1 9 0,3-1 8 16,2-4 1-16,2-2 0 0,0-3 1 0,2 2 0 16,1-6-8-16,-1 2-5 0,-1-2-4 0,3 1-1 15,-4 0-2-15,-2 2-1 0,1 1 0 0,-7-1 0 16,3 4 0-16,-3 2 1 0,-1 1 0 16,-2 0-2-16,1 5-1 0,-2 0-2 0,-2 2 2 15,-2 3 0-15,-4 3 1 0,1 2-2 0,-5 1 3 16,-3 3 0-16,-1 1-1 0,-3 5-1 15,-3 2 1-15,-2 1 0 0,-5 3-2 0,-2 4 3 16,-4 2-1-16,0 2 1 0,-5 1 0 0,0 2 11 16,-3 2 8-16,-2 2 4 0,1-2 5 15,-1 4 5-15,-1-2 5 0,-2 1-6 16,0 0-6-16,0 0-4 0,-2 0-5 0,1 1-6 16,1-2-5-16,-2 0-5 0,-1 1-1 0,3-1-2 15,-1-1-2-15,1 0 2 0,1 0-2 0,-1 1 0 16,3-2 0-16,-1 1 1 0,1 1 0 15,0-1 0-15,0-1 1 0,2 1-1 0,-2-1 1 16,2-1-1-16,3 2 1 0,-5 0-1 16,2 0 0-16,-4 1-1 0,2-1 2 0,-1 4 0 15,-2-2 0-15,0 2 0 0,0 0 0 0,-3 2-2 16,0 1-2-16,-5 1-10 0,-1 4-16 16,-3 0-34-16,1 0-73 0,-3 1-77 0,0 1-139 15,-4 2-230-15,0-1-311 0,0 0-324 16,-2-1-206-16,-1-2-28 0,-1 1 505 0</inkml:trace>
  <inkml:trace contextRef="#ctx0" brushRef="#br0" timeOffset="-7524.46">18905 9501 23 0,'0'0'298'0,"0"-2"185"15,0 2 154-15,0 0 11 0,-2-3-257 0,2 3-148 16,-2 3-60-16,2-3-15 0,-3 0 15 16,2 2 41-16,1-2 50 0,-5 4 38 0,4-1 15 15,-1 1-9-15,1-2-29 0,-1 2-47 0,2-2-52 16,-2 2-51-16,2 0-39 0,2 0-26 15,0 2-17-15,-1 0-11 0,5 1 24 0,-1 1 5 16,1 0 0-16,1 1-3 0,-1 2-4 16,5 1-5-16,-1-3 12 0,-1 5 6 0,3-2 3 15,1 3-2-15,3-2-2 0,0 1 3 16,1 3-12-16,4 1 1 0,1 1 1 0,5 2-2 16,1 3-2-16,4 2-4 0,3 4-20 0,4 2-16 15,4 5-7-15,3 1 5 0,3 5 3 0,0 0-1 16,3 4 0-16,0 2-3 0,3 2-5 15,-1 2-9-15,2 2 3 0,1-1 5 0,-2 1 2 16,2 1 8-16,0 0 6 0,1-3 6 16,3 1-8-16,-1-1-2 0,1-1 1 0,2 3-4 15,2-3-4-15,-1-1-3 0,2 3-2 0,-2-7-5 16,0 1-2-16,1-2-1 0,-2-1-1 16,0-2 2-16,0 0 0 0,-1-5 1 0,0 0-1 15,-4-2-1-15,1-1-1 0,-6-4-3 16,-2-1-2-16,1 0-1 0,-6-2 0 0,-2 1-1 15,-2-2 0-15,-4 0-1 0,-2-1 1 0,-5-1 1 16,-2 2-1-16,-4-2 1 0,-3 1 1 0,-3 1 1 16,-3-3 1-16,-2 0 1 0,-1 0 2 0,-5-1 1 15,3-3 0-15,-5-2 2 0,-1 1 0 16,-2-4-1-16,2-2-2 0,-3-1 0 0,-1-2-3 16,2-1 0-16,-1-1-3 0,-2-2 0 0,0-1-1 15,0-2-1-15,0 0-1 0,0-1 1 16,0 0-1-16,0 0 0 0,0-2 1 0,0 1 0 15,0-2 0-15,-2-1-1 0,-1 1 0 16,2-2-1-16,-1 0 0 0,-1 0-1 0,0-2 0 16,-1 2-3-16,-2-1-5 0,0-1-10 0,-4 0-14 15,2 3-24-15,-3-2-54 0,-1 0-84 16,-3 1-166-16,0 0-270 0,0 1-329 0,-2 1-407 16,1 2-339-16,-3 1 53 0,3 4 782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1-08T07:31:57.012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2526 1431 21 0,'3'-11'503'0,"-4"5"477"0,-4 0 291 0,-3 1 45 16,-1 1-315-16,-4 0-317 0,0 1-195 0,-4-1-120 15,-5 0-81-15,-2 3-85 0,-3 1-60 0,-2 1-32 16,-2 4-26-16,-4 1-14 0,-1 2-13 0,-2 3-11 16,2 6-9-16,-1 1-7 0,-2 3-6 0,3 5-5 15,-1 6-2-15,1 4-1 0,2 5 1 0,1 4 2 16,5 6 1-16,1 3 0 0,5 3 0 0,4 2-2 16,4 5-2-16,5 2-5 0,4-2-1 0,5-1-3 0,3-2-1 15,3 0-3-15,6-6-1 0,2-3 0 0,2-3-1 16,4-7-1-16,4-5 0 0,1-3-1 0,3-5-1 15,2-3 4-15,0-6-2 0,4-4 0 0,2-6-2 16,-1-3 0-16,3-5 0 0,4-5-7 0,0-3-3 16,1-6-5-16,2-2-7 0,-2-3-9 0,1-4-14 15,-1-2-17-15,-2-3-24 0,-2 0-61 0,-2-3-63 16,-4 1-67-16,-1-4-92 0,-4 1-124 0,-3-3-129 16,-2 1-38-16,-1-1-18 0,0 1 2 15,-6 0 90-15,1-1 173 0,-4 2 157 0,1-1 134 16,-1 3 103-16,-4 3 73 0,2 3 60 0,-3 5 68 15,0 4 130-15,0 6 154 0,-2 2 71 0,2 9 24 16,0 6 56-16,3 6-16 0,0 5-103 0,-1 6-119 16,4 8-81-16,-1 3-59 0,2 7-78 0,-2 0-56 15,4 3-38-15,-1-1-24 0,3 2-16 0,-1-5-11 16,5-3-11-16,1-7-8 0,3-6 2 0,1-7 1 16,2-6 1-16,3-7 0 0,2-8 0 0,-3-7 0 15,0-7 1-15,-2-5 5 0,-2-8-2 0,-3-4-1 16,-1-2 0-16,-5-6 1 0,-6-1 2 0,-2 0-5 15,-6-1 12-15,-7 3 11 0,-3-1 12 0,-9 4 5 16,-5-2 3-16,-10 2 1 0,-4-1-5 0,-9 2-9 16,-1 0-6-16,-3 4-3 0,-1 4 2 0,-2 7-3 15,1 3-5-15,3 8-2 0,2 5-5 0,3 7-3 16,4 3-9-16,3 8 0 0,6 3-2 0,6 5-3 16,4 3-10-16,7 3-22 0,4 1-48 15,4 6-78-15,5 0-144 0,4 1-271 0,7 1-311 16,7 0-371-16,2-2-338 0,7-1-31 0,2-1 660 15</inkml:trace>
  <inkml:trace contextRef="#ctx0" brushRef="#br0" timeOffset="399">3796 1528 304 0,'1'8'751'16,"3"1"320"-16,0 4 99 0,1 2-225 0,1 6-283 15,6 2-120-15,0 5-95 0,2 5-69 16,0 6-70-16,1 3-47 0,0 5-60 0,0 2-79 16,0 3-45-16,-2-2-20 0,0 1-14 0,3-2-16 15,-5-2-5-15,3-2-4 0,-3-3-7 0,0-3-5 16,0-5-4-16,-3-2 0 0,-3-3-14 0,-2-8-29 15,-1-2-61-15,-4-2-64 0,-3-7-94 16,-3-1-140-16,-3-4-194 0,-5-5-289 0,2-5-221 16,-3-4-200-16,0-3 36 0,-1-7 403 0,1-4 459 15</inkml:trace>
  <inkml:trace contextRef="#ctx0" brushRef="#br0" timeOffset="699.23">3856 1533 37 0,'20'-20'293'0,"4"3"238"0,0 7 281 15,3 2 80-15,3 6-109 0,2 3-84 0,2 4-66 16,4 2-68-16,3 5-82 0,-1 3-88 0,4 5-77 16,-3 2-54-16,0 3-53 0,0 6-54 15,-1 1-38-15,-4 6-26 0,-1 1-21 0,-5 3-14 16,-3 1-2-16,-2 4-2 0,-3 1-6 0,-6 1-3 16,-2 2-3-16,-6-1-3 0,-3-1-5 0,-3 1-4 15,-6 0-1-15,-2-1 0 0,-6 1-4 16,-4-1-3-16,-5 1-6 0,-2-1-2 0,-3 1-6 15,-4-4-3-15,0-2 0 0,1-6-2 0,1-2-1 16,1-7-1-16,2-7-2 0,0-2-2 0,4-9-5 16,2-5-7-16,2-6-11 0,4-7-15 15,3-8-20-15,4-4-40 0,3-8-70 0,3-3-72 16,6-6-131-16,2-4-168 0,2-4-306 0,7-2-296 16,2-2-202-16,3 0-80 0,5-4 405 0,2 2 521 15</inkml:trace>
  <inkml:trace contextRef="#ctx0" brushRef="#br0" timeOffset="965.04">4865 1561 182 0,'11'-16'887'0,"-1"4"651"0,-5 3 49 15,-1 4-282-15,-4 2-468 0,-2 1-317 0,-3 7-174 16,0 0-126-16,-4 5-70 0,1 5-37 0,0 3-22 16,-4 4-14-16,2 6-12 0,-1 5-5 15,0 5-8-15,0 3-7 0,3 7-6 0,-3 7-7 16,3 1-7-16,3 4-6 0,0 3-18 0,4 0-1 15,1 2 0-15,3-5 0 0,5-2 0 0,3-4 0 16,3-4 0-16,4-5 0 0,4-7 0 16,5-6 0-16,1-5 0 0,4-6 0 0,3-3-5 15,1-8-19-15,-1-2-13 0,4-5-20 0,-4-4-25 16,0-4-54-16,0-2-70 0,-4-4-87 0,-1-4-138 16,-1 0-211-16,-4 0-308 0,-1-4-264 15,-5 1-196-15,-2-3 14 0,-2-1 479 0,-5 0 531 16</inkml:trace>
  <inkml:trace contextRef="#ctx0" brushRef="#br0" timeOffset="1236.21">4823 1560 211 0,'-6'4'972'0,"2"2"590"15,0-1-43-15,1-3-302 0,0 2-453 16,1-2-329-16,2 1-172 0,2-1-111 0,1-1-49 16,2-1-20-16,3 2-18 0,6-2-12 0,5 0-5 15,3-2-8-15,5 2-11 0,3-2-10 0,3 1-5 16,2-3-5-16,3-1 3 0,-2 3-1 0,2-3-1 16,0 1-3-16,0-1 0 0,0 1-8 15,-5-1-26-15,0 2-79 0,-6 0-82 0,-3 2-160 16,-5 1-286-16,-2 3-328 0,-6 1-388 0,-4 4-211 15,-2-1 89-15,-5 3 688 0</inkml:trace>
  <inkml:trace contextRef="#ctx0" brushRef="#br0" timeOffset="1433.13">4896 2017 377 0,'-8'32'1208'0,"3"-5"366"0,4-3-189 16,1-3-293-16,4-2-490 0,5-4-262 0,2-3-153 15,4-3-70-15,3-3-30 0,6-5-15 16,1-3-10-16,5-4-20 0,3-3-13 0,2-4-11 16,5-1-9-16,2-1-8 0,1-3-28 0,4 3-74 15,-2-2-87-15,2 2-181 0,-3 0-286 0,2 0-325 16,0 2-341-16,0-1-179 0,-2 1 183 0,2 2 681 16</inkml:trace>
  <inkml:trace contextRef="#ctx0" brushRef="#br0" timeOffset="2282.1">6555 1369 279 0,'-8'-3'842'0,"-3"0"356"15,1 2 15-15,1-3-202 0,-2 2-404 0,4-2-193 16,3 3-61-16,0 0-49 0,1 1-36 0,0-2-34 16,0 0-39-16,3 1-60 0,-1-2-64 0,1 0-33 15,1 0-17-15,-1-1-10 0,3 0-7 0,-1 0-1 16,-1 0 4-16,2-1 5 0,-3 3 1 0,2-2 11 16,0 2 9-16,-2-2 9 0,0 3 6 0,0-1 4 15,0 1 5-15,0 1-1 0,-2 0-1 0,2 0-2 16,0 0-3-16,0 1-1 0,0-1-3 0,0 2-4 15,0-1-5-15,0 1-5 0,0 0-4 0,0-1-2 16,2 4-2-16,-2 1 1 0,1 2 1 0,1 3 2 16,1 5 5-16,0 4 1 0,1 7-2 0,0 4-6 15,1 7-26-15,-1 6 0 0,-2 11 0 0,1 8 0 16,-1 8 0-16,-2 9 0 0,-2 7 0 0,1 5 0 16,-1-1 0-16,0-2 0 0,1-7 0 15,2-7 0-15,3-11 0 0,2-13 0 0,4-8 0 16,2-12 0-16,3-10 0 0,3-11 0 0,4-14 0 15,1-9 0-15,5-13 0 0,2-10 0 0,4-8 0 16,0-3 0-16,4-4 0 0,0-1 0 16,-2 2 0-16,1 0 0 0,-1 6 0 0,-1 3 0 15,-4 5 0-15,-1 6 0 0,-4 6 0 0,-1 5 0 16,-1 8 0-16,-2 6 0 0,-3 7 0 0,0 8 0 16,-3 6 0-16,0 8 0 0,-4 4 0 0,2 5 0 15,-1 1 0-15,-2 2 0 0,0-2 0 16,1 1 0-16,-2-3 0 0,0-6 0 0,1-3 0 15,-2-6 0-15,-1-5 0 0,2-6 0 0,-4-6 0 16,2-5 0-16,-3-8 0 0,-2-7 0 0,0-4 0 16,-1-5 0-16,-2-7 0 0,-2-2 0 0,-3-5 0 15,0-1 0-15,-2-5 0 0,-1-3 0 16,-2 0 0-16,-1-5 0 0,0 0 0 0,0-1 0 16,0 2 0-16,0 2 0 0,1 4 0 0,0 4 0 15,2 7 0-15,0 3 0 0,1 4 0 0,2 7 0 16,1 5 0-16,4 2 0 0,0 6 0 0,4 5 0 15,3 2 0-15,1 6 0 0,0 3 0 0,4 3-102 16,1 4-86-16,-2 2-122 0,3 2-242 0,-1 3-307 16,1 0-374-16,1 1-403 0,2 1-96 0,0-2 552 15,2-3 789-15</inkml:trace>
  <inkml:trace contextRef="#ctx0" brushRef="#br0" timeOffset="2565.37">7666 1596 638 0,'3'31'1609'0,"-3"2"143"0,-1 9-334 15,-1 5-344-15,-3 8-453 0,2 5-279 0,2 4-121 16,-1 3-60-16,2 2-39 0,3-3-32 0,4-5-31 16,4-4-23-16,4-6-17 0,5-11-10 15,3-5-7-15,6-13-2 0,2-8-4 0,1-12-1 16,3-12 0-16,0-9 0 0,2-11 1 0,-2-9 1 16,0-9 2-16,-2-7 1 0,-4-7 3 0,-3-1-1 15,-5-3-1-15,-5 2 0 0,-10 2 0 0,-4 0-1 16,-7 4-1-16,-8 4 2 0,-7 3 1 15,-7 6 1-15,-6 4 0 0,-4 9 1 0,-7 6-1 0,-2 8-2 16,-4 9-1-16,1 11-4 0,0 9 0 16,4 6-1-16,1 8-11 0,9 8-22 0,4 4-42 15,4 3-81-15,9 2-170 0,6 3-275 0,7 1-336 16,8 0-420-16,5-3-403 0,8-2 21 0,6-4 851 16</inkml:trace>
  <inkml:trace contextRef="#ctx0" brushRef="#br0" timeOffset="3282.42">8343 1620 18 0,'2'-7'528'16,"-1"1"505"-16,1 1 281 0,-4-1 44 15,2 6-313-15,0-2-325 0,-3 2-216 0,3 0-132 16,-2 2-92-16,-1 1-106 0,0 3-72 0,1 4-44 15,1 5-25-15,-2 5-9 0,3 5-6 0,3 7 7 16,-2 7 4-16,2 4 0 0,2 8 1 16,0 3-1-16,2-2-2 0,2 4-6 0,0-3-5 15,1-4-3-15,2-2-2 0,0-7-8 0,-1-3-1 16,4-5-2-16,-3-6 0 0,0-5-1 0,-1-3-1 16,-3-5 2-16,0-5 0 0,0-2 2 15,-3-5 0-15,-2-4 1 0,0-6-1 0,-3-3 1 16,0-6 0-16,-1-1 0 0,-3-4 2 0,-2-4-6 15,-2-2-2-15,-3-3-2 0,1-3-3 0,-2-1-1 16,-1-3-1-16,2-3 3 0,0-1 2 0,3-1 2 16,3 1 0-16,2 1-2 0,3-1 1 0,3 6 5 15,2-1 3-15,5 2 1 0,5 4 1 16,0 2 1-16,5 0-5 0,2 5-7 0,1 0-3 16,2 3-3-16,3 4 5 0,1 3 2 0,1 1 7 15,0 4 2-15,0 2 2 0,0 1 0 0,-2 3-5 16,-1 2-2-16,0 2-2 0,-6 3 1 0,-1 3 2 15,-4 2 1-15,-2 3 2 0,-4 4 3 0,-5 2 4 16,-4 6 4-16,-4 2 6 0,-3 5 5 0,-6 1 1 16,-5 5-4-16,-2 5-6 0,-5 1-4 0,-4 4-2 15,0 4 4-15,-2 1 3 0,1-1 7 0,1 2 1 16,1-1 1-16,6-4-5 0,2-1-6 16,6-5-7-16,3-3-4 0,3-2-1 0,7-4-1 15,3-5-3-15,4-4 0 0,7-5-3 0,3-4-1 16,7-6-2-16,6-7-1 0,3-5-4 0,4-8-10 15,4-6-13-15,0-3-24 0,2-6-67 0,-1-2-89 16,-1-5-178-16,3-1-275 0,-2 1-345 0,-3 0-410 16,1-3-253-16,-4 3 122 0,-1 0 787 15</inkml:trace>
  <inkml:trace contextRef="#ctx0" brushRef="#br0" timeOffset="3481.68">9371 1392 163 0,'-5'-3'942'0,"3"6"659"16,-2 3-22-16,0 6-305 0,1 3-450 0,0 6-323 16,1 2-193-16,-2 4-115 0,2 5-57 0,2 4-39 15,0 3-26-15,2 4-18 0,2 5-18 0,0 2-8 16,0 2-9-16,3 3-3 0,1-1-6 0,1 1-4 16,2-4-10-16,-1-1-28 0,2-4-62 15,-1-5-79-15,-2-7-148 0,0-5-248 0,-3-5-321 16,0-7-383-16,-1-5-293 0,-5-5-38 0,-1-7 621 15</inkml:trace>
  <inkml:trace contextRef="#ctx0" brushRef="#br0" timeOffset="3798.12">9306 1557 139 0,'3'-23'737'0,"-3"8"442"0,2 2 74 15,1 3-145-15,1 6-358 0,4 1-253 0,2 5-120 16,2 1-63-16,3 1-46 0,-1 4-36 0,5 0-58 15,1 3-65-15,1 3-46 0,5 0-27 16,-1 4-14-16,0 5-8 0,3 2-5 0,-1 2-5 16,0 7-2-16,-3 0-1 0,-2 2-1 0,0 3 0 15,-3 0 1-15,-1 2 2 0,-4-3 0 0,-2 1 11 16,-4 1 15-16,-6-1 16 0,0 1 17 0,-4-1 11 16,-4 1 15-16,-3-1-1 0,-3 1-4 0,-2-3-8 15,-5 2-10-15,-3-3-11 0,1 0-13 16,-3-1-10-16,-2-2-9 0,0-5-8 0,2-1-7 15,1-4-3-15,1-5-4 0,3-5-7 0,3-3-13 16,0-4-23-16,5-1-36 0,1-8-82 0,1-3-111 16,6-4-213-16,3-2-299 0,2-3-355 15,4-1-384-15,0-2-141 0,4-1 356 0,-1-2 770 16</inkml:trace>
  <inkml:trace contextRef="#ctx0" brushRef="#br0" timeOffset="4267.41">10468 1431 203 0,'-2'-24'955'0,"-3"1"626"15,-2 5-3-15,-3 2-293 0,-1 2-465 0,-1 2-303 0,-3 2-180 16,-5 3-122-16,-1 3-66 0,-4 4-42 0,-4 5-29 16,-4 2-18-16,-2 4-15 0,-4 4-9 0,-1 5-7 15,2 1-3-15,0 2-3 0,2 4-3 16,6 2-3-16,3-1-2 0,3 4-2 0,6-1-4 16,5 3-2-16,6-1-4 0,3-1-1 15,10 1-1-15,4-1-1 0,7-4-2 0,7-1 0 0,4-2 0 16,7-2 0-16,7-4 0 0,3-4-1 0,2-1 0 15,1-2-3-15,2-2-6 0,-2 0-9 16,-1 0-7-16,-4 1-9 0,-4 1-5 0,-4 1-1 16,-2 2 5-16,-6 3 9 0,-6 2 9 0,-1 1 8 15,-5 4 5-15,-4-2 3 0,-5 5 2 0,-3 2 2 16,-6 2 1-16,-3-1 3 0,-5 4 4 0,-4-1 7 16,-3 3 4-16,-5 0 2 0,-7 1 0 15,-3 1-2-15,-5 2-4 0,0-2-7 0,-3 2-5 16,1-6-6-16,0 0-17 0,2-5-49 0,1-6-89 15,4-4-218-15,3-5-273 0,5-2-356 0,6-4-454 16,4-3-384-16,6-1 203 0,1 0 1016 0</inkml:trace>
  <inkml:trace contextRef="#ctx0" brushRef="#br0" timeOffset="7980.6">12863 4722 54 0,'5'-5'610'16,"-2"1"498"-16,0-2 243 0,-3 2-3 0,0-2-349 15,-3 1-338-15,0-1-192 0,-2-2-106 16,-4 2-84-16,1 0-87 0,-2 0-58 0,-2 0-38 15,-1 2-23-15,-4-1-20 0,1 2-13 16,-4 2-10-16,-1 1-9 0,-3 1-7 0,0 4-5 16,-1 1-3-16,0 1-3 0,2 2-2 0,-2 1-1 15,3 3 0-15,2-1-1 0,2 1 0 16,1 2-1-16,4 0 1 0,2-1-1 0,0 4 0 16,3-4-1-16,3 3 1 0,1-1-1 15,2-2 1-15,2 1 1 0,2 0-1 0,2 0 1 16,3 1 0-16,2-2 2 0,4 1-1 0,1 0 1 15,5 0 0-15,2 2 1 0,4-1 0 0,2 1-1 16,3 2 0-16,2-1-1 0,1 2 1 16,0 1-1-16,0 0-1 0,2 1 0 0,-2 4-1 15,-3-1-1-15,0 2-1 0,0 0 2 16,-6 2 2-16,0-2 0 0,-2 3 2 0,-5-1 1 16,-3 0 1-16,-1 0-1 0,-5-2 1 0,-2 3-1 15,-3-4 0-15,-3 4 2 0,-3-4-1 16,-4-1 4-16,-1 1 2 0,-4-2 0 0,-2 0 1 15,0-1-1-15,-2-4-1 0,-1-1-2 16,-2-2-3-16,1 0-2 0,-1-4 0 0,2-2-2 16,0-1-1-16,-2-3-2 0,3-1 0 0,0-2-6 15,0-2-10-15,2-2-16 0,1-4-33 0,-1-1-73 16,2-4-89-16,-1-6-163 0,0 0-284 16,2-5-328-16,3-1-374 0,-3-5-207 0,3 1 106 15,2-4 692-15</inkml:trace>
  <inkml:trace contextRef="#ctx0" brushRef="#br0" timeOffset="8747.95">12767 4645 334 0,'1'0'769'16,"-1"2"358"-16,0-2 76 0,0 0-279 16,0 0-172-16,0 0-142 0,2 0-140 0,-2 1-102 15,1-1-74-15,-1 0-69 0,2 0-84 0,-2 2-61 16,2-2-35-16,-1 0-12 0,3 0-3 16,0 1 6-16,4-1 4 0,3 2 8 0,2-1 4 15,3 1-2-15,0 1-2 0,4-2-4 0,2 2-3 16,1-1-5-16,3-1 0 0,3 0-6 15,1-1-3-15,1-1-6 0,1 0-3 0,1-3-3 16,2 0-5-16,-2 0-2 0,3-1-3 16,-1-1 0-16,-3 0-1 0,1 2-2 0,-3 0 0 15,-2 0-1-15,-2 2 0 0,-4 0-1 0,0 0-2 16,-3 1-1-16,-3 1-1 0,0 0-1 0,-4 1-1 16,-2-1-6-16,-1 2-14 0,-4-2-24 15,-2 0-69-15,-3-2-96 0,-1 2-192 0,-3-1-288 16,0 1-342-16,-1 0-412 0,1 0-241 15,-3 0 219-15,2 0 800 0</inkml:trace>
  <inkml:trace contextRef="#ctx0" brushRef="#br0" timeOffset="9545.74">13931 5331 417 0,'0'10'872'15,"1"-3"275"-15,-1-1-12 0,0-1-318 16,2-3-280-16,-2 1-143 0,3-2-40 0,-2 1-12 16,2-2-16-16,2-3-31 0,0 0-29 0,0-2-58 15,1-3-64-15,0 1-37 0,2-5-23 16,-1 0-9-16,1-1-7 0,3-5-4 0,-3-1-6 15,3-3-8-15,1-3-3 0,3-4-7 0,-1-2-7 16,2-6-7-16,1-1-4 0,1-5 0 0,0 0-3 16,3-2-4-16,-2 0-2 0,1-4-2 15,1 4 1-15,-2 0 0 0,1 4 2 0,-3 4 3 16,-2 5 4-16,-4 6 2 0,-1 3 1 16,-1 6-4-16,-4 4-3 0,0 4-5 0,-2 1-3 15,0 4-7-15,0 4-2 0,2 6 0 0,-4 3 0 16,2 4 0-16,-1 3 0 0,0 8 0 15,-1 1 0-15,3 4 0 0,-4 2 0 0,1 4 0 16,2 6 0-16,-1 1 0 0,0 5 0 16,-1-1 0-16,1 6 0 0,-1-3 0 0,1 4 0 15,0-3 0-15,0 3 0 0,2-4 0 0,-3-1 0 16,2-1 0-16,2-2 0 0,-2-4 0 0,1-1 0 16,-1-6 0-16,0-1 0 0,0-4 0 15,3-5 0-15,-4-2 0 0,-1-2 0 16,1-5 0-16,0-3 0 0,-2-2 0 0,1-4 0 15,-1-1-42-15,0-5-117 0,0-2-102 0,-1-4-191 16,1-1-292-16,0-5-356 0,1 0-414 0,1 0-189 16,1-1 260-16,2-3 786 0</inkml:trace>
  <inkml:trace contextRef="#ctx0" brushRef="#br0" timeOffset="9712.54">14678 5451 367 0,'3'6'1439'0,"-1"1"389"15,-4-1-301-15,-1 2-370 0,-1-1-441 0,-1-1-344 16,2 0-169-16,0-1-81 0,-1-1-43 16,3-1-32-16,1-1-24 0,1-2-15 0,4 0-8 15,0 0-15-15,4-2-36 0,-1-3-87 0,4-1-163 16,1 0-260-16,0 0-327 0,1-1-414 16,1-2-443-16,0 2 16 0,-2-3 804 0</inkml:trace>
  <inkml:trace contextRef="#ctx0" brushRef="#br0" timeOffset="10731.34">15616 4566 295 0,'0'-3'673'0,"-2"0"332"0,1 0 131 15,-2 0-256-15,-1 0-241 0,1-1-86 16,2 0-53-16,-5 0-77 0,3-1-72 0,-1 0-54 16,1 2-51-16,-2-2-68 0,0 0-61 15,1 2-33-15,-4 0-16 0,2 0-15 0,-2 3-13 16,-2 0-10-16,-2 3-7 0,0 2-9 0,-2 2-4 16,2 3-4-16,-4 5 1 0,2 2-2 15,1 7-1-15,-1 5-4 0,2 7-3 0,2 8 0 16,2 5 2-16,3 8 6 0,3 6 4 0,2 6 4 15,5 3 3-15,2 1 3 0,3 1-4 0,3-4-5 16,4-4-5-16,4-4-2 0,3-8 0 16,4-9-3-16,2-8-2 0,2-10 0 0,1-8 0 15,4-12 2-15,-1-9 1 0,3-9 0 16,-1-13 0-16,0-7 2 0,-1-8 0 0,-4-6 1 16,-1-4 2-16,-4-5 1 0,-3-2 1 0,-4-1 5 15,-7 1 5-15,-5 4 6 0,-6 1 3 16,-4 2 1-16,-10 2-1 0,-3 2-6 0,-7 0-7 15,-4 5-9-15,-5 0-3 0,-2 5-3 0,-2 4-2 16,-1 3 2-16,-2 8 1 0,1 6 0 0,-1 5 0 16,0 7 1-16,4 7 0 0,-1 5-1 15,4 4 0-15,3 5 1 0,3 6-2 0,6 3 0 16,2 4-1-16,6 5-1 0,6 1-1 0,2 6-6 16,5 1-15-16,4 2-29 0,6-1-81 15,0 1-107-15,6-4-184 0,2-3-295 0,4-3-350 16,5-6-404-16,0-5-172 0,5-7 288 15,3-4 714-15</inkml:trace>
  <inkml:trace contextRef="#ctx0" brushRef="#br0" timeOffset="11274.19">16981 4682 57 0,'-10'-6'585'16,"0"1"467"-16,-3 0 197 0,1 0-58 0,-2 1-278 16,3 1-254-16,1 0-175 0,-2 2-104 15,2-1-70-15,1 1-62 0,1-1-84 0,-1 4-66 16,2 1-34-16,1 3-19 0,-1 4-7 15,1 3-6-15,0 9 3 0,0 5 5 0,-1 6 5 16,2 7 4-16,4 8 0 0,-5 6 1 0,4 6-3 16,2 5-8-16,0 2-6 0,5 1-7 0,4-1-6 15,2-4-5-15,6-4-6 0,4-7-2 16,6-7-4-16,3-8-1 0,5-9-3 0,4-8-1 16,3-12 0-16,0-8 0 0,2-8-2 15,3-9-2-15,-2-10 1 0,-2-6 2 16,-2-8 2-16,0-5 1 0,-6-4 2 0,-3-3 3 0,-6-3 1 15,-4 2-3-15,-7-3-1 0,-6-1 0 16,-5 2-2-16,-8-1-1 0,-2-2-1 0,-8 0 1 16,-5 1 3-16,-6 0 0 0,-5 4 3 0,-4 4 3 15,-5 10 1-15,-7 6 0 0,-3 15-3 16,-7 10-1-16,-2 12-5 0,-2 12-1 0,-2 14-2 16,1 8-1-16,2 10-1 0,7 5-1 15,1 7-10-15,12-1-24 0,1 6-53 0,8-6-87 16,7 4-181-16,3-1-281 0,7-3-342 0,4-1-422 15,4-3-334-15,0-4 102 0,4 0 854 0</inkml:trace>
  <inkml:trace contextRef="#ctx0" brushRef="#br1" timeOffset="20805.59">13665 6117 167 0,'1'-3'374'0,"-1"-2"176"0,0 2 106 16,0 0-144-16,0 0-100 0,0 0-40 0,0 2 6 15,0-3 1-15,0 3-7 0,0 0-25 0,0-1-39 16,0 0-49-16,0 2-54 0,0-1-41 0,0 1-35 16,0 0-18-16,0 0-7 0,0 0 11 15,0 0 24-15,2 0 25 0,-2 1 14 16,0-1-5-16,0 2-18 0,0-2-18 0,0 3-28 16,0-2-32-16,2 5-23 0,-2-1-8 0,1 3-1 15,-1 0-9-15,0 2-6 0,0 0-3 0,0 2-3 16,0 2-6-16,0-1-4 0,0 2-4 15,0 1-3-15,0 0 0 0,0 1-3 0,0 0-1 16,2 3-1-16,-1-2 2 0,-1 1 0 16,0 1 1-16,0 1-1 0,2 0 0 0,0-1-1 15,-1 4-2-15,-1-4 1 0,4 3 5 0,-3 1 4 16,1-2 2-16,-1 1 1 0,2 2 0 0,-3-2-1 16,2 1-7-16,-1-1-2 0,-1 3-4 15,2 0-1-15,-2 2 1 0,-2-2-1 0,2-1 1 16,-1 3 1-16,-1 0 2 0,2-2 0 15,-3 1 0-15,2 2 2 0,-1-2-2 0,1 2 0 16,-1-2-1-16,0 1 0 0,2-2 0 16,0-1 1-16,0 1-1 0,0-1 1 0,0 0-2 15,0 0 0-15,0 0-2 0,2-1 1 0,0 0 0 16,-2 2 0-16,1-3-1 0,1 2 0 16,-1-1 0-16,-1 0 0 0,3 1-3 0,-1-1 2 15,-1 2-1-15,-1-3 1 0,2 3-1 16,-1 0 0-16,1-3 0 0,-2 2 0 0,3-1 3 0,-3 0 0 15,3-2 1-15,-1 1 0 0,0-1 1 16,-1 0 1-16,1 0-1 0,0-3 0 0,-1 2-1 16,-1-2 1-16,2 0 0 0,-1-2-1 15,-1 2 0-15,2-4 0 0,-2 1 2 0,0 1-2 16,0-2 1-16,0 0-1 0,0-1 1 0,0-1-1 16,0-1-1-16,0 0 0 0,0-3 0 15,0 0 0-15,3-1 0 0,-3 1 0 0,0-3 2 16,0 1-2-16,0-1-1 0,1-2 1 15,-1 1 0-15,0 0-1 0,0 0 1 0,3-1 1 16,-3 1 0-16,0 0 1 0,0-1-2 0,0 2 2 16,0 0 6-16,0 1 2 0,-1-1 3 15,1-2 1-15,0 2 1 0,0-2-1 0,0 1-4 16,-2-1-4-16,2 0 0 0,0-2-2 16,0 1 0-16,-1 0 5 0,1 0 3 0,0-2 5 15,0 1 3-15,0 0 6 0,0-1 2 0,0-1 1 16,0 0 3-16,-3 2-3 0,3-2 0 0,-2 0-5 15,1 0-3-15,-1 1-4 0,-1-1-7 16,-2 2-2-16,0-2-3 0,2 0 2 0,-2 0 2 16,-2 0 0-16,0-2 2 0,1 2 0 15,-2-1 3-15,0 1 0 0,-1-2-1 0,1 1-2 16,-2-1 1-16,-2 0 0 0,0 1-2 0,-2-2 1 16,2 2-2-16,-6 1 1 0,2 0-1 15,-1-2 0-15,1 2-2 0,-3 2-3 0,0-2-1 16,0 0-1-16,0 1-1 0,-1 0 0 15,-4 1-1-15,2-1 0 0,-2 1 0 0,2 0 0 16,-5-1 0-16,3-1 0 0,-1 0 4 16,0 0 2-16,-1 0 2 0,3 0 0 0,-1-1 2 15,2-1 0-15,1-1-8 0,-1 1-2 0,3 1 0 16,3 0 0-16,-1-2 0 0,1 1 0 0,2 1 0 16,1 0 0-16,-1-1 0 0,3 0 0 15,1 0 0-15,-2 0 0 0,4 0 0 0,-2 1 0 16,4-1 0-16,-1 1 0 0,0-1 0 0,2 1 0 15,2 1 0-15,0 0 0 0,0-2 0 16,1 2 0-16,-1 0 0 0,0 0 0 0,3 0 0 16,-1 0 0-16,1 0 0 0,0 0 0 15,0 0 0-15,-2 0 0 0,2 0 0 0,-2 0 0 16,2 0 0-16,0 0 0 0,0 0 0 0,0 0 0 16,0 0 0-16,-1 0 0 0,1 0 0 15,-2 0 0-15,2 0 0 0,0 0 0 0,-2 0 0 16,2 0 0-16,0 0 0 0,0 0 0 0,0 0 0 15,0 2 0-15,2-2-29 0,-2 0-17 16,2 1-21-16,-1-1-22 0,-1 0-54 0,0 0-69 16,0-1-99-16,0-1-157 0,0 2-286 15,0 0-330-15,2-1-270 0,0-2-164 0,-2-1 221 16,0-2 614-16</inkml:trace>
  <inkml:trace contextRef="#ctx0" brushRef="#br1" timeOffset="21589.99">13018 7816 98 0,'5'-3'354'0,"1"0"208"16,-4 1 194-16,3 2-69 0,-4-1-83 0,1 1-54 16,0 0-45-16,-1 0-48 0,-1-1-49 15,0 1-8-15,0 0 6 0,0 1-38 0,0-1-45 16,0 1-39-16,-1-1-38 0,-1 0-57 16,0 2-62-16,-1-2-36 0,0 1-18 0,-2 1-13 15,2 0-7-15,-2-1-7 0,2 1-5 16,-3-1-8-16,1 1-4 0,0 1-3 0,-1 0-3 15,1-2-4-15,0 2-2 0,-4 0-2 0,4-1-2 16,-1 3 1-16,-1-3 1 0,-2 2-2 16,3-2 0-16,-2 2-1 0,1-2 0 0,-2 1-4 15,3 0-2-15,-1 2-3 0,-1-3 0 0,2 0 0 16,-1 2-1-16,-2-2-1 0,1 1 0 0,-1 1 0 16,1-1 0-16,0 1 0 0,0-1-1 15,-1 1 1-15,1 1-1 0,-2-1-1 16,2 1 1-16,-2 1 0 0,2-1-1 0,-2 2 0 15,1-1 0-15,1 0 0 0,-2 2 1 16,4-3 0-16,-2 1 0 0,2 0-1 0,-1 0 1 0,2 0 0 16,-1 0-1-16,2 1 1 0,-1-4 0 15,0 4 0-15,3-3-1 0,-2 2 1 0,0-1 0 16,1-1 0-16,0 1 0 0,0 1 0 16,0-2-1-16,1-1 1 0,-1 2 0 0,2-2 0 15,-1 0 0-15,0-1 0 0,1 0 0 16,-1 1 0-16,2-2-1 0,0 1 0 0,-1 0 1 15,1 0-1-15,-2 2 1 0,2-2 0 0,0 1 0 16,0 1 1-16,0 2-1 0,0-2 0 0,2 3 0 16,-2-3-1-16,0 2 1 0,0-1 0 15,0 2 0-15,1-1 0 0,-1-1 1 0,0 0-1 16,2 0 0-16,-2 2 0 0,1-1 0 0,-1 0-1 16,2-1 0-16,0 1 0 0,1-2 0 15,0 2 0-15,0-1 0 0,3 0 0 0,-1 2-1 16,3-1 1-16,0-2-1 0,1 2 1 15,2 2 1-15,-1-3-1 0,4 2 1 0,-1 1 0 16,2-2-1-16,0 1 0 0,0-1 0 0,0 0-1 16,1 0 0-16,-2-2 0 0,2 0-1 15,-2 1-1-15,0-2-1 0,0 1 0 0,-2 0-1 16,2-2-1-16,-1 1-2 0,0 1-17 16,-3 2-35-16,1-1-82 0,-3-1-133 0,-2 0-262 15,-2 2-318-15,-1-1-385 0,-2-1-417 0,-1-1-56 16,-1 0 635-16</inkml:trace>
  <inkml:trace contextRef="#ctx0" brushRef="#br1" timeOffset="24411.09">1701 7431 241 0,'-2'-6'435'0,"-1"1"201"16,1-1 101-16,2 2-116 0,2-1-66 15,-2 3-30-15,-2-2-30 0,1 2-33 0,-1-1-8 16,1 2-11-16,2 0-59 0,-1 1-60 0,2-1-51 16,-2 1-44-16,-2-3-55 0,2 3-59 0,-3 0-27 15,1 0-22-15,1 0-12 0,-1 0-12 0,-1 4-13 16,3-2-9-16,-4 3-11 0,2 6-6 0,0 4-4 16,1 4-1-16,2 9-2 0,1 3 2 0,1 7 2 15,3 4 3-15,-1 7 3 0,1 5-1 0,1 4 2 16,2 5 4-16,-1 4 2 0,2-3 0 0,-1 2-1 15,2-4 1-15,0-4-1 0,3-7-6 0,-1-7-3 16,0-5-2-16,4-6-1 0,-2-6-2 0,2-7 1 16,2-3-1-16,-2-9 8 0,2-2 3 0,-1-7 3 15,2-5 1-15,0-7-3 0,-2-5-5 0,1-8-7 16,-1-3-4-16,-1-3-1 0,0-3 4 0,-4-2 8 16,0 1 4-16,-1 0 3 0,-2 3 2 0,-4 2 0 15,2 5-3-15,-5 2-2 0,2 4 4 0,-4 5 4 16,-1 2 7-16,0 3 3 0,0 1 0 0,0 3 0 15,-1 2-6-15,-1 1-10 0,-1 2-10 0,1 2-7 16,-2 0-4-16,1 3-2 0,1 4-1 0,2 3 3 16,0 2 5-16,0 2 2 0,2 3 1 0,1 3 5 15,1 1 6-15,1 0-1 0,0 0 1 0,1 3 0 16,2-3 1-16,1 0-5 0,1 1-4 16,0-2-1-16,-1 0-2 0,2-2 0 0,-1-3 0 15,2 1-1-15,-4-4 0 0,2 0 0 0,-1-1 1 16,1-2-1-16,-4 0-2 0,2-1-11 0,-2-3-21 15,-3 0-56-15,-1-2-79 0,-4-3-163 0,-1 1-277 16,-3-4-316-16,-2-3-380 0,-3-3-304 16,-3-5 33-16,1-3 722 0</inkml:trace>
  <inkml:trace contextRef="#ctx0" brushRef="#br1" timeOffset="24573.07">2076 7681 170 0,'4'-4'1036'0,"-1"1"614"15,-1 0-97-15,-2 0-331 0,0 3-441 0,0-2-326 16,0 2-215-16,0 0-105 0,0-1-52 0,1 1-29 16,1 0-22-16,-2 0-15 0,3 0-11 15,-1 1-6-15,1 1-4 0,4 1-3 0,-1 0-16 16,1 0-62-16,0 1-71 0,1 1-140 0,-3 1-266 16,4 1-313-16,-3 2-354 0,1 1-266 0,1 0-24 15,-2 2 599-15</inkml:trace>
  <inkml:trace contextRef="#ctx0" brushRef="#br1" timeOffset="25091.97">2611 7864 150 0,'2'-6'779'0,"-2"3"512"0,-2 1 157 15,1 0-159-15,-2 2-439 0,-1 2-324 16,0 0-171-16,-1 3-109 0,2 3-89 0,-2 2-62 16,2 5-39-16,1 3-21 0,1 3-15 0,1 4-6 15,1 2-3-15,3 5-3 0,-1-1-2 0,3 2-3 16,-1-3-2-16,4-2-2 0,-1-3-1 16,0-6-1-16,3-2 1 0,0-5 2 0,1-6 1 15,1-4 2-15,0-5 0 0,3-7 0 0,-2-3 1 16,0-8-1-16,2-4 1 0,0-4-2 0,0-3-2 15,1-1 8-15,-4 0 3 0,1 1 1 0,-3 4-1 16,-1 3 2-16,-1 1 1 0,-3 7-5 16,-1 4-4-16,0 2-1 0,-2 2-1 0,-1 3 0 15,1 4-1-15,-1 0 0 0,-1 5-7 0,-1 3-2 16,2 6-1-16,-2 1-2 0,0 4 1 0,0 3-2 16,0 1 4-16,0 1 5 0,0-1 6 15,0 3 4-15,3-1 2 0,-2-1 0 0,1-1 1 16,-2 2 0-16,5-3-7 0,-2-1-5 0,2 0-3 15,1-4-1-15,-1-2 0 0,4-2-2 0,-1-4-1 16,2-4 3-16,0-3-4 0,2-5-11 16,-1-3-28-16,3-6-44 0,-3-2-49 0,2-6-48 15,-2-4-41-15,0-3-31 0,0-1-14 0,-3-2 13 16,0-4 2-16,-3-1-35 0,-1-1-77 0,-4 0-110 16,0-3-225-16,-3 0-210 0,0-3-96 0,-3-1 106 15,-1-5 291-15</inkml:trace>
  <inkml:trace contextRef="#ctx0" brushRef="#br1" timeOffset="25537.13">2996 7192 32 0,'1'-18'509'0,"1"5"477"0,-2 2 251 16,2 3-41-16,-1 1-330 0,-1 3-210 15,3 1-171-15,-3 1-120 0,2 2-72 0,-1 2-57 16,1 1-63-16,-2 1-61 0,3 1-44 0,-1 1-24 16,-1 1-15-16,2 1-6 0,2 0-6 0,0 5-6 15,3-1-7-15,-2 3 3 0,2 1 1 0,2 3 0 16,-1 4 5-16,2 2 3 0,-1 7 11 15,4 4 2-15,-3 5-1 0,1 5 1 0,1 7-8 16,0 4-5-16,3 3-9 0,-2 5-7 0,2 3-1 16,0 0-6-16,1-3 4 0,2-1-1 15,0-10 6-15,1-6 3 0,2-8 3 0,-2-8 2 16,0-9 3-16,-2-6-4 0,-1-9-7 0,-3-8-3 16,2-8-3-16,-5-6-1 0,1-7-1 0,-2-5 4 15,-2-2 2-15,1-4 1 0,-4-1 0 0,0 1 6 16,0 1 3-16,-2 0 7 0,-1 3 8 0,-1 0 3 15,-1 2 3-15,0 1 1 0,0 2 1 0,-1 1 0 16,-1 5 0-16,0 1 2 0,-1 2 0 16,-2 1-2-16,-1 3-2 0,0 0-7 0,-2 3-7 15,-2 2-5-15,1 2-5 0,-4 2-4 0,-1 4-3 16,0 3-1-16,-1 2 0 0,-2 7-1 0,3 2-1 16,-2 4 1-16,3 5-1 0,1 1 1 15,2 3-2-15,2 1-4 0,2 1-13 0,0-4-15 16,6-1-20-16,0-2-27 0,6-2-70 15,2-3-74-15,0-5-126 0,6-2-205 0,2-5-296 16,3-4-350-16,0-2-228 0,5-5-88 0,1-4 477 16,2-3 616-16</inkml:trace>
  <inkml:trace contextRef="#ctx0" brushRef="#br1" timeOffset="25860.17">3910 7703 417 0,'-2'-6'1400'0,"-3"6"364"0,-7 0-263 0,1 4-349 15,-7 0-470-15,2 4-294 0,-4-1-162 16,1 5-78-16,-2 2-45 0,-1 3-28 0,3 2-23 16,0 3-16-16,0 2-12 0,5 3-7 0,3 1-5 15,0 2-4-15,6 2-5 0,2-1-1 0,3 0-4 16,3-3-2-16,2-4-2 0,7-3-2 16,1-6 0-16,4-4 0 0,1-9 0 0,4-4-1 15,2-9-3-15,0-5-7 0,-1-8-6 0,2-6-6 16,-1-4-1-16,-5-3 1 0,0 0 5 15,-2 3 9-15,-5 4 9 0,-3 2 12 0,-4 6 10 16,-1 4 8-16,-4 2 6 0,-2 6 2 0,-3 4-2 16,0 3-3-16,0 6-7 0,-3 3-6 15,-1 7-6-15,-1 6-2 0,2 3-3 0,0 6-2 16,-1 3 0-16,4 3-3 0,2 3 0 16,0 1-10-16,5 0-18 0,1-1-48 0,0 1-82 15,5-4-154-15,1-2-270 0,2-4-326 16,5 0-395-16,0-6-366 0,4-4-1 0,4-5 733 15</inkml:trace>
  <inkml:trace contextRef="#ctx0" brushRef="#br1" timeOffset="26855.06">5443 7658 6 0,'7'-13'445'0,"-1"0"399"0,-1-1 237 16,-2 2 39-16,1 0-302 0,-2 0-267 0,-2 0-92 15,0 0-19-15,0 1-30 0,0 0-48 0,0 2-48 16,-2-1-46-16,-2 3-74 0,1 0-61 16,-2 1-33-16,0 0-24 0,0 1-19 0,-3 2-13 15,-1 2-12-15,1 1-11 0,-3 1-8 16,0 4-8-16,0 4-3 0,-2 4-3 0,2 6-3 15,-2 6 0-15,3 4-4 0,0 7-2 0,5 6 0 16,0 4 1-16,4 3 1 0,1 3-2 16,3 3 4-16,2-2 7 0,3-3 3 0,4-2 1 15,-1-5 0-15,5-3-1 0,-2-9 1 0,5-4-6 16,-3-7-1-16,3-5 0 0,0-8 2 16,3-5 2-16,-3-8 0 0,-1-5 3 0,2-5 0 15,-1-8 1-15,-3-5 0 0,1-2-1 0,-2-5-2 16,-1-2-1-16,-1 1-2 0,-2-2 0 15,-1 0-1-15,0-1-1 0,0 0-1 0,-3-1 2 16,1 0 2-16,-3-4 1 0,0 3 1 16,-3-3 0-16,-1 0 3 0,-1-2-3 0,-3-1 0 15,-2 0-1-15,0 2 0 0,-1 0-2 0,-3 8 2 16,2 1 0-16,1 9 2 0,1 4-1 0,-1 6 1 16,-2 5 0-16,3 5-2 0,-1 7-2 15,-2 5-2-15,2 7-1 0,0 8 1 16,2 6-1-16,1 8 0 0,3 6 2 0,0 4-2 15,3 5 0-15,1 3 2 0,0 3 1 0,4 1 2 16,0 3 1-16,-2 4 1 0,4 0 2 0,-1-4-2 16,2 2-2-16,1-6-2 0,0-1-2 15,2-8-1-15,2-3 0 0,0-7-1 0,1-3-2 16,-1-5-5-16,3-6-11 0,-3-4-20 16,-2-5-48-16,2-5-72 0,-5-5-84 0,-3-4-155 15,0-3-222-15,0-8-319 0,-4-1-289 0,0-7-197 16,-3-2 21-16,-1-4 546 0</inkml:trace>
  <inkml:trace contextRef="#ctx0" brushRef="#br1" timeOffset="27255.15">5891 7733 16 0,'3'0'537'0,"3"0"480"16,-3 2 213-16,0-2-91 0,2-2-331 15,-3 0-332-15,4-4-195 0,1 1-50 16,3-2-12-16,0 1-13 0,4-2 15 0,-1 2-6 15,1-1-19-15,2 3-40 0,0 0-29 0,1 1-12 16,0 2-28-16,-1 1-15 0,2 0-6 0,-4 4-9 16,3 0-4-16,-4 5-6 0,1-1-5 15,-3 3-5-15,-1 1-5 0,1 1-4 0,-3 4-5 16,-2-2-5-16,-1 3-3 0,-2-3-3 16,0 0-5-16,2-2-3 0,-4 0-3 0,1-5-1 15,-1-2-3-15,1 0-1 0,0-1-1 0,-1-3 1 16,3-4 0-16,0-1 1 0,1-3 2 15,4-2 0-15,-1-3 0 0,2 1 1 0,2-2-1 16,-2 2-1-16,1 1-1 0,2 1 0 0,-2 4 1 16,0-1-2-16,1 5 2 0,0 2 1 15,-3 7 2-15,2 1 1 0,-3 7 2 0,0 3 2 16,1 8-2-16,-4-1 0 0,0 4-1 0,1 1-3 16,-1-2-1-16,3-2-2 0,-2-1-6 15,2-7-12-15,0 1-19 0,-1-8-43 0,0-5-73 16,-2-5-82-16,1-9-143 0,-2-5-205 15,-3-6-312-15,1-5-294 0,-1-4-201 0,-1-5-20 16,0-4 471-16,-1-1 539 0</inkml:trace>
  <inkml:trace contextRef="#ctx0" brushRef="#br1" timeOffset="27424.84">6343 7283 495 0,'-3'-22'1061'0,"-2"5"340"15,-3 6-6-15,4 3-291 0,-1 4-428 16,0 2-233-16,0 4-128 0,0 1-98 0,-1 2-86 15,3 2-58-15,0 1-35 0,1 3-20 0,2 1-11 16,2 2-6-16,3 1-5 0,1 0-12 0,0 4-56 16,2 0-68-16,2-1-80 0,0 3-141 15,0 1-241-15,1 1-326 0,3 3-257 0,1 0-186 16,0 2 33-16,0 3 500 0</inkml:trace>
  <inkml:trace contextRef="#ctx0" brushRef="#br1" timeOffset="29892.47">6908 8010 358 0,'0'0'789'15,"-2"1"327"-15,2 1 54 0,0-2-321 16,0 0-269-16,0 1-194 0,0-1-147 0,3 2-87 15,-1 0-64-15,4-2-36 0,0 1-27 16,4 0-13-16,1-2-6 0,3 0-3 0,2-4-2 16,1-1 3-16,3-4 21 0,0-3 22 0,2-2 11 15,0-1 3-15,-3-5 12 0,0 0 0 16,-3 3 55-16,-2-1 24 0,-3 0 24 0,-2 2 16 16,-4 3 1-16,-2 0-1 0,-3 4-54 0,-3-1-32 15,-3 2-26-15,-5 3-22 0,1 1-17 0,-5 3-13 16,0 2-7-16,-5 0-8 0,2 5-4 15,-4-1-3-15,0 5-1 0,3-1-3 0,0 3-6 16,2 1-5-16,1 3-3 0,2 1-1 16,3 3-1-16,1 1-1 0,-1 3 6 0,5 0 4 15,3 2 2-15,-1 0 0 0,3 3 1 16,1-3-1-16,3-1 6 0,2 0 2 0,0-1 0 16,2-3 1-16,1 1 0 0,2-2-2 0,2-3-10 15,0-1-14-15,2-3-25 0,0-3-64 16,2-3-64-16,1-1-88 0,0-5-148 0,1-3-256 15,2-5-308-15,0-3-239 0,0-2-191 16,2-3 77-16,-3-4 529 0</inkml:trace>
  <inkml:trace contextRef="#ctx0" brushRef="#br1" timeOffset="30179.7">7358 7707 159 0,'-10'-13'961'0,"-2"3"653"0,2 4-35 16,-4 3-317-16,0 2-451 0,-2 2-325 0,2 2-208 15,1 0-118-15,2 2-63 0,3 0-36 0,3-2-25 16,1 4-18-16,4-1-11 0,1 1-6 16,6 3-3-16,2-2 0 0,4 3 2 0,1 1 2 15,5 0 0-15,0-1 0 0,0 2 1 16,3-3 1-16,0 2-1 0,0 0 0 0,-1-1 0 16,-4 0 0-16,2 2 0 0,-6 1 1 0,-1 0 1 15,-5 3 0-15,-2 0 0 0,-4 4-1 0,-2 1-1 16,-3-1 0-16,-2 3-1 0,-2-1-3 15,-3 0-1-15,0 1-2 0,0-4-4 0,0 1-12 16,1-6-37-16,2 0-74 0,-1-3-82 16,1-5-153-16,2-1-266 0,-1-4-324 0,6-5-327 15,-2-2-191-15,3-2 70 0,4-5 596 0</inkml:trace>
  <inkml:trace contextRef="#ctx0" brushRef="#br1" timeOffset="30322">7606 7896 72 0,'15'1'566'0,"-3"5"434"0,-1 2 206 16,-4 5-59-16,0 1-386 0,-2 4-268 16,0 2-164-16,-2 3-105 0,-1 0-69 0,-1 1-46 15,1 2-41-15,-2-4-60 0,0-1-64 16,-2-4-144-16,-1-2-247 0,-2-2-283 0,0-4-288 16,1-4-247-16,-4-5-45 0,0-5 476 0</inkml:trace>
  <inkml:trace contextRef="#ctx0" brushRef="#br1" timeOffset="30488.82">7559 7444 433 0,'0'-37'1353'0,"-2"8"344"15,-1 8-255-15,0 5-340 0,0 4-498 0,1 5-268 16,-1 4-173-16,3 8-83 0,0 6-38 16,3 4-24-16,2 4-11 0,3 5-8 0,6 3-6 15,-1 2-45-15,4 2-75 0,-1-1-124 16,4 2-247-16,2-2-296 0,2 0-359 0,0-2-317 15,3 0-74-15,1 0 512 0</inkml:trace>
  <inkml:trace contextRef="#ctx0" brushRef="#br1" timeOffset="30804.11">8101 7825 509 0,'-6'-3'1536'0,"-4"5"282"0,-4 1-321 0,-2-2-370 15,-3 3-468-15,0 0-301 0,0 3-143 16,-3 1-75-16,3-1-45 0,3 3-31 0,-1-3-22 15,4 1-16-15,4 0-13 0,1 1-8 16,3 0-3-16,5 1-2 0,5 1-3 0,3 0-1 16,3 1-1-16,3-4 0 0,2 2-1 0,4-5 0 15,1 1 1-15,1-2 1 0,0 1 1 0,-1-4 1 16,1 1 2-16,-2 1 0 0,0 1 0 16,-3 2 2-16,-3 5-1 0,0 2 1 0,-6 5 0 15,0 5 0-15,-4 4-1 0,-2 5-1 16,-2 5-1-16,-2 2 0 0,0 5 0 0,-3 2 1 15,2-2 0-15,1 2 1 0,1-3 0 0,-1-3-1 16,4-3-2-16,-1-3-11 0,1-6-15 16,1-5-23-16,0-8-55 0,1-6-81 0,0-9-156 15,1-6-269-15,0-10-319 0,-1-3-391 16,1-7-327-16,0-11 3 0,1-5 705 0</inkml:trace>
  <inkml:trace contextRef="#ctx0" brushRef="#br1" timeOffset="31038.09">8321 7111 584 0,'5'-33'1398'16,"-2"8"268"-16,0 6-250 0,-2 4-376 0,-1 5-440 15,2 4-223-15,-2 5-156 0,1 5-72 16,1 7-40-16,1 4-22 0,1 6-17 0,0 5-15 16,1 6-13-16,4 4-12 0,-1 6-10 0,2 5-8 15,0 7-8-15,0 3-2 0,2 4-3 0,0 3-1 16,-1 2 0-16,-1 3-1 0,1 2-8 15,0-2-17-15,-1-3-30 0,0-4-67 0,-2-5-73 16,-3-5-106-16,0-7-156 0,0-5-229 16,-2-8-316-16,-3-5-230 0,3-6-175 0,-6-7 123 15,3-9 509-15</inkml:trace>
  <inkml:trace contextRef="#ctx0" brushRef="#br1" timeOffset="31238.34">8296 7567 207 0,'-13'-25'875'16,"0"4"587"-16,-1 6 78 0,6 3-266 0,0 3-483 16,0 2-312-16,4 1-162 0,0 1-131 0,4-1-84 15,0 4-36-15,5-3-20 0,2 3-12 0,5-4-5 16,1 1-2-16,6-1-2 0,0-1-10 16,5-1-5-16,1 1-4 0,2-1-5 0,-1 2-3 15,1 1-16-15,-3 3-65 0,-2 2-76 16,0 1-140-16,-4 5-247 0,-1 2-317 0,-1 2-370 15,-5 4-258-15,-3 1-38 0,-2 2 573 0</inkml:trace>
  <inkml:trace contextRef="#ctx0" brushRef="#br1" timeOffset="31541.95">8568 7810 189 0,'4'39'852'0,"2"0"471"0,-2-1 12 16,2-3-212-16,0-2-441 0,4-3-281 0,2-5-126 15,1-7-80-15,3-6-36 0,2-6-20 16,2-8-15-16,0-5-39 0,1-10-38 0,4-6-19 15,-1-6-13-15,1-6-4 0,-1-2 16 16,-2-4 12-16,0 2 13 0,-4 0 13 0,-1 3 18 16,-4 5 14-16,-2 2-3 0,-5 6-4 0,-3 6-7 15,-3 3-11-15,-3 4-14 0,-2 4-15 0,-3 6-12 16,-2 6-9-16,0 7-7 0,2 4-4 16,-1 10-3-16,2 3-2 0,2 5-2 0,2 3-1 15,3 6-3-15,2 2-2 0,1 1 0 16,2-1-1-16,3-2-2 0,1-7-5 0,2-4-10 15,3-5-19-15,-1-9-47 0,0-9-76 0,1-5-102 16,0-11-174-16,0-6-293 0,-2-9-338 16,0-7-318-16,-1-6-163 0,-3-8 225 0,3-4 657 15</inkml:trace>
  <inkml:trace contextRef="#ctx0" brushRef="#br1" timeOffset="31855.13">9076 7317 11 0,'-1'-73'529'15,"-1"9"607"-15,1 10 469 0,-4 9-107 0,-1 13-428 16,1 5-363-16,-1 9-228 0,-1 10-157 15,-2 6-127-15,3 8-66 0,-1 7-37 0,2 9-21 16,1 3-14-16,-1 9-8 0,4 6-9 16,-1 4-7-16,4 3-7 0,-1 6-9 0,5-1-7 15,-1 2-3-15,3-2-4 0,2-2-3 0,2-5-2 16,3-4-1-16,0-6-5 0,3-6-9 0,-1-8-11 16,3-7-14-16,-2-8-15 0,1-11-11 15,-3-6 0-15,4-6 5 0,-4-5 12 0,1-6 15 16,-2 3 18-16,0 0 10 0,-3 3 6 15,-2 4 2-15,0 3 6 0,-3 5 8 0,-1 3 9 16,0 4 8-16,0 8 7 0,-4 4 6 0,1 7-2 16,-3 4-4-16,0 8-7 0,0 3-6 15,0 2-6-15,0 7-5 0,2 2-5 0,-1 3-3 16,3 5-2-16,-1-2-5 0,0 4-4 0,3-2-17 16,-3-2-36-16,2-3-84 0,-2-7-150 15,-1-3-260-15,-1-5-325 0,-1-4-403 0,-3-4-432 16,-2-3-30-16,-5-1 738 0</inkml:trace>
  <inkml:trace contextRef="#ctx0" brushRef="#br1" timeOffset="32705.44">3926 9447 300 0,'7'-2'987'0,"-2"2"450"0,-2 2 6 16,-1 1-221-16,1 3-494 0,0 0-276 0,-1 3-145 15,1 1-88-15,1 3-68 0,1 5-42 16,0 2-22-16,1 7-6 0,4 5 0 0,1 5-4 16,0 5-2-16,3 6-3 0,-1 5-5 0,1 7-10 15,0 3-12-15,-1 9-10 0,1 5-8 0,-4 4-6 16,-2 5-7-16,1 3-1 0,-3 0 0 15,-1 4-6-15,0-4-2 0,-2 0-6 0,0-2 1 16,-1-7-1-16,2-3-2 0,1-9 2 0,-2-10 1 16,4-6-5-16,-2-12-11 0,1-8-13 15,3-6-16-15,-2-9-23 0,-3-10-46 0,3-9-72 16,-4-8-80-16,0-9-146 0,0-10-245 0,-3-8-316 16,-3-7-309-16,3-6-194 0,-3-8 33 15,0-5 577-15</inkml:trace>
  <inkml:trace contextRef="#ctx0" brushRef="#br1" timeOffset="32939.46">4371 9499 238 0,'15'-27'883'15,"-3"8"474"-15,-4 7 137 0,2 6-216 16,-1 8-481-16,-1 5-286 0,0 6-142 0,0 5-91 16,3 8-85-16,-2 4-43 0,1 6-27 15,2 5-21-15,-2 6-18 0,2 5-12 0,-2 4-17 16,1 7-14-16,2 4-11 0,-4 6-10 15,1 4-6-15,2 6-8 0,-4 1-5 0,0 2-3 16,0-2-2-16,3-3 0 0,-3-5-2 0,0-6-6 16,1-6-11-16,-1-7-18 0,-1-9-30 15,-4-6-57-15,0-9-77 0,-1-8-123 0,-4-5-193 16,-1-7-297-16,-2-5-334 0,-3-7-284 0,-6-5-135 16,-2-5 388-16,-4-5 655 0</inkml:trace>
  <inkml:trace contextRef="#ctx0" brushRef="#br1" timeOffset="33204.26">3811 10425 428 0,'5'9'1082'0,"3"-5"278"16,3-1-110-16,3-3-152 0,7-3-467 0,0-4-237 15,7-4-97-15,2-2-43 0,5-6-28 16,4-1-59-16,4-5-57 0,4-6-18 0,4-3-22 15,3-4-14-15,1-2-13 0,4-4-7 0,-4 0-4 16,2 1-11-16,-5 0-4 0,0 4-9 16,-6 1-3-16,0 2 0 0,-5 2-2 0,-4 4-2 15,-4 5-2-15,-5 2-14 0,-6 6-29 0,-7 5-74 16,-6 6-88-16,-6 6-167 0,-8 6-291 0,-7 8-325 16,-6 5-370-16,-7 5-211 0,-7 6 129 15,-6 4 691-15</inkml:trace>
  <inkml:trace contextRef="#ctx0" brushRef="#br1" timeOffset="33432.05">3936 10771 330 0,'-6'33'1185'0,"4"-7"392"0,4-5-168 16,4-6-298-16,4-6-476 0,7-8-298 0,4-3-150 16,4-6-64-16,7-7-34 0,6-6-18 15,4-5-9-15,4-4-8 0,6-9-21 0,5-2-15 16,2-4-7-16,1-3-6 0,3 0-3 0,0 1 0 15,2 0-4-15,-1 0-53 0,-1 3-78 16,-2 2-192-16,0 6-271 0,-3 3-310 0,-3 4-398 16,-9 5-285-16,0 7 105 0,-6 4 776 0</inkml:trace>
  <inkml:trace contextRef="#ctx0" brushRef="#br1" timeOffset="34142.06">5450 10388 131 0,'-2'-4'696'16,"2"0"444"-16,0 0 98 0,0 3-137 0,0 0-438 16,0 1-285-16,2 0-146 0,2 2-6 15,3 4 15-15,3 5-2 0,3 4 4 0,3 5-11 16,2 3-19-16,2 8-61 0,-1 5-36 0,3 4-17 16,0 5-17-16,0 5-11 0,-4 3-14 15,2 2-10-15,-4 3-12 0,0 1-12 0,-3 0-8 16,-1-2-5-16,-2-3-4 0,-2-4-3 15,-2-5 0-15,0-6-1 0,-3-6 7 0,1-7 8 16,-3-3 7-16,-1-9 4 0,0-3 1 0,-3-6 1 16,-3-7-8-16,-5-10-6 0,1-8-8 15,-4-9-4-15,3-11-3 0,-3-8-2 0,0-8-1 16,-1-7-2-16,1-8 0 0,3-6 2 0,1-4 0 16,1-2 2-16,4-3 1 0,5 4 1 0,4 3-2 15,2 2-1-15,6 7-2 0,1 3-1 16,3 9 0-16,0 3 1 0,1 9 1 0,-1 5 0 15,1 8 1-15,-1 6 1 0,0 4 0 16,1 6 1-16,-4 3 0 0,0 5-1 0,-1 5 2 16,-1 2 1-16,-3 6 2 0,3 4 5 0,-6 7 1 15,0 6 3-15,-4 6 0 0,-2 8 0 16,-4 5-1-16,-5 8-4 0,0 6-3 0,-3 3-3 16,-3 2-3-16,3 0-3 0,-2-2-3 0,2-4-1 15,3-3 1-15,0-8-1 0,3-3 0 0,2-8-9 16,2-3-16-16,3-11-29 0,2-3-73 15,1-8-81-15,3-11-140 0,5-7-206 0,0-6-312 16,5-9-349-16,5-1-219 0,1-6-59 16,3 0 460-16,1-1 598 0</inkml:trace>
  <inkml:trace contextRef="#ctx0" brushRef="#br1" timeOffset="34387.53">6303 9951 163 0,'11'-14'785'0,"-4"5"581"16,-7 3 196-16,-2 5-211 0,-4 4-467 15,-5 4-315-15,-5 2-165 0,-2 6-124 0,-4 5-101 16,-3 4-54-16,0 6-33 0,-3 4-24 0,1 7-15 16,1 5-13-16,-1 4-9 0,4 1-8 15,2 4-7-15,5-1-6 0,4 0-7 0,7-3-4 16,3-6-3-16,6-4-1 0,5-7-1 0,2-6-1 16,7-8 1-16,2-6-3 0,4-10-3 15,1-6-8-15,3-13-14 0,-2-4-23 0,2-9-51 16,1-3-77-16,-4-9-103 0,-3 0-166 0,0-2-294 15,-3 1-330-15,-2 2-301 0,-4 2-149 16,0 2 234-16,-7 2 632 0</inkml:trace>
  <inkml:trace contextRef="#ctx0" brushRef="#br1" timeOffset="34787.97">6409 10009 110 0,'7'4'791'0,"-1"7"627"0,-3-3 97 16,2 3-209-16,-2 2-417 0,0 2-352 0,2 0-187 15,-2 0-118-15,2 4-64 0,3-1-44 16,0 1-31-16,1 0-20 0,2 4-16 0,2-3-12 16,4 3-12-16,-3-3-9 0,5 3-8 15,-1 1-7-15,4 0-2 0,-2 2-3 0,3-1-2 16,0 3-2-16,-1-3-1 0,2 0-1 0,-5 0-1 16,2-3 0-16,-4-1 0 0,-3-2 1 15,-1-6 1-15,-2 1 0 0,-3-5 2 0,0-3 2 16,-5-4 1-16,0-5 2 0,-1-6 0 15,-2-6 1-15,-2-5-1 0,1-5-1 0,-1-5-1 16,-3-5-2-16,1-2 0 0,-3-6 0 0,1 0-1 16,-2 0-2-16,0-3 1 0,0 3-1 0,3 3-1 15,-2 3 0-15,2 1-2 0,2 8 1 16,-1 5 0-16,1 3-1 0,2 3 0 0,-1 5-2 16,2 2 2-16,0 4 0 0,3 3 0 0,0 2 1 15,2 2 1-15,2 4 1 0,0 0 1 16,1 4 0-16,2 0-2 0,2 1-7 0,0 2-14 15,2-1-27-15,2 0-66 0,0-2-69 16,2 0-100-16,1-3-161 0,2 0-285 0,3-2-317 16,1-1-239-16,0-3-175 0,3-2 174 15,3 0 590-15</inkml:trace>
  <inkml:trace contextRef="#ctx0" brushRef="#br1" timeOffset="35119.6">7355 9910 270 0,'-2'-1'1217'0,"-3"4"528"0,-4 1-179 0,-2 4-346 15,-5 0-463-15,-1 6-300 0,-4 2-198 16,-1 4-90-16,1 5-53 0,-4 5-31 0,0 4-19 16,3 3-14-16,1 5-10 0,2 3-8 0,3 3-7 15,4 0-6-15,4-2-8 0,5-3-8 16,3-5-5-16,4-9-3 0,8-7-2 0,3-4 0 16,1-12 0-16,6-10-3 0,0-9-4 0,2-8-9 15,0-12-11-15,0-8-11 0,-1-6-7 16,-1-3-3-16,-1 0 5 0,-4 0 10 0,-1 7 14 15,-2 3 15-15,-4 10 17 0,-2 4 12 0,-1 7 8 16,-2 5 3-16,-5 8 1 0,0 5-1 16,-3 8-9-16,0 7-6 0,-3 9-6 0,1 4-2 15,0 6-3-15,2 7-2 0,3 4-2 16,0 0-2-16,3 3-2 0,5 1-2 0,1 0-13 16,4 0-29-16,3-2-83 0,0-5-136 0,3-5-254 15,0-5-318-15,1-4-402 0,1-8-465 0,-2-3-73 16,0-7 672-16</inkml:trace>
  <inkml:trace contextRef="#ctx0" brushRef="#br1" timeOffset="35838.05">7663 10516 82 0,'-6'8'664'0,"-2"-1"482"0,3-2 137 15,-3-1-123-15,3-2-331 0,2-1-292 16,0-2-134-16,1-3-85 0,-2-3-52 0,4-3-44 16,0-5-50-16,4-4-53 0,0-6-43 0,2-2-22 15,0-4-12-15,4-4-9 0,1-1-5 16,0 0-11-16,3 1-6 0,0-1-5 0,1 4-2 16,1 3 5-16,-2 4 0 0,0 4 6 0,0 3 7 15,0 5 8-15,-4 5 6 0,2 3 0 16,1 5 2-16,-3 6 0 0,4 5-2 0,-3 5-4 15,0 7-2-15,0 5-2 0,-1 4-3 16,-1 3-3-16,2 7-4 0,-1-3-3 0,-1 5-3 16,2-2-5-16,0-1-1 0,-1-4-3 15,2-2-2-15,1-5-3 0,0-7 0 0,-1-3 0 16,1-5 0-16,3-8 1 0,1-3 2 0,-1-10 2 16,1-9 0-16,3-5 1 0,0-7 1 0,0-4-1 15,0-4 0-15,0-1-1 0,0 0-1 16,0-1 0-16,0 1-1 0,-4 3-1 0,3 2-1 15,-3 6 0-15,0 1 0 0,-4 6 0 0,-1 3 0 16,0 6 3-16,-1 5 1 0,-1 5 1 16,-1 5 2-16,-1 7 3 0,-1 4 1 0,2 4 1 15,-4 5-1-15,3 2 0 0,-1 0-2 0,1 4-3 16,3-2-2-16,-2 0-2 0,4-4-1 16,0-2-1-16,1-6-1 0,1-2 0 0,0-6 0 15,2-6 1-15,0-6 0 0,1-6 1 16,-1-8 1-16,1-5-1 0,1-4 2 0,-2-4-2 15,0-1 0-15,1-2-2 0,-3 4 0 0,2 1-1 16,-2 3-1-16,2 5 0 0,-3 2-1 16,-1 4-3-16,1 6-6 0,-3 5-10 0,0 6-15 15,-3 8-21-15,-2 7-41 0,-2 7-70 0,-2 6-73 16,-1 2-124-16,2 5-196 0,0-1-308 16,2 4-303-16,2-3-207 0,-1 0-81 0,2-2 419 15,2-2 591-15</inkml:trace>
  <inkml:trace contextRef="#ctx0" brushRef="#br2" timeOffset="46019.92">14098 6013 249 0,'0'-4'471'0,"0"-1"217"0,0 2 112 16,2 0-130-16,-2 0-101 0,1 0-64 0,-1 2-61 15,0-1-60-15,0 2-68 0,0-1-65 16,0 1-42-16,2 1 2 0,0 1 40 0,-1-1 10 16,1 2-4-16,-1 2-18 0,-1 1-32 15,2 1-45-15,0 1-57 0,-1 5-30 0,-1 0-19 16,0 0-10-16,0 5-5 0,0 0-4 0,0 3-6 16,0 1-2-16,0 4-2 0,-1 1-2 15,1 0-5-15,-2 2-2 0,2 3-2 0,0-2-2 16,-2 4-3-16,2 0 0 0,0-1-2 0,0 1 0 15,-1 0 0-15,-1 1-2 0,2-1-1 16,0 0 0-16,0-1-2 0,0-1-1 0,0 2-1 16,0-4 1-16,0 3 0 0,0-2 2 0,0 1 2 15,0-3-1-15,0 3 2 0,2 0 0 16,-1 2-1-16,-1-4-1 0,0 3-2 0,0 0 0 16,0 0-1-16,0 1-1 0,0 0 0 15,0-2-1-15,0 0 0 0,0 0 1 0,0-2-2 0,0-2 1 16,0 0-1-16,0 1 1 15,-3-4-1-15,3 2 1 0,-1 1-1 0,-1-4-2 0,0-1 2 16,2 0 0-16,-1-2 0 0,-1-2 0 16,2 2 0-16,0-4 1 0,0 1 0 0,0-2 1 15,2 2 1-15,-2 1-1 0,1-3 0 16,1 1 0-16,0 0-1 0,-1-1 0 16,2 1-1-16,-1-3 0 0,1 1 1 0,0 0-1 0,-1-1 0 15,2 1 0-15,-1-4 1 0,-1 0-1 16,1 1 0-16,1-5 1 0,-3 2 0 0,1-2-1 15,-1-3 1-15,1 1-1 0,-2 0 0 16,3-4 0-16,-1 0 0 0,1 1 0 0,1 0 1 16,-1-2 1-16,2-2 1 0,0 2-1 0,0-2 0 15,0 1 1-15,0 1 0 0,1-1-1 16,-2 1 0-16,0 0-1 0,-1-2 1 0,-2 2-2 16,3 0 2-16,-3 0 0 0,2 2 1 0,-1-2 0 15,-2 1 2-15,2 0 0 0,-1 1 0 0,2 0 0 16,-1-1 0-16,-2 2-1 0,1 0 0 15,1-2-1-15,-1 2-1 0,1-2 0 0,1 3 0 16,0-3-1-16,-1 2 2 0,1-1 2 16,2 1 2-16,-2-2 2 0,3 1 1 0,1-1 1 15,-1-1 3-15,2 0 0 0,4 0 1 16,-2 0 2-16,3 0 1 0,3 0 1 0,1-1-1 16,0 1-1-16,5 0 0 0,-1 0 0 0,5 0-1 15,-3-2-2-15,5 2-2 0,3-1-4 16,-1 1-8-16,0 0 0 0,3-2 0 0,-2 2 0 15,3 0 0-15,-1 0 0 0,-1 0 0 0,-2 2 0 16,1-2 0-16,-2 0 0 0,-3 1 0 16,1-1 0-16,-3 2 0 0,-5-2 0 0,2 0 0 15,-7 1 0-15,2 1 0 0,-5-1 0 0,0 0 0 16,-5-1 0-16,-1 2 0 0,-2 0 0 16,-3-2 0-16,0 2 0 0,-2 2 0 0,-1-2 0 15,-2 1 0-15,1 1-10 0,-4-1-19 16,3 0-21-16,-1 0-37 0,1-2-80 0,-1-2-116 0,-2 1-206 15,5-3-298-15,0 0-358 0,1-2-391 16,0-2-150-16,2-1 377 0,0-2 766 16</inkml:trace>
  <inkml:trace contextRef="#ctx0" brushRef="#br2" timeOffset="46352.56">14931 7649 300 0,'-5'-5'1225'0,"-2"2"503"0,4 1-193 15,-2 1-354-15,2 1-473 0,1 1-281 0,2 1-189 16,2 1-93-16,1 2-47 0,5-1-25 16,3 3-21-16,0 1-14 0,5-1-14 0,0 0-6 15,2 3-7-15,3-1-2 0,1 3-3 0,0-1-2 16,0 1-2-16,-1 5 1 0,1-1-1 16,-1 4-1-16,-4-1 1 0,0 4 0 0,-1 0 0 15,-3 1 1-15,-2 0 0 0,-3 3 3 0,-2-2 7 16,-3-1 7-16,-1 2 10 0,-4-2 6 15,-4-1 5-15,0-2 2 0,-2 1-3 0,-2-1-6 16,-4-2-7-16,1 2-7 0,-4 0-5 16,1 2-6-16,-1-3-5 0,-1 5-4 15,0-3-2-15,0 3-1 0,1-2-2 0,1 0-2 16,3-1-8-16,2-2-16 0,2-2-29 0,4-2-77 16,3-4-120-16,2-1-249 0,5-4-310 0,0-1-390 15,6-4-461-15,2-2-138 0,1-2 556 0,3 2 848 16</inkml:trace>
  <inkml:trace contextRef="#ctx0" brushRef="#br2" timeOffset="47470.03">17348 7229 59 0,'-4'-12'589'0,"-1"1"467"0,-1-4 194 0,-2 0-71 15,-3-2-291-15,-2 0-278 0,1 1-146 0,-2 0-97 16,-4 0-62-16,2 1-49 0,-4 2-65 16,1 3-63-16,-2-1-34 0,-1 4-24 0,-1 1-13 15,0 2-14-15,1 0-9 0,0 4-10 16,1 4-6-16,3 0-6 0,-3 2-3 0,3 0-3 15,1 3-3-15,4-2-6 0,0 4-6 0,3-3-1 16,3 5-3-16,3-1-1 0,-1 3-2 0,10 1 6 16,-1 3 2-16,4 3 3 0,5 1 1 15,4 2 6-15,4-2 5 0,1 4 1 0,4-4 2 16,2-1-1-16,2 1-1 0,2 0-4 16,-2-2-4-16,0-2-2 0,-2 1 1 0,-3-3 0 15,-3 2 1-15,-4 0 2 0,-1 0 0 0,-6-2 1 16,-3 1 6-16,-3 2 5 0,-2-4 4 0,-6 2 5 15,0 0 2-15,-5 0 0 0,-3 1-3 16,-3-1-5-16,-1 1-3 0,-3-2-5 0,0 0-2 16,-1-2-2-16,-1-1-1 0,2-1-2 15,3-2-1-15,0-4-2 0,1 1-2 0,4-2-8 16,2-1-19-16,-1-5-36 0,4-2-75 0,4-3-73 16,2-7-118-16,3-1-171 0,3-7-281 15,1-2-309-15,4-3-202 0,1-1-141 0,4-4 249 16,-2-2 554-16</inkml:trace>
  <inkml:trace contextRef="#ctx0" brushRef="#br2" timeOffset="48076.64">17537 7206 50 0,'26'-17'421'0,"-4"4"323"0,-4 3 298 0,-2 3 105 16,0 1-352-16,-2 3-123 0,0 2-51 16,-1 4-88-16,0 1-107 0,-1 3-84 0,0 4-58 15,-3 3-83-15,0-1-60 0,-1 3-32 0,-3 3-20 16,0 5-13-16,-2-1-14 0,-3 3-12 0,-1 3-11 15,-2-1-10-15,-4 3-8 0,2-2-9 16,-1-1-5-16,1 0-4 0,-1-3-3 0,5-4-3 16,1-2-2-16,0-6 1 0,4-4 0 15,5-4 1-15,4-5 2 0,3-8 1 0,2-7 1 16,4-5 1-16,1-4-1 0,2-4 0 0,-1-2-1 16,2 0 0-16,-3-1 0 0,1 4 0 15,-5 4-1-15,-2 2 0 0,-1 3 1 0,-5 4-2 16,-1 4 1-16,-4 4 1 0,1 4 1 15,-1 4 0-15,-5 5 2 0,-1 5 0 0,-1 6-1 16,-3 2 1-16,0 4-1 0,-1 4-2 0,2 1-2 16,0 2 1-16,1 3-2 0,1-2 1 15,-1 0 0-15,2-1 1 0,2-2 0 0,1-3 0 16,2-3-1-16,1-3-1 0,6-7 0 16,-2-5 0-16,6-3-2 0,-2-10 1 0,5-3-4 15,-1-7-1-15,2-3-3 0,-1-3-1 0,-2-3 1 16,2-1 2-16,-3-1 2 0,1 1 5 0,-2 2 2 15,-1 2 0-15,-3 2 1 0,0 5-1 16,-2 2-1-16,-2 3 0 0,-1 3 1 0,-1 5 0 16,3 2 1-16,-4 4 1 0,1 5 0 15,-2 2 1-15,2 4 0 0,-1 6-1 0,-3 0 0 16,2 3 0-16,2 6 1 0,-2 2 2 0,-2 3 0 16,-1 4 0-16,0 6 1 0,-4 3-2 0,-2 5 0 15,-2 1-3-15,-2 2 0 0,-1 2-2 16,-2-1-1-16,-1-2 0 0,-3-2 0 0,-2-5 2 15,1-5 0-15,0-4 3 0,-2-5 0 16,2-7 0-16,-1-8-1 0,3-3-3 0,2-9-9 16,2-8-15-16,4-7-28 0,4-8-69 15,-1-8-76-15,5-7-126 0,5-9-185 0,3-7-311 16,3-10-336-16,6-5-230 0,2-8-112 0,5-6 375 16,4-5 601-16</inkml:trace>
  <inkml:trace contextRef="#ctx0" brushRef="#br2" timeOffset="48392.87">18582 7117 400 0,'40'-66'848'15,"-10"7"322"-15,-5 10 53 0,-3 6-191 0,-5 6-224 16,-2 9-178-16,-3 4-139 0,-4 5-98 16,0 4-81-16,-3 4-105 0,3 2-77 0,-5 6-49 15,0 5-27-15,-1 5-15 0,-1 11-10 0,-2 8 1 16,-1 7 2-16,0 9 0 0,-2 10-3 16,-2 6-4-16,1 11-4 0,0 5-9 0,0 7-7 15,2 2-3-15,3-1-1 0,0 0-1 16,5-4-1-16,1-10 0 0,7-6 1 0,0-9-1 15,1-14-2-15,5-7 1 0,0-11-1 16,-3-7 1-16,1-10 0 0,-1-7 1 0,-1-9 0 16,-2-6-1-16,0-5 1 0,-4-9 1 0,-1-3 2 15,-4-2 1-15,-3-4 4 0,-1 0 1 16,-5 2 3-16,-3-3 0 0,-1 3 0 0,-5 2-1 16,-1 3-3-16,-2 2-1 0,1 8-2 0,-3 5-2 15,0 6-1-15,0 11-3 0,-3 8 0 0,2 9-1 16,0 7-3-16,2 6-13 0,2 7-25 15,0 0-74-15,6 1-110 0,0-2-247 16,5 1-308-16,3-1-392 0,6 1-475 0,-1-3-185 16,6-2 513-16,2-2 903 0</inkml:trace>
  <inkml:trace contextRef="#ctx0" brushRef="#br2" timeOffset="49422.57">19099 6759 171 0,'5'-8'438'0,"0"2"252"0,-1-1 215 15,1-1-113-15,-2 2-119 0,1 0-101 16,-3-1-70-16,1 5-15 0,-1-1-26 0,1 0-59 16,0 3-73-16,-1 0-57 0,1 1-44 0,-1 4-55 15,-1 2-53-15,5 5-30 0,-4 2-13 16,1 7-3-16,-1 7-4 0,1 4-5 0,1 6-5 15,1 5-4-15,-3 6-3 0,1 4-7 16,-1 6-9-16,3 1-8 0,-4 1-8 0,1 0-9 16,2-4-6-16,3-4-4 0,-1-5-2 0,3-4-3 15,2-8 0-15,1-8 0 0,1-5 0 0,1-5 2 16,4-9 0-16,1-6 2 0,-1-9 2 16,5-7 0-16,2-6 1 0,-2-6-1 0,4-6 0 15,-3-1 0-15,2-3-1 0,-4 1 0 16,0 1-1-16,-3 3 0 0,-5 3 0 0,1 4 0 15,-6 3 1-15,-1 9 0 0,-2 1-1 0,-5 9 1 16,-4 4 0-16,0 6-2 0,-6 7 1 16,-1 6-2-16,-2 3 1 0,-1 6-1 0,0 0-2 15,3 4 1-15,-2 2-2 0,4 1 1 16,1 2 1-16,-2-1-1 0,6 0 2 0,2-2 0 16,2-2 0-16,3-4 0 0,4-4-2 0,5-6-1 15,2-6-3-15,8-7-6 0,2-8-8 0,4-6-8 16,2-8-11-16,2-3-8 0,3-7-4 15,1-1 2-15,-1-1 7 0,0-1 8 0,0 1 12 16,-3 0 9-16,-4 4 5 0,1 1 4 16,-6 3 2-16,-3 4 2 0,-3 4 3 0,-4 3 6 15,-3 4 6-15,-2 6 8 0,0 4 5 0,-7 3 1 16,-1 5 0-16,0 2-5 0,-4 3-5 0,-1 0-6 16,4 1-4-16,-4 0-3 0,2 0-2 15,-1 0 0-15,3-1-1 0,-1-3-2 0,2 0-1 16,2 0 1-16,-1-4-1 0,3-1 0 15,0-3-1-15,1-3 2 0,3-1-2 0,0-7 1 16,1-4-1-16,1-4 0 0,2-5 0 16,1-5 1-16,1-2 1 0,-3-6 1 0,-1 2 2 0,-1-6 2 15,-1-1 0-15,-5 0 0 0,1-1 0 16,-3 0 5-16,-4-1 3 0,0-2 6 16,-2 4 5-16,-3 2 6 0,-3 3 1 0,2 4-2 15,-4 4-5-15,0 5-6 0,1 6-6 0,-4 6-6 16,1 5-3-16,-2 6-2 0,4 5-1 0,-2 5-2 15,4 4 0-15,-2 3-2 0,7 6-1 16,1-2-6-16,2 3-13 0,3 1-20 0,1-1-45 16,4-2-83-16,0-5-119 0,4-1-196 0,2-3-300 15,2-5-352-15,6-2-334 0,1-7-116 0,3-3 372 16,4-8 676-16</inkml:trace>
  <inkml:trace contextRef="#ctx0" brushRef="#br2" timeOffset="49603.67">20446 7322 551 0,'13'-4'1447'0,"-4"2"284"16,-4 3-276-16,-3 4-378 0,-1 3-444 16,-2 3-253-16,-1 4-166 0,-1 1-81 0,0 6-47 15,-5 3-31-15,2 2-22 0,-2 3-16 16,0 2-7-16,-1 3-5 0,-1 3-2 0,0-1-5 16,1 2-18-16,-1-2-45 0,2-2-83 0,0-5-150 15,-1-4-268-15,3-5-325 0,3-5-395 16,-1-4-375-16,3-8-17 0,1-4 715 0</inkml:trace>
  <inkml:trace contextRef="#ctx0" brushRef="#br2" timeOffset="49802.14">20531 7142 849 0,'-3'-31'1786'16,"-1"4"6"-16,-2 6-406 0,-1 5-384 0,-1 4-469 15,2 6-255-15,-2 5-116 0,0 5-58 0,0 6-34 16,2 5-22-16,-3 6-16 0,2 6-11 15,1 6-9-15,2 3-7 0,1 6-4 16,2 5-4-16,2 1-12 0,2 2-25 0,4 3-77 16,-1-1-143-16,2-3-246 0,5-4-319 15,-4-5-417-15,5-4-507 0,2-4-127 0,6-7 758 16</inkml:trace>
  <inkml:trace contextRef="#ctx0" brushRef="#br2" timeOffset="49955.33">21017 7602 816 0,'-4'9'1993'0,"-5"9"-70"0,-3 3-517 0,-6 6-413 16,0 3-447-16,2 4-296 0,-5 3-122 0,5 1-53 15,-3 3-26-15,3-2-37 0,2-2-12 0,5-4 0 16,1-5-27-16,3-6-90 0,5-9-142 16,3-7-248-16,2-8-328 0,1-11-432 0,2-6-517 15,5-7-132-15,0-8 775 0</inkml:trace>
  <inkml:trace contextRef="#ctx0" brushRef="#br2" timeOffset="50102.51">21163 6856 676 0,'-16'-21'1659'0,"-5"11"91"16,-1 7-375-16,0 6-359 0,-4 6-474 0,4 3-300 16,2 3-127-16,4 4-88 0,2 1-113 0,4-1-140 15,6 0-260-15,0 0-298 0,8 0-379 0,0-1-405 16,4 1-77-16,3 0 548 0</inkml:trace>
  <inkml:trace contextRef="#ctx0" brushRef="#br2" timeOffset="50635.31">21869 7330 117 0,'-4'-4'705'15,"-3"0"481"-15,1 1 204 0,-2 0-87 0,5-2-398 16,1 3-339-16,-1-1-176 0,6 0-100 16,2-3-87-16,6 0-65 0,3 0-48 0,8-1-25 15,7 1-10-15,2 0-5 0,6 1-5 16,1 2-10-16,3 2-7 0,0 1-4 0,-1 1-4 15,-2 4-8-15,-2 1-4 0,-9 3 2 0,-2 4 7 16,-8 2 3-16,-4 5 5 0,-6 4 5 16,-11 4 2-16,-4 2 0 0,-4 6-4 0,-9 3-1 15,-2 3-1-15,-6 3 0 0,-1 2-2 16,0-1-4-16,2-1-3 0,0-3-2 0,3-3-6 16,6-6-6-16,3-2-2 0,7-8-4 15,4-3-1-15,9-5 0 0,2-4-8 0,6-7-14 0,4-6-30 16,6-4-80-16,4-6-114 0,0-4-238 15,1-4-302-15,3-3-370 0,-1 3-431 16,1-6-139-16,-5 1 470 0,4 1 812 0</inkml:trace>
  <inkml:trace contextRef="#ctx0" brushRef="#br2" timeOffset="51238.04">22496 7757 263 0,'-8'17'981'0,"-2"0"552"0,0-2-1 16,1-5-298-16,3-2-507 0,3-5-282 15,3-6-172-15,1-5-111 0,6-7-73 0,5-4-35 16,2-7-9-16,7-4-6 0,1-4-1 0,5-4-10 16,5-3-5-16,-1 2-3 0,5-4-8 15,-2 4-5-15,-3 0-2 0,-1 6-2 0,-4 5 0 16,-2 2 9-16,-7 7 10 0,-4 4 11 16,-3 5 7-16,-3 7 7 0,-7 8 2 0,-4 6-3 15,-5 7-7-15,-2 6-3 0,0 6-6 0,-3 4-7 16,1 3-1-16,-1 2-5 0,3 2 0 15,1 3-4-15,1-3-1 0,4-2 0 0,2-1-2 16,3-5-1-16,2-6-4 0,4-4-2 16,6-8-1-16,3-6-2 0,4-8 0 0,3-5 0 15,0-9-3-15,5-4 1 0,1-5-2 0,-1-6 2 16,3-2 0-16,-1-3 1 0,-3 2 1 0,3-2 0 16,-3 1 1-16,-3 4-1 0,-1 0 0 15,-1 6 0-15,-5 3 0 0,-2 3 0 0,-5 5 0 16,-1 2 0-16,-3 4 1 0,-2 5 0 15,-3 5 1-15,-1 2-1 0,-1 6 0 0,-1 0 0 16,0 3 0-16,-1 0-1 0,1 3 0 0,2 2 0 16,-1-3 0-16,4-1 0 0,-1 0-1 0,2-4 0 15,2 0 0-15,3-4-2 0,3-3 1 16,-1-2-1-16,4-4-1 0,-1-3-2 0,-1-3-1 16,6-3-6-16,-6-1-6 0,6-3-11 0,-6 2-15 15,6-1-22-15,-5-2-43 0,4 2-67 16,-3 2-63-16,2 0-63 0,-2 2-81 0,0 1-93 15,-1 5-53-15,-1-1 25 0,0 4 35 16,-3 2 57-16,2 5 131 0,-5 0 210 0,2 5 212 0,-3 2 141 16,0 3 74-16,-2 1 56 0,2 4 42 15,-2 3-6-15,-2 2-63 0,3 4-60 16,-3 0-58-16,1 1-62 0,1 0-71 0,0 0-63 16,4-3-46-16,0-6-98 0,3-5-96 0,0-5-180 15,3-7-284-15,0-9-331 0,4-4-393 0,1-7-200 16,4-7 157-16,3-6 707 0</inkml:trace>
  <inkml:trace contextRef="#ctx0" brushRef="#br2" timeOffset="51419.06">23920 7270 223 0,'9'-60'1138'0,"-5"9"611"0,-4 6-119 16,-4 8-360-16,-4 7-481 0,-4 9-306 0,-1 6-210 16,-1 8-109-16,-2 6-62 0,3 7-39 0,-1 1-23 15,3 3-16-15,0 2-11 0,7 3-7 16,0 1-4-16,3 1-1 0,2 6-4 0,4-1-8 15,2 1-19-15,2 3-40 0,-1-2-82 16,0 1-153-16,1 1-267 0,1 0-321 16,-2 1-398-16,4 0-406 0,1-1-18 0,1 4 741 0</inkml:trace>
  <inkml:trace contextRef="#ctx0" brushRef="#br2" timeOffset="51735.5">24437 7469 164 0,'-1'-6'1189'15,"-6"2"685"-15,-2-2-194 0,-5 3-402 16,-2 0-438-16,-2 3-366 0,1 2-208 0,-2 1-99 16,0 6-51-16,-3 2-32 0,0 3-25 15,-2 6-59-15,2 2 0 0,0 4 0 0,1 1 0 16,3-1 0-16,3 2 0 0,4-3 0 0,4-1 0 16,6-4 0-16,2-5 0 0,6-3 0 0,2-5 0 15,7-5-20-15,0-9-93 0,6-6-80 16,3-8-129-16,4-7-204 0,4-5-311 0,2-6-370 15,0 0-357-15,-5 1-100 0,0 4 484 16,-7 7 835-16,-4 4 538 0,-1 9 505 0,-10 4 725 16,-5 7 179-16,-5 6-242 0,-4 8-440 0,-5 5-337 15,-7 9-190-15,0 3-167 0,-3 5-88 16,-3 4-52-16,2 2-34 0,4 2-21 0,1-3-14 16,6 0-14-16,3-3-30 0,2-2-83 15,6-5-143-15,3-6-247 0,3-5-314 0,2-6-416 16,4-5-498-16,0-6-109 0,4-4 720 0</inkml:trace>
  <inkml:trace contextRef="#ctx0" brushRef="#br2" timeOffset="52426.33">25027 7855 356 0,'-14'21'1154'0,"-1"-4"481"0,1-1-152 0,1-3-320 15,4-7-514-15,1-4-248 0,3-6-167 16,5-6-104-16,5-9-48 0,4-3-23 0,4-6-10 16,6-8-5-16,3-3 0 0,5-2-3 0,7-6-4 15,-1 1 1-15,4 0-4 0,1 1-6 16,-3 4-6-16,2 4-5 0,-7 6-4 0,-2 6-6 15,-4 6 4-15,-5 6 4 0,-2 9 7 16,-2 4 5-16,-5 9 3 0,-3 8 4 0,-2 6-7 16,-5 7-4-16,-4 5-1 0,1 5-4 0,-2 3-3 15,1 1-2-15,-4 3 1 0,2-1-3 16,2-1-4-16,1-1-3 0,2-3 0 0,1-7-1 16,4-3-2-16,3-8-1 0,4-5 2 15,1-9-2-15,7-7 0 0,1-7 0 0,5-7 0 0,2-7-2 16,1-7 0-16,2-2-1 0,2-6-1 15,-1 0-1-15,2 0 1 0,1-1 1 0,-1 1 0 16,-1 2 2-16,-2 2 1 0,-2 1 1 16,-3 5 1-16,0 3-1 0,-4 4 0 0,0 5 0 15,-6 5-1-15,1 3 0 0,-2 5-1 16,-2 4 1-16,-1 4 1 0,0 4 4 0,-3 4 6 16,0 3 2-16,-2 5 2 0,2 0 0 15,0 2 0-15,0 1-5 0,1-1-4 0,5-4-4 0,1-3-1 16,0-1-3-16,6-4-6 0,-4-2-12 15,5-5-22-15,-2-3-49 0,-2-2-85 0,0-5-166 16,-2-1-272-16,-2 0-332 0,-5 0-406 16,-1 0-369-16,-1 1 47 0,-4 2 785 0</inkml:trace>
  <inkml:trace contextRef="#ctx0" brushRef="#br0" timeOffset="58601.69">7639 11834 199 0,'4'-3'780'0,"-3"-2"414"0,-1 1 76 0,2 2-122 15,-2-2-324-15,0 3-261 0,3 1-157 16,-3-1-87-16,0 1-59 0,2 0-74 0,-1 0-74 16,2 2-39-16,-1 2-18 0,-1 2-9 0,2 5-5 15,2 6 1-15,0 4 9 0,0 5 0 16,1 8-3-16,0 5-3 0,2 6-1 0,-3 2-3 15,0 8-10-15,1 4-6 0,-1 5-5 0,-2 6-5 16,-2 1-6-16,1 3-5 0,-2 1-4 16,0-3-2-16,0-1-1 0,0-7-1 0,0 2 2 15,0-8 0-15,0-2 0 0,0-7 0 16,0-5-1-16,2-6-11 0,-1-6-16 0,-1-7-24 16,2-5-52-16,-2-6-70 0,0-9-87 0,0-6-129 15,0-7-178-15,0-9-289 0,2-8-265 16,-1-6-203-16,1-5-59 0,-1-7 370 0,1-7 517 15</inkml:trace>
  <inkml:trace contextRef="#ctx0" brushRef="#br0" timeOffset="58868.63">8011 11812 18 0,'11'-14'557'0,"0"6"504"0,-3 3 216 15,-1 4-41-15,0 4-252 0,-2 3-307 16,0 4-211-16,-1 5-105 0,1 4-59 0,-1 3-59 15,0 3-71-15,2 7-46 0,-3 3-24 0,2 5-17 16,0 5-10-16,0 2-14 0,-2 3-10 0,0 6-9 16,2 2-10-16,-4 5-9 0,1 4-7 15,-1 0-6-15,-1 3-7 0,-1-3-4 16,-1-2-3-16,2-2-1 0,-1-1 0 0,-2-6-4 16,3-5-8-16,-2-4-14 0,2-3-19 0,0-8-35 15,-3-5-66-15,2-5-69 0,-3-5-96 16,1-7-154-16,-2-2-245 0,-1-5-295 0,1-7-232 0,-4-2-177 15,1-5 144-15,-2-5 541 0</inkml:trace>
  <inkml:trace contextRef="#ctx0" brushRef="#br0" timeOffset="59201.13">7484 12514 206 0,'7'-3'820'15,"-1"1"393"-15,0 1 39 0,2-1-71 0,0-5-365 16,6 1-268-16,-1-3-148 0,4-2-61 16,1 0-47-16,4-6-75 0,0 0-73 0,2-2-44 15,3-1-24-15,1-3-24 0,4-2-17 0,-2 0-12 16,3 0-10-16,0 0-5 0,1 0-5 0,-3 0-3 15,1 0 0-15,2 3-1 0,-4 1-1 16,-1 0-1-16,0 3 0 0,-1 0 0 0,-3 5-12 16,-1 1-29-16,-4 2-72 0,-4 3-72 15,-2 3-130-15,-6 4-201 0,-3 2-315 0,-3 7-336 16,-4 1-224-16,-1 2-98 0,-3 3 399 0,-2 1 599 16</inkml:trace>
  <inkml:trace contextRef="#ctx0" brushRef="#br0" timeOffset="59443">7721 12705 98 0,'-18'26'690'0,"6"-5"467"0,2-4 103 16,3-2-142-16,1-3-389 0,6-2-315 15,1-2-168-15,6-2-43 0,2-3-15 0,2 1-16 16,4-6 22-16,4-3-12 0,2-1-16 0,5-6-43 15,-1-1-24-15,7-5-14 0,0-1-40 16,4-6-24-16,0-2-9 0,1-3-8 0,1 0-2 16,0-1-4-16,1-2 2 0,-1 1-1 15,2 2-2-15,-4-3-53 0,3 5-70 0,-6 1-148 16,1 3-279-16,-3 1-297 0,-1 2-374 0,-1 3-288 16,-4 3-4-16,-1 0 638 0</inkml:trace>
  <inkml:trace contextRef="#ctx0" brushRef="#br0" timeOffset="60118.15">8805 11966 277 0,'3'-7'801'15,"-2"-1"386"-15,1 3 90 0,-4-1-147 0,1 0-290 0,-1 1-226 16,-1 1-155-16,-2-1-92 16,-1 1-78-16,0 2-87 0,-1 0-65 0,1 2-38 15,-2 0-28-15,0 0-20 0,2 2-14 0,-2 0-11 16,0 2-9-16,0 1-7 0,2 1-7 0,1 0-1 15,0 3-2-15,2 1-2 0,0 2 0 16,1 3 0-16,2 0 0 0,3 1 0 0,1 0-2 16,1 1 1-16,1 0-1 0,6 2 1 15,-2-4-1-15,3 5 0 0,2-4 1 0,1 4 1 16,3-2 0-16,2 1 2 0,-2 2 1 0,3 0 2 16,0-1 0-16,-3 4 0 0,3 2 1 15,-3 1-1-15,-3 1 1 0,1 4-2 0,-4 0 0 16,-2 4 0-16,-2-1 0 0,-2 1-1 0,-4 0 0 15,-1 1-1-15,-2-2 0 0,-2-2-1 16,-1 0 1-16,-2-3-1 0,0 1 1 0,-2-6 1 16,0 0-1-16,1-4 1 0,-1-1-1 0,-1-4 1 15,-1-3-1-15,0 0 0 0,-1-4-1 16,-1-1 1-16,0-3-1 0,0-3-1 0,-2-4-3 16,0-2-8-16,0-2-15 0,-2-3-27 15,1-2-66-15,-2-6-76 0,-1 0-129 0,-1 1-202 16,1-4-307-16,-1 0-344 0,1 1-253 0,-2-2-98 15,3-4 418-15,-1 0 632 0</inkml:trace>
  <inkml:trace contextRef="#ctx0" brushRef="#br0" timeOffset="60368.28">8667 12004 185 0,'13'-17'803'0,"-4"0"421"15,1 3 82-15,2-1-65 0,-2 2-393 16,4-1-298-16,0 1-150 0,0-1-71 0,4 2-59 16,2 1-76-16,1-2-57 0,3 3-35 15,4 0-23-15,1 0-21 0,2 1-14 0,6 0-14 16,-1 2-11-16,7 0-7 0,-2 1-4 0,3-1-4 16,2 1-4-16,0 3-1 0,-2 2-3 0,2-1-1 15,-3 2-8-15,-2 3-21 0,-2 2-71 16,-4 1-95-16,-5 3-229 0,-6 2-288 0,1 3-363 15,-6 2-438-15,-3 1-225 0,-2 2 327 16,-3 0 897-16</inkml:trace>
  <inkml:trace contextRef="#ctx0" brushRef="#br0" timeOffset="61318.21">7416 13545 377 0,'-22'4'866'0,"2"-1"313"15,-1 0 10-15,4 0-256 0,2-2-385 16,3 1-185-16,2 1-94 0,4-3-72 0,3 2-48 16,1-2-35-16,2 0-21 0,5 3 42 0,5 0 4 15,5 0 6-15,6 1 14 0,9 2 13 16,5 0-4-16,12 5-43 0,8-1-20 0,10 2-11 15,8 3-14-15,6-2-14 0,6 1-9 0,9 0-7 16,5-1-10-16,6-1-6 0,5-3-2 16,3-1-3-16,2-3 0 0,-1-5 2 0,-2 0 1 15,-1-5-1-15,-1-3-3 0,-2-1-4 16,-4-3-3-16,-2-1-8 0,-6-2-6 0,-4 2-2 0,-7 0-1 16,-4-2-1-16,-7 5 0 0,-6 1 0 15,-6 1 0-15,-7 1 0 0,-7 2-2 0,-4 3-1 16,-9-2 0-16,-4 2 0 0,-7 2-1 15,-6 0 1-15,-3-2 1 0,-4 0 0 0,-3 2 0 16,-3-3 1-16,-5 2-2 0,-3-2 0 0,-2 1-1 16,0-3-3-16,-4 3-10 0,-2-3-15 15,-2 2-27-15,0-1-66 0,-2-1-103 0,0 2-233 16,-2 0-291-16,4 2-370 0,-1 2-449 16,1-1-241-16,-2 5 371 0,0 1 932 0</inkml:trace>
  <inkml:trace contextRef="#ctx0" brushRef="#br0" timeOffset="64551.02">19131 10251 288 0,'-2'6'610'0,"1"-1"298"0,-1-1 140 16,2 0-246-16,0 0-208 0,-1-2-136 0,-1 0-95 15,2-1-55-15,-2 1-44 0,2-1-40 16,2 1-38-16,-2-2-35 0,2 1-30 0,-2-1-36 16,0 0-1-16,1 2-6 0,-1-2 1 0,0 1 7 15,2-1 14-15,-1 0-1 0,-1 0-22 16,2 0-16-16,0-1 1 0,-2-1-4 0,1 1 3 15,2-2 3-15,3-4-2 0,1-5 4 0,1 1-8 16,3-6-6-16,1-2-14 0,3-3-8 16,0-4-6-16,3-3 2 0,4 0-5 15,0-2-2-15,3-2 0 0,-1-1-1 0,3-1 0 16,2-1-5-16,-1 0-3 0,0-1-2 16,-1 1-1-16,0 1 3 0,-2 2 4 0,-2 0 1 15,-1 4 2-15,-2 4-2 0,-5 0 2 0,0 6-5 16,-4 5-4-16,-3 0-1 0,0 4 1 0,-3 3 1 15,0 0-1-15,-2 3 1 0,0 2-1 16,-1 2-2-16,-1 5-1 0,-1 1-1 0,0 4 2 16,0 3 1-16,-1 3 3 0,-1 2 0 0,0 2 3 15,-1 5 3-15,2 0-2 0,-3 4 0 16,1-1 0-16,0 2-1 0,-3 2-1 0,1-1-2 16,0 1-1-16,1 0-2 0,-1 0-1 0,0 0-1 15,-3-3-1-15,4 2-1 0,-1-5-1 16,0-1-1-16,2-2-1 0,0-3-1 0,-1-2-2 15,-2-1 1-15,5-3-1 0,-2-1-1 0,1-3-1 16,0-2-6-16,-1 0-12 0,3-2-20 16,-1 0-32-16,-3-1-74 0,1-3-109 0,-2 4-211 15,-1-1-292-15,2-3-347 0,-3 2-413 16,2-2-191-16,0 2 339 0,2-2 813 0</inkml:trace>
  <inkml:trace contextRef="#ctx0" brushRef="#br0" timeOffset="64802.74">19912 10305 585 0,'1'0'1623'16,"-1"0"197"-16,0 0-357 0,-4 1-372 0,1-1-464 16,0 0-297-16,-1 1-130 0,3-1-67 0,-1 2-40 15,2-2-28-15,-2 0-21 0,2 0-18 0,0-2-13 16,0 2-7-16,0-1-5 0,2 1-3 15,-2 0-2-15,3-1-1 0,1-1-11 0,-3 0-16 16,4 2-24-16,-1-2-54 0,-1 0-80 16,-3 1-120-16,0-1-182 0,0 2-300 0,0-1-347 15,0 1-294-15,-3 0-143 0,2-2 316 0,-2 2 653 16</inkml:trace>
  <inkml:trace contextRef="#ctx0" brushRef="#br0" timeOffset="65235.66">20318 9793 45 0,'0'1'651'0,"0"1"582"16,-2 1 174-16,1 2-108 0,-2 3-320 0,0 0-380 15,1 5-195-15,-1 4-115 0,2 4-59 0,-1 3-58 16,2 5-51-16,0 2-32 0,3 4-21 15,0 1-16-15,5 0-12 0,0 1-13 0,3-4-10 16,3 0-8-16,2-4-3 0,5-4-4 0,1-6-3 16,0-3 0-16,7-6-1 0,1-6 2 15,0-6-2-15,1-6 1 0,1-4 0 0,0-6-1 16,-2-4 0-16,-2-4 0 0,-1-3 1 16,-2-2-1-16,-3-2 2 0,-4 0 2 0,-3 0 0 15,-4 2 2-15,-2-2 0 0,-5 1 1 16,-4 0 0-16,-4-2 0 0,-5 1 0 0,-2 0-1 15,-3 0 1-15,-2 3 0 0,-4 0 1 0,-4 2-1 16,2 5 0-16,-4 0-1 0,0 5-1 16,-3 9-2-16,1 1-1 0,-1 6-1 0,3 6 1 15,-3 6-3-15,7 3 0 0,-4 7-2 16,6 6 0-16,0 2 0 0,4 6-3 0,4 0-1 16,2 2-1-16,3 3-13 0,4 2-28 0,5-5-73 15,1 3-73-15,3-6-122 0,7-2-190 0,-1-1-312 16,7-7-328-16,1-2-217 0,3-7-108 15,2 1 359-15,0-6 584 0</inkml:trace>
  <inkml:trace contextRef="#ctx0" brushRef="#br0" timeOffset="65643.2">21216 9844 232 0,'2'-1'998'0,"-4"4"600"15,-1 1-45-15,-3 3-303 0,-3 5-478 16,0 1-289-16,-2 4-178 0,0 3-112 0,0 3-59 16,2 5-29-16,-4 5-19 0,5 7-16 15,0 1-13-15,2 3-12 0,1 2-11 0,4-4-12 16,4 0-10-16,4-3-8 0,5-4-3 0,3-7-3 16,5-6-1-16,3-5-1 0,2-7-4 0,4-7-7 15,2-8-7-15,1-6-7 0,1-7-5 16,1-4-1-16,-3-8 2 0,-1 0 7 0,-1-4 8 15,-6 2 8-15,-3-3 5 0,-6 2 3 16,-3-1 3-16,-5 0 0 0,-4 0 3 0,-2 0 1 16,-3-2 4-16,-5-3 2 0,-4 4 1 0,-2-2 5 15,-3 2-1-15,-5 3 1 0,-5 6-3 16,-2 5-2-16,-2 6-2 0,-2 6-4 0,-4 9-3 16,1 6-3-16,-2 7-3 0,3 5-1 15,2 5-2-15,5 5-2 0,1 2-6 0,6 2-27 16,2 2-81-16,6-1-129 0,3 0-252 15,5 0-308-15,3-6-392 0,5 2-450 0,4-4-101 16,2 1 619-16</inkml:trace>
  <inkml:trace contextRef="#ctx0" brushRef="#br0" timeOffset="67931">22372 9959 266 0,'-1'3'680'0,"-1"-1"356"15,1 0 123-15,-3 0-245 0,3-2-294 0,1 0-163 16,-2 1-98-16,0-1-52 0,2 1-38 15,0 1-35-15,0-2-33 0,2 2-35 0,0-2-45 16,-1 0-20-16,4 0-21 0,1 0-11 0,0 0-6 16,2 0-4-16,1 0-4 0,1 0-11 15,3 0-6-15,3 0-3 0,-3 0-3 0,3 0-2 16,2 0-1-16,1 0-10 0,0 0-8 16,3 1-2-16,2-1-3 0,0 1-1 0,0 1-1 15,-1-2 0-15,3 3-2 0,-1-2 0 16,0 1-1-16,-1-1-1 0,1 1 0 0,0-1-1 15,1 1 1-15,-4-2-2 0,-1 1 0 0,1-1 0 16,-5 0 0-16,0 0-2 0,1 0 1 0,-6 0-7 16,-2 2-43-16,-1-2-74 0,-2 0-103 15,-3 0-194-15,-2-2-297 0,-4 2-350 0,1-3-328 16,-4 2-151-16,-1-2 300 0,-5-2 690 0</inkml:trace>
  <inkml:trace contextRef="#ctx0" brushRef="#br0" timeOffset="68282.1">22789 9796 155 0,'-3'3'774'0,"2"2"441"0,-3-2 50 16,4 0-170-16,0-1-428 0,2 2-309 0,1-2-96 15,4 0-52-15,2 2-25 0,4-2-11 0,1 1 21 16,5 1-8-16,1 1-53 0,1 0-29 15,4 1-17-15,1 1-12 0,0 2-35 0,1 0-18 16,2 0-6-16,-2 2-2 0,1-1-5 16,1-1 0-16,-1 2 1 0,-1-3 10 0,-2 3 4 15,0 0 3-15,-4-1 2 0,-2 0 0 0,-4 1 8 16,-1 0-2-16,-6 0 0 0,-4 3 0 0,-4 2 0 16,-3-2-2-16,-3 4-7 0,-4 0-8 15,-4 2-7-15,-4-1-3 0,0-1-4 0,-3 3-2 16,-3-2-1-16,1 1-3 0,-3 0-2 15,1-2-2-15,3-1-7 0,1 0-20 0,1-2-57 16,4-3-77-16,0-2-147 0,5-2-278 0,5-3-317 16,0 2-376-16,6-3-298 0,6 2 5 0,2-4 668 15</inkml:trace>
  <inkml:trace contextRef="#ctx0" brushRef="#br0" timeOffset="72179.03">25014 9636 39 0,'5'-4'521'16,"-3"2"467"-16,-2-2 249 0,0 3-25 15,-2-2-281-15,-1 2-246 0,0-1-179 0,-2 2-121 16,-2-1-76-16,-1-1-63 0,-1 2-80 16,1 0-55-16,-2 2-32 0,0-2-20 0,0 1-16 15,0 1-9-15,0-1-9 0,2 1-8 0,-2 0-6 16,1 0-3-16,-1 1-2 0,4 0-3 15,-1 0 0-15,1 2-2 0,-1-3 1 0,2 3-1 16,-2 1-1-16,1-1 0 0,-2 1 0 16,3 0-1-16,1 0 0 0,0-1 0 0,0 3 1 15,0-2 0-15,3 2-2 0,1-1-1 0,0 0-1 16,1 3-1-16,3-2 0 0,-1 4 0 0,3-3 2 16,2 2 1-16,5 1 1 0,-2 1 0 15,4 1 0-15,0 2-1 0,4 1 0 0,-2 1 0 16,4-1 1-16,-3 6 3 0,2-3 0 15,0 3 2-15,1 3 1 0,-4-1-1 0,0 0 0 16,0 2 0-16,-4-1-2 0,-1 2 1 16,-3-2 0-16,-1-1 0 0,-3 1 0 0,-4-1 0 15,-1-1 0-15,-1 0 1 0,-3-1 7 0,-3-4 3 16,1 2 2-16,-4-4 1 0,0-1 1 16,0-1-2-16,-3-1-6 0,-1-4-4 0,-1 2-2 15,1-2-1-15,1-4-1 0,1 2 0 0,-2-3-2 16,1-1 1-16,0-2-1 0,4-1-1 0,1-2-1 15,0-4-2-15,-1-1-7 0,4-5-14 16,-2 1-31-16,6-9-70 0,-3-2-74 0,1-5-120 16,2-2-183-16,1-2-307 0,-3-2-321 15,6-1-224-15,-3-1-115 0,1 4 336 16,-1-2 595-16</inkml:trace>
  <inkml:trace contextRef="#ctx0" brushRef="#br0" timeOffset="72445.78">24966 9571 167 0,'5'-3'758'16,"-1"3"421"-16,-3 0 60 0,2 0-136 0,2 1-373 16,4-1-244-16,1 2-114 0,1 1-66 15,3-3-25-15,2 2-36 0,1 1-61 0,1-2-57 16,2-1-37-16,2 2-19 0,-1-2-20 0,5 0-13 15,-3 0-5-15,2-2-5 0,2 1-10 16,2-2-7-16,-5 1-4 0,3-3-3 0,-2 3-4 16,-3-2 0-16,-1 3-3 0,-1-2-16 15,-3 0-54-15,-1 3-71 0,-2-1-93 0,-4-1-162 16,0 4-304-16,-1-1-333 0,-3 2-280 0,2 1-176 16,-1 0 190-16,2 0 624 0</inkml:trace>
  <inkml:trace contextRef="#ctx0" brushRef="#br0" timeOffset="72862.41">26105 9683 504 0,'-6'-1'1453'0,"0"0"286"0,-4 1-283 16,0 0-343-16,-2-2-482 0,2 2-269 15,1 2-151-15,-2-1-75 0,3 0-42 0,1 3-30 16,1 0-21-16,2 1-18 0,2 0-10 16,2 3-6-16,2 0-3 0,4-1-3 0,2 1-2 15,1-3 0-15,5 1-1 0,2-4 0 0,1-2 0 16,1-2 1-16,4-4 0 0,-2-2 1 16,0-2 0-16,-1 0 0 0,-3-2 1 0,-4 2 0 15,-2 1 0-15,-5-1 1 0,-2 2-2 0,-3-1 1 16,-3 2 0-16,-2 1 0 0,-5 4-2 15,-1-2 1-15,0 3-1 0,-2 0 0 0,-1 2-1 16,0 2-1-16,0 0 0 0,-1 3 1 0,3 0-2 16,2 2 0-16,-1 1 0 0,0-1 0 15,7 1 0-15,-5 1-1 0,5 0-1 0,0 0 1 16,1 3-1-16,3-2 0 0,0 1-1 16,3-3-7-16,1 4-15 0,-1-3-28 0,2 2-73 15,-2 0-83-15,2-1-154 0,-4-1-266 0,5-1-323 16,1 2-368-16,-2 0-217 0,3 1 35 15,1 2 628-15</inkml:trace>
  <inkml:trace contextRef="#ctx0" brushRef="#br0" timeOffset="73195.12">26450 10272 37 0,'0'13'880'0,"-2"-1"777"0,-3-2 7 0,-1 2-348 15,2 0-394-15,-1-2-388 0,-2 0-252 0,2-1-113 16,2 2-56-16,2-1-33 0,-1-1-25 0,2 0-20 16,3-1-15-16,4-3-9 0,1 1-5 15,4-6-4-15,2-2-1 0,4-5-1 16,-1-1-2-16,4-6 0 0,0-1-1 0,-1-3 0 0,0-2 0 16,-4 1 1-16,0 0 1 0,-5 2 1 15,0 0 2-15,-5 4-1 0,-4-2 2 0,-2 3 1 16,-3 2-1-16,-5 2 0 0,0 3 0 15,-1 1 0-15,-5 3 0 0,-1 2-1 0,0 4-2 16,-1 1 0-16,0 3-2 0,2 1 0 16,2 1-1-16,0 2-9 0,2-4-16 0,1 3-38 15,1-1-76-15,0-1-80 0,2 0-150 0,-2 0-247 16,0-2-320-16,2-1-324 0,-1 1-200 16,-1-1 10-16,1 1 553 0</inkml:trace>
  <inkml:trace contextRef="#ctx0" brushRef="#br0" timeOffset="73549.57">25783 10708 118 0,'-7'8'698'0,"2"-2"465"0,1-2 111 0,2-1-80 16,2-1-339-16,3-5-268 0,4-3-160 16,2-7-85-16,5-2-50 0,2-5-60 0,6-5-65 0,3-7-45 15,5-4-29-15,5-7-23 16,3-1-17-16,5-6-8 0,4-6-10 0,2 0-9 16,1-2-5-16,2-4-6 0,-3-1-1 0,1-2-5 15,2 0-3-15,-4 1-3 0,1 0 0 0,-5 1 1 16,0 3-2-16,-2 3 0 0,-7 3-1 15,-2 4 0-15,-5 5-1 0,-3 7 0 0,-4 1-1 16,-5 8-1-16,-2 3-2 0,-5 5-9 0,-2 4-24 16,-6 1-72-16,-1 4-87 0,-3 3-183 0,-2 3-287 15,1 6-345-15,-1 0-409 0,0 6-240 16,1 0 150-16,0 0 788 0</inkml:trace>
  <inkml:trace contextRef="#ctx0" brushRef="#br0" timeOffset="74269.39">27909 9407 342 0,'14'-11'880'0,"-4"0"347"0,-4 2 0 16,2 3-260-16,-2 2-290 0,-3 1-186 0,2 0-113 16,-2 1-65-16,-3 2-40 0,4 0-42 15,-4 2-51-15,0 1-50 0,0 2-33 0,-4 2-20 16,1 0-11-16,0 4-9 0,-2 2-7 16,-1 5-2-16,-2-1-5 0,0 5 1 0,0 3-3 15,-4 5-3-15,1 2 0 0,-3 5-1 0,-2 2 1 16,0 4 0-16,-2 1-3 0,0 5 2 0,0 1-1 15,-3 1-3-15,0 4-11 0,-2 1-22 16,-1 3 0-16,-1 1 0 0,-2 0 0 0,1 0 0 16,-1 1 0-16,1-3 0 0,-2 0 0 15,1 1 0-15,-2-1 0 0,1-1 0 0,0-2 0 16,-3 0 0-16,5-3 0 0,0-4 0 0,6-3 0 16,1-6 0-16,2-6 0 0,4-5 0 15,3-2 0-15,1-6 0 0,3-4 0 0,-1-3 0 16,2-1 0-16,2-6 0 0,1 0 0 15,-1-5-24-15,3-2-104 0,-1-5-83 0,2 0-159 16,-1-6-271-16,3 2-330 0,1-2-401 16,1-1-316-16,-1 1 31 0,4-2 754 0</inkml:trace>
  <inkml:trace contextRef="#ctx0" brushRef="#br0" timeOffset="75050.21">27976 10542 358 0,'0'2'722'15,"0"3"296"-15,0-3 86 0,0-2-304 0,0 2-225 16,0 1-152-16,0-3-76 0,1 0-11 0,4-5 4 16,-2 3-26-16,2-4-27 0,1-3-33 15,2-3-48-15,1-3-51 0,4-3-52 0,0-4-21 16,3-4-18-16,0-3-10 0,1-2-5 0,0-1-9 15,1-5-6-15,0 0-9 0,2-2-5 16,-2-2-1-16,1 2-2 0,-1 1-2 0,-1 0 1 16,-2 3-2-16,-2 3 7 0,-1 6-2 15,-3 1 1-15,1 3-1 0,-4 4 6 0,-1 3 2 16,0 3 0-16,-4 1-3 0,2 3-1 0,-1 6-2 16,0-5-6-16,-2 3-5 0,1 3-4 15,-1-2-4-15,0 3-1 0,0 0 0 0,0 2-1 16,-1 2 0-16,-1 2 0 0,0 3 0 0,-1 2 1 15,2 4-1-15,-3 0 1 0,0 2 1 16,-1 4 1-16,2 4 4 0,-3 2 2 0,1 3 2 16,2 1 0-16,-2 4 0 0,0 2 0 15,2 1-3-15,-1 2-3 0,1 0-2 0,-1-1-2 16,2 1-1-16,1-3 0 0,-1 1-1 0,2-3-1 16,-1 1-1-16,1-2-1 0,0-4 0 15,0 3-1-15,0-5 1 0,1 1 0 0,-1-5 2 16,0-1-1-16,0-3-6 0,2 0-11 0,-2-5-20 15,0-2-33-15,0-1-81 0,-2-4-109 0,2-2-193 16,-1-4-296-16,-3-2-351 0,3 0-396 16,-1-2-161-16,2-4 297 0,0-1 749 15</inkml:trace>
  <inkml:trace contextRef="#ctx0" brushRef="#br0" timeOffset="75961.5">28847 10326 112 0,'0'-7'572'0,"-4"1"426"0,-2-1 207 0,2 2-114 16,-3 1-357-16,1 1-175 0,1 0-91 0,-1 2-80 15,0 1-64-15,1 1-49 0,-3 2-39 16,0 0-61-16,-1 3-61 0,0 2-35 0,1 0-23 16,-2 4-8-16,2 0-9 0,-2 4-6 15,2 1-7-15,-1 6-7 0,1 0-4 0,1 2-7 16,3 2-4-16,-2 0-2 0,1 0-2 16,2 1 0-16,3-6 0 0,0 1 0 0,1-3-1 15,4-4 0-15,3 0-1 0,-2-6 1 0,4-2 1 16,4-5 0-16,-2-5 2 0,6-4 1 0,-1-4 0 15,2-5 0-15,0-7-1 0,2 2 0 16,-2-4-1-16,-2 0 0 0,0-1 0 0,-4 5 1 16,0 1 1-16,-4 1-1 0,-1 4 1 0,-1 3 0 15,-3 2-1-15,-1 2-1 0,-1 4-1 16,-1 2 0-16,-2 1-2 0,-1 4-1 0,-1 5 1 16,-1 3 0-16,-1 2-1 0,0 5 2 0,2 0-1 15,0 4 1-15,-1-1 1 0,3 1-1 16,1-1 1-16,-2 0 1 0,2 2-1 0,2-5 0 15,-1-3 0-15,4-1 1 0,0-3 0 16,3-4-1-16,3-3 0 0,2-5 1 0,1-3-2 16,2-5 1-16,2-1-1 0,3-5 1 15,1-4 1-15,4-1-2 0,-4-5 2 0,2 0-1 16,-2 0 0-16,0-2-1 0,-5 2 1 0,1 2 1 16,-6 1-1-16,1 1 1 0,-5 5 0 0,-2 0 1 15,-3 3 0-15,1 4 0 0,-4 1 0 16,-2 0 0-16,0 2 0 0,-1 2-2 0,0 3 0 15,0-2 0-15,0 4 0 0,-1-2-1 0,3 2-1 16,-3-1 1-16,1 0-1 0,3 4 1 0,-1 1 0 16,1-4 0-16,1 6 1 0,1 1-1 15,-1 1 0-15,4 3 1 0,-1 1 0 0,0 0 5 16,1 6 5-16,0 0 2 0,3 3 0 0,-4 4 2 16,3 1 0-16,-2 2-3 0,-1 3-3 15,0 1-1-15,-3 6-1 0,2 0 0 0,-3 3-1 16,-3 1-1-16,-2 2-1 0,-3 0-2 0,0-2 7 15,-6 0 4-15,0-2 1 0,-3-3 2 16,-3-4 0-16,-2-1 2 0,-1-6-7 0,-2-5-3 16,1-4-2-16,-2-4-2 0,3-5-3 15,-2-4-1-15,4-2-2 0,-1-6-5 0,0-2-15 16,4-5-33-16,1-2-79 0,1-4-99 16,5-4-181-16,1-2-295 0,7-5-342 0,3 0-374 15,3-1-175-15,7-1 225 0,1-2 714 0</inkml:trace>
  <inkml:trace contextRef="#ctx0" brushRef="#br0" timeOffset="77068.17">29553 9954 18 0,'2'-3'281'0,"-1"1"200"16,1-4 191-16,-2 3 23 0,0 0-129 0,0 0-67 15,0 1-32-15,0 1-30 0,0 0-34 16,-2-1-49-16,2 0-47 0,0 1-32 0,-1 0-2 16,1 1 5-16,0 0-1 0,0 0-9 0,0 0-23 15,0 0-36-15,-2 0-50 0,1 1-46 0,1 0-36 16,0 1-24-16,-5 1-15 0,4 2-12 0,-2 3-6 15,-1 5-3-15,-1 4 3 0,2 3 5 16,-2 5 7-16,4 7 4 0,-4 4 1 0,1 3 1 16,1 4-4-16,-1 4-4 0,4-1-8 15,-1 3-5-15,1-3-6 0,1-2-6 0,3-1-3 16,0-5-1-16,4-2-3 0,-2-5 0 0,4-5 2 16,1-4-1-16,0-4 1 0,2-2-1 15,-1-6 2-15,-1-4 0 0,5-3 1 0,-2-6 0 16,4-5 1-16,-2-5 0 0,2-2 0 0,-1-5 0 15,3-2 0-15,-1-4-1 0,-2 2 0 16,0-2 0-16,1 0-2 0,-2 3 0 0,0 1 0 16,-2 1 0-16,-5 4 0 0,3 2-1 0,-2 2 0 15,-2 2 1-15,1 3-1 0,-5 2-1 16,5-1-1-16,-4 2 2 0,0 3-1 0,0 0 2 16,0 0-1-16,-1 1 0 0,-1 1 1 15,-1-1 1-15,-1 1 0 0,1 0 0 0,0 0 4 16,-2 0 5-16,-2 0 4 0,0 1 0 0,-1 2 1 15,-4 1-1-15,-1 3-2 0,0 1-4 16,-6 3-4-16,2 1-1 0,-2 2-1 0,-2 2-1 16,0 1-1-16,-1 1 0 0,-2 1 0 15,3 2-1-15,1 1 0 0,-1 0 0 0,2 2 0 16,1-3 0-16,5 2-1 0,-1-4 1 0,6 0 0 16,-1 0 1-16,4-3 0 0,4-3 1 15,3 1 0-15,1-1-1 0,3-4 0 0,5-4-1 16,-2 1 0-16,7-6-2 0,-2-4 1 0,5 0-1 15,-1-3 0-15,2-4-1 0,-1-1-2 0,-1 2-13 16,-2-2-21-16,0-1-65 0,-5 3-81 16,-2-3-155-16,-4 2-281 0,-2 2-325 0,0 0-393 15,-6 2-278-15,2 1 38 0,-6 1 694 16</inkml:trace>
  <inkml:trace contextRef="#ctx0" brushRef="#br0" timeOffset="77527.59">30015 10564 32 0,'10'2'496'16,"-2"0"426"-16,0-1 216 0,-1-1-24 0,0-1-346 15,1-1-264-15,1-5-128 0,2-1-30 16,0 0 2-16,5-4-26 0,-2-3-35 0,2-2-42 15,2-6-53-15,-1-3-56 0,4-2-43 0,-1-2-27 16,2-3-12-16,2-2-8 0,-2-4-9 0,2 0-9 16,-1-1-7-16,-1-3-5 0,1 0-6 0,-1-1-3 15,-2 0-2-15,-2 0-1 0,-1 2 10 16,-4 3 8-16,-1 3 6 0,-4 3 5 0,-3 7 3 16,-2 2 2-16,-3 5-5 0,0 4-9 0,-3 5-4 15,-2 3-7-15,0 7-3 0,1 2-5 0,-5 6-3 16,0 3-2-16,0 6-2 0,0 4 1 0,1 3 5 15,0 5 3-15,0 1 3 0,0 3 7 16,2 4 3-16,-2 1 2 0,1 4-4 0,1 3-2 16,-3 1-3-16,2 2-5 0,1 0-2 15,1-2-3-15,2 3-1 0,-2-6-2 0,5-1 0 0,0-3-2 16,6-3 0-16,-1-4 0 0,5-3-1 16,-1-3-1-16,4-3 1 0,1-4 0 0,3-2 0 15,-1-3-2-15,3-4-5 0,0-2-10 0,-1-3-22 16,0-3-41-16,0-2-84 0,-1-2-132 0,-1-2-244 15,2-1-310-15,-2-3-376 0,2-3-371 0,0 2-74 16,-2-2 569-16</inkml:trace>
  <inkml:trace contextRef="#ctx0" brushRef="#br0" timeOffset="78028.46">31066 10376 430 0,'-1'16'1120'15,"-2"0"382"-15,-2 4-74 0,2 2-298 0,-2 4-476 16,2 1-233-16,0 1-148 0,0 0-91 0,1 1-68 16,4 0-42-16,1-3-28 0,2-4-16 15,1-3-11-15,5-4-8 0,3-5-2 0,3-3-4 16,0-7 2-16,5-4-1 0,-1-7 0 0,0-2 1 15,3-4 0-15,0-3 1 0,-2-3 5 0,-3-2 4 16,0-2 2-16,-3 0 1 0,-6-1 0 0,0 1-1 16,-7 0-6-16,-3 0-4 0,-3 1-2 15,-3 0-3-15,-7 4-2 0,0 1 0 0,-4 2 0 16,0 5-3-16,-4 3 1 0,4 6-1 0,-5 3 1 16,-2 7-1-16,2 5-1 0,-1 5 1 0,2 4-2 15,2 1 2-15,1 4-1 0,3 3 1 16,2 0 0-16,3 1 0 0,2 0 0 0,4-1-2 15,4-2-12-15,1 0-37 0,4-6-70 0,3-1-67 16,3-5-107-16,0-5-168 0,6-3-253 0,4-5-296 16,0-5-205-16,5-3-160 0,3-9 196 15,1-2 513-15</inkml:trace>
  <inkml:trace contextRef="#ctx0" brushRef="#br0" timeOffset="78458.42">31528 10168 45 0,'25'-49'402'0,"-5"1"329"0,-2-2 264 0,-2 5 18 16,-3 1-244-16,-4 6-198 0,-4 3-126 0,2 8-88 15,-7 7-75-15,0 4-64 0,-5 7-25 16,-2 4-22-16,-1 9 3 0,-2 3-8 0,-2 5-4 16,1 8 0-16,-3 2-24 0,1 7-16 0,-1 4-29 15,2 2-17-15,0 6-13 0,0 4-7 0,1 3-6 16,-2 5-9-16,5 0-8 0,0 5-8 16,2-4-8-16,3 0-8 0,3-3-6 0,3-3-2 15,3-6-1-15,6-5-1 0,1-7 2 0,4-6-1 16,5-5 0-16,0-7 1 0,2-6 0 15,2-4 1-15,0-6 0 0,0-4 1 0,0-4 1 16,-1-4 0-16,-3-1 1 0,0-3 1 0,-3 0 2 16,-4-3 3-16,-1 3 1 0,-3-4 0 0,-6 2-1 15,-2 1-1-15,-1 0-4 0,-6 2-2 0,-1 1-4 16,-3-1 0-16,-2 6 0 0,-2 0 0 16,0 3 0-16,-6 5 0 0,2 3 1 0,-2 5-1 15,-1 5 0-15,1 2 0 0,-1 1-1 0,3 6 1 16,1 0-2-16,0 3 1 0,1 1-1 0,5 2-1 15,1 0 1-15,-2 1-1 0,4 2 0 16,1 1-1-16,2-2 0 0,1 0 0 0,2-2-5 16,4-1-14-16,0-2-32 0,3-3-66 0,-1-4-66 15,3-1-76-15,1-3-121 0,0 0-174 0,2-7-252 16,-1 0-216-16,2 1-197 0,-1-3-95 0,1-5 283 16,1 3 495-16</inkml:trace>
  <inkml:trace contextRef="#ctx0" brushRef="#br0" timeOffset="78978.36">32111 9643 88 0,'9'-13'594'0,"-5"4"453"16,0 6 185-16,-4 4-79 0,0 6-373 0,-4 5-230 16,3 7-93-16,-2 2-76 0,-2 2-59 0,0 6-45 15,-3 1-46-15,0 4-49 0,0 3-56 0,-1 1-30 16,0 3-17-16,0 0-8 0,0 5-12 15,0 1-12-15,1 1-11 0,1 0-9 0,1 1-8 16,3-1-7-16,-2-1-6 0,5-5-3 0,0 3-2 16,0-7-1-16,5 2-2 0,-2-6-1 15,0-1 0-15,2-3-1 0,0-2-3 0,0-5-12 16,-2-2-23-16,0-2-68 0,1-5-77 0,-2-5-146 16,-1 0-271-16,3-2-322 0,-1-1-377 0,0-1-262 15,0-2-3-15,4 0 630 0</inkml:trace>
  <inkml:trace contextRef="#ctx0" brushRef="#br0" timeOffset="79152.09">32366 10887 137 0,'11'2'783'0,"-1"-1"591"0,-2 0 100 16,-4-1-235-16,1 3-418 0,-1-1-324 0,-1-2-176 15,-3 1-128-15,1 1-72 0,-1-2-36 0,-1 1-46 16,1-1-81-16,-2 0-71 0,-1-1-98 0,0-1-181 15,-1 1-302-15,1-1-317 0,-2-1-262 16,1 2-173-16,-2 0 229 0,-1 1 622 0</inkml:trace>
  <inkml:trace contextRef="#ctx0" brushRef="#br0" timeOffset="89727.06">13774 12000 70 0,'0'-2'397'0,"2"-1"312"16,-4-1 306-16,2 2 22 0,-3 0-223 0,1-1-81 16,-1 2-66-16,2 0-103 0,-3 0-115 15,-1-2-89-15,2 1-69 0,-3 2-84 0,0 0-63 16,1 0-36-16,0 0-23 0,-1 2-18 0,-2 1-11 16,2-2-10-16,-1 0-8 0,1 0-5 15,0 2-6-15,-2 1-5 0,0-1-5 0,3 1-5 16,-3-1-3-16,1 2-3 0,0 1-3 15,-1 0-1-15,3-1 0 0,-4 3-2 0,4-2 1 0,-1 2-1 16,1-1-1-16,0 3 0 0,-1-2 1 16,0 0-1-16,3 1 1 0,0 0-2 0,1 1 1 15,0-1 0-15,-1 0 0 0,3 1-1 16,0 1 0-16,3 0 1 0,-1-1 0 0,1 1 1 16,2 1-1-16,3 0 1 0,-2 1 1 15,2 0-1-15,2-1 1 0,0 1 0 0,2 1 0 16,0 1 0-16,2-1 0 0,-1 3 0 0,1-2 0 15,1 1 0-15,0 3-1 0,1-3 0 16,-2 2 0-16,1-2 0 0,0 3-1 0,-2-3 0 16,1 1 0-16,-3 0 1 0,-1-1 1 15,2 3-1-15,-4 0 1 0,1-1 0 0,-2 1 0 16,-2 0 1-16,-2 0-2 0,0-1 1 0,-3 1-1 16,2 0 0-16,-4-1 0 0,2 0 0 15,-3-2 1-15,0 0 0 0,-2 2 0 0,1-4-1 16,1 0 1-16,-4-1-1 0,2 0 0 15,0-3 1-15,-1-1-1 0,0-1 2 0,1-1-1 16,2-3-1-16,-2 0 1 0,0-2-1 0,1 0-1 16,-4-6 0-16,3 2-2 0,0-4 1 0,-1-3-1 15,0-3-1-15,-2-1-2 0,3-3-7 16,0-1-11-16,2 0-15 0,-2 0-22 0,0-4-52 16,2 1-71-16,-3 3-86 0,0-3-151 0,1 2-269 15,2-2-323-15,-2 1-287 0,2-2-192 16,-3 0 108-16,3-1 606 0</inkml:trace>
  <inkml:trace contextRef="#ctx0" brushRef="#br0" timeOffset="90071.86">13719 11991 244 0,'4'-2'807'15,"-4"0"370"-15,3-2 40 0,-3 3-196 16,0-3-392-16,0 2-239 0,2 2-111 0,1 0-20 16,-1-2-5-16,1-1-18 0,2 0-20 15,1 0-30-15,2-1-35 0,0-1-35 0,2 2-32 16,2-2-7-16,-1 1-13 0,2-1-9 0,4 0 1 16,-2 0-6-16,3 1-6 0,1-2-7 15,1-1-2-15,2 1-2 0,-1-4-8 0,0 1-5 16,1 0-1-16,2-1-7 0,0 0-2 15,-3-1-4-15,0 1-2 0,-2-1-3 0,-1 3-1 16,-1 1-2-16,-1 1-3 0,-4 1 0 16,1 2-1-16,-3 2 0 0,-1 2-10 0,-1 0-21 15,-3 2-51-15,1 2-76 0,-4 1-126 0,-2 2-221 16,0 0-304-16,-2 1-355 0,-1 4-304 0,2-1-117 16,-3-1 452-16,1 2 679 0</inkml:trace>
  <inkml:trace contextRef="#ctx0" brushRef="#br0" timeOffset="91359.05">14699 12094 140 0,'2'-9'717'16,"-1"1"450"-16,-2 1 141 0,-1 1-16 15,1 0-394-15,-1 1-297 0,-1 1-161 0,0 0-91 16,-2 0-71-16,0 2-89 0,-1-1-56 15,1 0-34-15,0 1-22 0,-3 1-17 0,3 1-12 16,-4 0-10-16,3 1-8 0,-2 2-9 0,1 0-5 16,-2 5-5-16,1-1-4 0,0 7-4 15,-1 3-2-15,-1 3-1 0,2 4 1 0,0 7 1 16,2 2 0-16,0 7 1 0,1 1 1 16,4 5 0-16,2 2-1 0,2 1-1 0,5 0-1 15,2-4-1-15,2 1-1 0,4-6-2 16,2-5 0-16,4-6 0 0,1-4-1 0,4-7 1 15,1-8 1-15,2-6 2 0,1-5 0 0,-1-8 1 16,0-4 2-16,-3-8 0 0,1-5 0 16,-1-5 0-16,-5-3-1 0,0-4 1 0,-4-3-2 15,-3 1-1-15,-2-2 0 0,-5 0 0 0,-2 1 2 16,-3 1 3-16,-4 1 4 0,-4 1 0 0,-4 1 3 16,-4 1 2-16,-3 0 1 0,-1 2-3 15,-7 2 1-15,-1 2 2 0,-2 4 1 0,0 3-3 16,0 7-1-16,0 5 0 0,2 3-4 15,-2 5-4-15,4 6-1 0,2 5-1 0,0 3-3 16,4 4-1-16,4 4-1 0,2 3 0 16,4 2-2-16,0 2 0 0,4 1 0 0,3 1 1 15,1 0-6-15,3 1-9 0,2 0-15 0,3 1-24 16,1-2-57-16,0 0-81 0,0-2-125 0,2-1-206 16,0 0-305-16,2 0-357 0,-1-3-297 15,3 3-114-15,-2-4 435 0,2-2 673 16</inkml:trace>
  <inkml:trace contextRef="#ctx0" brushRef="#br0" timeOffset="91674.7">15429 12672 353 0,'0'-6'1279'0,"-1"4"439"16,-2-3-193-16,-1 3-331 0,0 1-480 0,-1 1-272 15,1 0-179-15,-3 0-88 0,4 0-49 0,-2 1-36 16,0 0-28-16,-1-1-20 0,3 1-15 15,-2 1-7-15,2 1-9 0,1-3-5 0,-1 0-4 16,0 2-2-16,3-2-3 0,-2 0-8 16,2 0-17-16,0 3-34 0,0-2-81 0,0 1-137 15,0-2-260-15,0 0-319 0,2-2-398 0,1 1-439 16,0-2-68-16,2 3 672 0</inkml:trace>
  <inkml:trace contextRef="#ctx0" brushRef="#br0" timeOffset="95585.17">15868 12025 47 0,'-4'-3'362'0,"1"-1"245"15,2 1 179-15,-3-2 13 0,3 1-250 16,-1 1-148-16,2-2-67 0,0 1-31 0,0 1-18 15,0-4-30-15,0 5-34 0,2-4-39 16,-2 2-43-16,1 2-34 0,-1-3-16 0,0 2-10 16,0 0-3-16,0 2-5 0,0-1 8 0,0 1 20 15,2-1 25-15,-2 0 22 0,2 2 7 16,-1-1-3-16,-1 1-13 0,2-2-25 0,-1 2-32 16,1 0-29-16,1 0 8 0,2 0 2 0,2 2 2 15,2-1 0-15,-3 1 0 0,6 0 7 16,0 2-20-16,0-1-11 0,2 3-5 0,-2 0-6 15,3 2-4-15,-2-1-9 0,3 1-6 16,-2 1-1-16,2 0-3 0,-2 1 5 0,-1 1 4 16,3 0 3-16,-5 0 0 0,1 1 0 0,-1 1 1 15,-1-2 2-15,-1 1-1 0,-2 0 4 0,-1 2 3 16,-3-1 6-16,0 2 0 0,-3 0 0 16,-1 1 1-16,-2 1-5 0,-2 3-1 0,-2-2-6 15,-3 2-3-15,-2 3-3 0,0 0-4 16,-2 1-2-16,-1-1-3 0,1 2-2 0,1-1-1 15,-1 0-1-15,3-2 0 0,1 1-2 16,1-3 0-16,1 2-1 0,3-2 1 0,1 0 0 16,0-2 0-16,3 0 0 0,-1-1-1 0,4-1 1 15,-1-1-1-15,3-2 0 0,0-3-1 16,3 2 1-16,-1-3 0 0,5-2 1 0,-3-3 0 16,3 1 0-16,3-2 1 0,-1-1 0 0,3-4 0 15,-2 1 1-15,3-4-1 0,1 1 1 16,-1-3-1-16,-1-1 0 0,3 0-2 0,0-1 1 15,-1 1-1-15,-3-1-1 0,1 2-1 0,-2-2 0 16,-1 5-1-16,-1-2 0 0,0 3-1 16,-4 0 1-16,0 0-3 0,-1 1-12 0,0 1-17 15,-3-2-45-15,0 3-75 0,-1-2-93 16,-2 1-162-16,1 0-286 0,-2-1-330 0,3-1-320 16,0 1-178-16,-1-2 142 0,2-1 639 0</inkml:trace>
  <inkml:trace contextRef="#ctx0" brushRef="#br0" timeOffset="96131.04">16854 12164 123 0,'0'-10'481'16,"-1"3"293"-16,-3-3 200 0,1 4-39 0,2-3-250 15,-3 3-177-15,3 2-88 0,-1-2 9 16,0 3 6-16,1 0-48 0,-1 1-59 0,-2 2-53 16,2 0-50-16,1 2-72 0,-2 1-65 15,-1 0-35-15,1 5-19 0,2 0-9 0,-3 3-2 16,1 3 0-16,1 1-1 0,-1 3-2 0,3 4 3 15,0 3 0-15,0 1 1 0,3 4-2 16,1 3 3-16,1 0 2 0,-1 3-1 0,1-1-5 16,4-1-3-16,-1-1-3 0,4-4-7 0,1-2-2 15,2-5-3-15,2-4-2 0,1-3 0 16,2-7 0-16,2-4-1 0,1-5 0 0,2-6-1 16,0-6 1-16,0-6 0 0,-1-3-1 0,-2-3 1 15,0-3 1-15,0-1-1 0,-4-3 0 16,-1 3 0-16,-2-4 0 0,-1 1 0 0,-3 4 1 15,-3-2 2-15,-1 1 0 0,-2 3 0 16,-3 0 2-16,-2-2 1 0,-5 5 5 0,0-5 3 16,-4 3 3-16,-4-2 3 0,-2 0 3 0,-3 0 3 15,-4 2-3-15,-1 2 0 0,-4 3-3 16,-1 3-2-16,-2 6-5 0,-4 3-4 0,-1 8-5 16,0 8-3-16,0 6-2 0,1 5-2 15,0 4-2-15,3 10-3 0,2 1-1 0,4 2-2 16,6 0-15-16,5 1-31 0,4-2-80 15,5-6-131-15,3 2-261 0,8-4-313 0,0-4-380 16,4-1-429-16,4-1-74 0,0-3 630 0</inkml:trace>
  <inkml:trace contextRef="#ctx0" brushRef="#br0" timeOffset="99506.65">19536 13461 380 0,'-3'-6'770'0,"-4"-3"319"0,1 3 79 0,-1 0-321 15,0-1-193-15,-1 2-68 0,0-1-105 0,0 4-83 16,-3-4-72-16,1 3-55 0,1 0-66 16,-4 3-81-16,4 0-45 0,-4 3-28 0,5 3-16 15,-1 5-14-15,1 4-8 0,0 7-4 16,3 8 0-16,0 8 0 0,2 5 1 0,3 7 3 15,0 2 0-15,2 3 1 0,3 7-4 0,-2-2 0 16,4 0-3-16,0-1-4 0,2-5-2 16,3-5-2-16,3-6-1 0,-2-6-2 0,6-7 0 15,0-6 1-15,-2-7 1 0,2-5 2 0,2-5 1 16,-1-7 2-16,2-8 1 0,0-5 0 16,-1-5-1-16,1-7 0 0,-1-7-2 0,0-4-1 15,-3-3-1-15,0-2-2 0,-1-2 2 0,-1-2 0 16,-5 3 1-16,-3 0 10 0,-3 1 5 0,-4-1 3 15,-4 3 2-15,-3 0 5 0,-6 2 1 16,-1 2-3-16,-7 4-3 0,-2 2-2 0,-1 5-1 16,-2 6-4-16,-1 5-4 0,1 6-4 15,-2 7-2-15,0 6-3 0,0 4-1 0,4 5-2 16,0 4-1-16,4 6-1 0,2-2-1 0,6 4 1 16,1 2 0-16,7-1 0 0,0 2 1 15,8-1 0-15,3-1-2 0,1-1-16 0,5 0-36 16,1-1-81-16,2-3-116 0,1 0-216 15,-1-2-302-15,0 0-361 0,2-2-379 0,0-3-129 16,-1 0 413-16,-1-3 737 0</inkml:trace>
  <inkml:trace contextRef="#ctx0" brushRef="#br0" timeOffset="99724.29">20114 14137 653 0,'-3'8'1602'0,"-3"-2"131"0,-2 1-346 16,-5 1-340-16,2-1-476 0,0-1-286 0,0 0-123 15,5-1-62-15,-1-1-33 0,1-1-24 0,2-1-20 16,2-2-12-16,0 1-9 0,6-2-6 0,-3 1-12 16,5-3-37-16,0 0-78 0,-1-1-99 15,2-1-184-15,-1-2-295 0,2-1-346 16,-2 0-365-16,0-1-161 0,-1 0 246 0,0-1 703 15</inkml:trace>
  <inkml:trace contextRef="#ctx0" brushRef="#br0" timeOffset="100090.23">20326 13672 300 0,'13'-12'820'16,"-1"-1"337"-16,1 0 47 0,3 1-207 15,0-1-297-15,3 1-189 0,3-1-108 0,-1 1-67 16,4-1-60-16,2 3-43 0,-1 0-71 16,3 2-47-16,-1 0-36 0,1 3-18 0,-2 2-5 15,-2 3-9-15,0 1 1 0,1 4-2 0,-4 1 2 16,-5 4 4-16,2 2 0 0,-4 3 1 0,-5 5-4 16,-3 1-4-16,-6 6-4 0,-2 3-3 15,-6 4-4-15,-3 4-4 0,-5 5 0 16,-5 4 1-16,-2 6-1 0,-3 2-3 0,-1 2-3 15,0 1-3-15,1-1-6 0,3-3-5 0,5-3-5 16,1-4-5-16,6-6-2 0,4-4-2 16,4-6-1-16,2-5-1 0,7-3-1 0,2-7 0 15,5-6-6-15,4-5-11 0,4-7-20 0,5-4-28 16,1-7-68-16,2-5-79 0,4-5-131 16,0-1-195-16,5-4-304 0,0-1-349 0,2-1-244 15,0-3-113-15,3 0 417 0,-3 0 628 16</inkml:trace>
  <inkml:trace contextRef="#ctx0" brushRef="#br0" timeOffset="100391.75">21228 14052 44 0,'18'-2'571'0,"-2"7"518"16,-3 6 375-16,-4 5-32 0,-2 4-406 16,-1 5-332-16,-2 3-220 0,-4 4-123 0,2 1-119 15,0 3-84-15,-1 1-49 0,1-3-34 0,1 1-22 16,2-6-15-16,1-4-11 0,5-5-7 0,0-7-4 16,2-4-3-16,4-6-1 0,1-5-1 15,1-6 0-15,1-6-1 0,2-4 1 0,-1-4-1 16,0-3 0-16,1-3 0 0,-6 0 0 15,2-4 0-15,-5 0 0 0,1-5 2 0,-4-1-1 16,-2 0 0-16,-2-4 0 0,0-3-1 16,-3-5-1-16,-1 0 0 0,-4 0 1 0,-2-1 1 0,-5 2 0 15,-3 2 2-15,-5 1 2 0,-1 8-1 16,-5 6 0-16,-1 2 0 0,-3 11-1 0,2 6-2 16,-4 8-1-16,4 6 0 0,-2 10-3 15,4 3 0-15,1 9 0 0,2 3-1 0,3 5-2 16,4 5-15-16,4 0-40 0,0 3-81 0,5-1-149 15,4-1-267-15,4 1-318 0,2-1-396 16,3-2-390-16,2 0-25 0,3 0 707 0</inkml:trace>
  <inkml:trace contextRef="#ctx0" brushRef="#br0" timeOffset="101290.29">22402 13795 409 0,'5'3'817'0,"-4"-2"294"0,1 2 29 15,-1-1-329-15,-1 0-272 0,0-2-167 16,2 2-104-16,0-1-20 0,-1 2-4 0,1 0-9 15,1 0 1-15,4 1-15 0,2-1-20 0,0 2-44 16,4-1-41-16,1 1-17 0,2-1-23 16,5-1-3-16,2 0-13 0,1-1-5 0,3-1-5 15,3-1-11-15,3 0-7 0,1-1-4 0,2-1-5 16,0 0-4-16,-1 0-1 0,0-2-2 16,-2 3-1-16,-1-2-8 0,-2 0-3 0,-4 0-4 15,0 0-1-15,-7 2 0 0,-2-2-1 16,0 1-1-16,-5 2-1 0,-3-1 0 0,-2-1 0 15,-1 2-8-15,-2 2-16 0,-4-1-35 16,-3 2-76-16,-2 0-89 0,-4 2-161 0,-2-1-289 16,-5 0-328-16,2 1-342 0,-5-2-185 0,5-1 140 15,-7-2 645-15</inkml:trace>
  <inkml:trace contextRef="#ctx0" brushRef="#br0" timeOffset="101657.23">22837 13606 272 0,'6'3'842'0,"1"-3"344"15,-3 2 5-15,1-1-188 0,4-1-406 0,3 0-202 16,-1 2-73-16,4-1-42 0,3 0-1 16,2 3-21-16,2-2-36 0,4 3-47 15,1 0-50-15,3 2-27 0,2-1-24 0,2 3-14 16,-1 1-8-16,2-1-14 0,0 2-6 0,1 0 3 15,-1-1-6-15,0 1-1 0,3 2-3 0,-2 1-1 16,-1-2-1-16,-3 1-7 0,-1 2 0 16,-4 0 0-16,-2-1 0 0,-5 2 1 0,-3 1 1 15,-8-1-1-15,-2 2-5 0,-6 2-4 16,-5 1-3-16,-6 3-1 0,-6-2-2 0,-1 2-2 16,-7 2-1-16,-3-1-1 0,-1 0-1 0,-2 0-1 15,-2-1 0-15,4-3-1 0,1-2 0 16,3-1-7-16,3-4-18 0,3-4-45 0,3-2-79 15,2-4-121-15,3-2-210 0,2-2-304 0,3-2-358 16,3-2-335-16,0-1-122 0,2-1 416 16,4 2 691-16</inkml:trace>
  <inkml:trace contextRef="#ctx0" brushRef="#br0" timeOffset="105704.65">24756 13768 127 0,'4'10'712'0,"-3"1"463"16,1-2 96-16,-2-1-142 0,1 1-372 0,3 0-257 15,-3-2-138-15,2-1-69 0,2 0-41 16,-1-2-24-16,5 0-45 0,0-6-42 0,4-1-33 0,3-6-27 16,4-6-15-16,4-5-9 0,0-6-5 0,4-6-11 15,2-4-7-15,5-6-4 0,1-3-2 16,2-3-1-16,2-3-3 0,-2 0-1 0,3 2-2 15,-7 0-1-15,1 6 1 0,-5 4-2 16,-5 6-1-16,-4 5 3 0,-3 6 3 16,-6 5 1-16,1 3-1 0,-8 8-2 0,-2 5 0 0,-3 7-2 15,-3 7-4-15,-2 7-1 0,-6 5-2 16,1 7-1-16,1 2-3 0,-4 7-3 0,2 1-2 16,1 2-1-16,0 1-2 0,2 2-3 15,0 0 2-15,1 2 0 0,0-2 1 0,0-1 2 16,2 1 0-16,1-4 2 0,-1-1-1 15,2-3-2-15,-3-2-2 0,2-4 0 0,1-2-2 16,2-4 0-16,-3-5-1 0,4-2-1 0,-3-3 1 16,2-3-2-16,-1-3-1 0,0-4-8 15,1-1-16-15,-1-4-24 0,1-4-66 0,1-7-81 16,0-3-151-16,3-5-277 0,2-3-324 16,3-4-387-16,0-2-261 0,6-4 12 0,2-2 674 15</inkml:trace>
  <inkml:trace contextRef="#ctx0" brushRef="#br0" timeOffset="106034.08">26064 13165 524 0,'3'-4'1502'0,"-3"7"262"16,-4 1-312-16,-1 4-350 0,-3 2-475 15,0 4-279-15,0 4-142 0,0 1-67 0,0 3-38 16,2 3-26-16,-2-3-21 0,5 0-18 15,1-2-12-15,2-3-11 0,5-2-5 0,4-5-4 16,1-4-2-16,3-3-1 0,2-5 0 0,1-2 0 16,2-5-1-16,-1-2 0 0,-1 0 0 15,-2-3 1-15,-1 0 0 0,-4 0 0 0,0 2 1 16,-2 0 0-16,-6 1 1 0,1 3 0 0,-2-3-1 16,-2 6 0-16,-2-1-1 0,-2 3 0 0,-1 0-2 15,1 1 0-15,-1 4-1 0,-2 1 0 16,0 3-1-16,-1 2-1 0,0 4 0 0,1 1-1 15,0 1-5-15,0 2-13 0,2 2-26 16,1-1-68-16,-3 0-88 0,5 1-178 0,-3 2-287 16,6-2-341-16,-1 1-401 0,-1 3-249 0,6-1 131 15,-1 0 778-15</inkml:trace>
  <inkml:trace contextRef="#ctx0" brushRef="#br0" timeOffset="106301.62">26403 13962 741 0,'0'10'1625'0,"-5"2"107"0,0 0-343 15,-2 0-377-15,3 0-435 0,-4 1-265 0,3-3-126 16,0 0-64-16,1 1-37 0,0-3-28 0,4 0-19 16,0 1-15-16,0-4-11 0,5 0-7 0,2 0-2 15,-1-1-3-15,5-3-1 0,-2-1-3 16,3-1 1-16,0-3-4 0,-1 2-13 0,2-5-21 15,-5 1-56-15,-2 0-78 0,-3 1-125 16,-3 1-210-16,-1 1-306 0,-6 2-358 0,-2 2-301 16,-4 0-115-16,-3 4 427 0,-4 1 669 0</inkml:trace>
  <inkml:trace contextRef="#ctx0" brushRef="#br0" timeOffset="106517.53">25876 14323 233 0,'-8'10'936'0,"1"-3"469"16,4-4-24-16,3-3-140 0,3-6-458 0,4-7-276 16,4-3-167-16,5-9-86 0,6-6-45 15,2-6-65-15,6-7-41 0,6-5-22 0,5-3-19 16,0-4-15-16,6-2-13 0,-2-1-8 0,-1-1-7 16,-1 0-8-16,-3-1-4 0,-2 1-2 0,1-2-3 15,-6-1-3-15,0 3-1 0,-3 3-2 16,-1 2-1-16,-6 5-7 0,-2 10-19 0,-5 2-67 15,-10 9-92-15,-1 4-204 0,-7 7-282 16,-1 5-347-16,-3 6-430 0,-7 2-262 0,2 5 227 16,2 3 856-16</inkml:trace>
  <inkml:trace contextRef="#ctx0" brushRef="#br0" timeOffset="107916.64">27833 13656 466 0,'8'-8'1034'0,"-5"1"359"16,1 2 1-16,-4 1-289 0,0 2-444 16,-4 0-224-16,-2 6-124 0,-2 0-96 0,-3 5-76 15,-2 4-49-15,-1 1-26 0,1 3-11 0,-1 3-11 16,0 5-9-16,1 0-8 0,1 5-7 16,2 2-4-16,2-1-7 0,1 2-6 0,3 0-1 15,3-3-3-15,2-1-1 0,5-5-3 0,2-5-2 16,5-2-12-16,3-8-26 0,3-5-51 15,3-5-59-15,3-7-51 0,4-6-48 0,1-4-27 16,0-2 4-16,-2-5 57 0,1 0 75 16,-4-5 55-16,1 4 34 0,-3 0 20 0,-3 2 13 15,-3 1 10-15,-5 4 5 0,-2 4 7 16,-4 3 11-16,-3 3 11 0,-1 3 10 0,-2 4 17 16,-3 4 32-16,-1 4 36 0,0 3 48 0,-3 3 34 15,0 3 6-15,0 2-11 0,1 2-18 0,-2 0-30 16,3 1-40-16,-3 1-37 0,7 0-21 15,-2-3-11-15,3 0-17 0,3-3-8 0,3-3-6 16,2-3-1-16,1-5-3 0,9-2-2 0,-1-5 0 16,5-5-2-16,5-3 0 0,1-5-2 15,6-5 2-15,2-1 1 0,2-6 2 0,3 0 1 16,0-2 3-16,1 0 0 0,-3 0 0 16,0 4-1-16,-4 0-2 0,-2 3-1 0,-4 7-1 15,-6 2 1-15,-3 5 1 0,-6 5 1 16,-3 7 0-16,-6 5 2 0,-4 4 7 0,-1 5 3 15,-4 5 6-15,-3 6 3 0,-3 3 2 0,0 5-1 16,-5 3-5-16,1 3-4 0,-2 3-5 0,-2 2-4 16,0 2-1-16,-3-1-5 0,3 2 0 15,-2-2 0-15,-2-3 0 0,5-4-1 0,-4-3 1 16,6-5 0-16,-1-4 1 0,2-9 2 16,2-1-3-16,3-8 0 0,0-5-2 0,2-6 1 0,6-6-3 15,1-5-2-15,1-8-8 0,6-4-10 16,0-8-15-16,3-3-13 0,3-6-8 0,4-5-4 15,3-5 2-15,3-4 10 0,4-4 18 0,4-2 16 16,4-2 10-16,3-1 8 0,1 2 2 16,3-3 1-16,-3 2 2 0,4 0 13 15,-2 2 14-15,-3 1 8 0,0 6 10 0,-4 3 4 16,-4 3 3-16,-1 7-9 0,-5 4-6 0,-2 3-2 16,-3 6 3-16,-6 5 4 0,0 4 2 0,-4 4-1 15,-3 7-4-15,-3 3-6 0,-1 5-4 16,-4 9-4-16,-1 5-1 0,-3 10 2 0,-6 9 1 15,0 5-1-15,-3 6-4 0,-2 5-5 16,1 3-6-16,-1 4-8 0,3-1-3 0,0-4-3 16,4-2-1-16,5-6 0 0,4-9-1 0,5-7 1 15,8-9-2-15,6-9-2 0,5-10 0 0,5-7-1 16,8-9 1-16,1-8 2 0,2-2 1 16,3-5 2-16,2-3 1 0,-3 0 1 0,0-1-1 15,-3 5 0-15,-3 2-1 0,-5 7-1 16,-7 4 0-16,-3 5-1 0,-3 5 0 0,-4 6 0 15,-5 5 0-15,-2 5 0 0,-6 6 1 0,-2 4-1 16,-2 5 0-16,-4 5-1 0,1 4 0 0,-1 1 0 16,-1 2 2-16,3 1 0 0,2 1 0 15,1 0 1-15,5-4 1 0,3-2-2 0,5-7-1 16,6-6 0-16,6-4 0 0,5-6-1 16,5-7 0-16,1-3 0 0,2-4 0 0,1-2-1 15,2-1 1-15,5 1 0 0,-3-3 0 16,-1 3 0-16,0 3-2 0,-2 2 1 0,-4 4-1 15,-5 3-7-15,-2 6-16 0,-10 3-30 0,-7 4-77 16,-3 3-98-16,-7 1-182 0,-8 5-294 16,-4 2-342-16,-8 2-396 0,-1-1-187 0,-8 3 212 15,-5 2 734-15</inkml:trace>
  <inkml:trace contextRef="#ctx0" brushRef="#br0" timeOffset="110932.56">13696 13922 42 0,'2'0'647'0,"-2"0"589"16,0 0 286-16,-3 2-155 0,1 0-380 16,-1 0-420-16,0 2-190 0,0-2-119 0,2 5-95 15,-3 0-56-15,4 4-33 0,-3 1-19 16,3 3-15-16,0 0-12 0,3 3-9 0,1 2-6 15,-1-1-6-15,4 3-3 0,1 0-2 0,0 3 0 16,5 1-2-16,0 4-1 0,-1-2 0 16,6 2 0-16,-4 0 4 0,3 0 6 0,-1 0 2 15,1 1 5-15,-4 0 7 0,1 0 4 0,-2 0-1 16,-5 3 2-16,1-1 0 0,-5 5-1 16,-1 1-2-16,-4 2-2 0,-1 2 1 15,-2 1-4-15,-4 1-3 0,1-1-2 0,-2 0-4 16,-2-2-4-16,1-3-2 0,0-3-3 0,-2-3-1 15,2-5 0-15,1-4-1 0,1-3 0 0,1-7-2 16,0-2 1-16,-1-6-3 0,1-5-3 16,2-5-12-16,-3-6-20 0,2-7-46 0,1-7-73 15,-1-6-88-15,2-5-147 0,2-5-232 0,0-5-319 16,0 0-297-16,1-1-198 0,-1-2 25 16,2 0 510-16</inkml:trace>
  <inkml:trace contextRef="#ctx0" brushRef="#br0" timeOffset="111149.34">13739 14241 527 0,'8'-14'1112'16,"1"2"234"-16,-2 5-56 0,-1 2-219 16,2 4-416-16,3 2-221 0,0 2-109 0,-1 3-55 15,4 2-58-15,0 2-68 0,4 1-38 16,-1 0-27-16,4 3-20 0,-1-2-17 0,4-1-12 16,-2-1-10-16,3-1-9 0,2-3-4 0,3-2-2 15,0-1-2-15,4-3-2 0,-1-5-1 0,3 3-1 16,-1-4-3-16,4 0-12 0,-2-1-29 15,-1 1-75-15,-3-2-80 0,-3 1-147 0,-3 1-261 16,-2-2-325-16,-1 2-358 0,-5 1-218 16,-2 2 17-16,-2-2 589 0</inkml:trace>
  <inkml:trace contextRef="#ctx0" brushRef="#br0" timeOffset="111415.19">14587 14291 141 0,'4'25'720'0,"-2"6"431"0,1 4 125 15,0 5 2-15,2 4-377 0,0 6-296 16,3 5-162-16,-2 1-96 0,2 1-73 0,0-1-100 15,4-5-70-15,1-8-42 0,4-6-27 0,3-11-15 16,2-9-8-16,1-10-4 0,1-12-1 0,-2-7-1 16,0-8 0-16,0-8 0 0,-4-7 8 15,-1-5 6-15,-1-2 10 0,-5-1 10 0,-3-1 8 16,-3 1 8-16,-5 3-2 0,-5 3-4 16,-3 1-8-16,-6 4-9 0,-4 1-7 0,-4 4-5 15,-1 4-5-15,-2 4-3 0,1 5-1 16,-2 5-3-16,3 8-2 0,1 5-4 0,2 7-3 15,0 4-3-15,7 6-2 0,-1 6 0 0,8 2-6 16,3 5-14-16,4 1-25 0,2 1-59 16,2-1-83-16,6 1-165 0,2-1-276 0,3 0-331 15,4 2-397-15,2-3-296 0,3-4 41 0,2-2 745 16</inkml:trace>
  <inkml:trace contextRef="#ctx0" brushRef="#br0" timeOffset="111599.89">15278 14829 796 0,'11'-7'1836'0,"-4"7"-17"0,-7 4-440 0,-7 0-381 16,1 4-469-16,-6 2-288 0,-2 1-121 0,1 2-55 16,-1 1-28-16,0-1-19 0,3-3-12 15,2 2-12-15,5-4-24 0,1-4-71 0,3-3-91 16,3-2-220-16,2-5-286 0,6 1-359 16,0-4-436-16,0-2-242 0,0-3 263 0,2 0 904 15</inkml:trace>
  <inkml:trace contextRef="#ctx0" brushRef="#br0" timeOffset="112017.52">15498 15034 8 0,'1'-3'381'0,"2"-1"324"0,2 1 301 16,-2-2 131-16,0-1-266 0,4-1-122 0,-3-2-95 16,4-4-97-16,0 0-107 0,0-4-93 15,0-4-74-15,2-5-100 0,2-2-62 0,-1-5-34 16,3-2-21-16,2-3-18 0,0-1-14 0,-2-2-9 15,2 3-6-15,-2 1 1 0,0 3-1 0,-1 4 2 16,-3 3 3-16,1 6 2 0,-5 4 3 16,-1 5-5-16,0 1-3 0,-1 4-1 0,-2 7-6 15,0 7 3-15,-1 6-1 0,-1 8 0 0,-3 7 1 16,3 9-1-16,-3 5 0 0,0 5-7 16,1 3-2-16,2 4-4 0,0 3-3 0,2-1-2 15,2 0-2-15,1-6-1 0,3 0-1 16,1-9-10-16,4-4-16 0,4-9-30 0,1-7-73 15,1-10-101-15,3-10-196 0,3-8-291 0,4-11-349 16,1-8-408-16,1-10-202 0,4-7 253 0,2-7 782 16</inkml:trace>
  <inkml:trace contextRef="#ctx0" brushRef="#br0" timeOffset="112283.35">16354 14556 231 0,'12'2'1088'0,"-5"6"578"0,-2 9-110 15,-2 7-322-15,-1 6-468 0,-1 7-287 0,-1 5-200 16,0 6-104-16,2 0-54 0,0 6-34 15,1 1-27-15,2-4-21 0,4-1-16 0,0-6-8 16,4-6-6-16,5-9-7 0,0-10-1 0,2-6 1 16,2-10-2-16,1-8 1 0,0-6 1 0,-1-8 1 15,-2-6 0-15,-2-4-1 0,-3-5 0 0,-2-3 1 16,-4-3-1-16,-4-1 0 0,-3 0-1 16,-6 1-1-16,-3 0 1 0,-6 5-2 0,-6 0 0 15,0 3 0-15,-5 5 0 0,-1 4 0 0,-2 4 0 16,3 7 1-16,-1 10-1 0,3 8-2 15,3 6-15-15,5 8-31 0,3 7-83 0,2 5-110 16,4 2-224-16,6 4-303 0,4-1-368 0,6 4-406 16,3-1-138-16,7 4 406 0,4 2 787 15</inkml:trace>
  <inkml:trace contextRef="#ctx0" brushRef="#br0" timeOffset="113505.44">25266 15452 61 0,'-7'0'766'0,"-2"2"730"16,-4 6 122-16,0 7-284 0,1 6-411 0,-2 8-393 16,2 7-201-16,2 10-128 0,-2 6-66 0,4 5-39 15,0 5-21-15,1 0-18 0,5 0-17 16,2-5-15-16,8-6-9 0,3-7-5 0,7-8-5 16,8-14-3-16,4-9-2 0,10-16 0 0,-1-9-3 15,4-13 2-15,3-8 1 0,-2-12 1 16,-1-6 7-16,-4-5 11 0,-5-3 9 0,-4 0 10 15,-10 2 8-15,-9 7 5 0,-8 3-1 0,-7 6-6 16,-10 6-2-16,-6 4-6 0,-6 9-7 16,-4 5-6-16,-4 8-5 0,-4 7-4 0,-1 6-9 15,1 7-6-15,2 6 0 0,-1 7 0 0,5 2 0 16,6 2 0-16,4 2 0 0,7 0-3 16,4 0-7-16,8 1-11 0,6-4-17 0,5 1-29 15,3 0-79-15,4-4-123 0,3-1-252 0,4-1-307 16,1-2-387-16,2-3-458 0,5-1-119 15,-1-2 568-15</inkml:trace>
  <inkml:trace contextRef="#ctx0" brushRef="#br0" timeOffset="113665.37">25784 15912 553 0,'5'-2'1384'0,"-7"4"282"16,-2 1-258-16,-4 1-361 0,-4 4-465 0,-2 2-239 15,1 1-160-15,0 1-82 0,1-1-41 16,3-1-25-16,1 2-15 0,5-3-15 0,1-3-49 15,6-1-81-15,-1-1-113 0,4-3-201 0,3-2-298 16,0-3-355-16,5-1-324 0,0-5-125 0,2-4 358 16,-1-3 668-16</inkml:trace>
  <inkml:trace contextRef="#ctx0" brushRef="#br0" timeOffset="113899.61">26024 15577 16 0,'5'-22'632'0,"-3"5"748"0,-4 2 258 0,1 4-240 16,-3 6-396-16,0 3-411 0,0 2-206 0,1 6-150 15,2 4-85-15,2 3-42 0,2 2-26 16,5 4-22-16,2 4-17 0,4 1-13 0,1 1-9 16,5 3-8-16,2 3-6 0,0 0-4 0,2 1-2 15,1 2-1-15,0 1-3 0,-4 1 2 16,1-1 1-16,-3 0 0 0,-4-1 2 0,-5 0 0 16,-2-2 2-16,-6 2-1 0,-4-3 1 0,-3-2-1 15,-5 1 0-15,-3-4-2 0,-4-4-1 0,-3-2-2 16,-2-6-8-16,0-2-13 0,-2-5-24 15,1-3-48-15,-2-4-74 0,-1-5-81 0,4-4-150 16,5-3-246-16,-4-5-309 0,7-7-284 0,1-4-191 16,4-5 21-16,6-4 555 0</inkml:trace>
  <inkml:trace contextRef="#ctx0" brushRef="#br0" timeOffset="114032.97">26075 15724 102 0,'13'-31'691'0,"-4"4"522"0,4 2 216 15,-4 5-84-15,1 1-417 0,2 0-341 0,-2 1-192 16,0 2-117-16,2 2-92 0,-1 0-82 0,3 1-46 15,2 1-28-15,1 2-15 0,4 1-8 16,1 0-29-16,2 3-79 0,-1 2-94 0,2 0-174 16,-2 2-288-16,2 2-335 0,1 0-371 0,0 2-180 15,4 2 195-15,4-2 688 0</inkml:trace>
  <inkml:trace contextRef="#ctx0" brushRef="#br0" timeOffset="114299.52">26945 15411 543 0,'-10'10'1555'0,"-2"4"235"0,-5 5-336 16,-1 4-361-16,-3 2-471 0,0 4-293 0,3 1-146 16,2-2-70-16,0-1-38 0,6-5-27 0,4-2-20 15,3-5-12-15,6-3-8 0,3-4-4 16,6-7-4-16,2-2 0 0,2-5-3 0,1-4-4 16,2-5-3-16,2-2-1 0,-4-4 0 15,-1 1 0-15,-1-1 3 0,-5 0 4 0,-2 3 3 16,-5 3 1-16,0 0 0 0,-3 6 1 0,-3 2-1 15,-2 5 0-15,1 4 0 0,-3 5-1 16,0 4-4-16,-1 7-13 0,1 3-18 0,2 4-51 16,0 4-74-16,1 2-88 0,-1 3-151 0,4 4-237 15,1 4-324-15,1 0-288 0,4 4-186 16,-1-1 38-16,3 2 541 0</inkml:trace>
  <inkml:trace contextRef="#ctx0" brushRef="#br0" timeOffset="114486.21">27108 16177 440 0,'10'-10'1476'15,"-3"1"379"-15,-2 0-298 0,-4 2-381 0,-1-1-478 16,-1 3-301-16,-4 5-167 0,-2 0-87 0,-2 0-51 16,0 5-34-16,-3 1-24 0,2 2-16 0,-2 0-9 15,4-1-5-15,-1 3-4 0,3-2-9 16,1 2-15-16,0 1-27 0,-1-4-61 0,-3-1-96 16,-3 2-196-16,3-4-290 0,-4 0-356 0,0 2-433 15,-4-3-291-15,0 3 217 0,-9 0 866 16</inkml:trace>
  <inkml:trace contextRef="#ctx0" brushRef="#br0" timeOffset="114682.62">26688 16414 409 0,'3'-10'1201'16,"4"-7"451"-16,-1-3-154 0,2-8-328 0,5-3-476 16,0-9-240-16,5-3-159 0,2-6-93 0,3-4-49 15,4-2-32-15,5-7-26 0,-1-2-23 0,6-2-18 16,4-4-15-16,-2 1-15 0,6 0-13 15,0 3-7-15,5 1-4 0,3 1-3 0,3 0-3 16,0 6-2-16,1 4-13 0,-1 5-25 0,-2 3-76 16,-2 6-122-16,-6 2-246 0,-1 5-315 15,-3 6-405-15,-4 6-490 0,-1 5-150 0,-4 7 603 16,-1 4 858-16</inkml:trace>
  <inkml:trace contextRef="#ctx0" brushRef="#br0" timeOffset="115315.26">28760 15842 337 0,'1'-4'1177'16,"-1"6"480"-16,-1 0-175 0,-4 2-329 15,0 0-481-15,-1 5-279 0,1 0-157 0,0 2-95 16,4 1-44-16,-1-1-24 0,4 0-17 16,3 0-16-16,1-1-15 0,8-4-9 0,4-1-7 15,4-2-4-15,5-3 0 0,6-3 5 0,3-2 5 16,7-2 1-16,3-2 7 0,1 0 4 15,2-2 2-15,3-1-6 0,0 0-3 0,-1-1 2 16,4 1-2-16,-3 1-1 0,-1 1-3 0,-2 3-2 16,-3 1-1-16,-3 3-5 0,-4 3-3 15,-2 5-3-15,-6 1 0 0,-1 2-1 0,-3 1 0 16,2 3-2-16,-6-2 1 0,2 1 0 16,2-1 0-16,-3 0 0 0,5 0-1 0,1-4 1 15,2-2 0-15,2 1 6 0,2-2 2 0,1-1 3 16,1-1 1-16,2 0 0 0,2 1 0 0,-2-1-4 15,2 2-4-15,2 0-1 0,-2 0-2 0,-3 2-1 16,0 1-2-16,-4 1-1 0,-3 0 0 0,-4 2-4 16,-7 2-9-16,0 1-17 0,-7 0-29 0,-6 3-72 15,-5 0-84-15,-3-1-158 0,-3 3-279 16,-5-4-324-16,-3 2-367 0,0 0-227 0,-2 0 70 16,-1 2 674-16</inkml:trace>
  <inkml:trace contextRef="#ctx0" brushRef="#br0" timeOffset="118282.14">13756 16984 29 0,'-3'-9'584'0,"-3"1"517"0,0 0 230 15,0-2-27-15,-3 2-284 0,0 0-385 0,1 2-196 16,0-1-102-16,0-1-70 0,-2 2-68 0,1 0-66 16,-2 2-29-16,1 1-24 0,0 0-18 0,0 3-13 15,-2 0-14-15,2 0-9 0,1 3-9 16,-4 0-3-16,4 3-5 0,0 0-3 0,0 1-3 16,1 2-1-16,4 2-1 0,0 1-1 0,1 0-1 15,3 2 0-15,3 0 0 0,2 1 0 0,3 1 1 16,4 3-1-16,1-1 1 0,5 0 0 15,-1 1 0-15,5 1 0 0,2 1 0 0,1 0 1 16,2-1 0-16,0 4 0 0,2-4 5 0,-1 3 4 16,-3-1-1-16,0 1 1 0,-1-1 0 0,-3-1 2 15,-2 2 0-15,-3-2 1 0,-1-1 3 16,-5 2 3-16,-2-1 1 0,0-1 0 0,-5 3-4 0,-2-4-1 16,-2 0-5-16,-2 0-2 0,-5-1-2 15,2-3-1-15,-2 0-2 0,-4 0 0 0,-2-2-2 16,1-2 0-16,-4-3 0 0,3-1-2 0,-5-3-1 15,3-2-9-15,-3-4-19 0,0-1-18 0,0-5-40 16,0-1-75-16,3-5-101 0,-2-2-159 16,-1-2-270-16,4-2-333 0,0-1-340 0,2-3-193 15,0 2 156-15,2-3 643 0</inkml:trace>
  <inkml:trace contextRef="#ctx0" brushRef="#br0" timeOffset="118548.63">13653 17054 457 0,'7'0'1008'16,"-1"0"265"-16,1 0-83 0,-1-2-265 0,1 0-283 15,2 0-208-15,0-2-94 0,3 2-57 0,0-3-25 16,3-3-45-16,2-3-64 0,0 1-38 0,5-3-20 16,0-3-15-16,2-1-15 0,3-3-9 15,0 1-12-15,2-2-13 0,1 0-11 0,-2 1-6 16,2 1-2-16,2 1-3 0,-2 0-2 0,-2 3-2 15,2 1-1-15,-3 4 0 0,-2 1-3 0,-1 3-1 16,-2 2-7-16,-1 4-20 0,-5 1-64 0,-4 5-77 16,-1 0-131-16,-3 4-254 0,-2 4-315 0,-1 0-365 15,0 4-266-15,-2-1-44 0,2 1 543 16</inkml:trace>
  <inkml:trace contextRef="#ctx0" brushRef="#br0" timeOffset="118883.25">14544 17008 141 0,'5'40'805'0,"3"5"510"0,-4 5 139 0,1 6-152 15,0 1-419-15,3 5-360 0,0 1-178 0,-2-1-105 16,5-6-83-16,2-4-69 0,1-8-43 0,5-8-16 16,2-11-9-16,2-10-3 0,4-9-4 0,2-10-1 15,-3-8-1-15,3-10-3 0,-2-6-3 0,-2-8 1 16,1-4 0-16,-4-6-6 0,-5 0-1 15,-4-2 3-15,-4 2 15 0,-6 1 11 0,-6 1 12 16,-5 4 13-16,-6-1 6 0,-7 5-3 0,-2 2-7 16,-6 4-9-16,-2 3-8 0,-3 6-7 0,0 6-4 15,-1 5-3-15,1 6-8 0,1 6-3 16,3 4-5-16,3 4-1 0,4 5-2 0,2 4-1 16,7 3-1-16,0 1-1 0,8 5-1 0,2 0 0 15,4 2-4-15,5 0-13 0,4 0-23 0,3 0-73 16,0-1-108-16,2 1-221 0,4-3-291 15,1-2-354-15,1 1-431 0,0-4-196 0,1 0 375 16,1-2 823-16</inkml:trace>
  <inkml:trace contextRef="#ctx0" brushRef="#br0" timeOffset="119049.37">15379 17387 175 0,'8'5'1277'16,"-8"2"582"-16,-8 3-263 0,-2 2-405 0,-2 0-384 15,-4 3-454-15,2-2-188 0,-4 0-84 0,5 0-41 16,1-2-23-16,4-3-10 0,3-2-9 0,2 0-20 16,6-3-78-16,2-1-85 0,3-4-171 0,4 1-281 15,0-4-337-15,3-1-395 0,0-1-217 0,2-1 128 16,-1 1 727-16</inkml:trace>
  <inkml:trace contextRef="#ctx0" brushRef="#br0" timeOffset="119648.94">15731 17133 200 0,'-4'1'802'16,"-4"2"416"-16,2 2 67 0,1 1-78 0,3 2-400 16,2 4-271-16,2 5-140 0,1 4-77 0,5 4-61 15,3 7-70-15,0 3-64 0,5 2-39 0,1 4-26 16,2-2-19-16,3-3-16 0,1-2-16 0,0-6-7 16,6-4-7-16,1-7-2 0,0-7 3 15,1-7 7-15,2-11 7 0,-1-8 4 0,0-6-4 16,-1-7-1-16,-4-7-7 0,-2-3-1 0,-5-2 4 15,-2-1 1-15,-5 0 15 0,-2 4 7 0,-6 1 9 16,-3 4 3-16,-9 4-5 0,-4 4-4 0,-5 1-7 16,-6 5-6-16,-5 2-7 0,-4 3 1 0,-6 4-1 15,-1 2 0-15,-1 4-2 0,-1 1 1 16,2 9-2-16,4 1-4 0,2 7-2 0,3 4-2 16,6 3-2-16,4 5 0 0,3 3-1 0,5 4-1 15,3 3 0-15,8 3 0 0,5 0 0 0,1 0 1 16,7-1-3-16,4-2-10 0,7-5-18 15,-2-4-49-15,8-5-75 0,3-5-112 0,2-8-196 16,3-6-299-16,1-6-347 0,1-7-324 0,1-6-146 16,0-9 324-16,1-5 688 0</inkml:trace>
  <inkml:trace contextRef="#ctx0" brushRef="#br0" timeOffset="119957.82">16686 16933 72 0,'7'10'802'0,"-4"10"750"0,-5 4 67 15,2 9-301-15,-3 6-417 0,2 6-374 0,-3 0-206 16,4 5-130-16,0-1-62 0,5 1-35 0,0 0-22 16,3-7-21-16,4-3-15 0,4-9-15 0,5-5-9 15,2-12-4-15,7-8-4 0,0-10-1 0,5-11 0 16,0-7 0-16,0-8 0 0,0-6-1 16,-2-6 0-16,-1-5 0 0,-4 0-2 0,-3-3 0 15,-6 3 0-15,-6 2 2 0,-6 2 0 0,-6 5-1 16,-6 1 2-16,-8 5-1 0,-7 1-1 15,-4 4-1-15,-9 4 0 0,-2 4-1 0,-3 6 0 16,-1 5-1-16,-4 11 1 0,4 6-1 0,2 11-2 16,5 5-3-16,4 9-19 0,4 6-68 0,4 1-88 15,9 3-182-15,4 0-280 0,7-1-343 0,8 0-412 16,6-5-266-16,6 1 154 0,3 0 787 0</inkml:trace>
  <inkml:trace contextRef="#ctx0" brushRef="#br0" timeOffset="120348.49">18539 17451 121 0,'-3'0'751'0,"0"1"544"16,0 1 144-16,1-1-165 0,2 2-390 0,2 0-341 15,1 2-167-15,3-1-103 0,4 0-75 0,2 1-46 16,5 0-39-16,1-1-25 0,6-3-14 0,2 2-13 16,4-6-10-16,6 1-11 0,0-4-11 0,2-1-7 15,5-1-10-15,-1-4-6 0,5 0-2 16,-4-3-2-16,2 3-2 0,1-2-1 0,-2 0-9 16,-3 3-23-16,-2 0-79 0,-4 2-98 0,-5 2-195 15,-6 0-290-15,-6 2-356 0,-3-1-419 0,-7 1-200 16,-5 1 253-16,-3-2 788 0</inkml:trace>
  <inkml:trace contextRef="#ctx0" brushRef="#br0" timeOffset="120635.95">19113 17198 115 0,'-9'-10'726'0,"-1"3"494"16,2 2 135-16,-1 1-177 0,5 0-416 16,0 2-294-16,4 0-123 0,2 0-72 0,4 1-52 15,3 0-26-15,4-1-16 0,4-1-47 0,1 0-48 16,7 2-28-16,2-1-20 0,5 1-12 0,3 1-8 15,1 3-6-15,3 0-3 0,1 4-1 0,0 2-2 16,-4 2-2-16,2 2 11 0,-7 2 10 16,1 2 10-16,-6 2 10 0,-4 3 9 0,-4-1 8 15,-5 5-5-15,-5 2-4 0,-5 3-6 0,-6 0-5 16,-5 1-7-16,-3 2-6 0,-5 1-7 0,-1 1-4 16,-5-2-6-16,-3 2-5 0,-1-3-3 0,4-1-3 15,-2-4-8-15,5-5-19 0,3-4-48 16,2-4-77-16,3-6-161 0,6-3-269 0,2-3-326 15,3-3-401-15,3-5-380 0,2-1-8 0,5-2 766 16</inkml:trace>
  <inkml:trace contextRef="#ctx0" brushRef="#br0" timeOffset="122448.27">21294 17136 42 0,'3'-32'502'0,"-3"2"456"0,-3-1 255 15,1-1-25-15,1 0-326 0,-1-2-173 0,1 1-161 16,-1 2-114-16,0-1-72 0,-1 2-57 16,2 3-64-16,-3 0-74 0,1 0-43 0,-2 5-25 15,1 1-9-15,-1 3-6 0,0 3-6 0,1 1-5 16,-1 2 0-16,-2 3-6 0,-2 2-11 0,1 2-11 15,-2 2-7-15,-2 2-8 0,2 2-3 16,-1 2-4-16,0 2-2 0,0 4-1 0,3 3-1 16,-1 3-1-16,3 6 1 0,-1 4 1 0,6 4 0 15,1 7-2-15,0 3-3 0,3 6 1 0,3 3-2 16,3 7 0-16,-1 2-2 0,4 6 4 0,-3 3 6 16,5 3 2-16,-1 3-1 0,1 1-1 15,1 0-1-15,-2 2 0 0,0-3-4 0,0 0-2 16,0-6 0-16,-4-4 1 0,3-5 0 0,-2-4 1 15,-2-6 1-15,-1-8 0 0,0-5 0 0,-4-4 6 16,1-6 2-16,-3-3 1 0,-1-6-1 16,-3-3-8-16,-2-3-19 0,-2-4-26 0,-3-4-35 15,-3-4-66-15,-1-4-74 0,0-5-101 0,-2-6-141 16,-2 1-217-16,1-5-302 0,0-3-231 0,-4-1-194 16,2-3 115-16,2-2 494 0</inkml:trace>
  <inkml:trace contextRef="#ctx0" brushRef="#br0" timeOffset="122641.26">21069 17623 416 0,'8'-7'821'0,"-2"2"294"0,2 2 58 0,0 0-318 16,0 3-188-16,5 3-142 0,0-1-100 0,1 0-80 15,-2 3-59-15,6-2-53 0,-2 0-69 16,1-2-65-16,1 4-36 0,2-5-18 0,2 2-15 16,-1-2-9-16,2 3-3 0,3-2-2 0,-3 1-2 15,1-2-4-15,2 1-11 0,-3 0-67 0,1 2-70 16,-5-3-134-16,0 0-244 0,0 4-303 15,-3-2-373-15,-2 2-263 0,-3-1-76 0,-2 0 529 16</inkml:trace>
  <inkml:trace contextRef="#ctx0" brushRef="#br0" timeOffset="122815.29">21839 17329 664 0,'7'-6'1568'0,"-6"6"152"0,-1 3-330 16,-3 6-364-16,-3 4-449 0,-1 1-264 0,-1 4-136 15,1 3-68-15,-1 2-36 0,1 1-21 0,1-2-21 16,3 4-15-16,-2-1-8 0,5 1-3 0,0 0-2 16,5-1-4-16,-2 0-15 0,2 1-36 0,-1-2-82 15,1-4-118-15,-3 1-243 0,1-1-306 0,-3-2-370 16,2-3-386-16,-4-3-107 0,1-6 494 16,-3-3 764-16</inkml:trace>
  <inkml:trace contextRef="#ctx0" brushRef="#br0" timeOffset="122981.28">21828 17143 108 0,'-5'-33'965'16,"-2"6"703"-16,-3 6-61 0,0 5-338 0,-2 1-429 15,2 8-357-15,-1 3-236 0,0 2-114 0,2 2-54 16,2 4-32-16,3 0-22 0,0 4-11 0,4 1-8 16,4 0-3-16,2 1-11 0,2 1-57 15,2 1-81-15,2-2-153 0,3-1-273 0,0 4-317 16,3-3-393-16,2 0-304 0,0 2 26 0,1 0 685 15</inkml:trace>
  <inkml:trace contextRef="#ctx0" brushRef="#br0" timeOffset="123431.25">22355 17529 114 0,'4'19'712'0,"3"0"476"0,-1-5 97 16,2 0-66-16,0-3-347 0,2-1-293 0,0-6-158 16,2-1-85-16,-3-6-45 0,3-3-70 0,1-7-62 15,1-4-38-15,2-5-27 0,0-5-19 16,2-4-14-16,0-6-11 0,2-1-10 0,2-4-11 15,-2 3-9-15,-1-1-8 0,0 1-7 0,0 5-3 16,-5 4-3-16,0 4-2 0,-6 2-6 0,0 7-20 16,-4 4-47-16,-8 5-81 0,0 3-141 15,-6 5-253-15,-2 5-321 0,-3 3-385 0,-4 4-356 16,-1 2-55-16,-3 1 626 0</inkml:trace>
  <inkml:trace contextRef="#ctx0" brushRef="#br0" timeOffset="123615.13">22399 17288 134 0,'5'10'764'0,"1"0"593"0,-1 2 144 16,0 2-198-16,1 2-440 0,0 1-339 0,5 1-174 15,-3 1-123-15,3-2-78 0,2-1-55 16,0-1-33-16,1 1-18 0,2-3-12 0,1 2-11 16,1-3-8-16,2-2-5 0,0 2-4 0,0-1-9 15,0-3-54-15,-1 3-75 0,-5-2-104 0,1 1-184 16,-1-2-302-16,-6 0-349 0,-2-1-298 15,-3 2-145-15,2-4 286 0,-5-1 654 0</inkml:trace>
  <inkml:trace contextRef="#ctx0" brushRef="#br0" timeOffset="123964.39">22850 17506 108 0,'9'14'601'0,"4"-1"398"0,-2-1 176 15,2 2-62-15,1-2-417 0,3-3-255 0,2-3-65 16,1-3-18-16,1-3-33 0,5-3-38 16,-3-6-25-16,6-4-40 0,-3-3-67 0,3-3-59 15,-1-5-30-15,1-2-15 0,-4-1-15 0,2-1-6 16,0-3-6-16,-3 3-2 0,-7 0-4 0,2 2-5 16,-5 5 7-16,-4 2 4 0,-6 2 4 15,0 5 1-15,-4 1 3 0,-7 4 0 0,1 4-5 0,-6 2-5 16,-1 4 0-16,-3 4-1 0,-2 4-1 15,0 2-1-15,-2 6 0 0,0 1-2 0,1 3-3 16,1 1-4-16,3 1-2 0,0 1-4 0,5 0-3 16,2 0-2-16,1 1 0 0,4-1-1 15,3-1 1-15,3-1-2 0,4 0-6 0,1-4-14 16,6-4-28-16,-1-5-69 0,2-4-74 0,1-4-128 16,5-5-206-16,0-2-309 0,2-5-339 0,4-1-244 15,1-5-99-15,2-4 407 0,2-3 632 16</inkml:trace>
  <inkml:trace contextRef="#ctx0" brushRef="#br0" timeOffset="124348.48">23708 17226 182 0,'8'-22'936'0,"-5"2"678"0,-4 4-11 0,-4 4-310 15,-3 2-464-15,-3 6-316 0,-2 2-188 0,-1 5-129 16,-2 6-68-16,-3 6-40 0,3 3-29 16,-1 6-21-16,4 2-15 0,1 4-10 0,2 1-7 15,7 2-4-15,1 1-2 0,7-2-2 0,2 0-1 16,3-4 0-16,5-4 0 0,4-5-1 0,-2-8-1 15,7-7-5-15,0-6-7 0,-1-9-10 16,1-8-10-16,-2-7-9 0,2-5-8 0,-4-8 0 16,0-6 3-16,-2-3 8 0,-3-3 12 0,0-5 10 15,-3 1 7-15,-3-2 5 0,-1-2 5 0,-3 1 5 16,-1 0 6-16,0 0 11 0,-4 1 10 0,1 5 13 16,-1 4 10-16,0 6 12 0,-1 6 3 15,1 10-5-15,-4 5-8 0,1 9-11 0,0 6-7 16,-2 11-11-16,2 6-3 0,-1 9-2 0,2 8-1 15,0 5 2-15,1 9-3 0,1 3-1 0,0 8-4 16,1 7-2-16,-1 5-2 0,0 6-3 16,2 0-3-16,0 3-3 0,2-2-3 0,1-2-1 15,1-6 0-15,2-3 0 0,0-9-4 0,1-4-9 16,1-7-17-16,-2-8-35 0,0-3-76 0,-4-8-103 16,1-4-178-16,-1-5-290 0,-1-3-344 15,-2-6-378-15,-1-2-192 0,2-4 227 0,0 0 713 16</inkml:trace>
  <inkml:trace contextRef="#ctx0" brushRef="#br0" timeOffset="124947.84">24971 17752 252 0,'-1'-9'1071'15,"-3"2"585"-15,0 1-96 0,-5-1-317 0,-1 1-480 16,0 2-278-16,-2 3-181 0,1-1-103 0,-2 4-50 16,2 0-31-16,0 7-21 0,-1-1-18 0,0 4-14 15,4 1-15-15,1 5-12 0,2 0-10 16,3 2-14-16,2-1-16 0,3 1 0 0,5-4 0 16,0-2 0-16,2-2 0 0,4-4 0 0,-2-4 0 15,3-1 0-15,0-5 0 0,-2-2 0 0,1-3 0 16,-1-4 0-16,-1 0 0 0,-2-3 0 15,-2-2 0-15,-1 0 0 0,-1 0 0 0,-5 1 0 16,1 0 0-16,-4 4 0 0,-1 2 0 0,-1 2 0 16,-3 2 0-16,2 2 0 0,-1 3 0 0,-1 3-4 15,-2 2-28-15,3 1-18 0,-2 0-33 0,1 1-72 16,-3 1-85-16,2-2-150 0,-2-1-267 0,-1-3-326 16,3 0-373-16,-1-2-231 0,1-4 47 15,-3-3 658-15</inkml:trace>
  <inkml:trace contextRef="#ctx0" brushRef="#br0" timeOffset="125731.25">24571 16665 39 0,'-1'-19'499'16,"-3"0"459"-16,1 1 257 0,2 5-18 0,-4 1-292 15,2 2-177-15,2 3-169 0,1 1-125 0,-2 3-88 16,0 1-68-16,2 2-85 0,0 4-71 16,0 2-37-16,0 4-21 0,2 6-8 0,1 0-2 15,0 5-4-15,3 4-1 0,1 1-3 0,-2 4-4 16,4 2-4-16,0 2-3 0,3 2-4 0,0 0-5 16,2 3-8-16,2-2-4 0,2 2-3 0,-1-1-6 15,4-2-3-15,1-2-2 0,0-1-1 16,-3-7-2-16,1-2 1 0,0-4 0 0,-2-4-1 15,0-2 1-15,-2-6 1 0,-2-3 1 0,-3-4-1 16,0-2-1-16,0-5 2 0,-2-3-1 0,0-6 0 16,1-4-1-16,-2-1 1 0,2-3 0 15,1-3-1-15,-2 0-1 0,1-3-1 0,0-1 1 0,0-1-3 16,0-3-1-16,-2 2 0 0,1-1-1 16,-1 0 2-16,-1 1 0 0,-2-1 3 0,-2 3 1 15,-3 0 2-15,0 2 1 0,-5 3 0 0,-2-2-1 16,-1 1 0-16,-2 4 2 0,-3 0-1 15,-2 1 1-15,-3 2 1 0,-3 1 0 0,-1 1-1 16,-2 2 1-16,-3 2 0 0,0 1-1 0,-1 3-1 16,0 3 1-16,-1 2 0 0,-1 4-1 0,3 2 0 15,3 3-1-15,1 1 1 0,2 2-1 0,5 2 0 16,2 0 0-16,5 0 0 0,2 3-1 0,6-2 0 16,1-1-1-16,4 0 0 0,4-1 0 15,6-1 0-15,2-2 1 0,5-4 0 0,1 0 0 16,5-2-1-16,3-3 1 0,0 0-1 0,0 0-1 15,0 0 0-15,0 2 1 0,-1-1 0 0,-6 2 1 16,-1 2 1-16,-2 1 0 0,-3 1 1 0,-4 4 0 16,-3 2-1-16,-5 4 0 0,-5 1 0 0,-3 3 0 15,-6 2-1-15,-2 2 3 0,-2 0 1 0,-6 2 1 16,0-1 1-16,-2 1 4 0,1-2 1 16,0 2-1-16,2-4 1 0,1-2-2 0,5 0-1 15,2-4-2-15,3 2-3 0,4-4-1 16,5-2-1-16,1 1-1 0,6-3 0 0,1 2-1 15,2-4 0-15,6 1-1 0,-2-1 1 0,2 1-1 16,1-1 0-16,1 0 1 0,-2-1 0 0,-2 4 2 16,0 2 0-16,-3-1 0 0,-1 2 2 0,-5 4-1 15,-1-2-1-15,-4 3 1 0,-2 2-1 16,-2 1-1-16,-3 2 0 0,-1 0-5 0,-5 3-10 0,1-1-19 16,-3 1-36-16,0 1-78 0,-2 1-102 15,0-5-175-15,2 2-292 0,0-1-346 0,5-2-378 16,0-3-183-16,3 0 209 0,1-3 698 0</inkml:trace>
  <inkml:trace contextRef="#ctx0" brushRef="#br0" timeOffset="135746.29">19667 767 43 0,'1'-3'308'15,"-2"6"188"-15,1-3 157 0,-2 2-25 16,-1-2-203-16,0 2-100 0,2 5-41 0,-1-1-11 16,-1 4-7-16,-1-2 0 0,1 3 3 0,2 2-10 15,-4 3-20-15,2 0-28 0,1 2-16 16,-1 0-28-16,0 1-27 0,3 2-3 0,-2 3 0 16,1 4 28-16,-1 0 14 0,2 3 0 0,-1 2 8 15,1 0-14-15,-2 5-21 0,0-1-41 0,2 4-26 16,0 2-10-16,0 1-21 0,-3 3-14 0,3 2-11 15,-1 2 0-15,-3 2-3 0,3 3-6 0,-2 1-3 16,-1 4-6-16,0 0-1 0,-1 3 4 0,4 4 0 16,-6 1-3-16,4 1 12 0,-2 1 7 15,-2 1-3-15,0 0-7 0,1 1-3 0,-2 1 2 0,1 1-7 16,-2 0-3-16,1 0 0 0,0 0 8 16,2 1 6-16,-2-1 4 0,0-1-3 0,2-1-3 15,1 1 2-15,0-1-6 0,-1-1-8 16,5 0-3-16,-3-1-5 0,1-2-1 0,1 2-2 15,-1-5 1-15,2-1 1 0,-3-1 0 0,1-2 1 16,2-2 2-16,-4-2 2 0,4 1-3 0,-3-4 1 16,3 0-2-16,-2-3 0 0,1-1-1 15,-1-1 0-15,1-3-1 0,-1 0 0 0,1-2 0 16,-1-2-1-16,0 0 1 0,0-1 0 16,0-2 0-16,1 1 1 0,1-1 2 0,-1 2 0 15,1-1-1-15,-1-1 0 0,2 1-1 16,0-2 1-16,0 0-1 0,2-1 0 0,-1-1 0 15,-1 1 1-15,3-3-1 0,-3 0 0 0,2 1 0 16,-2-3 0-16,0 1-2 0,-2 0 1 16,1 1-1-16,-1-2 1 0,-1 0 1 0,-2-2 0 15,4 0 2-15,-3-3 0 0,1 0 1 0,0 2-2 16,-3-5 0-16,4 0 0 0,-1 1 0 0,2-2-1 16,-3 0 1-16,3 0-1 0,-1 0 0 15,1 1 1-15,1-1-1 0,0 2 0 0,0-3-1 16,0 3 1-16,0-2 0 0,0-1-1 15,1-1 1-15,1-1 0 0,-1-1 0 0,1-2-1 16,0-2 1-16,-1 1-1 0,2-5 0 0,-1-2 0 16,2 0 1-16,0 0 0 0,-3-1 0 15,1-2 2-15,-1 1 1 0,3 1 2 0,-3-2-1 16,1 4 1-16,-1 1 1 0,1 1 0 16,0 2-2-16,-2 2-1 0,1-1 0 0,1 0 0 15,-1 1-2-15,3 0 0 0,0-2 0 0,1 0-1 16,0-4 1-16,1 0-1 0,0 0 1 0,2-3-1 15,0 0-1-15,0-3 0 0,3-1 2 16,0 1-1-16,0-2 2 0,2-2-2 0,-2 1 2 16,2 1-1-16,1-2 1 0,0 2-2 15,2-1 0-15,-2 0 1 0,3 2 0 0,1-2 1 16,2 3-2-16,-1 0 1 0,2-3-1 16,1 3 0-16,2 0 0 0,-1-2 0 0,3 2 0 15,2-1 0-15,-1-1 2 0,3-2-1 0,0 1 1 16,4-2 1-16,-1 0 1 0,2 0-1 0,2-2 0 15,1 2 0-15,4-2 0 0,2 0 0 16,-2 0-1-16,4 0-1 0,-1 2 2 0,1-3-2 16,2 1 0-16,1 0 0 0,2-2-1 15,1 4 0-15,2-2 0 0,0-1 2 0,1 0 1 16,5 2 0-16,0-3 2 0,4 3 0 0,0-2-1 16,4 1-2-16,0 0-1 0,2 0 0 15,1-1-2-15,1 0 1 0,1 2 0 0,5-2 3 16,-2 0-1-16,4-2 0 0,1 2 2 0,4-1-2 15,1 0-2-15,1 0-2 0,-2 0 0 16,2 2 1-16,2 0 1 0,-1 2 0 0,2 2 2 16,0 2 1-16,0 0 0 0,2 2-2 15,-2 1-2-15,0 2-1 0,-1 2 2 0,0-1 0 16,-1 1 0-16,1 4 3 0,1-2 0 0,2 1 0 16,-2 0-1-16,1 3-2 0,3-4-1 0,-3 3 0 15,-1-1 0-15,2 1 1 0,0-1 1 16,1 2 1-16,0-1 1 0,2 2-1 0,0 0 0 15,0-2-2-15,-2 4 0 0,-1 0 0 0,0-1 1 16,1 0 0-16,2 0 1 0,2-1 2 16,2-4-1-16,0 4-2 0,1-4-1 0,2 1 1 15,0 0 1-15,1-2 0 0,1 0 0 16,5 0 0-16,-1-2 1 0,3-1-3 0,-4 1 1 16,4-2-1-16,-2-1 1 0,0 3 1 0,3-3 0 15,1-1 2-15,2-1-3 0,0 2-3 16,0-4 2-16,-2 4 0 0,2-2 0 0,-1 1 0 15,0 1 2-15,3-1 1 0,0 1-4 0,-2 0 0 16,2 1 0-16,1-2 1 0,-1 0 0 16,3-1 1-16,0 0 1 0,2-1-2 0,-2-4 0 15,1 2 1-15,-1-3 0 0,4-2 2 0,1 1 0 16,0-3 2-16,3-2-3 0,0-2 0 0,2 1 1 16,1-2 0-16,-3 0-1 0,0 1-2 15,-3 1-5-15,-7 3-24 0,-7 2-62 0,-8 2-94 16,-12 6-199-16,-8 3-280 0,-11 2-349 0,-12 6-421 15,-13 3-308-15,-16-1 211 0,-14 0 864 0</inkml:trace>
  <inkml:trace contextRef="#ctx0" brushRef="#br0" timeOffset="137263.53">20707 1524 74 0,'-3'0'602'0,"0"1"465"0,0 1 175 15,0-2-101-15,1-2-392 0,0 2-305 0,2-1-134 16,0-2-32-16,4 3-17 0,-3-5-12 0,6 1-15 16,-1-2-24-16,3-2-37 0,1 1-57 0,3-1-36 15,1-1-19-15,2 2-17 0,2-2-10 0,3 3-10 16,1 0 0-16,4 4-1 0,-1 2-5 0,3 0 0 15,2 2 1-15,0 5-1 0,2 1-4 0,-1 2 6 16,0 4 4-16,-1 1 7 0,-4 4-3 0,0 0 2 16,-4 4 1-16,-2 2-5 0,-2 3-4 0,-7 0-5 15,-3 4 4-15,-5 1 1 0,0 1-2 16,-6 2-2-16,-3 1 3 0,-2 1 0 0,-5-2 1 16,-1 0 5-16,-2 0 1 0,-1-1 1 0,-4-1-2 15,3 0-2-15,-3-1-3 0,-1-1-7 16,1 1-2-16,-1-3-3 0,0 0-2 0,1-1-1 0,5-4-2 15,-1 1 0-15,3-2-1 0,0-3-1 16,2 0 0-16,4-3-2 0,3-1 1 0,1 0-1 16,-1-2 0-16,7 0 0 0,2-3 0 0,3 0-1 15,2-3 2-15,5 0-2 0,2-1 0 0,5-5 1 16,1-2-2-16,5-1 0 0,3-4-1 16,2-1-1-16,-1-2 0 0,3-3-1 0,-3 3-1 15,-1-2-2-15,0 0-8 0,-3 1-14 0,-5-2-24 16,-2 1-43-16,-3 3-80 0,-3-1-117 15,-5 1-211-15,-2-2-300 0,-3 2-353 0,0 0-351 16,-3-1-134-16,-1 1 381 0,-1-2 742 0</inkml:trace>
  <inkml:trace contextRef="#ctx0" brushRef="#br0" timeOffset="137961.31">21732 1699 17 0,'-4'-7'530'0,"0"1"498"15,1-2 245-15,0-1-54 0,1 2-299 16,0-3-269-16,4 3-194 0,0-2-113 0,1 0-69 16,2-1-55-16,1 1-62 0,3-3-57 0,1 4-36 15,2-3-16-15,4 4-12 0,5-2-7 0,1 0 3 16,3 2-3-16,2 1-3 0,5 0-3 0,-1 3-2 16,1 0 4-16,1 3-5 0,-1 1-4 0,-2 3 3 15,-2 0 1-15,-1 4 2 0,-2 1-2 16,-1 4 1-16,-5 2 2 0,-2 0-1 0,-4 4 0 15,-4 2 0-15,-2 1 3 0,-4 4 0 0,-4 1 0 16,-3 3 0-16,-4 2-3 0,-4 1 3 0,-1 1-1 16,-4-1 1-16,-2 1 1 0,-2 1 0 15,-2 1 5-15,1 0-1 0,-3 0-1 0,0 0-1 16,2-1 0-16,-1 1-21 0,3-2-8 0,2-1 0 16,1 0 0-16,3-2 0 0,2-2 0 0,3-2 0 15,2-1 0-15,4-4 0 0,4 0 0 0,2-2 0 16,4-3 0-16,2-2 0 0,6 0 0 15,2-2 0-15,3-4 0 0,3-1 0 0,2 0 0 16,3-3 0-16,2 0 0 0,1-2 0 0,0 0 0 16,3-2 0-16,-1 1 0 0,-1-2 0 15,-1 0-63-15,-1 1-113 0,-3-1-142 0,-4 2-263 16,-4-1-323-16,-2 3-400 0,-7 1-413 0,-2 1-47 0,-6 0 701 16</inkml:trace>
  <inkml:trace contextRef="#ctx0" brushRef="#br0" timeOffset="138595.67">23082 2442 219 0,'5'2'767'0,"-4"-4"373"0,2-1 51 0,1-4-178 16,0-4-377-16,4 0-203 0,3-4-73 0,0-3-29 15,5-5-21-15,0-2-34 0,1-5-38 0,3-3-54 16,2-3-60-16,1-5-41 0,2 0-21 15,1-6-9-15,1-2-14 0,0-4-7 0,0-1 3 16,-1-2 1-16,-1-1-8 0,0 1-4 0,-2 0-2 16,-1 2-4-16,0 5-5 0,-4 2 1 15,-1 4-1-15,-2 5 0 0,-3 4 8 0,-1 5 3 0,-3 5-3 16,0 4-5-16,-4 1 0 0,1 6 1 0,-1 2 0 16,-1 4-4-16,-2 1-1 0,3 1-2 15,-3 5 1-15,1 3-4 0,1 5-2 0,1 5-1 16,0 4 10-16,-1 5 4 0,0 5 8 0,0 6 3 15,0 1 0-15,1 7 2 0,-1 1-6 0,-2 6-2 16,1 1-5-16,-2 4-4 0,0 3-1 0,-2-2 1 16,1-2-2-16,-1 2-2 0,1-4-3 0,1-2-1 15,-2-2-5-15,0-3-1 0,2 0-3 16,0-4-2-16,0-3-7 0,0-2-18 0,0-1-31 16,-1-3-80-16,-1-2-141 0,1-3-262 0,-1-1-327 15,0-6-410-15,-1 0-473 0,3-3-56 0,0-5 725 16</inkml:trace>
  <inkml:trace contextRef="#ctx0" brushRef="#br0" timeOffset="138930.2">24358 2589 606 0,'-2'-5'1610'0,"1"-1"179"15,-1 2-350-15,-3 1-358 0,1 1-470 0,-1-4-289 16,4 5-132-16,-3-1-67 0,1 0-37 0,0 1-28 15,1 0-20-15,1-1-16 0,-1 0-10 16,2 1-7-16,-2-2-4 0,2 0-2 0,2 0-4 16,0-3-8-16,1 0-20 0,2-3-40 0,1 1-84 15,3-3-153-15,-1-2-267 0,4 1-325 0,1-1-397 16,-3 1-404-16,1-1-2 0,0-1 742 0</inkml:trace>
  <inkml:trace contextRef="#ctx0" brushRef="#br0" timeOffset="139396.99">25148 1521 66 0,'3'-15'660'0,"1"1"537"0,-4 0 204 0,1 6-80 16,1-1-355-16,0 3-362 0,-2 1-202 0,0 4-109 15,-2 1-79-15,0 3-72 0,-3 3-54 16,-2 7-36-16,1 2-12 0,-6 10-7 0,3 2-1 16,-4 6-3-16,-1 10 3 0,-3 3 4 0,2 10-2 15,-4 4-6-15,2 4-5 0,1 3-7 0,1 3-7 16,0-1-3-16,2-2-3 0,4-3 0 0,3-2-1 16,4-5 0-16,4-7-1 0,3-4-3 0,5-6 1 15,6-9 1-15,5-9-1 0,1-7 1 0,8-8 0 16,5-10 1-16,3-5-2 0,0-11-1 15,3-3-1-15,1-8 0 0,0-3 1 0,-3-6 2 16,-1-1 3-16,-3-2-4 0,-5-2-2 0,-3-2-2 16,-5-1 0-16,-3-1 0 0,-5 0-3 0,-1-4 8 15,-5 1 10-15,-8-3 6 0,-2 1 7 16,-6 1 3-16,-6 1 3 0,-4 3-6 0,-7 4-6 16,-5 5-4-16,-5 5-7 0,-3 7 0 0,-2 7-1 15,-2 8 2-15,-2 7-2 0,5 11-3 0,-3 6 2 16,3 10-4-16,0 6 0 0,4 8-1 0,1 6 1 15,3 8-4-15,6 4-17 0,4 1-36 0,2 2-80 16,8-1-128-16,3-1-258 0,8-3-310 0,5-2-377 16,6-2-419-16,3-6-95 0,7-1 589 15</inkml:trace>
  <inkml:trace contextRef="#ctx0" brushRef="#br0" timeOffset="139963.38">26663 1651 203 0,'-19'-12'644'0,"2"0"393"0,-5 2 162 0,0 4-197 16,0 2-287-16,-1 4-131 0,1 4-109 15,0 6-99-15,1 7-80 0,-1 8-54 0,0 8-46 16,5 10-62-16,-4 10-43 0,1 8-8 0,2 7-3 16,1 3 0-16,2 2-11 0,3 1-11 0,6-2-9 15,6-4-17-15,6-1-11 0,6-9-11 0,6-5-5 16,9-10-4-16,5-7-2 0,7-10-2 16,5-10 1-16,2-10 0 0,5-8 1 0,1-11 0 15,0-10 0-15,4-3 0 0,0-9-1 0,-4-4 1 16,-1-5 3-16,-3-1 2 0,-9-5-4 15,-4 0 0-15,-6 0 1 0,-9-4 1 0,-9 1 1 16,-3-3-1-16,-8-2 11 0,-13-1 2 0,-3-4-1 16,-11 1-2-16,-6 4-3 0,-8 0-3 0,-3 5-8 15,-6 8 0-15,-1 9-4 0,-3 8-4 0,0 10-2 16,2 7-1-16,5 8 2 0,-1 7-14 0,7 11-29 16,1 2-77-16,6 6-137 0,2 5-261 0,4 6-312 15,2 1-375-15,4 5-405 0,5-1-63 0,3 4 647 16</inkml:trace>
  <inkml:trace contextRef="#ctx0" brushRef="#br0" timeOffset="141363.23">21246 4193 381 0,'0'-2'843'0,"-3"-1"328"16,0 0 23-16,0-2-289 0,-2 3-240 0,4-2-138 15,-1 1-104-15,2 2-82 0,0-2-59 0,2 0-52 16,-1-2-70-16,4 3-64 0,-1-3-36 16,5-1-15-16,0 2-3 0,7 0-2 0,0 0 1 15,4-1 5-15,4 1-3 0,3 0-4 16,3 1-9-16,0 2 0 0,0 1 0 0,0 0-5 15,-1 1-3-15,-1 2 2 0,-3 4 1 0,0 0-1 16,1 2 2-16,-4 4 2 0,-5 0 3 16,2 2 0-16,-4 1 1 0,-5 2 1 0,-2-1 0 15,-3 4 0-15,-2-2-1 0,-3 1-2 16,-4 4-2-16,-3-2-6 0,-5 2-4 0,-3 2-5 0,-2-1-3 16,-1 4-3-16,-4-2-7 0,-3 3 0 15,3-1 0-15,1-1 0 0,-1 0 0 0,2 1 0 16,2-4 0-16,1 2 0 0,4-1 0 15,4-3 0-15,0 0 0 0,4-3 0 0,3 1 0 16,2-3 0-16,5-2 0 0,1-1 0 0,5-1 0 16,0-4 0-16,5-2 0 0,2-3 0 15,2 0 0-15,4-5 0 0,0-1 0 0,3-4 0 16,1-1 0-16,2-1 0 0,0-2 0 0,0-2 0 16,0-1 0-16,-2 0 0 0,-2 0-20 15,-3 0-67-15,-3 0-81 0,-3-1-148 0,-4-1-267 16,0-1-327-16,-3 0-400 0,-2 2-407 0,-1-5-34 15,-1 3 711-15</inkml:trace>
  <inkml:trace contextRef="#ctx0" brushRef="#br0" timeOffset="141696.66">22089 4069 284 0,'9'-3'899'16,"-1"-3"362"-16,4 3 45 0,2-1-102 15,3 1-459-15,4 1-270 0,1-1-135 0,3 1-58 16,1 1-66-16,0 1-73 0,1 0-43 0,2 0-21 16,-4 3-12-16,-3 2-11 0,2 1-5 0,-2 1 0 15,-3 3-4-15,-5 3-2 0,-1 2 4 16,-2 1-1-16,-6 4 0 0,-4 2-2 0,-2 3-5 16,-6 1 0-16,-4 4-2 0,-1 1-4 15,-6 5 0-15,-1-1-3 0,-1 2-1 0,-2 1-5 16,2 2-4-16,2-4-5 0,2 3-4 0,2-5-5 15,4-2-1-15,4 2-5 0,2-6-2 16,6 1 0-16,1-5-2 0,7-2-2 0,3-3-1 16,2-1-1-16,4-6-6 0,0-4-7 15,6-2-14-15,-1-3-23 0,0-3-45 0,-2-3-81 16,0-3-117-16,0-1-196 0,-4-2-300 0,1-2-356 16,-5 3-345-16,2-3-133 0,-3 0 362 15,-3-1 705-15</inkml:trace>
  <inkml:trace contextRef="#ctx0" brushRef="#br0" timeOffset="142379.37">20481 4056 125 0,'3'-10'694'15,"1"5"458"-15,-4-4 130 0,0 3-51 0,0 1-348 16,0 1-272-16,0 2-171 0,0 1-100 15,1 0-73-15,-1 1-80 0,3 1-76 0,-3 6-41 16,2 4-28-16,-2 10-10 0,0 5-3 0,0 9 4 16,0 8 2-16,-2 4-8 0,2 6-1 0,-3 4-6 15,3 5-5-15,-3 0-4 0,1 4-6 16,-2 2 0-16,0-2-2 0,1 0 1 0,0-2-2 16,1-6-5-16,1-5-2 0,1-6-3 15,0-7-11-15,1-5-23 0,1-8-57 0,-1-7-65 16,3-4-83-16,-3-8-152 0,4-7-237 0,-2-7-310 15,2-8-256-15,4-7-199 16,-4-6 35-16,3-7 521 0</inkml:trace>
  <inkml:trace contextRef="#ctx0" brushRef="#br0" timeOffset="142630.85">20766 3857 261 0,'11'-16'871'16,"-5"3"361"-16,-1 5 27 0,0 5-72 0,-4 7-420 15,3 9-260-15,0 4-132 0,-1 5-64 16,-1 5-46-16,-1 7-74 0,1 7-56 0,-2 5-32 16,0 4-14-16,0 10-15 0,0 1-17 0,-2 6-15 15,1 2-10-15,-4 1-11 0,2 4-7 16,2-3-9-16,-3 0-1 0,3-3-2 0,1-6-4 16,1-3-2-16,3-8-10 0,-3-4-16 15,5-9-32-15,-3-5-70 0,0-6-73 0,-1-8-130 16,-2-3-216-16,-2-8-307 0,-1-4-324 0,0-8-224 15,-4-3-90-15,-2-6 435 0,-2-6 622 16</inkml:trace>
  <inkml:trace contextRef="#ctx0" brushRef="#br0" timeOffset="142862.76">20356 4479 102 0,'2'10'569'15,"1"1"349"-15,0-4 225 0,6-1-7 16,3-2-374-16,0 0-186 0,7-3-82 0,3-2-61 16,1-4-79-16,4-4-68 0,1-1-60 15,4-3-81-15,-1-4-57 0,4-3-28 0,-2-2-25 16,3 0-13-16,-1-4-6 0,-2 0-3 0,-3 1-3 16,-3 1-5-16,-3 1 0 0,-5 4-1 15,-3 1-16-15,-5 4-80 0,-8 3-106 0,-4 4-208 16,-8 4-281-16,-4 3-346 0,-7 4-414 0,-7 4-178 15,-3 5 329-15,-4 1 757 0</inkml:trace>
  <inkml:trace contextRef="#ctx0" brushRef="#br0" timeOffset="143063.32">20476 4656 386 0,'25'4'840'0,"-2"-4"331"0,1-1 31 0,1-2-177 16,3-5-322-16,2-1-179 0,2-1-115 0,0-2-94 15,2-4-63-15,0-1-68 0,2-1-73 0,3-3-41 16,1-1-18-16,0 0-13 0,2 0-8 16,-1 0-13-16,-1 0-9 0,-2 3-54 0,-1-1-81 15,-3 3-160-15,-3 1-272 0,-1 3-305 0,-1 1-391 16,-2 3-320-16,-5 1 14 0,0 5 694 16</inkml:trace>
  <inkml:trace contextRef="#ctx0" brushRef="#br0" timeOffset="143729.94">24026 4234 220 0,'2'-8'664'0,"-4"1"366"0,2 3 101 16,-2 0-229-16,2 2-306 0,0 2-176 0,2 2-111 15,0 3-5-15,-1 5 17 0,1 3-1 0,1 2-31 16,1 1-34-16,0 5-45 0,0-1-73 15,0-1-53-15,-1 1-33 0,2-3-20 0,-1-2-17 16,1-1-8-16,1-1-3 0,1-5-3 16,-1-2 1-16,1-1 2 0,0-5 2 0,-1-3 1 15,2-4-2-15,1-2 3 0,-3-5-2 16,1 1 0-16,-2-4-4 0,-1 2 2 0,-3 0-2 0,-2 1-5 16,-4 4-45-16,0 2-73 0,-4 3-102 15,-3 3-174-15,1 7-298 0,-3 1-341 0,0 5-309 16,-2 5-165-16,2 0 267 0,-2 1 634 15</inkml:trace>
  <inkml:trace contextRef="#ctx0" brushRef="#br0" timeOffset="143928.26">24189 4699 233 0,'14'21'1067'0,"-3"1"541"0,-4 0-110 15,-3 2-293-15,-2 1-457 0,-4 4-295 0,-2-1-192 16,-3 4-100-16,-1 1-47 0,-5 3-34 0,-2 2-25 15,-1 1-22-15,-6 4-10 0,-2 2-9 16,-1 1-5-16,0 1-4 0,-1 1-4 0,1 0-1 16,0-1-9-16,3-2-35 0,2 1-81 15,1-7-141-15,2-3-264 0,6-7-302 0,1-3-386 16,6-6-383-16,-1-8-55 0,8-5 645 16</inkml:trace>
  <inkml:trace contextRef="#ctx0" brushRef="#br0" timeOffset="145329.71">25745 4393 157 0,'3'-11'682'0,"-2"2"389"0,-1 3 97 0,0 5-121 16,0 4-429-16,0 6-240 0,4 9-111 15,-3 7-13-15,2 7 5 0,1 4 21 0,2 7-22 16,-3 1-26-16,0 4-35 0,0 4-53 0,0 1-37 15,1 3-40-15,-3-2-23 0,1-1-12 0,-1-3-13 16,-1-2-4-16,2-6-2 0,-2-2 5 16,0-9 8-16,-2-3 7 0,2-5 6 0,-3-4 5 15,0-4-2-15,-2-6-7 0,0-3-6 16,-1-7-6-16,-2-5-9 0,0-8-6 0,4-7-4 16,-1-6-2-16,0-6 0 0,3-7-2 0,2-7-1 15,0-4-1-15,3-3-2 0,2-7 2 16,2 1 0-16,2-3 1 0,4 1-2 0,0 1 2 15,1 6 1-15,3 3-1 0,0 8-1 16,1 6-1-16,-1 4 2 0,1 8 0 0,-1 7 0 16,-1 2 0-16,-3 7 0 0,-1 6 0 15,2 4 1-15,-2 6 1 0,-2 6 1 0,-3 3-1 16,-1 5 0-16,-3 6 0 0,1-1-2 0,-4 3 1 16,1 4 1-16,-1-2 1 0,0 0 2 0,2-2 0 15,-1 1 1-15,3-2-1 0,0-2-1 16,-1-4-1-16,5-1-1 0,0-5-1 0,5-4 1 15,-1-7 1-15,6-6 0 0,3-5 0 0,5-7-1 16,3-9 0-16,1-3 2 0,3-7-1 16,0-2 1-16,-3 0 0 0,0-4 2 0,-3 3-2 15,-3 4 1-15,-7 2-2 0,-1 4 1 16,-5 5 1-16,-3 5 1 0,-2 4 1 0,-6 3 0 16,-1 5-1-16,-5 4 0 0,-2 2-2 0,0 6-1 15,-5 4 0-15,2 1-1 0,1 2-1 0,0 4 0 16,3-3 1-16,2 1-2 0,2-3-1 15,2-2 0-15,4 0 2 0,2-5 0 0,1-2 1 16,6-5 1-16,3-7 1 0,5-7 0 16,5-4 0-16,2-9-3 0,6-7-2 15,2-4 0-15,0-5 0 0,2-1 0 0,-1-1 1 0,-3 2 1 16,-1 1 0-16,-4 4 2 0,-2 4-1 16,-8 5 1-16,-2 7 5 0,-3 4 1 0,-7 4 1 15,-3 8 1-15,-1 6-1 0,-5 8 0 16,-2 5-4-16,-1 10-2 0,-4 5-1 0,2 8 0 15,0 8 0-15,0 3-1 0,1 6-1 0,-1 6-1 16,1 4 0-16,-1-1-1 0,2 3 1 16,0-3-1-16,3-4-2 0,3-4-9 0,1-7-21 0,4-8-53 15,4-8-74-15,1-7-75 0,0-11-128 16,4-9-176-16,-3-8-227 0,2-9-261 16,1-8-194-16,-5-4-130 0,4-9 235 0,-5-2 485 15</inkml:trace>
  <inkml:trace contextRef="#ctx0" brushRef="#br0" timeOffset="145495.21">26739 4245 330 0,'-25'-61'714'0,"-1"0"376"0,-2 3 124 16,1 0-232-16,0 6-165 0,4 4-170 0,2 8-152 16,4 5-125-16,3 6-92 0,2 3-91 15,4 8-86-15,3 2-49 0,2 7-29 0,8 2-17 16,2 4-8-16,5 6-5 0,7 2 1 16,3 5 0-16,2 2 1 0,5 3 3 0,1 2 1 15,0 4-20-15,5 0-70 0,-1 4-71 0,1 2-145 16,1 2-279-16,1 1-319 0,-1 2-345 0,1 6-215 15,-3-1 23-15,-1 3 604 0</inkml:trace>
  <inkml:trace contextRef="#ctx0" brushRef="#br0" timeOffset="145830.6">27318 4399 182 0,'-8'8'1007'15,"-5"1"633"-15,-1 1-65 0,-5 5-318 0,0 1-460 16,-3 3-310-16,-2 2-208 0,2 1-112 0,1 2-55 15,1 1-37-15,2-1-24 0,4 1-20 16,5-4-10-16,5-3-10 0,8-3-6 0,4-4-2 16,5-7-3-16,9-4 0 0,3-4-2 0,5-7-1 15,3-4 0-15,2-3 1 0,1-3-1 0,-1-4 0 16,1 3 1-16,-4 1 1 0,-4 0 1 16,-4 3 0-16,-3 3 2 0,-6 2 2 0,0 3 0 15,-7 3 1-15,-1 3 0 0,-5 0 5 16,-4 6 6-16,-4 0 6 0,-2 7 7 0,0 1 6 15,-6 3 3-15,3 3-1 0,0 1-6 0,-1 2-6 16,4-1-8-16,-1 1-5 0,5 0-6 16,1 0-4-16,1-1-2 0,7 0-1 0,-2-2-2 15,3-2-1-15,2 3-8 0,5-6-23 0,0-2-44 16,-1 0-83-16,2-5-148 0,2 0-272 16,2-3-323-16,-2-1-393 0,1 0-377 0,3-3-9 15,-2 0 710-15</inkml:trace>
  <inkml:trace contextRef="#ctx0" brushRef="#br0" timeOffset="146429.72">28686 4157 389 0,'-8'-4'1012'16,"3"2"311"-16,0-1-81 0,3 1-239 0,4 2-491 15,3 2-250-15,4 1-104 0,5-1-24 16,2 4-11-16,5 0 36 0,2 2 31 0,3 1 7 16,-1 1-22-16,2 2-37 0,-2 0-22 0,1 4-41 15,-4 0-25-15,-5 0-11 0,2 4-7 16,-4-1-5-16,-5 2-2 0,-2 0-2 0,-1 1-9 16,-2 0-5-16,-5 2-3 0,0-2-2 15,-2 0 5-15,-1 1 2 0,0-2 3 0,-1-1 0 16,3-2-2-16,1-3-1 0,1-2-5 0,6-2-3 15,-1-5-3-15,6-4 0 0,1-3 1 0,4-3 1 16,1-4 0-16,6-5 0 0,-1 0 0 0,1-2 0 16,-1-4 0-16,2 1 0 0,-2 2-1 15,-1 1 0-15,-2-1 0 0,-3 6-2 0,-4 1 1 16,1 3-2-16,-5 6 2 0,-2 2 1 16,-2 5 1-16,-2 3 3 0,-2 5 4 0,-2 2 2 15,1 2 0-15,-3 3 2 0,1-1-1 0,0 2-2 16,2-1-4-16,0-1-3 0,0 0-1 0,4-2-2 15,-1-2-2-15,3-5-8 0,2-1-23 16,1-9-64-16,4-2-73 0,1-6-100 0,3-6-161 16,-1-6-209-16,6-2-286 0,0-7-241 15,-1-2-180-15,3-4 73 0,-4-5 448 16,0-2 438-16</inkml:trace>
  <inkml:trace contextRef="#ctx0" brushRef="#br0" timeOffset="146579.71">29552 4379 21 0,'14'-43'285'0,"2"-2"397"16,-8-1 399-16,-2-4 131 0,-3 1-187 15,-3 2-198-15,-1 2-180 0,-6 4-163 0,1 1-113 16,-6 7-75-16,-1 6-75 0,-3 6-82 15,0 8-57-15,-3 5-33 0,2 8-20 0,-4 8-13 16,2 5-8-16,3 5-3 0,1 6-2 0,4 6-2 16,2 2-2-16,5 4-3 0,1-1-12 15,3 5-45-15,4-3-69 0,4 1-63 0,0-3-103 16,6 1-165-16,1-4-242 0,4-3-275 16,1-4-206-16,6-3-169 0,0-4 162 0,3-2 499 15</inkml:trace>
  <inkml:trace contextRef="#ctx0" brushRef="#br0" timeOffset="147194.32">29746 4438 127 0,'13'3'546'0,"-1"0"409"0,-3 1 220 16,-5 0-150-16,3 3-252 0,-6 1-147 16,-1 3-100-16,2 2-96 0,-4 2-75 0,1 0-61 15,-6 4-55-15,3 1-70 0,-1 1-62 0,-2 1-37 16,1-1-23-16,5 2-11 0,-2-4-12 16,3-1-6-16,1-4-8 0,2-2-3 0,3-5-4 15,2-4-1-15,2-3 0 0,4-4-1 0,0-5-2 16,7-1-1-16,-4-5 1 0,5-1-1 15,2 0 1-15,-2-2-1 0,-1 3 1 0,-1-1 1 16,1 0 0-16,-5 4 1 0,-1 2-2 0,-3 1 1 16,-4 2-1-16,0 2 0 0,-2 3 1 15,-3 2 0-15,-2 2 2 0,-1 3 3 0,0 1 4 0,0 1 1 16,-1 3 1-16,-2 1 0 0,1 2 0 16,-2 2-3-16,4 0-3 0,-2 2-2 0,4-1 0 15,2 0-3-15,1 0 0 0,3-2-2 0,0-6 1 16,6-1-1-16,0-2-1 0,5-3 1 15,0-5-1-15,7-2-2 0,0-2-5 0,3-4-9 16,1 1-7-16,-2-3-11 0,-1 2-16 0,-3-1-20 16,-3 1-11-16,-3 4-7 0,-3 0 2 15,-5 2 6-15,-1 2 14 0,-5 0 23 0,0 3 19 16,-4 1 15-16,-2 3 3 0,0 2 4 0,-2 1 5 16,0 0 0-16,1 4 2 0,-2 1-3 0,4 0 2 15,-4 1-1-15,4 1-1 0,-2 2-1 0,3-1 1 16,0 2 2-16,3-1-2 0,3 1 1 15,2-2-1-15,3-2 0 0,5-3-9 0,1-2-10 16,4-3-2-16,2-1-4 0,1-5-1 0,3-2 2 16,2-5 8-16,1-1 9 0,0-4 5 0,0-1 13 15,-2-2 35-15,-3-3 30 0,-1 0 21 16,-6-2 14-16,-5 1 12 0,-4-4 2 0,-8 4-15 16,-2-4-16-16,-6-2-12 0,-5 1-13 0,-3 0-9 15,-5-1-7-15,-1 2-2 0,-3 1 2 0,-1 4 0 16,0 4-2-16,0 1-6 0,1 7-8 0,-2 5-11 15,5 4-11-15,-1 4-7 0,2 4-4 16,3 6-4-16,3 0-1 0,0 3-1 0,4 4 0 16,2-2-1-16,4 4-2 0,2-1-11 0,4 0-18 15,4-5-39-15,2-2-80 0,1-3-135 16,5-2-253-16,2-5-312 0,3-3-388 0,5-4-406 16,-2-4-85-16,5-5 606 0</inkml:trace>
  <inkml:trace contextRef="#ctx0" brushRef="#br0" timeOffset="147396.07">31048 4259 192 0,'6'-17'1090'16,"-3"4"622"-16,0 5-127 0,-3 3-349 0,-3 2-461 15,0 5-302-15,-2 2-218 0,0 4-104 16,-1 4-52-16,0 2-27 0,-4 0-19 0,2 4-13 16,0 1-8-16,0 5-7 0,1-4-2 0,-1 5-6 15,1 0-5-15,-1 2-5 0,-1 1-3 0,0 3-3 16,0-2-2-16,2 3-1 0,-3 1-9 0,2 0-18 15,0-2-45-15,-2 0-78 0,-2 0-114 16,-2-3-193-16,3-1-301 0,-3-1-352 0,0-4-344 16,1-2-143-16,-1-4 328 0,3-5 693 0</inkml:trace>
  <inkml:trace contextRef="#ctx0" brushRef="#br0" timeOffset="147595.29">31133 4126 582 0,'5'-31'1567'0,"-8"7"193"16,-4 6-339-16,-4 4-355 0,2 7-472 0,-4 4-293 16,-4 6-133-16,1 4-65 0,-2 7-33 0,0 2-23 15,-3 5-16-15,0 3-11 0,1 3-8 0,1 3-7 16,2 2-3-16,0-1-2 0,4 1-3 0,4 0-15 16,3 0-40-16,3-1-85 0,0-2-153 15,4-2-265-15,2-2-319 0,5 0-395 0,1-3-394 0,4-2 6 16,4-3 722-16</inkml:trace>
  <inkml:trace contextRef="#ctx0" brushRef="#br0" timeOffset="147745.76">31462 4643 226 0,'27'17'868'0,"-5"2"400"16,-3 3 1-16,-10 0-192 0,-1 3-455 0,-4 1-296 16,-4 0-152-16,-5 0-74 0,0-3-45 15,-1 0-36-15,-3-4-33 0,0-6-41 0,1-3-77 16,-1-6-150-16,2-5-211 0,1-5-271 0,5-7-254 15,2-1-202-15,4-6 92 0,-1-5 456 0</inkml:trace>
  <inkml:trace contextRef="#ctx0" brushRef="#br0" timeOffset="147911.89">31740 4324 94 0,'36'-67'913'0,"-2"2"780"16,-4 8 11-16,-5 8-343 0,-7 6-454 0,-3 9-366 16,-7 7-232-16,-5 9-133 0,-4 7-69 0,-6 4-45 15,-1 9-27-15,-6 4-15 0,0 4-12 0,-3 4-3 16,-1 0-4-16,-1 5-1 0,0-1-3 0,2 3-9 15,-2 0-16-15,1 0-32 0,1 0-82 16,0-3-120-16,3-1-232 0,2 2-302 0,2-2-370 16,0-1-410-16,2-3-121 0,-3 2 471 0,1 2 781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1-08T07:44:52.14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1500 9394 10 0,'6'-6'450'0,"-1"1"432"0,-2 3 310 0,-3-1 7 15,-1 0-289-15,-1 2-222 0,-1-3-168 0,3 3-108 16,-3 0-83-16,-2-1-56 0,-4 2-63 0,2-2-61 15,-2 1-36-15,-1 1-24 0,-2-1-16 0,-1 1-9 16,0 1-7-16,2-1-8 0,-2 1-7 0,-2 3-7 16,3-2-7-16,-1 3-6 0,1 1 1 0,-3 1-4 15,3 4-6-15,0-1-3 0,-2 5-3 0,1 4-3 16,-3 3-5-16,2 3-4 0,0 5 2 16,1 3 1-16,3 5 1 0,0 2-1 0,5 5 6 15,2 0-2-15,4 3-1 0,2 3 1 16,5 3 0-16,5-3 1 0,1 5-5 0,3 0 4 15,1-3 0-15,4 0 2 0,2-3-1 0,1-5 0 16,3-2 0-16,2-7-2 0,0-4-1 16,2-7 0-16,1-5 0 0,2-6-1 0,-2-6 1 15,2-5 1-15,-3-4 0 0,1-9 2 0,-3-2-1 16,0-6 0-16,-3-4 0 0,-2-5 0 0,-4-3 0 16,-2-1 0-16,-2-3 0 0,-4-1-1 0,-4-5 1 0,1 1 5 15,-7 0-2-15,0 1-1 0,-6-2 0 0,0 1 0 16,-7-1-1-16,-1 0-4 0,-6 0 1 0,-4 0 1 15,-2-2-1-15,-6 1 1 0,-1 1-2 16,-3 2 0-16,1 3 0 0,-3 6-1 0,2 3 0 16,-2 6 1-16,2 7-1 0,-1 7 1 0,-1 4-2 15,3 8 1-15,-1 5-1 0,3 7 0 0,0 6 0 16,2 5 0-16,1 2-1 0,3 4 0 16,2-2 0-16,3-2 3 0,6-1 0 0,5-3-4 15,2-2-9-15,6-4-16 0,3-1-26 16,1 1-77-16,3-6-78 0,4 0-134 0,0 0-204 15,2-3-311-15,6-1-348 0,-2-2-222 0,0-1-83 16,0 1 457-16,-2-2 603 0</inkml:trace>
  <inkml:trace contextRef="#ctx0" brushRef="#br0" timeOffset="418.94">2328 9476 115 0,'8'-14'704'0,"-3"2"471"16,0 3 184-16,-2 0-54 0,-3 3-392 0,0-1-304 16,0 3-174-16,-3-2-91 0,-2 2-77 0,0-1-78 15,-3 1-53-15,-1 1-24 0,1 0-22 0,-3 0-15 16,0 1-12-16,-2 2-12 0,-2 3-6 15,0 0-11-15,-2 5-8 0,-2 0-5 0,0 9-6 16,0-2-6-16,-3 8-6 0,0 3-4 0,-2 10-3 16,0 1-2-16,0 5-1 0,1 4 5 0,1 1 1 15,4 2 0-15,-1 0 0 0,5 1 0 0,3 1 1 16,3-2-4-16,2 1 0 0,4-1 1 0,4-5 0 16,1 0 1-16,5-1-1 0,4-7 1 0,1 0-1 15,4-4 4-15,1-5 0 0,2-6 0 0,4 0-1 16,0-5-3-16,1-4-6 0,2-5-15 15,3-2-14-15,0-5-19 0,2-5-30 0,1-2-52 16,2-3-67-16,-2-4-79 0,5-3-140 0,-2 0-219 16,-1-3-296-16,1 1-264 0,1-4-203 0,-4 0 32 15,0 0 505-15</inkml:trace>
  <inkml:trace contextRef="#ctx0" brushRef="#br0" timeOffset="684.57">2936 9492 93 0,'-2'-27'738'16,"-1"3"717"-16,-2 4 167 0,-3 2-247 0,-3 6-429 16,0 0-356-16,0 3-185 0,-3 3-143 0,-1 4-81 15,0 2-47-15,-1 1-38 0,-1 5-27 0,1 3-20 16,-3 3-14-16,3 4-11 0,-3 8-9 0,2 4-2 16,-1 13-3-16,-1 3-2 0,3 8 4 0,-1 8-1 15,4 4-1-15,2 5 0 0,5 0-1 0,3 2-2 16,3-2-7-16,6-3 0 0,2-3-2 15,5-7 0-15,1-4-2 0,3-5 4 0,5-9-1 16,1-3-4-16,4-7-7 0,1-3-12 0,2-7-19 16,3-5-26-16,-1-4-60 0,1-6-77 0,-1-4-129 15,-1-2-231-15,4-5-305 0,1-2-370 0,-1-6-289 16,2-2-90-16,-1-4 518 0,0-5 698 16</inkml:trace>
  <inkml:trace contextRef="#ctx0" brushRef="#br0" timeOffset="1169.26">3528 9351 39 0,'-7'-9'517'15,"2"3"477"-15,-3 0 248 0,1 1-49 0,0 2-294 16,1 2-213-16,-1 1-178 0,1 3-120 0,-1-1-75 15,-2 4-55-15,3 2-78 0,-1 3-63 0,2 2-35 16,2 6-18-16,0 4-11 0,3 8-2 0,5 4-1 16,1 11-1-16,2 4 3 0,5 7-1 15,0 5-8-15,1 4-8 0,3 0-7 0,2 2-8 16,0-4-9-16,3 0-8 0,0-5 2 0,1-7 2 16,0-9-1-16,1-6-1 0,1-9 1 0,0-8-1 15,-2-10-3-15,0-6-2 0,1-10-1 0,-5-7 1 16,2-11 0-16,-6-6-1 0,0-4-1 15,-4-7-4-15,0-4-2 0,-6-1-6 0,-1-2-10 16,-4-1-16-16,0 0-28 0,-4 1-60 16,-3 1-68-16,-2 3-69 0,-1 1-109 0,1 4-155 15,-1 1-229-15,-1 3-228 0,2 2-202 0,2 3-152 16,1 3 187-16,3-1 481 0</inkml:trace>
  <inkml:trace contextRef="#ctx0" brushRef="#br0" timeOffset="1649.9">3998 9374 120 0,'16'5'559'0,"-2"1"411"0,-3 0 227 0,2 2-124 16,-2-1-229-16,0 0-152 0,3 4-157 15,-3 0-108-15,3-1-91 0,-1 5-58 0,0 0-76 16,4 4-68-16,-1 5-37 0,5 2-25 0,-1 6-11 16,1 7-12-16,1 4-11 0,3 6-9 0,-1 6-6 15,-1 3-4-15,0 4-6 0,-1 5-4 16,-2-5-2-16,-4 1-2 0,0-2-3 0,-2-3-1 15,0-9-1-15,-4-4 0 0,-2-6-2 16,0-8 0-16,-2-7 0 0,-1-6 1 0,-2-9 0 16,-3-8 1-16,-2-9 1 0,-4-13 2 0,-2-12-1 15,0-9-1-15,-5-12-2 0,-2-4 1 16,-1-11 0-16,-3-8-4 0,0-8-3 0,0-3-1 16,2-5 5-16,2-1-2 0,3 1 1 0,4 4 5 15,3 8 4-15,2 8 2 0,1 13-2 16,1 7-3-16,2 9 0 0,1 7-2 0,1 6-2 15,4 8 1-15,1 2 0 0,4 7 1 16,1 3 0-16,2 3 2 0,2 8 1 0,1 2 0 16,1 7 0-16,-1 5 0 0,0 5 2 15,0 6-1-15,-1 7 1 0,-2 6 0 0,0 6 0 16,-5 4 0-16,-2 3 0 0,-2 3 0 16,-6 2 0-16,-3-3 0 0,-3 3 0 0,-4-2-1 0,-1 2-1 15,-5-3 0-15,-1 2 0 0,-4-4-1 16,3-2-2-16,0-4-9 0,2-7-16 0,2-4-55 15,2-8-76-15,2-7-139 0,5-5-268 16,3-5-316-16,2-3-391 0,5-5-335 0,2-2-56 16,2-2 633-16</inkml:trace>
  <inkml:trace contextRef="#ctx0" brushRef="#br0" timeOffset="1982.75">5031 10279 493 0,'15'17'1566'0,"-5"-2"240"16,1-2-356-16,-7-5-378 0,0-3-438 0,-4-5-327 16,-2-6-140-16,-3-7-65 0,-1-5-32 15,0-7-14-15,-2-10-19 0,1-6-15 0,-2-9-13 16,3-7-4-16,-2-5-2 0,5-6-1 0,1-5 1 16,2-2-1-16,3 2 0 0,2 0-1 0,0 6-2 15,0 7-1-15,2 7 0 0,-4 10-1 16,2 7 1-16,-3 8 1 0,1 7-1 0,0 4 0 15,2 5 1-15,-2 6 4 0,5 7 3 16,-2 7 2-16,2 4 5 0,2 8 3 0,1 5 2 16,-2 8-1-16,3 3-3 0,0 9-3 0,1 3-3 15,1 6-5-15,0 3-2 0,2 0-1 0,0 0-1 16,3 0 0-16,0-3-1 0,1-3-3 16,1-3-12-16,-2-6-26 0,0-6-70 0,-2-3-87 15,-4-7-183-15,-2-5-285 0,-2-5-343 16,-1-2-405-16,-6-8-240 0,-4-4 139 0,-4-2 786 15</inkml:trace>
  <inkml:trace contextRef="#ctx0" brushRef="#br0" timeOffset="2170.19">4983 9841 384 0,'-14'10'1443'0,"4"2"346"0,2 5-310 15,-1 0-376-15,4-1-431 0,4 2-372 16,4 0-157-16,3-5-72 0,5 0-34 0,2-3-16 15,9-1-9-15,3-3-4 0,7-3-3 16,4-5-1-16,6-3-3 0,2-3-1 0,3-4-19 16,2-2-70-16,0-2-72 0,-1-2-154 0,-1 2-280 15,-1 1-323-15,0 0-372 0,-4 2-244 0,-2 1 22 16,-1 4 669-16</inkml:trace>
  <inkml:trace contextRef="#ctx0" brushRef="#br0" timeOffset="2418.94">5666 9287 161 0,'5'-19'827'0,"0"4"530"16,2 3 82-16,-2 4-137 0,2 4-425 16,1 3-312-16,1 5-166 0,4 5-98 0,-2 7-68 15,6 7-68-15,1 9-41 0,2 5-33 16,2 10-26-16,3 6-18 0,1 8-16 0,4 5-11 15,0 7-8-15,0 2-7 0,0 0-3 16,0-5-5-16,-1-1-14 0,-3-7-23 0,-4-8-54 16,-4-9-81-16,-4-9-137 0,-6-8-238 0,-6-7-317 15,-7-6-374-15,-3-10-324 0,-8-6-80 0,-3-9 547 16,-5-9 695-16</inkml:trace>
  <inkml:trace contextRef="#ctx0" brushRef="#br0" timeOffset="2631.53">5448 9426 405 0,'-2'-7'1252'16,"-1"5"360"-16,1-2-209 0,4 3-306 15,0-2-483-15,3 0-245 0,3 0-159 0,4-1-69 16,2-2-29-16,5-4-11 0,2 2-20 0,6-4-17 16,3-2-13-16,5 1-15 0,4-2-8 0,2 1-12 15,5 1-7-15,3-1-6 0,0 1-2 16,2 1-11-16,-1 1-45 0,-2 2-81 0,-1 2-161 15,-4 3-267-15,-2 2-316 0,-5 4-397 16,-6 3-364-16,-5 6 7 0,-4 2 742 16</inkml:trace>
  <inkml:trace contextRef="#ctx0" brushRef="#br0" timeOffset="2903">6330 9342 133 0,'10'-16'709'0,"-1"6"453"0,1 2 154 15,1 4-5-15,0 3-386 0,3 2-296 16,-1 5-152-16,2 5-93 0,0 5-78 0,2 7-93 16,-1 5-56-16,1 10-40 0,1 5-30 0,-1 8-23 15,1 5-17-15,-1 8-13 0,-1 7-11 0,1 2-8 16,-4 4-8-16,3 0-2 0,-4 0-2 15,2-4-8-15,-4-4-11 0,0-7-15 0,0-9-23 16,-5-8-46-16,-2-11-79 0,1-9-139 16,-4-8-251-16,0-11-310 0,-2-13-376 0,-1-11-373 15,-4-11-63-15,-2-10 623 0</inkml:trace>
  <inkml:trace contextRef="#ctx0" brushRef="#br0" timeOffset="3382.12">7166 9388 55 0,'5'-18'472'15,"-1"3"345"-15,-1 2 188 0,0 2 25 16,0 4-295-16,2 1-206 0,2 4-39 0,2 2-1 16,2 8-26-16,1 4-65 0,3 6-67 0,2 9-59 15,-1 9-82-15,3 10-62 0,1 7-34 16,1 10-22-16,1 7-15 0,3 5-11 0,0 2-12 16,1 6-8-16,-1-5-10 0,0-3-3 0,-1-11-7 15,1-9-4-15,-2-10-1 0,0-10-1 16,-1-12 2-16,-4-10-1 0,2-11 2 0,-7-17-1 15,1-7 0-15,-4-14-2 0,-4-12-2 0,0-6 1 16,-4-8 2-16,-4-6 0 0,-5-4 1 16,-3-3 1-16,-3-3 2 0,-6 2-2 0,-4 3 0 15,0 9 5-15,-4 8 4 0,-1 11 3 16,0 9 1-16,-2 14 1 0,-2 12-3 0,0 11-3 16,2 15-5-16,0 11-3 0,2 14-3 0,1 8-2 15,5 6-2-15,6 7-3 0,0 6 1 0,8 0-3 16,5 1-11-16,6 0-24 0,4-2-73 15,4-3-94-15,3-2-210 0,6-7-287 0,6-6-351 16,4-7-426-16,3-10-210 0,7-9 272 0,4-10 827 16</inkml:trace>
  <inkml:trace contextRef="#ctx0" brushRef="#br0" timeOffset="4217.03">8087 9520 273 0,'-13'-15'538'0,"4"-2"269"15,-1 0 128-15,-1 2-130 0,3-2-157 0,0 2-120 16,-1-2-93-16,3 6-36 0,1-2-32 15,0 5-23-15,2 1-34 0,0 2-28 0,1-1-37 16,0 3-53-16,2 0-51 0,0 1-49 0,0 2-26 16,0 0-16-16,2 2-5 0,1 4 1 15,2 5 0-15,1 4 2 0,2 8-2 0,2 6-1 16,-1 5-5-16,-1 7-8 0,3 5-7 16,0 8-9-16,-1 5-2 0,2 2-5 0,-1 5-3 15,1 1-1-15,0 0-1 0,-4-3 2 0,2-2-2 16,-3-9-2-16,1-5-1 0,-3-6-2 0,0-10-1 15,0-8 0-15,-2-3-1 0,1-9 3 16,0-6 0-16,-3-9 2 0,-1-7 0 0,0-12 0 16,-1-7 0-16,-3-8-3 0,0-9-2 0,-1-5 2 15,0-4 0-15,-1-4 1 0,-2-2 1 16,-1-1 2-16,1 2 0 0,-2-2-1 0,4 7-2 16,-2 5 0-16,2 9 0 0,1 6 0 15,2 7 0-15,-1 5 0 0,3 6 0 0,-1 4 0 16,2 6-1-16,2 4 1 0,1 6 1 0,3 7 0 15,3 6 2-15,3 8 0 0,1 4 1 16,4 5-1-16,2 3-2 0,3 6 0 0,3 2 0 16,2 5 0-16,3 0 1 0,3 2-1 0,-1 0 1 15,3-3 0-15,-3-6-1 0,-1-4-1 16,-4-8-2-16,1-7 2 0,-2-6 0 16,-4-4 2-16,-1-9 2 0,-3-8 7 0,-5-7 3 15,-3-8 4-15,-4-6 2 0,0-8 6 0,-4-10 3 16,-2-6-1-16,-2-4 1 0,-5-8-1 0,-3-6-2 15,-1-5-7-15,-6-4-6 0,-3-2-13 16,-2-3 0-16,0 0 0 0,0 1 0 0,3 5 0 16,0 8 0-16,3 7 0 0,1 9 0 0,3 10 0 15,0 8 0-15,4 9 0 0,2 8 0 0,1 5-14 16,0 10-24-16,3 7-28 0,2 8-69 16,0 5-98-16,0 6-211 0,2 2-287 0,4 4-357 15,2 3-435-15,2-1-229 0,2-2 274 16,0 2 880-16</inkml:trace>
  <inkml:trace contextRef="#ctx0" brushRef="#br0" timeOffset="6849.25">2483 12889 356 0,'8'-13'815'0,"-3"1"339"16,-3 0 80-16,-1 1-214 0,-4 1-220 0,0 1-190 15,-2 1-142-15,-1-3-89 0,-5 4-75 16,1-2-86-16,-4 3-68 0,0-2-41 0,-3 3-26 15,-1-1-18-15,-1 2-14 0,-2-1-9 0,-1 2-8 16,-3 1-1-16,2 2-4 0,-3 2-4 0,2 1-4 16,-3 4-6-16,2 2-7 0,0 3-7 15,0 4-5-15,2 3 2 0,0 6-1 0,2 4 0 16,2 4 1-16,2 7 0 0,6 8 1 0,0 6-4 16,8 8-1-16,4 5 2 0,4 6 6 0,7 2 0 15,3 5 4-15,4-2 2 0,3 0-3 0,2-3-2 16,6-1-4-16,1-5-2 0,5-5-3 0,2-5-2 15,2-6 3-15,3-12 2 0,3-5 1 0,0-10 0 16,1-7-1-16,-1-10 2 0,1-8-1 16,0-7 1-16,-4-7-1 0,0-9 6 0,-4-5 1 15,-2-6 0-15,-4-5 0 0,-5-2 0 0,-2-4 1 16,-7-1-2-16,0-1-1 0,-6-1 0 0,-3 1 1 16,-5-1 3-16,-5 2-5 0,-3-1-3 0,-8 1 0 15,-2-3-2-15,-5 3-1 0,-5-2-1 0,-5 2 3 16,-6 0 1-16,-3 0-1 0,-3 3 2 15,-1 4 4-15,-3 4 2 0,1 6 0 0,-3 7 2 16,5 6-1-16,-2 8-1 0,1 7-3 0,1 7-3 16,2 10-2-16,3 2-4 0,3 7-3 0,3 5-1 15,6 1 0-15,2 2-1 0,3 0-1 0,8 1 2 16,1-1 4-16,7-3-4 0,2 0-11 0,4-1-21 16,3-5-31-16,4 1-72 0,4-1-89 15,0-2-155-15,5 1-283 0,-1-2-316 0,2 2-360 16,2-4-215-16,1-1 80 0,2-1 662 0</inkml:trace>
  <inkml:trace contextRef="#ctx0" brushRef="#br0" timeOffset="7364.96">3838 12972 421 0,'2'-13'926'16,"1"0"299"-16,-3 1-13 0,-3 1-198 0,3 0-252 16,-2 2-194-16,-1 0-118 0,-1-1-75 0,-1 2-62 15,-2-2-84-15,-1 3-74 0,-1 0-39 0,-4-1-30 16,1 3-20-16,-7-3-12 0,0 4-10 0,-2-1-12 16,-4 2-10-16,-2 4-8 0,0 2-4 15,-3 5-7-15,-3 4 0 0,0 4 1 0,-4 9-3 0,-2 6-1 16,-2 6-1-16,3 7 1 0,3 8-5 15,2 3 0-15,4 8 0 0,7 7 2 0,5 3 5 16,4 2 3-16,7 0-2 0,4 0-2 0,7-3 0 16,9-1-1-16,2-5-4 0,9-7-4 15,4-2 1-15,4-8 1 0,3-9 1 0,4-5 0 16,2-9 2-16,1-6 2 0,3-8-2 0,0-6-11 16,1-7-13-16,1-6-20 0,-1-5-47 15,-1-7-83-15,1-2-113 0,1-4-205 0,-1-4-298 0,1-2-359 16,1-1-336-16,-3-1-142 0,1-2 368 15,-2 1 736-15</inkml:trace>
  <inkml:trace contextRef="#ctx0" brushRef="#br0" timeOffset="7672.04">4654 13015 105 0,'-4'-31'898'15,"-1"3"744"-15,-3 2 16 0,-3-1-320 0,-2 5-432 16,-1 0-346-16,0 4-213 0,-2 4-126 15,-2 1-66-15,0 5-42 0,-2 1-32 0,-2 7-26 16,-1 3-16-16,-2 6-13 0,-2 7-7 0,-2 4-5 16,-1 7-4-16,-1 9-6 0,-3 6-4 15,3 11 0-15,-1 6 0 0,4 10 0 0,4 6 0 16,3 6 0-16,4 2 0 0,9 6 0 16,3-1 0-16,5 2 0 0,8-2 0 0,6 1 0 15,4-5 0-15,7-4 0 0,3-5 0 0,4-6 0 16,5-6 0-16,3-9 0 0,2-8 0 15,2-6 0-15,3-12 0 0,5-9 0 0,-1-9 0 16,1-5 0-16,5-16-19 0,0-3-25 0,6-11-21 16,-1-7-35-16,4-6-70 0,1-7-76 15,-1-2-134-15,1-5-232 0,2 1-318 0,-1-1-335 16,2 2-213-16,-2 2-45 0,0 3 531 0</inkml:trace>
  <inkml:trace contextRef="#ctx0" brushRef="#br1" timeOffset="15879.69">6721 12359 84 0,'-2'-1'627'0,"-1"1"474"0,-2 0 172 15,0 0-70-15,2 0-302 0,-3 1-258 0,1 4-172 16,1-5-103-16,-3 2-69 0,2 4-63 0,-4-1-82 16,3 1-63-16,1 2-36 0,-3 3-23 15,3 3-9-15,-4 6-6 0,4 6-2 0,0 7 7 16,1 7 11-16,0 8 4 0,4 9-1 0,0 6 0 15,2 6-2-15,1 6-7 0,2 5-10 16,3 4-7-16,4 2 1 0,1 3-4 16,3 0-5-16,0-2 3 0,3-6-1 0,1-3 1 15,-1-8-3-15,3-3-4 0,2-9-3 0,-3-8-1 16,1-6-1-16,0-7-6 0,-3-7-7 0,-2-4-7 16,-2-7-6-16,-3-2-12 0,-4-7-15 15,-1-1-29-15,-6-8-52 0,-1-2-51 0,-3-5-48 16,-2-5-63-16,-3-3-95 0,-3-4-104 15,2-2-87-15,-3-3-223 0,0-2-230 0,2 2-142 16,-1-4 98-16,2-3 356 0</inkml:trace>
  <inkml:trace contextRef="#ctx0" brushRef="#br1" timeOffset="16161.91">7110 12874 215 0,'6'-6'879'0,"-3"3"496"0,2 0 60 16,-2 2-177-16,-1 1-455 0,2 3-301 15,-2 3-156-15,1 5-99 0,0-1-68 0,2 8-54 0,-2 4-29 16,2 4-17-16,0 4-12 0,1 5-8 16,2 7-9-16,-2 2-10 0,1 3-10 0,0 4-11 15,1 0-7-15,0 0-6 0,0 1-4 16,3 2-2-16,-1-6-3 0,-2 0 0 0,4-3-1 15,-4-4-1-15,2-4-5 0,-1-2-11 16,-3-6-15-16,-1-4-33 0,0-4-75 0,-5-5-77 16,0-4-135-16,-5-5-204 0,0-2-311 0,-4-6-328 15,0-4-204-15,-1-6-64 0,-2-2 464 0,-1-5 576 16</inkml:trace>
  <inkml:trace contextRef="#ctx0" brushRef="#br1" timeOffset="16444.03">6796 12759 147 0,'-1'-11'813'0,"1"4"500"0,0 5 28 16,1-3-203-16,1 4-390 0,1 1-281 0,2 0-148 16,3 1-78-16,1 4-36 0,4 0-15 0,4 3-22 15,1-1-44-15,4-1-26 0,5 1-20 0,1-1-12 16,4 0-16-16,-1-1-14 0,3-3-16 15,1 2-7-15,-2-3-6 0,3-1 0 0,-1-1-2 16,-2-3 0-16,2 3-1 0,-2-3-3 16,0-1-1-16,-1 2-1 0,-2-2-2 0,-2 1-4 15,-2 1-28-15,-1 3-75 0,-3 0-87 0,-3 3-172 16,-5 1-288-16,-2 4-339 0,-2 4-373 16,-3 2-209-16,-1 2 155 0,-1 2 705 0</inkml:trace>
  <inkml:trace contextRef="#ctx0" brushRef="#br1" timeOffset="16660.52">7820 13278 51 0,'4'22'758'0,"0"2"772"0,-3-1 106 15,1 1-297-15,-2 0-412 0,0 1-392 0,0 1-217 16,0 0-146-16,-2 4-71 0,1-4-38 15,-1 1-26-15,0-1-16 0,2-4-16 0,-1-3-34 16,-1-2-85-16,1-8-124 0,-1-1-240 16,-1-6-294-16,1-8-367 0,-1-5-400 0,1-4-99 15,-2-9 501-15,1-3 739 0</inkml:trace>
  <inkml:trace contextRef="#ctx0" brushRef="#br1" timeOffset="16796.05">7769 13024 139 0,'-8'-9'843'15,"0"6"551"-15,-3 3 14 0,3 4-235 0,-1 2-420 16,-2 2-354-16,5 3-201 0,1 0-108 16,1-1-61-16,4 3-69 0,4 1-87 0,1-1-164 15,1 4-295-15,5-2-284 0,0 1-296 16,4 2-200-16,2 0 140 0,1 2 582 0</inkml:trace>
  <inkml:trace contextRef="#ctx0" brushRef="#br1" timeOffset="18144.98">8738 13009 11 0,'8'-7'489'0,"0"2"478"16,-5 2 264-16,1-1 18 0,-2 1-247 0,-2 1-269 16,0 1-199-16,-4-2-119 0,-1 1-77 15,0 1-70-15,-3 0-84 0,-1-1-54 0,-2 0-33 16,0 2-24-16,-2 0-14 0,2 0-14 0,-3 2-11 15,0 0-9-15,-1 2-6 0,-2 0-6 0,1 4-4 16,2 1-5-16,0 1-3 0,0 4 0 16,2 1-2-16,3 6-4 0,0 1-3 0,2 3-1 15,4 3-1-15,1 1-1 0,4 0-1 0,1-2 3 16,2 0 3-16,3-4 0 0,3-4 1 16,0-4-1-16,1-5 8 0,4-4 2 15,0-6 3-15,2-6 2 0,0-5 0 0,0-5 1 16,-1-7-5-16,-1-3-2 0,0 0-2 0,-5-4-1 15,1 2 1-15,-2 1-1 0,-3 1 1 0,-1 3 1 16,-2 3 0-16,0 4 0 0,-3-1 3 0,-1 5-1 16,0 2 0-16,0-1 1 0,0 4 1 15,-1 1-1-15,-1 2 0 0,0-3 1 0,0 3 1 16,0 2-1-16,0 2 2 0,-1-5-1 0,2 4 0 16,-1 0-3-16,0 0 0 0,2-2-2 15,-3 3 0-15,3-1-2 0,-1 1 1 0,-1 0-1 16,2 0-1-16,0 0 0 0,-2 1 0 15,2-1 0-15,-1 3 0 0,-1-2 1 0,2 0-1 16,-2 2 0-16,1 0 0 0,-1 2 0 0,2-1 0 16,-1 1 0-16,1 2 0 0,0 2 1 15,1 0 0-15,1 2 1 0,1-1-1 0,0 5 1 16,2-1-1-16,2 1 0 0,1 1-1 16,2 1 1-16,2 1 0 0,0 0 0 0,1 0-1 15,1-1 0-15,2 0-1 0,-2-2-1 0,2 0 0 16,-2-3 0-16,2-3 0 0,-2-2 0 15,2-2 0-15,-2-4 1 0,2-2 2 0,-3-2 0 16,1-5 0-16,-3-2 2 0,0-5 1 0,0-1-1 16,-3-4 0-16,-1-2-1 0,-3-1 0 15,1-1 0-15,-4 0-1 0,-2 1 0 0,-4-2 2 16,-1-2 0-16,-4-1 0 0,-4 0 2 16,-2-1-1-16,-3 0-1 0,-1 1 1 0,-4-1 1 15,-1 2-1-15,-2 2 1 0,0 2 1 0,-1 4 0 16,-1 3 0-16,0 3-6 0,-1 4-3 0,-1 6-2 15,-1 3-3-15,2 3-1 0,0 8 4 16,-2 1 5-16,2 4 3 0,0 7 2 0,3 3 0 16,-1 4 0-16,6 2-4 0,0 4 0 0,4 3 0 15,3 5-4-15,4 4 0 0,2 3-1 16,6 3-1-16,3 1-2 0,5-1-1 0,6 0 9 16,5-3 4-16,5-3 2 0,4-4 1 0,2-7-1 15,5-3 1-15,2-6-5 0,1-7-4 16,6-5-1-16,0-5-2 0,2-6 0 0,1-7 0 15,2-4 0-15,0-6-8 0,-2-2-23 16,0-2-82-16,-4-4-138 0,0-1-251 0,-4 1-315 16,-3 1-407-16,-6 0-497 0,-2 2-92 0,-4 2 709 15</inkml:trace>
  <inkml:trace contextRef="#ctx0" brushRef="#br1" timeOffset="21014">9469 12684 221 0,'3'0'395'0,"-2"-1"174"0,-1-1 24 16,0 0-83-16,0 1-53 0,0-2-27 0,0-2 14 15,0 1-12-15,0 2-19 0,0-4-49 0,2 0-60 16,-1 1-55-16,1-2-47 0,1 1-16 16,-1-3-1-16,1 0 35 0,0 1 2 0,2-3-14 15,0-2-17-15,1 3-34 0,-1-2-34 16,0-2-41-16,1 3-21 0,0-3-10 0,0 2-15 16,2-2-5-16,-3 4-7 0,2 0-7 0,-1-1 6 15,2 3 6-15,-2 0 6 0,0 2 2 0,2 1 4 16,3 2 2-16,-1 1-10 0,1 2-2 15,3 5-5-15,-1-3 0 0,2 7-1 0,0 1-2 16,0 2-1-16,0 3-2 0,-1 1 0 16,0 3-2-16,0 0-1 0,-4 1 1 0,1 1-2 15,0 0 0-15,-1-1-2 0,-4 2 0 16,1-1 0-16,-3 2 0 0,1-3-1 0,-4 3-1 16,-1 1 1-16,-3-2-2 0,-3 3-2 0,1 0-2 15,-3 2-1-15,-1 0-1 0,-4 0-2 0,2 0 0 16,-3 1 1-16,-2 1 0 0,2-1 0 15,-2-1 0-15,0 2 0 0,2-4 0 0,-2 2-2 16,2-1 0-16,1-3-1 0,-1 1-1 0,3-3 1 16,-2-1-1-16,5 1 0 15,0-6 0-15,-1 0 0 0,4-1 1 0,1-1-1 16,0-1-2-16,1-1 1 0,2 1 0 0,1-2 0 16,1 1-1-16,2 1 0 0,1-2 1 0,2 2-1 15,3-1 1-15,-1-2-1 0,2 1 0 16,4 1 0-16,0-4 0 0,0 2 0 0,2-1 0 0,1-1 1 15,0 1 0-15,0-2 0 0,0-1 0 16,1 1 1-16,0-2 1 0,0-1 0 0,-1 0-1 16,-1 0 1-16,1-2-1 0,-2 0 0 15,0-1 0-15,-2 0 0 0,0 0-1 0,-4 0-1 16,-1-1 0-16,0 1 0 0,-2-1-1 16,-1-1-1-16,-2 2 0 0,1 0 0 0,-3-1-8 15,1 1-11-15,-2 0-18 0,1 0-26 0,-1 0-60 16,0-2-72-16,0 2-79 0,0-1-131 15,0 0-194-15,2 1-304 0,1-2-247 0,0 2-195 16,3-2-49-16,1 1 415 0,-1 0 543 0</inkml:trace>
  <inkml:trace contextRef="#ctx0" brushRef="#br1" timeOffset="21529.16">10461 13283 356 0,'10'-13'744'0,"1"0"329"0,-3 1 92 15,-2-2-309-15,-1 1-188 0,0 1-87 16,0-3-83-16,-2 4-77 0,-1-1-69 0,0 0-49 16,-2 0-66-16,0 2-64 0,-4 1-46 0,2-2-29 15,-1 4-15-15,-2-1-12 0,-1 2-11 0,-1 0-12 16,-2 3-10-16,0 0-9 0,-3 2-7 15,0 1-8-15,1 4-4 0,-3 1-5 0,3 2-1 16,-1 4 0-16,0 1-2 0,2 3 1 0,2 3-2 16,-1 2 1-16,4 5 0 0,1 1 0 15,0 3 0-15,3 0-1 0,1 2 1 0,1-2-1 16,4-2-1-16,0-4-1 0,1 0-1 16,4-8 0-16,-1 0-2 0,4-4 0 0,1-5 1 15,-1-5-1-15,4-2 1 0,0-7 0 0,-1-4 0 16,3-4 1-16,-3-4 0 0,0-4 0 15,-2-1 0-15,0-1 1 0,-4 1 1 0,-2-1 0 16,1 2 0-16,-6 2 1 0,0 3 1 0,-3 0 0 16,0 2 0-16,-3 4 0 0,0 1 1 15,-1 3 0-15,-1 4-1 0,0 0 0 0,0 4-1 16,2 2 0-16,-2 5 0 0,2 1 1 0,0 5-1 16,2 3-1-16,-1 5 1 0,4 1-1 15,-1 1-1-15,5 5 0 0,-1-1 0 0,1 0-1 16,3 2-1-16,1-1-1 0,1-3 0 0,2 0-2 15,3-2-6-15,3-2-16 0,0-4-33 16,1 1-83-16,4-7-137 0,-2-2-261 0,4-4-320 16,0-1-397-16,4-3-437 0,1-3-60 15,0 1 680-15</inkml:trace>
  <inkml:trace contextRef="#ctx0" brushRef="#br1" timeOffset="22564.05">10920 11991 26 0,'0'0'263'0,"-3"-4"170"0,3 4 170 16,0-4-5-16,-1 3-95 0,-1-3-14 0,2 2 6 15,0 0-4-15,0-1-31 0,0 2-50 16,-2-1-71-16,2 2-78 0,-3-2-66 0,3 2-36 15,0 0-17-15,0 0-5 0,0 0-8 0,2 0-17 16,-1 0-17-16,-1 2-24 0,0-2-27 16,2 2-13-16,1-1 26 0,2 2 22 0,-1 4 9 15,4-1 4-15,0 5 2 0,3 1 6 16,2 3-25-16,1 1-18 0,2 2-10 0,4 4 3 16,-2 2 3-16,6-1-11 0,-1 7-5 15,4-1 4-15,0 0 2 0,3 8-5 0,-3 1-2 16,3 1 0-16,0 4-1 0,-1 2-1 0,-2 3-2 15,-1 2-2-15,-2 4-4 0,-3-1 0 0,-1 5-2 16,-1 0-2-16,-4-2 0 0,-2 1 0 16,-1 0 0-16,-3 3-4 0,-3-1-1 0,-1 3-4 15,-2 1-4-15,-3 2-4 0,-1-2-2 16,-2 1-2-16,-1-1-1 0,-3-1 2 0,0-5 4 16,1-1 2-16,-2-6 4 0,0-2 0 0,-1-2 2 15,1-8-3-15,0-1-3 0,-1-8-3 0,0-5-1 16,1-2-1-16,-1-6-1 0,1-4 0 15,0-2-2-15,2-5 0 0,-3-1-2 0,2-4 0 16,1-2-1-16,-1 0-1 0,1-4 0 0,0 0-4 16,3-3-7-16,0 0-14 0,1-2-20 15,-1 1-44-15,1-1-76 0,-1 0-95 0,1 1-173 16,2 0-288-16,-3-1-331 0,3 1-334 16,-1 1-167-16,1 1 180 0,-2-3 689 0</inkml:trace>
  <inkml:trace contextRef="#ctx0" brushRef="#br2" timeOffset="27420.05">12517 12582 395 0,'-3'0'947'0,"0"0"312"0,0 0-34 15,1 0-253-15,0 0-308 0,2 1-191 0,0-1-117 16,0 0-74-16,2 0-51 0,0 0-50 0,3 0-60 16,2 0-43-16,1 1-29 0,5-1-6 15,6 0-1-15,0 0-1 0,3 0-4 0,5 2-11 16,0-2 6-16,1 3-2 0,0-3 1 0,2 2 0 16,0 1-1-16,-1-2-1 0,1-1-6 15,-3 2-6-15,2-2-8 0,-1 1-6 0,-3-1-2 16,1 0-2-16,-5-1-2 0,-1 1 0 15,-3-2-2-15,-1 2 1 0,-2-1-1 0,-3-2 1 16,-3 3-4-16,1 0-15 0,-4 0-27 0,-3 0-74 16,-2 0-80-16,-3 0-151 0,-2 3-248 15,-4 0-315-15,-1 2-346 0,0 1-206 0,-5 0 21 16,0 2 572-16</inkml:trace>
  <inkml:trace contextRef="#ctx0" brushRef="#br2" timeOffset="27764.03">12569 12862 205 0,'-4'3'744'0,"-1"0"409"0,0-1 76 0,-1-1-202 16,3 0-338-16,1-1-202 0,1 2-97 15,-1 0-73-15,2-2-50 0,2 1-40 0,-1-1-50 16,2 1-59-16,5-1-55 0,-2 3-14 16,6-3-7-16,3 0 8 0,3 1 7 0,4 0 3 15,3-1-1-15,2 1-9 0,1 1-2 0,5 1-9 16,-1-3-11-16,3 2-3 0,1-2-6 16,-1 0-5-16,0 0-6 0,0 0-3 0,2-2-2 15,-3 2-2-15,-3 0-1 0,1-3 0 0,-2 1-1 16,0 2-3-16,-2-1-1 0,-3 2-10 15,-2-1-27-15,-1 5-80 0,-6-3-107 0,-2 2-199 16,-2 3-294-16,-5 0-349 0,1 2-386 0,-5 0-162 16,-3 3 322-16,-3 0 735 0</inkml:trace>
  <inkml:trace contextRef="#ctx0" brushRef="#br2" timeOffset="29562.98">14487 12645 187 0,'-3'0'458'0,"2"0"263"0,-3-2 229 16,1 2-129-16,1-2-182 0,-1 2-102 15,3 0-86-15,-1 0-79 0,-1 0-81 0,2 0-46 0,0 0-17 16,0 0-13-16,0 0-8 0,0 0-17 15,0 2-26-15,0-2-32 0,0 0-42 0,2 0-33 16,-1 0-24-16,-1 0-16 0,0 0-9 16,3-2-4-16,-1 2-3 0,1 0 4 0,1 0 16 15,0 0 8-15,2 0 7 0,-1-1 1 16,3 1 2-16,0 0-4 0,1-1-16 0,1 1 6 16,0-2 1-16,2 2 1 0,-1 0 1 0,2 0 6 15,1 0 3-15,2 0-1 0,0 0 0 16,1 0-2-16,0 3 0 0,2-2-7 0,1 1-6 15,-2 0-9-15,4 0-7 0,-2 0-1 0,2 1-1 16,0 1 1-16,0-2 1 0,2-1 8 0,1 1 7 16,2 1 2-16,1-3 1 0,2 0-1 15,0 0 1-15,5 0-13 0,1-3-8 0,1 1-4 16,1 1-2-16,1-1 2 0,-1-1 2 16,2 2 10-16,-2 1 9 0,3 0 4 0,-2 1 3 15,0 2-5-15,0-2-3 0,-3 0-6 16,2 2-6-16,-3 0-1 0,-2-1-2 0,1 2 1 15,-3 1-1-15,-1-2 1 0,0 0 0 0,-3 0 0 16,1-2-1-16,-2 1 1 0,-1-2 0 16,-3 0 2-16,2 0 2 0,-4 0-1 0,0-2 0 15,-2 1 0-15,1 0-1 0,-4-1-2 16,0 2-1-16,-4-2-1 0,1 2 2 0,-3 0 1 16,-1 0 0-16,-2 0 1 0,-1 0-1 0,-2 0 1 15,2 0-2-15,-2 0 0 0,-2 0-1 16,1 0 0-16,0 0 1 0,-1 0-1 0,-1 0 1 15,0-1 0-15,-1 1-2 0,-1 0-1 0,0-1-1 16,-1-1-1-16,-1 0-1 0,2 1-2 0,-1-1-2 16,0 2-9-16,-2 0-17 0,3 0-27 15,-2 0-72-15,-1 2-92 0,0 1-177 0,-1 0-285 16,0 0-336-16,2 1-405 0,0 1-222 16,0 1 149-16,4 0 755 0</inkml:trace>
  <inkml:trace contextRef="#ctx0" brushRef="#br2" timeOffset="30363.77">17056 12634 204 0,'0'-1'796'0,"-3"-1"412"16,1 2 75-16,-1-1-97 0,-1 1-347 0,2 1-273 15,2-1-154-15,-1 2-94 0,-1-1-67 16,1 1-80-16,1 1-75 0,-2-1-44 16,2 2-23-16,2-2-12 0,-2 0-8 0,1 1-4 15,2 1-3-15,-1-2 0 0,2 1-1 0,-2 0 1 16,1-1-1-16,0-2 0 0,1 3 1 0,-3-2-1 15,1-1 10-15,-1 0 13 0,-1 0 12 16,2 2 13-16,-2-2 12 0,0 0 4 0,0 0-7 16,-2 0-10-16,-1-2-9 0,0 1-12 15,0-2-12-15,-2 3-6 0,-1 0-4 0,1 0-2 16,0 0-3-16,2 0-2 0,-2 0-1 0,0 0-2 16,2 4-3-16,-1 1-13 0,1-2-23 15,1 0-68-15,-1 1-77 0,0 0-158 0,1-2-284 16,1 1-324-16,-3 1-388 0,3 1-254 15,-1 0 23-15,-1-1 708 0</inkml:trace>
  <inkml:trace contextRef="#ctx0" brushRef="#br0" timeOffset="40045.86">1406 7555 129 0,'2'2'392'0,"1"-2"208"0,2 1 171 16,0-1-106-16,0 0-113 0,2 0-62 0,-2 0-34 15,0 0-34-15,-2 0-46 0,-3 0-62 0,-3 0-68 16,0 0-66-16,1 0-45 0,1-1-14 0,2 1 11 16,1 0 36-16,3-2 28 0,-2 1 7 0,0 0-10 15,-1 1-22-15,-2-2-30 0,0 0-41 16,0 0-31-16,-2-1-17 0,0 2-7 0,-1 0-5 16,2 0-2-16,-4-4-1 0,3 5-4 0,-1-2-1 15,-3 0-3-15,3 1-3 0,-2-2 0 0,2 2-1 16,-2-1-1-16,0 1-3 0,2-1-2 0,-3 1 1 15,1-1-3-15,2 0-1 0,-2 1-2 0,-1 0-1 16,1-1 0-16,-1 0-3 0,1 1 0 0,-1 1 2 16,-1-2 0-16,1 1 0 0,-2 1-1 0,2-1-1 15,-1 1-3-15,1 0-4 0,6 0-1 0,-5-2 0 16,5 2-1-16,-9 0 0 0,3 0 1 16,-1 0 1-16,-1 0 0 0,-1 0 4 0,1 0 3 15,0 0 0-15,0 0 1 0,-1 0 0 16,1 2 0-16,0-2-4 0,1 0-2 0,-2 0-2 15,3 1 1-15,-2-1-3 0,0 0 1 16,0 0-5-16,0 0-2 0,0 0-3 0,-1 0 0 16,1 0-1-16,-2 0-1 0,1 1 5 0,-2-1 2 15,0 2 2-15,-2-2 1 0,4 1 0 16,-3 1 0-16,0 0 1 0,1-1-1 16,1 0 0-16,-1 3 0 0,2-3 0 0,1 1 0 15,-3-1 1-15,3 1-1 0,0-1 1 16,1 0-1-16,0 1 0 0,2-1 0 0,-1 1-1 15,-1 0 0-15,2 0 0 0,-1 2 0 0,0-2 0 16,1 1-1-16,-1 1 0 0,-1 0 0 16,1 1 0-16,-3 2 0 0,2 1 0 15,1 0 1-15,-2 0 0 0,-1 1 0 0,1 0 1 16,1-1 0-16,-1 3-1 0,1-4 1 0,-1 2 0 16,3 0 0-16,-2-2 0 0,0 1 0 15,2-1 0-15,-1 0-1 0,1-1 1 0,0 0-1 16,2 1 1-16,-3-1-1 0,1 0 1 15,2 0 0-15,-2 0-1 0,2 1 1 16,-2 1 0-16,0 1-1 0,-1-1 1 0,2 2 0 16,0-1-1-16,-2 1 1 0,3-1-1 0,-2 2 1 15,0-1-1-15,1-1 1 0,-1 0 0 16,0 1-1-16,2 0 1 0,0-1 0 16,-1 0 0-16,3 0 0 0,-2-2-1 0,1 1 1 15,-2 2-1-15,2-3 1 0,2 2 0 0,-3 1 0 16,3 1 0-16,-2-1 0 0,2 0 1 15,-1 1-2-15,1-1 1 0,0 3-1 0,1-3 0 16,-1 2 0-16,2 0 1 0,-2-2 0 16,3 0 0-16,-1 2 0 0,-1-1 0 15,2 0 0-15,0-1 0 0,-1-1 1 0,1 0-1 16,0 0 1-16,-1-1 1 0,1 0-2 0,0 1 0 16,-1-2 0-16,3 0 0 0,-1 1 0 15,-1-2 0-15,-1 1 0 0,3 1 0 0,-2-2 1 16,2 1-1-16,-2-1 0 0,2-2-1 15,2 2 1-15,0 1 0 0,-1-1 0 16,2 0 0-16,1 0 0 0,-2 0 0 0,1 0 0 16,0 0 0-16,2-2 0 0,-1 2 0 0,0 0 0 15,2-2 1-15,-1 2-1 0,-1-1 1 16,2-1-1-16,0 0 0 0,-1 2 0 16,2-1 0-16,-2 1 0 0,0-2 0 0,0-1 1 15,0 1-1-15,0 0 1 0,0 1 0 0,0-2-1 16,0 0 1-16,0 2 4 0,-2-3 2 15,0 2 2-15,2-2-1 0,-1 2 1 0,1-2 0 16,-2 2-5-16,3-3-2 0,-2 3-1 16,-1-4 0-16,0 2 0 0,3 0-1 0,-3-2 0 15,2 3 0-15,-1-2 0 0,0-1-1 16,1 0 0-16,-1 0 1 0,1 0-1 0,0-1 1 16,0 1 0-16,-2-3-1 0,2 3 1 15,1-2 0-15,-3 0 0 0,3 2-1 16,-3-3 0-16,3 1 1 0,-5-2 0 0,2 3 0 15,-3-2 1-15,1 1 0 0,0 0-1 0,-1 0 2 16,2-1-1-16,-1 2 1 0,0-2-2 0,-1 1 1 16,1-1 0-16,-1 0 0 0,0 0 1 0,0 0-2 15,1 0 1-15,-2 0-1 0,1 1 1 0,0-2-1 16,0 2 0-16,0-3 1 0,2 2 0 0,-2-2 0 16,0 1 0-16,0 0-1 0,0 0 1 0,-1-1 0 15,2 1 0-15,-1-2 0 0,0 2 0 0,0-2-3 16,1 0-3-16,-1 0-3 0,1 0 0 0,-1 0 0 15,0-1 0-15,-1-1 4 0,1 1 2 0,0 1 1 16,1-3 0-16,0 3 1 0,-1-1 0 0,0-1 0 16,0 3 0-16,-2-2 0 0,3 1 0 0,-1-1 1 15,-2 1-1-15,2-2 0 0,0 3 0 0,0-3 0 16,-2 2-1-16,3-1 1 0,-2 1 0 0,1-2 0 16,0 2 0-16,-2 0 0 0,2-1 1 15,-2 1 0-15,3-2-1 0,-4 1-1 0,3-1 1 0,-2 0 0 16,2 0 0-16,-2-2 1 0,0 2-1 15,-1-1 0-15,4 0 0 0,-5-1 1 0,2 1-1 16,-1 2 1-16,1-2-1 0,-1 2 0 0,0-1 0 16,-1 1 1-16,1-2 0 0,-1 3-1 0,1-1 0 15,-2-2 1-15,3 1 0 0,-3 0 0 0,2 1-1 16,-1-1 0-16,-1 1 0 0,2 0 0 0,-2-1 1 16,0-3-1-16,0 3 0 0,0-1 2 0,0 1-1 15,0-1 0-15,0 1 0 0,0 1 0 0,-2 0 1 16,1 1-1-16,-1-2 0 0,2 1-1 0,-3-2 1 15,3 3 0-15,-2 0-1 0,1 1 0 0,-1 0 1 16,1-1 0-16,-1 1 0 0,0 1-1 0,1 0 0 16,-1 0 0-16,2-1 0 0,-2 0 0 0,1 1 5 15,-1-1 2-15,1-1 1 0,-2 1 2 0,0 2 0 16,3-2-1-16,-2 0-3 0,1 1-3 0,-1-1 3 16,2 2 4-16,-2 0 1 0,2-2 2 15,-1 2 1-15,1 1 0 0,0-1-1 0,-2 0-1 0,2 2 0 16,-1-3-2-16,-1 3 1 0,0-2-1 0,1 1-4 15,-1-1-2-15,-1 0-2 0,1 2 0 0,-2-2 0 16,1 2-1-16,0-3 1 0,-1 2 0 0,1-2 3 16,-2 2 2-16,0-3 1 0,1 3 1 0,-2-1-1 15,-1 0 0-15,1 2-1 0,-1-2-5 16,1 1-2-16,-3-1 0 0,2 1 0 0,1 1 0 16,-2 0 0-16,-1-1 0 0,1 0 0 0,0 1 0 15,1 1 0-15,-2 0 0 0,1-2 0 0,0 2 0 16,2 0 0-16,-2-1 0 0,2 1 0 0,1 0 0 15,2 0 0-15,-2 0 0 0,3 0 0 0,-2 0 0 16,-1 1 0-16,5-1-31 0,0 3-34 0,-1-1-70 16,-3 1-104-16,3 3-235 0,-4 0-298 0,0 2-364 15,-4 0-443-15,-1 1-214 0,-1-2 376 0,-1 1 918 16</inkml:trace>
  <inkml:trace contextRef="#ctx0" brushRef="#br0" timeOffset="45513.45">1573 8185 194 0,'-3'5'340'0,"-1"-2"137"0,1 0-1 0,1 0-136 16,1-1-94-16,1 0-58 0,0-2-33 0,0 2-18 15,0-2-17-15,1 1-16 0,1-1-20 0,-2 0-19 16,2 0-13-16,-1 0 1 0,1 0-3 0,-2 0 6 16,3 0 19-16,-1 0 17 0,-1 0-3 0,1 0-13 15,0 0-10-15,-1 0-10 0,1 1-24 0,-1 1-19 16,1 0-6-16,2-2-4 0,-2 5-1 0,1-3 3 15,0 2 0-15,2 0 5 0,0 0 1 0,0 1 1 16,0 1 3-16,2-2 3 0,0 1-5 0,-1 1-2 16,2 0 1-16,1 0-4 0,1 1-2 0,-2-1 2 15,3 0 2-15,-2 1 1 0,1 0 1 16,4-1 46-16,-3 1 68 0,2-1 33 0,1-1 15 16,-1 1 2-16,2 0-4 0,-2-2-39 0,1 1-64 15,-1-1-28-15,-1 1-19 0,1-1-8 0,0-1-5 16,1 1-6-16,-1-2-1 0,1 2-1 0,-1-2 1 15,1 3-1-15,0-2 1 0,-1 0 6 0,1 1-3 16,2 0-1-16,0 0-2 0,-2 0 1 0,3 1-3 16,-2-1-1-16,2 1 1 0,0-1 3 0,-1 1 2 15,1-1 0-15,-1 0 1 0,3 2 2 16,-1-2-4-16,-1 1 2 0,3-1-4 0,-2-1 3 16,2 0 1-16,0 0-1 0,0 0 2 0,2 0-6 15,-3-1 1-15,3-1-2 0,2 0 1 0,-2-1 1 16,0 0-4-16,2 0 2 0,0 0 3 15,-1-1-2-15,0 0 2 0,0-1-1 0,1-1 2 16,0 0-1-16,-2 1 2 0,0-1-2 0,2 2-2 16,-1-2-2-16,0 1 1 0,0 2-4 0,1-2 0 15,1 2 3-15,-4-3 1 0,4 3-1 0,-1 0-2 16,1 0-1-16,-1 3-1 0,0-3 2 16,1 2 1-16,0 0 3 0,2 1 3 0,-2-2 4 15,2 2 1-15,-3-1-2 0,3 1 0 0,-2 0 2 16,2-1 0-16,0 0-8 0,-2 0 4 0,1 1-2 15,-1-2 0-15,3 1-2 0,-4-1-1 0,3 1 1 16,-2-1-1-16,-1-1 0 0,0 1 0 16,-1-1 0-16,-1 0 0 0,-1 0 2 0,1 0 1 15,-2 0-3-15,1 0 1 0,0 0-1 0,1 0-1 16,-3 0-2-16,1-1-4 0,1 1 5 16,-2-1-3-16,1 1 0 0,1-2 0 0,-2 1 0 15,0-2 0-15,1 2 1 0,0-1 1 0,0 0 4 16,2 1 3-16,-3 0 2 0,2-1 3 15,-2 0-2-15,3 1 0 0,-2 1 0 0,2-1-2 16,-1 1 0-16,1-2-2 0,0 2 1 0,-1 0-2 16,1 0 0-16,0 0 2 0,-3 0-2 0,3 0 2 15,0 0-3-15,0 0-1 0,-1 0 2 16,1 0-2-16,-1 0 0 0,-2 0 1 16,1 0 2-16,1 0-1 0,-4 0-3 0,4 0 2 15,-4-2 0-15,2 1-1 0,0 1 0 0,-1-2-2 16,0 1 2-16,0-2-2 0,1 1-2 0,-3 2-1 15,3-2 3-15,-2-1-3 0,1 3-1 16,0-1 0-16,-3 0 0 0,4 1 1 16,-2 0-3-16,-1 0-2 0,3 0 4 0,-2 1 0 15,2 0 4-15,-3 2 4 0,3-1 5 0,1 0 2 16,-2 1 0-16,1 0 2 0,0-2-1 0,0 1-2 16,1 0-2-16,0-1 0 0,0 0-2 15,0 1-1-15,1-2 0 0,0 2 0 0,-1-2 1 16,1 0-4-16,1 1 2 0,0 0 1 15,-1 1-3-15,2 0 0 0,-1-1-2 0,0 2 1 16,-1-2 0-16,0 1 0 0,1-1 0 0,-1 0-1 16,0 1 1-16,1 0 1 0,-1-1 0 15,1 1 0-15,0-2 0 0,0 1-1 0,-1-1-2 16,0 0-3-16,1 0-2 0,-3 0 1 16,3 0-1-16,0 0-3 0,-3 0 4 0,2 0 2 15,-1 0 1-15,1 0 4 0,-1 2 5 0,-1-2 3 16,0 0 0-16,0 1 1 0,0-1 1 0,0 0-3 15,0 0 0-15,0 0-2 0,-2 0 0 16,1 0 1-16,1 0-1 0,0 0 1 0,-2 2-3 16,0-2 2-16,1 0 0 0,-1 1-3 15,1 1-1-15,2-1-1 0,-1 0 1 0,-1 3 3 16,2-2-1-16,-1 2 0 0,-1-2 1 0,0 3-1 16,0-1 0-16,-1-2-1 0,1 3-2 15,-1-2 1-15,2 0-2 0,-1-1-2 0,0 0 0 16,-2 0-2-16,3 0 1 0,0 0-3 15,-1-2 3-15,0 2-1 0,0 0 4 0,1-1-6 16,0-1 2-16,0 1 1 0,0-1-2 0,-2 2-1 16,4-2-1-16,-1 0 5 0,-2 0 2 0,2 0-1 15,1 1 2-15,-2-1 5 0,1 0 2 16,2 0 0-16,-2-1 1 0,0 1 2 16,2 0-1-16,-1-2-1 0,2 1 1 0,-1 0-2 15,1 1-2-15,-1 0-3 0,2-2 0 0,-1 2-1 16,1 0-1-16,0 0 0 0,1 0 0 0,0 0 0 15,-1 2 2-15,0-2-2 0,0 0 1 16,1 0 0-16,-2 0-1 0,3 0-2 0,-4 0-3 16,3-2 3-16,-1 2-3 0,1-2-3 0,0 1-2 15,-1 0 1-15,2-1 0 0,-1 0 1 16,0 1 1-16,2-2 4 0,-3 1 8 0,1 1 1 16,2-1 3-16,0 1 0 0,-2-2-1 15,2 3 1-15,0-2-1 0,-2 2-1 0,2-2-1 16,0 2 1-16,3-3-1 0,-2 2-1 15,1 1-3-15,-1-1 0 0,1 0 0 0,-1 1-4 16,2-3 3-16,-1 2-1 0,-4 1 0 0,2-3 2 16,0 1-3-16,1 1 1 0,-2 0-1 0,0-1-1 15,0-1-3-15,-1 2-2 0,-1-2 0 16,3 1-2-16,-2-1-3 0,-2 2 2 0,3-1 3 16,-4-1 3-16,3 1-1 0,-1 2 6 15,-2-1 4-15,2 1 2 0,0-1 1 0,-1 1 3 16,1 1 1-16,0-1-1 0,-2 1 1 0,3-1 27 15,0 0 17-15,1 2 3 0,-1 0 5 16,1-1 2-16,0 1-3 0,1-1-29 0,2 1-17 16,-3-1-5-16,3 1-5 0,-1-2-4 0,-2 1-2 15,2 1-2-15,-1-2 1 0,2 0-4 16,-1 1-2-16,2-1-2 0,0 1 1 0,-1-1 0 16,1 0-1-16,1 2 2 0,1 0 2 15,-1 0 3-15,1 2 2 0,1-2 2 0,-1 2 4 16,3 1 4-16,0-3-3 0,1 4 1 15,0-1 1-15,2-1-1 0,0 1 0 0,3 0-3 16,-3-1-1-16,3-1-3 0,-3 3-2 0,3-2-1 16,-3 1-5-16,2-1 0 0,-2 1-2 15,3 1-4-15,-2-1 1 0,-2 0 3 0,2 0 5 16,-1 4 2-16,0-3 5 0,0 2 12 16,-1-1 19-16,0 0 6 0,1 1 4 0,0 1 1 15,0-1-2-15,0 0-9 0,0 3-14 0,-2 0-9 16,1-3-8-16,-2 3 2 0,-2 1-6 15,3-2 1-15,-3 0-1 0,0 3-5 0,-1-1 5 16,0 0-4-16,-1 0 4 0,-1 0-3 16,-1 0-4-16,-1-3 3 0,2 6-1 0,-4-3-3 15,1 0 2-15,0-1 4 0,-1 4 1 0,0-2 2 16,-1-1 3-16,-1 1-1 0,1 1 0 0,0-2 1 16,1 1 1-16,-1 1-2 0,-3-2-1 15,4 1 0-15,-3-1 1 0,2 0-4 16,0 1 25-16,-2 0 43 0,1-1 24 0,1 0 11 15,-2 1 4-15,-2-1 1 0,1 0-19 0,0 0-40 16,-1 2-18-16,-2-2-13 0,1 3-2 0,-4-2-5 16,3 2-4-16,0-1 3 0,-1 1-3 15,0 0 2-15,-1-1-3 0,1 3 0 0,-2-2 4 16,2 2-2-16,-1-2-4 0,-1 1 0 16,1-2 3-16,-3 4-1 0,2-2-3 0,0-1 19 15,-2 2 21-15,2-2 12 0,-3 2 3 0,2-3 4 16,-2 1-2-16,1 1-16 0,-1 0-19 0,-1 0-9 15,0 1-7-15,-1-3-3 0,-2 3-1 16,2 0 0-16,-3-1-1 0,2 2 0 0,-2-1 0 16,0 1 0-16,-2 0 0 0,3 0-1 0,-1-1 3 15,0 0-3-15,-1 3 1 0,0-2 0 16,1 0-2-16,-1-3 0 0,-1 4 0 0,3-1-1 16,-2 0 3-16,-1 0-2 0,1-1 1 15,-1-1-1-15,1 1 1 0,0-1 1 0,-1 1-2 16,1 0 2-16,0-1 1 0,1 0 1 15,-3 2 0-15,2-3-3 0,-1 2 0 0,2 1 0 16,-2 0-2-16,2-1 0 0,0 2 3 0,0-3 0 16,0 2-1-16,0 0-2 0,0 1 1 0,1-2 0 15,0 1-1-15,0-1 0 0,1 0 1 16,2 0 0-16,-3-1 0 0,3 2 0 0,-2-3 0 16,3 4-1-16,-1-3-1 0,1-1-1 15,1 2 1-15,-3 0 0 0,5-3 0 0,-2 1 1 16,-1 0 1-16,3-1-1 0,-2 3 0 0,2-4-2 15,-2 2-1-15,4-2 0 0,0 2 1 16,-2-2-1-16,3 3 1 0,-1-3-1 0,1 1 0 16,1-2 1-16,-1 2 0 0,0-2 3 0,0 1 1 15,3-3 1-15,-1 2 1 0,0-2-1 16,2 3-1-16,-1-2 0 0,0-1-1 0,2 0 0 16,-2-1-2-16,4 1 2 0,-3 1 1 0,2 1-1 15,-1-4 1-15,3 3 1 0,-2-1 1 0,2 1 0 16,-2-3-4-16,2 1 3 0,-1 2 1 15,1-2-3-15,0-1-2 0,-1 3 0 0,1-2 1 16,-2 1-1-16,1 0-1 0,-1-2 0 16,-1 3 0-16,4-1 2 0,-2-1 1 0,0 3-3 15,1-2 0-15,-3 0 2 0,2-1-1 0,0 2-2 16,0-1 3-16,0-1 1 0,-2 2 1 16,0-2 2-16,1 2 0 0,1-2 0 0,-5 0-3 15,2 1 1-15,-1-1-2 0,0 2 0 0,0-3 2 16,-3 1-2-16,0 1 1 0,0-2 2 15,0 1 1-15,0 0-2 0,-3 0-2 0,1 0 0 16,-2 1 2-16,0-3-1 0,-2 0-1 0,3 1 0 16,-7-1 2-16,3-1 11 0,-2 2 3 15,-2-4 3-15,-1 0 4 0,-1 1 2 0,-1-3-1 16,-1 3-4-16,-1-3 0 0,-1-1 3 16,1 2 4-16,-3-3 3 0,2 2 5 0,-2-2-2 15,1 2 0-15,-1-2-1 0,0 0-3 0,0 0-4 16,0 0-4-16,0 0-5 0,0 0-3 15,0 0-6-15,0 0-3 0,0 0-1 0,0-2-2 16,-1 2 0-16,1-2-1 0,-2 2 0 16,2 0 0-16,0 0 0 0,-1-3 0 0,1 3 0 15,0 0 0-15,-2-1 0 0,2 1-1 0,0 0 1 16,0 0-1-16,0 0-1 0,0 0 1 0,-2 0-1 16,2 0-1-16,0 0 0 0,-1 0 0 15,-1 0-2-15,2 0-8 0,0 0-13 0,0 0-31 16,-1 0-66-16,-2 0-66 0,1 0-113 15,1 1-185-15,-1 2-302 0,1-1-316 0,-3 2-238 16,1-2-146-16,1 0 313 0,-1-1 626 0</inkml:trace>
  <inkml:trace contextRef="#ctx0" brushRef="#br0" timeOffset="46128.74">13562 10971 305 0,'2'-2'704'0,"1"1"336"15,-3-1 113-15,1 1-264 0,-1 0-271 0,0 1-169 16,0-4-80-16,0 4-43 0,0 0-20 16,0 2-25-16,0-2-23 0,0 0-32 0,0 0-47 15,0 0-45-15,0 2-43 0,0-2-29 16,2 0-21-16,-2 0-12 0,1 1-11 0,-1-1-8 16,0 1-5-16,2 1-3 0,0 1-1 0,1 0-1 15,0-1 0-15,0 2 1 0,2 0-1 16,0 1 1-16,3-1 0 0,-2 2 1 0,4 3 0 15,-1-3 0-15,2 2 0 0,0 1-2 16,2-1 0-16,-1 1 0 0,0-1 0 0,0 1-2 16,1 0 2-16,-1-1 0 0,1 1-1 0,-2-2 0 15,2 1 0-15,-4 0 1 0,1-3 0 0,-1 2 0 16,-2-2 2-16,-1 1 0 0,-1 0 11 16,-2 0 9-16,0 1 8 0,-3-1 4 0,0 2 4 15,-1 0 4-15,-3 1-7 0,0 0-4 16,-3 0-5-16,-1 1-5 0,-1 1 2 0,-1 0-3 15,1 0-1-15,-4 0 0 0,1 1 1 0,-4-1-2 16,3 1 2-16,-1 0-1 0,-2-2 0 16,2 0-4-16,-2-1-2 0,2 0-2 0,-2-2-3 15,2-1-3-15,-2 1-1 0,3-3-2 16,-1 0-1-16,3 0-1 0,0-4 0 0,0 2-2 16,1 1 0-16,2-3-1 0,2 0-2 0,0 0-6 15,1-3-12-15,0 3-20 0,2-2-44 16,0 2-80-16,0 0-117 0,-2 0-214 0,5 0-301 15,0 0-361-15,3 5-352 0,-3-4-126 16,2 1 397-16,-1 1 735 0</inkml:trace>
  <inkml:trace contextRef="#ctx0" brushRef="#br0" timeOffset="47628.08">15038 11625 147 0,'-5'-2'472'0,"0"1"298"16,0-1 240-16,3 0-82 0,-1 0-227 0,0-2-163 16,0 0-106-16,0 2-67 0,2-3-63 15,1 0-40-15,-2 1-14 0,4-1-1 0,-2-1-20 16,1-2-30-16,1 1-35 0,-1 0-36 15,4-1-32-15,-2 0-30 0,0-1-16 0,0 1-7 16,2-1-5-16,2 0-1 0,-3-1-4 0,2 3 2 16,2-1 1-16,-1 0-2 0,-1 1-4 15,3 1-4-15,-2 0-3 0,-1-1-3 0,-1 3-1 16,3-1-1-16,-1 2-3 0,-2 0 1 16,3 2 0-16,-3-1-4 0,4 2-2 0,-1 0-2 15,0 0 1-15,0 0-1 0,3 3-2 0,-1-1 1 16,-1 1-2-16,4 0 0 0,-4 0 0 0,3 1 4 15,-2 0 2-15,2 2 1 0,-1 1 2 16,1 0-1-16,-2 3 4 0,1-2-1 0,-2 2-1 16,-1 3 0-16,2-1-1 0,-2 3 1 0,0-2 1 15,-2 4 0-15,-1-1-1 0,0 3 0 16,-1 0 0-16,-1 0-1 0,0 1-5 0,-1 0-1 16,1 0-3-16,-3-1 0 0,0 3-1 15,0-3 3-15,-3 1 2 0,1-3 3 0,-1 3 0 16,0-2 0-16,-5-1 1 0,2 0-2 15,-2 1-4-15,-2-1-1 0,-2-2-2 0,2 2-1 16,-4-1 0-16,0-1-1 0,-2 1-1 0,2 0 1 16,-2-3-1-16,3 2 1 0,-1-3 0 15,0 1-1-15,1 0 0 0,2-1-1 0,0-2 0 16,2 2 1-16,-1-1-1 0,4-3 0 0,0 2 1 16,-1-3 0-16,2 2 0 0,-1-3-1 15,3 2 1-15,0-2 1 0,0-1-1 0,1 2 0 16,1-3 0-16,-1 1 1 0,0-3-1 0,1 3 1 15,-1-2 0-15,2 0 1 0,0 2 0 16,-2-3-1-16,2 3 1 0,-1 0 0 0,-1 3 0 16,1-2-1-16,-2 0 0 0,1 1 0 0,2 2 0 15,0 0 1-15,0-1 0 0,-1 2-1 16,-1-3 1-16,2 1-1 0,0-2-1 0,0 0 1 16,0-1-1-16,0-3 0 0,2 1 0 0,-1 0 0 15,-1-2 0-15,2 3 1 0,2-3 0 16,-1 1 0-16,1-2 1 0,1 1-1 0,-2-1 1 15,2 0-1-15,-1 0 1 0,2 0 1 16,-1 0-1-16,2-1-1 0,-3 1 1 0,1 0 0 16,0-2 0-16,3 2 0 0,-4-1-1 0,3 1 0 15,-1 0 1-15,1 0-1 0,2 0 5 16,-1 0 2-16,1 1 1 0,1 1 2 0,-1-2 1 16,3 1 0-16,0 2-4 0,-1-1 1 15,5 1 2-15,-2-1 1 0,-1 0-4 0,4 1-7 16,-2 0 0-16,3-1 0 0,0-1 0 0,-1 0 0 15,2-1 0-15,0 0 0 0,2 0 0 0,-1-1 0 16,1 0 0-16,-1-1 0 0,2-2 0 16,0 0 0-16,-2 2 0 0,0-3 0 0,-2 2 0 15,0-1 0-15,-3 0 0 0,0 2 0 16,-3-1 0-16,-2 1 0 0,0 0 0 0,-3 0 0 16,-3 2 0-16,1-2 0 0,-4 1 0 0,2 1 0 15,-3 0 0-15,0-1 0 0,0 1 0 16,0-2 0-16,-3 0-75 0,-1 2-81 0,-1-1-108 15,-1 1-201-15,-1 1-291 0,-1 3-357 0,1-2-439 16,0 3-183-16,-1 1 339 0,2 0 806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1-08T07:46:53.530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21770 2938 199 0,'-4'10'687'16,"0"1"392"-16,-2-1 111 0,2-2-170 0,0 0-350 15,0-1-151-15,3-1-88 0,-1 0-68 0,1-2-53 16,1 0-47-16,0-2-45 0,0 0-64 0,1 1-44 16,2-6-24-16,1 0-10 0,0 0-1 15,4-1 0-15,0-4-4 0,2-1-5 0,-1 0-4 16,4-2-4-16,0-1-2 0,2-4-2 0,0 0-6 16,2-1-3-16,-1-2-6 0,3-1-4 0,1-1-6 15,-1 0-4-15,3-3-3 0,0 0-4 16,-1-1-3-16,1-1-3 0,0-1-2 0,-1 0-9 15,-1-1-1-15,2 1 0 0,-2 0 0 0,0-1 0 16,-1 3 0-16,-3 0 0 0,1 2 0 0,-4 1 0 16,1 2 0-16,-3 3 0 0,-1-1 0 15,0 2 0-15,-1 3 0 0,-5 1 0 0,1 2 0 16,0 0 0-16,-1 3 0 0,0 2 0 0,-4 1 0 16,1 0 0-16,-2 3 0 0,1 1 0 0,-4 1 0 15,0 3-11-15,-1 0-13 0,-1 4-18 0,-1 0-23 16,-1-1-40-16,-1 3-77 0,0-1-85 0,-3 0-142 15,2 1-217-15,-2 0-313 0,1-3-323 16,-1 1-196-16,0-1-9 0,2-1 520 16,-2 0 564-16</inkml:trace>
  <inkml:trace contextRef="#ctx0" brushRef="#br0" timeOffset="284.13">21891 2454 201 0,'-5'3'569'0,"1"0"297"0,-1 0 147 16,2-2-132-16,2 2-239 0,-1 0-157 0,2 2-85 15,0 1-1-15,2 2-1 0,1 2-48 0,3 2-49 16,-2-2-42-16,1 4-40 0,2 1-59 16,-1-1-41-16,5 4-28 0,-1-2-14 0,1 3-10 15,3-1-10-15,-1 1-9 0,2 1-10 0,0 1-7 16,2-2-9-16,-3 1-8 0,3-2-4 15,-2-1-5-15,0 1-2 0,2-3-3 0,-2 2-2 0,0-4-1 16,-3 1-2-16,-2 0-1 0,-1-1-6 16,-1-2-19-16,0 1-44 0,-2-3-75 0,-3-1-104 15,-1-1-184-15,0-1-301 0,-2-1-333 0,0 1-324 16,-2-4-156-16,0 3 268 0,2-5 674 16</inkml:trace>
  <inkml:trace contextRef="#ctx0" brushRef="#br0" timeOffset="592.7">22451 2944 46 0,'5'0'557'0,"-2"-3"450"16,2 3 186-16,-1-2-58 0,0 2-347 0,-3-1-215 15,2 1-122-15,1 1-70 0,0 4-49 16,0-3-49-16,0 4-42 0,0 1-76 0,-2 4-63 16,0 1-39-16,0 2-21 0,-2 2-11 0,0 0-13 15,0 4-7-15,-2-1-6 0,0 2-3 0,0 0-4 16,-2-1-17-16,1-1-60 0,2 2-72 16,-3-6-134-16,0 2-230 0,2-4-311 0,0-2-350 15,2-2-273-15,0-5-71 0,4-4 503 0,0-4 634 16</inkml:trace>
  <inkml:trace contextRef="#ctx0" brushRef="#br0" timeOffset="1049.78">22858 2594 139 0,'-2'-6'757'15,"0"2"467"-15,1 2 96 0,-1 2-92 0,1 2-354 16,-1 0-313-16,0 4-162 0,1 1-93 15,-3 4-56-15,3 0-67 0,-1 6-61 0,1 4-38 16,-2 0-23-16,1 5-14 0,1 0-13 0,1-1-10 16,1-1-9-16,4-1-6 0,-1-1-6 0,5-4-2 15,0-2-1-15,4-5-2 0,-1-3 1 0,6-3-1 16,-2-5 1-16,2-6 0 0,0-1 0 16,4-7 0-16,0-2 1 0,-1-4 0 0,1-2 0 15,-2-2 1-15,0-3 1 0,-3 0-1 0,0 1 0 16,-4 0 1-16,-2 1 0 0,0-2 0 0,-3 4-1 15,-2-2 0-15,1 2 1 0,0 6-1 16,-2-1 0-16,-2 3 2 0,1 4-1 0,-3 2 0 16,2 2 0-16,-1 2-1 0,0 4 0 0,-1 1 0 15,-1 4 2-15,3 4 2 0,-3 2 3 0,0 4 3 16,2 2 3-16,1 4 0 0,-3 2-1 16,0 5 0-16,0 0-1 0,0 3 2 0,-3 3 0 15,1 0 0-15,-1 4 0 0,2 0-1 0,-4 2-3 16,0-1-4-16,0 2-2 0,-1-3-1 15,-2 1-1-15,3-3-1 0,0 1-1 0,1-5 0 16,-1-2-2-16,2-1-2 0,-3-4-7 0,3-3-15 16,-1-3-28-16,3-3-57 0,-3-4-74 0,1-1-115 15,0-6-177-15,1-1-301 0,2-3-323 16,2-3-271-16,0-3-144 0,1-2 294 0,2-2 623 16</inkml:trace>
  <inkml:trace contextRef="#ctx0" brushRef="#br0" timeOffset="1317.31">23438 2833 332 0,'0'2'886'0,"-2"1"340"0,1 0 1 0,-1 2-191 16,2 5-270-16,-2 0-230 0,2 2-133 15,-1 5-82-15,1-1-55 0,-4 4-71 0,3 1-74 16,-1 3-41-16,1 0-24 0,-4 2-16 0,5 0-8 16,-1 1-11-16,-1 1-7 0,2-3-8 15,3-1-9-15,-3-1-15 0,5-3-58 0,-4 1-72 16,2-4-127-16,-3-2-205 0,2-2-309 16,0-4-354-16,-2-1-296 0,1-5-116 0,3-2 431 15,-1-3 651-15</inkml:trace>
  <inkml:trace contextRef="#ctx0" brushRef="#br0" timeOffset="1733.53">23783 2421 311 0,'9'-15'772'15,"-1"-2"328"-15,1 1 65 0,1 0-246 0,2-2-289 16,1 2-148-16,4 1-78 0,-1 1-52 15,2-1-48-15,2 5-47 0,-1-3-43 0,2 3-64 16,-2 2-52-16,1 0-32 0,2 4-21 0,0-1-14 16,1 4-2-16,-1 1-4 0,0 0-2 0,-3 3-1 15,2 0-2-15,-4 1 7 0,-1 2-7 0,-1 3 4 16,-2-2 3-16,-2 4 4 0,-3 1 5 0,-3 3 1 16,-4 2 5-16,-1 2-1 0,-3 1 1 15,-2 4 0-15,-4 1-1 0,1 1-2 0,-2 2-4 16,-2 0-3-16,3 2-4 0,-4 1-4 0,2 0-6 15,0-4-5-15,0 3-4 0,1-2-4 0,2 1-3 16,2-2-1-16,-2 2-2 0,4-4-1 0,-1-1 1 16,1 1 0-16,3-3-2 0,1-3 0 15,1 0 1-15,1-2-1 0,1 0-1 0,4-3 0 16,-1 0 0-16,0-1-3 0,0-2-5 0,3-1-6 16,0-2-8-16,-1 0-11 0,0-4-13 0,0 1-17 15,1-3-32-15,-1-2-64 0,0 0-66 0,-2-2-109 16,0-3-166-16,1-2-275 0,-4-1-304 15,2 1-213-15,0-3-135 0,-4-1 283 0,2-3 552 16</inkml:trace>
  <inkml:trace contextRef="#ctx0" brushRef="#br0" timeOffset="1952.24">24067 2644 82 0,'-8'6'840'0,"3"1"722"0,1-5 36 0,0 2-311 16,3-3-414-16,2-1-367 0,3-3-218 0,2-1-126 16,4-3-60-16,2 1-32 0,1-1-21 0,4-1-16 15,1 0-14-15,2 0-8 0,4-1-5 16,-1 1-4-16,1 2-3 0,5 2-3 0,1 0-23 16,2 0-78-16,-1 3-99 0,2 1-192 0,3 1-286 15,-2 0-350-15,0 4-384 0,3-1-185 0,-2 2 268 16,3 1 735-16</inkml:trace>
  <inkml:trace contextRef="#ctx0" brushRef="#br0" timeOffset="3948.33">27299 2719 286 0,'-2'8'684'16,"-1"-1"299"-16,0-1 74 0,0 0-218 0,3-1-264 15,-3-2-156-15,3 0-118 0,-2 0-53 16,2-2 11-16,0 1 20 0,2-2 2 0,1 0-13 16,-2-2-16-16,4-2-25 0,2-1-44 0,0-3-52 15,1-2-38-15,0-3-25 0,5-2-13 0,-4-3-11 16,2-1-7-16,3-4-3 0,-1 2-4 15,1-3-2-15,1-2-5 0,0-3-4 0,0 3-2 16,-1-3-5-16,2 1-1 0,-3-3 0 0,1 5 3 16,-2-3-1-16,2 2 1 0,-2 2 1 0,-3-1-1 15,0 2 1-15,1 3 0 0,0 0 0 16,-3 2 1-16,0 1-2 0,-1 1-2 0,1 2-4 16,-3 2-1-16,2 1-3 0,-3 1 0 0,1 2-1 15,-1 0-1-15,0 3-1 0,-1 0 1 0,-1 3-2 16,-1 0 2-16,2 0-1 0,0 2-1 0,-2 1 1 15,0 0-1-15,1 1 0 0,-1 2 0 16,2 1 2-16,-2 4 0 0,0 2 0 0,1 4 5 16,-1 3 4-16,2 2 1 0,1 5 3 0,-3 3 3 15,1 3 2-15,-1 2-2 0,-1 2-3 16,1 4-1-16,-5-1-3 0,4 2-3 0,-2 0-3 16,-1 0-2-16,3 0-1 0,-2 1-1 0,-1-5-1 15,3-2 0-15,1-3-1 0,-2-2 1 0,2-2-1 16,0-3-1-16,0-4 0 0,2-1 0 0,-2-5-1 15,0 0 1-15,1-3 0 0,-1-1 0 0,0-3 0 16,0 0-1-16,-1-1-3 0,-1-1-7 0,-1-1-9 16,0 0-12-16,-3 0-17 0,3-1-20 15,-2-2-34-15,0 0-70 0,0 0-68 0,0-2-115 16,-1-3-175-16,2 3-300 0,0-3-311 0,-1-1-206 16,2 0-104-16,0 0 351 0,1-3 572 0</inkml:trace>
  <inkml:trace contextRef="#ctx0" brushRef="#br0" timeOffset="4467.09">28295 2160 23 0,'9'-12'544'0,"3"2"499"0,-5-1 240 15,-2 0-10-15,-2 3-269 0,0 1-307 0,-1 1-204 16,-2 0-117-16,-2 0-73 0,-1 1-74 0,-2 3-75 16,-1 0-44-16,-2 1-24 0,-1 2-16 0,-1 1-11 15,-4 2-10-15,1 2-9 0,-1 3-4 0,-2 2-9 16,1 2-6-16,-1 4-3 0,-1 4-5 15,-1 4-4-15,-1 7 2 0,0 4 2 0,2 6 2 16,-2 4 2-16,3 5 1 0,-1 6 0 0,0 4-6 16,2-2-3-16,5 1-4 0,4-3-3 15,3-1-3-15,6-7-1 0,3-5-1 0,6-5 0 16,5-6 0-16,2-8 0 0,5-6 1 0,2-8 0 16,4-5 0-16,0-7 1 0,4-4-1 0,-4-6 1 15,-3-2 1-15,-1-3 0 0,-5-4-1 16,0 0 2-16,-6-1 1 0,-4-1-1 0,-2 0 1 15,-6-3-1-15,-3 3 1 0,-7 0-1 0,-1-2 2 0,-3 4-1 16,-5 1 0-16,-2 1 0 0,-3 3 0 16,-3 3 0-16,-3 2 0 0,1 8-1 0,-3 2 0 15,1 6 0-15,-1 2-1 0,2 6-1 16,0 2-1-16,2 3-1 0,1 0-4 0,2 6-9 0,6-3-13 16,-1 1-21-16,3 1-35 0,4-1-76 15,-1-2-89-15,5-2-163 0,3-1-284 0,1-1-328 16,2-2-355-16,2-2-196 0,2-1 114 0,0 0 699 15</inkml:trace>
  <inkml:trace contextRef="#ctx0" brushRef="#br0" timeOffset="7218.1">28958 2152 168 0,'0'-7'292'0,"1"1"105"0,1-1-21 0,-1-1-122 16,4-2-66-16,-5 3-30 0,1 0 1 0,-1-1 20 16,2 2 35-16,-2-2 38 0,0 3 31 0,0-1 32 15,0-2 43-15,0 2 12 0,0-1-10 16,0 2-21-16,1-1-32 0,-1 2-42 0,4-1-56 15,-4 0-28-15,1 3-4 0,-1-3 11 0,0 2 22 16,2 2-2-16,0-2-11 0,-2 1-18 0,0 0-33 16,0 1-40-16,0 1-38 0,1-1-15 15,-1 1-14-15,0 0-9 0,0 0-9 0,0 0-2 16,0 0-7-16,2 1-3 0,-2-1-3 0,1 3-2 16,-1 2 0-16,4-1 8 0,-3 3 6 0,1 4 1 15,4 1 3-15,-5 1 0 0,2 1 6 16,2 4-4-16,-1 0-1 0,-1 3 3 0,0 3 1 15,0 1 1-15,-1 3-5 0,1-1-1 0,0 3-2 16,-2 2-5-16,-1-1-2 0,0 1-2 0,0 3-1 16,0 0-3-16,-1 1-1 0,1-3-1 15,-5 3-1-15,5-4-1 0,0 0-2 0,0-1 0 16,0-1 1-16,0-4-2 0,0-1 0 0,5-1-1 16,-4-2 1-16,1-5-2 0,1 1 0 0,0-3 1 15,1 0-1-15,-1-5 2 0,0-1-2 0,0-2 2 16,2 0 0-16,1-2-1 0,-1-2 2 0,3 0 1 15,-2-3 1-15,1 0-1 0,3-3 1 16,-2 0 0-16,2-2 0 0,1-2 0 0,-2 0 0 16,3-2-1-16,0 0 1 0,-1-4-1 0,3 2 0 15,-2-3 0-15,0-1 0 0,1 0 0 0,0-1-1 16,1-4 2-16,0 0 0 0,2 1 0 16,-4 1 0-16,1-2 5 0,1 2 4 0,-4 1 3 15,1 2 0-15,-3 1 3 0,0 2 3 16,-3 3 0-16,-1 1 3 0,1 4 1 0,-2 0 0 0,-2 1 1 15,1 0-6-15,-2 1-3 0,2 1-6 0,-2 1-4 16,-2 0-3-16,0 0-1 0,2 1-2 16,-1 1 0-16,-1-1-1 0,1 1 1 0,-4 1-1 15,5 0 0-15,-1 0 0 0,-2-1 1 0,1 2-1 16,-1 0 0-16,1-1 0 0,0 2 0 0,-1-1 0 16,2 1 0-16,-3-1 0 0,3-1 1 0,-2 1-1 15,-2 2 1-15,4-2-1 0,-2 0 0 16,-1 2 0-16,1-1 0 0,-2 1 0 0,0 0 1 15,1 0-1-15,-2 1 0 0,-1 0 1 0,1 0-2 16,-2 4 1-16,-1-1 0 0,1-1 0 0,-2 0 1 16,0 2-1-16,0 0 1 0,-2 1-1 0,0 1 2 15,2 0-2-15,-1-1 0 0,0 1 0 16,2 0 0-16,-1 0-1 0,4 0 0 0,-3-1 1 16,4 2-1-16,0-3-1 0,2 1 1 0,1 1 0 15,2-2 0-15,2 2 0 0,-1-1 4 16,6-2 4-16,-1 2 2 0,5 0 3 0,-2-1 0 0,4 0 0 15,3-1-2-15,0-1 1 0,3 0 0 16,0-2 0-16,1 1 0 0,2-4 0 0,4 0 0 16,0 1-4-16,0-3-1 0,-1-2-2 0,2 2-1 15,0-2-2-15,-2 3 0 0,-1-2-2 0,-2 1-1 16,-1 1 0-16,-1 1-1 0,-4 0-3 16,0 1-7-16,-3 1-16 0,-3 0-25 0,-3 0-67 15,-2-2-90-15,-5 2-184 0,0 0-286 16,-5 0-344-16,0-2-418 0,-4 1-263 0,-2-3 137 15,-1 0 825-15</inkml:trace>
  <inkml:trace contextRef="#ctx0" brushRef="#br0" timeOffset="13631.95">28446 1948 84 0,'-3'-3'390'15,"2"0"239"-15,-4-1 178 0,4-1-27 16,-1 0-203-16,1 3-104 0,-1-3-47 0,0 1-38 16,1 0-37-16,-2-2-47 0,-2 2-64 15,1 0-57-15,0-1-31 0,-1 0-5 0,2 1 16 0,0-2 19 16,0 0 5-16,0 0-5 0,-2 0-22 16,-2 0-30-16,1 0-29 0,-2-1-30 0,3-2-18 15,-3 1-14-15,2-1-4 0,-3 1-3 0,1 0-5 16,0 0-4-16,-3-1-5 0,1 2-1 0,-2 0-6 15,-1-1-4-15,2 0-2 0,-3 1-2 16,1 0 1-16,-1 0 0 0,0 2 0 0,-1-1-1 16,0 1 2-16,2 0-2 0,-3 1 1 0,3 0-1 15,-1 0 0-15,2 1-7 0,-2 2 1 0,2 0-5 16,0-1 5-16,-2 0-3 0,1 2-3 16,-1 0 8-16,1 0 1 0,-1 0 6 0,1 2-3 15,-1 0 4-15,0-1 2 0,-2 0-1 0,2 2-5 16,-2 0 0-16,0 2-1 0,2-2 0 0,-4 1-1 15,2-1 0-15,1 1 0 0,-4 1 7 16,3 0 2-16,-1-1 1 0,2 0 1 0,-2 3 0 16,1-3 1-16,-1 4-6 0,2-2-5 0,-2-1-2 15,4 0-1-15,-1-1 0 0,3 1-2 0,-2 0 1 16,-1 1 0-16,3-2 0 0,-1 2 0 16,-1-2 1-16,0 2 1 0,-1 1-1 0,0 0 2 15,0 1 0-15,1 0 1 0,-3-1 0 0,5 2 0 16,-3-2 1-16,1 2-1 0,0-2 0 0,1 4-7 15,1-5-3-15,-2 1-2 0,4 3-3 16,-3-3 1-16,2-1-1 0,-2 2 7 0,3-1 1 0,-4 0 3 16,2 3 1-16,-3-1 2 0,3 0 0 15,-2 0 0-15,-1 1-1 0,1 1 2 0,-1-1-1 16,2 1-1-16,-1 2-3 0,-1 0 2 16,-1-1-1-16,1 2 6 0,1 1 3 0,-2 0 3 0,0 2 3 15,0-1-3-15,0 2 2 0,0 0-7 16,0 2-3-16,1-2-3 0,0 1 0 0,3 0 2 15,-3 0 0-15,2 0-1 0,2-1 3 0,2 1 0 16,0 1-1-16,1-2-2 0,0 2 0 0,4-3 2 16,-2 2-1-16,1-2 0 0,4 2 1 15,-3-1 1-15,3 0-1 0,2 0-6 0,-1 1-3 16,3-1-2-16,-3 2-2 0,4 0 0 0,-2 0 0 16,5-2 4-16,-2 3 10 0,2-1 4 0,0 1 3 15,3-2 1-15,-1 2 2 0,1-1-1 16,1-1-5-16,0 2-1 0,-2-1-4 0,2-1-1 15,0 2-2-15,1-2 0 0,-2 3-1 0,0-3-2 16,2 2 1-16,0-3 0 0,-3 2 3 0,1-1-1 16,1-1 2-16,2 0-1 0,-5-1 2 0,4 1 1 15,0-4-1-15,-1 3 0 0,1 0-1 16,0-2 1-16,1 0-1 0,-2 0 0 0,1 0 0 16,1 0 1-16,1 0-1 0,-1-2 1 0,2 0-1 15,-2 1 1-15,2-1-1 0,-2 2-1 16,2-2 2-16,-1-1 1 0,1 0 0 0,2 1-1 15,-2-3 1-15,1 3 1 0,0-1-1 0,1-2 0 16,0 1 5-16,-1-1 5 0,1 1 1 16,3-3 1-16,-4 2 1 0,0-3 0 0,1 2-7 15,1-1-3-15,-1-3-2 0,-1 2-1 16,2-1-1-16,-3 0-2 0,2-2 0 0,-1 1 1 16,0-3 0-16,0 3-1 0,1-4 1 0,-4 2 0 15,2-3 0-15,-2 2 0 0,2-2 0 16,-3 0 0-16,0 0 0 0,0-2-1 0,1-1 0 15,1 1 0-15,-1-4-1 0,0 3 1 16,2-5-1-16,-3 2 0 0,3-2 0 0,-2 0 0 0,2-1 1 16,-1-2 0-16,0 0-1 0,0 0 1 15,0 2-2-15,0-3 1 0,-2 1 0 16,1 1 0-16,-3 0 0 0,3-2 1 0,-2 3 0 16,-3-1-2-16,3-1 2 0,-2 1 0 15,-2 0-1-15,3-1-1 0,-1 1 1 0,-2 0-1 0,0 0 1 16,2 1-1-16,-2-2 0 0,1 3 0 15,0-1 2-15,-3 0-1 0,2 0 0 0,2 0 0 16,-3 1 1-16,1-3-1 0,0 3 1 16,0-3 0-16,0 2-2 0,0 0 0 0,0-1 1 15,0 0 0-15,1 0 1 0,-1 0 1 0,-1-1 0 16,1 2 2-16,1-1 0 0,-1-1-1 16,-2 0-1-16,1 1 0 0,0-2 0 0,0 1-1 15,-1 1 1-15,1 0-1 0,0-2 2 0,-1 0 0 16,2-1-1-16,-1 1-1 0,-1-1 1 15,3 1-1-15,-4-2 1 0,2-1 0 0,1 4-1 0,-2-3 0 16,-2 1 0-16,1 1-1 0,2-2 1 16,-4 1-1-16,2 0 1 0,-2 0 0 0,1-2 0 15,1 2 1-15,-2-3-1 0,1 0 0 0,-1 0 1 16,0-2-1-16,0 1 0 0,-1-3 0 16,1 4 0-16,-1-2 0 0,2 1 0 0,-2-2-1 15,1 0 1-15,-2 1-1 0,3 0 0 0,-3 0-1 0,1-1 1 16,-1 2 1-16,1-3-1 0,0 1 0 15,-2 0 0-15,0 2 2 0,-2-1-1 0,0-3 0 16,1 2 1-16,-4 0 1 0,2 0 0 0,-4-1 0 16,0-3 0-16,0 1 0 0,-1-2 1 15,0 1-1-15,-2-2-1 0,0 0 0 0,0-1 1 16,0-1 0-16,-2 2-2 0,3-4-1 0,-4 3-1 16,0 1-1-16,1-2-1 0,-1 5 0 0,2-2 1 15,-5 4-1-15,4 1-1 0,-4 4-1 0,1 0 0 16,-3 2-2-16,2 6-11 0,-5 1-33 15,-1 3-67-15,-1 1-79 0,0 4-156 0,-4 2-290 16,2 2-323-16,-2 2-342 0,-1 1-216 0,1 2 70 16,0-1 658-16</inkml:trace>
  <inkml:trace contextRef="#ctx0" brushRef="#br0" timeOffset="17030.74">27397 3234 61 0,'0'4'311'16,"0"2"173"-16,-5 1 147 0,4-1-55 0,-2 1-178 15,-2 2-99-15,1 0-59 0,0 0-26 16,-3 2-19-16,0 1-16 0,0 2-7 0,1 0-5 0,-1 1 4 16,1 1 7-16,-2 0 7 0,0 2-7 15,2-2-9-15,0 0-13 0,-4 1-12 0,2-2-17 16,0 3-12-16,0-2-14 0,-2 0-14 16,-2 2-9-16,3 0-22 0,-4-1-9 0,0 2-10 15,0 0-5-15,0 1-4 0,-3-3-11 0,2 2 3 16,-5 1 3-16,3 1 9 0,-5 0 2 15,-1 0 10-15,1-1 19 0,-1 4 10 0,1-5 16 16,0 4 9-16,-1-3 10 0,0 2 10 16,0-1-4-16,-3 0-9 0,-1 4-22 0,-4 2-7 15,-2 1-5-15,-1 1-16 0,-4 1-10 16,0 2 1-16,-1-1 1 0,-2 0-11 0,-1 1-8 16,0-2-8-16,-2 2-4 0,-2-2-5 0,-3 1-3 15,-3-1-2-15,-1 2-1 0,-2 1-1 16,-1-2 0-16,-2 1-3 0,0 1 2 0,-3-1 1 15,0 0-1-15,0 1 2 0,-5 2 0 0,0-1-2 16,-1-1 0-16,-4 3-1 0,-2-1-1 0,1-1-1 16,-2 1 0-16,-1-1 1 0,2-1-1 15,1 0 2-15,0-1 1 0,1-2-1 0,1 1 1 16,-4-2-1-16,4 1 0 0,-3-2-3 0,0 2-1 16,1-1 0-16,-1-1 0 0,3 1 0 15,-1-1 1-15,4-1 2 0,-1 0 1 0,3 0-1 0,0-1 2 16,1 1-1-16,-2-1 0 0,3 0-2 15,-2 0 2-15,0-3-2 0,3 3 0 0,-4 0-2 16,4-3 0-16,2 3 0 0,0-2 0 16,1 0 2-16,1 1 0 0,2-4 1 0,0 2 0 15,2 0 1-15,-1-2-2 0,1 1-1 0,-3-1 0 16,4 2 0-16,-3-1 2 0,1 1-2 16,-1-2 2-16,2 1-1 0,0 0-1 0,1 1-1 15,0 0 1-15,2-1 0 0,-2-1-2 16,6 1 2-16,-3-2 2 0,2 1 1 0,-2 0 0 0,0 0-2 15,1-1 2-15,1 1-1 0,-1 0 0 16,0 0 0-16,-2-2-1 0,2 3 0 16,-3 2 0-16,3-4 0 0,0 4-1 0,1-2-1 0,-1 3 1 15,2-2 1-15,-2 3 2 0,4-2-1 16,-3 1 2-16,2 1 0 0,0-2-2 16,-2 1 0-16,4 0-2 0,0-1 1 0,-3 0 0 15,3-3 0-15,-1 3-3 0,0-3 2 0,2 1 0 16,0-1 0-16,1 0-1 0,1 1-1 15,-1-1 1-15,3 1 1 0,2-1 0 0,-1 0 1 16,2-1 0-16,-1 3 1 0,0-2 2 0,3-1-3 16,0 4 0-16,-2-3 2 0,3 1 0 0,0 1-2 15,-1 0 0-15,2-1 0 0,1 1-1 16,0-1 0-16,-2 0-1 0,3 1 2 0,-1 0 0 16,0-3 0-16,2 3 0 0,0-3 1 15,-1 2 0-15,1-3-1 0,-1 2 2 0,4 0-3 16,-4 0 1-16,2-1-2 0,1 1 1 15,0-2-2-15,0 1 0 0,0 1 1 0,2-1-1 16,-3 0 3-16,2 1-1 0,0 0 1 0,-2 0 1 16,5-1 1-16,-4 1 0 0,1-1-1 0,2-1 1 15,-1 0-1-15,0 1 0 0,0-1 1 16,-1 1-2-16,2-1 0 0,-1 1 0 0,1 0 0 16,-2 1 0-16,2-3 0 0,-1 3 1 15,0 1-1-15,0-1-3 0,-1 0 2 0,-2 1 1 16,2-1 0-16,3 1-1 0,-4-1 0 0,1 2 2 15,2-3 0-15,-3 1-2 0,5 0 1 16,-2 0-1-16,-1-2 0 0,2 0 1 0,1-1-2 16,-1 2 2-16,2-1 0 0,-1-1-2 0,-1 0 0 15,2 1 0-15,0-1 0 0,-2 1-1 16,2-1 3-16,1 1-1 0,-2-2 3 0,3 1 1 16,-2 1 1-16,3-2-1 0,-1 1-2 0,0 0 3 15,2 0-3-15,-2 0-1 0,0 1-1 16,3-3 0-16,-2 0 1 0,3 2-1 0,-2-1 1 15,3-2 0-15,0 1-1 0,-1-1 1 16,1 2 0-16,0-1 0 0,0-1-1 0,-1 1 2 16,1 1-1-16,0 0-1 0,-3-1 1 0,4 2 2 15,-4-1-2-15,2-2-2 0,-4 4 2 16,2-1 1-16,-1 0 0 0,-2 2-1 0,3-1 2 16,-2 1 1-16,0 1-3 0,-1-2-2 15,0 2 0-15,2 0-1 0,-4 1 0 0,4 0 2 16,-4-1-1-16,2 1 1 0,0-1 0 0,0 2 1 15,2-2 0-15,-4-1-1 0,3 4 1 0,0-4 0 16,-3 1 1-16,1 0-1 0,2 0 1 0,-2 0 2 16,-2 0-1-16,3 0 0 0,-2 2-2 15,-1-1 3-15,3 1-2 0,-3-1-1 0,0 0 0 16,3 1-1-16,-2 2 0 0,-1-2-2 16,3 1 2-16,-1 0 1 0,-1 0 0 0,2-1-1 15,-3 1 2-15,2 0 1 0,0 1-1 16,0 1-1-16,-2-2 0 0,4-1 1 0,-4 3-2 15,2 0-2-15,1-3 0 0,0 3 2 0,1 0 1 16,-1-1 0-16,-1 1 3 0,2 1 0 16,1-2 1-16,-1 1-3 0,1 1 0 0,0-4 0 15,1 3-2-15,0 0 0 0,0-3-1 0,4 3 2 16,-4-3-1-16,3 1 0 0,-1 0 0 16,1 0 1-16,1-1-1 0,-1 1 1 0,2 2 1 15,-1-2-2-15,0 1 2 0,0-2-1 16,1 1 0-16,-1 0 1 0,0 2-2 0,2-4 0 15,-1 3-1-15,0-3 1 0,0 1 0 0,2 2-1 16,-1-1 2-16,-1-2 1 0,3 0 1 0,-3 2 1 16,3-2-2-16,0 0 0 0,0-1 1 15,-1 2 0-15,1-3 0 0,2 3-2 0,-1-3 1 16,-2 1 0-16,4-2-1 0,-3 3-2 0,3-2 0 16,1 0-1-16,-4-1 1 0,3 0 0 15,0 0 0-15,2-3 2 0,0 1 0 16,1-2 0-16,-1 0 0 0,3-2 1 0,0 2-1 15,-1-3-1-15,1 1 1 0,0 0 0 0,0 0 0 16,1 1 0-16,-1-2 0 0,0 1 2 0,0 0-1 16,2-1 0-16,-1 2-1 0,-1-2 1 15,0 1 0-15,2 1-2 0,-2 0 1 0,0-1-1 16,0 2 1-16,0 0 0 0,-2 2 0 0,2-2 0 16,-3 4 0-16,3-2 0 0,-1 1 1 15,-4-2 1-15,4 0 1 0,-1 3-1 0,1-2 1 16,-3 3 0-16,1 1 1 0,1-1 2 15,-1 2 3-15,0-2 1 0,0 2-1 0,0 1 1 16,-2-2 0-16,2-1-4 0,1 2-2 0,-1-3-3 16,0 0-1-16,1 0 0 0,1-1-1 0,-1-2 0 15,1 1 1-15,1-1 0 0,-4-1 1 16,4 2-1-16,-1-1 1 0,1 2-1 0,-2-1 1 16,2 4-1-16,-1-3 1 0,1 1 0 15,0 1 0-15,-2 0-1 0,2 0 2 0,-2-1-1 16,2 1 1-16,0 1-2 0,-4-1 0 15,4-1-1-15,-2 1 0 0,2-1 0 0,0-1 1 16,-1-1 1-16,-1 1-1 0,2-2 1 0,0-1 1 16,0 1-1-16,0 1-1 0,0 2 0 0,0-4 0 15,0 3 0-15,0 0 0 0,0 1 1 16,0-1 1-16,0-2-2 0,0 3 1 0,0-3-2 16,0 2 0-16,0-2-1 0,0 2 1 15,0 2-1-15,0 0 1 0,0 2 2 0,0 0 0 16,0 1 2-16,-1 2-2 0,1 1 1 0,-2 1 1 15,0-2 0-15,2 2-2 0,-1 1 0 16,-1-2 1-16,1 0-2 0,-3 2 0 0,1 0 4 16,1-2 2-16,-1 1 4 0,-3-1 2 0,3 0 0 15,2-3 2-15,-3-1-4 0,1 1-1 0,2-2-4 16,-1 0-1-16,0-1-2 0,-1 1-1 16,3-2 0-16,-2 0-1 0,2 4 0 15,0-3 0-15,-3 2 1 0,3 0 4 0,-1 2 3 16,-2-4 1-16,1 1 1 0,2 0-1 15,0-4 2-15,-1 0-4 0,1 0-4 0,-2 1-1 16,2-1 1-16,0 1-2 0,-1 0-1 0,1-1-1 16,-2 3 1-16,0-2 0 0,2 3-2 0,-3-3 1 15,3 4 1-15,-1-5 0 0,-3 4 0 16,3-2 0-16,-1 3 0 0,0-3-1 0,-1 2 0 16,2-1 0-16,-2 3 0 0,1-3-1 15,1 4 2-15,-2 2 1 0,-1-1 0 0,3 0 0 16,-3 3 0-16,3 0-1 0,-2-2 1 0,1 2-2 15,0-1 0-15,-1 0 1 0,2-1 1 16,-1-1 0-16,-1 3 0 0,0-3-1 0,2 0 0 16,-3 0 0-16,1 0 0 0,0 0 0 0,0 0 0 15,-1 0-1-15,0 1 1 0,-2 0-1 0,2 1 0 16,0 1 0-16,-1 2-1 0,2-3 1 16,-4 3 1-16,4-4 1 0,-1 3-1 0,0-1 0 15,0 1 3-15,0-3-3 0,0 2 0 16,0-1 1-16,1 0-1 0,-2-2 1 0,1 0-1 15,-1 2-1-15,4-1 0 0,-6 0 0 16,4 1-1-16,-2 0 1 0,0 1 0 0,-1 1 1 16,3-1 1-16,-2 1 0 0,1 1-1 0,-3-2 0 15,2-1 0-15,-1-1-2 0,3-3 1 16,-2-2 0-16,0-1 0 0,2-3 2 0,-2-2 0 16,1-5 0-16,-2 1 1 0,-1-3-2 15,2-1 1-15,1 0 1 0,-3-2-2 0,0-1 1 0,0-2 0 16,1 1 0-16,-1-3-1 0,-1 0-1 15,1-2 0-15,0-1 0 0,-1 0 0 0,0-3 0 16,-1 1 0-16,1-4 1 0,0 1 0 16,-1 0 0-16,-2-3 0 0,-1 0 0 0,0-3 0 15,-2 1-1-15,-2-5 1 0,0-1 1 0,-3 1 1 16,2-5 0-16,-5 0 0 0,-2-2 1 16,2 1-2-16,-1-2 0 0,-2 2-1 0,3 3 1 15,0 4-1-15,5-2 1 0,-1 6 1 0,4 3 1 16,0 0 0-16,4 3 0 0,2 1 0 15,0 2-1-15,2 1-1 0,2 2 0 0,0 0-2 16,1 1 0-16,2 1 0 0,-1 0-1 16,0 2 1-16,2-3 1 0,0 4-1 0,2-2 0 15,-2-1 1-15,2 2 0 0,-1-3 0 0,-1 2-1 16,2-1 2-16,-1-1-1 0,-1 1 1 16,0-1-1-16,0 2 1 0,0-2-1 0,0 0 0 15,0 0 0-15,0 0-1 0,0 1 1 16,0-1-1-16,0 0-1 0,-1 0-1 0,1 0 0 15,0 2-2-15,0-2-2 0,0 1-9 0,1-1-23 16,-1 0-48-16,0 2-66 0,0-2-65 16,-1 0-107-16,1 0-157 0,-2 0-234 0,2 0-259 15,0-2-203-15,-1 1-168 0,-3-1 173 0,1-2 488 16</inkml:trace>
  <inkml:trace contextRef="#ctx0" brushRef="#br0" timeOffset="17396.4">16152 14879 342 0,'0'-4'630'0,"-3"0"243"15,0-2 147-15,0-1-221 0,-2-4-222 0,2-2-126 0,-4 0-54 16,2 0-34-16,-1-2-38 0,0-1-41 15,1 0-35-15,0 0-19 0,-1-2-37 0,-2 1-36 16,2 0-45-16,0 1-35 0,1 1-23 16,0 2-24-16,-1 1-9 0,4 2-8 0,1 1-2 15,1 5 5-15,1 1 4 0,5 3 2 0,2 3 1 16,0 1 2-16,6 5-1 0,-1 3-9 16,4-1-7-16,1 3-1 0,-1 1-4 0,3-3-1 15,0 3-1-15,0 0-1 0,1-2 1 16,1 0-2-16,-2-2 0 0,1-1-1 0,-2-1-1 15,2-2-1-15,-5-2-3 0,1-1-8 16,-3-4-57-16,-1-2-73 0,-4 0-161 0,-1-3-278 16,-3-2-307-16,-2 1-382 0,-6-4-272 0,0 1 26 15,-5-4 700-15</inkml:trace>
  <inkml:trace contextRef="#ctx0" brushRef="#br0" timeOffset="18482.95">14691 13810 8 0,'2'9'395'0,"-1"-1"358"0,1-2 268 16,0 0 68-16,-1-4-297 0,-1 2-239 0,0-2-121 15,2-2-10-15,-1 0-15 0,4-1-42 16,-4-4-51-16,2 1-39 0,2-5-50 0,-1-3-70 16,0-2-45-16,1-2-27 0,0-4-16 0,4 0-8 15,-2-6-8-15,-1 1-7 0,2-4-3 16,3-1-1-16,-3 0-4 0,0 1-5 0,1-3-3 16,-1 3 3-16,0-1-4 0,-1 3-4 15,0 1-2-15,-1 0-2 0,1 2-5 0,-2 1-4 16,0 4-4-16,-1 0-1 0,2 5-2 0,-4 2 1 15,1 1-1-15,-1 3 4 0,-1 1 3 0,1 3 2 16,0-1 2-16,-2 2 1 0,1 2 1 16,1 1-2-16,-1 1-2 0,-1 5 0 0,0-1 0 15,4 3-1-15,-4 2 0 0,1 1-1 16,-1 3-1-16,2 2-1 0,-1 1-2 0,-1 2 2 16,2 0 0-16,1 0 1 0,-2 4-1 0,1 0 0 15,-1 1 0-15,1 2-7 0,1 1-1 16,1 3 0-16,-3 2 0 0,2 1 0 0,-1-1 0 15,1 3 0-15,0-2 0 0,2 2 0 0,-1-1 0 16,-2-4 0-16,1-2 0 0,1-1 0 0,-1-2 0 16,-2-4 0-16,1-2 0 0,1-4 0 15,-3-1 0-15,2-2 0 0,-1-5 0 0,-1 1 0 16,-1-4 0-16,-1 0 0 0,2 0 0 16,-3-3 0-16,1-1-17 0,-1 0-16 0,0-3-19 15,-2 0-27-15,0-2-62 0,-1-2-80 0,0 0-142 16,1-2-250-16,0 0-312 0,0 0-373 15,-2-2-281-15,2-1-19 0,0 1 624 0</inkml:trace>
  <inkml:trace contextRef="#ctx0" brushRef="#br0" timeOffset="19179.41">15391 13243 264 0,'4'-6'658'0,"-3"0"330"16,2 0 153-16,-1-3-220 0,0 1-240 0,3-3-100 15,-4 0-64-15,2 1-71 0,2-1-81 0,-4-1-55 16,1 2-57-16,-1 1-70 0,-1 0-49 16,0 0-28-16,-1 4-13 0,-1 1-11 0,1-1-10 15,-4 4-9-15,1-1-12 0,-1 4-8 0,0-1-7 16,0 0-6-16,-1 4-6 0,-2 1-2 15,2-1-2-15,-2 3-2 0,0-2-3 0,-2 1 0 16,2 1-2-16,-1 0-1 0,-2 1-2 16,3 0-1-16,-2 0-2 0,2 2-2 0,-2 1-2 15,2 0-3-15,-4 1 0 0,3 2 0 0,-1 0 0 16,2 2 0-16,-2 2 0 0,2 0 0 16,0 4 0-16,1 0 0 0,1 2 0 0,3 2 0 15,1 0 0-15,2 4 0 0,4 3-1 16,2 0-1-16,2 3 0 0,1 2 1 0,5 1 1 15,-1-1 1-15,4 0 1 0,1-3 0 0,2-2-1 16,2-2-1-16,2-4 0 0,0-3 0 16,1-6-1-16,2-5-1 0,-2-3 0 0,1-3-1 15,-1-8 0-15,0-2 1 0,-1-5-1 0,-5-3 0 16,0-1 0-16,-3-1 1 0,-5-3 0 16,-3 0 0-16,-3-2 1 0,-4-1 0 0,-1 2 0 15,-3-3 0-15,-3 2 1 0,-4 0 1 16,-4 1 1-16,-2 2 1 0,-3 1 0 0,-2 0 0 15,-1 6-1-15,0 0 0 0,-1 3-2 0,2 4 0 16,0 5 0-16,1 2 0 0,4 6 0 16,0 2 0-16,2 4-2 0,4 2-9 0,1 2-15 15,3 1-27-15,3-2-63 0,-2 2-92 0,2-3-208 16,1 2-288-16,2-3-354 0,0 1-433 16,0-2-276-16,0-3 211 0,2 1 903 0</inkml:trace>
  <inkml:trace contextRef="#ctx0" brushRef="#br1" timeOffset="32910.12">17098 12658 340 0,'-7'-11'620'16,"-1"1"279"-16,-1 0 159 0,1-1-260 15,-2 3-202-15,2-3-113 0,-2 3-35 0,2 0-14 16,-1-1-55-16,0 3-59 0,1 2-47 0,-1 0-37 16,2 1-58-16,-2 1-64 0,1 2-39 0,2 3-27 15,-1 0-14-15,1 4-13 0,2 3-8 16,2 3-4-16,0 1-3 0,2 2-2 0,4 4-3 15,-3-1 0-15,5 4-1 0,0-1-1 16,2 1 0-16,2-1 1 0,1-1 0 0,0 0 0 16,2-2 0-16,1 0 1 0,-1-4-1 0,1-3 1 15,-1-2 3-15,2-4 3 0,-2-3 6 16,3-5 6-16,-2 0 3 0,-3-6-1 0,3-4 1 16,-2-3-4-16,-2-4-6 0,-2 0-5 15,-1-5-3-15,-1 3 0 0,-3-5 0 0,2 2 2 16,-4 0 9-16,-1-1 4 0,-1 3 2 0,-4 3 4 15,1 2 5-15,-5 0 0 0,0 4-1 0,-3 1 0 16,0 3-1-16,-2 2-2 0,1 4-5 16,-1 2-3-16,-2 3-6 0,4 4-4 15,-2 5-1-15,1 3-3 0,0 4-1 0,4 6-2 16,2-1 1-16,2 4-2 0,4 2-1 16,2 0-1-16,1 3 0 0,5 0 0 0,1-3-1 15,-2 1 2-15,6-4 0 0,-2 0 1 0,4-5 0 16,-1-5 0-16,1-3 1 0,2-5-2 0,1-4 1 15,-1-5 1-15,1-6 0 0,-2-5 0 16,0-6 2-16,-2-3 0 0,-2-3 0 0,-2-2 0 16,0-2 0-16,-6 2 0 0,-2 1 1 0,-1 1 8 15,-4 3 6-15,-5 1 4 0,-3 4 3 16,-1 2 1-16,-4 3 1 0,-1 4-5 0,-2 2-5 16,0 5-3-16,0 4-3 0,0 3-2 0,2 4-2 15,1 4-4-15,0 3-1 0,6 2-1 16,1 2-2-16,5 2-1 0,4-2-1 0,2 2 0 15,2-5-1-15,6 0 0 0,0-3-1 0,7-1-6 16,0-1-18-16,4-5-36 0,2-1-83 16,2-3-151-16,3-3-264 0,2-4-331 0,-1-1-410 15,0-1-444-15,2 0-16 0,0-2 769 16</inkml:trace>
  <inkml:trace contextRef="#ctx0" brushRef="#br1" timeOffset="33890.69">18361 11989 14 0,'-3'-6'435'15,"-2"1"437"-15,-5 1 303 0,0 2 7 0,-3 2-307 16,-3 0-218-16,2 2-123 0,-4 2-116 0,2 2-82 16,-4 4-53-16,0 0-55 0,0 5-70 0,2 2-49 15,-2 3-32-15,3 3-14 0,1 4-10 16,0 4-7-16,5 4-3 0,2 5-1 0,4 4 1 15,2 9-2-15,1 2-1 0,2 7 0 16,2 5-9-16,3 5-7 0,-2 0-4 0,5 3-5 16,-2-1-7-16,2-1-2 0,2-2-2 0,2-5 0 15,3-4-3-15,-2-6 0 0,4-5-1 16,-2-4-1-16,1-6 1 0,0-4-1 0,-2-5 1 16,0-2 0-16,-1-7 0 0,1-2 0 15,-4-3-2-15,-1-3 1 0,-2-3-1 0,0-1-1 16,-2-4 1-16,-2-1-1 0,2-1-1 0,-3-5-5 15,-1-2-13-15,-1-2-16 0,0-5-33 0,0-3-73 16,-1-4-72-16,-1-2-101 0,0-1-153 16,1-2-248-16,-1-3-305 0,2 1-209 15,-1 1-167-15,1-1 155 0,1 1 517 0</inkml:trace>
  <inkml:trace contextRef="#ctx0" brushRef="#br1" timeOffset="34322.91">18656 12640 511 0,'0'-6'1041'0,"0"3"236"0,0 3-56 16,-1 9-214-16,-1 3-353 0,4 8-197 0,-1 5-108 16,-1 9-58-16,2 3-54 0,0 4-67 0,1 6-54 15,0 3-38-15,4 0-19 0,0 0-17 16,1-2-10-16,2-3-11 0,4-4-11 0,0-7-5 15,3-5-3-15,3-9 0 0,2-4-2 0,1-9 0 16,-2-6 0-16,3-8 0 0,-1-3-1 16,-2-8-1-16,-2-5 1 0,0-7-2 0,-3-2 0 15,-1-6 2-15,-2-3 0 0,-1-2 1 0,-3-3 1 16,-6 1 2-16,-3-4 2 0,-3 0-3 16,-7-2 1-16,-6-2 1 0,-1 2-2 0,-9 2-1 15,0 1 1-15,-3 3-1 0,-1 7 0 16,-1 5 0-16,-1 7 0 0,-1 10 1 0,1 4-1 15,0 8 0-15,1 5 0 0,2 6-1 0,3 4 1 16,2 4-2-16,5 2-1 0,3 4-1 16,3 1 1-16,6 2-1 0,4 1 0 0,1-2-2 15,5 3-1-15,2 0-18 0,4-3-63 16,2 3-70-16,2-2-131 0,1-2-230 0,3 1-317 16,3-4-357-16,2 2-271 0,-2-6-91 0,3 1 499 15,2-2 659-15</inkml:trace>
  <inkml:trace contextRef="#ctx0" brushRef="#br1" timeOffset="34991.44">19706 12741 249 0,'-8'-5'709'0,"-1"0"398"0,-1-2 108 16,2 3-203-16,2 0-356 0,-1 0-120 0,2 1-91 16,0 0-83-16,2 0-61 0,-1 0-44 0,3 1-53 15,-1 1-66-15,1 0-52 0,1 1-34 16,0-2-19-16,1 2-14 0,2 0-6 0,2 0 4 16,0 2 4-16,3-1 2 0,4 0 1 0,0-1 1 15,3 2-2-15,-2 0-8 0,6-2-6 16,-1 0 8-16,2 0 3 0,2-2 2 0,0 2 1 15,0-2 2-15,4 2 0 0,-3 0-8 16,3 2-7-16,-1-2-3 0,2 2 0 0,0-2-3 16,0 0 0-16,-1 1-1 0,3-1-1 0,-2 0 0 15,-2-1-1-15,2 1 1 0,-2-4-2 16,1 3-1-16,-4 0 0 0,-1-1 0 0,-4 1-1 16,-1 1-1-16,-2-2 0 0,-3 4-1 0,-3-1-4 15,-1 1-15-15,-2-1-34 0,-3 2-73 16,-2 0-75-16,-5 0-143 0,0 0-238 0,-4 0-315 15,-2 0-332-15,0-3-211 0,-7 0-31 16,4 0 521-16</inkml:trace>
  <inkml:trace contextRef="#ctx0" brushRef="#br1" timeOffset="35366.23">20038 12481 4 0,'2'-3'399'0,"1"0"319"0,2 1 255 16,1 0 115-16,2 0-268 0,3 1-263 16,0 1-121-16,6 1-28 0,0 2-4 0,3 0-60 15,2 2-58-15,0 1-29 0,5-1-45 16,0 3-52-16,1 1-58 0,1-1-32 0,-1 3-17 16,2-1-21-16,-3 0-12 0,2 2-7 0,-4-1-5 15,1 1-1-15,-1 1-1 0,-3 0-2 16,-3 0 7-16,-2 0 5 0,0 2 5 0,-5 0 1 15,-3 0 1-15,-2 2 1 0,-1-2-1 16,-5 1-1-16,-2 1-4 0,-4-1 0 0,-3 1-1 16,0-1-2-16,-3 0-6 0,-5 2-4 0,0-2-2 15,-2-1-2-15,-4-2-2 0,1 0-1 16,-1 1-1-16,-2-3-2 0,4-1 2 0,0-2-9 16,3-1-22-16,3-2-64 0,0-1-71 15,3-2-136-15,2 0-207 0,5 0-313 0,1 1-347 16,3-3-255-16,3 0-93 0,1 1 464 0,5-1 603 15</inkml:trace>
  <inkml:trace contextRef="#ctx0" brushRef="#br1" timeOffset="35906.29">21288 13052 313 0,'-4'7'687'0,"0"2"301"0,-1 0 123 0,1 0-257 16,0-2-260-16,1 1-157 0,1-1-106 16,1-1-38-16,2-1-12 0,1-1-5 0,2 0-9 15,3-4-22-15,-2-4-26 0,3-3-41 16,2-4-51-16,3-4-42 0,4-6-25 0,-1-4-13 16,5-4-11-16,0-5-8 0,2-4-4 0,1-2-3 15,3-4-6-15,-2-1-6 0,-1 0-1 16,1 0-2-16,-1 0 0 0,-2 0 0 0,-3 2 5 15,1 2 3-15,-1 5 2 0,-3-1 1 0,0 5 6 16,-5 5 2-16,0 5-1 0,-1 4-2 16,-4 4 0-16,0 6 0 0,-1 1 0 0,-2 5 1 15,3 6-1-15,-1 4 1 0,-2 6 4 0,2 6 2 16,0 2-4-16,0 7-4 0,0 4-1 16,1 4-3-16,-2 2-7 0,0 3-4 0,0 4-2 15,0 2-4-15,1 2-1 0,-4-2-1 0,2 0 0 16,2 0 0-16,-2-1 0 0,0-4 0 15,0-4 0-15,2-4-11 0,2-7-18 0,-3-2-30 16,2-8-69-16,-3-3-75 0,2-5-137 0,0-6-219 16,-2-4-308-16,1-2-349 0,0-7-237 15,1-6-96-15,-1-5 471 0,1-5 640 0</inkml:trace>
  <inkml:trace contextRef="#ctx0" brushRef="#br1" timeOffset="36207.99">22067 11833 313 0,'1'-21'861'0,"-1"5"329"15,0 3 17-15,3 0-220 0,-1 5-323 16,5 4-175-16,1 3-115 0,2 3-61 0,3 6-37 16,2 4-31-16,0 5-65 0,4 2-58 0,0 7-25 15,3 2-15-15,0 4-18 0,-1 7-12 0,4 2-6 16,1 1-5-16,-3 5-10 0,1 3-5 0,-2 2-2 15,0 4-7-15,-1 3-3 0,-4 3-5 16,-1 3-4-16,-3 2-1 0,-2 4-2 0,-2-1-2 16,-2 1 0-16,-3 0 2 0,-2-2 0 15,0-2 1-15,-4-1 0 0,-3 0 0 0,2-2-2 16,-3-1-2-16,-4-3-1 0,1-1-2 16,-1-3-3-16,-4-1-2 0,1-4-17 0,-4-2-51 0,3-7-83 15,-7-3-147-15,4-4-271 0,-4-6-320 16,1-4-388-16,1-4-338 0,-2-5 19 0,1-5 676 15</inkml:trace>
  <inkml:trace contextRef="#ctx0" brushRef="#br1" timeOffset="48727.54">18343 15038 254 0,'0'-8'498'0,"0"0"235"0,0-2 179 0,0-3-177 16,2-2-129-16,-2 1-87 0,-2-2-68 0,2-1-70 15,-1-4-77-15,1 2-67 0,0-1-33 16,0-3-11-16,-5 1-9 0,4-2-16 16,-1 0-13-16,-3-2-25 0,0-1-38 0,-1 0-17 15,1 0-12-15,-4-1-7 0,1 0-7 0,2 0-5 16,-2 1 0-16,-2 2-7 0,2 0-6 0,0 3-4 16,2 2 1-16,-2 3 6 0,2 1 2 0,0 5-1 15,1-1-2-15,2 3 1 0,-3 2 0 16,2 3-8-16,1 2-4 0,0 2-7 0,-2 1-6 15,4 4-6-15,-3 2-2 0,3 3-1 16,-1 4-1-16,2 0 1 0,0 3 0 0,0 3 2 16,2 2 0-16,1 4 1 0,0 1 0 0,0 4 0 15,1 2 0-15,0 3 8 0,0 4 6 0,2 4 2 16,-5 2 2-16,2 3 0 0,1 1 0 16,-3 3-7-16,1 2-7 0,-1-2 0 0,3 0-2 15,-4-1 0-15,1-1 0 0,1-1 1 16,-1-6-1-16,-1 0-2 0,2-3 0 0,0-5-1 15,0-4-1-15,-2-4 0 0,4-3 0 16,-4-3-1-16,1-5 0 0,-1-2-1 16,3-1-1-16,-3-4 0 0,2-2-1 0,0-2 1 0,-2-1-1 15,1-1 2-15,1-4 0 0,-1 0 0 16,-1 0 0-16,2-4-1 0,-2-1 0 0,0-1-1 16,2-3-1-16,-2 0-7 0,0-1-15 0,-2 1-28 15,0-2-58-15,1-1-65 0,-2-1-70 0,-4 2-106 16,2-1-143-16,-2-2-182 0,0 2-235 15,-1 1-210-15,-2 0-156 0,0 0 129 16,-1 2 422-16</inkml:trace>
  <inkml:trace contextRef="#ctx0" brushRef="#br1" timeOffset="48977.69">18071 15377 283 0,'4'-9'578'0,"0"3"249"0,-2-1 181 0,4 1-186 15,-1-2-204-15,1 3-134 0,2-2-52 0,2-1-29 16,1 0-63-16,1 3-46 0,3-1-44 0,1 0-37 16,1 1-47-16,0 0-47 0,1 2-33 15,-1-1-39-15,4 2-21 0,-4-1-7 16,2 2-8-16,0 1-3 0,-1 0-4 0,-1 0-1 16,0 1-4-16,-1 1-5 0,-2-1-38 0,4 2-61 15,-6 0-86-15,2 0-162 0,-2 2-293 0,0-3-315 16,-1 1-296-16,1-1-184 0,0-2 178 15,-1 0 606-15</inkml:trace>
  <inkml:trace contextRef="#ctx0" brushRef="#br1" timeOffset="49328.13">18688 15093 54 0,'-2'-9'573'0,"-1"2"476"0,-4 2 203 0,0 4-84 15,-1 2-324-15,-1 4-227 0,-2 2-173 16,1 3-97-16,-1 4-64 0,0 4-49 0,2 2-62 15,0 0-69-15,2 2-34 0,2 2-22 0,2 1-11 16,3-3-8-16,2 2-4 0,1-5-4 16,3 0-9-16,0-3-5 0,4-2-1 0,-1-7-3 15,4-1-2-15,0-4 0 0,-1-8-1 16,2-2-2-16,-1-4 0 0,1-4 0 0,-1-2 3 16,1-3 0-16,-3-2 0 0,2 2 1 0,-4-2 1 15,-1 3-1-15,-3 1 0 0,-2 3 1 0,2 1 0 16,-4 4 1-16,-1 4 1 0,-1 3-2 15,1 2-1-15,-5 4-1 0,4 4-2 0,-2 3 0 16,-1 2-2-16,1 3 1 0,2 3 0 16,-1 1 2-16,0 2 1 0,2 0-1 0,2 2 1 15,0 1 0-15,-1 0-2 0,4-2-3 0,-2 0-27 16,2-1-66-16,1-4-60 0,-1-4-96 16,1-2-156-16,-1-4-275 0,1-5-301 0,2-2-228 15,-2-5-181-15,2-4 151 0,-1-4 538 0</inkml:trace>
  <inkml:trace contextRef="#ctx0" brushRef="#br1" timeOffset="49762.33">19014 14802 23 0,'8'-17'460'0,"-4"5"440"16,-2 3 284-16,0-1-13 0,-1 2-344 0,1 3-197 15,-2 3-123-15,1 0-100 0,-1 4-73 0,0 0-54 16,0 4-46-16,0 4-67 0,-1 1-57 15,-1 6-32-15,2 3-24 0,-1 2-12 0,-3 5-12 16,1 0-7-16,2 1-9 0,-3 4-4 0,2-3-6 16,0-1 0-16,2-2-3 0,0-4-1 15,4-2-3-15,0-3 0 0,-3-6 0 0,6-1-1 16,-3-5 1-16,4-2 1 0,2-4 3 0,-2-4 1 16,1-2 0-16,4-4 0 15,-4 0 0-15,4 0-1 0,-1-1-1 0,0-1-1 0,-1 3 1 16,0 1-1-16,-3 2-1 0,-2 1 2 15,-1 1 1-15,-1 3 1 0,-1-2 0 0,-3 3 1 16,-1 2 2-16,-2 0-2 0,-3 4-1 16,-1 3-1-16,-1 1-1 0,-1 3-1 0,-4 2 1 15,2 5-1-15,-3 0 0 0,3 4 1 0,0 1 0 16,-2 2 1-16,2 2 1 0,0 0 0 0,2 2 0 16,2 2 1-16,2-2-1 0,2-2 0 15,2-2-4-15,1-3 0 0,3-6-1 0,2-1-2 16,3-5 2-16,1-3-1 0,4-6 1 15,0-3-2-15,4-3-8 0,-3-5-37 0,5-3-74 16,0-3-65-16,-5-2-103 0,5-4-163 0,-3 0-221 16,1-1-290-16,-1-2-203 0,1-1-170 0,0 0 138 15,0-2 475-15</inkml:trace>
  <inkml:trace contextRef="#ctx0" brushRef="#br1" timeOffset="49994.49">19515 14635 415 0,'6'-21'846'15,"-1"3"308"-15,-2 5 22 0,-3 4-313 16,2 6-184-16,-2 3-136 0,0 4-101 0,0 5-80 16,0 4-60-16,-2 4-50 0,2 3-73 15,-3 2-61-15,3 6-38 0,-1 6-24 0,-3 2-13 16,3 4-14-16,-3 2-11 0,3 3-7 0,-1 3-5 16,1 2-4-16,1 1 0 0,0 2-1 0,0-2-2 15,0 1-2-15,1-1 0 0,1-3-2 16,1-3-16-16,-1-4-38 0,-1-8-66 0,3-5-61 15,-3-6-89-15,-1-7-161 0,0-4-243 16,-1-7-281-16,1-4-220 0,-4-4-184 0,1-7 91 16,0-2 513-16</inkml:trace>
  <inkml:trace contextRef="#ctx0" brushRef="#br1" timeOffset="50196.27">19412 14883 227 0,'-3'-14'844'0,"-3"7"399"15,-1 3 37-15,3 0-107 0,0 2-403 16,0-1-261-16,1 2-139 0,1 0-84 0,1 1-59 16,1-1-69-16,1 1-63 0,2 0-47 15,3 0-26-15,1 1-9 0,2 0-6 0,1 0-5 16,4 2-5-16,-1-1-3 0,-1 3-46 0,1-1-67 16,1 2-72-16,-4 0-140 0,-1 3-220 0,-1 0-324 15,1 3-279-15,0 1-206 0,-3 0-16 16,0 2 481-16</inkml:trace>
  <inkml:trace contextRef="#ctx0" brushRef="#br1" timeOffset="50646.19">19645 15062 314 0,'1'4'807'0,"-1"3"349"0,0 4 38 0,0-1-261 16,0 2-273-16,0 4-149 0,0 1-99 15,0 4-77-15,0 2-40 0,0 2-42 0,0 2-58 16,0 1-70-16,3 0-46 0,-1 0-25 0,1-2-23 15,2-3-13-15,3-3-9 0,1-3-6 16,3-7-3-16,1-5-2 0,0-5 1 0,4-5-1 16,-2-5 2-16,0-5-3 0,2-3 2 15,-2-5-1-15,0-1-1 0,0-2 1 0,-2 1 0 16,-2 0 2-16,2 0 2 0,-7 3 0 0,2 1 2 16,-3 3 0-16,-1 2 0 0,-1 2 0 0,-1 5-1 15,-2 0 0-15,0 5-1 0,-2 2 0 0,1 4-1 16,-1 2 0-16,1 3 0 0,-4 3-1 15,2 1 7-15,2 2 3 0,1 3 3 16,-2 0 1-16,2 3 1 0,0-2 1 0,2 3-4 16,-2 1 2-16,1 1 2 0,1 3 0 0,-1 0 0 15,4 2 0-15,-4 2 1 0,1 1-5 0,-1 1-2 16,-1 2-2-16,2-2-3 0,-2 5-1 16,-2-3-2-16,1 3-2 0,-2-3 0 0,-2 2-1 15,1 0 1-15,-3-2-2 0,1-1 0 16,-2 0-2-16,-1-1 1 0,-1-5-1 0,2-2-1 15,-1-4-14-15,1-7-41 0,1-4-79 16,2-7-92-16,1-7-163 0,0-5-275 0,0-6-335 16,4-4-320-16,2-6-164 0,2-3 140 0,-1-5 612 15</inkml:trace>
  <inkml:trace contextRef="#ctx0" brushRef="#br1" timeOffset="51260.6">20166 15132 55 0,'4'-6'659'0,"-4"1"604"0,0 2 260 16,-5 5-140-16,0 0-393 0,-3 5-386 0,0 0-195 15,2 5-126-15,-2 2-93 0,0 1-64 0,2 1-37 16,0 3-27-16,2 0-16 0,-1 2-13 16,5 0-10-16,0-1-7 0,0 0-6 0,5 0-4 15,0-4-4-15,2-3-1 0,3-1-1 0,0-3-2 16,1-5 1-16,5-4-2 0,-2-4 0 15,3-5 0-15,-1-3 0 0,3-2 0 0,2-4 0 16,-4-3 2-16,4-1-1 0,-2 0 1 16,0 1 2-16,0-1 0 0,-2 2-1 0,-1 2 1 15,-2 3-1-15,-1 4 0 0,-4 1 1 0,1 5-1 16,-4 5 2-16,0 3-1 0,1 3 1 0,-4 1 1 16,0 5-2-16,-1 1 0 0,-1 2 0 15,3 2 1-15,-3 1 0 0,2 0-1 0,3 0 1 16,1-1-1-16,-2 2-1 0,3-2 0 15,-2-3-1-15,3 0 0 0,2-1 0 16,-1-3 0-16,4 0-1 0,-1-1-1 0,2-3 0 0,1 1-1 16,0-2 0-16,0-3-6 0,1 1-5 15,1-1-5-15,-1 0-5 0,2-2-4 0,-3 0-4 16,1 0-8-16,-1-4-4 0,1 3-3 16,-2-3 3-16,0-2-1 0,0-1 4 0,-1-3 10 15,-3-1 12-15,3 0 9 0,-4-3 3 0,-1 0 2 16,-1-1 2-16,1-2 3 0,-4-2 3 0,0-2 1 15,-2 3 0-15,-1-7 4 0,0 3 0 16,-4-2 9-16,0-1 9 0,1 3 7 0,-2 4 8 16,-4 3 4-16,1 5 3 0,-3 4 0 15,0 6-4-15,1 3-2 0,-1 4-2 0,1 7-3 16,3 1-3-16,-1 4-5 0,1 4-5 0,2 2-5 16,-1 4-5-16,2 1-3 0,1 1-3 0,1 4-1 15,0-1-2-15,0 1-1 0,1-1-1 16,2-1-2-16,3-1-3 0,1-4 0 0,-1-2-4 15,2-4-12-15,4-1-22 0,-2-2-56 16,0-3-78-16,2-4-149 0,-2 0-265 0,-1-2-315 16,5-1-373-16,-2-2-307 0,0-1-14 0,-1 0 644 15</inkml:trace>
  <inkml:trace contextRef="#ctx0" brushRef="#br1" timeOffset="51943.89">18867 16705 250 0,'-5'-4'703'16,"0"1"376"-16,2 0 98 0,0 0-219 0,0 3-354 16,0 3-186-16,1 4-98 0,2 5-25 0,0 5-14 15,2 6-14-15,1 3-13 0,0 7-30 0,3 5-46 16,2 3-57-16,2 0-42 0,-1 3-30 15,4-3-21-15,1-1-13 0,2-5-7 0,-2-3-6 16,5-6-4-16,0-5-1 0,2-6 3 0,-3-6 0 16,3-6 0-16,0-6 2 0,-4-5 2 0,0-6 0 15,-2-4-3-15,-1-5-1 0,-4-4 0 0,-1-3 0 16,-5-3 0-16,0-2-1 0,-4 1 1 0,-4-1 0 16,-3 1 1-16,-3 3 2 0,-4 2 0 0,-5 1 0 15,-3 3-1-15,0 3 2 0,-5 2-1 16,2 5-2-16,-1 4-1 0,1 8 0 0,4 3-1 15,-1 8 0-15,2 3 1 0,2 7 3 0,3 4 0 16,3 4 1-16,2 6 2 0,3 2-1 16,6-1-2-16,2 3-3 0,4-2-3 15,4 1 0-15,1-2-4 0,1-3-15 0,5-4-54 0,-2-1-61 16,3-9-65-16,4-4-121 0,-4-8-165 16,4-5-257-16,0-8-246 0,1-7-217 0,0-8-123 0,0-3 259 15,-1-8 477-15</inkml:trace>
  <inkml:trace contextRef="#ctx0" brushRef="#br1" timeOffset="52326.6">19292 16459 355 0,'8'-43'687'0,"-2"7"309"16,-3 4 137-16,-1 4-293 0,-2 6-213 15,0 3-81-15,0 6-63 0,0 3-70 0,0 6-78 16,0 4-57-16,0 6-53 0,0 7-61 0,0 3-55 16,2 6-36-16,-1 6-22 0,3 8-9 15,-1 2-8-15,3 7-9 0,-2 5-3 0,1 2-2 16,3 2-2-16,0 3-6 0,3-2-3 0,-1 1-1 15,3-2-2-15,2-4-2 0,0-4-1 0,2-5-2 16,0-7 0-16,-1-2-2 0,3-10 0 0,-1-2-2 16,-1-8 2-16,0-6-1 0,1-5 1 15,0-6-1-15,-3-3 1 0,0-7-1 0,0-1 0 16,-2-7 0-16,1-2-1 0,-5-1 1 0,-1 0 0 16,0-4 2-16,-3 4 0 0,-4-2 1 0,-1 3 1 15,-3 1 0-15,-3 2 1 0,-5 2 0 0,0 2 1 16,-5 1-1-16,0 4 0 0,-3 3-2 15,2 3 1-15,-5 4-2 0,0 6-2 0,-2 5 1 16,1 5 0-16,1 6 1 0,0 3 1 0,3 6 2 16,4 4 2-16,0 0-2 0,3 6 1 0,4-1-1 15,5 1-4-15,3-1 0 0,1-1-3 0,7-4-2 16,1-5-14-16,4-4-51 0,2-5-68 16,2-6-87-16,2-6-173 0,0-6-299 0,1-8-331 15,2-5-292-15,-1-7-182 0,3-5 176 0,-1-5 659 16</inkml:trace>
  <inkml:trace contextRef="#ctx0" brushRef="#br1" timeOffset="52577.6">19820 16626 124 0,'5'-17'707'0,"-4"8"462"15,-2 3 130-15,-2 5-61 0,-2 2-349 0,0 4-299 16,1 4-166-16,-1 3-99 0,0 1-66 0,0 2-75 16,4 2-69-16,1 1-42 0,0 0-23 15,1-1-14-15,2 2-9 0,2 0-8 0,2 1-5 16,1 0-5-16,1 1-3 0,0-1-2 0,0 3-1 15,-2 1 0-15,-1 0-1 0,-1 1 0 0,-2 1 0 16,-1 2 0-16,-2 1-1 0,-5-1 0 16,0 1-1-16,-1-3 0 0,-3 2 0 0,-2-4 1 15,-2-3 0-15,4-1-1 0,-4-4 1 0,0-4-1 16,5-3-3-16,0-5-3 0,2-2-6 0,3-7-21 16,-2-2-64-16,7-7-63 0,1-3-102 15,1-2-162-15,5-3-275 0,0-2-323 0,4-2-249 16,-1-2-182-16,6 1 187 0,-2-1 569 0</inkml:trace>
  <inkml:trace contextRef="#ctx0" brushRef="#br1" timeOffset="52910.25">20162 16679 147 0,'1'-2'933'0,"-1"5"658"0,-5 5-2 0,-4 5-303 16,-4 3-442-16,-1 4-329 0,-3 4-200 0,0 2-114 15,-3 6-57-15,1 4-33 0,2 3-24 16,1 2-19-16,1 1-16 0,3 1-13 0,4-1-12 0,2-3-9 15,2-4-8-15,6-5-6 0,2-8-2 16,5-5-1-16,2-9-2 0,5-4-1 0,0-10-1 16,6-7-10-16,0-9-13 0,2-5-16 0,-3-4-14 15,2-4-12-15,-1-4-6 0,-3 1 5 16,2 1 13-16,-7 1 16 0,0 5 18 0,-2 3 12 16,-5 5 6-16,-2 5 7 0,-4 3 3 0,1 3 3 15,-4 7 3-15,-1 2 3 0,0 4 1 0,-4 4 0 16,2 3-1-16,-2 4-2 0,1 4-4 0,-2 2-5 15,3 3-2-15,1 2-3 0,-1 1-1 16,2 4-1-16,-1-2-1 0,3 4-5 0,-1 0-26 16,4 1-68-16,-1-1-74 0,-1 2-135 0,2-3-242 15,1-1-320-15,0-3-347 0,2 1-241 16,2-7-48-16,0 0 520 0</inkml:trace>
  <inkml:trace contextRef="#ctx0" brushRef="#br1" timeOffset="53994.13">20638 16643 95 0,'-2'0'511'16,"-3"0"341"-16,0 0 205 0,-1 4 4 16,0-2-365-16,0 5-221 0,-2-1-125 0,1 5-58 15,-2-1-25-15,3 2-13 0,-4 4-1 0,0 4-14 16,1 1-19-16,1 4-23 0,-2 4-38 0,1 3-42 15,1 4-44-15,4 3-21 0,-3 2-15 0,2 1-16 16,4-1-7-16,1-2-7 0,0-5-3 16,3-4-5-16,2-4-3 0,1-8 2 0,4-3-2 15,0-6 1-15,-1-6 1 0,0-6 2 0,4-7 0 16,-4-9 0-16,2-4-2 0,2-6-2 0,0-9 0 16,-1-3 1-16,-1-8-2 0,2-3 2 0,-1-3 3 15,-2-4 4-15,1-3 0 0,-2-1-1 0,0 1 1 16,-3-3 0-16,-3 2-3 0,0 1 0 15,-1 4-1-15,-4 3 1 0,1 6-1 0,-2 4 2 16,-1 8 1-16,0 8-2 0,-1 5 2 0,0 7-3 16,2 6 1-16,-5 7-1 0,5 6-1 0,-2 4 1 15,3 8 0-15,-1 4 1 0,2 6 0 0,1 3 8 16,0 6 6-16,1 3 3 0,2 4 2 16,2 6 5-16,0-1 6 0,3 5-6 0,-4 1-5 15,3 2-1-15,-1-2-3 0,2 0-6 0,3-3-4 16,-3-3-3-16,3-6 0 0,3-5 0 15,-1-7-2-15,1-6 1 0,1-7-2 0,2-7 0 0,-3-5 0 16,3-8-3-16,0-6 0 0,0-7-1 16,0-4 3-16,2-5 1 0,0-4-1 0,0-3 2 15,2 1 2-15,-5-1-1 0,1 4 0 0,-3 1-1 16,0 4 0-16,-4 5 1 0,-2 4-2 16,-1 6 0-16,-2 2 2 0,-1 5-1 0,-3 8-1 0,-1 3 0 15,0 6 1-15,-1 4-1 0,-3 6-1 16,-1 4 1-16,2 3 0 0,-1 1 0 0,1 3 2 15,1 1 2-15,1 2-2 0,1 0 2 0,1-2-1 16,1 2-2-16,1-1-1 0,3-3-2 16,0-3-1-16,2-5 2 0,2-2-2 0,4-5 0 15,-1-3-1-15,4-5-1 0,-1-6-2 0,3-2-11 16,0-5-16-16,0-4-23 0,1-5-13 0,1-5-15 16,0-3-9-16,-3-5 5 0,3-4 15 15,-4-3 25-15,1 0 17 0,-2-4 18 0,-2-1 12 16,-2-1 6-16,-2 1 5 0,-1-1 15 0,-1 4 15 15,-5 1 17-15,-1 3 9 0,-4 2 2 0,-1 7 1 16,-3 1-9-16,-3 6-17 0,-3 4-15 16,1 4-8-16,-3 6-1 0,1 6-2 0,-4 4 1 15,1 8 2-15,1 4 1 0,-3 4-1 0,2 4 1 16,0 3 0-16,2 3-2 0,5 0-3 0,1 3-1 16,0 1-2-16,7 1-4 0,-1 0-4 0,4-1-1 15,2-1-1-15,5-1-4 0,-1-5-2 0,5-5-8 16,3-2-30-16,3-7-71 0,-2-2-85 15,2-7-161-15,0-4-288 0,3-3-331 0,0-6-357 16,-2-3-217-16,0-4 114 0,0-4 677 0</inkml:trace>
  <inkml:trace contextRef="#ctx0" brushRef="#br1" timeOffset="54709.14">21439 17161 184 0,'5'1'562'0,"0"-2"267"0,1-2 161 16,-1-4-72-16,0-4-288 0,3-2-185 16,-2-8-83-16,1 1-12 0,2-7-13 0,0-3-9 15,2-3-29-15,-1-1-26 0,1-4-30 0,0 1-40 16,-2 1-47-16,2 2-51 0,-1 3-30 0,-4 6-15 16,-1 4-9-16,0 4-7 0,-4 5-7 0,-1 3-4 15,2 6-7-15,-4 5-8 0,2 2-8 0,0 7-4 16,0 2-3-16,0 6 1 0,0 3 0 0,0 4 0 15,4 1 0-15,-1 1-1 0,3 2-1 0,-2 1 0 16,3 0-2-16,-1 0 2 0,2-1-1 16,3-5 1-16,-3 0-1 0,2-6-1 0,0-5 1 15,2-3-2-15,-1-5 1 0,1-9 0 0,0-5 0 16,2-6-2-16,-2-9 2 0,4-4-2 0,-2-7 0 16,5-5-2-16,-3 0 4 0,5-4 2 0,-2 2 0 15,1 0 1-15,-1 4 0 0,-3 4 2 16,0 6-4-16,-3 5 1 0,-4 5-2 0,0 7 1 15,-2 5 1-15,-1 5-1 0,-1 7 5 0,-2 5 5 16,3 5 3-16,-3 4 4 0,2 4 1 0,-2 4 2 16,2 2-4-16,0 4-4 0,3-1-1 15,0 2-7-15,0-1-1 0,1 1-4 0,4-5-1 16,0 1-3-16,0-2-8 0,2-3-16 0,-1-5-45 16,-1 0-76-16,-2-5-111 0,1-3-203 0,-2-2-300 15,-2-4-350-15,0-3-332 0,-5-3-149 0,-2-7 351 16,1-4 702-16</inkml:trace>
  <inkml:trace contextRef="#ctx0" brushRef="#br1" timeOffset="54893.05">22053 16459 567 0,'-7'-51'1260'0,"2"6"252"16,-2 9-144-16,1 7-304 0,-1 3-458 16,2 6-214-16,2 5-139 0,-2 3-75 0,4 4-58 15,-4 1-44-15,4 3-31 0,2 4-20 0,1 0-12 16,2 3-4-16,3 1-6 0,-1 4-2 0,2 1-1 15,3 3-3-15,0 2-19 0,-1 3-54 16,0 3-64-16,2 2-77 0,-3 2-132 0,5 5-204 16,-2 1-313-16,-3 3-257 0,5 3-211 0,-1-2-42 15,1 3 406-15,1-1 533 0</inkml:trace>
  <inkml:trace contextRef="#ctx0" brushRef="#br1" timeOffset="55177.15">22506 16774 49 0,'16'-4'468'15,"0"-4"423"-15,-5 2 277 0,0-2-52 0,-3-2-228 16,0-2-153-16,-1 0-149 0,-3-4-123 16,1-1-87-16,-4-2-60 0,-1-1-74 0,-1-2-75 15,-4 1-41-15,1-2-25 0,-5 2-16 0,1 2-13 16,-4 1-10-16,-1 1-8 0,-2 5-10 0,0 3-8 16,-4 6-6-16,0 6-7 0,-3 6-5 15,0 8-4-15,1 6-1 0,1 6-1 0,1 7-3 16,3 3 2-16,2 3 0 0,4 1-6 0,6 2-5 15,4 1 0-15,3 0 0 0,3 1 0 0,7-2 0 16,-1 1 0-16,6-2 0 0,3-5 0 0,2-3 0 16,6-6 0-16,2-8-23 0,4-7-24 15,2-7-37-15,3-10-81 0,3-9-120 0,0-7-235 16,4-7-305-16,-2-9-365 0,0-5-405 0,-2-9-121 16,-2-6 460-16,-5-4 803 0</inkml:trace>
  <inkml:trace contextRef="#ctx0" brushRef="#br1" timeOffset="56143.21">23387 12306 117 0,'-8'4'677'0,"-1"2"454"15,1 0 142-15,-1 2-57 0,4-1-334 16,1 1-272-16,4-1-165 0,4 0-93 0,1 0-58 16,1 0-70-16,5 1-66 0,3-2-39 15,7 1-17-15,4-4-18 0,3 0-9 0,5-1-8 16,5-4-14-16,2-2-10 0,2-1-13 16,0-1-8-16,-3-1-9 0,2 1-7 0,-4-2-2 15,-2 1-3-15,-2-1 0 0,-5 0-2 0,-3 4-1 16,-4 0 1-16,0 1-2 0,-7 1 0 15,-3 2-2-15,-3 0-10 0,-5 2-16 0,0 1-24 16,-7 1-55-16,-1 0-79 0,-7 1-134 0,-3 2-215 16,-3 4-301-16,-4-3-357 0,-1 3-303 15,-7 2-95-15,0 0 478 0,-5 2 667 16</inkml:trace>
  <inkml:trace contextRef="#ctx0" brushRef="#br1" timeOffset="56361.62">23439 12715 338 0,'0'12'996'0,"2"0"377"16,0 1 84-16,2-3-210 0,4-1-512 0,2 0-247 16,-1-3-135-16,7-2-74 0,2-3-96 15,2-1-51-15,3-1-35 0,4-2-25 0,2-3-18 16,2 0-18-16,-2-1-12 0,1 1-10 0,3-3-6 16,-4 3-5-16,-1 0-3 0,1 1-2 15,-2 2-8-15,-2 2-22 0,-3 0-73 0,-4 1-105 16,-5 2-236-16,-1 1-292 0,-4 2-379 15,-2 4-454-15,-3 0-217 0,-5-2 422 0,-4 4 901 16</inkml:trace>
  <inkml:trace contextRef="#ctx0" brushRef="#br1" timeOffset="60839.51">25051 11896 140 0,'0'7'470'0,"-3"-2"311"16,1-1 221-16,0 0-84 0,2 0-227 0,-1-1-139 15,1-1-49-15,0-1-5 0,0-1-44 0,1 0-64 16,3-1-59-16,-1-2-48 0,4-3-70 16,0-2-71-16,1-3-44 0,1-3-23 0,4-4-17 15,1-3-10-15,2-3-7 0,1-3-6 0,4-4-6 16,-1 0-6-16,1-2-5 0,3-1-3 15,-1-2-3-15,-1 1-2 0,-1 1-2 0,3 1 0 16,-6 3 0-16,0 2 0 0,-1 2-1 16,-2 3 0-16,-3 2 1 0,-2 5 6 0,-4 2 7 15,1 5 4-15,-3 1 1 0,-1 5 1 0,-3 2-2 16,0 5-6-16,-1 4-9 0,-4 4-4 16,4 4-4-16,-4 3 0 0,2 5 0 0,-2 3 0 15,2 1 4-15,-1 7 3 0,1 3 4 16,-2 3 1-16,1 6 2 0,-1 1 1 0,-1 4-3 15,-1 2-2-15,2 0-4 0,-4 1-3 16,3-2-2-16,1-1-2 0,2-7-1 0,1 1 1 0,1-7-1 16,2-5 1-16,1-3 0 0,0-1-1 15,2-5-1-15,0-2 0 0,-3-4-1 0,2-2-2 16,2-3-5-16,-4 0-8 0,-1-3-13 16,-1-3-18-16,-2 0-28 0,-2-3-58 0,-1-1-75 15,-2-2-114-15,-5-1-181 0,4-2-296 0,-3-1-341 16,2-1-277-16,-2-2-145 0,1-1 327 0,1-1 651 15</inkml:trace>
  <inkml:trace contextRef="#ctx0" brushRef="#br1" timeOffset="61156.01">24893 12428 85 0,'-9'6'629'15,"0"1"470"-15,0 2 159 0,-1-1-48 0,4 0-301 16,-1 1-259-16,1 0-178 0,5 0-110 0,-3 0-61 16,4 3-65-16,4-4-79 0,3 3-51 15,1-3-24-15,5 3-12 0,3-1-7 0,3-2-6 16,3-1-2-16,5 0 0 0,1-2-3 16,5-3-5-16,2 1-5 0,6-3-7 0,2-3-6 15,3-4-9-15,4 0-5 0,2-2-4 0,-1-1-6 16,5-2-2-16,-3-1-3 0,2 0-2 0,-2 0-1 15,1 1-2-15,-4 1 1 0,-1 4-2 16,-1-1-2-16,-6 3-11 0,-1 0-20 0,-6 2-41 16,-3 3-80-16,-6 0-133 0,-5 2-245 15,-2 2-310-15,-4 2-382 0,-5 3-393 0,-6 1-84 16,-3 2 562-16,-6 3 749 0</inkml:trace>
  <inkml:trace contextRef="#ctx0" brushRef="#br1" timeOffset="62755.52">25561 13020 145 0,'5'-11'450'0,"-3"0"282"0,-1 2 239 0,1-1-78 16,-1 0-188-16,-2 0-133 0,1 0-38 0,-2 1-13 16,2 0-63-16,-1 1-79 0,-1 1-65 15,-3 0-47-15,0 1-68 0,-3 1-70 0,-1 2-42 16,0 2-26-16,-3-2-14 0,-2 3-12 15,1 4-9-15,-5 1-6 0,0 1 0 0,-2 3 1 16,-2-1-1-16,0 5-2 0,1-2-2 0,-1 1 1 16,-2 4-6-16,5-1-3 0,-2 1-2 15,3 0-2-15,0 3-2 0,1-2-1 0,2 0 1 16,1 3-1-16,3-4 0 0,3 2-1 16,1-1 1-16,0-2-1 0,6 1 0 0,1-2 0 15,1 3 0-15,4-4 0 0,3 2 0 0,1-2 0 16,4 2 1-16,3-2-1 0,1 0 0 15,5-1 0-15,3 1 1 0,1 0 0 0,0 0-1 16,4-2 1-16,-3 3 1 0,1 0 0 16,0-1-1-16,1 1-1 0,-3-1 1 0,0 2-1 15,-1 2 0-15,-2-3-1 0,-3 3 0 0,-2 2-1 16,-1-2 0-16,-2 1 1 0,-4 0 0 0,-3 2 0 16,0-2 0-16,-5 1 2 0,-1 1 1 15,-6 0-1-15,0-3 1 0,-4 3 0 0,-2-1 1 16,-1 0-1-16,-3-2-1 0,0 1 2 15,-5-2-1-15,-1 1 0 0,0-2-1 0,-2 0 1 16,-1-3 1-16,0-2-1 0,0-4-1 16,-3-1 0-16,3-4 0 0,0-5-1 0,3-4-3 0,1-3 0 15,3-4 0-15,2-4 1 0,5-5 2 16,2-1-1-16,5-1 2 0,2-4-1 0,4-1 2 16,1-1 0-16,3 1-1 0,4-2 1 15,2 0-2-15,3-2 1 0,1-1-1 16,3 1 0-16,1 0 0 0,-1 1-1 0,0-1-1 0,1 2 0 15,-1 3 0-15,0-1 0 0,-3 2 0 16,0 2 2-16,-2 2 0 0,-5 4 0 0,-1-1 2 16,-4 6 0-16,-5 1 1 0,-2 2-1 15,-7 2 1-15,0 4-2 0,-3 1 0 0,-5 4 2 16,0 4-3-16,-3 1 1 0,2 3 1 0,-2 3-1 16,-1 3 0-16,2 1-1 0,1 2 0 15,1 0-2-15,2 2-2 0,2-2-1 0,4-2-3 16,6-1-20-16,2-3-45 0,6 0-74 15,0-7-93-15,4-2-168 0,2 0-300 0,2-7-333 16,4 1-317-16,-1-2-171 0,4-3 177 16,2-1 655-16</inkml:trace>
  <inkml:trace contextRef="#ctx0" brushRef="#br1" timeOffset="63039.28">26521 12559 526 0,'-2'0'1474'16,"-2"-1"259"-16,-1 1-288 0,-2 0-338 15,1 0-483-15,2 0-261 0,-1 1-147 0,0-1-70 16,2 2-39-16,-1-1-30 0,0-1-23 15,1 2-20-15,1-2-14 0,1 1-11 0,1 0-5 16,0 1-5-16,0 2-9 0,1 0-17 0,-1 1-38 16,0 0-83-16,2 0-146 0,-2-1-263 15,3 1-322-15,-3-1-395 0,1 1-410 0,-1 0-29 16,3-3 702-16</inkml:trace>
  <inkml:trace contextRef="#ctx0" brushRef="#br1" timeOffset="63704.9">27118 12760 352 0,'-4'9'748'0,"-1"-1"297"16,0-2 72-16,2-2-283 0,2-1-254 0,-3-2-155 16,6-1-49-16,0-4-15 0,2-2-33 15,3-4-35-15,4-3-35 0,0-6-42 16,2-5-60-16,5-2-51 0,1-7-28 0,4-4-21 15,0-4-12-15,6-2-4 0,-1-2-8 0,2-4-3 16,0 2-1-16,0-1-1 0,-1 0 1 0,-3 2-2 16,0 2 3-16,-4 2 2 0,-3 3 0 0,-3 6 2 15,0 5 5-15,-7 3 3 0,-1 7 0 16,-2 5-5-16,-3 4-3 0,-3 6-7 0,0 6-7 16,-3 6-7-16,-3 6-4 0,1 5-2 0,1 4 1 15,-3 5 3-15,2 6 4 0,1 3 2 16,-2 5 4-16,1 2 0 0,2 5 0 0,-2 5-4 15,2 1-3-15,-2 4-4 0,0 0-4 0,1 2-2 16,-1 0-3-16,3-2 0 0,1 0-1 16,-1-3 0-16,4-3 0 0,-1-4-1 0,2-5 0 15,3-5-1-15,2-5-3 0,-1-5-6 16,-1-6-11-16,3-3-15 0,-2-6-21 0,-1-5-38 16,2-5-76-16,0-5-83 0,1-5-142 0,-2-4-219 15,1-4-318-15,1-3-329 0,1-4-196 0,-2-1-2 16,0-3 527-16</inkml:trace>
  <inkml:trace contextRef="#ctx0" brushRef="#br1" timeOffset="63955.47">28042 12327 64 0,'14'-8'571'0,"-1"4"449"0,1 1 199 0,-1-1-69 15,2 0-300-15,1 3-208 0,3 0-165 0,0-1-96 16,0 0-66-16,2 2-53 0,1-1-74 16,-1-1-76-16,2-2-40 0,-1 4-26 0,-1 0-16 15,-1-2-8-15,1 2-11 0,-3 0-6 0,-1 0-2 16,-3 2-7-16,-2-2-35 0,0 3-71 16,-6 0-76-16,-1 0-139 0,-1-1-222 0,-4-1-324 15,0 2-320-15,-1 0-214 0,-4-2-32 16,-1 1 496-16</inkml:trace>
  <inkml:trace contextRef="#ctx0" brushRef="#br1" timeOffset="64155.87">28102 12529 99 0,'-11'18'682'16,"0"1"460"-16,2-1 110 0,2 0-108 0,6-4-315 15,1 0-269-15,4-3-147 0,7-1-82 16,2-4-49-16,4-4-51 0,2-2-68 0,5-3-67 15,3-4-39-15,1-1-26 0,2-2-12 0,2 0-8 16,1-2-4-16,0 1-3 0,1-1-3 0,1 3-21 16,-1 0-75-16,0 2-77 15,-3-1-159-15,-2 2-283 0,-2 0-328 0,-1 4-362 0,0-2-202 16,-1 2 75-16,-4 0 659 0</inkml:trace>
  <inkml:trace contextRef="#ctx0" brushRef="#br1" timeOffset="64755.69">29843 12197 332 0,'-8'0'663'16,"-1"2"291"-16,1 1 133 0,3 3-273 0,-3 2-211 15,1 7-102-15,1 1-21 0,0 7-33 16,0 5-58-16,1 5-59 0,-3 8-46 0,-1 3-61 16,1 8-73-16,-2 3-54 0,1 3-31 0,1 1-21 15,0-3-16-15,4-2-8 0,3-5-6 0,6-7-4 16,4-9-4-16,7-5-3 0,5-12 0 16,6-7 0-16,6-8-2 0,2-8-1 0,4-8 2 15,0-7 2-15,1-4-1 0,3-7 0 16,-5-5-1-16,0-4 2 0,-3-3-3 0,-5 1 1 0,-4-3-1 15,-5 2 0-15,-7 0 0 0,-5 1-1 0,-9 3 1 16,-6 1-2-16,-6 4 0 0,-7 1-1 16,-5 3 2-16,-6 6 1 0,-6 4 1 0,-4 4 0 15,-1 7 2-15,-5 3 2 0,0 8 2 16,-1 3 0-16,2 10 1 0,1 2 0 0,2 4-1 16,3 6-2-16,8 2-2 0,2 1-2 15,6 2 0-15,6 4-2 0,4 0-2 0,6 3 1 0,7-2-2 16,5-1-1-16,5-2-13 0,5-1-42 15,5-3-79-15,2-2-111 0,4-2-198 0,1-5-303 16,3-1-353-16,0-2-343 0,0-2-136 16,-1-2 348-16,1-1 695 0</inkml:trace>
  <inkml:trace contextRef="#ctx0" brushRef="#br1" timeOffset="64962.36">30433 12784 391 0,'8'-1'1181'0,"-2"-1"368"0,-2 2-162 0,-2 3-292 16,-2 0-476-16,-2 0-237 0,1 2-163 0,-1-1-81 15,1 0-39-15,-4 0-23 0,4-2-36 0,-3 3-21 16,3-5-18-16,-1 2-52 0,1-2-71 0,-1 0-94 16,0 0-173-16,-1 0-296 0,2-2-325 15,-3 2-289-15,4-3-166 0,0 1 221 0,0 1 628 16</inkml:trace>
  <inkml:trace contextRef="#ctx0" brushRef="#br1" timeOffset="66320.85">30829 12702 230 0,'-1'3'488'15,"-2"-2"244"-15,-1 1 165 0,1-1-210 16,2-1-138-16,-1 2-70 0,-1-2-53 0,3-2-61 15,-1 2-59-15,1-1-45 0,1-1-24 0,2-1-5 16,-1 0 9-16,1-1-5 0,2-3-9 0,-1-1-18 16,3-3-33-16,-1-1-42 0,2-1-42 0,1-5-25 15,0-1-16-15,3-5-10 0,-1 1-9 0,0-4-8 16,2-4-2-16,0 1-3 0,0-2-6 16,0 0-2-16,-1 0-2 0,-2-2 1 0,0 5 1 15,0-1 1-15,-3 4 2 0,-2 2 2 0,0 4 2 16,-2 2 0-16,-1 3 0 0,-2 3 1 0,0 2-1 15,0 3-2-15,0-1-2 0,-4 3-2 0,4 3-3 16,-1-1-2-16,-2 6-2 0,1 1-1 16,0 5-2-16,1 0-1 0,1 3 0 0,0 1 0 15,1 2 2-15,1 2 0 0,1 4 0 0,0 0 2 16,1 2-1-16,0 2-1 0,1 0 1 0,0 3 0 16,-1 4 0-16,0-1-2 0,-1 1 1 0,-2 1 0 15,3 0-1-15,-1 2-2 0,-1-4 0 16,1 1 0-16,-2-3 0 0,4-1-1 0,-2-3 0 15,0-3 0-15,2-3 0 0,-2 2 0 0,0-8 1 16,1-1-1-16,-1-2 1 0,3 0-1 16,-5-3-2-16,2-5-3 0,-1 2-10 0,0-2-14 15,-2-4-23-15,0 1-45 0,0-2-63 0,-2-4-59 16,0 4-68-16,1-6-114 0,-2 2-147 0,-3-2-216 16,3 1-220-16,1-1-211 0,0-1-101 0,2 0 279 15,0 0 464-15</inkml:trace>
  <inkml:trace contextRef="#ctx0" brushRef="#br1" timeOffset="66704.33">31299 12250 224 0,'12'-11'600'15,"-3"0"307"-15,2 2 163 0,-1-1-167 0,2 4-272 16,-1 0-172-16,5 2-105 0,-4 1-36 0,7 2-13 16,-3-1-15-16,5 4-18 0,-1 0-20 0,-1 3-27 15,2 0-41-15,1 2-49 0,-5 1-40 0,4 3-26 16,-4 1-18-16,-1-1-11 0,-2 3-6 0,-1 3-3 16,-7-3-2-16,1 5-3 0,-6 0-1 15,-1 0 0-15,-4 4-2 0,-5-1-2 0,0 1-3 16,-7 2-8-16,0 1-6 0,-3 0-4 0,1 2-2 15,-3-1-1-15,0-1-1 0,4 2 9 0,-2-3 5 16,3 1 1-16,3-2 2 0,4-3-1 16,0 1-2-16,2-2-4 0,6-2-5 0,-1 0-1 15,4-3-2-15,3-1-1 0,4-1-1 0,0-4 0 16,6 0-5-16,0-5-17 0,3-2-44 0,2-4-72 16,2-3-92-16,2-3-154 0,-2-3-286 15,4-2-327-15,-3-4-310 0,2-1-187 0,-4-2 126 16,5-4 604-16</inkml:trace>
  <inkml:trace contextRef="#ctx0" brushRef="#br1" timeOffset="67019.71">31957 12164 180 0,'1'-6'542'0,"-1"2"302"15,0 3 183-15,2 1-115 0,-2 3-251 0,0 0-177 16,1 2-112-16,3 2-71 0,0 0-39 0,3 2-24 15,-1 0 5-15,5 3 2 0,-1-1-11 0,4 3-14 16,-2-1-35-16,1 0-41 0,3 2-52 0,-2 0-35 16,4 0-22-16,-1 0-7 0,-1 2-4 15,3-1-3-15,0 1 3 0,0 1 1 0,-2 0-2 16,4 1-6-16,-3 2-5 0,-1 0-6 0,-4 3 0 16,0 0-3-16,0-1 1 0,-5 2-2 0,-5 2-1 15,-1-2 1-15,-2 0 4 0,-4 0 3 0,-2-2 0 16,-3-1 1-16,-1 0-2 0,-3-3 0 15,-1 0-9-15,0-4-16 0,-5 0-27 0,0-5-56 16,0 0-62-16,-1-6-64 0,-2 0-113 0,2-4-156 16,0-5-243-16,2-1-237 0,1-3-215 0,0-3-147 15,2-5 218-15,-2-1 497 0</inkml:trace>
  <inkml:trace contextRef="#ctx0" brushRef="#br1" timeOffset="67236.89">32003 12214 36 0,'17'-17'457'16,"-3"3"377"-16,5 2 269 0,-1 1 38 0,4 1-360 16,0 1-262-16,3 1-154 0,1 2-91 0,4 0-79 15,-2 0-55-15,4 2-38 0,-1-1-27 16,3 2-20-16,0-3-21 0,1 3-15 0,-2-1-13 16,0 1-5-16,1 1-2 0,-4 2-17 0,-4 0-25 15,-2 0-81-15,-6 2-155 0,-1 0-297 0,-8 0-279 16,-2 3-268-16,-4 1-197 0,-1 1 193 0,-4 0 542 15</inkml:trace>
  <inkml:trace contextRef="#ctx0" brushRef="#br2" timeOffset="75549.39">2464 16754 49 0,'-3'-6'342'0,"-3"-2"263"0,-2-1 265 16,-3 4 88-16,0-3-181 0,-3 2-137 0,-1-1-80 15,-2 3-14-15,-1-2-56 0,-2-1-95 0,-3 3-76 16,-3 0-59-16,-1 1-51 0,-3 0-72 15,0 2-53-15,-3 2-31 0,-2 0-16 0,2 5-8 0,-2 3-8 16,-1 3-5-16,1 9 5 0,-2 4 2 0,3 7 0 16,-2 6-2-16,4 5-1 0,4 4-3 0,4 5-4 15,3 4-3-15,8 5-4 0,4 2-3 0,6 3-2 16,6 2 1-16,8 0 1 0,3 3 0 0,8 0 0 16,7-4 1-16,4 0-1 0,3-4-2 0,7-2 0 15,5-9 1-15,4-5 0 0,0-8 0 0,7-8 1 16,1-11 2-16,1-5-1 0,1-12-1 0,-2-6 0 15,0-9-2-15,-3-8-1 0,-2-4 1 0,-4-7-2 16,-4-5-1-16,-7-3 5 0,-5-3 5 0,-5-1 1 16,-7 0-3-16,-4-1-2 0,-6 3 1 15,-8-1-6-15,-3 0-3 0,-6 0-2 0,-4 3 4 16,-9 0 3-16,-2 1 2 0,-8 2-1 0,-5 2 0 0,-6-1-2 16,-9 3 0-16,-5-2-2 0,-4 3-2 0,-5-3 0 15,-4 4 1-15,5 4 1 0,1 3-1 0,4 5 1 16,5 6 2-16,3 7 1 0,5 6-1 0,7 3 0 15,2 10 1-15,6 0-1 0,6 5-1 0,4 4-1 16,6 0 0-16,2-1 0 0,7 2-1 0,4-4 0 16,5 1 0-16,3-4-2 0,6 0-8 0,3-4-13 0,4-1-17 15,3-5-62-15,-2 0-69 0,4-1-148 16,1 0-249-16,2-1-300 0,-1 0-358 0,2-1-255 16,-2 0-47-16,3 0 599 0</inkml:trace>
  <inkml:trace contextRef="#ctx0" brushRef="#br2" timeOffset="76082.47">3769 16936 146 0,'12'-27'880'0,"-5"3"657"15,-4 1 20-15,-6 3-279 0,-2 1-442 0,-6 2-337 16,-2-2-184-16,-3 6-121 0,-6 1-58 0,-6 5-34 16,-2 2-24-16,-5 5-15 0,-1 6-11 0,-5 5-15 15,0 7-8-15,-1 6-6 0,-2 4-3 0,3 8-3 16,3 6-2-16,0 5 1 0,8 3 0 0,6 9-2 15,5 4 2-15,8 5-1 0,5 1-5 16,9 4 0-16,5 2-2 0,8 0-1 0,3-2-6 16,8-1-2-16,3-5 0 0,3-6-1 0,2-7 0 15,6-8-1-15,3-8 0 0,1-7-1 0,2-9 4 16,1-10-9-16,2-6-16 0,0-11-24 0,1-8-42 16,1-8-77-16,-4-10-118 0,2-2-183 0,-1-5-288 15,-3-5-331-15,-2 2-329 0,-4-4-156 0,-4 1 295 16,-2 0 672-16</inkml:trace>
  <inkml:trace contextRef="#ctx0" brushRef="#br2" timeOffset="76332.06">4403 16801 704 0,'-5'-34'1508'0,"-6"5"156"0,0 3-282 0,-5 7-378 16,-3 5-425-16,-1 3-236 0,-1 5-140 0,-1 6-68 15,-5 6-40-15,0 6-26 0,-1 6-17 0,1 7-10 16,1 7-5-16,1 6-4 0,2 6-2 15,2 7-2-15,5 4-4 0,5 7-4 0,5 3-5 16,4 3-5-16,6 3-4 0,5 0-2 0,2-2-7 16,5-1-2-16,4-4-2 0,6-4 0 0,2-8-1 15,4-6-3-15,1-6 3 0,3-9 1 16,2-7 0-16,3-10 4 0,-1-7-8 0,1-10-17 16,1-6-28-16,-2-7-66 0,-2-7-82 0,3-4-152 15,-3-4-241-15,0-3-318 0,0-1-357 0,1-3-247 16,-1-1-28-16,-1 1 571 0</inkml:trace>
  <inkml:trace contextRef="#ctx0" brushRef="#br3" timeOffset="85186.1">6559 16004 79 0,'-3'0'319'16,"-3"0"164"-16,1-2 138 0,-1 0-64 15,0 1-157-15,1 0-50 0,0-1 25 0,0 0 60 16,-1 0 28-16,0 2-15 0,1-2-30 16,-1 0-6-16,-1 4-19 0,0 0-53 0,0-1-50 15,-1 4-37-15,-3-1-39 0,0 2-54 0,-2-1-54 16,1 5-32-16,-2 0-22 0,-4 3-12 0,4 1-7 15,-5 3-6-15,1 4-3 0,-2 3-11 16,-2 4-5-16,3 3-6 0,-2 6-5 0,1 3-4 16,1 7-2-16,0 2 3 0,4 8 8 0,2 5 0 15,1 5 0-15,4 5 0 0,1 4 0 16,2 3-1-16,3 2-5 0,2-2 1 0,2-1 0 16,3-2 0-16,4-3 7 0,0-6 3 0,3-5 4 15,2-5-4-15,0-8-3 0,0-4-2 0,2-3-6 16,1-6 2-16,-2-5 1 0,0-3 5 0,0-6 6 15,-1-3 0-15,-1-2 3 0,-1-4-7 0,-2 0-5 16,-2-6 0-16,-2 1-2 0,-1-4 0 16,1-2-3-16,-3-1-4 0,-3-2-12 0,0-4-35 15,-2-1-59-15,-1-1-58 0,-3-3-79 0,0-3-138 16,-2 0-192-16,0-1-282 0,-3 1-228 0,1-2-203 16,1-1-10-16,-2 3 421 0,0-1 487 0</inkml:trace>
  <inkml:trace contextRef="#ctx0" brushRef="#br3" timeOffset="85718.52">6795 16712 16 0,'8'-16'420'15,"-3"3"396"-15,-2 3 279 0,-1-1 34 0,-1 5-335 16,-1-1-255-16,0 5-158 0,-1 2-112 0,1 2-48 16,0 5-18-16,1 2 1 0,1 6-6 0,1 3-15 15,1 5-14-15,1 4-26 0,2 5-29 0,1 7-37 16,2 3-23-16,2 2-15 0,-1 5-11 0,4-1-7 15,0 0-8-15,0 1 2 0,2-2-1 16,1-1-1-16,0-8-1 0,2-3-2 0,1-7-2 16,0-7-7-16,1-4-1 0,0-8-3 0,0-7 0 15,-3-6 1-15,1-5 2 0,-2-9 0 16,-1-5 3-16,-1-3 1 0,-3-9 1 0,-2-2-1 16,-2-4-2-16,-3-4-1 0,-1-1-5 15,-3-2 0-15,-2 0 1 0,-5-2 2 0,-1 2 5 0,-7 1 4 16,-1-2 4-16,-5 2 7 0,-3-1-2 0,-2-1-1 15,-3 4-4-15,-3 0-1 0,0 4-1 0,-2 6-4 16,2 3 0-16,0 5 2 0,0 7-1 16,2 4-2-16,1 7-2 0,2 2 1 0,2 7-4 15,3 4 0-15,1 5 1 0,1 5-1 0,3 2 0 16,4 4-4-16,1 1 2 0,3 3-2 0,3 1-2 16,3 1 4-16,4-1-10 0,2-1-47 0,4 0-63 15,2-3-68-15,2-1-121 0,3 1-210 0,1-6-311 16,0 3-272-16,2-5-213 0,-3 1-75 15,5-3 395-15,-4 0 553 0</inkml:trace>
  <inkml:trace contextRef="#ctx0" brushRef="#br3" timeOffset="86850.32">7948 16571 30 0,'6'-9'508'0,"-3"2"454"16,-1 0 238-16,1 1-40 0,-3 1-348 0,0 1-222 15,0 1-117-15,0 0-76 0,-3 0-58 0,1 2-44 16,-1-1-42-16,2 0-67 0,-3 2-62 16,1 0-40-16,0 0-22 0,-2 2-17 0,0 0-10 15,-1 0-10-15,-2 3-6 0,2-1-4 0,-1 2-3 16,-2 3-2-16,1 2 0 0,0 0-2 0,-1 2-2 15,-2 2 0-15,0 1-3 0,1 2 0 0,-2 3-3 16,0 4 1-16,0-2 1 16,2 6-1-16,1-1 3 0,1 0-6 0,0 4-1 15,2-2-4-15,1 0-2 0,3-3-2 0,2-2-2 0,2-2 5 16,3-4 2-16,1-6 2 0,2-3 0 0,0-4 8 16,1-6 2-16,1-3 3 0,4-8 0 15,-3-3 0-15,3-4 0 0,-1-5-5 0,1-4-3 16,-3 0-1-16,2-4 0 0,-1 0 2 0,-4 0 0 15,1 3-1-15,-3-1 2 0,0 4-1 0,-1 2 0 16,-4 2 0-16,1 4-1 0,-2 1 2 16,0 4 0-16,-2 2 0 0,-1 1-1 0,-2 3 0 15,1 0 0-15,-1 3-1 0,0 3 1 0,2 0-1 16,-2 0 0-16,2 0 0 0,0 3 0 0,0 0-2 16,1-2 1-16,-1 3-1 0,3-2-1 15,-1 2 2-15,1-2-1 0,0 2 1 0,1 0-1 16,-1-1 0-16,0-1 1 0,3 2 0 0,-3 0 0 15,0-1 0-15,2 2 0 0,-2-3 0 0,1 2 0 16,-1-2 0-16,0 2 0 0,0-2 0 16,0 1 1-16,0-1 0 0,0 4 0 0,0-4 0 15,0 1-1-15,-1 1 1 0,1 1-1 0,-2 0 0 16,2-1-1-16,0 2 1 0,0-1-1 0,0 2 1 16,0 0-1-16,0 1 0 0,0 0 1 0,2 0 0 15,-1 3-1-15,2-2 2 0,1 3 0 0,-1 0 0 16,2-1-1-16,0 4 0 0,1-1 1 0,0 0-1 15,2 2 0-15,0-2 0 0,3 0-1 16,-2-1 1-16,3-1 0 0,0-1-1 0,-1-3 0 16,2-2 0-16,-1-1-1 0,1-4 2 0,0-2-1 15,-2-4 1-15,2-1 0 0,-1-4 1 0,-1-2-1 16,-1-2 0-16,1-4 0 0,-2 0 2 16,-1-3-2-16,0 0 2 0,-2-1-1 0,-1 1 2 15,-2-3 0-15,-1 1-1 0,1-1 0 0,-3 2 1 16,-3 1-1-16,1-2 0 0,-4 3 0 0,-1-2 0 15,-2 1 0-15,-2 0-2 0,-2 0 1 0,-1 1-1 16,-2 0 1-16,-1 2-1 0,1 0 2 16,-4 2 0-16,-1 0 1 0,0 4 0 0,-2 3-1 15,-1 2 1-15,-1 4-1 0,1 3-6 0,0 5-3 16,-3 0-1-16,2 4-2 0,0 2 0 0,-2 3-2 16,2 2 6-16,1 4 2 0,-3 0 6 15,2 4 4-15,1 2 0 0,1 2 1 0,2 1-1 16,-1 3 1-16,3 3-4 0,3 0-1 0,2 0 0 15,4 3-5-15,2-1-1 0,5 4-2 0,3-2-2 16,5 3-1-16,1-1-2 0,7 1 5 16,1-2 2-16,3-2 2 0,4-2 0 0,3-3 1 15,3-4 1-15,1-1-1 0,2-4 1 0,2-5 5 16,-1-2 2-16,4-5 2 0,-2-3-1 0,2-5 0 16,-1-4-1-16,-1-3-3 0,-2-1-3 15,1-5-1-15,-4-2-6 0,1-1-21 0,-4-1-74 16,-3-1-92-16,-3 2-191 0,-3-1-285 0,-5-2-347 15,-2 4-414-15,-1-3-219 0,-3 3 194 0,-2 0 793 16</inkml:trace>
  <inkml:trace contextRef="#ctx0" brushRef="#br3" timeOffset="88099.25">8771 16170 362 0,'-1'-3'688'16,"-1"1"309"-16,1 0 127 0,-1 1-307 0,2 1-219 16,-2-1-126-16,2 2-54 0,-2 2-29 15,2 2-47-15,-2 1-47 0,2 3-39 0,0-1-40 16,-2 5-54-16,2 4-59 0,2-2-34 0,-2 5-17 16,2 6-9-16,2 1-10 0,-1 5-2 0,0 5 0 15,4 4-4-15,-1 3-5 0,1 3-4 16,0 1 1-16,3 0-7 0,-2 0-3 0,4-3-1 15,-1-2-3-15,1-2 0 0,0-7-2 0,-1-2 0 16,3-4-1-16,-2-8 0 0,0-2 0 0,2-5 2 16,-1-4 0-16,1-5-1 0,-3-2 0 0,3-5 0 15,-1-3-1-15,0-4-1 0,1-4-1 16,-3 0 0-16,3-3 0 0,-1-2-1 0,0 3 1 16,-1 0 0-16,-2 1 0 0,2 4 0 0,-4-2 1 15,0 3-1-15,0 5 1 0,0 0 1 0,-2 4 1 16,1 2-1-16,-1 4 2 0,-1 0 0 0,1 6 1 15,-1 3 0-15,-2 1-1 0,0 4 2 16,2 2-6-16,-2 2-4 0,-1 1-1 0,3 1-2 16,-1 2-2-16,-1 0 0 0,0 2 5 0,-1-1 1 15,1 1 2-15,0 2 1 0,-1-2 0 0,1 0-1 16,-1 1-1-16,1-5 6 0,0 0 3 16,3-2 0-16,-3-4 0 0,2-2-1 0,-2-2-1 15,2-2-17-15,0-7-29 0,-2-1-63 0,3-3-72 16,-3-4-108-16,-1-4-190 0,0-4-302 0,-1-2-327 15,1-2-254-15,-2-1-143 0,3-5 298 0,-1 0 630 16</inkml:trace>
  <inkml:trace contextRef="#ctx0" brushRef="#br3" timeOffset="88749.08">9661 16654 183 0,'7'-17'488'15,"-2"0"255"-15,0 1 195 0,-1-4-101 0,2 0-174 16,-1-2-144-16,-2 1-82 0,-1-3-48 16,1 0-43-16,-1-1-40 0,-1-1-30 0,-1-1-24 15,0-1-24-15,-1-3-30 0,-1 1-40 0,-3 0-35 16,0-1-32-16,-2-1-19 0,2 2-9 0,-3 2-5 16,0 2-2-16,-3 1-6 0,2 2-6 0,-3 4-6 15,0 3-6-15,-1 0-6 0,2 3-3 16,-3 2-2-16,4 3-2 0,1 2-2 0,1 1 0 15,0 2-4-15,3 0-4 0,-1 6-3 16,2-2-2-16,0 4-2 0,3 1-1 0,-1 2-1 16,2 0 3-16,2 6 0 0,-1-3 0 0,1 6 1 15,0 2 1-15,2 0 0 0,-1 5 1 16,0 0 2-16,2 1 0 0,0 2 1 0,1 4 1 16,-1-2 1-16,4 3-1 0,-2 1 1 0,-1 1 0 15,2 1-2-15,1 0-1 0,-1 2-1 0,-1-2-3 16,2 2-2-16,-1-1-2 0,0 0 0 0,-1-1 1 15,-1 1 0-15,3-3 1 0,-4 1 0 0,3-1 1 16,-2 0-1-16,3-2 0 0,0 0 0 16,-3 0-2-16,2 0 1 0,-1 1 0 0,0-2 0 15,1 1 0-15,-2 1 0 0,0-1 0 0,2 0-1 16,-3-3 0-16,2-3 0 0,-1-1-2 0,0-1-1 16,0-4 1-16,-1-1 0 0,-2-5-1 0,1 0-2 15,-3-3-8-15,1-2-12 0,0-5-21 0,-2-2-34 16,0-2-71-16,-2-4-71 0,-3-3-107 15,0 0-164-15,0-5-286 0,-4 0-300 0,1-4-213 16,0 3-155-16,-3-4 255 0,-1 0 572 0</inkml:trace>
  <inkml:trace contextRef="#ctx0" brushRef="#br3" timeOffset="88968.55">9533 16948 54 0,'0'0'614'15,"0"1"490"-15,0 4 167 0,0-5-115 0,0 2-303 16,4-2-254-16,0 3-166 0,1-2-87 0,3 1-48 16,0-4-42-16,5 1-67 0,-2-2-69 15,4-2-47-15,0-1-29 0,5-2-21 0,-2 0-9 16,2-3-7-16,2 1-4 0,0-2-1 0,1 0-2 16,2 1-4-16,0-2-29 0,0 1-77 0,-2 1-90 15,2 1-174-15,-3 1-286 0,0 0-343 0,-1 4-358 16,-1-3-184-16,-1 3 180 0,-1 0 686 0</inkml:trace>
  <inkml:trace contextRef="#ctx0" brushRef="#br3" timeOffset="89666.32">9845 15743 190 0,'1'-6'432'0,"1"-1"202"0,1 1 167 15,-1 0-134-15,1 1-99 0,2 1-44 0,-2 0-30 16,0-1-48-16,3 3-48 0,-1 0-18 0,2 0-19 16,1 2-47-16,2 4-36 0,0-3-24 15,1 5-34-15,3 1-57 0,2 5-50 0,1 3-28 16,3 5-23-16,2 5-10 0,3 5-9 15,0 5-4-15,3 5-5 0,-1 5 1 0,-1 2 1 16,1 7-5-16,-2 4-3 0,0 4-4 0,0 4-4 16,-2 0-6-16,-1 3 0 0,-2 1 0 0,-2 1 6 15,2 0 5-15,-1 2 8 0,-3 0 3 0,0 2-2 16,-2 2-1-16,0 0-7 0,-4 2-8 16,1-2-6-16,0 3-6 0,-3-5-1 0,-2 0 0 15,2-6-1-15,0 0 2 0,-2-1 0 0,-1-5 0 16,0-2-2-16,-2-3-2 0,-1-3 0 0,-1-6-3 15,-2-3 0-15,-1-5-1 0,-3-3-1 0,1-7 0 16,-3-4-5-16,-2-4-12 0,-1-7-17 16,-1-4-30-16,-3-5-71 0,-2-3-90 0,-4-4-170 15,-2-4-279-15,-1 0-331 0,-4-5-379 0,-1 0-229 16,-2-2 110-16,-2-1 725 0</inkml:trace>
  <inkml:trace contextRef="#ctx0" brushRef="#br1" timeOffset="92933.06">11088 16960 233 0,'8'-1'493'0,"-1"1"243"0,1 0 232 15,0 1-145-15,0 2-154 0,0 1-107 0,3-2-10 16,-1 4-16-16,2 2-95 0,1 1-82 16,0 0-69-16,3 1-43 0,-2-1-67 0,5 2-61 15,-1-2-37-15,2-1-28 0,0-2-15 0,2-1-15 16,-1-2-11-16,4 0-4 0,-3-3-2 0,0 0-1 15,1-3-1-15,-1 0-1 0,-2 0 0 0,-1-1-1 16,0 0-2-16,-3-1-1 0,1 2 0 0,-5-2-1 16,-2 1-1-16,-2 2-10 0,-1 2-30 15,-4 0-64-15,-3 2-64 0,-3 1-110 0,-2 1-180 16,-3 1-305-16,-3 1-306 0,0 1-229 0,-3 2-150 16,-4 2 294-16,-2-1 590 0</inkml:trace>
  <inkml:trace contextRef="#ctx0" brushRef="#br1" timeOffset="93166.52">11175 17417 144 0,'3'7'749'0,"0"2"433"16,-1-2 67-16,1 1-123 0,3-1-325 0,3-1-265 15,1-1-133-15,1-1-75 0,2-1-45 0,0 0-45 16,2 0-76-16,1-6-59 0,1 1-42 0,1 0-20 15,2-3-14-15,1 0-10 0,-2-2-7 0,3 1-4 16,0-1-1-16,-1-1-2 0,1 1-1 16,-2 1-4-16,1 0-7 0,-2 3-36 0,-2 0-72 15,-1 0-83-15,-2 3-153 0,-1 0-270 0,-2 3-327 16,0 0-327-16,0 0-205 0,-1-1 82 0,2 2 596 16</inkml:trace>
  <inkml:trace contextRef="#ctx0" brushRef="#br1" timeOffset="94966.94">12914 15973 126 0,'0'0'423'0,"0"-1"263"0,0 1 223 0,0-1-64 16,0 1-166-16,-1 0-121 0,1-3-103 0,0 3-79 15,0 0-73-15,0 0-59 0,0 0-38 16,1 0-14-16,-1 0 6 0,0 0 0 0,2 0-6 15,-2 0-20-15,1 0-23 0,-1 0-25 16,0 0-26-16,3 0-20 0,-3 0-15 0,0 0-13 16,0 3-6-16,2-3-7 0,-2 1-4 0,1 4-4 15,-1-1 1-15,0 3-1 0,0 4-3 0,0 1-4 16,0 3-3-16,-1 2-2 0,-1 7-2 16,2-1 2-16,-3 4 2 0,2 4 1 0,1 1 2 15,-2 3-1-15,2 1-1 0,0 0-3 0,2 0-4 16,-1-3-3-16,4-2-2 0,-2-2-2 15,0-3-3-15,3-5-2 0,-1-3 0 0,0-1-1 16,3-3 0-16,-2-5 0 0,2-1 0 0,0-4 0 16,1-1 1-16,1-3 0 0,1-3 0 0,3-1-1 15,-1-2 0-15,1-4 1 0,0 1-2 0,-1-3 1 16,3 0 0-16,-2 2 0 0,0-2 0 16,-1 2 1-16,1-1 1 0,-1 0 0 0,-1 2-1 15,0 0 1-15,-3 2-2 0,0 1 2 0,-1-1-1 16,-1 3-1-16,-2 0 1 0,1-1-1 15,-2 3 0-15,1-2 0 0,-2 2 0 0,-1-2 1 16,1 3-1-16,0-1 1 0,-1 1-1 0,0 1 0 16,-1-3 1-16,2 3 0 0,-1 3-1 0,0-2 1 15,-1 1 0-15,2 3 2 0,-1-1 6 0,-1 2 6 16,2 1 3-16,-1 4 4 0,0-1 1 16,-1 1 3-16,2 2-3 0,-1 2-1 0,0 0 0 15,-1 3-1-15,-1 1 1 0,2 2-3 0,0 0-2 16,-2 3-2-16,0 2-4 0,0 1-2 15,0-1-2-15,0 1-2 0,0-2 1 0,0 0-2 0,1-3-1 16,-1-3-1-16,3-2 0 0,0-6-2 16,-1 1 0-16,-1-2-1 0,2-2 0 0,-1-4 0 15,-2-1-1-15,3-3-1 0,-1-1 0 0,-1-3-1 16,1 0-5-16,0-2-9 0,-1 1-14 0,-1-1-18 16,-1 0-32-16,-3 1-69 0,1 1-78 0,-3 1-134 15,-2 3-229-15,2 0-313 0,-1 3-345 16,-1 1-247-16,-1 2-48 0,1 0 520 0,2 1 642 15</inkml:trace>
  <inkml:trace contextRef="#ctx0" brushRef="#br1" timeOffset="95566.26">12737 17121 148 0,'-9'3'534'0,"0"0"387"0,1-1 232 0,-1-1-130 16,3 0-279-16,-1 1-114 0,3-2-97 15,0 1-104-15,3 1-86 0,-1-2-65 0,2 0-54 16,0 0-77-16,0 0-57 0,0 0-34 0,2 0-16 16,-1 0-7-16,3 0-3 0,0 0 2 0,1-2 2 15,0 2 3-15,3-1 2 0,-2-1 3 0,4 1 6 16,-2 0 1-16,2-1 2 0,0 0 4 16,1 1-3-16,2 0-1 0,-2 1-3 0,4-2 1 15,0 0 0-15,2 2-3 0,-1-1-3 0,5 1-4 16,1-1-4-16,0 1-6 0,5 0-22 0,0 0-7 15,3-2 0-15,1 0 0 0,1 1 0 0,1-1 0 16,4 1 0-16,0-2 0 0,1 1 0 16,0 2 0-16,4-3 0 0,0 3 0 0,1-2 0 15,3 1 0-15,-4 1 0 0,0-1 0 16,-2-1 0-16,0 2 0 0,-2-2 0 0,-3 1 0 0,-2 0 0 16,-1 1 0-16,-4-2 0 0,-2 2 0 0,-3 0 0 15,-2 0 0-15,-4 0 0 0,-1 2 0 16,-3-2 0-16,-1 0 0 0,-1 0 0 0,-3 0 0 15,0 0 0-15,-2-2 0 0,1 0 0 0,-1 0 0 16,-1-3 0-16,0 1 0 0,1-2 0 0,-2-1 0 16,0 2 0-16,-1 1 0 0,0-1 0 15,-1 2-16-15,-2 0-83 0,0 2-77 0,-3-1-101 16,-1 2-174-16,-1 2-291 0,-2 0-344 0,2 3-370 16,-3 1-177-16,0 2 222 0,-3 5 705 15</inkml:trace>
  <inkml:trace contextRef="#ctx0" brushRef="#br1" timeOffset="96483.07">12830 17908 107 0,'-2'4'359'0,"-2"1"194"0,1-2 165 15,1 0-73-15,-1-2-121 0,1 1-59 0,-1-2-10 16,3 0 0-16,-1 0-36 0,-1-2-62 16,2 1-59-16,2 1-31 0,-2-3-15 0,1 1-7 15,1 1-8-15,-1-2-5 0,1 0-13 0,1-2-34 16,0 0-39-16,1-1-37 0,2-2-23 0,-2-2-18 15,4 0-12-15,-1-3-10 0,2-4-5 0,-1 1-5 16,2-3-4-16,2-2 1 0,-2-4-2 16,-1 0-3-16,5-2-5 0,-3-3-1 0,-1 0 2 15,2 0-3-15,-2 0-3 0,1 2 0 0,-2 1 2 16,-2 3 0-16,-1 0 1 0,-1 7 4 0,0 2 3 16,-3 2 3-16,0 4 0 0,0 1-4 0,0 2-4 15,-2 2-8-15,0 1-4 0,0 3-5 16,-2 0-4-16,0 6-1 0,2-1-1 0,-2 2 0 15,0 0-1-15,2 4 0 0,2-1 0 0,0 4 0 16,0-1 0-16,1 0 0 0,0 3 0 0,2 2 2 16,0-2 0-16,0 4 0 0,0-1 1 0,2 2 0 15,-2 3 0-15,1 0 0 0,-1 2 0 16,0-1 0-16,1 4 1 0,0-3-1 0,-1 5 0 16,0-1 1-16,0 0-1 0,0 0-1 0,1 1 0 15,-2-2 0-15,1-1-1 0,0 0 1 16,0 2-1-16,1-4-1 0,-1-1 0 0,-1 1 0 15,-2-2-1-15,1-1 1 0,1-3-1 0,-4 0 1 16,1-2 1-16,-1-3 0 0,0-2 0 0,0-2 0 16,0-3 1-16,0-1-1 0,0-1 0 0,0-1-1 15,-1-2-1-15,-1-3 0 0,-1 0-1 0,1-2 0 16,-1-1-1-16,0 0 0 0,-2-3-2 0,4-1-7 16,-2-1-10-16,1 1-16 0,0-1-21 0,-1-4-36 15,3 1-71-15,-2 1-69 0,1 0-105 16,1-2-156-16,-2 1-256 0,2-1-300 0,2 2-214 15,-2-1-158-15,1-1 192 0,-1 2 546 0</inkml:trace>
  <inkml:trace contextRef="#ctx0" brushRef="#br1" timeOffset="97081.8">13608 17492 356 0,'5'0'726'15,"-2"-4"312"-15,-3 3 108 0,2-2-298 0,-2 0-238 16,0 1-92-16,0 2-38 0,0-3-60 0,0 0-66 15,-2 2-52-15,2-1-46 0,-3 0-66 16,1 0-62-16,-1-2-36 0,1 3-19 0,-1 0-10 16,0-1-7-16,1 0-9 0,-2 1-5 0,2 1-4 15,-1 0-6-15,0 0-7 0,-2 3-5 0,2-1-4 16,-2 2-6-16,0 0-4 0,-4 4-3 16,3 3-1-16,-2 1 4 0,-3 1 4 0,1 4 2 15,-1 2 1-15,0 2 2 0,0 3 2 16,1 3-9-16,0 2-6 0,3 2-2 0,1 3-3 15,1 3-1-15,3 0 3 0,2 4 6 0,2-1 4 0,1 2 4 16,5 1 4-16,3-2-1 0,0 1-3 16,4-3-4-16,3-3-1 0,1-5-5 0,2-1-3 15,1-7-1-15,2-5 0 0,-2-3-1 16,0-6 0-16,3-5-1 0,-3-2 2 0,-2-7-1 0,0-1 1 16,-1-4 0-16,-5-2 3 0,0-3-1 0,-4 2 0 15,-2-3 0-15,-3-2 1 0,-4 2 0 16,-2 1 1-16,-4-1 0 0,0 2-1 0,-3 0 1 15,-4 2 0-15,-1 1-1 0,-3 0-4 0,-1 4-2 16,-2-1-2-16,0 2 0 0,-2 4 0 0,-1 2-2 16,0 6 2-16,1 1 7 0,1 3 2 0,1 5 1 15,2 2 0-15,-1-1 0 0,7 2-5 16,1-1-17-16,3-1-23 0,2-1-37 0,4 0-74 16,1-3-94-16,1-3-168 0,2 0-285 0,3-3-331 15,2-3-360-15,0 0-202 0,2-3 131 0,2 0 693 16</inkml:trace>
  <inkml:trace contextRef="#ctx0" brushRef="#br1" timeOffset="97693.34">14199 17283 142 0,'5'7'797'0,"0"1"541"0,1-1 110 16,-3 0-144-16,0-1-407 0,-1-1-338 0,1 1-178 15,-3-4-101-15,2 1-70 0,-1 0-65 0,-1-2-44 16,2 1-31-16,-2 0-16 0,0-2-18 0,2 0-12 15,-1 0-9-15,-1 0-6 0,0 0-5 0,0 0-1 16,0 0-3-16,-1 0-1 0,-1 0-2 16,2 0-1-16,0 2-8 0,2-2-15 0,-1 0-34 15,-1 4-68-15,2-3-77 0,-4 2-151 0,2 1-283 16,-3 2-321-16,3 0-344 0,-2 2-228 0,2-3 30 16,0 3 639-16</inkml:trace>
  <inkml:trace contextRef="#ctx0" brushRef="#br1" timeOffset="98211.88">14701 17837 182 0,'3'-1'596'0,"1"0"349"0,-1-1 178 0,-1-2-167 15,1-1-252-15,1-1-169 0,0-3-70 0,0-1-50 16,0-1-57-16,2-1-58 0,1-3-40 0,-1-1-57 16,1-4-61-16,1 1-44 0,1-4-23 0,0-1-14 15,-1-1-12-15,3-1-1 0,0-2-5 0,-1-3-1 16,2 0-2-16,0 0-3 0,-1-4-2 15,5 2-9-15,-4 0-4 0,1 1-5 0,-2 0-4 16,1 3 3-16,-2 3 0 0,-2 1 2 0,0 3 0 16,0 4 1-16,-2 1-3 0,-1 4-2 0,-2 2-2 15,0 2 2-15,0 5 0 0,-1-1 2 0,-2 4 1 16,2 2 1-16,-2 5 0 0,-2 3-1 16,2 3-1-16,0 5 1 0,-2 4 0 0,-1 1-3 15,2 4 1-15,-1 2-1 0,0 4 2 16,2 2-2-16,0 2 1 0,-1 2 0 0,-1 4-10 15,2 0-5-15,-1 4 0 0,-1-1 0 0,0 4 0 16,1-4 0-16,-1 4 0 0,2-3 0 0,-1-1 0 16,1-3 0-16,0-3 0 0,0-1 0 0,0-4 0 15,-2-1 0-15,0-4-24 0,0-1-40 0,-2-2-53 16,0-2-84-16,-3-3-144 0,2-1-265 0,-1-1-319 16,-2-1-375-16,2-2-323 0,1-3-35 0,-1 0 646 15</inkml:trace>
  <inkml:trace contextRef="#ctx0" brushRef="#br1" timeOffset="99066.1">15996 17983 8 0,'0'-3'396'0,"-2"0"369"16,2 0 313-16,-1 0 70 0,-3 2-325 16,4-1-258-16,-3 2-150 0,3 0-11 0,3 0-53 15,1 2-36-15,3-1-40 0,1 2-25 0,2 0-32 16,1 3-70-16,6-2-41 0,2 2-31 16,0 0-17-16,2 1-9 0,2 1-5 0,0-1-8 15,4-1-7-15,-1 0-5 0,3-2 3 0,-1 1-6 16,1-2-4-16,-3 0-3 0,1 0-2 0,2-2-2 15,-7 1-6-15,3-1-3 0,-4-1-2 0,-2 0 0 16,0 0-1-16,-4 1 0 0,-2-1 1 16,-2 2 0-16,0-2-2 0,-4 3 0 0,-3 0-2 15,0 1-12-15,-3 1-21 0,-1 1-47 0,-5-1-69 16,1 0-69-16,-3 2-131 0,-2-1-181 0,-2 0-303 16,0 0-272-16,-5 0-209 0,3 1-105 15,-1-1 367-15,1 2 557 0</inkml:trace>
  <inkml:trace contextRef="#ctx0" brushRef="#br1" timeOffset="99332.2">16010 18289 118 0,'-5'2'660'0,"-3"-2"444"16,4 1 137-16,-3-1-120 0,2 1-413 0,4-1-231 15,-1 0-88-15,5 2-64 0,0 1-33 0,2-2-32 16,3 1-33-16,1 1-50 0,1-1-59 0,6-2-35 16,-2 2-27-16,3 1-17 0,1-2-9 0,2-1-12 15,0 1-7-15,2-1-6 0,1 0-3 0,-1-1-2 16,2 1-1-16,0 0-3 0,1-1-1 16,-1 1-2-16,-1 0-17 0,-2 0-56 0,-2 0-66 0,0 1-103 15,0-1-178-15,-2 2-305 0,-4 1-330 16,3-1-267-16,-3 2-164 0,-1-2 275 0,1 3 624 15</inkml:trace>
  <inkml:trace contextRef="#ctx0" brushRef="#br1" timeOffset="100882.51">17199 17985 299 0,'4'2'673'0,"-4"0"278"0,0 0 72 0,2-1-222 15,-2 0-241-15,1-1-145 0,-1 0-94 0,2 0 5 16,1-2 23-16,2-2-20 0,0-2-37 0,1-2-37 15,0-3-33-15,2-2-57 0,0-5-46 0,0-1-36 16,3 0-20-16,-1-5-12 0,1-2-10 16,1 1-4-16,-2-4-11 0,1 2 0 0,0 4 0 15,0-2-3-15,-4 6-2 0,0 0 4 0,-2 4 5 16,0 3 2-16,-2 0 1 0,-1 4 0 0,-1 2 1 16,3 0-5-16,-4 3-5 0,0 0-7 0,0 2-7 15,1 1-2-15,-1 1-3 0,0 2-4 0,0 1 0 16,2 4-1-16,-1 0 1 0,-1 0-1 15,0 4 2-15,5-1 0 0,-4 1 0 0,1 3 0 16,-1-1-1-16,1 1 0 0,0 1 0 16,-1-1-1-16,1 3 1 0,0-1 0 0,-2 2-1 0,1 1 1 15,-1-1 0-15,0 3-1 0,0-2-2 0,-1 1 1 16,-1 2-1-16,-1-2-1 0,1 0-1 16,-1-1 1-16,0 1 0 0,-2 1-1 0,2-3 0 15,2 0 0-15,-3-1-7 0,3-2-10 16,-1-1-12-16,0-3-22 0,2-2-34 0,0-1-54 0,-1-5-52 15,1 0-47-15,0-2-46 0,0-2-70 16,0-2-84-16,-2-2-83 0,1 2-170 0,-1-3-236 16,0 1-205-16,-1-1-13 0,2-1 273 0,-5 1 397 15</inkml:trace>
  <inkml:trace contextRef="#ctx0" brushRef="#br1" timeOffset="101218.53">17123 18229 351 0,'-2'2'769'0,"1"3"282"0,-3-3 31 15,3 2-242-15,-1-2-288 0,4 2-166 0,-1-2-65 16,4 2 7-16,2 0-6 0,2 0-23 0,2 1-41 15,0-1-39-15,5 1-39 0,0-2-51 16,1-1-35-16,2 2-20 0,3-3-11 0,2-1-6 0,1-1-17 16,2-3-5-16,-1 2-5 0,2-3-10 15,1-1-5-15,1-1-3 0,-2 0-3 0,0-3-2 16,1 3-1-16,-1-1-2 0,-3 1-1 0,1 1-2 16,-4 1-2-16,-1 0-1 0,-1 4-9 0,-4 0-28 15,0 2-57-15,-7 4-66 0,-2 1-81 0,-2 1-150 16,-4 3-220-16,-2 1-298 0,-3 0-245 15,-1 2-202-15,-1-1 17 0,-5 0 472 0</inkml:trace>
  <inkml:trace contextRef="#ctx0" brushRef="#br1" timeOffset="101683.3">17423 18510 204 0,'-2'-4'662'0,"1"3"346"0,-1 0 128 0,-2-1-160 0,-1 4-313 15,4-1-203-15,-3 2-81 0,3 1-18 16,1 3-36-16,0-2-53 0,0 4-30 0,0 0-39 0,1 1-55 15,-1 2-46-15,4 0-29 0,-3 3-13 16,1 0-18-16,1 0-13 0,1 1-6 0,-1-1-11 16,1 0-6-16,1-1-4 0,-1-3-1 0,1-3-1 15,0 0 0-15,3-4 1 0,0-2 1 0,-2-4 0 16,0-4 1-16,4-4-7 0,-2-3-2 0,0-1-3 16,0-3-3-16,2 2 0 0,-2-1-1 0,1 1 8 15,0 0 2-15,0 3 1 0,-4 2 2 0,3 2 0 16,0 2 0-16,-5 1 0 0,0 4 0 15,2 1 2-15,-2 3 0 0,0 3 0 0,-1 1-1 16,0 2-1-16,-1 2 1 0,1 1 0 0,-1 3-2 16,-1 0 0-16,0 2-1 0,0 0 0 0,0 3 5 15,0-2 1-15,2 2 1 0,-2-3-15 0,3 1-41 16,-2-1-65-16,-1-2-68 0,0-2-110 0,2-2-172 16,-1-4-246-16,-1-2-274 0,4-4-214 0,-1-2-156 15,0-7 206-15,0-1 509 0</inkml:trace>
  <inkml:trace contextRef="#ctx0" brushRef="#br1" timeOffset="101965.51">18161 18158 125 0,'2'4'778'15,"1"-2"543"-15,-1 3 68 0,1 0-138 0,0 1-388 16,1-3-337-16,-3 1-182 0,7-1-107 16,-4 0-57-16,5-1-63 0,-1-2-47 0,2 0-29 15,0 0-16-15,1-2-11 0,3 1-6 0,-1-1-4 16,3 2-3-16,-4-1-2 0,4 1-9 0,-3 1-35 16,-2-1-62-16,1 3-59 0,-3-1-97 0,-3 1-158 15,0 1-256-15,-1 0-285 0,-4 1-221 16,1 1-176-16,-1-1 160 0,-2 2 505 0</inkml:trace>
  <inkml:trace contextRef="#ctx0" brushRef="#br1" timeOffset="102165.28">18260 18343 158 0,'-5'8'786'0,"2"1"445"0,-3 0 48 0,2 1-171 16,3-1-364-16,2-1-273 0,1 1-126 0,6-3-74 15,-2 2-44-15,2-4-28 0,2 0-53 0,4-1-61 16,-1-3-38-16,4 0-23 0,0 0-6 0,2-1-11 16,3-2-4-16,2-2-45 0,-2-1-63 0,0 2-80 15,0-2-153-15,2 1-239 0,2 1-322 0,0 0-291 16,1 0-207-16,-2-1 54 0,2 3 539 16</inkml:trace>
  <inkml:trace contextRef="#ctx0" brushRef="#br1" timeOffset="102717.78">19730 18131 98 0,'-6'-8'695'0,"0"3"489"0,-1 1 127 16,-1 2-97-16,2 4-320 0,-3 2-323 0,0 4-161 15,3 2-88-15,0 5-57 0,0 5-57 0,3 2-64 16,1 5-39-16,0 2-26 0,4 3-24 0,1 4-15 16,5-1-11-16,-2 2-10 0,2 0-10 0,3-5-9 15,3 0 6-15,2-5 1 0,3-5 0 16,3-5 0-16,-1-8 0 0,4-4 2 0,0-8-5 16,2-6-2-16,-2-7 0 0,1-3-1 0,-4-6 1 15,0-2-1-15,-3-5 0 0,-3-2 1 0,0-1-1 16,-8-1 2-16,0 0 0 0,-7 0 1 0,-2 0 1 15,-4 3-1-15,-5 3-1 0,-4 2-1 0,-2 2 0 16,-3 4-1-16,-3 3 1 0,1 3 1 0,-4 6 0 16,0 2 1-16,0 7-6 0,1 5-4 15,0 4 3-15,4 3 0 0,-1 5 0 0,5 1 0 16,1 5 2-16,5 0 3 0,2 1-5 0,5 2-1 16,3-1-2-16,1 0 0 0,6 1-5 0,1-2-14 15,3 1-34-15,0-1-71 0,2 1-81 0,1-2-149 16,0 0-271-16,2-2-316 0,0-1-338 0,1-2-211 15,1-1 33-15,2-1 607 0</inkml:trace>
  <inkml:trace contextRef="#ctx0" brushRef="#br1" timeOffset="102900.17">20347 18398 622 0,'3'-4'1547'0,"-5"4"149"0,-3 4-323 16,-1 2-341-16,-2 1-486 0,2 3-291 0,-1 0-131 15,0 1-62-15,2 1-34 0,2-3-21 0,1-1-52 0,2-2-75 16,0 0-119-16,2-3-232 0,1 0-297 0,0-2-349 16,3-1-321-16,-3 0-114 0,-1-1 440 15,1-1 699-15</inkml:trace>
  <inkml:trace contextRef="#ctx0" brushRef="#br1" timeOffset="104920.39">20736 18074 147 0,'-3'-1'589'0,"-2"1"381"0,-2-1 196 0,2 1-89 16,1 0-402-16,-1 0-190 0,2 1-109 0,2-1-92 15,1 0-76-15,0 1-52 0,1 1-29 0,4 1 25 16,2-3-12-16,3 0-8 0,1 0-2 15,7 0 10-15,-2-3-4 0,6 0-45 0,0-2-33 16,3 1-14-16,2 0-12 0,-2-1-9 0,5 1-5 16,-3-1-5-16,2 4 8 0,-4 1 1 0,-2 3 8 15,-3 1-4-15,-1 5 1 0,-8 2 4 16,-1 4 7-16,-5 3 4 0,-3 3-7 0,-4 1-4 16,-4 3-3-16,-3 1-6 0,-1 4-8 0,-3-1-4 15,1-1-7-15,1 3-5 0,-3 1-3 0,2-2-2 16,4 0-3-16,-1 0 0 0,3-2 4 0,3-3 1 15,3-1 0-15,1-4 0 0,4-2 0 0,4-3-2 16,1-5-11-16,1-2-18 0,5-4-45 0,-2-6-70 16,3-4-103-16,-1-4-163 0,5-4-264 0,-3-6-320 15,0 0-304-15,3-4-194 0,-5-4 182 0,2-2 588 16</inkml:trace>
  <inkml:trace contextRef="#ctx0" brushRef="#br1" timeOffset="105172.42">21241 18072 44 0,'-7'-5'434'16,"1"0"316"-16,1 4 189 0,0 0-25 16,2 2-271-16,1 4-194 0,2-1-109 0,2 5-55 15,2-2-24-15,5 3-22 0,1 0-55 0,2 2-56 16,2 0-45-16,3 1-36 0,3 0-25 0,-2 0 0 16,4 2 12-16,2-1 0 0,1 0 1 15,-2 3 4-15,0-2 4 0,1 2-8 0,-1-1-16 16,-3 0-7-16,-2 3-1 0,-2-1-1 0,-2 3-3 15,-2-2-4-15,-4 3-2 0,-1-2 3 0,-5 1-3 0,-1 0 2 16,-2-1-5-16,-2 0 6 0,-5-3-4 16,2 1 3-16,-6 1-3 0,-2-3-7 0,2-1-11 15,-6 0-26-15,1-3-54 0,-4 1-118 0,-1-4-142 16,1-1-184-16,-2-2-283 0,-1-3-251 0,2-3-102 16,1-5 220-16,-1-1 393 0</inkml:trace>
  <inkml:trace contextRef="#ctx0" brushRef="#br1" timeOffset="105334.86">21306 18223 13 0,'15'-28'424'16,"-1"2"383"-16,-1 0 282 0,1 3 59 0,-2 2-337 15,6 1-265-15,-2 3-176 0,1 3-105 0,1 0-81 16,-1 5-69-16,0 1-42 0,2 4-33 16,2 3-24-16,-4 1-17 0,4 2-24 0,-4 3-81 15,0 1-144-15,1 2-256 0,-4 1-269 0,2 0-270 16,0 2-215-16,-1-1 134 0,1-1 480 0</inkml:trace>
  <inkml:trace contextRef="#ctx0" brushRef="#br1" timeOffset="106216.71">22102 18092 363 0,'-10'-11'1017'16,"-1"2"408"-16,0 3-16 0,-3 1-217 0,3 5-514 16,-5 1-244-16,3 4-135 0,4 4-84 0,-4 7-68 15,7 1-49-15,3 7-32 0,1 5-12 16,4 4-4-16,2 3-21 0,6 4-10 0,2 3-6 16,1 3-3-16,6-1-10 0,0-1-6 0,3-1 1 15,5-6 0-15,2-8 8 0,2-7 0 0,4-8 2 16,3-11-1-16,-1-9 2 0,2-8 3 0,-3-7-6 15,1-6-3-15,-6-7 0 0,-4-3-2 0,-3-1 3 16,-5-3 0-16,-5 2 1 0,-6 0 1 0,-5 2 3 16,-8 2-1-16,-3 4-1 0,-9 2-1 0,-4 7 0 15,-4 1 0-15,-7 3 1 0,-1 6-8 0,-4 3-3 16,0 3-7-16,2 6-2 0,2 6-10 16,3 3-26-16,3 4-56 0,4 4-58 0,5 4-90 15,2-1-157-15,8 6-289 0,4-2-308 0,4 1-239 16,4 1-182-16,6-2 168 0,2 1 565 0</inkml:trace>
  <inkml:trace contextRef="#ctx0" brushRef="#br1" timeOffset="117928.86">29413 13389 47 0,'-8'8'339'0,"1"-2"197"16,0 0 141-16,0 1 1 0,3-4-310 15,2 0-144-15,4-2-48 0,1 1 13 0,2-2 37 16,1 0 46-16,5-2 46 0,3-1 16 16,3-1-9-16,3-1-37 0,3-1-40 0,7-2-43 15,4 1-30-15,5 0 4 0,2-1-13 0,5 1-15 16,4-1-19-16,6 0-13 0,4 4-18 16,3-3-42-16,5 5-23 0,3-4-6 0,3 0 36 15,4 0 23-15,3-1 0 0,2-1-1 0,-2-2-7 16,1 1-5-16,2-3-35 0,-3 1-21 0,-1-2-10 15,-2 2-4-15,-2 1 0 0,-3-1 2 0,-5 4-4 16,-2 1-4-16,-7 2-2 0,-6 0 0 16,-2 4-20-16,-8 4-58 0,-7 0-52 15,-4 2-54-15,-7 1-87 0,-3 2-137 0,-8 2-164 0,0-1-238 16,-6 0-224-16,-1 3-193 0,-1-2 42 0,-6-3 359 16,-3 3 431-16</inkml:trace>
  <inkml:trace contextRef="#ctx0" brushRef="#br1" timeOffset="119361.64">19782 18867 16 0,'0'6'228'16,"0"-2"126"-16,-1 0 123 0,-1 1-62 0,1 0-131 15,-1-1-91-15,0-1-52 0,1 1-31 0,1 0-20 16,0 1-18-16,0-3 7 0,1 2 11 0,1-2 0 16,1 2 37-16,0-2 29 0,3 1 14 0,-1 0 30 15,2 0 16-15,1 0 3 0,0 0-4 16,4 1 27-16,-1-3 4 0,5 2-7 0,-2 1-8 0,5-1-11 15,0 0-34-15,0 1-50 0,5 0-21 16,-1-1-33-16,3 0-25 0,3-1-12 0,2 0-9 16,2 1-9-16,3-3-9 0,4 0-9 0,0-2-5 15,4 1-5-15,-1-2 0 0,3-1 2 0,-1-1 1 16,0 1-5-16,2-1-3 0,-3 1 1 0,0-1-1 16,-2 3-3-16,-3 0-3 0,0 0 4 0,0 4 3 15,-6 0-8-15,2 0-20 0,-4 3-32 0,-2-1-59 16,-2 1-87-16,-4-1-118 0,0 1-145 0,-3-1-280 15,0 0-216-15,-4 0-80 0,0-2 137 0,-1 2 320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1-08T07:51:41.2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1701 1587 8 0,'2'-10'400'0,"-1"3"357"0,-1 1 314 0,0-1 79 15,-3 1-315-15,1 0-205 0,-1 1-80 0,1 1-85 16,2 1-83-16,-1 0-68 0,-1 0-53 0,-1 0-54 16,0 0-67-16,1 3-33 0,-1-2-16 0,-3 2-9 0,3 0-4 15,1 0-8-15,1 2-10 0,-1 2-9 0,-1 1-11 16,1 3-8-16,2 3-8 0,-1 3-2 0,-1 4 4 15,4 4 2-15,-1 5 3 0,-1 3-1 0,2 6-2 16,1 3-1-16,-1 4-1 0,1 4-3 0,-2 4-3 16,3 1 0-16,0 4 4 0,-2 1-5 0,1 0-3 15,0 0-1-15,0-1-1 0,2-1-1 0,0-2-9 0,0-2-4 16,2-2 0-16,1-5 0 0,2-5 0 0,-2-5 0 16,4-4 0-16,0-4 0 0,0-5 0 0,1-7 0 15,2-2 0-15,0-5 0 0,2-4 0 0,-1-6 0 16,1-5 0-16,-1-5 0 0,3-5 0 0,-1-5 0 15,-1-5 0-15,-1-2 0 0,1-2 0 0,-4-5 0 16,3 1 0-16,-4-3 0 0,1 1 0 0,-2-2 0 16,0-1 0-16,-2-1 0 0,1-2 0 0,-3 1 0 15,0-2 0-15,-1 2 0 0,-1-1 0 0,-2-1 0 16,-1 2 0-16,0 2 0 0,-2 2 0 0,0 1 0 0,-2 6 0 16,0 0 0-16,1 7 0 0,-1 2 0 0,-1 2 0 15,-2 6 0-15,2 2 0 0,-1 2 0 0,2 2 0 16,-1 2 0-16,1 2 0 0,1 2 0 0,-1 2 0 15,2 1 0-15,-3 3 0 0,3 3 0 0,0 5 0 16,0 3 0-16,0 3 0 0,1 4 0 0,3 4 0 16,-1 4 0-16,0 5 0 0,3 2 0 0,2 7 0 15,-2 1 0-15,1 4 0 0,4 4 0 0,-2 3 0 0,1 2 0 16,2 2 0-16,0 5 0 0,-1-3 0 0,4 5 0 16,-2-6 0-16,3-1 0 0,0-3 0 0,1-6 0 15,1-5 0-15,-1-5 0 0,3-5 0 0,0-5 0 16,0-7 0-16,2-5 0 0,-1-8 0 15,1-4 0-15,0-7 0 0,0-8-59 0,-3-5-172 16,1-4-191-16,-2-3-289 0,1-1-362 0,0-2-413 16,-3-4-278-16,3 2 166 0,-3-1 890 0</inkml:trace>
  <inkml:trace contextRef="#ctx0" brushRef="#br0" timeOffset="999.58">3253 1702 180 0,'0'-7'404'0,"0"1"194"0,0 1 138 0,0-1-108 16,2 2-71-16,-2-1-7 0,0-1-34 0,0 1-39 15,-2 3-57-15,2-3-52 0,0 4-46 0,0-3-46 16,2 4-24-16,-1 0-18 0,1 0-23 0,-2 0-28 16,0 0-37-16,2 0-34 0,-1 0-27 0,-1 2-22 15,0 0-9-15,3-1-3 0,2 4 6 0,0 1 2 16,4 3 1-16,1 4 3 0,4 2-2 0,2 5-5 16,3 0-5-16,0 8-5 0,1 1-5 15,1 5-5-15,1 3-5 0,2 3-6 0,-1 1-6 16,3 3-1-16,-2 1-3 0,-1 0-1 0,3 1-3 0,-3-3-1 15,1 0-1-15,-2-1-4 0,0-4-2 0,-1-1-1 16,-2-4-1-16,-2-2 1 0,-1-2-1 0,-2-4 0 16,-1-3 0-16,-2-2 0 0,0-2 3 0,-1-3 0 15,-2-1 3-15,-1-2 0 0,-2-4 1 16,0 3 1-16,1-6 0 0,-4-1-3 0,1 0-1 16,0 0 0-16,0-2-1 0,-3-1-3 0,2-1-1 15,-1 0 0-15,-1-1 0 0,2-5 0 0,-2-1 0 16,0-6 0-16,0-4 0 0,0-4 0 15,-2-7 0-15,2-4 0 0,-1-5 0 0,-1-7 0 16,-1-4 0-16,3-5 0 0,-1-5 0 0,-1-3 0 16,2-2 0-16,0-2 0 0,0 1 0 0,2 2 0 15,-2 4 0-15,1 2 0 0,-1 5 0 0,0 5 0 16,0 4 0-16,0 5 0 0,0 1 0 0,-1 8 0 16,1 3 0-16,-2 2 0 0,1 5 0 0,-1 3 0 15,2 2 0-15,-2 4 0 0,1 1 0 0,-1 2 0 16,2 0 0-16,-3 5 0 0,3-3 0 0,-2 4 0 15,2 0-91-15,-3 0-187 0,0 2-226 0,1 0-308 16,1 0-379-16,1 3-435 0,1-2-167 0,1 2 441 16,4-2 857-16</inkml:trace>
  <inkml:trace contextRef="#ctx0" brushRef="#br0" timeOffset="2033.7">4886 1778 182 0,'0'-9'462'0,"-1"-2"240"16,1-1 191-16,0 3-96 0,0-3-132 15,0 1-106-15,0-2-63 0,-2 1 3 0,2 1-12 16,2 2-62-16,-2 0-71 0,0 1-45 0,0 2-51 16,0 1-52-16,0 0-45 0,0 4-29 0,0-2-16 15,0 3-13-15,1 0-9 0,1 0-17 16,-2 4-21-16,3 2-13 0,-1 6-8 0,1 5-7 15,2 8-3-15,3 6-2 0,1 9-19 0,1 5-4 16,-1 4 0-16,5 9 0 0,-1-2 0 0,3 4 0 16,-2 1 0-16,3 0 0 0,1-1 0 15,1-6 0-15,1-2 0 0,-2-6 0 0,2-8 0 16,-2-6 0-16,1-8 0 0,1-8 0 0,-4-7 0 16,3-8 0-16,0-9 0 0,0-9 0 0,-2-8 0 15,1-7 0-15,1-5 0 0,-3-4 0 0,3 0 0 16,-2-2 0-16,-1 3 0 0,-2 2 0 15,0 5 0-15,-2 6 0 0,0 6 0 0,-4 4 0 16,3 5 0-16,0 4 0 0,-1 5 0 0,1 3 0 16,4 7 0-16,-2 5 0 0,1 5 0 0,2 5 0 15,1 4 0-15,0 2 0 0,1 3 0 16,4 3 0-16,-2 0 0 0,3 3 0 0,-1-2 0 16,1-1 0-16,0-2 0 0,1-3 0 0,-2-2 0 15,0-7 0-15,0 0 0 0,-1-7 0 0,-2-2 0 16,0-5 0-16,-2-4 0 0,-3-5 0 0,-1-4 0 15,-2-6 0-15,-1-2 0 0,-4-4 0 16,2-5 0-16,-4-4 0 0,-2 0 0 0,0-5 0 16,-1-1 0-16,-2-3 0 0,-1-1 0 0,-1-4 0 15,-2-3 0-15,-3-4 0 0,-1-2 0 0,1-4 0 16,-6-5 0-16,3 0 0 0,-5-3 0 0,2 2 0 16,-2-1 0-16,0 4 0 0,0 3 0 0,2 8 0 15,1 5 0-15,-3 6 0 0,2 7 0 16,0 5 0-16,1 7 0 0,-1 0 0 0,1 9 0 15,3 2 0-15,-2 3 0 0,3 5 0 0,-2 3 0 16,3 3 0-16,0 1 0 0,1 3 0 0,3 0 0 16,-1 2 0-16,1-1-98 0,0-3-135 0,1 3-186 0,0-2-289 15,3 0-352-15,2 0-422 0,-1-2-248 16,1-1 152-16,-1 2 844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1-08T07:52:59.056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21246 498 190 0,'2'-4'373'0,"0"-1"158"0,-1 2 65 0,1 0-133 16,-1 0-72-16,-1 1-27 0,0 1-1 16,0 1-3-16,0-2-17 0,0 2-30 15,2 0-38-15,-2 0-37 0,2 2-42 0,-2-2-34 16,0 1-21-16,1-1-18 0,-1 0-13 0,0 2-1 16,0-1 30-16,0 2 42 0,0 3 29 15,-1 0 3-15,-3 3-15 0,3 0-24 0,-2 2-44 16,-1 2-44-16,-1 1-37 0,2 1-18 15,-3 1-9-15,2 1-7 0,-3 0-3 16,2-1-2-16,0 2-1 0,1 1-2 0,-4-1-3 16,2 2 2-16,-1 0 2 0,2 2-2 0,1-1-1 15,-2-2 0-15,1 1 2 0,0-3-1 16,0 2-1-16,0-2-2 0,1-2 2 0,-2 2-2 0,-1 0 1 16,2-1-2-16,1 0 0 0,-1 0 1 0,-2-1-2 15,3-1 2-15,-1 0-3 0,0 0 0 0,2-1 0 16,-2 1 0-16,2-2-1 0,1 1 1 0,-2-2-1 15,1-1 0-15,0 1 1 0,1-2-1 0,1-2 1 16,1 1-2-16,-2-2 1 0,2 0 1 0,-2 1-1 16,2-5 0-16,0 2-1 0,0 1-1 15,2-2 2-15,-2 0 1 0,2-1-3 0,-2-1 1 16,0 2 1-16,1-3 1 0,-1 2 0 0,2-1-1 16,-1 0 1-16,-1-1 0 0,2 2 3 0,1-1-3 15,-2 1-2-15,1-1 4 0,-1-1-2 0,1 1-2 16,1 1 0-16,-1 0 2 0,0-1 1 0,-1 1-1 15,1-2 0-15,-1 1 0 0,3 1 0 0,-3-1 0 16,2-1 0-16,2 0 0 0,-4 2 2 0,2-2 2 16,-1 1-4-16,1-1-1 0,-1 0 2 0,1 2-3 15,0-2 2-15,1 0-1 0,0 0 2 0,0 0 1 16,2 0-1-16,-3 1 0 0,2-1 1 0,-4 0-1 16,6 0 0-16,-4 0-1 0,2 0 2 0,1 0-2 15,-2 0 0-15,0 0-1 0,0-1 1 0,1 1 2 16,-1 0-2-16,0 0 2 0,2 0-2 0,-1 0 0 15,-2 0-2-15,2 0 1 0,2 0 2 0,-4 0 0 16,3 1 0-16,-2-1 1 0,1 1-2 0,0-1 0 16,2 4 0-16,-3-3 0 0,2 0 0 15,1 3 3-15,-1-3-2 0,1 3 1 0,-3-2-2 16,5-1 1-16,-4 4-1 0,3-3 1 0,-1 2 0 16,0 1 1-16,1-2 1 0,0 2-3 0,0-1 10 15,2-1 7-15,-2 1 5 0,1 0 2 0,4 0 2 16,-4 0 3-16,3 1-3 0,1-1-5 0,-1 1-3 15,3-3 1-15,-2 3 3 0,3-1 3 0,-2-2 3 16,3 4 1-16,-1-4 1 0,2 1-1 0,-2-2-5 16,1 4-2-16,1-2-5 0,0-2-3 0,-2 3 0 15,2-3-5-15,-1 2-4 0,-3-1-3 16,1-1-3-16,-1 0-3 0,-2 1-2 0,1-1 3 0,-4 2 3 16,1-2 1-16,-1 1 0 0,-1 0-1 0,-3-2 1 15,2 1 0-15,-4 1-1 0,1-2 1 0,-1 1-1 16,-1-1-1-16,-1 0 1 0,-1 0 4 0,0 0 4 15,0 0 1-15,-1 0 1 0,-1 0-6 0,-1 0-16 16,-3 0-36-16,0 2-78 0,-2-2-89 0,-2-2-170 16,-2 2-287-16,-3-1-327 0,1-1-363 15,0 1-203-15,-2-3 129 0,-2 3 688 0</inkml:trace>
  <inkml:trace contextRef="#ctx0" brushRef="#br0" timeOffset="969.67">14702 1062 186 0,'0'1'653'15,"0"2"404"-15,0 0 136 0,0-3-192 0,0 0-334 16,2-3-216-16,-2 1-104 0,0 1-45 0,3-1-26 15,-2-2-25-15,1-1-22 0,-1-2-28 0,4-3-44 16,-1-5-50-16,0-2-31 0,3-3-10 0,0-2-11 16,1-3-3-16,0-4-4 0,0-1-4 15,2-1-4-15,-1-2-11 0,-1 2-5 0,0-3-7 16,1 5-4-16,-1-1-4 0,-3 5 4 16,2 3 3-16,-3 1 1 0,1 6-1 0,-2 3 1 15,0 1-2-15,-1 2-5 0,-1 4-5 0,1 0-2 16,1 2-2-16,1 3 0 0,0 2 0 15,4 2 0-15,0 3 2 0,3 4 0 16,1 0 2-16,1 6 2 0,1 0 1 0,1 4 5 16,0 3 0-16,1 1-1 0,2 3 1 0,-6 1-3 15,4 2 0-15,-2-2-7 0,-2 0 1 0,0 2-1 16,-1-2-1-16,-1-2-1 0,1 0-1 16,-2-1-1-16,-1-4-2 0,0 0 1 0,-3-2-1 15,0-4-2-15,-1 0 2 0,-2-4-1 0,1-3 0 16,-1-1-6-16,-1 0-11 0,-1-2-18 0,-3 0-38 15,0-4-68-15,-2 2-73 0,-3-3-134 0,-3-2-191 0,0 0-307 16,-2-4-298-16,-1-1-222 0,1-2-90 0,-4-2 437 16,0-2 562-16</inkml:trace>
  <inkml:trace contextRef="#ctx0" brushRef="#br0" timeOffset="1214.72">14672 823 78 0,'2'4'564'15,"2"1"373"-15,-2 0 148 0,-1 0-65 0,4-3-320 16,0 0-273-16,3 1-117 0,3-2-17 0,0 1-16 16,0 1-21-16,3 1-56 0,2 0-48 0,2-2 4 15,2 0-17-15,-1 0-11 0,3-1-4 0,0-1-10 16,-1 0-6-16,1-1-39 0,2 1-32 16,-1 0-15-16,-3-2-10 0,2 2-14 0,-2 0-64 15,-1 0-69-15,-2 0-131 0,0-2-214 0,-4 4-308 16,-1 0-351-16,2 0-249 0,-5 3-96 0,1-4 461 15,-2 0 604-15</inkml:trace>
  <inkml:trace contextRef="#ctx0" brushRef="#br0" timeOffset="1649.63">15347 671 19 0,'6'2'514'15,"-1"2"465"-15,0 5 224 0,-2-3-33 0,2 5-284 16,1 1-254-16,-1 3-156 0,4 3-114 0,-2 3-65 15,-1-2-51-15,2 0-60 0,0 3-74 16,0-1-46-16,-2 3-20 0,2 2-9 0,1-2-11 16,-2 3-8-16,-1-2-5 0,-1 1-3 0,0-1-3 15,1-1-1-15,-3 0-1 0,-1-4-2 0,-1-1 0 16,1-2-1-16,-2-2 0 0,-2-2 2 0,2-2-1 16,-1-3 5-16,-1 0 4 0,0-3 3 0,-1-1-1 15,-3-4 0-15,3 0 0 0,-2-4-5 0,2-2-4 16,-3-3-1-16,1-3-3 0,-1-3-1 0,3-5 0 15,-2-2-1-15,0-3-3 0,3-6 1 0,1 1-1 16,1-4 1-16,1-1-1 0,4 0-1 0,-1-2 2 16,2 3 0-16,3 4 0 0,-1 0 0 15,2 1 1-15,2 4-1 0,1 1 1 0,2 2-2 16,0 3 0-16,1 3 1 0,-2 3-1 16,3 2 0-16,-2 3 1 0,0 2-1 0,-2 5 10 15,-2 1 4-15,2 1 6 0,-4 3 1 16,-1 4 1-16,-2 0 2 0,-3 4-7 0,-4 1-4 15,-2 2-4-15,-5 1-1 0,0 6 0 0,-2-1 2 16,-3 1-1-16,0 1-6 0,-3-1-3 16,0-1-3-16,0-2-2 0,2 3-4 0,-2-6-7 15,2 1-14-15,0-4-60 0,4-1-72 0,-1-4-145 16,0-2-254-16,3-3-310 0,0-1-355 0,5-1-249 16,0 0-15-16,3 3 584 0</inkml:trace>
  <inkml:trace contextRef="#ctx0" brushRef="#br0" timeOffset="2007.59">15838 1248 154 0,'6'0'797'16,"1"0"542"-16,-3-3 132 0,-1-2-166 0,0-3-433 16,-1-5-335-16,-1-2-169 0,1-3-112 0,0-4-83 15,-2-3-62-15,1-3-37 0,1-5-25 0,1-1-8 16,1-7-10-16,-1-1-4 0,4 0-10 15,1-3-6-15,0 0-5 0,3 4-7 0,-2-1-4 16,1 7-4-16,2 1 3 0,-4 8 2 16,0 2 0-16,2 3 0 0,-4 7 1 0,2 2 0 15,-1 3-1-15,2 2 2 0,-1 6 1 16,1 2 1-16,1 4 0 0,1 3 1 16,-2 4 1-16,1 3 1 0,2 5 0 0,-4 2 4 15,2 3-2-15,-2 3-1 0,0 0-1 0,-2 2 1 16,-1-1-2-16,0 1-4 0,1-2 0 0,-3 2 1 15,-2-3-1-15,3 0-4 0,-3-2-14 0,1-1-24 16,-2-1-69-16,-2 0-69 0,1-5-131 0,-4-2-197 16,-2 1-301-16,1-5-336 0,-2 1-233 0,0-1-110 15,-4-3 414-15,-1-2 593 0</inkml:trace>
  <inkml:trace contextRef="#ctx0" brushRef="#br0" timeOffset="2166.35">15853 946 114 0,'-5'-7'767'0,"1"2"572"16,2 3 77-16,2-2-222 0,0 4-421 0,0 0-356 16,0 0-184-16,5 0-118 0,-1 0-56 0,3 0-25 15,1 2-6-15,4-2-10 0,1 0-4 0,8 0-4 16,-4-2-2-16,7 2-7 0,1-1-48 0,2-1-60 16,1-2-164-16,1 2-288 0,0 0-288 0,3-2-315 15,2-2-228-15,-1 0 75 0,0-1 610 0</inkml:trace>
  <inkml:trace contextRef="#ctx0" brushRef="#br0" timeOffset="2932.02">16394 696 241 0,'3'0'534'16,"-3"3"224"-16,0-2 137 0,2-1-189 16,1 3-172-16,-2-1-83 0,1 0-57 0,1 0-18 15,3 3-16-15,1 2-15 0,1 4-13 0,3 3-38 16,-2 4-35-16,1 6-28 0,1-2-39 0,-2 4-50 15,-1 1-36-15,3 1-29 0,-4 2-17 0,-1 0-17 16,0 0-12-16,-1 2-5 0,1-3-9 0,-3 0-5 16,1 1-4-16,-3-5-3 0,1-1-1 0,-1-4-1 15,-1-4 5-15,0-1 5 0,0-4 6 0,0-4 9 16,0-1 7-16,0-3 2 0,-1-3-4 0,-1-3-6 16,1-6-6-16,-1-5-9 0,0-3-5 15,-1-4-3-15,2-4-3 0,1-1-2 0,-5-4 0 16,4-2-2-16,-1 0-1 0,0-5-1 0,2 0 2 15,0-1-1-15,2 1 2 0,1 3 1 0,2 0 2 16,-1 3-6-16,3 6-4 0,1 2-1 0,1 2-2 16,-1 2-2-16,3 5-1 0,2 2 7 15,-1 0 3-15,1 5 0 0,0 0 2 16,0 3 1-16,0 2 0 0,-3 1 1 0,0 2 0 16,1 4 2-16,-7-1 1 0,1 4 1 15,-5 3 2-15,0 2 7 0,-5 3 2 0,-3 4 1 16,-2 2 0-16,-2 2 5 0,-2 2 2 0,2 1-5 15,-4-1 0-15,3 4-1 0,0-4-1 0,3 2-4 16,-2-3-2-16,4-1-3 0,1-2-2 0,2 1-2 16,0-4-1-16,3 1-1 0,2-2-1 0,0-3-1 15,2 0-1-15,3-2-1 0,1-2 1 0,3-4 0 16,3 1-6-16,2-6-12 0,2 2-18 16,1-4-54-16,1-1-69 0,0-4-126 0,4-1-197 15,-1 0-296-15,1-2-344 0,2 2-300 0,1 0-149 16,-1 1 394-16,0 3 663 0</inkml:trace>
  <inkml:trace contextRef="#ctx0" brushRef="#br0" timeOffset="3248.68">17026 1232 54 0,'-5'8'669'16,"2"0"699"-16,-3-3 199 0,0 2-211 0,1-3-409 16,-1-2-386-16,-1-4-195 0,1-1-151 0,3-5-79 15,0-1-52-15,1-5-30 0,2-4-20 0,0-5-14 16,5-2-9-16,0-3-6 0,2-6-2 0,3-2-2 15,1-6 5-15,2-1-2 0,1-5-2 0,2 0-1 16,1-1-1-16,1 2 0 0,-4 4-6 16,3 5 3-16,-4 5 0 0,-1 6 1 15,-4 4 0-15,1 6 0 0,-2 4 3 0,-1 4 5 16,1 6 4-16,-1 3 2 0,-1 6 4 16,3 5 3-16,-4 6 6 0,3 5 3 0,-2 6-1 15,0 5 1-15,-1 3-5 0,1 3-6 0,-1 3-10 16,-2 0-6-16,0 3 0 0,-1 0-1 0,3 0 4 15,-3-3 2-15,1 0-6 0,1-3-13 0,-1-4-35 16,1-5-70-16,0-4-70 0,-1-2-101 0,0-8-165 16,-2-3-262-16,-4-1-308 0,2-3-225 15,-1-3-170-15,0-5 161 0,-3-1 553 0</inkml:trace>
  <inkml:trace contextRef="#ctx0" brushRef="#br0" timeOffset="3432.76">17020 981 351 0,'-3'-6'820'16,"-2"4"295"-16,2 2-16 0,3 0-297 0,0 2-336 16,3 2-230-16,3-1-129 0,1 2-74 0,2-1-14 15,1 1 13-15,6-1 8 0,-2 1-1 0,6-2 0 16,1 2-1-16,0-1 1 0,2-1-16 0,2 0-46 16,-1-2-110-16,1 2-171 0,-2-3-290 15,0 1-257-15,3-1-226 0,-4 0-46 0,0-1 316 16,2-2 425-16</inkml:trace>
  <inkml:trace contextRef="#ctx0" brushRef="#br0" timeOffset="3631.48">17649 588 27 0,'-3'-11'612'0,"-2"5"574"0,0 4 242 0,1 4-68 15,-1 3-362-15,1 4-391 0,0 2-206 16,0 6-123-16,0 1-85 0,1 4-78 0,1 2-42 15,2 4-30-15,0 2-19 0,0-2-10 0,2 3-4 16,1-2-3-16,2 1-6 0,-2-3-54 0,1 0-71 16,-1-4-109-16,0-2-189 0,1-3-300 0,-1-1-350 15,-1-3-303-15,1-1-156 0,-3-3 315 0,0-3 661 16</inkml:trace>
  <inkml:trace contextRef="#ctx0" brushRef="#br0" timeOffset="3850.55">17409 658 96 0,'2'-12'697'15,"-1"5"473"-15,-1 2 102 0,2 1-155 16,1-1-387-16,0 4-332 0,2-2-174 0,3 1-82 16,3 0-45-16,3 2-18 0,2 0-9 15,4-3-27-15,2 3-22 0,4 3-10 0,-1-3-2 16,2 4-30-16,2-1-74 0,-3 1-186 15,0-1-287-15,-3-1-273 0,-2 3-302 0,3-1-212 16,-2 0 156-16,0 2 613 0</inkml:trace>
  <inkml:trace contextRef="#ctx0" brushRef="#br0" timeOffset="4098.64">17999 442 284 0,'-2'-1'1069'0,"-1"5"504"0,-2 2-85 0,2 4-286 15,-2 0-487-15,2 3-276 0,1 4-169 16,1 2-96-16,-1 3-44 0,4 5-31 0,-1 4-21 16,1 2-15-16,3 4-14 0,0 2-10 15,1 2-16-15,3 1-8 0,-1-1-6 0,2 3-4 16,0-2-4-16,2-4-3 0,-1-1-5 0,2-7-9 0,-2-3-7 16,0-3-9-16,0-5-8 0,-2-6-10 0,0-4-8 15,0-5-17-15,-3-4-33 0,0-6-44 0,-1-6-41 16,-1-2-35-16,-1-3-38 0,-2-4-54 0,-1-1-72 15,-3-4-91-15,2-3-185 0,-3 1-248 0,1-3-215 16,0 2-18-16,-2-4 284 0,3-3 403 16</inkml:trace>
  <inkml:trace contextRef="#ctx0" brushRef="#br0" timeOffset="4948.13">18193 577 57 0,'7'-3'341'0,"-3"2"193"16,1-1 156-16,0 2 66 0,3 0-124 0,-4 2-68 15,1-1-44-15,-2 2-23 0,1 0 8 16,0 2-47-16,2-1-52 0,-2 2-71 0,0 1-53 16,0 4-47-16,-3 0-55 0,2 1-56 15,-3 4-41-15,2 2-28 0,-4 1-17 0,2 6-10 16,-1 0-3-16,-1 0-10 0,1 5-4 0,1-4-3 15,-2 0-1-15,0 2-2 0,1-2-3 0,-1-1 1 16,2-1-1-16,-1-3 0 0,-3 0 2 0,4-1 0 16,-4-3-3-16,2-1 0 0,-1-3-1 0,-2 1 1 15,1-3 0-15,-3-3-1 0,0 1 2 0,-1-1 0 16,0-4 1-16,-2 2-4 0,-2-3-13 16,0-2-32-16,-2-1-52 0,3-1-56 0,-2 0-54 15,-1-2-67-15,0-2-101 0,1 1-106 0,1-4-88 16,2-1-171-16,-1 2-242 0,3 1-161 0,2 0 71 15,-1-2 307-15,3 1 348 0</inkml:trace>
  <inkml:trace contextRef="#ctx0" brushRef="#br0" timeOffset="5648.88">18511 600 429 0,'3'-6'924'0,"2"0"299"16,-5 3-26-16,2 1-309 0,-1 2-245 0,-1 3-162 15,5 5-117-15,-4 0-64 0,2 4-49 16,2 5-36-16,0 0-57 0,0 2-50 0,0 3-25 15,2 4-25-15,1 1-11 0,-1 0-13 0,1 2-13 16,1 0-7-16,-1 2-6 0,2-1-2 0,-4 1-1 16,3-1-2-16,-2-2 1 0,1 2-2 15,-4-5 0-15,1-3 0 0,1-1 1 0,-1-2 1 16,-2-3-1-16,0-5-1 0,1 0 2 0,-3-2 9 16,1-1 9-16,-2-4 11 0,2 0 4 0,-4-4 3 15,0 0-2-15,1-4-8 0,-3-3-10 0,1 0-9 0,-2-1-6 16,-1-3-3-16,-2-2-2 0,0-4-1 0,0 1 0 15,-4-4-2-15,4-1 1 0,-2-1 5 0,2-3 2 16,-2-1 1-16,3-2 0 0,2 0 1 16,0 0 1-16,2 1-5 0,2 1-7 0,1 4-2 15,0 1-2-15,1 2-2 0,2 0 0 16,4 1-2-16,-1 2 6 0,2 0 2 0,6 0 1 16,-1 0 1-16,1 0 0 15,2-1 1-15,1-2 1 0,1 3-2 0,2 0 1 16,1-1 0-16,-2 4-1 0,0-2 0 0,0 4 1 15,-3 2-1-15,-1 3 0 0,0 2 0 0,-4 2 1 16,1 4 0-16,-2 0 3 0,-4 5 0 16,-1 3 2-16,-2 1 1 0,-6 4 0 15,0 3-1-15,-2 1 0 0,-1 2 3 0,-2 3 1 16,-3 1 2-16,1 3 2 0,-1 0-5 0,0-1-2 16,2 0-5-16,-1 0-2 0,4 0-3 0,-3-2-2 15,2-2 4-15,1-2 2 0,2 0 0 0,0-1 0 16,-1-1 0-16,4-2 1 0,-1-1 0 15,2-1-2-15,0-2 1 0,3-3 0 0,-1 1 0 0,2-1-2 16,3-3 1-16,-1-1 0 0,4-1 0 16,0-4-3-16,3-1-1 0,1-1-9 0,2-4-25 0,2-1-60 15,-1-3-70-15,2 0-84 0,-1-4-156 16,2 1-239-16,0-1-313 0,-2 3-249 0,3 1-192 16,-3 2 45-16,0 1 522 0</inkml:trace>
  <inkml:trace contextRef="#ctx0" brushRef="#br0" timeOffset="6031.5">19213 1208 120 0,'-5'5'741'15,"4"-4"514"-15,-5-1 144 0,2-1-108 16,3-5-379-16,-1-5-335 0,1 0-174 0,-1-7-106 0,0 0-72 16,2-5-70-16,2-1-52 0,1-4-35 0,0-2-19 15,5-3-16-15,2-3-11 0,1-3-6 0,3-2-6 16,2-1-7-16,3 0-6 0,-2 0 0 15,4 0-2-15,-1 3-3 0,-1 0 0 16,2 3 8-16,-2 1 5 0,-2 6 4 0,-3 0 2 16,-1 5 3-16,-3 3 4 0,-1 7-2 0,-3-2-2 15,-1 6-2-15,-2 2-1 0,1 4-2 16,-3 1-3-16,2 4-3 0,-3 4 1 0,-1 4 0 16,-1 1-1-16,1 6-1 0,1 1 1 15,-4 4 0-15,3 1 3 0,-1 3 2 16,2 5 1-16,-2 0-1 0,1 4 1 0,1 1 0 15,0 3-4-15,0-3-2 0,1 3-2 0,1-4 1 16,1 1-2-16,1-4-1 0,-3 2-3 0,5-6-7 16,-1-3-13-16,0 0-18 0,-2-3-36 0,-2-1-55 15,3-5-64-15,-3-2-56 0,-1-2-85 0,0-5-146 16,0-2-165-16,-1-2-240 0,-1 0-213 0,-1-4-200 16,0-1 62-16,-1-3 459 0</inkml:trace>
  <inkml:trace contextRef="#ctx0" brushRef="#br0" timeOffset="6248.45">19297 741 264 0,'-8'5'881'0,"3"6"363"0,-1-4-14 0,3 4-166 16,3-3-433-16,1 1-212 0,4 0-81 15,3-2-45-15,3-1-29 0,0-1-28 0,5-3-53 16,-2-2-57-16,5 0-49 0,0-1-29 0,2-2-15 15,1 0-16-15,-2 0-6 0,2-1-5 0,0-1-5 16,-2 2-2-16,0-1-3 0,0 3-4 0,-3 2-39 16,-2 0-64-16,0 4-71 0,-1-4-139 0,-5 2-264 15,2 0-319-15,0 0-305 0,-3 3-222 0,0-2 2 16,-1 1 559-16</inkml:trace>
  <inkml:trace contextRef="#ctx0" brushRef="#br0" timeOffset="10231.45">3723 3430 101 0,'2'-4'335'0,"-1"-1"171"15,1 2 145-15,-1 2-130 0,1-2-122 0,0 0-56 16,-2 1-24-16,1 0 14 0,-1 2 6 0,0 0 1 15,0-3 2-15,0 2-28 0,0 0-40 0,0 0-49 16,0-2-31-16,0 1-26 0,0 2-21 16,0 0 0-16,0 0 11 0,2 0 0 0,-2 2-4 15,0-2-6-15,0 0-20 0,0 0-26 0,0 0-29 16,0 3-14-16,0-3-13 0,0 0-12 0,0 0-10 16,0 0-3-16,1 0-5 0,-1 0-3 15,0 0-3-15,0 0-2 0,0 0 0 0,0 0-1 16,0 0 2-16,2 0 1 0,-2 1 0 0,0-1-2 15,0 0 2-15,0 0 0 0,0 1-2 0,0-1-1 16,2 0-1-16,0 1-2 0,-2 2 1 0,2 1 6 16,1 2 3-16,-1 1 2 0,1 1 0 15,0 2 2-15,0 2 1 0,1 3-6 0,-1 0 3 16,0 5 1-16,0 1 2 0,2 2 1 0,-2 5 6 16,-2 0 0-16,1 2-4 0,0 0-4 0,-1 2-3 15,1 2-1-15,-2 0-6 0,0 0-2 0,0 0-6 16,0-2-4-16,0-1-2 0,0 0-2 0,-2-4-2 15,2-4-2-15,0-1 5 0,0-3 3 16,0-4 3-16,0-2 0 0,0-1 2 0,0-3 0 16,-1-4 0-16,1 2 0 0,0-3 0 0,0 0 1 15,0-2 0-15,-2-1-1 0,2 2 1 0,0-3 0 16,0 1-2-16,0-1-1 0,0 2 0 16,0-2-2-16,0-2 0 0,0 1 0 0,-2-1 0 15,2 0 0-15,0-2 7 0,0-1 1 0,0-1 2 16,0 2-6-16,0-2-12 0,0 2-27 0,0-2-58 15,0-1-64-15,-1 0-65 0,-1 2-100 16,1-1-158-16,-4-1-195 0,2 1-242 0,0 2-223 16,-2 2-171-16,0 0 142 0,0-2 472 0</inkml:trace>
  <inkml:trace contextRef="#ctx0" brushRef="#br0" timeOffset="10731.54">3609 4007 195 0,'0'0'519'15,"0"-3"279"-15,0 2 164 0,0 0-160 0,0 0-159 16,0 1-129-16,0-3-103 0,0 1-63 0,0 2-43 15,0-2-36-15,2 2-34 0,-2 0-24 0,0 2-10 16,0-2-15-16,0 0-27 0,2 0-28 16,-2 0-37-16,0 2-27 0,0-2-26 0,1 0-20 15,-1 3-10-15,2-3-7 0,-1 2-4 0,4 2-1 16,-2 2 0-16,3 1 4 0,2 2 0 0,0 1 8 16,3 4 5-16,-1-1 2 0,1 3 1 15,3 3 3-15,-1 0 0 0,2 1 1 0,0 2 0 16,0 1 5-16,0-1 4 0,0 3-1 0,0-3-1 15,0 0-5-15,0-2-5 0,-1 1-9 0,-1-2-5 16,1-1-2-16,-3-1-2 0,0-4-2 16,1-1 0-16,-2-1 2 0,-2-4 0 0,1-1 2 15,-1-1 2-15,-1-5-1 0,-1-2 1 16,1-3 0-16,0-3 1 0,0-4 0 0,-1-4-2 16,-1 0 1-16,1-5-1 0,0-1-1 15,-1-3 0-15,0 0-3 0,1-2-1 0,-2 2-1 16,0-3 0-16,2 5-3 0,-3-1 1 0,2 4-4 15,0 1-13-15,-2 4-53 0,-1 1-75 0,0 3-145 16,-1 4-269-16,1 3-313 0,-1 2-372 16,4 5-308-16,-2 0-18 0,0 4 638 0</inkml:trace>
  <inkml:trace contextRef="#ctx0" brushRef="#br0" timeOffset="12550.05">2485 5136 13 0,'3'-9'382'0,"0"-1"355"15,-1 3 282-15,1 3 62 0,-3-2-286 0,2 3-202 16,-2 1-115-16,1-1-55 0,-1 2-38 0,2 1-53 16,-2-2-48-16,2 2-57 0,-1 0-54 15,-1 0-54-15,2 0-44 0,-2 0-23 0,1 0-14 16,1 2-7-16,-2-2-3 0,0 0-4 0,3 1 3 15,-3-1-1-15,1 1 1 0,-1 1 2 0,0 1 6 16,2 2 0-16,1 1 2 0,-3 1 1 0,3 0-2 16,-1 4-4-16,1 2-4 0,0 0-5 15,1 2-6-15,-1 1-3 0,0 2-3 0,1 2-1 16,-1 1 0-16,1 1 0 0,-1 3-1 0,-1 0 0 16,1 1-3-16,-2 2 0 0,1 2-2 0,1 0 0 15,-3 1-1-15,2 0-1 0,-1 3 0 16,1 0-1-16,-2 1 0 0,4-1 0 0,-2-1-1 0,0-1 0 15,1-1 0-15,0 1-1 0,0-3 1 16,2 1 0-16,-2-1 0 0,2-2 0 0,1-2 0 16,-1-3-1-16,-2-1 0 0,2-2-1 0,0-2 1 15,-1-2 0-15,1-2 1 0,1-1 0 0,-3 0 0 16,2-4 5-16,0-1 2 0,-2-1 1 16,2 0 0-16,1-1 1 0,0-1-1 0,1 1-3 15,-1-1-2-15,4-1-3 0,-1-1 0 0,2-1 0 16,3 0 0-16,-1 1-1 0,0-2 0 0,3-2 0 15,0 1 1-15,1-2-1 0,2 0 1 0,-2-1-1 16,2-3-1-16,-1 2 0 0,2-3-1 0,-3 2-1 16,1-1 1-16,-3-1 0 0,0 1 1 0,-1 1 0 15,-1-2 1-15,-2 2 0 0,1 0-4 16,-2 0-11-16,-2 2-14 0,0-2-22 0,-2 0-49 16,-1 1-68-16,-2-1-66 0,0 2-103 0,-1-1-150 15,-2-2-233-15,2-1-260 0,-1 2-214 0,1 0-166 16,2 0 175-16,-1 0 487 0</inkml:trace>
  <inkml:trace contextRef="#ctx0" brushRef="#br0" timeOffset="13050.37">3426 5736 347 0,'6'-9'894'15,"-3"1"349"-15,-3 0 59 0,0 3-217 0,0-1-290 16,-3-1-241-16,0 3-142 0,0 0-81 0,-2-1-75 16,0 1-73-16,-1 1-56 0,1 2-33 15,-4-1-25-15,1 2-18 0,-2 2-15 0,-2 0-13 16,-1 4-9-16,2 2-6 0,-5 2-4 0,2 5-3 16,-2 1 0-16,2 4-1 0,-2 3-1 0,3 1 0 15,-1 0 4-15,5 1 3 0,-1 1 1 0,2-2 1 16,4-2-1-16,-1 1-1 0,3-2-3 15,2-3-3-15,2 0-2 0,1-4 1 0,2-2 0 16,1 1-2-16,2-5 1 0,0-1-1 0,2-3 1 16,2-4 0-16,1-2 0 0,2-4 3 15,1-5-3-15,0-3-3 0,2-4 0 0,0-2-1 0,-3-5-1 16,4-2-1-16,-5 0 4 0,2 0 3 0,-3 2 0 16,-1 0 1-16,-4 0 1 0,0 4 0 15,-3 3 2-15,1 3 2 0,-3 2 0 0,-2 4 1 16,1 1 1-16,-2 2 0 0,0 3 0 0,0 0-4 15,0 3-1-15,-2 0-3 0,2 4-1 0,-1 4-1 16,1 4-1-16,0 2 0 0,1 2 1 0,1 2 1 16,1 1-1-16,2 3 1 0,0 0 4 15,0-1 3-15,2 2-1 0,1-2 0 0,2 1 0 16,1-1-2-16,0-1-18 0,0-2-20 0,3 0-42 16,-1-3-75-16,1 0-93 0,0-2-174 0,2-1-289 15,-2-3-330-15,2-1-336 0,2-2-181 0,0-5 169 16,0-1 683-16</inkml:trace>
  <inkml:trace contextRef="#ctx0" brushRef="#br0" timeOffset="13881.63">4219 5194 203 0,'2'-6'422'0,"0"0"201"0,-1 2 121 15,-1-1-82-15,2 0-43 0,-2 3-53 0,2 0-51 16,-2 1-58-16,1-1-59 0,-1 2-58 16,0 0-38-16,2 0-24 0,-2 0-29 0,1 0-22 15,-1 2-29-15,0-2-40 0,2 0-49 16,-2 1-42-16,0-1-24 0,3 3-15 0,0 3-3 15,0 2 0-15,0 3-2 0,2 3 2 0,2 4 14 16,-1 3 6-16,3 3-10 0,2 2 3 0,-1 4-1 16,2 4 1-16,-2 0-13 0,4 4-6 15,-1 3 1-15,0 1-6 0,1 0-4 16,-1 1-3-16,-1 2-2 0,2-1-2 0,0-4 3 16,-3-1 2-16,1-3 1 0,0-3-1 0,-4-4 1 15,2-4-1-15,-3-2-5 0,1-5-1 0,-3-3-2 16,-2-2 0-16,-1-2 0 0,1-3 0 15,-3-2 0-15,2-2-2 0,-2-1-6 0,-2-3-12 16,-1-3-23-16,-2-3-50 0,0-4-67 16,-1-3-72-16,-3-4-122 0,2 0-182 0,-4-4-302 15,2-2-261-15,-1-2-207 0,-1-1-102 0,-1-2 356 16,0-2 558-16</inkml:trace>
  <inkml:trace contextRef="#ctx0" brushRef="#br0" timeOffset="14446.32">4268 5182 197 0,'2'-12'557'0,"-1"1"284"16,1-1 159-16,0 1-126 0,1-2-215 0,0 3-156 16,0 1-107-16,4 0-55 0,0 0-11 0,1 1-51 15,0 0-76-15,2-1-42 0,2 1 18 16,1 1-11-16,3 2-44 0,-2-1-22 0,5 3 1 15,-3 2-7-15,4-1-34 0,1 2-15 0,-2 3-4 16,0 0-2-16,-1 3 2 0,-1 1 2 16,0 4 1-16,-4 2-1 0,0 3-2 0,-3 2 0 15,-2 2-5-15,-1 3-6 0,-4 3-4 0,-3 2-6 16,0 4-3-16,-5 0-3 0,-1 4-5 16,-1-1-2-16,-2 1-2 0,1 0-5 0,0 1-5 15,0-3-3-15,-1-4-3 0,4-3-2 16,2-2-2-16,0-4 3 0,1-1 1 0,2-4 2 15,2-2 5-15,1-2-1 0,2-2 5 0,1-2 2 16,5-2 1-16,0-2 2 0,2-2-6 16,1-2 4-16,3-2-4 0,1 0 1 0,2 0-1 15,-2-1 0-15,4 0 2 0,-2 0 0 0,0 3 0 16,0 0 0-16,0 4 0 0,-2 1 0 16,1 3 0-16,0-1-2 0,-3 5 1 0,-1 1-5 15,-3 0 3-15,-1 4 1 0,-1 0 1 0,-3 1 1 16,-1 1 1-16,-2 1 5 0,-3 0-4 15,-1-1-1-15,-3 0-1 0,-3 1 0 0,-1 1-2 16,-5-2 1-16,2 2 0 0,-3-2-1 16,-4 1-1-16,0-2 0 0,1-1 1 15,-1-2-2-15,-1-2 0 0,-2-2 0 0,2-2 1 0,-1-2-2 16,0-3 0-16,3 0-1 0,-1-4-4 16,1-2-11-16,2-2-20 0,1-2-45 0,2-2-72 15,0-1-86-15,3-1-153 0,2-1-271 16,3-1-318-16,1 1-304 0,4 1-190 0,-1 1 81 15,4-1 590-15</inkml:trace>
  <inkml:trace contextRef="#ctx0" brushRef="#br0" timeOffset="15529.62">5742 5820 130 0,'3'0'440'0,"0"0"300"0,0-2 260 16,-1 2-80-16,0-1-187 0,-2 1-123 0,0 0-58 15,0 0-31-15,0-2-77 0,0 2-79 16,-2-1-57-16,-1 1-48 0,0 0-64 0,-2 0-59 16,-1-3-32-16,1 3-19 0,0 0-12 15,-1 0-11-15,-2 0-9 0,0 0-5 0,0 0-6 16,0 0-7-16,-3 0-5 0,3 0-4 0,-1 3-3 16,-2-2-5-16,0 1-5 0,-1 1-4 15,0-1-1-15,1 2-4 0,-3 0-2 0,3 1-2 16,-2 2 0-16,2-1 0 0,-2 3-1 0,2 0-1 15,0 2 0-15,2 1 0 0,-1 2-1 16,-1 1 0-16,5 2 0 0,-1 2-1 0,1 3 0 16,2 0 0-16,2 2 0 0,0 1 2 15,4 3 0-15,2 1 2 0,-1 3 0 0,4 1 2 16,1 2-2-16,2 1 0 0,2-2 0 0,-1 1 0 16,3-2-1-16,2-2 0 0,1-2-2 0,1-3 1 15,3-4-2-15,0-5 0 0,2 0 1 16,2-7 0-16,-1-5 0 0,4-1 0 15,-3-8 1-15,2-2 0 0,-4-3 0 0,0-4 0 16,-1-1 0-16,-4-1 1 0,-1-1 0 0,-4 1 0 16,-1 0 1-16,-5 0 2 0,-1 1 0 0,-3 1 1 15,-1 1 0-15,-5 1 1 0,0 1-1 16,-4 0 0-16,-1 2-2 0,-4 2 0 0,-1 0-1 16,-1 1-1-16,-2 3 0 0,-3 0 1 15,3 4-1-15,-3-1 0 0,0 3 0 0,0 4-1 16,-1 1-1-16,2 1 0 0,1 3 0 15,3 1-1-15,-2 3 0 0,5-2-1 0,0 1 0 16,1 4-1-16,4-2-5 0,1 1-9 0,2 0-17 16,3 0-22-16,0-1-56 0,3-3-75 15,0 0-111-15,2-2-175 0,0 1-293 0,3-3-340 16,4 1-283-16,0-2-155 0,3 0 289 0,1-1 643 16</inkml:trace>
  <inkml:trace contextRef="#ctx0" brushRef="#br0" timeOffset="16514.12">7781 4930 135 0,'9'-2'350'0,"-3"-3"168"0,0-1 126 0,0 0-97 16,-1-1-22-16,0 1 2 0,-2-1 6 15,0-3-15-15,-1 2-36 0,1-1-11 0,-1 0-23 16,1 1-42-16,-3 1-57 0,0 1-45 0,0-2-44 16,-2 1-57-16,1 1-59 0,-2-1-35 15,-1 2-20-15,0 2-23 0,-3-2-13 0,-2 4-14 16,1 0-10-16,-2 1-14 0,-2 1-12 0,-1 4 0 15,0 1-2-15,-2 1 0 0,0 5-1 16,-4 2-1-16,2 5 0 0,-2 5 1 0,2 6-2 16,-1 3 1-16,-1 9 5 0,3 5 5 0,-1 7 4 15,4 4 4-15,1 5 8 0,4 3 0 16,5 3-4-16,1-1-5 0,5 1-1 0,5-4-5 16,2-1-3-16,6-4 3 0,2-5 0 15,0-4 0-15,2-4 0 0,1-6-1 0,3-3-5 16,-2-5-3-16,1-4-4 0,0-5 0 15,-1-2-1-15,0-6-1 0,-2 0-2 0,-2-4 0 0,1-3 0 16,-3-2-6-16,-1 1-15 0,-3-4-28 16,-3-1-78-16,0 1-89 0,-4 0-188 0,0-2-288 15,-3 2-344-15,-2-2-396 0,-2 2-189 0,-1 0 172 16,-2 1 768-16</inkml:trace>
  <inkml:trace contextRef="#ctx0" brushRef="#br0" timeOffset="17514.39">8253 5295 318 0,'3'-9'739'16,"-1"0"349"-16,-2 1 96 0,1 2-283 0,-1 2-231 16,0 1-106-16,0 0-94 0,2 1-79 15,-2 1-73-15,0 1-52 0,2-2-62 0,-2 2-75 16,1 2-48-16,-1-1-30 0,0 4-16 0,2 2-11 16,-1 6-3-16,2 3 3 0,-3 6 0 0,3 5 2 15,-1 5-1-15,-1 2 2 0,1 4-5 16,0 2-7-16,-1 3-4 0,1-2-4 0,1 1-2 15,-1-1-3-15,-1-4-1 0,1-1-1 16,1-6-1-16,0-4 0 0,-1-4 5 0,2-5 2 16,-4-3 2-16,2-5 1 0,-1 1 2 15,-1-6 1-15,0-2-3 0,0-4-7 0,-1-4-4 16,1-6-3-16,-2-3-1 0,1-5-3 0,-2-3-1 16,1-3 11-16,-1-4 4 0,-2-2 3 15,2 0 2-15,-2-1-1 0,2 0 0 0,-2-1-6 16,2 5-2-16,-3 0-2 0,3 4-1 15,1 1 1-15,-1 4-1 0,1 1 1 0,1 4-1 0,1 3 0 16,-2 2-2-16,2 2 0 0,0 3-2 16,0 1 0-16,2 4 3 0,3 0 1 0,0 4 3 15,4 4 2-15,0 4 2 0,3 3-4 16,1 6-2-16,4 1-3 0,0 5-1 0,0 1-2 16,5 6-2-16,0 1 5 0,2 2 1 0,-1-1 2 15,0-2 0-15,1-1 0 0,-1-4 0 0,-2-4 6 16,1-4 2-16,-3-1 2 0,0-7 2 15,-2-2 0-15,-2-3 8 0,-1-4 1 0,-1-6 6 16,-4-2 2-16,2-6 7 0,-3-6 3 16,-1-5-1-16,-3-3-3 0,1-3-3 0,-4-6 0 15,-1 2-6-15,-4-5-3 0,-1-1-4 0,-3-4-5 16,0-1-3-16,-3-4-3 0,0 0-2 0,1 2-1 16,0-2-4-16,0 6-2 0,2 4-2 15,3 6-2-15,-1 6 0 0,0 4-2 16,3 4 3-16,1 4 1 0,0 3 0 0,1 3 3 15,1 3 1-15,1 3 2 0,1 3 0 0,1 3 0 16,2 2-4-16,1 2-14 0,2 2-18 0,0 1-26 16,0 2-63-16,1 0-83 0,-1 2-151 15,0-1-273-15,3 2-319 0,-3-1-387 0,2 4-278 16,-1-5 14-16,2 1 690 0</inkml:trace>
  <inkml:trace contextRef="#ctx0" brushRef="#br0" timeOffset="17747.59">8928 5243 107 0,'6'2'681'16,"-1"1"447"-16,0 3 140 0,-1 3-32 15,1 1-321-15,0 3-302 0,1 5-170 0,-1 0-95 16,0 4-60-16,-1 4-81 0,1 2-70 0,-2 5-42 16,2 2-26-16,-2 3-17 0,1 3-14 15,-3 0-12-15,2 4-11 0,1-2-9 0,0-1-5 16,-1-1-3-16,2-2-15 0,0-3-36 15,0-3-80-15,-2-5-100 0,0-1-186 0,0-6-299 16,0-3-342-16,2-5-365 0,-2-5-154 0,0-6 262 16,2-5 700-16</inkml:trace>
  <inkml:trace contextRef="#ctx0" brushRef="#br0" timeOffset="18413.61">9654 5203 217 0,'0'-7'715'0,"-3"-4"406"0,0 2 113 16,-1-1-150-16,-2-1-224 0,1 3-203 0,0-3-154 16,-2 1-101-16,-3 0-70 0,2 1-77 0,-4 2-87 15,0 0-50-15,-2 2-34 0,-2 2-25 0,0 2-17 16,-4 2-19-16,1 3-13 0,1 5-5 16,-2 0-2-16,1 5-3 0,3 4-3 0,-1 0 5 15,4 4 1-15,2 1-4 0,2 1-3 16,4 0-1-16,5 3 0 0,2-1 2 0,2-3 0 15,6 3 1-15,-1-4 0 0,4 2 1 0,1-1-1 16,4-4 0-16,2 0 0 0,2-2 1 0,-1-2-1 16,4-2 0-16,0 0 0 0,-1-2-1 15,3-3 0-15,-2 1 0 0,-1-1 0 0,0-2 1 16,-2 0 2-16,-3 0 1 0,-2 1 1 16,0 1 0-16,-4 1 0 0,-3 1 1 0,-4 2-1 15,0 2 1-15,-6 1 0 0,0 0 0 0,-6 3 0 16,-2 0-1-16,0 1 1 0,-5-1-1 0,1 2 1 15,-4-2 0-15,0 0 0 0,0-2-1 16,-1 0-1-16,3-2 0 0,-2-2-1 16,5-3-1-16,-1 0-2 0,3-2-6 0,1-2-16 15,2-2-20-15,0 0-49 0,3-3-74 16,1 0-78-16,1-6-135 0,2-1-216 0,1-3-313 16,1 2-281-16,3-4-200 0,0 0-46 0,2-3 461 15,-1-1 576-15</inkml:trace>
  <inkml:trace contextRef="#ctx0" brushRef="#br0" timeOffset="19230.86">10280 5266 437 0,'1'0'899'0,"-1"-1"303"0,-1 1-16 15,1 0-326-15,0 0-291 0,0 1-135 16,1 4-86-16,1 1-44 0,1 3-37 0,2 3-36 16,0 4-30-16,2 4-52 0,-2 5-42 15,3 1-27-15,0 2-15 0,1 4-16 0,-2 2-16 16,-1 1-10-16,2-1-3 0,-1 2-7 0,0-4-5 16,0 0 1-16,-3 0 2 0,1-3 2 15,2-4-8-15,-3 1-4 0,1-4-2 0,-2-2 0 16,0-2-3-16,-3 0-6 0,2-5-24 0,-4-1-61 15,1 0-63-15,-4-3-87 0,-3-1-153 16,2-3-237-16,-4-3-308 0,1-2-239 0,-4-2-204 16,0-6 68-16,-2-2 503 0</inkml:trace>
  <inkml:trace contextRef="#ctx0" brushRef="#br0" timeOffset="19480.32">9956 5304 463 0,'-2'-7'997'0,"1"-1"264"0,-1 3-81 0,2 0-297 16,2 3-382-16,2-2-174 0,1 3-96 15,6 1 4-15,2 0 14 0,4 0-4 0,2 0-20 16,3 0-44-16,2-1-24 0,1 1-50 0,4-2-39 16,-1 0-18-16,2 1-13 0,0 0-16 15,2-3-8-15,-1 0-6 0,3 0-4 0,0-2-3 16,0 0-2-16,0 0-1 0,0-1-4 0,-1 1 2 15,0-1-1-15,-3 1-9 0,0 3-68 16,-3 0-71-16,-2 2-146 0,-3 1-273 0,2 1-317 16,-3 2-380-16,1 2-251 0,-1-1 10 0,-1 1 634 15</inkml:trace>
  <inkml:trace contextRef="#ctx0" brushRef="#br0" timeOffset="20315.93">11698 5101 178 0,'13'-3'388'0,"-1"-2"195"15,-4 3 205-15,0-1-73 0,-3 0-50 0,1 2-32 16,-3-1 37-16,0 0 27 0,-1 1-73 0,0 1-114 15,-1 0-105-15,-2 1-81 0,-1-1-86 16,-3 2-85-16,-1 0-51 0,-2 0-36 0,-3 1-23 16,-1 3-16-16,-1 2-10 0,-3-1-6 0,0 4-5 15,-3 2-3-15,3 0-1 0,-4 3-2 16,1 3-2-16,-2 3-1 0,3 4-2 0,0 4 3 16,1 2-1-16,2 2 2 0,1 4 0 15,6 2 3-15,2 4 1 0,3 0-1 0,4 2 0 16,2 0-1-16,5-2 0 0,2-2-2 15,4-5-1-15,2-4 1 0,4-5-1 0,1-4-1 16,0-5 0-16,2-4 1 0,1-6 1 0,0-3-1 16,-4-6 2-16,2-3 2 0,-1-3-1 15,-3-4 2-15,-3-1 2 0,-2-2-2 0,-1 0 1 16,-2-2 0-16,-4-1 1 0,-1-2-1 0,-2 3 0 16,-3-2 0-16,-3 1 0 0,-2 1-1 15,1 1 0-15,-5 1-1 0,-3-1 0 16,-1 2-1-16,-2 1 0 0,-3 1 0 0,1 1-1 15,-1 0 0-15,-1 5-2 0,-1 0 0 0,2 4-1 16,0 4-1-16,0 3 0 0,1 2 0 0,2 5 0 16,0 4 0-16,2 3 1 0,1 3 0 0,3-1 0 15,3 5-1-15,3-2-1 0,1 2 0 16,5-3 0-16,2-1-8 0,3 0-15 0,3-5-29 16,2-2-72-16,1-2-73 0,3-4-119 15,2-5-190-15,-1-4-305 0,4-3-328 0,2-3-218 16,0-4-124-16,2-5 335 0,3-2 612 15</inkml:trace>
  <inkml:trace contextRef="#ctx0" brushRef="#br0" timeOffset="20795.22">12406 5051 477 0,'-1'-10'1104'0,"-3"4"395"15,0 3-47-15,-2 2-344 0,-1 1-416 16,-1 1-238-16,0 2-143 0,-1 2-105 0,-1 1-78 16,2 2-44-16,-1 2-26 0,-2 2-18 15,3 1-12-15,-3 4-8 0,0 0-6 0,1 7-5 16,0 1-5-16,-2 4-3 0,3 2 1 0,-2 3 0 16,3 4 0-16,0 0 2 0,3 6 0 0,0 1 0 15,4 2-1-15,-2-1-1 0,7-1-2 16,1 0-1-16,2-3-2 0,2-3-1 0,4-5 0 15,1-3-1-15,3-5 2 0,3-6-1 16,0-4 2-16,3-3 1 0,-2-7 2 0,3-5-1 16,-2-4 0-16,2-4 2 0,-5-5-1 0,0-5 1 15,-5-2 1-15,0-2 0 0,-3-2 0 0,-4 0 0 16,-1-1 1-16,-5 3 0 0,-4-3 1 16,-3 2-1-16,-2 1 0 0,-3 0 0 0,-3 2 3 15,-1 2 2-15,-3 1 1 0,0 4 2 16,-2 3-2-16,-1 4 1 0,0 3-4 0,1 7-2 15,0 3-2-15,-3 4-1 0,4 6-1 16,0 1 0-16,3 5-1 0,2 2-1 0,3 0 0 0,3 4-2 16,3-4 0-16,-1 3-2 0,6-1 0 15,2-2-6-15,5-3-13 0,0-3-31 0,4-2-74 16,2-4-72-16,1-7-105 0,2-3-180 16,0-2-307-16,2-6-322 0,3-4-205 0,0-1-136 15,1-4 253-15,1-4 605 0</inkml:trace>
  <inkml:trace contextRef="#ctx0" brushRef="#br0" timeOffset="21212.86">12876 5238 114 0,'2'-9'725'0,"-1"4"546"0,-4 4 205 15,1 2-137-15,-4 5-430 0,1 3-349 16,-4 5-177-16,1 4-118 0,0 1-93 0,0 5-69 15,-1 3-34-15,2 4-19 0,1 3-13 0,3 5-7 16,1 1-6-16,2 5-3 0,2 3-8 0,3 0-5 16,3 0-5-16,2-1-3 0,5-4-2 15,2-4 0-15,2-7-2 0,3-7 1 16,0-6 0-16,2-6 1 0,0-8-1 0,1-7-2 16,-1-7-1-16,-2-6-3 0,0-6-1 0,-1-5-1 15,-1-6 1-15,-4-3 0 0,-3-6 6 0,-1 1 1 16,-2-1 1-16,-4 1 4 0,-4-1 0 0,-2 1 3 15,-3-1 6-15,-4 2 6 0,-1 0 8 16,0 3 7-16,-6 0 7 0,1 3 1 0,-4 6-2 16,0 2-5-16,-4 5-6 0,-1 4-8 15,1 6-6-15,-4 8-7 0,-2 3-5 0,0 10-2 16,-3 4-3-16,2 6 0 0,0 4-1 0,2 5-3 16,5 3-15-16,1 2-36 0,3 2-77 15,7-1-113-15,2 0-224 0,5 0-302 0,3-3-358 16,5 1-376-16,1-3-142 0,7-4 411 15,1-2 760-15</inkml:trace>
  <inkml:trace contextRef="#ctx0" brushRef="#br0" timeOffset="24863.87">14022 4581 15 0,'2'3'277'0,"1"3"167"0,2 0 141 0,1 5 88 15,4 2-177-15,2 5-27 0,4 1 7 0,1 3 28 16,3 4-13-16,3 3-68 0,2 2-51 16,2 5-93-16,3 3-14 0,3 3-34 0,2 4-26 15,0 3-31-15,0 3-27 0,-2 3-21 16,-1 1-54-16,-2 2-31 0,-2 4-13 0,-2 1-9 16,-3 3-4-16,-5-1-3 0,-3 3-3 15,-2-1-3-15,-5-2-2 0,-2 2-5 0,-3-2 0 0,-3-1 1 16,-4-3 0-16,-2-2-2 0,-1-2-25 15,-2-3-49-15,-5-1-45 0,-1-6-77 0,-2 0-140 16,3-7-220-16,-7-4-285 0,3-4-231 16,-2-8-210-16,1-8 45 0,0-6 449 0</inkml:trace>
  <inkml:trace contextRef="#ctx0" brushRef="#br0" timeOffset="35148">3584 7560 4 0,'0'0'4'16,"0"0"-4"-16,0 0-1 0,-2 0 0 0,2 0-1 16,0 0 2-16,0 0 0 0,0 0 0 0,0 0 2 15,0 0-2-15,0 0 2 0,0 0-2 0,0 0 3 16,0 0 1-16,0 0 4 0,-1 0 4 0,1 0 7 16,0 0 9-16,0 0 10 0,0-2 10 15,0 2 10-15,0 0 9 0,0 0 5 0,0 0 0 16,0 0-5-16,0 0-11 0,0 0-15 0,0 0-12 15,0 0-9-15,0 0-9 0,0 0-5 0,0 0-3 16,0 0-2-16,-2 0 3 0,2 0-4 0,0 0 0 16,0 0 0-16,0 2 1 0,0-2-1 15,0 0 2-15,0 1-1 0,-1 1 1 0,1-2 7 16,-2 1 1-16,2-1 10 0,0 2 10 0,0-2 11 16,0 0 5-16,0 0 1 0,0 0 3 0,0 0-3 15,0 0-5-15,0 0-7 0,-2 0-6 0,2 0-2 16,-1 0-1-16,1 0-10 0,0 0-3 15,-2-2-6-15,2 2 0 0,0-1-1 0,-1 1-8 16,-1 0 2-16,0-2 0 0,2 2 2 0,0 0 0 16,-1 0-2-16,1 0 5 0,-2 0-5 15,2 0 2-15,0-1 0 0,-1 1 0 0,1 0 0 16,0 0-2-16,-2 0 0 0,2 0-2 0,0 0-2 16,0 0 2-16,0 0-1 0,0 0-1 0,0 0 0 15,0 0 2-15,0 0-1 0,0 0-1 16,0 0-1-16,0 0 3 0,0 1 2 0,0-1 0 15,0 2 2-15,0-2-2 0,0 0 0 0,0 1 0 16,0-1-2-16,0 2 0 0,0-2 0 0,0 1 0 16,0 1-1-16,0-2 1 0,0 1 22 15,0 1-11-15,0 0 22 0,0-2 10 0,0 1 4 0,0-1 6 16,0 1-24-16,0-1-16 0,0 2-11 16,0-2-4-16,0 0-3 0,0 1-3 0,0 1-1 15,0-2 24-15,0 0-11 0,0 1-8 0,0-1 2 16,0 1 1-16,0-1 1 0,0 0 2 0,0 2-2 15,0-2-4-15,0 0-3 0,0 1-6 16,2-1-4-16,-2 2-2 0,1-2 1 0,-1 2 3 16,0-1 4-16,2 0 2 0,-2-1 5 0,1 4 4 15,-1-3-1-15,0 1-3 0,2-1 4 16,-2 1 0-16,0-1 2 0,0 2 0 0,0-2 2 16,0 1 2-16,0 0 1 0,0-2-1 0,0 0-2 15,-2 2 4-15,2 1-3 0,-1-3 3 0,-1 1 3 16,1-1 0-16,-1 0-1 0,0 0 1 15,-2 0-1-15,4 0-1 0,-3-1 1 0,0-2-3 16,1 3 3-16,0-2-3 0,1 0 3 0,-1 0-1 16,-1 1-1-16,1-2-27 0,1 2-9 0,-1-2-12 15,-1 1-5-15,1-1 0 0,2 1 1 16,-4 0 23-16,2 0 10 0,1 0 12 0,-1 1 1 16,1-1 3-16,-1 1 4 0,2 0-1 0,-2-1 3 15,2 1 1-15,-1 1 3 0,1 0-4 0,-2-2 0 16,2 2-3-16,0 0-3 0,0 0-1 0,0 2-2 15,0-2-2-15,2 1 1 0,-1 1-3 0,1 0 2 16,1 0-2-16,-1 1 19 0,1-1 14 16,1-1 4-16,1 0-7 0,-2 3-5 0,2-3-14 15,-2 1-38-15,2-1-45 0,0 1-36 0,1-2-64 16,-3 1-46-16,2 0-20 0,-2 1 29 0,0-1 55 16</inkml:trace>
  <inkml:trace contextRef="#ctx0" brushRef="#br0" timeOffset="35364.62">3584 7671 18 0,'-2'-2'9'16,"1"2"-4"-16,-1-1-2 0,2 1 0 0,-3-2-3 15,3 1 0-15,-2-1 0 0,1 2-1 0,-1-2-1 16,2 1-1-16,-1-1-2 0,-1 2 1 16,2 0-1-16,0 0 0 0,0 0 0 0,-2-1 3 15,2 1 0-15</inkml:trace>
  <inkml:trace contextRef="#ctx0" brushRef="#br0" timeOffset="37367.12">3464 7710 28 0,'0'0'33'15,"0"0"5"-15,-2 0 1 0,1 0-2 0,1 0-6 16,0 0-5-16,0 0-7 0,-2 0-5 0,2 0-3 16,0 0-2-16,-1 0-1 0,-1-2 0 15,2 2-1-15,0 0-1 0,0-1 1 0,0 1 2 16,-2 0-4-16,2 0-2 0,0-2 1 0,0 2 0 15,0 0 0-15,0-1-3 0,0 1 0 0,0-1-1 16,0 1 0-16,0 0 1 0,0 0-2 16,0 0 0-16,0 0 0 0,0-2-1 0,0 2 2 15,0 0-1-15,0 0 1 0,0-2 0 0,0 2 0 16,0 0 0-16,0 0-1 0,0 0-3 0,0 0 0 16,2 0 2-16,-2 0-2 0,0 0 3 15,0 0 0-15,0 0 0 0,0 0 2 0,0 0-2 16,0 0-1-16,0 0-2 0,0 0 2 0,2 0-5 15,-2 0-1-15,1 0-5 0,-1 0-3 0,0 0-5 16,0 0-2-16,0 0-3 0,0 0 1 16,0 0-1-16,0 0 2 0,2 0 0 0,-2 0 1 15,0 0-1-15,0 0-2 0,0 0-1 0</inkml:trace>
  <inkml:trace contextRef="#ctx0" brushRef="#br0" timeOffset="42138.85">2474 7978 96 0,'11'-3'233'0,"-3"-1"91"15,3-1 0-15,-2-1-47 0,1 0-39 0,-2-1-9 16,-2-2 15-16,2 1 52 0,-2-3 76 16,-1 1 71-16,0 0 59 0,-2-3 30 0,0 2-8 15,-1-3 26-15,2 2-37 0,-2 1-63 0,-2 3-73 16,-2-1-63-16,-2-1-51 0,-1 3-73 0,-1 0-47 15,-2 1-36-15,-6 0-25 0,1 1-21 0,-6 4-17 16,-2 2-14-16,-2 1-11 0,-4 5-9 16,-2 4-4-16,-2 2-3 0,-1 5-3 0,0 6 5 15,-1 3-5-15,2 4-1 0,1 6-1 0,1-1 1 16,4 4-1-16,1 3-5 0,7-1 7 0,1 2 2 16,5 0 1-16,4 0 2 0,4-3 1 0,3 0 0 15,5-4-5-15,1 0-2 0,4-6-1 16,4 1-5-16,2-3-4 0,3-3 0 0,1-2-1 15,1-3 1-15,3-5-1 0,1 0 3 0,2-3-5 16,0-4-10-16,-2-3-15 0,4-3-31 0,-1-3-63 16,1-3-66-16,-4-3-89 0,2-2-135 0,-4-1-201 15,-2-2-299-15,0-1-225 0,-1 2-199 16,-4-3 57-16,1-1 443 0</inkml:trace>
  <inkml:trace contextRef="#ctx0" brushRef="#br0" timeOffset="42708.81">2792 8190 90 0,'8'-14'699'0,"-2"6"546"16,-3 1 169-16,-1 3-101 0,-4 2-394 0,1 2-364 16,-3 5-180-16,0 1-108 0,-1 3-73 0,0 6-68 15,-4 2-37-15,2 6-21 0,1 3-12 0,-2 5-15 16,2 1-7-16,0 2-11 0,1 1-5 0,3 1-9 16,-1-2-8-16,3-2-1 0,3-5-3 15,2-3-2-15,0-3 0 0,5-7 0 0,2-2 2 16,3-7 6-16,0-6 4 0,5-7 0 0,0-7 0 15,1-7-1-15,3-8 3 0,0-5-5 0,-2-4-1 16,2-3 0-16,-1-2 2 0,1 1-4 0,-5 0-6 16,0 4-2-16,-1 3-2 0,-3 6 1 15,-5 2-1-15,1 8 5 0,-5 5 4 0,-1 3 1 16,0 6 1-16,-4 4-1 0,-1 7 4 0,0 7 3 16,-1 9 2-16,-2 5-1 0,-1 5 0 0,3 2 0 15,-1 6-4-15,2-2-2 0,0 1 0 16,3-2-1-16,4-3 0 0,-1-3-6 0,5-5-5 15,0-4-3-15,4-4-1 0,2-7 6 0,3-6 4 16,-1-6 7-16,5-10 4 0,1-9 4 0,-1-7-5 16,4-6-8-16,-2-8-6 0,1-4-3 0,1-5 0 15,-1-3-2-15,0 0 4 0,-4 0 4 16,0 2 7-16,-3 2 4 0,-4 6 3 0,-2 4 2 16,0 2 2-16,-6 8-1 0,0 5-3 0,-1 4-1 15,-4 6 0-15,3 3 1 0,-3 3-1 0,-1 3 0 16,-1 6-8-16,1 6-5 0,-2 1-1 15,3 7-5-15,-3 2 1 0,5 7-2 0,-2-1 6 16,4 7 3-16,2 2 2 0,0 3 1 0,3 1 5 16,2 5 2-16,0-1 0 0,2 3 0 0,0-3-3 15,4 1 0-15,-1-7-7 0,2 1-2 0,-1-7 0 16,2-5-1-16,-2-2 2 0,0-6-1 16,-4-5-1-16,1-5-3 0,-1-4-5 0,-5-4-7 15,-3-4-11-15,-5-2-26 0,-3-4-53 0,-3 0-58 16,-5-3-57-16,-3-1-87 0,-6 0-126 0,-5-2-153 15,-4 2-225-15,-1 0-217 0,-6-1-196 16,-3-2 15-16,-4-3 342 0,2-3 436 0</inkml:trace>
  <inkml:trace contextRef="#ctx0" brushRef="#br0" timeOffset="42873.68">3435 7906 390 0,'-27'-25'879'0,"4"1"321"0,1 3-1 16,4 3-321-16,2 0-299 0,7-2-226 16,2 1-138-16,3 2-79 0,7-3 16 0,3-1 33 15,4-2 4-15,5 0-10 0,0-1-23 0,5 0-12 16,1 0-52-16,4 0-49 0,-1-1-27 0,3 5-13 15,-1 1 7-15,3 2 3 0,-1 4-3 0,1 2-1 16,1 4-1-16,3 4-4 0,-4 3-11 16,1 3-65-16,0 4-73 0,0 4-157 0,-2 1-285 15,1 3-299-15,-4 1-362 0,0 3-226 16,-1 5 70-16,-3-2 647 0</inkml:trace>
  <inkml:trace contextRef="#ctx0" brushRef="#br0" timeOffset="43572.68">4181 7582 13 0,'4'-6'344'15,"-3"2"257"-15,1-1 225 0,-2 1 109 16,1 1-194-16,1-2-162 0,0 3-121 0,-1 0-70 16,-1 0-68-16,2 0-91 0,1 2-36 0,3 2-29 15,0 2 60-15,4 0 14 0,3 5 9 16,1 3-2-16,5 4-38 0,-2 3-29 0,4 9-64 15,-2 0-29-15,0 6-22 0,0 1-12 0,-2 5-9 16,-1 1-9-16,-2 1-7 0,0 3-7 16,-4-1-7-16,1 0 3 0,-2-2-1 0,-2-2-1 15,-1-1-2-15,-1-7-2 0,-2-4 0 16,2-4-6-16,-1-6-6 0,-2-5 1 0,1-2 0 16,2-7 3-16,-2-5 0 0,2-8 3 0,1-8 2 15,2-5-1-15,-2-5 0 0,1-6-2 16,1 0-2-16,1-1 0 0,-1 1-2 0,-2 4 0 15,1 3-1-15,-1 5 0 0,-1 5 2 0,-2 4 0 16,0 2 1-16,-1 1 2 0,-1 7 1 0,-1 2 0 16,-1 6 1-16,-1 6-1 0,-1 6 0 15,-2 6-2-15,1 4 0 0,-1 5-1 0,3 2-2 16,2 2-2-16,0 1-2 0,2-4-2 16,4-1-1-16,5-4-2 0,0-4-2 0,3-6-9 15,2-4-25-15,3-8-67 0,2-7-67 0,-1-7-115 16,4-8-171-16,1-5-280 0,2-4-319 15,0-5-231-15,2-4-158 0,1-1 260 0,-2-1 567 16</inkml:trace>
  <inkml:trace contextRef="#ctx0" brushRef="#br0" timeOffset="43822.64">5032 7968 61 0,'14'3'595'0,"-4"4"490"0,-5 6 201 0,2 3-47 16,-5 6-291-16,1 5-304 0,0 3-194 16,-3 5-112-16,0 2-70 0,2 4-70 0,-2-1-77 15,2 1-45-15,-1-1-27 0,4-3-14 0,0-1-13 16,4-5-8-16,-1-4-9 0,2-3-4 15,-1-6-2-15,5-5-1 0,-2-6 1 0,0-4 3 16,1-7 1-16,-1-5 3 0,-2-6-4 0,-1-5 2 16,-2-6-1-16,0-3 1 0,-4-1 0 15,-1-2 1-15,-2 1 2 0,-3-1 0 0,-5 1 0 16,0 0-2-16,-6 2-6 0,0 1-2 16,-2 1-2-16,-1 3-11 0,-1 5-28 0,1 2-66 15,-2 4-58-15,3 7-113 0,0 4-176 0,2 7-306 16,4 1-308-16,3 7-234 0,4 1-148 15,3 2 293-15,3 1 588 0</inkml:trace>
  <inkml:trace contextRef="#ctx0" brushRef="#br0" timeOffset="44738.68">5533 8061 191 0,'0'0'523'0,"0"0"317"0,0 0 201 0,0 0-167 15,0-2-209-15,0 2-160 0,0 0-117 0,0 0-88 16,0 0-64-16,0 0-40 0,0 2-39 0,2-2-19 16,-1 0 8-16,-1 0-6 0,2 0 3 0,0 0-16 15,-1 0-10-15,-1 0-17 0,2 0-28 16,-1 0-13-16,1 0-8 0,-2 0-2 0,0 0 7 16,0 0 6-16,0 2 6 0,-2-2 5 15,2 3-11-15,-1-2 0 0,1 4-6 0,0-1-3 16,0 8-7-16,0 0-6 0,0 6-7 0,-2 2-9 15,1 6-8-15,-1 0-6 0,-1 1-5 0,1 1-1 16,1-2-3-16,1 0 0 0,1 1 0 0,-1-7 0 16,3 2-1-16,-1-5-1 0,3 0 1 15,1-4-2-15,1-1 0 0,2-1 0 0,2-4-1 16,0-1 1-16,5-4 1 0,0 2 1 16,3-4 0-16,1-1 0 0,3-2 0 0,0 1 0 15,1 0 0-15,1-1 0 0,0 3 0 16,-1-1 0-16,-2 1 1 0,0 0 0 0,-4 0 0 15,-1 1-1-15,-2-1 0 0,-3 0 2 0,-2 0 0 16,-4 0 1-16,0 0 6 0,0-2 4 16,-4-3 1-16,1-2 2 0,-1-2 1 0,-1-5 0 15,-1-2-2-15,-1-3-2 0,-1-4-1 0,-1-2-1 16,0-2-2-16,-2-1-6 0,-1-2-7 16,1 2-1-16,0-1-3 0,2 4-2 0,-2 2-1 15,2 5 2-15,2 2 3 0,-1 5-1 0,-1 2-2 16,6 1-4-16,-1 5-11 0,2 1-15 15,3 2-55-15,1 2-72 0,4 1-118 0,-1-3-200 16,5 2-296-16,3-2-357 0,2 0-294 0,1-2-140 16,0-3 375-16,3-1 668 0</inkml:trace>
  <inkml:trace contextRef="#ctx0" brushRef="#br0" timeOffset="44888.6">6321 8010 43 0,'14'9'748'0,"-6"5"769"15,-2 2 127-15,-4 4-284 0,-2 4-403 0,-2 1-391 16,-4 4-222-16,1 3-142 0,-3 2-71 15,-3 4-41-15,2-2-31 0,-1 1-20 0,1-5-18 16,1-1-10-16,3-6-8 0,0-3-10 0,2-5-19 16,1-2-55-16,2-7-83 0,2-4-166 15,1-8-272-15,0-4-323 0,4-7-396 0,-2-8-326 16,1-4 54-16,2-5 750 0</inkml:trace>
  <inkml:trace contextRef="#ctx0" brushRef="#br0" timeOffset="45055.89">6395 7630 301 0,'-2'-34'1164'16,"-2"5"498"-16,-2 9-150 0,-1 1-321 0,-1 7-484 16,-1 3-281-16,1 2-191 0,0 2-99 15,1 4-55-15,1 2-33 0,0 1-26 0,3 2-15 16,1 2-8-16,2 0-4 0,2 2-20 0,3-1-72 16,1 1-77-16,2-2-146 0,1-4-271 15,1 1-325-15,2-3-369 0,1-3-230 0,3-3 34 16,-2 0 620-16</inkml:trace>
  <inkml:trace contextRef="#ctx0" brushRef="#br0" timeOffset="45288.34">6638 7333 59 0,'7'-3'623'16,"-1"5"493"-16,-1-1 166 0,0 5-70 0,1 4-257 16,0-1-319-16,-1 7-182 0,0 2-95 0,1 3-56 15,-1 4-59-15,-2 5-82 0,3 3-49 0,-1 2-29 16,0 4-23-16,0 4-17 0,0 5-14 15,-1 4-9-15,4 2-9 0,-3 1-6 0,1 1-5 16,-1 2-3-16,3-2-2 0,-1-3-3 0,0-3-1 16,-1-3-2-16,-1-6-7 0,-2-3-10 15,2-6-12-15,-2-2-22 0,-3-4-60 0,0-5-67 16,-3-3-85-16,-2-4-146 0,1-2-219 0,-1-4-312 16,0-4-245-16,0-2-185 0,0-2 71 15,-1-5 495-15</inkml:trace>
  <inkml:trace contextRef="#ctx0" brushRef="#br0" timeOffset="45457.39">6564 8083 145 0,'-3'0'341'16,"1"0"141"-16,1 0 65 0,1-1-168 15,3-5-163-15,-1 4-100 0,1-4-62 0,3-1-38 16,0 1-45-16,2-2-63 0,-1 1-130 0,1-1-179 15,-1 1-84-15,1 1 21 0,0 0 100 16,-1 0 131-16</inkml:trace>
  <inkml:trace contextRef="#ctx0" brushRef="#br0" timeOffset="46038.68">6736 7982 102 0,'-17'4'596'15,"4"-4"424"-15,-1 2 186 0,3 2-83 0,3-4-424 16,1 1-278-16,2 0-164 0,0-1-103 16,5 3-68-16,0-3-37 0,5 0-10 0,4 2 8 15,2 0 6-15,5-2 1 0,5 3 1 0,1-2-1 16,3-1-9-16,-1 0 53 0,4-1 27 15,1-2 11-15,1-1 0 0,0 0-3 0,-2-3-9 16,2 2-61-16,-3-1-31 0,2 0-19 0,-3 0-10 16,-2 1-4-16,0 0-4 0,-2 1 0 15,-2-1-26-15,-2 2-57 0,-2 3-54 0,-5-2-116 16,0 4-181-16,-5 2-306 0,-3 2-297 16,-3 3-216-16,-5 3-110 0,-2 2 345 0,-4 1 547 15</inkml:trace>
  <inkml:trace contextRef="#ctx0" brushRef="#br0" timeOffset="46355.83">7157 8406 23 0,'21'15'338'0,"-1"-2"252"0,-1-3 251 16,3 1 127-16,2-4-259 0,1-3-151 0,-2-4-87 15,2-3-71-15,0-5-68 0,0-3-57 0,2-5-25 16,0-2 15-16,-3-4-4 0,1-4-9 15,-3-3-26-15,-4 0-27 0,-1-1-35 0,-4 1-47 16,-4 3-21-16,-4 3-18 0,-3 1-8 0,-4 2-8 16,-6 2-12-16,-3 6-14 0,-3-1-12 0,-5 6-9 15,-2 3-7-15,-1 5-5 0,-3 5-1 16,-2 5-2-16,3 2-1 0,3 5 1 0,3 3-2 16,2 2 0-16,3 3-2 0,5 4 0 15,3-1 0-15,5 3 0 0,2-1 2 0,4 2 0 16,4 0 0-16,4-2 1 0,4-1-5 15,4-4-15-15,5-3-49 0,4-5-73 0,4-4-116 16,3-5-216-16,3-2-305 0,2-6-352 0,0-4-326 16,-1-2-135-16,-1-3 402 0,-1-1 708 15</inkml:trace>
  <inkml:trace contextRef="#ctx0" brushRef="#br0" timeOffset="46922.37">8541 7563 28 0,'9'-16'472'0,"-3"3"387"0,1 6 239 16,-1 5 33-16,3 5-341 0,-1 7-247 16,2 7-92-16,4 6-33 0,0 6-47 0,2 7-51 15,-2 3-38-15,2 5-37 0,0 2-67 0,1 6-48 16,-4 2-30-16,3 3-25 0,-3 1-18 16,-1 0-18-16,2-2-14 0,-2-2-12 0,0-6-7 15,-1-6-5-15,-3-6-3 0,3-5 0 0,-5-8 1 16,1-5 4-16,-4-5 7 0,0-3 5 15,-3-5 1-15,0-7 3 0,-3-7 0 0,0-5-4 16,-4-8-4-16,-2-4-3 0,-2-7-1 0,-2-3-2 16,-2-6 0-16,-3-3-3 0,-2-5 0 15,-1-2-2-15,-4-3-2 0,4-3 0 0,-1 0-1 16,2 4 1-16,4 3 1 0,0 4 0 0,5 7 1 16,1 5-1-16,3 7-1 0,2 2-1 15,3 7-1-15,2 1-2 0,5 4 1 16,4 3 2-16,2 0 0 0,5 2 0 0,3 3 1 15,5 1 0-15,3 2 0 0,1 1 0 0,4 2-1 16,-1 0 2-16,3 0-1 0,0 1 2 0,-2 2-2 16,1 0 2-16,1 1 0 0,-3 4 0 15,1-1-1-15,-4 3-2 0,-1 1-3 0,-3 0-10 16,-5 3-18-16,-2 0-47 0,-6 3-74 16,-5 0-80-16,-4 0-143 0,-5 1-195 0,-6 1-316 15,-3-2-284-15,-5 4-196 0,-1-4-24 0,-7 1 444 16,-2 1 520-16</inkml:trace>
  <inkml:trace contextRef="#ctx0" brushRef="#br0" timeOffset="47105.6">8726 7903 321 0,'1'3'745'0,"-1"0"264"0,5-1 39 0,1 0-168 16,4-2-303-16,1-2-196 0,6 2-101 16,-1-4-52-16,6 0-32 0,0 0-70 0,3-2-49 15,2-1-35-15,5 2-14 0,1-4-10 0,2 0-7 16,5 0-5-16,1 2-4 0,3 1-21 15,-3-1-106-15,0 4-235 0,-3 2-277 0,-5 1-274 16,-3 2-278-16,-3 2-152 0,-6 3 353 0,-1 1 592 16</inkml:trace>
  <inkml:trace contextRef="#ctx0" brushRef="#br0" timeOffset="47788.02">9668 7890 45 0,'-5'-9'602'15,"0"2"492"-15,-2 1 206 0,0 1-46 16,-1 2-285-16,2 3-341 0,-2 0-201 0,2 3-109 15,1 4-76-15,0 2-69 0,2 6-72 0,1 7-39 16,2 3-21-16,2 6-10 0,1 7 1 16,2 2-1-16,0 3-5 0,4 0-7 0,-1 3-3 15,0-2-2-15,3-4-7 0,3-5-7 0,-1-1-1 16,3-6 1-16,-2-2-1 0,5-5-1 16,1-5-1-16,-2-5 3 0,4-5 0 0,-3-7-3 15,2-7-1-15,-1-5-2 0,-1-4 1 16,2-4-2-16,-1 0 0 0,-4 0 2 0,1 2 3 15,-2 2 2-15,0 4-3 0,-2 3 1 0,1 6-1 16,-3 4 0-16,2 3 0 0,0 7 1 16,-2 0 1-16,4 7 0 0,-3 0 3 0,2 4 2 15,-3-1-1-15,3 3 0 0,0-3 0 0,-2-2 1 16,0-4-4-16,1 1 1 0,-2-5 1 16,1-4 1-16,0-5 4 0,0-5 6 0,-1-6 10 15,-1-5 7-15,1-7 6 0,-2-2 7 0,-1-4 5 16,-1-5 2-16,0-1-4 0,-4-5-2 15,-1-3-5-15,-2-2-6 0,-2-3-8 0,-1-1-6 16,-6-4-6-16,1 3-4 0,-3-2-6 0,-5 1-2 16,2 6-2-16,-3 1-1 0,1 6-1 0,0 5 0 15,2 8-4-15,-2 4-12 0,6 6-20 16,-2 3-42-16,4 6-79 0,3 5-124 0,2 7-237 16,3 2-298-16,5 2-353 0,4 5-360 15,4-1-105-15,1-1 485 0,5 5 729 0</inkml:trace>
  <inkml:trace contextRef="#ctx0" brushRef="#br0" timeOffset="51057.84">10828 7666 12 0,'-7'-13'498'0,"0"3"479"0,1-1 251 16,-1 3-45-16,1 3-330 0,2 2-360 0,1 0-196 16,1 7-126-16,0 3 7 0,4 5 9 15,3 8-5-15,2 4-2 0,1 7 15 0,2 4-9 16,2 5-61-16,1 2-43 0,3 4-14 0,-2-1-12 15,3 4-21-15,-2 1 2 0,-1 0 0 0,3 1-3 16,-4-1-8-16,1-2-5 0,-1-2-4 16,-1-4-7-16,0-1-3 0,-3-2-1 0,0-5-2 15,0-2 0-15,-3-2-1 0,0-5 0 16,0-1-2-16,-1-4 0 0,-2-2-2 0,-1-5-2 16,0-1-25-16,-2-4-68 0,-2-2-64 0,0-6-97 15,-3-6-156-15,-2-4-250 0,-1-6-315 0,2-3-221 16,-3-5-182-16,-1-3 144 0,-2-4 501 15</inkml:trace>
  <inkml:trace contextRef="#ctx0" brushRef="#br0" timeOffset="51274.79">10890 8128 198 0,'5'6'596'0,"-2"2"257"16,2 1 107-16,1 0-91 0,5 3-275 0,0 1-187 15,4 2-86-15,0-2-23 0,1 4-39 16,3-2-65-16,1-2-56 0,1 1-49 0,1-2-38 15,0 1-22-15,0-5-13 0,-1 1-8 0,3-4-7 16,-1-2-3-16,-2-1-1 0,1-6-2 16,0 2 0-16,0-6-4 0,-4-1-11 15,-1-4-58-15,-2-1-141 0,-3-4-234 0,-2 0-279 16,-2-3-265-16,-3 0-231 0,-2-3 47 0,-3 1 462 16</inkml:trace>
  <inkml:trace contextRef="#ctx0" brushRef="#br0" timeOffset="51496.05">11238 7741 140 0,'3'-5'707'0,"0"7"419"0,-1 1 105 0,1 5-113 15,5 2-385-15,-2 3-209 0,1 8-119 16,2-1-64-16,0 3-50 0,1 7-34 0,0-2-48 16,-1 4-73-16,2 0-42 0,-3 2-29 0,3-1-18 15,0 3-17-15,-3-2-13 0,3 1-9 16,0-1-6-16,-3-1-1 0,3 0-3 0,-2 0-1 15,1 1 0-15,-2-2-4 0,1 1-22 16,-1 0-71-16,-3 0-73 0,-3-1-136 0,-1-1-217 16,-1 0-318-16,2-6-342 0,-2-1-232 15,3-4-56-15,-3-6 485 0,3-6 583 0</inkml:trace>
  <inkml:trace contextRef="#ctx0" brushRef="#br0" timeOffset="52106.39">11820 7888 288 0,'6'-14'1011'16,"-1"1"516"-16,-2 5-27 0,-1 2-279 0,-1 2-499 15,-1 2-281-15,0 2-155 0,0 1-110 16,0 1-63-16,0 7-34 0,0 4-23 0,0 2-10 16,0 4-1-16,0 5-8 0,2 5-4 15,-2 0-4-15,0 5-1 0,0 3-5 0,0 1-9 16,0 1-3-16,0-1-6 0,0-3-5 0,2-1-2 15,0-8-1-15,1-2-2 0,-1-4 0 16,1-3 1-16,2-8 1 0,-2-1 3 0,1-3 2 16,-1-5 2-16,0-5 1 0,1-4 1 15,-2-5 1-15,0-5-3 0,-1-4 0 0,-1-4 0 16,0-5-2-16,0-2 0 0,-3-5-1 0,1-1-1 16,-4-3 1-16,0-4-2 0,-2-1 0 15,-2-2-1-15,-2 0 0 0,-1 0 1 0,-1 6 1 16,5 3 1-16,-3 7 2 0,2 5 0 0,3 5 0 15,-1 6-2-15,3 3-1 0,2 6-2 16,0 3-1-16,2 7 0 0,-1 5 0 0,4 4 0 16,2 7 2-16,-1 4 2 0,2 5 3 0,3 2 0 15,0 2 0-15,3 2 0 0,-1 1 1 16,1-1-2-16,1-1-1 0,1-1-1 0,-1-4-1 16,3-4 0-16,0-3-2 0,0-5 0 0,2-6 0 15,-1-4 0-15,4-9 1 0,0-5 1 16,2-7 0-16,1-7-1 0,1-4 0 0,-2-4 0 15,0-2 0-15,0-1-1 0,-4 2 1 0,-1 5 2 16,-2 4 1-16,-3 2 0 0,-4 6 2 16,0 4 1-16,-3 2 4 0,-1 4 0 0,-1 5 7 15,-1 3 4-15,0 5 5 0,-2 7 1 16,-2 5 0-16,0 4-1 0,-1 4-5 0,2 4-7 16,-2 4-3-16,1 2-5 0,2 4 0 15,2 3-5-15,-2 1-2 0,4 3-1 0,-1 2-3 16,2-1-2-16,2-1-3 0,1 0-13 0,2-3-23 15,3-2-77-15,1-4-103 0,-1-4-205 16,3-4-293-16,1-4-357 0,2-1-425 0,-1-6-191 16,2-4 321-16,1-3 799 0</inkml:trace>
  <inkml:trace contextRef="#ctx0" brushRef="#br0" timeOffset="52607.74">12963 7953 11 0,'-7'5'533'0,"0"0"498"0,1-2 238 16,-1 0-80-16,2 0-330 0,2 0-366 15,0 0-202-15,1 0-109 0,2-2-12 0,2 3 9 16,1 1-4-16,3-2-12 0,3 2 3 0,3 0-2 16,2 1-40-16,5-2-41 0,2 1-22 15,1 0-14-15,3-1-19 0,2-1-13 0,-2-1-6 16,1-2-3-16,1 0 0 0,-2 0-2 0,0-2-2 15,-1-1-3-15,-5 0-40 0,-2 0-70 16,-4 0-89-16,-1 0-162 0,-5 3-291 0,-4-2-333 16,-3 2-319-16,-2 2-178 0,-4 1 169 0,-5 0 636 15</inkml:trace>
  <inkml:trace contextRef="#ctx0" brushRef="#br0" timeOffset="52889.97">13191 7795 40 0,'14'-2'470'0,"0"0"392"0,2 4 223 16,1-1 34-16,2 4-331 0,3-1-290 15,2 3-133-15,3-1-100 0,3 5 24 0,0-2-36 0,0 2-32 16,2 0-1-16,-2 1-14 0,0 1-16 16,-3 0-63-16,0 0-24 0,-5 2-13 15,-5 2-21-15,0 0-13 0,-4 1-6 0,-2 3 1 16,-5 2-6-16,-6 3-6 0,-1 2-10 15,-7 1-8-15,-1 0-4 0,-4 5-9 0,-4-1-5 16,-1-2-4-16,-2 1-2 0,-2-2 0 0,2-4-2 16,1-3-14-16,1-3-54 0,3-5-79 15,-2-4-161-15,4-5-274 0,4-4-320 0,-1-4-388 16,4-3-308-16,6-1 33 0,3-4 722 0</inkml:trace>
  <inkml:trace contextRef="#ctx0" brushRef="#br0" timeOffset="54023.55">14503 8020 276 0,'2'-4'556'0,"-2"1"277"0,0 0 187 15,-2 0-229-15,2 1-168 0,-2 1-109 0,2-2-89 16,-3 3-48-16,3 0-30 0,0 0-51 0,0 3-47 16,0-2-35-16,0 4-37 0,3 4-49 15,2 4-39-15,2 6-26 0,2 9-16 0,0 4 1 16,3 6 2-16,2 4-2 0,-2 5-9 0,1 1-6 15,1 1-1-15,-1 4-9 0,-1 1-6 16,0-2-3-16,0 1-6 0,-2-1-1 0,-2-5-5 16,0-2-2-16,-1-5-1 0,-2-3-1 15,2-6 1-15,-3-6-1 0,0 0 3 0,-3-9 6 16,1-3 8-16,-1 0 7 0,-2-8 2 0,-1-2 2 16,-1-6-2-16,-2-5-6 0,0-5-7 15,-1-5-6-15,-2-6-1 0,0-4-3 0,0-7-1 16,2-4 0-16,-3-3-3 0,2-4-1 0,2-4 0 15,2 0 1-15,3 0 1 0,2-1 1 16,1 0 4-16,2 1 1 0,1 2-3 0,3 4 1 16,1 0-2-16,1 3-2 0,2 5-2 0,0 3 0 15,0 5 0-15,-3 4-1 0,1 3-1 16,0 4 3-16,-1 4 0 0,-1 1 0 0,1 3 1 16,-2 4 1-16,1 4 1 0,-2 2 1 0,2 4 1 15,-3 5 1-15,1 3 1 0,-2 4-1 16,-2 5 5-16,-2 2 5 0,2 4-1 0,-3 3 1 15,-3 4-1-15,0-1-2 0,2 3-3 0,-3 1-4 16,1-1 0-16,0-3-1 0,1-2-2 16,2-2 0-16,2-4-1 0,1-3-3 0,0-5 0 15,1-4 1-15,0-5-1 0,5-2 0 16,-2-6-6-16,3-7-6 0,2-5-15 0,2-6-22 16,2-6-34-16,0-3-46 0,4 0-42 15,-2 0-38-15,4-1-21 0,0 3-17 0,0 0 13 16,-1 3 40-16,1 4 46 0,0-2 37 0,-3 6 26 15,2 1 27-15,-3 1 23 0,0 4 15 16,-2 0 8-16,-5 2 24 0,-2 2 20 0,1 0 22 16,-4 1 18-16,-1 1 31 0,-2-1 72 0,0 1 62 15,1-1 25-15,-4-2-7 0,0 0-14 0,0-1-27 16,-4-5-51-16,-1 2-59 0,-1-5-34 16,-2 1-14-16,-3-4-13 0,0 0-7 15,-5-1-9-15,0-1-3 0,-4-1-4 0,2 0-6 16,-4 1-1-16,0 2-1 0,0 3-1 0,3 1 0 15,0 5-3-15,3 1 0 0,-1 6-3 0,4 6-4 16,1 4-1-16,4 3-1 0,1 4-2 16,2 3-12-16,4 2-44 0,2 1-77 0,-1 1-112 15,5 2-210-15,3-1-301 0,2 1-352 16,4-2-326-16,2-3-124 0,4 0 380 16,2-3 693-16</inkml:trace>
  <inkml:trace contextRef="#ctx0" brushRef="#br0" timeOffset="54874.51">15705 7824 232 0,'-4'-8'580'0,"-2"0"312"16,-2 3 166-16,0 1-176 0,0-2-263 0,-1 1-163 15,-4 0-95-15,4 2-62 0,-4 1-20 16,4 2-3-16,-1 0-9 0,-1 1-22 0,3 2-28 16,0 3-39-16,0 0-47 0,1 1-49 0,0 5-36 15,2 2-16-15,1 3-2 0,0 5 0 16,1 3-1-16,3 3-1 0,0 6 1 0,3 4 4 16,1 2-7-16,0 3-3 0,1 4-2 15,2-2-2-15,0 0-3 0,1 0-6 0,0-4-2 16,5-5-4-16,-4-2-2 0,3-6 0 0,0-7 0 15,1-3 0-15,1-5 0 0,0-9 1 0,-1-6 2 16,3-5 2-16,-2-9-1 0,3-6 0 0,-2-6 0 16,0-7 0-16,0-5 0 0,-3-3-1 15,1-4 0-15,-2 0 0 0,-5-4-2 16,0-1 0-16,-2-1-1 0,-4-1-2 0,-2-1 1 16,-3 0 1-16,0 4 1 0,-4-1 6 0,1 5 5 15,0 3 8-15,-1 5 3 0,0 6 2 16,-1 4 5-16,2 5-2 0,0 5-3 0,3 4-6 15,2 3-5-15,0 2-4 0,1 7-6 0,1 0-3 16,2 9-3-16,1 5-1 0,1 4 0 16,2 7 0-16,3 5 2 0,-2 4 2 0,2 5 2 15,2 3 1-15,0 3 1 0,-2 4 2 16,2 4 3-16,-1-2 2 0,1 1 2 0,0 1-1 0,0-5-1 16,0-1-1-16,1-7-6 0,1-1-2 15,1-7-3-15,1-4-1 0,-1-2 0 0,3-9 0 16,1-3 2-16,2-7 0 0,1-6 0 15,-2-3 1-15,4-9 0 0,-2-2 0 0,2-6 0 16,-4-3-2-16,0-1 1 0,1-4 0 0,-5 2-1 16,2 0 1-16,-5 2 2 0,-1 3 1 15,-1 6 5-15,-4 0 4 0,-1 6 5 0,1 1 1 16,-1 4 0-16,-3 2-2 0,-1 4-5 16,0 3-5-16,-1 4-3 0,-3 6-3 0,1 3 0 15,1 3-1-15,-1 5-1 0,2 2 0 16,-1 1-2-16,2 1 0 0,2 1 0 0,-1-1-2 15,4 0 0-15,0-1 0 0,1-2-6 0,3-2-13 16,1-4-19-16,3-4-48 0,3-5-77 16,-2-4-96-16,3-6-159 0,2-4-243 0,-3-5-328 15,4-3-298-15,1-5-178 0,0 0 109 0,-1-2 565 16</inkml:trace>
  <inkml:trace contextRef="#ctx0" brushRef="#br0" timeOffset="55129.68">16539 8111 5 0,'9'7'388'0,"0"1"390"0,-5 4 312 16,3 4 46-16,-2 0-312 0,-2 4-232 15,0 1-149-15,0 1-97 0,2 1-61 0,-1-1-50 16,1-1-43-16,2 0-35 0,-1-4-46 0,2-3-38 16,0-2-35-16,1-6-19 0,1-3-2 15,1-3-3-15,-2-5-2 0,3-6-3 0,-2-4 0 16,0-1 0-16,2-5 6 0,-4-2 30 16,-3-2 23-16,0-1 13 0,-3-1 7 0,-4 0 1 15,-1-2-10-15,-4 0-27 0,-1-1-20 0,-4-1-14 16,-2 2-7-16,-2 0-3 0,0 5-3 15,-3 5-1-15,-3 4-2 0,1 6-2 0,-1 9-2 16,-1 9-2-16,-1 6-16 0,3 5-68 0,-1 5-76 16,3 3-158-16,3 0-280 0,4 1-319 15,4 0-374-15,3-2-236 0,5 0 64 0,5-3 678 16</inkml:trace>
  <inkml:trace contextRef="#ctx0" brushRef="#br0" timeOffset="55958.35">17121 7874 45 0,'-1'-5'393'0,"-3"2"321"16,-2-2 285-16,-3 2 37 0,-1 0-284 0,-1 1-196 15,-3-4-132-15,1 3-93 0,-2 2-65 0,0 1-13 16,0 1-1-16,0 2-8 0,0 3-18 0,0-1-26 16,0 5-33-16,2 0-42 0,-1 5-44 15,4 3-29-15,0 6-15 0,4 4 0 0,0 6-4 16,4 4-5-16,1 6-5 0,2 1-4 16,3 0-1-16,3 2-7 0,1-5-4 0,3-1-4 15,3-5 0-15,-1-4 0 0,4-8-1 16,1-8 0-16,3-5-2 0,0-10 2 0,0-8 0 15,3-8 0-15,0-10-1 0,-1-7 3 0,1-9-1 16,0-5-3-16,-1-7 1 0,-1-5 0 0,-4-1 0 16,1 0-2-16,-6-2 1 0,-2 1 2 15,-5 1 1-15,-4 3 0 0,-2 1-1 0,-5 3 2 16,-2 3 2-16,-3 3 6 0,2 7 8 0,-1 7 6 16,-1 5 2-16,3 6 1 0,-1 3-2 15,3 7-6-15,-2 6-10 0,2 7-6 0,0 7-4 16,4 8-3-16,-1 4-2 0,2 5 1 0,3 8 2 15,2 2 1-15,0 4 1 0,2 5 0 16,2 3 0-16,-1 2 0 0,1 0 0 16,0 0-1-16,3-2-1 0,-2-3 1 0,3-6-1 0,0-4 0 15,3-7-3-15,-2-4 3 0,3-7 1 16,4-7-1-16,-4-6 3 0,5-5 1 16,2-8 1-16,0-4-1 0,1-6-1 0,0-1 1 15,1-4-2-15,0 0-1 0,0 1-1 0,-4 1 0 16,2 2-1-16,-4 3 1 0,-2 3 0 15,-3 3 0-15,-2 3 1 0,0 5 2 0,-5 2-1 16,-2 4 2-16,1 3 0 0,-6 5 1 0,-1 3-1 16,0 3 0-16,-1 6 0 0,-3 2 2 0,-1 4 0 15,2 2 1-15,2 0 1 0,-3 3-2 16,4-2 0-16,-1 2-2 0,2-1-3 0,1-1 0 16,1-4-1-16,0-1 0 0,4-3-1 15,-1-2-1-15,3-4 0 0,1-2-7 0,0-1-17 16,0-3-54-16,-2-4-73 0,1-2-94 0,0-3-175 15,-3-1-299-15,1-4-334 0,-3-1-281 0,1-2-161 16,0-3 209-16,1-5 643 0</inkml:trace>
  <inkml:trace contextRef="#ctx0" brushRef="#br0" timeOffset="56157.73">17809 7778 89 0,'-9'-42'665'0,"0"7"479"0,-3 5 197 16,2 6-21-16,1 5-360 0,0 2-355 15,2 5-186-15,-1 4-108 0,2 3-85 0,1 5-92 0,-1 4-62 16,5 3-34-16,1 2-17 0,0 4-11 16,1 3-4-16,5 2-3 0,-1 1-2 0,1 2-3 15,2 2-12-15,0-1-63 0,3 1-67 16,-3-2-114-16,2 1-196 0,0 1-308 0,2-3-341 16,-3 1-257-16,4-3-131 0,-2 2 353 15,1 0 631-15</inkml:trace>
  <inkml:trace contextRef="#ctx0" brushRef="#br0" timeOffset="56756.91">18766 7844 102 0,'-3'5'691'0,"-4"1"467"0,2 7 111 16,-1 1-122-16,-2 9-312 0,4 5-292 15,0 8-148-15,1 5-82 0,3 4-46 16,0 3-46-16,3 0-70 0,2 1-60 0,3-2-35 15,3-6-24-15,3-4-15 0,5-9-8 0,3-7-4 16,2-10-2-16,5-7-1 0,1-8 0 0,-2-9 0 16,2-6 2-16,-1-3-1 0,-6-8 1 0,-1 0-1 15,-4-2 1-15,-4-1 8 0,-5 2 7 16,-4 0 5-16,-6 3 7 0,-4 3 3 0,-5 1 4 16,-4 6-6-16,-2 1-6 0,-3 4-4 15,-3 5-6-15,0 5-6 0,-3 5-3 0,1 6-3 16,-1 3-1-16,1 6-2 0,3 3-2 0,3 5 1 15,3 0-1-15,1 3-3 0,6 2-3 0,7-3-4 16,1 2-18-16,4-3-60 0,6-4-73 16,2-3-109-16,4-2-197 0,6-3-306 0,0-7-344 15,8-2-268-15,0-7-131 0,4-4 338 0,1-6 651 16</inkml:trace>
  <inkml:trace contextRef="#ctx0" brushRef="#br0" timeOffset="57089.66">19417 7917 181 0,'9'-32'926'15,"-5"5"652"-15,-8 3 9 0,-2 5-296 0,-5 3-473 16,-3 5-315-16,-3 5-193 0,-3 6-130 0,-2 9-68 16,-3 4-40-16,-2 10-24 0,2 4-16 15,3 4-10-15,0 6-7 0,1 4-5 0,5 1-4 16,5 3-3-16,3 0-3 0,5-2-1 16,6 0-1-16,2-5-1 0,9-6-1 0,2-7-5 15,5-7-10-15,2-8-14 0,6-9-32 16,1-9-55-16,1-8-62 0,2-9-56 0,-1-9-50 15,1-7-49-15,-1-9-9 0,-4-5 52 0,-1-2 71 16,-3-4 72-16,-2-1 84 0,-4 0 79 16,-6-3 66-16,-4 4 79 0,-2 0 69 0,-2 2 60 15,-6 2 8-15,-4 8-8 0,-4 5-29 0,1 9-53 16,-7 9-51-16,2 7-57 0,-3 14-36 16,-3 8-28-16,0 8-17 0,0 14-8 0,2 7-6 15,1 5-2-15,1 8-1 0,3 6 0 16,4 3 0-16,-1 10-20 0,1 2-70 0,2 4-71 15,4 2-132-15,0 3-236 0,5-1-319 0,1-2-353 16,5-1-236-16,4-5-63 0,4-6 503 16</inkml:trace>
  <inkml:trace contextRef="#ctx0" brushRef="#br0" timeOffset="57623.65">20587 7981 91 0,'5'-18'656'0,"-5"5"462"15,-8 1 136-15,2 3-101 0,-6 4-315 0,-3 3-275 0,0 6-146 16,-3 3-91-16,-3 5-51 0,-3 3-42 16,0 6-64-16,1 3-57 0,-1 2-38 0,3 2-19 15,3 4-15-15,2 1-13 0,0 0-9 16,5 1-6-16,3-3-6 0,3 0-3 0,5-6-3 15,5-4 0-15,1-4-2 0,5-7 2 0,7-5 0 16,-1-8 2-16,5-7-2 0,3-9 0 16,2-5 0-16,2-6-2 0,-2-4 0 0,1-1-1 15,-2-3 2-15,-3 3 1 0,-2-1 1 16,-7 4 3-16,-3 5 1 0,-2 3 2 0,-4 6-1 16,-2 3 0-16,-4 5-2 0,-2 5-3 0,-2 7-1 15,-3 4 0-15,0 6-1 0,0 6 2 16,0 5-1-16,-1 4 1 0,3 2-1 0,-1 4 0 15,4 3-1-15,1 0-1 0,2 2-1 16,4-1 0-16,-1-1-10 0,3-4-53 0,2 0-75 16,1-6-95-16,3-3-173 0,2-6-305 0,0-6-339 15,3-6-292-15,1-7-144 0,1-5 228 0,0-8 634 16</inkml:trace>
  <inkml:trace contextRef="#ctx0" brushRef="#br0" timeOffset="58006.57">20892 8059 10 0,'6'-24'540'0,"-1"5"505"0,-3 4 230 15,-2 6-60-15,-2 5-276 0,2 8-307 0,0 3-188 16,-2 7-109-16,2 4-64 0,0 4-48 0,0 5-59 16,2 3-53-16,0 4-39 0,3 4-17 15,-2 2-13-15,3 0-11 0,-1 3-10 0,3 2-6 16,-4 2-5-16,4 0-4 0,-1 3-3 16,0 0-1-16,-2-1-1 0,2-1-1 0,-4-4 0 15,0-4 0-15,-1-5 0 0,-1-7 2 16,-1-4-1-16,0-7 1 0,0-8 1 0,-1-8-1 15,1-7 0-15,-2-8-2 0,2-8 1 0,0-7-1 16,0-11-1-16,0-5-1 0,0-7 2 0,0-5 1 16,0-10-1-16,0-2 0 0,2-6 0 15,-1-2 2-15,2 0-2 0,1 2 3 0,2 7 2 16,-2 6 3-16,1 8 5 0,-2 7 3 0,1 8 6 16,-3 7 0-16,3 8-1 0,-4 5 0 15,1 4-6-15,-1 7-3 0,0 3-6 0,0 11-3 16,0 5-2-16,0 5 0 0,0 6 0 0,0 5-1 15,2 5 0-15,-1 4 0 0,2 3-1 16,-1 3-3-16,-1-1-12 0,2 2-27 0,1-1-72 16,-3-2-79-16,2-2-143 0,2-5-244 15,0-5-316-15,4-5-351 0,3-6-218 0,2-10-14 16,3-6 547-16</inkml:trace>
  <inkml:trace contextRef="#ctx0" brushRef="#br0" timeOffset="58322.57">21449 7913 260 0,'7'-13'1135'0,"-7"4"550"16,-3 3-135-16,-3 7-330 0,-5 6-481 0,-2 3-274 16,-4 6-200-16,-3 6-97 0,0 3-52 15,0 6-33-15,0 1-24 0,2 2-18 0,-1 4-14 16,6 2-11-16,1-3-9 0,4 1-4 0,3-4-3 16,5-4-3-16,7-5 0 0,2-6-1 15,2-8 0-15,5-6-4 0,4-8-6 0,2-8-9 16,4-8-11-16,-2-6-10 0,3-6-9 0,-2-4-2 15,-2-3 5-15,-1-2 10 0,-4 5 13 16,-2 0 14-16,-5 3 12 0,-2 6 12 0,-4 4 10 16,1 5 9-16,-6 3 2 0,0 6 3 15,-6 4-2-15,1 8-8 0,-1 3-6 0,-4 3-7 16,2 6-4-16,-2 3-3 0,2 4-3 16,-1-1-1-16,5 4-2 0,-1-1-3 0,2 2-4 15,5 0-15-15,1-3-44 0,1 0-79 0,1-4-105 16,2-1-178-16,2-4-300 0,0-5-348 15,3-4-328-15,-1-4-146 0,4-4 268 0,-2-5 662 0</inkml:trace>
  <inkml:trace contextRef="#ctx0" brushRef="#br0" timeOffset="58634.71">21714 8044 53 0,'7'-24'606'16,"0"5"507"-16,-2 2 277 0,-2 4-25 0,1 3-374 16,-3 5-354-16,1 2-211 0,-2 3-113 0,1 5-97 15,-1 5-87-15,0 4-54 0,-1 5-26 0,1 4-15 16,0 3-11-16,0 6-8 0,0 1-5 15,0 3-5-15,1 3-3 0,-1-3 0 0,2 4-2 16,1-5 0-16,0-3 1 0,2-4 0 16,3-7 0-16,-2-3 0 0,2-6 0 0,3-6-3 15,-1-5-1-15,-1-7 3 0,-1-4 0 16,5-6 0-16,-4-5 0 0,1-5 1 0,1-2 2 16,-5-4-2-16,2-1-1 0,0-3 0 15,-4 1 1-15,1 1-1 0,-1-1 0 0,-3 4 0 16,2 5 0-16,-3 2 0 0,2 6-3 0,-2 4-16 15,-2 4-52-15,2 4-68 0,0 4-79 0,0 4-151 16,0 2-245-16,0 2-315 0,4 3-273 16,0-1-196-16,6 0 32 0,-1 1 529 0</inkml:trace>
  <inkml:trace contextRef="#ctx0" brushRef="#br0" timeOffset="58890.9">22200 7909 144 0,'1'-7'1014'0,"-2"4"684"0,-4 1-66 15,-3 5-337-15,-1 3-447 0,-3 4-334 0,0 3-223 16,-1 3-115-16,2 5-61 0,-1 4-38 16,0 2-30-16,4 1-19 0,-2 2-10 0,3 0-9 15,2 0-4-15,2 2-3 0,1-4-3 16,2-2-2-16,4-4-1 0,1-4-4 0,1-4-7 16,2-6-11-16,3-5-15 0,-2-4-21 0,3-7-37 15,-2-4-47-15,2-3-50 0,-3-3-34 16,4-2-21-16,-5 3 2 0,-3 2 29 0,-1 2 63 15,1 3 69-15,-5 3 45 0,0 7 38 16,-5 4 27-16,2 4 19 0,-2 4 9 0,-3 3 3 16,0 4-4-16,-1 1-14 0,-1 2-19 0,4 2-50 15,0 0-50-15,-2-1-146 0,3-1-251 0,4 0-285 16,1-3-296-16,1 0-231 0,2-4-28 16,5-2 506-16</inkml:trace>
  <inkml:trace contextRef="#ctx0" brushRef="#br0" timeOffset="59457.45">22394 7300 279 0,'2'-21'803'0,"0"3"347"15,-2 4 22-15,1 3-243 0,2 4-364 16,2 5-218-16,-1 4-70 0,5 5-8 0,0 10 18 15,3 4-5-15,0 4-11 0,1 8-31 0,1 4-62 16,0 7-45-16,2 2-38 0,-4 3-21 16,4 4-20-16,-5 2-12 0,3 3-7 0,-3 1-11 15,-1 3-11-15,-1 0-5 0,-1-1-3 0,0-1-4 16,-3-3-2-16,3-3-2 0,-4-2 0 16,3-8-2-16,-2-3-4 0,0-4-19 0,-1-6-50 15,1-3-70-15,-4-9-75 0,-2-4-143 0,-2-5-211 16,-2-7-311-16,0-4-268 0,1-6-194 15,-6-7-25-15,-2-2 459 0,-1-7 519 0</inkml:trace>
  <inkml:trace contextRef="#ctx0" brushRef="#br0" timeOffset="59639.23">22398 7824 156 0,'9'-13'711'15,"-5"6"401"-15,3 2 75 0,1-1-114 0,3 4-434 16,0-1-287-16,2 3-140 0,2 1-57 0,3 1-20 15,1 0-28-15,1 0-20 0,3 2-15 0,0-2-17 16,4 1-22-16,2 0-16 0,-3 0-7 16,4 0-4-16,0 0-23 0,-3 2-42 0,2-2-120 15,-5 1-191-15,-2 2-290 0,0-2-289 16,-6 5-251-16,1-3-107 0,-4 1 366 0,-1 1 522 16</inkml:trace>
  <inkml:trace contextRef="#ctx0" brushRef="#br0" timeOffset="60340.72">23013 7869 4 0,'1'1'586'0,"-1"4"622"16,-1 2 284-16,-6 4-105 0,2 3-341 0,-1 3-430 16,-2 3-208-16,0 2-130 0,3 4-87 15,-1-2-69-15,1 1-42 0,4-3-32 16,1 1-16-16,3-5-15 0,3-1-7 0,2-6-3 16,8-2-4-16,0-7 0 0,4-3-1 0,6-7-1 15,-1-4-2-15,4-4-2 0,-1-2 1 0,1-3-1 16,-3 1-1-16,1-1 1 0,-3 3 2 15,-3 2 0-15,-3 0 0 0,0 6 1 0,-7 0 0 16,-1 4 1-16,-3 5 0 0,-4 1 0 16,-3 5 1-16,-1 4 2 0,-4 4 0 0,1 3 7 15,-5 2 4-15,3 3 4 0,0 1-1 0,0 1 0 16,-1 2-1-16,2 0-7 0,4 0-6 16,-1-2-2-16,4-1-2 0,-1-1-2 0,4-3 0 15,3-3 1-15,3-3-1 0,0-5 1 0,6-2 1 16,1-8 2-16,4-3-1 0,2-5 0 0,-1-2 0 15,3-6 0-15,-1 0-2 0,-1-2-1 16,-1 2 0-16,-3-2 0 0,-2 4 2 0,-3 2 0 16,-3 2 0-16,0 2 2 0,-6 4 0 15,1 2-2-15,-3 3 2 0,-3 2-1 0,1 2-1 16,-4 4 2-16,2 5-1 0,-1-1 1 0,-3 5-2 16,4-1 1-16,0 3 0 0,0-1-2 15,0 0 0-15,4 1 0 0,-3-2 1 0,4 0-1 16,0 2 0-16,1-4 0 0,4-1 0 15,-2-2 0-15,4 0 0 0,1-4 0 0,1-1-1 16,2 0 0-16,-2-4-5 0,3-1-4 0,0 0-3 16,0-1-4-16,-3-2-4 0,3 3-2 0,-1-2 1 15,-2 4 4-15,-1 2 2 0,1 3 3 16,-4 1 6-16,-1 5 3 0,1 4 5 16,-6 5 0-16,1 1 1 0,-2 4 2 0,-3 6-1 15,0 2 1-15,-3 4-2 0,-2 3 2 0,1 3-1 16,-2 2 1-16,-2 3 2 0,-2 5 6 0,-2-4 5 15,0 4 6-15,0-1 6 0,-2-3 7 16,-1-2 7-16,0 1 1 0,0-4-2 0,0-4-3 16,2-3-5-16,-1-6-7 0,2-8-9 15,3-6-7-15,0-8-4 0,2-9-5 0,1-6-2 16,3-11-1-16,-1-4-2 0,6-7 0 16,0-6 2-16,2-10-1 0,3-3 0 0,4-4-2 15,-2-6-5-15,4 0-10 0,1 1-12 0,-1 2-24 16,-1 2-57-16,0 4-71 0,-3 7-82 0,2 1-149 15,-1 5-233-15,-2 2-313 0,0 3-259 16,1 4-183-16,-1 1 39 0,-2 0 532 0</inkml:trace>
  <inkml:trace contextRef="#ctx0" brushRef="#br0" timeOffset="62057.17">6860 10471 125 0,'22'-30'419'0,"-3"1"298"0,-2 4 263 0,-4 6-42 16,-5 1-186-16,1 5-56 0,-2 0-16 16,-2 6-89-16,-1 1-109 0,-4 1-114 0,2 4-78 15,-4 2-82-15,-1 5-78 0,-2 3-45 0,-1 7-24 16,-5 4 0-16,1 7-6 0,-1 7-7 0,-3 4-5 15,-2 6-6-15,-1 5-3 0,1 2-7 16,-4 5-6-16,-2 2-8 0,1 2-6 0,-3 3 1 16,0 0-3-16,1 1-3 0,-1-4-2 15,3-3 4-15,-1-7 0 0,2-3-4 16,4-6-3-16,0-4-2 0,5-9-4 0,0-4-10 0,2-6-23 16,-1-3-46-16,2-8-76 0,0-4-91 15,-3-7-153-15,3-4-234 0,2-8-321 0,-2-4-297 16,4-3-189-16,-1-6 50 0,-2-4 534 15</inkml:trace>
  <inkml:trace contextRef="#ctx0" brushRef="#br0" timeOffset="62256.37">6471 10816 40 0,'5'-13'601'0,"-2"3"489"0,-1 0 175 16,-1 5-121-16,2 3-340 0,0 2-324 16,0 5-117-16,4 1-53 0,1 7-25 0,1 2-21 15,2 1-18-15,2 4-54 0,1 4-69 0,1 0-41 16,2 1-30-16,0 2-19 0,2-2-19 15,0 0-3-15,0 0-4 0,2-1-3 0,-1-3-3 16,1 1 6-16,2-3 3 0,1-1-9 0,-3-2-47 16,3 0-74-16,-4 0-116 0,0-1-209 15,-2-1-305-15,1 1-356 0,-3 0-321 0,1-1-141 16,-4 1 388-16,4-1 680 0</inkml:trace>
  <inkml:trace contextRef="#ctx0" brushRef="#br0" timeOffset="62474.77">7361 11226 201 0,'10'5'865'0,"-3"-2"499"0,0 6 88 15,-2 1-175-15,-2 2-449 0,-2 1-313 0,-1 5-157 16,-1 2-105-16,-1 3-79 0,-3 2-63 16,2 2-41-16,-2 1-26 0,-1-1-19 0,3 2-10 15,2-3-8-15,-1-1-4 0,0 2-4 0,2-5-14 16,2-2-42-16,0-3-76 0,-1-3-110 15,-1-1-182-15,3-6-302 0,-1-2-342 0,2 0-335 16,-2-5-155-16,3-5 306 0,0 0 665 0</inkml:trace>
  <inkml:trace contextRef="#ctx0" brushRef="#br0" timeOffset="62739.69">7772 10746 100 0,'2'-14'701'0,"1"4"514"0,-3 0 207 0,-3 5-96 16,3 1-397-16,0 2-341 0,-2 0-178 15,1 2-105-15,-1 2-88 0,-1 0-74 0,1 4-46 16,-1 3-31-16,0 2-17 0,3 3-13 0,-2 4-9 16,2 3-4-16,-1 3-5 0,1 2-4 15,0 4-5-15,1-1-2 0,-1 1-3 0,2 0-3 16,0-1-2-16,-1-1-2 0,2-4-11 15,-1 0-20-15,3-4-47 0,-4-1-74 0,1-4-94 16,-2 0-170-16,0-3-285 0,-2-2-327 0,-1 0-304 16,0-5-175-16,-2 2 181 0,0-6 632 15</inkml:trace>
  <inkml:trace contextRef="#ctx0" brushRef="#br0" timeOffset="63138.88">7372 10307 113 0,'0'-6'671'0,"2"5"425"16,2 1 125-16,-2 1-105 0,3 3-365 16,1 0-228-16,4 4-113 0,4 1-53 0,0 4-53 15,3 1-33-15,3 1-46 0,2 1-62 16,3 4-37-16,0 0-24 0,2 0-10 0,1 1-15 15,-2 1-11-15,1-2-14 0,0-1-17 0,-2-1-12 16,0 0-8-16,-1-4-6 0,-3-2-4 0,-1 0 0 16,0-5-1-16,-2-1-1 0,-1-2 1 15,-4-3 1-15,1-4 0 0,-3-3-1 0,-3-3 0 16,0-3 0-16,-2-4 0 0,-1-3 0 16,-2-2 0-16,-1-1 0 0,-2-4-2 0,-2 1 1 15,-1-3-2-15,1-2 0 0,-4 0-1 16,2-2 0-16,-1 2-1 0,0 2-1 0,0 2-1 15,2 5-3-15,1 3-7 0,1 5-10 0,2 5-12 16,1 4-16-16,3 2-44 0,1 7-73 16,2 2-82-16,3 4-152 0,2 3-285 0,1 4-328 15,2 2-316-15,3 1-181 0,0 0 125 0,3-1 641 16</inkml:trace>
  <inkml:trace contextRef="#ctx0" brushRef="#br0" timeOffset="63522.73">8706 10740 125 0,'-9'-3'742'15,"3"1"484"-15,1 2 141 0,2 0-140 0,0 0-387 16,1 0-351-16,2 0-166 0,0 2-96 16,5-1-60-16,1 1-39 0,2 1-35 0,8 1-13 15,3 0-6-15,3 0 0 0,5 0-14 16,3-1-13-16,3-1-7 0,5-2-11 0,1-2-8 15,1-1-5-15,0-1-5 0,2-1-6 0,-4-1-3 16,-1 0-1-16,-2-1-2 0,-4 2-4 0,-4-1-17 16,-3 2-61-16,-7 0-67 0,-3 1-89 15,-6 3-173-15,-3 0-307 0,-8 3-321 0,-4 4-253 16,-2 0-163-16,-8 2 198 0,-4 0 628 16</inkml:trace>
  <inkml:trace contextRef="#ctx0" brushRef="#br0" timeOffset="64207.38">9249 10551 114 0,'3'0'659'16,"-1"5"421"-16,1-4 107 0,-2 0-120 0,2 0-393 15,2 2-277-15,0 3-125 0,3 0-32 16,4 1 12-16,1 0 17 0,4 4-21 0,1-1-22 16,4 0-40-16,2 2-40 0,1 0-43 0,2-1-33 15,3 0-18-15,0-2-16 0,2-2-8 16,1 0-7-16,3-2-5 0,-3-2-2 0,-1 0-1 15,-2-3-3-15,-3 0 0 0,-5 0-3 0,-1 0 2 16,-7 0 3-16,0 0 11 0,-6 0 14 0,0 0 9 16,-5 2 4-16,-3 3 1 0,-4 1-6 15,-4 7-8-15,-4 0-14 0,-5 8-8 0,-2 2-5 16,-3 4-2-16,-3 4-3 0,-2 3-1 16,0-2-1-16,3 3-3 0,0-1-2 0,2-1 0 15,2-2-5-15,4-3-14 0,2-2-30 0,4-4-77 16,2-5-98-16,5-2-182 0,1-3-295 0,4-3-338 15,5-7-384-15,2-2-187 0,5 0 234 16,2-2 722-16</inkml:trace>
  <inkml:trace contextRef="#ctx0" brushRef="#br0" timeOffset="64660.98">10759 10566 464 0,'-8'-17'1393'0,"-2"5"302"16,-2 5-273-16,-1 1-332 0,2 4-481 16,-3 4-277-16,4 5-155 0,-2 6-68 0,2 5-27 15,4 8-12-15,1 5-9 0,3 7-4 0,2 6-4 16,2 5-3-16,3 7-5 0,3 0-8 0,4 6-9 15,3-4-6-15,2 1-7 0,2-5-6 16,6-6-5-16,4-7-3 0,2-11-3 0,6-7 1 16,1-10-1-16,1-10 2 0,1-8 1 15,-2-10 0-15,-2-9 2 0,-2-7-1 0,-2-8-1 16,-4-5-1-16,-3-4 0 0,-5 0 1 0,-7-2 0 16,-1 1 4-16,-7 0 7 0,-3 4 7 15,-5 0 9-15,-5 0 3 0,-8 0 4 0,-3 0 0 16,-6 3-2-16,-9 2-6 0,-3 3-6 0,-6 4-4 15,-6 8-5-15,0 4-4 0,-3 11-6 16,-2 6-2-16,0 10-2 0,0 11 0 0,1 7-2 16,2 8 0-16,4 6 0 0,3 5-3 0,6 2-14 15,6 4-19-15,4 2-36 0,5-1-81 0,4 0-146 16,4 0-263-16,5-4-316 0,2-2-392 16,3-4-423-16,2 0-50 0,1-6 707 0</inkml:trace>
  <inkml:trace contextRef="#ctx0" brushRef="#br0" timeOffset="65599.66">6186 12441 326 0,'-22'9'669'0,"3"-3"322"0,-1 2 101 0,1-1-294 15,3-1-221-15,0-2-141 0,5 1-108 16,1-2-84-16,1-1-39 0,1 2-20 0,3-2-8 16,0 2 0-16,2-2-6 0,2 1-18 0,-2-1-20 15,1-1-26-15,2 4-37 0,2-3-34 16,2 1-21-16,-1 1-9 0,4 1 7 0,4 1 4 15,3 0 9-15,2 1 17 0,6 1 6 0,5-1 17 16,3-1-7-16,8 0-2 0,2 1 6 0,5-4-12 16,5 2-6-16,5-3-14 0,5-2 0 15,3 0-4-15,7-2-8 0,4-4 1 0,2 0 8 16,5-1 2-16,1-4 1 0,0-1-1 0,3 0 0 16,2-3 0-16,0 1-8 0,3-2-7 15,2-1-7-15,0 2-2 0,-1-2-2 0,1-2 5 16,0 3 4-16,1 1 1 0,0-1 2 15,2 0 6-15,3 2 2 0,-1 0-5 0,1 4-4 16,-1-1-2-16,-1 3 0 0,2-3 0 0,-2 7 2 16,2-2 0-16,0 1 1 0,2 0 5 0,4 0 0 15,-3 0-6-15,1-1 3 0,0-1 0 16,1 0 0-16,-1-1-3 0,0-3-1 0,-1-2 1 16,2 1-2-16,0-2-4 0,-2-1 0 0,0-1 2 15,-1-2 1-15,-1 2 1 0,-1-2-8 16,-1 2-5-16,-2-2 0 0,-2 1 0 0,-1 2 0 15,-4 0 0-15,-4 4 0 0,-3-2 0 0,-4 2 0 16,-4 3 0-16,-5 0 0 0,-3 1 0 0,-5 1 0 16,-5 1 0-16,-6 1 0 0,-4 2 0 15,-9-1 0-15,-4 2 0 0,-7 1 0 0,-5 1 0 16,-5 1 0-16,-5 1 0 0,-6-1 0 16,-6 5 0-16,-1-1 0 0,-5-1 0 0,0 5 0 15,-3-2 0-15,0 2 0 0,2-1-80 16,-1 0-78-16,-2-2-105 0,0 4-205 0,3-4-291 15,-4 1-360-15,4-1-433 0,-2 0-201 0,-3 3 358 16,-1-2 829-16</inkml:trace>
  <inkml:trace contextRef="#ctx0" brushRef="#br0" timeOffset="70493.67">1190 3121 61 0,'3'6'422'0,"0"-1"284"15,-3-1 180-15,2 2 28 0,0-2-284 0,1 1-141 16,0 0-82-16,0-1-47 0,-1 2-18 15,4-1-2-15,-2 1-45 0,3 1-41 0,4 1-27 16,5 2-19-16,1-1-31 0,7 3-40 0,4 0-26 16,1-1-22-16,4 4-16 0,2-2-14 0,1-1-2 15,5 0-6-15,2 0-5 0,0-1-5 0,4-4-5 16,-1 1-7-16,3 0-4 0,-2-3-5 0,1-2-4 16,-1 0-6-16,-4-1-4 0,3 0 0 15,-5-1-1-15,0-1-2 0,-3 1 1 0,0-1 0 16,-2 0 0-16,-1-1-3 0,-3 1-1 0,-2-3-1 15,0 1-2-15,-2-1 0 0,-1-3-2 0,0 0-8 16,-5 0-22-16,2-2-67 0,-2 1-73 0,-4-6-157 16,-1 1-270-16,0 0-315 0,-1-3-358 15,0 0-243-15,-3 0 21 0,-1-2 648 0</inkml:trace>
  <inkml:trace contextRef="#ctx0" brushRef="#br0" timeOffset="71192.75">3408 3098 28 0,'5'0'492'0,"-2"0"425"16,-1 3 209-16,1-3-48 0,0 2-396 0,2-1-220 15,1 4-170-15,4 0-73 0,-1 2-5 0,4 2 24 16,0 2 29-16,1 0-25 0,3 1-29 15,0 1-23-15,1 0-38 0,2 1-39 0,0-2-28 16,3 1-20-16,1-1-15 0,-1-1-5 0,4 0-4 16,-3-3-4-16,3-2-3 0,2 1-6 0,1-5-11 15,1 0-12-15,1-4-8 0,3-2-4 16,2-5-4-16,3-3-2 0,0-5 13 0,1-1 6 16,3-4 3-16,-1-3-2 0,1 2-8 15,-3-4-52-15,-3 5-72 0,-3-3-89 0,-5 6-153 16,0 2-281-16,-5 3-329 0,-3 3-272 0,-3 3-194 15,-6 3 120-15,-2 4 581 0</inkml:trace>
  <inkml:trace contextRef="#ctx0" brushRef="#br0" timeOffset="71810.28">5399 3111 23 0,'-10'6'458'0,"1"-2"405"15,0 2 264-15,-1 2 3 0,2-1-347 0,2-1-310 16,1 2-157-16,4 0-101 0,2 4-57 15,5 0-26-15,2 2-4 0,5 1-2 0,4 3 27 16,1 0 8-16,7 3-3 0,0-3-17 0,5 2 2 16,0-3-7-16,5 0-40 0,3-3-27 15,5-3-20-15,0-3-10 0,4-3-23 0,1-5-13 16,2-5-3-16,2-4 7 0,-1-4 4 0,2-6-3 16,1-6-3-16,-3-3-54 0,1-5-73 0,-2-2-158 15,-2 0-283-15,-1-2-298 0,-2 3-367 16,-3 0-273-16,-4 6 19 0,-3 2 641 0</inkml:trace>
  <inkml:trace contextRef="#ctx0" brushRef="#br0" timeOffset="79420.24">32932 1131 119 0,'0'-2'309'16,"-1"0"139"-16,1 2 61 0,-2 0-126 0,2 0-131 15,0 0-78-15,2 0-45 0,-2 0-10 0,0 0 4 0,1 2 12 16,-1-2 17-16,0 2 14 0,2-1 12 0,-2-1 9 16,2 1 4-16,-2 2 16 0,0-2 17 0,0 0 7 15,0-1 4-15,0 1-9 0,0-1-16 0,0 0-27 16,0 0-33-16,0 0-32 0,-2 0-30 0,2-1-24 0,-2 1-18 16,2 0-19-16,0 0-13 0,0 0-7 0,0 0-7 15,0 0 0-15,0 0-2 0,0 0 3 0,2 0-4 16,-2 0 3-16,2 0-1 0,-1 0 2 0,4 1-5 0,-2-1 2 15,2 0 5-15,-1 2 0 0,3-2-2 0,2 3-3 16,-1-3 3-16,2 0 1 0,-1 2-2 0,0-2 3 16,3 0 1-16,-4 3-1 0,2-2 1 0,-1 1-2 15,-1-1 2-15,-2 1-21 0,0 0-24 0,-1-1-27 0,-4 0-51 16,1 1-72-16,-2-4-89 0,0 1-94 0,0 1-103 16,-2-1-142-16,1 1-195 0,-3 0-73 0,1-2 98 15,-1 2 224-15,1 0 238 0</inkml:trace>
  <inkml:trace contextRef="#ctx0" brushRef="#br0" timeOffset="79819.3">32878 1225 101 0,'-1'0'333'16,"-2"0"165"-16,1 0 122 0,2 0-152 0,-1 2-169 16,1-2-103-16,0 1-53 0,0-1-11 0,1 0 11 15,-1 2 9-15,0 0-3 0,0-2-19 0,2 0-23 0,1 1-29 16,-3-1-33-16,3 3-16 0,-2-1 47 0,3-1 32 15,-1 2 18-15,2 0 12 0,0 0 0 0,-1 0-3 16,4-1-52-16,-2 2-27 0,2-1-21 0,0 0-13 0,3 0-4 16,-1 0-3-16,-1-2-5 0,4 2-4 0,-4-1-1 15,3-1 2-15,-2 0-2 0,2-1-2 0,-3 0 4 16,4 2-3-16,-5-2 2 0,0 0-6 0,1 0-2 16,-4 0 1-16,0 0-24 0,-1 0-36 0,-2-2-50 0,0 1-58 15,-2 0-75-15,0-1-91 0,-2 2-81 0,-1 0-135 16,0 2-152-16,-2-2-20 0,0-2 108 0,-3 2 187 0</inkml:trace>
  <inkml:trace contextRef="#ctx0" brushRef="#br0" timeOffset="80020.64">32841 1314 22 0,'6'3'261'0,"-5"-1"141"16,2-1 124-16,1 0-49 0,1-1-188 0,-1 2-132 16,3-1-79-16,2 1-33 0,-1-1-22 0,2 0-9 15,2-1-2-15,-1 2-8 0,0-2 7 0,3 0 3 16,-2 0-14-16,2-2-31 0,-3 2-77 0,-1 0-190 0,2-1-154 16,-4 0-53-16,2-1 43 0,-4 1 124 0</inkml:trace>
  <inkml:trace contextRef="#ctx0" brushRef="#br0" timeOffset="129112.73">1408 5092 139 0,'3'-8'321'0,"-1"0"149"0,-2 2 81 0,3-3-110 16,-1 4-59-16,3 1-1 0,-1-2 21 0,2 2 24 15,-1 0 33-15,0 2-20 0,-3 1-53 0,-4 0-66 16,0-1-60-16,-1 2-53 0,0 0-55 0,-3 2-34 16,4-2-15-16,2 1-2 0,4-1-1 0,0 0 4 15,-1 0-1-15,2 0-1 0,-2 0-9 0,-1 0-10 16,1 1-20-16,-1 1-19 0,-1 0-13 0,1 0-4 16,-2 2-1-16,0 3-4 0,0 1 2 0,-2 7 9 15,1 1 2-15,-3 3-7 0,1 6-5 16,0 2-4-16,-2 4-3 0,2 3-6 0,-3 1-4 15,1 5 0-15,-1-1 0 0,1 4 4 0,0 1 0 16,-1 3-1-16,0 1-1 0,-1 0-3 0,3 2 0 16,-1 0-3-16,0-1 6 0,-1 0-2 0,1-2 2 15,2-1 1-15,1-2 0 0,1-1 2 0,1-4-3 16,0 0-1-16,0-3 2 0,0-2-2 0,1 2 2 0,1-4 2 16,-2-1-3-16,3 0-1 0,-3-3 1 15,2 2-1-15,1-3-2 0,0 2-3 0,-2-2 0 16,1-4-1-16,1 3 1 0,-1-3 0 0,1-1 0 15,0-1-1-15,-1-1 1 0,1-1 0 0,0-2-4 16,2-1 1-16,-1 0 0 0,-1 0-1 0,2-1 2 16,-1-2 0-16,-1-1 2 0,2 2-2 0,-2-2 1 15,0 0-1-15,3 0-2 0,-3 0 1 0,2 0 1 16,-2-1 0-16,0 2-1 0,2-1 0 0,-2-2 0 16,2 2-1-16,1 0-1 0,-3 0 1 0,2-4-2 15,0 3 2-15,2-3-1 0,0 1 2 0,-1-1 1 16,1-1-3-16,1-1 5 0,1 1 1 15,-1-1 2-15,0-1 3 0,2-1 3 0,2 1 2 16,-2-1 1-16,1 0 0 0,3-1-2 0,-1 0-2 0,1-1-3 16,-1 0 0-16,2 1-2 0,-2-1 0 0,4 1-1 15,-4-2 0-15,4 2-2 0,-1 0 1 0,0-1 1 16,0 1-2-16,1-2 1 0,-1 1 0 0,1-1-1 16,1 0 0-16,1-1 0 0,-2 2 1 15,2-2-1-15,0 0 1 0,-1-2-1 0,1 2-2 16,-1-1 0-16,2 0 0 0,0 1-3 0,2-3 1 15,-3 1 1-15,3 1 1 0,0-2 1 0,-1 0 2 16,1-2 1-16,2 2 0 0,-1-1 1 0,0-1 0 16,0 3-2-16,3-4 2 0,-1 2-2 0,0-1 0 15,1 1-1-15,1 1 1 0,1-1-1 16,0-1 0-16,2 0 0 0,-1 3 1 0,1-3 1 16,0 4-1-16,0-2 1 0,0 0-3 0,2 0-1 15,-1 0 1-15,-1 0-2 0,2 1 1 0,0-1-2 16,-1 2 0-16,1-2 0 0,1 2 0 15,0-1 1-15,-1-1 0 0,1 2 1 0,-1-1 3 16,1 0 2-16,3 0 0 0,-3 2-2 0,2-3 2 16,0 3 0-16,1-1 0 0,1 0-1 0,-1 0-1 15,2-2 1-15,0 3-2 0,-2-2-1 0,1 2-1 16,-1-2 1-16,2-1-1 0,0 0-1 0,-2 0 1 16,2-1 0-16,2-1-1 0,-2-1 0 15,-2 2 1-15,2-2 1 0,3 0 2 0,-3-2 0 16,0 2 1-16,2-2 3 0,2-1-1 15,-2 5-1-15,3-5 0 0,-1 3 1 0,-1 0-2 16,-1 2-3-16,1-2 1 0,-2 1-2 0,0 2-1 16,0 0-1-16,-3 0 0 0,2 2-1 15,-3 1-1-15,0 0 0 0,0 1 0 0,0 2 1 16,-1 0 3-16,-1 0-1 0,-1 2 2 0,-2-1 1 16,1 2 0-16,1-2 1 0,-2 2-2 0,0 0 1 15,0 1-1-15,2-1 0 0,-2 1 0 16,1-1 0-16,1 2 0 0,-2-2 0 0,2 0 0 15,-1-2-1-15,1 1 0 0,1-1 0 16,-1-1 0-16,0 0 0 0,-1-1 0 0,2-1 1 16,1-1 1-16,-1 1-2 0,2-1 1 0,0-1-1 15,-1 0 1-15,1 1 0 0,1-4 2 0,1 3 1 16,-1-2-1-16,2-1 1 0,3-1-1 16,-1-1 1-16,1 0-1 0,5 0 1 0,-2 0-2 15,2-2-1-15,-2 2-1 0,3-1 1 16,0 0-1-16,1-1-2 0,-2 2-1 0,3 0 2 15,-3 0 1-15,3 0 0 0,0 2 1 16,-3 1 1-16,4-1 0 0,0 0 2 0,0 3-1 16,4-2 0-16,-2 1 0 0,2 0-1 0,1 2 1 15,0 0-3-15,-2 0-2 0,1 0 1 0,-1 0-2 16,-1 0 0-16,-1-3-1 0,3 3 3 16,-2 0 1-16,-1-1 1 0,1-1 3 0,1 0-1 15,-2-1 1-15,3-2-1 0,1 2-1 0,0-2 0 16,2-1 0-16,-3 0-3 0,0 1 1 15,1-1-1-15,0-2-2 0,-2 2-1 0,1 0 1 16,-1 0 2-16,-1-1 1 0,-1 1 2 0,3-2 0 16,-1 2 1-16,0-1 0 0,4 1 0 15,0-2-2-15,-2 2-1 0,3 0 1 0,-2 1-2 16,-1-1-1-16,-1 0-1 0,1 3 0 0,0 0 0 16,-4-2 1-16,1 5 1 0,-1-2 1 15,-2 2 1-15,0-3 2 0,3 3 0 0,-3 0-1 16,2 0 1-16,-2 0 0 0,3 3-1 0,-2-3 0 15,-2 2-2-15,1-2 0 0,-1 3-2 16,-1 0 0-16,-3-1-3 0,2 1 1 0,-2 3 1 16,-1-4 1-16,-2 3 1 0,0-1 1 15,0-1 2-15,-1 2 0 0,-1-2 1 0,4 0-1 16,-2 1-1-16,0-1 0 0,2 0 1 0,0 1-2 16,2 0 2-16,-2-2-2 0,-2 2 0 0,3-2 0 15,-2 3 0-15,-1-3-1 0,1 1 0 16,0 0 1-16,-3-2-1 0,2 3 0 0,-1-4 1 15,-1 4 0-15,1-2 1 0,-1 0-1 16,-1 0 0-16,2 1 2 0,-1 0-2 0,2-2 1 16,-1 1 0-16,2 1 2 0,-2 0-1 0,1 0 0 15,2 1-1-15,-4 1 0 0,1-3-1 16,2 3-2-16,-2 1 1 0,-2 0-2 0,3 0 1 16,0 1 0-16,-3-1 1 0,2 1 2 0,-1-1-1 15,-1 0 1-15,2-2 1 0,1 1 0 16,0-1 0-16,0-1-2 0,5 0 0 15,-2-3 0-15,4 1 0 0,-1-2 0 0,2 1 0 16,-3-1 2-16,3-2-1 0,0 0-1 0,2 1 1 16,-3-1-1-16,2 2-1 0,-1-2 0 0,-2 0-1 15,2 1 3-15,-2 1-2 0,1-2 2 16,2 2 1-16,-2-1-1 0,4 2 1 0,-1 0-1 16,0 0-1-16,-1 0 3 0,4 0-2 0,-5 0 0 15,1 0-1-15,1 2 1 0,-4-1-1 0,2-1-1 16,-1 1 0-16,-1 1 1 0,1-1 1 15,-1 2 0-15,-1-1-1 0,1 1 3 0,-1 0-3 16,2 0 0-16,-1 0 1 0,2 1 0 16,0-1 0-16,0 1-2 0,0 0 1 0,0-2-1 15,2 3 0-15,-4-2 0 0,-1 0 0 0,1-1 0 16,1 4 1-16,-1-4 0 0,-1 1 3 16,3 1-1-16,-3-2 0 0,3 0 2 0,0 0-3 15,2-2 0-15,-1 2 0 0,1-2-1 16,1-2-1-16,-2 0 0 0,1 0 1 0,1-2 0 15,-3-1-1-15,2 2-1 0,-2-4 1 0,0 1 1 16,0 1 0-16,-2-1 1 0,-1 0-1 16,0 1 2-16,0-1 0 0,1 1 0 0,-1-1 0 15,3 3 0-15,-3-1-1 0,1 1 0 0,-2-2 0 16,2 3-1-16,-4-2-1 0,0 0-1 16,1 1 2-16,-3 1-2 0,0-4 0 0,-3 3-1 15,0-1 2-15,-1-1 1 0,-1 0 0 0,-3 1 1 16,-1-2 0-16,1 0 1 0,-3 0-1 15,-3 1 0-15,1-1 0 0,-1 0-1 0,-2 1 0 16,-1-1 1-16,-3 1 0 0,1 1 0 0,-3-2-1 16,-2 1 2-16,-3 0 0 0,-1 1-2 15,0-2 2-15,-4-1 1 0,-1-2-1 0,-3-2-2 16,3 1 1-16,-5-6 0 0,0 0-2 0,0-2-1 16,-3-4 2-16,2-4-1 0,-2-2 0 15,-2-4-1-15,2-4 0 0,-1-3 0 0,-1-4 2 16,2-4 1-16,-2-2 0 0,1-5 0 15,-1-3 1-15,2-5-1 0,0 2-1 0,0-6-1 16,3 2 1-16,-1-1-2 0,1 1 2 0,0 2 1 16,2 1 0-16,0 1 0 0,-2 2 1 15,3-1 1-15,-3 3-3 0,2 1 0 0,-2 2 0 16,-1 2 0-16,0 0 0 0,-1 3 0 0,-1 2 0 16,-3 1-1-16,3 0-1 0,-3 1-1 15,0 2 2-15,-1 1-1 0,0 3 1 0,-2 0 1 16,-1 1 1-16,1 3-1 0,-2-1 2 15,-3 3-1-15,1 1 2 0,-1 1 0 0,-1 1-1 16,-3 3-1-16,1 1 0 0,-2 3-1 0,-1 1 0 16,1 0-1-16,-3 3 0 0,2 1 1 0,-4 2 1 15,1 0 0-15,1 4 1 0,-3 0 1 16,0 1 1-16,-2 4 0 0,1-3 0 0,0 3 1 16,-4 2-1-16,0 1 0 0,0 0 0 15,-1 0-1-15,-2 0 1 0,3 1-2 0,-3 1 1 16,0 0 0-16,0-1-2 0,-4 1 1 0,0-2 0 15,-1 2-1-15,0-1-1 0,0 0 0 0,-1 1 0 16,0 0-2-16,-2 1-1 0,0-2 0 16,-2 2 0-16,2 0 0 0,-3 0 1 0,0 0 1 15,1 2 2-15,-3-1 2 0,-2 0 0 16,-1 3 0-16,-1-3 0 0,0 2 0 0,-4 0-1 16,-1-1-2-16,-4 3 0 0,1 0-1 0,1-2-1 15,-1 1-1-15,-2 2-2 0,0-1 3 0,0 0 0 16,0 1 2-16,0-2 2 0,-1 3 1 15,-4-1 1-15,-1 2-1 0,-3-1 0 0,-1 2-2 16,-1 0-3-16,-2 0-1 0,1 2 0 0,-2-2 1 16,1 4 0-16,0 1 2 0,-2-2 2 15,2 1 1-15,-1 1 0 0,-3-1-2 0,1 1-2 16,-3 0 1-16,0 0-3 0,0 0 0 0,2-1 0 16,0 1 3-16,0-1 0 0,1 1 0 15,0-3 2-15,-1 1 0 0,3 1-2 0,-4-1 0 16,1-1-1-16,1 0 1 0,-1 0-2 15,1 0 0-15,-1 0 1 0,0 1 1 0,1-1 0 16,-3 1 3-16,3-2 0 0,-1 1 0 16,-2-3 0-16,0 3-1 0,-3 0-1 0,3-2-2 15,-3 0-2-15,3-2 0 0,0 2 3 0,3 0 1 16,-2 0 1-16,0 1 1 0,1-2 2 0,-2 0-2 16,2-1-2-16,-4 1-1 0,2-1-2 15,-1-1 0-15,2 2-1 0,2-1 2 0,1 0 0 16,2-1 2-16,-2 0 1 0,4 1 2 0,0-1 1 15,-2-1-2-15,1 1-1 0,-1-4 0 16,2 2-2-16,3-3-1 0,-1 2-1 0,3-3 0 16,1 1 0-16,3-2 2 0,1 1 0 0,1-3 2 15,2 2 0-15,1-4-1 0,3 2 1 0,-1-3 0 16,2 1-1-16,1-1 0 0,-2-1-1 16,2-1 0-16,2-1 0 0,1 0-2 0,0-1 0 15,3-1 0-15,-1 1-1 0,3-1-1 16,1-2 2-16,1-1 0 0,4 0 2 0,-1 1 0 15,1 0 1-15,0-1 0 0,3 1 0 0,-1-2 0 16,0 1 1-16,3 0-2 0,-2 1 2 16,2-4 1-16,0 4-1 0,0-2 1 0,2 0-2 15,-2 2 1-15,0-2-1 0,0 1 1 0,0 0-1 16,0 1 1-16,0 1 0 0,-2 1-1 16,2 0-1-16,1 0 1 0,1 2-2 0,-2 0 0 15,3 2-1-15,-3 0 0 0,3 0 1 0,-1 1-1 16,2 2 2-16,-1 0 0 0,-1 1 0 15,1 1 2-15,0 1 0 0,1-2 1 0,-1 1 0 16,0 2 0-16,1 0 1 0,-1 0-5 0,-1 0-4 16,1 0-3-16,2 0 0 0,-2 0-1 15,0 0-1-15,2-2 5 0,-1 2 3 0,-2-2 2 16,1 2 1-16,0 0 0 0,-1-1 5 0,-2 1 2 16,2 0 2-16,-1-1 0 0,-1 1 1 15,0 0-2-15,0 0-6 0,0 0-2 0,1 0-2 16,-4 1 1-16,3-1-1 0,-1 1 1 15,-1 3 2-15,0-4 0 0,-1 5 2 0,0-3 1 16,0 2-1-16,-1 0 0 0,-2-1-1 0,1 1 1 16,0 1-2-16,-1 1 0 0,-2-1-1 15,0-1 1-15,0 0-2 0,-3 2 0 0,0-1 0 16,1-1 0-16,-2 0-1 0,4 1-1 16,-2 0 0-16,-1 0 0 0,2-3 1 0,-1 2 1 15,2 0 2-15,-3 0 1 0,2-1 2 0,-1-1 0 16,0 1-1-16,0-2 0 0,-2 3-1 15,3-4 0-15,-4 1-1 0,2 0-1 0,-2-1-1 16,-1 2 1-16,0-2-2 0,-2 2 1 0,1-2-1 16,0 1-1-16,0-1 1 0,0 1-2 15,2 1 2-15,0-1 1 0,-1 2 0 0,1 0 2 16,-1-1 1-16,0 1 0 0,0 0-1 0,-1 0 1 16,1-2-2-16,-2 2 0 0,2-2-1 15,-4 1 0-15,2 0 0 0,-1-1 0 0,1-1-1 16,-1 1 0-16,2-1-1 0,0 0 0 15,0 0 2-15,1 0 0 0,3 2 2 0,0-2 1 16,0 2 1-16,1-2 2 0,-1 0-2 0,2 1 0 16,-1-1-1-16,2 0 0 0,0 0 0 0,-1 0 0 15,-1 0-2-15,2 0 1 0,-4 0-1 16,4 0-1-16,-2 0-1 0,0 1 1 0,0-1 0 16,1 3 0-16,1-3-1 0,2 1 0 0,-2 0 1 15,2 0-1-15,3 2 0 0,-2-3 3 0,3 2-1 16,-1 0 2-16,1-2 0 0,2 3-1 15,-1-2 1-15,1 1-2 0,1-2 1 0,-1 1-1 16,2 1 0-16,1 0 0 0,0-1 0 0,0 0 0 16,3 1 0-16,-1 0-1 0,0-1 0 0,1 2-1 15,-1-1 1-15,1-1-1 0,2 2 1 0,0 0 0 16,1-2-1-16,-1 2 0 0,3-1 1 0,0-1-1 16,0 1 0-16,2 1-1 0,-1-3 1 15,1 1 0-15,3 1 0 0,-2-2 0 0,3 1 0 16,-2-1 0-16,2 0 1 0,2 0 0 0,-2-1-2 15,2 1 2-15,0 0-2 0,3-2 2 0,0 2 0 16,0-1-1-16,-1 1 1 0,4 0 0 0,-1-2 0 16,-1 2 0-16,2 0 0 0,1 0 0 15,-2 0 0-15,1 0-1 0,2 0 0 0,1 0 1 16,-1 0-1-16,1 0 0 0,-1 0 0 0,1 0 1 16,1 0-1-16,-1 2-1 0,2-2 2 0,-1 0-1 0,-2 1 1 15,0-1 0-15,1 2-1 0,-1-1 1 0,1 1 1 16,-1-1 0-16,0 2 1 0,-2 0-1 15,0-2 0-15,-2 4 2 0,0-1-1 0,1 2 0 16,-2-2 0-16,-3 0 2 0,0 1-1 0,1 1 0 16,-4-2 0-16,0 2 0 0,0 0-1 0,-1 0 0 15,-2-1 0-15,1-1-1 0,-1 0-2 0,1 1-2 16,-1 0 1-16,1-3-1 0,0 2 2 0,0-3 1 16,2 3 3-16,0-4 2 0,0 2 2 0,1-2-1 15,-1 0-1-15,4 0 0 0,-1 0 0 0,-1-2-2 16,2 2 0-16,0-4-1 0,1 3-1 15,1 0 0-15,3-2-1 0,-3 3 0 0,1-1 0 0,2 0 0 16,2-1 1-16,-2 2 0 0,3-2 0 0,-1 2 1 16,0 0 0-16,1 0-1 0,2 0-1 15,-3 0 0-15,3 0 0 0,0 0 0 0,0 2 0 0,-4-2-1 16,2 2 1-16,0-1-1 0,-1 3 1 0,-2-1-1 16,1 4 1-16,-4 4 0 0,-3-1 0 0,1 3-1 15,-3 5 0-15,-4 1 0 0,0 3-1 0,-2 3-1 16,-3 5-1-16,0 0 4 0,-1 4 1 15,0 2-1-15,-1-1-8 0,0 1-13 0,5 0-20 16,0-3-38-16,2-1-78 0,-2-7-126 0,2-2-258 16,-1-5-296-16,3-6-358 0,-3-5-390 0,-1-4-108 15,1-3 562-15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1-08T07:55:42.75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7030A0"/>
    </inkml:brush>
    <inkml:brush xml:id="br4">
      <inkml:brushProperty name="width" value="0.05292" units="cm"/>
      <inkml:brushProperty name="height" value="0.05292" units="cm"/>
      <inkml:brushProperty name="color" value="#00B0F0"/>
    </inkml:brush>
    <inkml:brush xml:id="br5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25602 2320 98 0,'-4'1'309'0,"-3"1"151"0,2 0 127 0,1-1-121 16,-2 2-119-16,1-1-44 0,2-1-4 15,-2 0 11-15,2 1 11 0,-1 1 2 0,3-2-4 16,-3-1-27-16,4 2-30 0,-1 1-29 0,1-3-37 15,-2 0-34-15,2 0-32 0,0 2-29 0,0-2-26 16,0 0-23-16,0 0-12 0,2 0-7 16,-2 0-8-16,0 0 1 0,0 0-1 0,0 0 0 15,1 0-4-15,-1 0-4 0,0 0-5 0,2 3 27 16,0-3 33-16,-1 1 9 0,3-1 7 16,-1 2 3-16,0-1 2 0,0 0-25 0,2 2-29 15,1-3 28-15,0 0 32 0,-1 2 10 0,2 0 2 16,1-2-6-16,-2 0-1 0,0 2-35 0,0-2-33 15,1 0-18-15,-1 0-6 0,3 0-4 0,-2 0-1 16,-1 0-2-16,2 0 2 0,0 0 1 16,-2 0 1-16,1 0-1 0,-1 1-3 0,2-1 1 15,-2 1 0-15,1 1-2 0,1-2-1 0,-2 2 1 16,1-1-1-16,2 0 1 0,-3 1 0 16,0-1 0-16,4 2-1 0,-4-1 2 0,0-1 8 0,2 1 5 15,0-1 5-15,-2 1-1 0,2-1 0 16,-3 1 1-16,2-1-6 0,0 2-7 0,0-1-4 15,-1-1 0-15,1 0 0 0,0 1-1 16,-2 0-1-16,1 0-1 0,-1 0 0 0,0 0 0 0,0-1-1 16,1 2 0-16,-2-1 1 0,1-1-2 15,2 0 2-15,-2 1-1 0,-1 1 1 0,2-3 0 16,1 2 0-16,-2-2 2 0,1 0-3 0,0 3 1 16,2-2 1-16,0-1 0 0,-2 2 2 0,2-1-1 15,2 0 3-15,-2-1-1 0,0 3 1 0,0-3-2 16,-1 0-1-16,1 2-2 0,0 0-5 15,0-2-3-15,1 2-2 0,-2-1-2 0,3 0-1 16,-1 1 0-16,-1 0 7 0,0-2 1 16,1 2 2-16,0-2 3 0,1 2 0 0,-2-2 1 0,3 0 3 15,-1 0 5-15,-1 0 0 0,4 0 3 16,-4 1 0-16,2-1 1 0,0 0-3 0,0 2-4 16,-1-1-3-16,-1-1 0 0,2 2-3 0,-2-2 1 15,0 1-2-15,0 1-1 0,1-1 2 0,1 1-1 16,-3-1 0-16,1 1 0 0,-1-1 1 15,3-1 0-15,-1 2 0 0,-2-1-1 0,1 2 1 16,1-2 0-16,-2-1 1 0,0 2 1 0,2 0 1 16,-2-1 1-16,1 0 1 0,0-1 0 0,-1 2-1 15,0 0 0-15,0-1 4 0,-1-1 3 16,1 1 1-16,-1 1 1 0,1 0 1 0,-1-2 0 16,1 1-5-16,0-1-3 0,0 0-2 0,3 0-1 15,-1 0 0-15,-1 0-3 0,1 0 1 0,-1 0-1 16,1 0 0-16,1 0 0 0,-2 0-1 15,1 0 1-15,1-1-3 0,-2 1 1 0,3 0-1 16,-2-2 0-16,0 2 0 0,0-2-1 0,2 2 1 16,-1 0 1-16,-1 0 0 0,2 0 0 0,-1 0 1 15,1 0 0-15,-2 0-1 0,0 0 1 0,0 0-1 16,0 0 1-16,2 2 0 0,-4-2-1 0,2 2 0 16,-2-2 1-16,2 1 0 0,-1-1-1 15,1 1 1-15,0-1-1 0,0 0 1 0,0 2-2 16,0-2 1-16,0 0 0 0,0 0 0 0,0 0 1 15,0 0-1-15,2 0 1 0,-1 0 0 0,1 0 1 16,-1 0-1-16,1 0 0 0,0 0 1 16,-1 0-1-16,2 0 0 0,-4 3 0 0,3-3 0 15,-2 0-1-15,1 0 0 0,1 0 0 0,-2 2 0 16,0-2 0-16,0 0 0 0,0 0 0 16,2 3-1-16,-3-3 1 0,4 0 0 0,-4 0-1 0,-1 0 1 15,5-3 0-15,-4 3 2 0,3 0-1 16,-2-2-1-16,2-1 0 0,-3 1 1 0,4 0-1 15,-2-2 1-15,0 3-1 0,0-2 1 0,-1 1-1 16,0 1-1-16,0 0 0 0,0-1 0 16,-2 2 0-16,1 0 0 0,-1 0 0 0,0 0 1 15,-2 2 0-15,3-2-1 0,-1 1 0 0,-1 0 1 16,-1 1-1-16,3 0-1 0,-1-2 2 0,1 1 0 16,0-1-1-16,-1 1 1 0,1-1-1 0,-1 0 0 15,5-1 0-15,-5 1 0 0,1 0-1 16,2-1 1-16,-1 1-1 0,-1 0 2 0,2-2-1 15,-1 2 0-15,-2 0 0 0,1 0 1 0,1 0 0 16,-4 0-1-16,2 0 1 0,0 0 0 16,0 0-1-16,-2 2 0 0,1-2 2 0,2 0-2 15,-1 0 2-15,-2 0-1 0,4 0 0 0,-1 0 0 16,-1 0 1-16,2 0 0 0,0-2 0 0,2 0 0 16,-3 2 0-16,3-1 0 0,0 0 0 0,-3-3 1 15,5 3-2-15,-2 0 0 0,2-1 0 0,-2-1 0 16,0 2-1-16,2-1 0 0,-3 1 1 15,1-1 0-15,1 1 0 0,0-2 0 0,-1 1-1 16,3 1 2-16,-1-1-1 0,-1 1 0 0,1-1 0 16,-2 0-2-16,4 0 1 0,-2 0-2 0,2 0 2 15,-2 0-1-15,4-2 1 0,-2 4 0 16,-2-4 0-16,2 1 0 0,-2 2-1 0,-1-2 0 16,-1 3 0-16,1-2 1 0,-2 2 0 0,-1-3 1 15,0 1 0-15,-3 2 0 0,-1 0-1 0,1 0 0 16,0 0 0-16,0 0 0 0,-3 0 0 0,1 0-1 15,0-1 0-15,3 1 1 0,-4 0-1 0,4-1 1 16,1-1-1-16,1 0 1 0,2 1 0 16,-3 0-1-16,3-3 0 0,0 3 2 0,2 0-1 15,-5-1 1-15,3 0-1 0,0 2 1 0,-2-1-2 16,1 1 0-16,0 0-1 0,0-1 1 16,0 1 1-16,0-2 0 0,-2 2 1 0,3 0 0 15,-2-1 0-15,0 1 0 0,0-2 0 0,-3 2-1 16,0 0 1-16,1-1-1 0,-3 1 1 0,-2 0 0 15,0-2 0-15,1 2 0 0,-2 0 1 0,-1 0 0 16,1 0 2-16,0 0 1 0,-2 0 0 16,0 0 1-16,0 0 0 0,0 0-1 0,0 0-2 15,0 0-2-15,0 0 0 0,-2-1-2 0,0 1 0 16,2 0 0-16,-1-2-1 0,-1 2-1 16,1-1-1-16,-2 1-2 0,0 0-7 0,0-2-13 0,-1 2-19 15,1-1-29-15,-2 1-75 0,0-2-88 16,1-1-150-16,-5 2-247 0,2-2-319 0,1 0-363 15,-2 3-209-15,-1-2 38 0,-1 1 609 0</inkml:trace>
  <inkml:trace contextRef="#ctx0" brushRef="#br0" timeOffset="2217.19">1179 682 345 0,'8'-7'683'0,"-2"2"307"16,-1-1 129-16,0 2-257 0,-2 1-160 15,-3 3-95-15,0 0-86 0,0 0-93 0,0 0-83 16,0 0-67-16,0 0-71 0,0 0-65 16,-5 1-39-16,-3 2-20 0,-1 3-16 15,-2 2-14-15,-2 4-10 0,-3 3-9 16,-3 3-5-16,-1 4-6 0,-4 5-5 0,-1-1-1 16,-2 4-6-16,-3 3-2 0,0 3-3 0,1 2-3 15,-5 1-1-15,-1 4-2 0,0-1-1 0,0 3-1 16,2 0 0-16,0 0-1 0,1-2-1 0,2-2 1 15,3-2 4-15,2-3 3 0,6-4 2 0,-2-4 1 16,4-2-1-16,4-5 0 0,4-4-6 0,0-2-4 16,2-4-2-16,4 0-2 0,1-3-6 15,2-8-8-15,2 2-10 0,-2-2-14 0,0 0-31 16,5-2-70-16,-2-5-69 0,0-4-129 16,5-2-180-16,-4-2-306 0,3-3-318 0,-4-1-215 15,-3-3-74-15,0 2 424 0,0-5 546 0</inkml:trace>
  <inkml:trace contextRef="#ctx0" brushRef="#br0" timeOffset="2499.56">563 858 409 0,'0'0'876'16,"0"0"310"-16,9 0 1 0,-9 0-320 0,0 0-319 15,0 0-164-15,3 5-102 0,2 1-27 16,1 3-20-16,4 4-14 0,5 2-14 0,0 3-23 15,4 2-26-15,-1 0-40 0,3 4-24 0,1 1-20 16,0 0-15-16,2 1-17 0,2 0-12 0,0 1-11 16,3 2-8-16,-1-2-3 0,1 0-3 15,1 0-2-15,-2-2-2 0,2-1-1 0,-2-1-2 16,1-1-1-16,-3 1-1 0,-1-3 6 0,-2-1-2 16,-2-1-17-16,-5-2-48 0,1-1-63 15,-6-3-74-15,2-1-148 0,-2-1-220 0,-5-1-310 16,1-1-276-16,-4-1-217 0,1-1-27 0,-2-1 478 15,3-1 535-15</inkml:trace>
  <inkml:trace contextRef="#ctx0" brushRef="#br0" timeOffset="2796.83">1454 1182 150 0,'11'-2'639'0,"-1"-1"401"15,-1 3 125-15,-2-1-196 0,-1-1-313 0,-3 1-244 16,-3-1-160-16,1 0-76 0,1 0-39 0,1 2-14 16,2-2-22-16,5 2 27 0,5 0 2 0,1 2-11 15,3-2-6-15,0 2-7 0,-1-2-9 0,0 0-48 0,0 0-18 16,2 0-14-16,-1 0-9 0,-1 1-6 0,2-1-1 15,-4 1 2-15,2-1-7 0,-4 0-9 0,2 2-52 0,-5-1-60 16,0-1-135-16,-3 3-197 0,-2-2-296 0,-1 1-310 16,2 3-222-16,-5-4-42 0,1 2 441 0,-3-1 504 15</inkml:trace>
  <inkml:trace contextRef="#ctx0" brushRef="#br0" timeOffset="3048.35">1748 982 198 0,'0'-3'582'0,"0"3"281"16,3 0 110-16,-1 2-180 0,1-1-206 0,2 3-177 0,1-3-109 16,2 0-45-16,0 0-16 0,2-1-30 0,0 5-39 15,3-3-29-15,0 2 10 0,1 4-5 0,2 1-8 0,0 0 11 16,-2 0 5-16,2 0-6 0,-2-1-29 16,0 3-10-16,-1 0-10 0,-2-2-20 0,0 2-18 0,-3 0-6 15,-2 1-1-15,0 0-6 0,-1 3-3 0,-3-2-5 16,-2 1-8-16,-2 1-5 0,-1 1-9 0,-3 1-6 0,0 2-5 15,-4-2-4-15,2 3-2 0,-4-1-4 0,0 1-4 16,-2-2-8-16,1 1-28 0,2 1-61 0,-4-3-72 16,2-3-164-16,-1 0-284 0,1-3-311 0,3 0-342 15,0-3-241-15,2-1 55 0,0-2 681 0</inkml:trace>
  <inkml:trace contextRef="#ctx0" brushRef="#br0" timeOffset="3969.06">2450 1321 39 0,'0'6'451'0,"-3"0"373"0,2 0 244 0,-1-1 7 16,0-3-336-16,1 2-248 0,-1-3-149 15,1-1-86-15,-1-1-52 0,2-3-33 0,2-1-36 0,1-4-29 16,2-2 19-16,2-3 23 0,0-5-1 0,-1-2-3 16,4-1 8-16,0-4 1 0,0 1-36 0,1-2-37 15,0-1-21-15,0 0-16 0,-1 1-6 0,2 1-6 16,-2 3 3-16,-2-1 5 0,0 7 6 0,-2-2 8 15,-3 5-1-15,2 4 2 0,-2 1-1 0,-1 1-2 16,1 4-5-16,-3 1-9 0,0 4-10 0,-2 4-8 16,1 4-7-16,-1 4-5 0,-1 3-3 0,3 7-2 0,-3 2 0 15,1 1-1-15,2 3-1 0,0 0 0 16,2 4 1-16,-1 0-1 0,1-1 0 0,3 0-1 0,0-1 0 16,-1-1-1-16,1-3 0 0,1-3 0 0,-1-5 0 15,1 0 0-15,2-6 1 0,-3-1 1 0,3-4 1 16,-2-3 4-16,2-3 4 0,1-4 2 0,1-3 1 15,0-4 0-15,2-4 0 0,-1-6-4 0,3 1-4 16,-2-4 0-16,-1-2-3 0,3 0 0 0,-3-2-1 16,1 4 0-16,-2-3 0 0,-2 6 1 0,0 0 1 15,0 2 1-15,-4 4 1 0,1 0 5 0,-3 5 3 16,1 2 3-16,0 1 2 0,-1 2 2 0,-2 2 1 0,2-1-4 16,-4 4-3-16,2 1-4 0,-2 3-2 0,-1 2-4 15,0 3-2-15,1 3-1 0,1 3 0 16,-1 0-1-16,0 3 0 0,1 1 0 0,1 1-1 0,-2 2 0 15,2-1-1-15,2 2 1 0,-2 0 1 0,3 0 2 16,0-2 2-16,2-1 1 0,0-1-1 0,1-1-5 16,2-3-16-16,0-2-29 0,2-2-50 0,0-1-75 15,1-5-106-15,1-4-172 0,3-3-281 0,0-3-327 16,2-5-300-16,-1-3-170 0,3-3 207 0,1-3 631 16</inkml:trace>
  <inkml:trace contextRef="#ctx0" brushRef="#br0" timeOffset="4281.2">3264 1110 405 0,'-1'-8'959'0,"-4"4"392"0,-1 1 51 0,-2 3-295 16,0 1-362-16,-2 4-245 0,-2-1-128 0,-1 2-100 15,-1 4-84-15,0 2-56 0,1 5-35 0,-1 4-24 16,1 2-19-16,-1 2-14 0,3 4-9 0,3 0-4 16,-1 1-4-16,2-2-5 0,4-2-3 0,1-3-5 15,4-4-1-15,3-2-6 0,1-4-3 0,5-2 1 16,0-9-5-16,5-2-5 0,2-7-3 0,2-3-5 15,2-6-6-15,-1-3-7 0,4-6 0 0,-1 0 0 16,-1-2 0-16,-3-1 3 0,0 5 5 0,-4-1 5 16,-2 3 7-16,-1 6 6 0,-4 0 4 0,-3 2 3 15,-1 4 3-15,0 3 0 0,-3 1 2 0,-1 2 0 16,-1 3-2-16,-3 3 1 0,0 3-2 0,-2 4 1 0,0 5-2 16,0 2-1-16,-2 4 0 0,2 1-3 0,-1 4 0 15,1 1-2-15,0-1-1 0,3 3 0 0,-2-3 4 16,4 1 3-16,0-1-1 0,4-4-3 0,-1 0-17 15,2-2-46-15,0-4-77 0,3-2-87 0,-3-5-152 16,4-2-210-16,-1-2-321 0,0-5-288 0,3-2-202 16,-1-3-1-16,-1-5 498 0,2-3 506 0</inkml:trace>
  <inkml:trace contextRef="#ctx0" brushRef="#br0" timeOffset="4697">3562 1219 143 0,'4'-11'648'16,"-2"5"418"-16,0 4 138 0,-1 2-190 0,-1 2-266 15,0 4-211-15,2 5-132 0,-1 2-68 0,1 3-45 16,-2 3-37-16,3 2-47 0,-1 5-49 0,1-1-41 0,0 2-26 16,2 3-18-16,-2 3-14 0,2 2-13 0,-2 1-12 15,2 2-14-15,0 0-12 0,-1 3-7 0,2-2-1 16,-1 0-2-16,0-2 2 0,1-2-1 0,-1-4 1 16,1-2-1-16,-3-4 0 0,-1-6 3 15,1-1-2-15,0-4 2 0,-1-2 7 0,-2-3 15 0,1-3 4 16,-1-1-1-16,0-5 1 0,-1-5-3 15,1-4-6-15,-2-5-13 0,2-4-4 0,0-4 3 16,-1-5 3-16,1-6-1 0,-2-5-2 0,2-6 2 0,0-6-7 16,0-5-7-16,0-2-5 0,3-5-1 15,-1 0 0-15,4 1-2 0,-1 4 5 0,3 2 3 16,-2 5 3-16,2 8-1 0,-3 6 1 0,0 6 1 16,1 6 2-16,-2 4-1 0,1 4 1 0,-3 4-2 15,3 2 1-15,-2 3-2 0,2 1 0 0,0 2 2 0,-1 3 1 16,1 2 2-16,-2 3 1 0,0 2 2 0,-1 2 0 15,-2 3 1-15,-2 3-1 0,-1 3 0 0,0 3-2 16,-4 2-1-16,-2 4-1 0,-2 2-2 0,-3 3 0 16,1 5-3-16,-6-1-2 0,2 3-11 0,-5-1-33 15,0 3-67-15,-1-3-72 0,1-3-141 0,0-2-237 16,1-5-316-16,4-5-325 0,3-3-235 0,0-5-54 16,4-5 531-16</inkml:trace>
  <inkml:trace contextRef="#ctx0" brushRef="#br0" timeOffset="5983.01">3944 1015 175 0,'4'-1'528'0,"-1"0"327"16,0 1 213-16,-1-2-145 0,0-1-203 15,-2 0-151-15,0-2-82 0,0 4-68 0,0-2-53 16,2 3-65-16,-2 0-49 0,2 0-45 0,-1 0-56 0,-1 0-39 16,0 0-36-16,0 0-24 0,3 4-15 0,-3 1-10 15,4 3-7-15,-1 2-9 0,0 3 0 0,2 5 1 16,1 2 2-16,0 2 0 0,2 3-1 15,-1 3 2-15,-1-1-3 0,3 1-3 0,-1 1-3 16,-3-2-2-16,3-1-2 0,0-3 0 0,-2-4-1 16,-1-1-1-16,-2-2 0 0,2-4 0 0,-2-3 0 15,-1 0 3-15,-1-5 10 0,1 1 8 0,1-4 5 16,-2-4 1-16,1-2 1 0,-2-5-2 16,3-3-8-16,-1-1-7 0,-1-4-6 0,1-1-1 15,0-1-1-15,-1 1-2 0,-1-2 0 0,0 3-1 0,2 1 1 16,-2 3 0-16,1 1-1 0,-1 3-2 0,0 0-1 15,2 5 0-15,-2-1-1 0,2 3 0 0,-1 0-1 16,2 1 1-16,3 4 1 0,-1 0 1 0,2 2 1 16,-1 2 2-16,4 1 0 0,0 2 1 15,0 0-1-15,0 1 0 0,2 3-1 0,1-2 0 16,1 1-1-16,0-3-2 0,0 1 1 0,-1-2 1 0,4-2-2 16,-1-1 3-16,0-4 0 0,2-2-1 15,2-2-1-15,-1-3 1 0,0-3-2 0,3-4 0 16,-3-2-1-16,0-2 3 0,1-1 0 0,-2-1 1 15,-1-2 0-15,-2 1 0 0,0 0 1 0,-3 1 1 16,-3 1 1-16,0 3 2 0,-4-4 0 0,-3 4 1 16,-2 1 0-16,-2 1 3 0,-3 1 1 0,-1 3 2 15,-5-1 3-15,2 4 2 0,-5 4-1 0,-1 0 0 16,-2 5 1-16,1 4-2 0,-1 4 0 16,-1 1-2-16,-1 5-1 0,3 2-2 0,-1 2-3 0,4 0-2 15,1 3-2-15,4-3-2 0,3 2 0 0,2 0-2 16,1 0 1-16,4-2-2 0,1 2 1 0,3-2-1 15,2-2 1-15,3-1-2 0,2 1 1 0,1-5 4 16,2 1 2-16,3-1 1 0,0-4 0 0,3-1 0 16,-3 2 1-16,2-2-5 0,-1-2-1 0,-1 1-2 15,-3 1-1-15,0-1 1 0,-2 3 0 16,-3 0 1-16,0 1 1 0,-5 3 2 0,-1 0 2 0,-1 1 2 16,-3 2-1-16,-1 2 2 0,0 2 0 15,-3 0-1-15,0 2 0 0,-2-2-1 0,0 0-2 16,-1-1 0-16,0-1-2 0,1-2-1 0,0-3-1 15,2-5-1-15,1-2 0 0,-1-2-6 0,0-3-3 16,3-4-5-16,-2-6-6 0,4-4-7 16,-2-3-7-16,3-6-7 0,0-3-1 0,2-8-1 15,0-1 5-15,1-5 7 0,3-1 9 0,1-4 10 16,1 1 8-16,3 0 4 0,1 1 4 16,0 1 0-16,0 1-4 0,2 5-4 0,-3 2-2 15,2 3-1-15,-3 3-3 0,1 3 0 0,-3 4 7 0,0 4 4 16,0 2 2-16,-3 2 4 0,0 2 6 0,1 2 5 15,-1 2 6-15,-1 1 8 0,-1 3 7 0,-1 3-1 16,2 1 1-16,-2 3-3 0,0 4-5 0,0 2-4 16,-2 4-8-16,-1 0-4 0,1 4-4 15,-3 3 2-15,0 0-1 0,-3 3 0 0,1-1-2 16,-1 2-2-16,-2-1-2 0,2-2-7 0,1 0-7 16,-1-5-18-16,0-3-36 0,3-3-74 0,-2-4-96 15,-2-6-171-15,4-4-294 0,3-7-336 0,0-2-357 16,0-8-193-16,2-4 195 0,1-7 678 0</inkml:trace>
  <inkml:trace contextRef="#ctx0" brushRef="#br0" timeOffset="6164.35">4964 719 68 0,'-3'-23'815'16,"-3"4"713"-16,-4 9 77 0,1 3-283 16,-2 4-403-16,-1 1-387 0,0 5-219 0,-1 2-122 15,1 2-66-15,1 2-43 0,1 1-31 16,1 3-19-16,4 0-15 0,2 0-13 0,1 3-9 15,2-2-27-15,0 3-68 0,3-2-75 0,-1-3-161 16,1 2-279-16,5-3-331 0,-2 1-370 0,2 2-240 16,0 2 38-16,1-2 700 0</inkml:trace>
  <inkml:trace contextRef="#ctx0" brushRef="#br0" timeOffset="6473.77">5173 1271 338 0,'8'12'800'15,"-2"-1"323"-15,0-5 56 0,-3 1-290 0,2-7-274 16,2-2-204-16,-1-3-121 0,-1-1-59 0,2-6-32 16,0 0-22-16,1-5-12 0,-2 3-17 0,3-4-9 15,-2-1-9-15,1 0-18 0,0 0-16 0,-2 1-16 16,0-1-6-16,-2 2-6 0,-3-1-5 0,1 0 0 16,-2 1 4-16,-2 2 7 0,-1 1 1 0,-2 3-3 15,-4 2-10-15,1 1-9 0,0 7-9 0,-3 1-12 16,-2 6-9-16,0 4-9 0,1 5-2 0,-1 5-3 15,2 4-1-15,0 3-2 0,3 1-4 0,0 4 3 16,1 2 1-16,4-1-2 0,1 0-1 0,2 0-7 16,2 0-15-16,1-3-36 0,4-1-74 0,1-4-99 15,0 0-173-15,5-6-293 0,-1-1-341 16,6-3-390-16,-1-3-215 0,5-1 190 0,0-3 717 16</inkml:trace>
  <inkml:trace contextRef="#ctx0" brushRef="#br0" timeOffset="7381.33">5415 1525 178 0,'1'9'784'0,"1"1"421"15,-2-3 42-15,2-3-156 0,-1-1-423 16,2-1-273-16,2-5-93 0,0-3-38 0,2-5-21 16,2-4-19-16,0-4-29 0,2-5-36 0,2-5-47 0,2-3-38 15,-2 0-28-15,3-6-8 0,0 1-5 0,1 0-8 16,-1 2-5-16,0 1-2 0,-5 4 11 0,0 5 3 16,0 4 5-16,-5 3 5 0,-1 5 6 15,0 1 4-15,-2 5-7 0,-3 0-4 0,2 6-12 16,-4 4-7-16,2 4-8 0,-3 5-7 0,1 8-3 15,1 2-3-15,-1 5 0 0,1 4 5 0,1 3 2 16,0 0 2-16,1 2 0 0,1 0 1 0,1-1 0 16,0 1-3-16,0-4-2 0,3 0-1 0,1-7 0 15,-1 0-1-15,1-7 1 0,1-2 6 16,2-5 3-16,2-6 6 0,0-1 2 0,1-8 3 16,1-4-2-16,2-6-3 0,1-3-4 0,-1-7-9 15,3-1-5-15,-3-3-4 0,3-2-3 0,-3 0-2 16,1-1-1-16,-3 3 4 0,0 3 2 0,-2 2 3 15,-4 4 1-15,-1 3 3 0,0 7 1 0,-3-1 1 16,0 4 0-16,-1 3-1 0,0 3 0 0,-1 3-2 16,-1 5 1-16,2 2-1 0,-3 4 3 0,0 2 0 15,0 2 1-15,3 1 0 0,-3 0 4 0,2 0 0 16,1 1-1-16,0-2-1 0,0-2 0 0,2-1-2 16,0-2-5-16,0-2-1 0,2-3 2 0,0-3-1 15,3-4 3-15,-1-4 0 0,0-3 1 0,1-5 1 16,2-6-6-16,0 1-2 0,-1-5-3 0,1 0-2 15,-1 0-1-15,1 0-1 0,-2 2 4 0,0 3 0 16,-3 0 1-16,0 4 0 0,-2 3 0 0,0 4 0 16,-2 0 0-16,2 5 1 0,-2 1 0 15,0 4 2-15,0 2 3 0,-1 5 4 0,2 3 0 16,-2 2-1-16,-2 4-1 0,1 1 0 0,1 2-5 16,1 2-3-16,-1-2-3 0,4 0-5 0,-1-2-14 15,4 1-23-15,-1-5-51 0,0-2-81 0,-1-2-156 16,2-4-274-16,-1-1-328 0,2-6-398 0,0-2-350 15,-2-5-1-15,2-3 745 0</inkml:trace>
  <inkml:trace contextRef="#ctx0" brushRef="#br0" timeOffset="7546.67">6518 1234 139 0,'2'14'771'15,"-4"4"488"-15,-1 2 109 0,0 3-112 0,0 4-381 16,-2 1-335-16,2 2-169 0,-2-1-101 0,2 3-71 15,-2-2-72-15,2-2-58 0,0-2-56 0,2-2-95 16,-1-6-137-16,2-3-240 0,0-4-290 16,2-7-353-16,-1-4-389 0,2-4-127 0,-3-9 497 15,0-4 718-15</inkml:trace>
  <inkml:trace contextRef="#ctx0" brushRef="#br0" timeOffset="8311.93">6178 914 419 0,'0'5'1336'0,"-1"-5"366"15,-4 2-216-15,2-2-317 0,0-2-479 16,1 2-250-16,-1-2-168 0,0-1-80 0,0 2-51 16,-1 1-40-16,1 0-32 0,0-1-27 0,0 1-16 0,3-1-12 15,-1 1-6-15,-1 0-6 0,2-3-4 16,0 3 2-16,2-1-1 0,-1 1-4 0,2 0-14 15,0 0-19-15,-1 0-32 0,1 1-76 0,0 2-93 16,-3-3-166-16,0 0-283 0,0 0-327 0,0 0-379 16,2 1-211-16,-2 1 104 0,1 3 699 0</inkml:trace>
  <inkml:trace contextRef="#ctx0" brushRef="#br0" timeOffset="9397.42">6770 1183 122 0,'1'2'500'0,"-1"-2"382"16,0 0 270-16,-1 1-130 0,-1-1-222 0,2 0-108 15,-2 2-127-15,1-1-111 0,-1 1-92 0,-4-1-63 16,3-1-54-16,-3 0-76 0,-1 2-44 0,2-1-27 16,-1-1-19-16,-3 1-13 0,2 3-10 0,-1-2-9 15,-2 2-6-15,0 1-6 0,-3 0-6 0,1 3-3 16,-3 1-2-16,0 2 2 0,0 0-2 0,-2 4-2 15,1 1-3-15,-1 0-1 0,-1 2-2 0,1 0-6 16,3 2-4-16,-2 0-1 0,3 3-2 0,1-3-2 16,2 3-1-16,2-3 0 0,-1-1 0 15,4-2 1-15,2 2 0 0,1-6 0 0,2 0-1 16,0-1 0-16,4-3 0 0,0-2 0 0,4-3 2 16,3 0 1-16,-1-4 1 0,4-4 1 15,0-2 1-15,3-1 0 0,0-5-1 0,1-1 0 16,-2-2-1-16,3-2-1 0,-2-1 1 0,1 0-2 15,-1 0 0-15,-1-2-4 0,-2 1-2 0,1-1 0 16,-1 0-1-16,-3 0 0 0,-1 1 1 0,0 1 4 16,-3 0 3-16,-3 0 2 0,0 3 0 0,-3 0 2 15,-1 2 1-15,-3 0 0 0,0 1 0 0,-2 3 0 16,0 0 0-16,-1 3-1 0,0 2-1 0,-2 1-1 16,1-1-2-16,1 4 0 0,-2 2-1 0,4 1-1 0,-3 0 0 15,2 3-1-15,1 0 0 0,-2 3 0 16,1-2-1-16,3 4 0 0,-1 0 0 0,1 1 1 15,1 0 0-15,-1-1 0 0,2 4 0 0,0-2 3 16,0 2 2-16,2-1 0 0,-1 3 1 0,3 0-1 16,-1-1 1-16,3 2-4 0,0 0-2 0,2 4 0 15,2-3 0-15,2 2 1 0,1-1 0 0,3 3 0 16,0-3 0-16,1-1-1 0,1 0 0 0,0-2 0 16,2-3 0-16,0-2 0 0,2-4 0 15,0-1 0-15,-1-6 0 0,-1-1 0 0,2-3-9 16,-4-3-12-16,-1-2-16 0,-1-3-24 0,-2-1-53 15,-4-1-80-15,-4 1-154 0,-3 1-268 0,3-3-321 16,-6 4-388-16,-2-1-341 0,-2 2-6 0,1 0 725 16</inkml:trace>
  <inkml:trace contextRef="#ctx0" brushRef="#br0" timeOffset="13314.12">8596 486 84 0,'3'-3'601'16,"-3"3"451"-16,2-2 196 0,-2 2-3 0,-2-1-329 16,2 1-264-16,-3 0-176 0,0 0-100 15,-2 1-75-15,0-1-82 0,-2 3-76 16,-1 1-45-16,0 2-26 0,-2 2-21 0,-1 3-11 15,0 3-7-15,1 8-4 0,0 3-3 0,0 7 1 16,2 10 4-16,0 4 5 0,2 6 1 0,4 7 3 16,1 7 1-16,1 5-3 0,1 2-3 0,1 4-2 15,4 1-2-15,0 0-7 0,2-2-5 16,2-1-4-16,1-4-5 0,0-5-6 0,3-6-6 16,2-4 0-16,0-6 0 0,1-6 0 0,2-7-1 15,-3-4 0-15,3-5 5 0,-3-6 1 0,1-5 1 16,-2-1 1-16,-2-4-1 0,-3-2-2 0,-2-3-7 15,1 0-5-15,-4-1-6 0,-2-2-12 0,-3 1-17 16,-1 1-23-16,-4-2-48 0,-3 0-73 16,-1 1-129-16,-1 0-213 0,-1-1-298 0,2 0-349 15,-1 0-319-15,-1-1-121 0,2 0 470 0,-1-1 689 16</inkml:trace>
  <inkml:trace contextRef="#ctx0" brushRef="#br0" timeOffset="15813.17">9091 1152 161 0,'2'-6'492'0,"-2"4"271"0,0-4 172 0,-2 4-106 16,2-3-222-16,-2 1-135 0,-1 0-65 0,2 1-16 15,-3 0-12-15,3 0-9 0,-1 2-38 0,0-1-42 16,1 2-51-16,-2-1-48 0,-3 1-49 0,1 0-44 16,-2 0-30-16,1 1-17 0,0 2-11 0,-3 2-10 15,0 2-5-15,1 3-8 0,-1 3-5 0,3 2-5 16,-1 3-1-16,3 6-2 0,0 2 5 0,1 2 3 15,2 6 2-15,1-1-3 0,1 3 0 0,2 0 2 16,-1-3-7-16,3-1-3 0,1-4-2 0,1-1 2 16,0-7-1-16,3-4-1 0,0-4 0 15,2-6 0-15,-1-4-1 0,2-7 1 0,-1-5-4 16,3-8-3-16,0-5 0 0,-2-8-1 16,4-4 0-16,-4-4 1 0,1-1 3 0,-1-4 2 0,-2 2 3 15,0-1-1-15,-1 2 2 0,-5 2 1 0,-1 0 0 16,-4 3 2-16,-1 0 1 0,-4 2 1 0,0 0 2 15,-3 0 0-15,0 3-1 0,-3 1 1 16,3 3 1-16,-1 1 4 0,-1 7 5 0,4 2 2 16,0 3 1-16,1 3-2 0,0 3-4 0,3 0-6 15,1 4-6-15,1 4-4 0,1 5-2 16,1 4 0-16,1 3 2 0,0 1 0 0,2 5 1 16,0 4 1-16,1 1-1 0,0 3 1 0,1 3-1 15,-1 3 0-15,-1 3-1 0,3 3 1 0,-2 1-1 16,0 5 0-16,-1 3 1 0,2 0-1 0,-1 3 6 15,0 0 2-15,2-1-3 0,-2-4-3 0,3-3-2 16,1-3 0-16,0-4-6 0,1-3-4 0,1-7 3 16,1-5 4-16,1-3 0 0,1-6 1 15,0-3 1-15,0-6 0 0,-1-4 6 0,3-6 2 16,-1-3 1-16,0-6 2 0,0-2-5 0,-2-3-2 16,-1-1-6-16,3-7-3 0,-4 2-1 0,1-1-2 15,-4 0 3-15,1 0 3 0,-2 0 2 0,-4 3 1 16,1-2 1-16,-5 3 0 0,0-1 1 0,-5 2 0 15,1 3-1-15,-4-1 1 0,-2 2-3 0,-1 0 1 16,0 4 0-16,-1 0 0 0,0 1 1 0,-2 3 1 16,3 1 3-16,3 4 1 0,-3 1 0 0,3 2-1 15,0 4 0-15,1 4-4 0,2 2 0 16,-2 4-2-16,4 4 0 0,0 2 0 0,3 7 0 16,-2 2-1-16,4 4 0 0,0 4 1 0,1 1 0 15,0 3-2-15,2 3 6 0,1 0 3 0,3-1 1 16,-1-3-5-16,2 1-1 0,4-5-2 0,-3-1-4 15,5-3-1-15,-3-6-4 0,2-1-4 0,1-4-16 16,-2-2-31-16,1-6-68 0,-1-2-68 0,-1-4-93 16,-4-5-151-16,2 0-236 0,-5-6-295 15,2-1-219-15,-3-3-192 0,-3-1 86 0,1-1 508 16</inkml:trace>
  <inkml:trace contextRef="#ctx0" brushRef="#br0" timeOffset="16396.27">9761 853 92 0,'-1'-7'301'0,"-1"3"157"16,2-2 116-16,0-3-76 0,0 3-80 0,0 1-42 15,0-1 5-15,2-1 17 0,-1 3 4 16,-1 0-8-16,2-2-33 0,-2-1-43 0,-2 0-39 15,1 1-24-15,-1 1 0 0,0 2 9 0,2-1 1 16,-3 1-10-16,2-1-24 0,-1-1-29 16,-2 2-38-16,0 0-40 0,0 0-26 0,0 0-15 15,0 0-9-15,0 1-12 0,1 2-10 16,0 0-12-16,-1 2-9 0,0 3-11 0,1 2-9 16,0 2-3-16,1 4-2 0,2 6-6 0,0 1 0 15,0 4 4-15,4 2 2 0,-1 4 1 0,2 4-1 16,2 0 10-16,-2 3 0 0,3 2 0 0,-2 3-1 15,4 2-2-15,-2 1-1 0,1-1-7 0,-1 3-2 16,1 0-4-16,-1-1-1 0,-1 1 2 0,2-4 1 16,-4 2 1-16,-2-1 3 0,0-2 0 15,-3 0 0-15,0-2-1 0,0-1-1 0,-1 0-1 16,-1-3-1-16,0-1-1 0,-1-4 1 16,0-3-1-16,3-4-1 0,-3-1-1 0,2-4-1 0,-1-5 0 15,2-2-4-15,-1-1-4 0,1-4-11 0,1-4-20 16,-1-3-40-16,0-3-75 0,0-8-99 15,-3-2-170-15,1-2-291 0,-1-6-332 0,0 0-336 16,-2-3-178-16,-3-2 206 0,-1 0 672 0</inkml:trace>
  <inkml:trace contextRef="#ctx0" brushRef="#br0" timeOffset="16863.16">9609 1476 112 0,'4'-2'539'0,"-3"2"376"0,3-1 171 0,-1 1-104 16,-2-2-274-16,4 1-218 0,-1-2-131 0,1 0-44 16,0 2-20-16,2-1 0 0,2-1-31 0,0 2-34 15,1-3-42-15,1 1-48 0,0-1-36 0,2 2-46 16,1-3-23-16,0 3-10 0,3-3-7 0,-2 0-4 16,2 1-3-16,-1 0 0 0,1-1-3 0,-1 1-1 15,2-3-1-15,-4 3 0 0,3 1-1 16,-1-1-2-16,-2-2-2 0,-1 2-5 0,-1-3-5 15,1 3-3-15,0-4 1 0,-1 2-3 0,-2-3 0 16,4 0 9-16,-4-2 1 0,1 2 1 0,0-2 1 0,-2 2 3 16,1-2-1-16,-1 2 0 0,-1 0 2 15,0-1-1-15,1 2 2 0,-4 0-1 0,2-2 0 16,-3 3 1-16,1-1 0 0,-3 1 2 0,-1 1 11 16,-1-2 10-16,-1 2 10 0,-2 0 8 0,-2 2 6 15,-2-1 2-15,-1 2-6 0,-1 3-5 0,-2 0-5 16,0 2-6-16,-2 0-5 0,0 6-3 0,0 0-4 15,0 2-4-15,-1 2-4 0,2 4-1 0,1 0-1 16,0 3-2-16,3 1 5 0,2 2 3 0,0 2 2 16,2 4-1-16,0-3 1 0,2 2 0 0,2-1-6 15,2 0-1-15,4 0-4 0,-1-4 0 0,1-2-2 16,5-1-2-16,0-4-1 0,4-1-2 16,2-4-4-16,1-2-17 0,2-5-39 0,2-2-79 15,-3-2-139-15,3-5-267 0,0 4-310 0,-1-6-379 16,3-1-389-16,-1-1-57 0,-2 0 647 0</inkml:trace>
  <inkml:trace contextRef="#ctx0" brushRef="#br0" timeOffset="17795.95">10343 839 21 0,'5'-10'267'0,"-2"2"186"0,0 0 188 16,0 2 16-16,-1 1-72 0,-2 1-20 0,3 2-19 16,-3 0-33-16,0-3-54 0,3 2-58 15,-3-1-72-15,3 0-66 0,-3 4-49 16,0 0-21-16,2 4-21 0,-2-2-23 0,1 3 6 16,1-2-21-16,0 0-14 0,-1 1-21 0,2 0-5 0,2 3-3 15,-1 0-21-15,0 3-6 0,1 2-7 16,-2 6-9-16,-2-2-6 0,1 5-9 0,-2 4-4 0,-2 0-5 15,1 2-6-15,-4 5-5 0,-1 1-3 0,1 2-2 16,-3 1-2-16,2 3-3 0,-2-2-1 16,2-1 0-16,1-2-1 0,0-1 0 0,2-4-1 15,0-5-2-15,1-2 0 0,2-5-2 0,0-3 1 16,3-4-1-16,1-2 2 0,0-4 1 0,4-2 1 16,0-7 1-16,2-4 1 0,1-4-1 0,3-5 2 15,-1-5-1-15,2-1-1 0,-2-4 0 0,3 2 0 16,-3 0 0-16,-1 1 0 0,-1 0 0 0,-3 4 1 15,0 3 1-15,-3 2 1 0,1 4 1 0,-3 4 0 16,-3 0 1-16,0 4 0 0,0 0 0 0,-3 6-3 16,-3 1 0-16,1 3-2 0,0 3 1 0,-1 4-2 15,1 1 1-15,0 3 0 0,-1 1-1 16,3 3 0-16,0 0 0 0,1 3 0 0,2 1-2 16,2 2 7-16,1 2 2 0,0 2 1 0,2 0 2 15,-1-2-1-15,3 1 1 0,1-3-6 0,0-3-3 16,1-3-1-16,2-2-3 0,2-6-3 0,1-4-1 15,2-5-12-15,0-4-24 0,0-4-57 0,1-7-71 16,-4-4-109-16,4-4-184 0,-4-2-300 0,3-5-323 16,-4 1-265-16,2-4-144 0,-4 1 297 0,0-3 623 15</inkml:trace>
  <inkml:trace contextRef="#ctx0" brushRef="#br0" timeOffset="18031.93">10838 735 65 0,'6'-7'639'0,"-1"3"494"16,-2 3 166-16,3 1-22 0,-3 4-320 16,4 5-340-16,-1 5-198 0,1 0-97 0,0 5-60 15,0 0-82-15,-1 4-63 0,-1 1-30 0,3 1-20 16,-2 3-15-16,0 2-11 0,-1 1-8 0,0 2-10 16,1-1-9-16,-1 3-5 0,1 1-4 0,-1-2-3 15,1 3-2-15,-1-3-2 0,0 0 0 0,1-3-2 16,0-1-2-16,-1-3-11 0,0-1-27 0,-2-3-61 15,-1-2-66-15,-2-4-88 0,-2-3-160 0,-1-2-248 16,1-2-305-16,-1-4-242 0,-2-3-187 0,1-4 90 16,-4-4 537-16</inkml:trace>
  <inkml:trace contextRef="#ctx0" brushRef="#br0" timeOffset="18233.41">10786 928 493 0,'5'5'967'0,"-1"-2"233"0,-1 1-87 0,0 0-343 16,1-2-329-16,-1 1-204 0,2 0-100 0,-2-2-64 15,3 1-17-15,3 0-12 0,0 1-6 0,0-3-33 16,5 1-19-16,-1 1 3 0,3-2 21 0,-2 1 3 16,3-1-61-16,-1 0-129 0,1-1-189 0,-2-1-282 15,0 4-281-15,-2-1-249 0,1 2 21 0,-2 0 400 16</inkml:trace>
  <inkml:trace contextRef="#ctx0" brushRef="#br0" timeOffset="18694.84">11184 1110 102 0,'2'15'702'16,"-4"1"500"-16,1 2 177 0,-1 1-77 0,0 3-398 16,-1-1-327-16,3 3-183 0,-3-2-102 0,1-1-84 15,2 2-77-15,0-6-51 0,0 1-35 0,4-2-21 16,0-4-11-16,1-3-8 0,3-2-2 0,1-3 0 15,3-4 1-15,-1-5 0 0,5-4 0 0,-2-5 1 16,3-4-1-16,2-3 5 0,-1-4 2 0,2-2 0 16,-2-2 1-16,0-1-2 0,1 3 0 0,-3 1-5 15,-2 1-2-15,-1 4 0 0,-3 5-1 16,-3 1 2-16,0 4 3 0,-2 2 0 0,-4 4 1 16,1 0 1-16,-2 1-1 0,-2 3-2 0,1 2-2 0,-3 3 1 15,1 2-1-15,-2 1-2 0,1 2 3 0,-1 3-7 16,2 0 2-16,0 2 2 0,1-1-2 0,-1 2 0 15,3 0 0-15,0 0 5 0,0 0-2 0,2 2-4 16,-1-2 1-16,1 3-1 0,-1-2 0 0,1 0-1 16,1 1 1-16,0 2 0 0,3-3 0 0,-1 2 0 15,-2 2 0-15,2-1 0 0,-2 3 0 16,2-1 1-16,-3 5 10 0,-1 1 9 0,1 1 9 16,-4 4 4-16,-1 2 8 0,-2 4 1 0,1 4-3 15,-5 0-3-15,0 4-5 0,-3 1-3 0,-4 4-4 16,1 1-5-16,-5-1-5 0,-1 2-5 15,-1-1-4-15,-3-4-1 0,1-2-1 0,0-7-1 16,2-5 0-16,0-6-1 0,5-5-5 0,-1-7-11 16,1-6-21-16,1-9-37 0,-1-4-80 0,4-9-117 15,0-5-217-15,3-5-298 0,0-6-350 0,5-3-375 16,0-5-134-16,5-2 411 0,2 0 739 16</inkml:trace>
  <inkml:trace contextRef="#ctx0" brushRef="#br0" timeOffset="19479">12364 986 404 0,'4'-4'863'15,"-4"1"329"-15,-4 0 36 0,2-2-222 0,-4 4-234 16,1-2-202-16,0 2-140 0,-3-1-96 16,-2 1-68-16,-2-1-98 0,-3 1-60 0,0 1-36 15,-2 0-22-15,-1 0-15 0,0 3-9 0,-2 1-3 16,-2 0-5-16,2 4-5 0,-1 0-4 0,2 1-1 15,1 0-3-15,1 0-1 0,2 1-1 0,2-1-2 16,3 0-1-16,3 0-2 0,0 1-1 0,4-2-2 16,2 1-1-16,2 1 0 0,4-2 0 0,0-1 1 15,4 1 1-15,2 0 1 0,2-2 1 0,4 0 1 16,2-4 1-16,0 3-1 0,5-2 1 0,-1 0 5 16,4-1-1-16,-3 2-2 0,2 1-2 0,-3-1 1 15,2 2-1-15,-4 2-3 0,-2 2 0 0,-2 1 2 16,-4 1 3-16,0 1 1 0,-4 4 0 0,-4 0 0 15,-2 1 6-15,-1 5 2 0,-4-3 2 0,-3 2-1 16,-1 0 0-16,-3 2-3 0,-1-1-5 0,0-1-2 16,0 1-3-16,-2 0 1 0,3-4-1 0,-3 2 1 15,3-4 0-15,0-2-3 0,0-2-6 0,2-4-20 16,1-1-55-16,-1-6-76 0,3-4-100 16,-1-4-167-16,4-3-273 0,-1-7-333 0,5-3-278 15,2 0-158-15,-1-5 180 0,3-1 590 0</inkml:trace>
  <inkml:trace contextRef="#ctx0" brushRef="#br0" timeOffset="19662.54">12636 1032 35 0,'14'4'519'0,"-5"5"452"16,-1 2 230-16,0-1-19 0,-3 4-296 0,-2 2-230 16,2 2-173-16,-4 5-103 0,1 1-74 0,-2 1-62 15,-2 2-76-15,1 4-70 0,-2-2-41 16,-1 1-20-16,1-1-11 0,0 0-8 0,0-2-4 15,3-5-5-15,0-1-37 0,0-6-75 0,0-2-71 16,0-2-134-16,-1-5-213 0,-1-4-324 0,2-2-302 16,0-1-214-16,-2-6-59 0,1-4 453 0,-1-2 564 15</inkml:trace>
  <inkml:trace contextRef="#ctx0" brushRef="#br0" timeOffset="19845.08">12613 794 169 0,'-1'-23'763'15,"-4"8"435"-15,1 4 72 0,0 1-161 0,-2 2-448 16,3 5-307-16,-1 0-153 0,3 5-92 16,-1 2-51-16,2 4-26 0,0 2-15 15,3 2-7-15,2 2-10 0,0 4-8 0,3 0-27 16,0 2-107-16,-2 2-161 0,2-1-282 0,0 1-276 16,3 0-269-16,-1 3-160 0,1-1 275 0,1 1 500 15</inkml:trace>
  <inkml:trace contextRef="#ctx0" brushRef="#br0" timeOffset="20112.66">13015 1321 273 0,'11'2'549'15,"-1"-2"265"-15,-4-2 174 0,3-2-181 16,-4-2-173-16,0-3-119 0,0-2-43 0,-2-1-13 16,0-1-36-16,2-2-66 0,-4 0-53 0,-1 0-38 15,-3 1-53-15,-1-1-65 0,-3 1-47 0,1 3-28 16,-2-1-15-16,-3 1-12 0,1 4-9 0,-1 2-4 0,-3 4-7 15,3 2-6-15,-5 5-8 0,4 6-5 0,-6 3-4 16,5 5-1-16,-1 2-2 0,3 4-1 0,0 1 1 16,3 2 5-16,1 2 3 0,0 0 0 0,5 0 1 15,1-2 0-15,1 1 1 0,1-2-6 16,4-5-4-16,3-1-1 0,1-2-1 0,3-2-1 16,2-4-11-16,0-4-22 0,3-3-68 15,-1-2-74-15,1-5-140 0,1-2-250 0,-1-2-316 0,3-2-362 16,0-1-251-16,0-2-40 0,1-2 560 15</inkml:trace>
  <inkml:trace contextRef="#ctx0" brushRef="#br0" timeOffset="20555.41">13468 1188 36 0,'-7'-11'608'0,"5"4"571"0,-4 1 323 0,1 0-120 16,-2 5-392-16,0-3-361 0,-1 3-212 0,-1 2-125 15,-4 1-107-15,4 4-63 0,-1 2-43 0,-1 1-24 16,2 8-16-16,-3 1-9 0,3 5 2 0,1 2-3 16,2 3-2-16,-1 4-3 0,1 3-6 15,3-2-2-15,3-1-7 0,2 2-6 0,1-4 0 16,4-3-2-16,3-6 1 0,1-2-2 0,5-7-1 16,0-5 1-16,4-3-2 0,2-8 0 15,2-1 0-15,-1-8 2 0,0-1 0 0,-1-4 1 0,-1-1 1 16,1 0 1-16,-2-3 0 0,-2 0 0 0,1 2-5 15,-5 0-4-15,3 3-3 0,-4-1-1 0,0 4-1 16,-4 2 0-16,2 2 3 0,-3 3 3 0,-2 5 8 16,1 0 4-16,-1 4 3 0,0 2 1 0,-3 5 0 15,2 1 1-15,0 5-5 0,-2 2-4 0,2 1-2 16,0 1-1-16,2 1 1 0,-2-1-1 16,3 2 1-16,0-3-1 0,2-1 0 0,-1-2-1 15,1-4 0-15,2-3-2 0,-1-2-4 0,1-1-8 16,0-5-23-16,-1-2-61 0,0-3-74 0,-3-3-123 15,0-3-207-15,-1 0-306 0,-1-1-345 0,0 1-270 16,-3-3-113-16,-1-2 411 0,-2-1 638 0</inkml:trace>
  <inkml:trace contextRef="#ctx0" brushRef="#br0" timeOffset="20664.46">13863 986 196 0,'-7'-15'976'0,"-1"8"593"0,-1 3-53 0,1 1-308 16,0 1-457-16,2 2-321 0,0 2-195 0,1 1-115 15,2 0-56-15,1 1-28 0,5 0-18 0,0 2-35 16,2 0-72-16,3-1-112 0,0 1-212 0,1-4-289 16,2 4-331-16,0 0-353 0,2-1-161 0,0 1 357 15,0-2 698-15</inkml:trace>
  <inkml:trace contextRef="#ctx0" brushRef="#br0" timeOffset="21462.2">14163 406 80 0,'2'2'329'0,"-1"-1"172"15,1 1 128-15,-1 1-119 0,3-2-197 16,-1 1-95-16,0 0-19 0,5 0-8 0,-4 1 76 15,3 1 41-15,2 3 64 0,1-1 11 16,1 3-25-16,0-1-11 0,5 5-30 0,1 0 0 16,4 5-30-16,1 1-49 0,3 6-13 15,-1 2-23-15,4 4-36 0,1 5-37 0,-1 3-38 16,-1 6-17-16,0 0-28 0,-2 3-15 16,0 2-17-16,-4 2-13 0,0-2 9 0,-4 4 5 0,-1 0-3 15,-5 1 1-15,0 2 0 0,-5 0 0 16,-1 0-4-16,-5 2-4 0,0-1 0 0,-5-1 3 15,0 0 1-15,-4-2 1 0,1-2-3 0,-3-1-1 16,-1-5 0-16,0-2-2 0,0-3-2 0,-4-1-1 16,3-7-3-16,-1-1 2 0,3-6-2 0,-3-4-2 15,4-6-17-15,1-3-54 0,-2-5-61 0,1-4-106 16,2-4-179-16,-1-1-306 0,1-3-317 16,0-3-262-16,3-3-164 0,2 0 282 0,1-2 616 15</inkml:trace>
  <inkml:trace contextRef="#ctx0" brushRef="#br1" timeOffset="26078.83">2692 5284 315 0,'2'8'659'0,"-2"-1"249"16,3 1 105-16,-2-1-235 0,1 2-206 0,-1-1-156 16,3-3-101-16,-1 3-62 0,0-1-56 0,2-4-64 15,-2 2-53-15,2-3-38 0,1 1-19 16,-3-3-9-16,2 0 8 0,-2-3 18 0,0 1 53 16,1-1 55-16,-1 0 47 0,-2 1 24 0,1-3-1 15,1 0-10-15,-2 0-33 0,-2 1-31 0,-2 0-26 16,3-1-16-16,-3 2-13 0,1 0-12 0,-1 0-13 15,1 2-14-15,-1 1-13 0,0-2-14 0,1 2-9 16,-1 2-7-16,1-2-5 0,1 1-5 16,-1 2-3-16,2 0-2 0,0 0-12 0,0 2-17 15,0-1-46-15,2 2-78 0,-1-2-136 0,3 1-253 16,1 0-301-16,1-3-363 0,2 0-340 0,3 1-59 16,0-3 582-16</inkml:trace>
  <inkml:trace contextRef="#ctx0" brushRef="#br1" timeOffset="27029.63">4474 5238 68 0,'-3'5'343'0,"1"2"211"0,-1-1 181 0,0-2-38 16,0 2-142-16,1-1-91 0,0 0-52 0,2-2-43 16,0 2-50-16,0 0-56 0,0-1-73 15,2 1-63-15,-2 0-52 0,2-3-24 0,-1 2 3 16,1-2 4-16,1 0 10 0,0-2 13 15,-1 0 15-15,1-3 25 0,0 0 39 0,2-1 40 16,-2-2 15-16,-2-2 1 0,1-2-12 0,1 2-22 16,-3-2-30-16,0 2-26 0,0 0-14 15,-3 2-14-15,1 1-10 0,1 0-12 0,-2 4-17 16,-3-3-16-16,1 4-14 0,2-1-10 16,-2 2-6-16,2-1-6 0,-2 4-4 0,3-2-4 15,-2 3-2-15,1 1-2 0,3 1 0 0,0 2-2 16,0 0-1-16,3 1-8 0,3-2-22 15,-1 1-68-15,1 1-84 0,-1-4-152 0,6 1-284 16,0-1-324-16,2 0-379 0,2-2-236 0,3 0 73 16,4 1 664-16</inkml:trace>
  <inkml:trace contextRef="#ctx0" brushRef="#br1" timeOffset="27879.06">6485 5194 33 0,'6'-3'239'0,"-2"2"136"15,0-1 114-15,0 2-55 0,-1 0-86 16,0 0-32-16,-1 0 28 0,2 0 67 0,-2 2 69 16,-1-1 33-16,1 0-22 0,-1 3-16 15,-1-3 3-15,0 3-30 0,2-3-58 0,-2 0-55 16,-2 2-43-16,2 0-52 0,-3-1-66 0,2 1-51 15,-1 0-35-15,-1-2-24 0,3 1-19 16,-1 0-13-16,1-1-12 0,0 0-9 0,0-1-5 16,0 2-7-16,1-2-2 0,-1 0 0 0,3-2-1 15,-3 2-1-15,3-1 1 0,0 0 3 16,-1-1 0-16,1 0-1 0,0 1 2 0,-1-2-1 16,1 0-5-16,-1 3-17 0,1 0-40 0,-1 0-78 15,-1 3-149-15,2 0-270 0,-1 2-309 16,1 1-375-16,0 0-368 0,3-1-32 15,3 1 680-15</inkml:trace>
  <inkml:trace contextRef="#ctx0" brushRef="#br1" timeOffset="28727.8">9165 5113 6 0,'0'2'359'16,"2"-1"356"-16,-1 0 339 0,-1-1 81 0,0 2-279 16,0-2-200-16,0 2-113 0,2-2-84 0,-2 0-91 15,1-2-72-15,-1 2-55 0,0-2-51 16,-1 0-55-16,1-2-48 0,-2 2-31 0,1-3-14 15,-1 1-11-15,2 1-2 0,-2-2 0 16,0 2-4-16,0 2-3 0,2-1-3 0,0 1-4 16,0 1-6-16,0 0-7 0,0 0-4 0,0 0-2 15,2 1-1-15,0 1 1 0,2 1 0 16,0 1 1-16,1 1-16 0,3 2-69 0,-1 1-76 16,0-2-159-16,3 1-282 0,0-1-319 15,2 0-369-15,1-1-228 0,2-1 66 0,1 0 665 16</inkml:trace>
  <inkml:trace contextRef="#ctx0" brushRef="#br1" timeOffset="29645.07">11829 5085 296 0,'4'0'818'0,"-3"-1"372"0,-1 1 50 16,2-2-212-16,-2 2-237 0,1 0-221 15,1 2-158-15,-2-2-97 0,2 0-67 0,0 0-76 16,0-2-72-16,-1 2-45 0,1-2-23 0,1 1-10 16,2-2-7-16,0-1-2 0,1 0-2 15,0 0-2-15,2-1-2 0,-1-2-4 0,-1 2 1 16,2 0 0-16,-2 1-3 0,-1 1-1 16,0 0-1-16,-2 0 0 0,0 2-2 0,1-1 0 15,-3 2 0-15,1 0-1 0,-2 0-17 16,-2 0-54-16,1 2-65 0,-6 1-94 0,1-2-159 15,-4 3-274-15,-1 1-318 0,-2 0-262 0,-4 0-181 16,-1 0 158-16,-3 0 569 0</inkml:trace>
  <inkml:trace contextRef="#ctx0" brushRef="#br1" timeOffset="31311.32">4741 7588 202 0,'-5'-5'703'0,"1"3"406"16,-2-1 109-16,1 0-184 0,2 2-243 15,-1-1-195-15,3 0-146 0,-1 2-100 0,2 0-66 16,-3 0-58-16,3 0-77 0,-2 0-59 16,2 0-28-16,0 0-20 0,-1 0-7 0,-1 0-8 15,2 2-6-15,0-2-6 0,0 0-4 0,0 2-5 16,0-2-2-16,0 1-4 0,2 0-1 15,-1 2-2-15,1 1-2 0,1 1 1 0,-1 1 0 16,3 2 0-16,-1-3-2 0,2 1-35 0,2 3-75 16,-3-5-102-16,3 0-177 0,3 1-292 0,-3-1-343 15,5 0-342-15,1-2-165 0,2-2 257 16,1 2 659-16</inkml:trace>
  <inkml:trace contextRef="#ctx0" brushRef="#br1" timeOffset="32627.3">9266 7693 103 0,'-3'-5'670'16,"-2"1"457"-16,-1 0 155 0,0-1-28 0,1 1-347 15,0-1-296-15,0 0-181 0,1 0-102 16,-2 0-69-16,1-1-81 0,2 2-66 0,-1-1-40 16,1 1-23-16,0 0-9 0,1 0-10 0,2 2-11 15,0 2-9-15,0 0-6 0,0 0-4 16,2 0-1-16,1 2-2 0,0 3 0 0,2 1 4 16,2 0 0-16,0 2 1 0,3 1-14 15,-2 1-56-15,0 0-76 0,1 0-159 0,-1-1-275 16,2 1-318-16,2-3-382 0,-1-1-301 15,-1-1 17-15,4-2 703 0</inkml:trace>
  <inkml:trace contextRef="#ctx0" brushRef="#br1" timeOffset="33311.03">11943 7622 382 0,'-6'-3'918'15,"-2"2"322"-15,0 0 36 0,2 1-191 0,-1 0-325 16,1 0-242-16,1 0-138 0,-1 0-85 16,3 0-74-16,0 0-86 0,-1 0-52 0,1 0-35 15,3 0-18-15,-3 0-9 0,3 0-9 0,0 0-7 16,0 1-5-16,0-1-2 0,2 1-1 0,-1 2 2 15,-1-1-2-15,3 0 3 0,-1 1-2 16,0 0-16-16,-1-2-57 0,-1 2-68 0,-1 0-106 16,-1 1-178-16,-3-2-306 0,0 3-324 0,-1 1-275 15,-2-1-158-15,-5 2 289 0,-2 0 615 16</inkml:trace>
  <inkml:trace contextRef="#ctx0" brushRef="#br1" timeOffset="34576.8">2993 10303 139 0,'3'-4'344'0,"0"-1"194"0,0-2 145 0,-3 1 28 15,3-1 4-15,-3-1-42 0,0 1-42 0,-3 3-3 16,3-2-52-16,0 3-100 0,0 0-98 16,-1-2-67-16,-1 4-60 0,2-2-72 0,0 1-57 15,0 1-37-15,0 0-26 0,0 1-20 0,0 0-13 16,0 0-11-16,0 0-6 0,3 1-5 0,0 0-1 15,0 1-2-15,2 2-1 0,-2 0 1 0,2 0-1 16,2-1-2-16,0-1-1 0,-1 4 0 16,2-4-10-16,1 1-27 0,1-3-72 0,-2 0-78 15,2 0-141-15,2-3-253 0,-2 1-319 0,4 0-350 16,4-2-220-16,0 2 1 0,2-4 555 16</inkml:trace>
  <inkml:trace contextRef="#ctx0" brushRef="#br1" timeOffset="35178.79">4865 10301 84 0,'11'8'361'0,"1"0"169"16,-1-1 232-16,-3-5 52 0,2 1-99 15,-4-1-93-15,0-1-16 0,-1-2 53 0,0-1-72 16,-2-1-109-16,0-4-111 0,0 1-75 16,-3-2-72-16,-3-3-76 0,0 1-51 0,0-2-27 15,0-1-15-15,0 3-11 0,-2 1-8 0,0 0-7 16,0 2-8-16,2-1-7 0,-1 2-5 15,0 2-4-15,1 1-4 0,2 0-2 0,-1 3-7 16,4 1-20-16,-1 1-68 0,2 4-77 0,1-2-153 16,0 4-282-16,4 2-322 0,2 1-371 15,2 1-238-15,4 0 36 0,1 0 678 0</inkml:trace>
  <inkml:trace contextRef="#ctx0" brushRef="#br1" timeOffset="35763.29">6375 10257 355 0,'6'5'803'0,"-1"2"286"0,-2 0 10 16,3-2-278-16,-1 1-266 0,-2 0-214 15,0-3-113-15,2 1-57 0,-2-1-20 0,5-1 12 16,-4-4 0-16,3-1 7 0,1-1-3 16,-2-4-6-16,4-1-14 0,-4-2-43 0,2 0-32 15,-2-2-30-15,2 3 0 0,-2 0 5 0,-1-1 7 16,-2 4 11-16,1 1 6 0,-3 0 3 16,1 3-16-16,-2-1-15 0,0 4-12 0,0 0-12 15,0 4-10-15,2 2-14 0,-2 1-50 16,1 4-71-16,2 0-139 0,0 5-251 0,3 0-298 15,1 2-360-15,4-1-316 0,5-1-68 0,0-1 565 16</inkml:trace>
  <inkml:trace contextRef="#ctx0" brushRef="#br1" timeOffset="36529.99">9080 10238 534 0,'1'5'1045'0,"-1"-2"226"0,2 0-96 15,1-1-308-15,-1 2-281 0,1-1-184 16,2 1-100-16,1 0-58 0,0 0-37 0,-1 0-39 16,3-2-53-16,-2-2-42 0,3 0-25 0,0-1-7 15,-1-4-3-15,0 1 5 0,1-5-9 16,-3 1-5-16,2-3-4 0,-3 1-2 0,1 0-4 16,-3 1-7-16,0 0-4 0,-1 2-2 15,1 1-1-15,-3 1 0 0,-1 3-1 0,-1-2-3 16,0 4-6-16,1 4-27 0,-2-1-70 0,-2 5-72 15,2 0-147-15,0 0-237 0,1 3-317 16,4 1-330-16,-1 0-216 0,4-3-14 0,4 2 542 16</inkml:trace>
  <inkml:trace contextRef="#ctx0" brushRef="#br1" timeOffset="37311.74">11687 10176 142 0,'-5'3'761'0,"-1"0"497"16,1-1 145-16,-1 3-105 0,-1-1-416 0,1 0-332 15,3-1-167-15,-2 0-104 0,2 0-83 0,2-2-76 16,-1 1-47-16,2-1-33 0,0-1-20 16,3 0-10-16,0 2-6 0,2-2-2 0,2 0-1 15,3 0 0-15,0 0 1 0,4-2 1 16,0 2-2-16,2-1 0 0,0-1 0 0,1-1-1 15,-1 0 1-15,0 1-2 0,-2-2-1 0,-4 2-12 16,-1 0-26-16,-2 0-65 0,-6 0-69 16,-4 2-125-16,-2 0-196 0,-6 0-303 0,-1 2-320 15,-6 0-228-15,-3 1-109 0,-2 0 394 16,-4 0 581-16</inkml:trace>
  <inkml:trace contextRef="#ctx0" brushRef="#br1" timeOffset="38411.94">2933 12508 22 0,'1'0'534'0,"1"1"491"0,-1 1 223 16,1 1-92-16,1-1-343 0,0 5-272 0,0 1-147 15,2 0-80-15,3 1-50 0,-2 4-34 0,5-2-34 16,-3 0-52-16,0 0-62 0,3-2-41 16,-3 0-18-16,0-2-10 0,0 1-7 0,0-4-2 15,-2 1 1-15,-1-1 0 0,0-3 8 0,-2 1 11 16,-1 0 18-16,-1-2 17 0,-1 1 12 0,0-2 7 16,-1 1-4-16,-3-4-10 0,1 3-17 0,0-2-16 15,-2 0-11-15,2 0-10 0,-2 0-7 0,-1 0-1 16,3 0-3-16,-2 0-1 0,2 0-4 15,1 2-12-15,1 0-22 0,1-1-59 0,0-1-68 16,1 0-118-16,1 0-200 0,4 2-298 0,1-3-331 16,2 1-261-16,4-1-138 0,2 2 368 0,3-1 635 15</inkml:trace>
  <inkml:trace contextRef="#ctx0" brushRef="#br1" timeOffset="38911.81">4466 12516 367 0,'0'3'920'0,"0"0"312"16,-1 0-31-16,1 0-279 0,0-2-339 0,1 3-205 16,-1-2-106-16,3 2-50 0,-1-3-30 15,1 2-19-15,0-2-3 0,3-1-31 0,-3 2-16 16,2-4-14-16,-3 2-9 0,4-1-3 0,-2-1-26 16,-1 2-14-16,0-1-18 0,3 0-11 0,-3 1-8 15,2 0-9-15,-2 0-5 0,2 0-4 16,1 2-3-16,2 0-2 0,-2 1-6 0,2-1-38 15,-1 5-77-15,2-4-141 0,-1 1-256 16,2 0-299-16,-1 1-371 0,5-2-356 0,2-1-59 16,0-2 602-16</inkml:trace>
  <inkml:trace contextRef="#ctx0" brushRef="#br1" timeOffset="39493.9">6413 12390 126 0,'-7'3'696'0,"-1"0"447"16,-1 3 104-16,4-2-105 0,-1 2-332 15,3 3-249-15,-1 1-152 0,4 0-89 0,0 3-52 16,4 1-55-16,-1 2-75 0,2-1-61 0,1 2-31 16,3-2-20-16,-1-2-11 0,0 1-6 0,3-2-4 15,-3-5-2-15,0 0-3 0,2-2 1 16,0-3 0-16,-2-2-1 0,-1 0 2 0,-1-5 0 16,3 1-2-16,-4-4-22 0,0 0-67 15,-2 1-68-15,-1-2-154 0,-2 3-285 0,2-1-315 16,-1 3-346-16,-1 0-224 0,3 3 34 0,0 1 640 15</inkml:trace>
  <inkml:trace contextRef="#ctx0" brushRef="#br1" timeOffset="40389.96">9053 12444 302 0,'-3'-10'1187'0,"-4"7"481"0,1-2-156 16,-2 3-320-16,2 2-478 0,-1 3-276 0,-2 3-189 15,3 0-93-15,1 3-52 0,0 3-35 16,2 0-25-16,1 0-18 0,2 1-11 0,0-2-7 16,2 1-5-16,4-1-2 0,-1-2-1 15,2-2-1-15,3-1-1 0,-2-1 0 0,2-4 0 16,2 1-1-16,0-4-6 0,-1 1-15 0,0-2-27 16,-3 0-67-16,-2-1-70 0,-1 2-124 0,1 0-201 15,-3 2-302-15,0 0-327 0,-1 3-237 16,3 2-116-16,-2-1 394 0,2 2 615 15</inkml:trace>
  <inkml:trace contextRef="#ctx0" brushRef="#br1" timeOffset="41460.89">11739 12487 365 0,'-3'4'842'16,"0"2"325"-16,-2 3 25 0,2-4-283 0,0 3-225 16,1 1-155-16,-1 2-114 0,2-2-83 15,1 5-60-15,0-2-52 0,0-2-74 0,1 3-67 16,4-2-37-16,-2-3-17 0,0-2-10 0,3 0-5 16,-1-3-4-16,2-3 1 0,0 0-2 15,-2-4 2-15,1-4-1 0,-1-1 1 0,0-3 2 16,-2-2 2-16,-1 1 6 0,2 0 3 15,-5-2 6-15,-2 1 5 0,1 1 5 0,-2 3 2 16,0 1 0-16,-1 2-3 0,-1 1-4 0,0 5-8 16,-2 1-4-16,0 3-8 0,2 2-6 0,-1 3-4 15,1 4-3-15,1 2-16 0,2-2-44 16,-2 1-80-16,5-1-156 0,-3-2-269 0,5 0-316 16,-1-3-384-16,3-1-354 0,0-4-11 15,1-1 720-15</inkml:trace>
  <inkml:trace contextRef="#ctx0" brushRef="#br1" timeOffset="43544.43">17414 5835 264 0,'0'3'443'0,"0"1"154"0,0-1 34 0,0 2-184 15,0 1-108-15,0-1-44 0,0 3 2 16,0 1 14-16,0 3 6 0,0 2-17 0,3 0-39 16,-3 3-37-16,1 4-30 0,-1 1-27 0,0 0-27 15,-1 1-17-15,1 3-11 0,-3 1-10 16,1 0-4-16,2 2 5 0,-3-1 5 0,3 1-5 16,-1 1 12-16,1-1 28 0,0 2 0 15,-4-3-13-15,4 1-12 0,-1 2 0 0,-1-2-9 16,1-1-32-16,-1 2-17 0,0 0-12 0,-1-1-6 15,1 0-14-15,1 3-13 0,-1 0-7 0,-2 1-2 16,2 1-3-16,-1 2-2 0,0-1 1 16,0 2 1-16,-1 1-2 0,1 2 2 0,0 1 0 15,-2 1 3-15,-1 1-2 0,3 2 0 16,-2 2-1-16,0-2 1 0,1 0-1 0,-1-2-1 16,2 2-1-16,-3-1 2 0,2-2-1 0,3-1 1 15,-2 1-1-15,1-3 0 0,0 1 2 0,1-1-1 16,-1 0 1-16,1-3 0 0,1 1 0 15,0 1 0-15,-2-2-2 0,0 2-1 0,2-3 1 16,-3 2-1-16,2 0 3 0,-1-1 6 16,-1 2 7-16,0-3 3 0,1 3 1 15,-1-1-1-15,0 3 1 0,0-3-7 0,0 2-4 16,-2-3-4-16,-2 4-1 0,1 0 0 0,2-2-3 16,-3 2 0-16,2 3-1 0,-3 0 1 0,1 1-1 15,0 2 1-15,3 0 1 0,-5 1-2 16,5 0-1-16,-2 0 0 0,1 0-1 0,0-2-3 15,3 2 1-15,-1-2 1 0,2-2 1 0,-1-1 0 16,0 1 1-16,-1 1 1 0,2-2 2 16,-1 2 0-16,-4-2-1 0,5 1 1 0,-4 1 0 15,1 2-1-15,0-4-3 0,0 4 1 16,0-2-2-16,-4 1 0 0,3-2 0 0,0 1-1 16,-1 1 1-16,0-2 1 0,0 3 1 0,1-3 0 15,0 2 2-15,0 0 0 0,0 0 2 16,2 2-1-16,0 0 0 0,-3 3 0 0,4 1-1 15,-2 3 0-15,0 2-2 0,1-1 8 0,2 4 1 16,-3 1 5-16,1-1 2 0,-2 4 1 16,1 2 9-16,1 3-1 0,-2 4-3 0,0 6 2 15,0 4 0-15,-3 5 0 0,1 6-4 0,-1 6-2 16,0 4-2-16,0 6-4 0,-1 3-5 16,-1 1-1-16,3-1-4 0,1 1 0 0,-1-2-1 15,2-2 0-15,1 1-1 0,1-2 3 16,0-1-5-16,1-4 0 0,-1-6 1 0,3-4-1 15,-1-5-2-15,1-13-7 0,0-11-15 0,0-14-40 16,-2-14-78-16,-2-17-119 0,0-16-207 16,-4-17-295-16,-1-13-350 0,-4-16-349 0,-3-17-135 15,-4-17 395-15,-4-16 698 0</inkml:trace>
  <inkml:trace contextRef="#ctx0" brushRef="#br1" timeOffset="44295.64">17148 5974 365 0,'2'-6'785'0,"-1"-1"351"0,-1-1 69 15,2-3-267-15,-1 1-174 0,1 0-160 0,1-2-133 16,1-1-105-16,0-3-79 0,2-2-70 15,1-2-81-15,2-1-39 0,1-5-23 0,6-3-15 16,-4-4-5-16,7-3-7 0,2-1-5 0,-1-1-11 16,2-1-4-16,0 2-2 0,4 1-3 0,-5 6-1 15,1 2-3-15,-1 4-3 0,-1 5-3 16,0 6-4-16,-3 5-2 0,-1 7 0 0,2 4 1 16,-6 7-1-16,-2 6 1 0,-1 9 1 15,-4 3-1-15,-2 6-1 0,0 7-3 0,-3 4-1 16,0 3-2-16,-1 2-2 0,1 2-2 0,1 0-2 15,1 1-1-15,3-3-6 0,1-3-15 0,2-1-36 16,0-6-80-16,0-1-141 0,-2-4-266 16,5-3-312-16,-3-3-385 0,0-2-411 0,0 0-45 15,-2 0 679-15</inkml:trace>
  <inkml:trace contextRef="#ctx0" brushRef="#br1" timeOffset="45983.1">16304 12265 214 0,'4'3'579'16,"0"-1"269"-16,-3 0 106 0,2 0-225 0,1 0-258 15,-3 0-127-15,2 2-70 0,2-2-29 16,2 3-15-16,0-3-1 0,1 2-14 0,4 1-43 16,1-2-41-16,0 3-31 0,4-1-16 0,1-3 38 15,3 3 9-15,0-3-1 0,2 0-11 16,4 0-2-16,0 1-8 0,1-3-46 0,2 0-25 15,2 0 17-15,1-2 15 0,2 1-1 16,1 1 1-16,0-4-2 0,2 4-2 0,0-1-29 16,0 0-17-16,0 1-8 0,0 0-6 0,0 0-4 15,0-2 1-15,3 2-2 0,-1-1 0 16,-1-1 1-16,4 2-2 0,0-1 3 0,-2 0-2 16,3-1 2-16,-1 2-4 0,2-2 2 15,0 2 0-15,4 0-1 0,-3 0-1 0,4 0 3 16,-1 2 1-16,0-2-2 0,2 2 0 0,0-2 0 15,-1 1-1-15,-1 0-1 0,3 1-1 0,2-1 1 16,-2-1 2-16,1 0 1 0,-1 0 2 16,4-1 10-16,0-1 7 0,4 1 2 0,-3-2 4 15,3 1-3-15,2 0-1 0,-1-2-9 16,1 3-6-16,0 0-3 0,-1 1-3 0,1 1 1 16,-2 0 1-16,2 3-3 0,-1 0 1 0,1 0 0 15,1 1 0-15,5 1 1 0,-2 0 1 0,3-2-2 16,-1 2-2-16,1-2 1 0,2 1-2 0,0-1 0 15,-1-2 1-15,2 2 0 0,1-2 1 16,0 0 3-16,6-2 1 0,0 4-3 16,0-2 1-16,3-1-1 0,-1 3-1 0,1-2-1 15,2 3 0-15,-3 0 2 0,4 0 0 16,1 1 2-16,0 2-1 0,1-1 1 0,1 0-4 0,2 2 0 16,0-4-1-16,-2 0 1 0,4 2 0 15,0-2 3-15,1 0 2 0,2-1 8 0,3-2 3 16,1 0 1-16,3 1 0 0,-4-1 0 15,1 0 0-15,2 2-6 0,1-1-2 0,1-2-2 16,2 2-1-16,3 0-3 0,1-1-2 0,-1 0 0 16,-1 2 0-16,1-2 0 0,0 3 2 0,0-1 1 15,4-1 0-15,-1 4-3 0,3-3-3 16,-2 1 3-16,-3 1 0 0,4 0 3 0,-1 0 1 16,-1-2 2-16,4 2 4 0,-1-1-1 0,-3-1 1 15,2 0-2-15,-1 1 1 0,-2-2 2 16,3 0-3-16,-2 1-1 0,1-3-6 0,-1-1 0 15,-2 0-1-15,0-1 0 0,-3-3 2 16,3 1 4-16,-3 1 5 0,2-2 1 0,-4 1-3 16,-3 0 1-16,0 2-1 0,-3-1-3 15,-3 2-2-15,0 2 0 0,0-1 2 0,-2 3 1 0,-1 0-2 16,0 2-1-16,-4-1 0 0,1 0-2 16,-2 0 0-16,-5 2 5 0,3-1 2 0,-3 0 4 15,3-1 0-15,-2-1 2 0,1 0-2 16,0 1-4-16,-5-2-4 0,1 2-4 0,-3-1-1 15,-2-3-1-15,-4 3 0 0,1-2 1 0,-3 0 1 16,-1 1 0-16,0-2 2 0,-1 2-1 0,-2-2-1 16,-2 0-1-16,-2 0-1 0,0 4 0 15,-5-5 0-15,1 2-2 0,-3-2 1 0,-3 3-3 16,-1-2 1-16,-3-1 0 0,-1 0 1 16,-3 0 2-16,-2 0 1 0,-1-1 2 0,-4-2 0 15,-1 3 0-15,-3-2 0 0,-1-1-1 0,-2 0-1 16,-4-2 0-16,-5 3-1 0,0-2 0 15,-5 2 0-15,-4-2-1 0,-1 3 2 16,-2 0 1-16,-4-2 0 0,0 1 0 0,-3-2-1 16,-1 1-1-16,-1-1 0 0,-3 2-2 0,1-1-3 15,-2-1-11-15,-1 0-19 0,-5 0-37 16,3 1-77-16,-6-3-94 0,3 0-170 0,-3-1-288 0,0 1-332 16,1 0-346-16,-3-1-181 0,3 1 169 15,-2-1 671-15</inkml:trace>
  <inkml:trace contextRef="#ctx0" brushRef="#br1" timeOffset="46251.91">29271 12412 35 0,'6'-4'469'0,"-2"1"359"0,3 0 196 0,-2-1-18 16,0 3-310-16,4-2-234 0,0 2-147 16,3-2-68-16,1 0-29 0,0 1-2 0,6 2-8 15,0 0-4-15,3 2-9 0,0 1-12 0,5 1-21 16,-3-1-18-16,2 3-11 0,-1 2-29 15,-3 1-16-15,0 2 0 0,-5-1-1 0,-1 2-8 16,-3 3-22-16,-5 1-3 0,-3 2-5 16,-3 0-11-16,-6 3-8 0,-2 0-4 0,-6 1-4 15,-2 0-9-15,0 0-7 0,-3-1-5 16,-3 0-2-16,0-2-1 0,0-2-4 0,0-1-13 16,2 1-54-16,-3-6-72 0,4-2-135 0,-1 0-242 15,2-4-309-15,2 2-360 0,2-3-300 16,3-1-69-16,0 1 545 0</inkml:trace>
  <inkml:trace contextRef="#ctx0" brushRef="#br1" timeOffset="47124.64">29560 13559 247 0,'-2'-2'575'0,"0"-2"307"0,1 0 150 15,-2 1-236-15,3 0-240 0,0-1-142 0,3-1-94 16,0-1-77-16,4 0-53 0,-1-1-32 0,6 1-13 16,1-1-2-16,4 0-5 0,1 1-14 15,2 0-8-15,1 1 34 0,3 3-2 0,-1 2-16 16,3 1-19-16,-3 2-13 0,1 6-12 15,-3-1-13-15,-1 4-6 0,-4 1-4 0,0 4 5 16,-5-1 3-16,-4 4-1 0,-3 1-18 0,-1-1-8 16,-6 3-3-16,0-2-9 0,-3 0-5 15,-4 1 3-15,-2-1-2 0,-3 1-3 0,-2-2 0 16,-1 3 2-16,-2-4 1 0,1 0-11 0,-3 0-6 16,1 1-4-16,-1-1-4 0,3 1-6 15,-1-3-5-15,4 2 4 0,0-2 0 0,1-1 1 16,5 1 1-16,2 0 0 0,0-1 0 0,4 1 0 15,1-2 0-15,5 0 1 0,1-2-1 0,2 1 0 16,3 0 0-16,2-4 0 0,4-1-1 16,0 1 1-16,5-4-1 0,0 0-1 0,2-1 1 15,0-4 4-15,5-1 4 0,-1-1 0 16,2-2 1-16,-2 0 0 0,2-3-2 0,0 0-10 16,-2 0-19-16,-1 0-38 0,-5 2-77 0,0-1-86 15,-3 2-160-15,0 2-281 0,-5 0-323 16,1-1-338-16,-1 4-183 0,-1-2 107 0,1-2 629 15</inkml:trace>
  <inkml:trace contextRef="#ctx0" brushRef="#br1" timeOffset="47560.96">30451 13691 133 0,'-1'4'581'0,"-7"-2"397"0,3 3 180 15,-1 1-137-15,0 2-312 0,-2 0-197 0,0 7-80 16,2-1-49-16,-1 4-38 0,1 5-47 0,-2 2-43 16,0 2-40-16,2 4-69 0,1 1-51 0,2 0-34 15,-1 4-17-15,4-4-12 0,2 3-13 16,3-5-12-16,1 0-8 0,8-4-4 0,1-5-2 15,4-3-2-15,0-4 0 0,4-7 6 0,4-4 6 16,2-5 1-16,-3-5 3 0,6-6 5 0,-2-5 12 16,2-5 2-16,-1-5 3 0,-1-2 4 15,0-2 0-15,0-3-3 0,-5-1-9 0,-3 0-1 0,0 2-2 16,-6-1-1-16,-2 2 0 0,-5 1-4 16,-2 3 1-16,-3 0-4 0,-4 2-2 0,-4 2-1 15,-4 2-2-15,-2 5-1 0,-4 3-1 0,-2 3-1 16,-4 5-1-16,0 2-1 0,-3 5-1 15,-1 6 0-15,-3 3-3 0,4 3 0 0,-1 4-2 0,-2 1 0 16,3 3-6-16,1 0-12 0,-1 2-20 16,5 0-52-16,-3 1-66 0,3-4-90 0,1 1-157 15,3-4-264-15,2 0-315 0,0-2-279 0,3-1-198 16,-4-2 103-16,4-2 592 0</inkml:trace>
  <inkml:trace contextRef="#ctx0" brushRef="#br1" timeOffset="47795.62">30283 13857 52 0,'9'-2'530'0,"-5"5"400"0,4 0 180 0,-1 0 5 16,1 2-355-16,3-1-279 0,2 2-153 16,4-1-33-16,0 1-16 0,7-2-48 0,1 1-39 15,4-2-31-15,1-3-28 0,5-2-50 0,-1-1-38 16,3-1-18-16,2-2-13 0,1 0-7 0,-1-2-5 15,4-1-4-15,-4-2-33 0,-1 1-57 0,-4 0-111 16,-4 1-200-16,-3-1-293 0,-6 0-315 0,-6 3-290 16,-5-1-136-16,-8-1 349 0,-8-1 620 15</inkml:trace>
  <inkml:trace contextRef="#ctx0" brushRef="#br1" timeOffset="48926.38">18127 4720 365 0,'6'2'874'0,"-3"-1"332"16,-1-1 15-16,-1 0-261 0,1 0-279 0,0 2-178 16,-1 2-127-16,-1 1-68 0,0 2-49 0,0 4-51 15,0 4-52-15,0 3-44 0,0 3-25 0,0 4-15 16,0 5-15-16,0 3-9 0,0 2-12 16,0 1-7-16,0 2-11 0,0-3-7 0,0 1-5 15,2-1-3-15,0-2-3 0,-1-5-1 16,1-1-1-16,-1-2-1 0,4-6-2 0,-4-1-6 15,1-4-20-15,-1-1-52 0,-1-4-73 16,0-3-106-16,0-3-174 0,0-3-304 0,-3-3-329 16,-3-5-283-16,3-1-152 0,-2-8 270 0,-1 1 624 15</inkml:trace>
  <inkml:trace contextRef="#ctx0" brushRef="#br1" timeOffset="49157.93">17986 4671 227 0,'8'-8'761'16,"-3"2"342"-16,2 0 52 0,2 2-132 0,-1-1-382 15,4 2-204-15,1 2-79 0,4-2-37 0,1 3-16 16,4-1-45-16,0-1-34 0,2 0-56 0,4 1-50 16,1 0-30-16,2 1-29 0,1-2-17 15,1 0-18-15,0 2-9 0,2 0-8 0,-2 0-4 16,-1 2-4-16,-2 0 0 0,-2 0-2 15,-4 3-9-15,-2-1-60 0,-5 2-76 0,-5 3-164 16,-8 2-276-16,-4 2-313 0,-4 4-385 0,-8 1-273 16,-2 4 43-16,-6 2 711 0</inkml:trace>
  <inkml:trace contextRef="#ctx0" brushRef="#br1" timeOffset="49407.53">18024 5332 353 0,'3'4'1080'0,"3"1"369"0,-2-4-116 15,0 4-268-15,3-1-422 0,2-1-240 0,2 2-145 16,2-3-72-16,3 4-36 0,1-1-14 0,5 1-44 16,0 0-24-16,4-2-22 0,1 0-13 0,3 1-8 15,1-2-11-15,1 0-5 0,1-2-7 16,2 1-3-16,-1-2 1 0,1 0-19 0,0-2-75 15,-3 2-80-15,-1-1-160 0,-4-1-283 16,-2 1-327-16,-4 1-369 0,-2 0-203 0,0-2 98 16,-6 1 662-16</inkml:trace>
  <inkml:trace contextRef="#ctx0" brushRef="#br1" timeOffset="50959.55">877 5307 217 0,'9'3'386'0,"-2"0"131"0,-1-2 41 15,1 1-200-15,-7-2-104 0,7 0-20 16,-2-2-7-16,1-1 1 0,1-1-3 15,2 0-25-15,-1-2-62 0,2-1-52 0,-1 1-38 16,2 0-20-16,-1 0-13 0,1 1-4 16,1-1-3-16,-2 2 22 0,2 0 9 0,-2 1 6 15,1 1-48-15,2-1-98 0,-2 3-170 0,-2 2-286 16,2-1-192-16,-4 2-95 0,-1 2 117 16,1-1 266-16</inkml:trace>
  <inkml:trace contextRef="#ctx0" brushRef="#br1" timeOffset="51157.79">1525 5295 108 0,'13'-2'287'0,"-3"2"111"0,0-1 89 0,0 1-182 16,-2 0-163-16,4-2-69 0,-2 2-32 0,3-1-17 15,-1 1-9-15,1-3 1 0,1 3-10 0,2-2 2 16,0-1 0-16,0 1-3 0,1 0 1 0,2-2 0 15,0 0 8-15,1 1 25 0,-2 0 14 0,2 0-5 16,0 0-29-16,0 0-56 0,-1 2-136 0,-3-2-211 16,3 3-95-16,-5-2 23 0,3 1 96 0</inkml:trace>
  <inkml:trace contextRef="#ctx0" brushRef="#br1" timeOffset="51358.12">2186 5241 140 0,'13'4'327'16,"1"1"138"-16,-4 1 61 0,2-2-147 0,-4 1-133 15,0-1-92-15,2-1-52 0,-3 1-28 16,1-2-22-16,0-2-4 0,0 0 8 0,3 0 5 16,-3-2 1-16,3-3-1 0,3 0 1 0,-1-2-42 15,3-2-31-15,0 1-17 0,1 0-10 0,2-2-3 16,0 0-5-16,3 2 20 0,0-1 16 16,-1 3 12-16,1 0-7 0,-2 2-5 0,-2 1-47 15,2 1-123-15,-2 4-236 0,-1-1-124 0,-2 4-15 16,0-1 72-16,-3 2 161 0</inkml:trace>
  <inkml:trace contextRef="#ctx0" brushRef="#br1" timeOffset="52034.24">1253 7459 151 0,'10'2'379'0,"-2"3"160"0,1-4 108 0,-1 1-196 15,0 1-188-15,2-1-119 0,0 0-67 16,2 0-26-16,-1-2-15 0,3 0-12 0,2-2-3 15,0 0-1-15,1 0-1 0,-1-3 2 0,4-1-21 16,-2 1-47-16,4-1-83 0,0-2-236 0,-1 1-170 16,4 0-72-16,-3-1 47 0,0-2 155 0</inkml:trace>
  <inkml:trace contextRef="#ctx0" brushRef="#br1" timeOffset="52197.52">2352 7379 60 0,'43'5'254'0,"-5"-3"121"16,-2 0 123-16,-1 1-112 0,-2-2-138 0,1-1-85 15,-2 0-45-15,0-1-41 0,-2-4-71 0,-3 3-85 0,2-1-168 16,-1 0-169-16,-3 2-67 0,2-2 37 0,-2 0 106 16</inkml:trace>
  <inkml:trace contextRef="#ctx0" brushRef="#br1" timeOffset="52394.97">3713 7350 49 0,'30'3'133'0,"-2"1"-3"0,0 0-40 15,2 0-36-15,0-2-20 0,0 2-17 16,-1-4-7-16,1 1-4 0,1-2-5 0,-1 1-25 15,2 0-48-15,0-2-51 0,-1 2-14 0,1 0 14 16</inkml:trace>
  <inkml:trace contextRef="#ctx0" brushRef="#br1" timeOffset="52585.4">4676 7401 85 0,'35'4'223'0,"-2"1"84"0,2-2-9 0,0 3-81 0,0-1-80 16,1-1-55-16,0 1-30 0,2 0-20 15,1-1-15-15,0 1-9 0,0-2-10 0,-1 0-8 16,2 0-13-16,2 0-3 0,1-1-3 0,-1-2-1 16,2 0 4-16,0 0 5 0,2 0 10 15,-2 0 7-15,3 0 6 0,-2 0 5 16,2 0-5-16,1 0-15 0,-1 0-46 0,2 5-85 16,-2-3-116-16,2 2-31 0,-3 0 27 0,0 0 64 15</inkml:trace>
  <inkml:trace contextRef="#ctx0" brushRef="#br1" timeOffset="53492.65">1277 9840 49 0,'3'6'304'0,"-1"-1"172"0,-2-5 145 0,1 5-63 16,-1-5-217-16,2 3-139 0,-2-3-89 16,1 3-53-16,4-2-31 0,-3-1-14 0,4 2-4 15,1-2 4-15,5 2 4 0,-1-2-1 0,5 1-20 16,3 0-14-16,3-1-12 0,3 2-10 0,2 1-2 16,5-3 1-16,1 0 18 0,2 2 19 0,3-2 8 15,0-2 5-15,1 2-2 0,1 0-43 0,1 0-127 16,-2 0-246-16,-1 0-133 0,-1 2-34 0,-2 2 60 15,-2 0 163-15</inkml:trace>
  <inkml:trace contextRef="#ctx0" brushRef="#br1" timeOffset="53724.97">2585 9922 245 0,'33'2'461'0,"-3"-1"163"0,-2 0 87 16,-1 3-279-16,0-2-207 0,1 3-110 15,-5-4-59-15,2 3-34 0,0-2-17 0,2 0-5 16,-2 1-1-16,1-3 6 0,1 2 3 0,1-2 4 16,2 4 9-16,2-2 3 0,3 0 0 0,2 1-1 15,1 3-1-15,5-2-9 0,1 0-22 16,2 2-15-16,3 0-22 0,0 0-37 0,3-1-44 16,0 1-57-16,-1-2-86 0,3 0-166 0,1 1-105 15,-3 1 10-15,1-6 100 0,-1 2 144 16</inkml:trace>
  <inkml:trace contextRef="#ctx0" brushRef="#br1" timeOffset="54326.93">1606 12384 173 0,'-10'9'419'0,"2"-4"213"0,1 3 144 0,2-2-198 16,2-2-210-16,1 0-114 0,2-2-92 0,2 2-65 16,1 1-50-16,5-3 11 0,4 4 9 0,6-4 6 15,4 2 5-15,5-1 60 0,4 1 32 0,6-3-19 16,7-1-14-16,2-1 11 0,6-3 3 0,5-3-39 15,1 2-43-15,7-4-21 0,2-2-12 16,4 0-24-16,3-3 5 0,-1 1-6 0,1 1 16 16,2-2 8-16,-5 2 2 0,-1 2-42 0,-2-1-119 15,-7 2-151-15,-5 2-304 0,-4 1-252 0,-6 0-210 16,-8 4-27-16,-7 2 300 0,-10-2 383 0</inkml:trace>
  <inkml:trace contextRef="#ctx0" brushRef="#br1" timeOffset="55124.88">806 10769 11 0,'12'-1'229'16,"-5"0"123"-16,1 1 109 0,-8 0-73 0,0 0-135 16,6 0-112-16,-6 0-70 0,0 0-36 15,5 0-17-15,-5 0-12 0,0 0-6 0,0 0 0 16,8 0 0-16,-8 0 2 0,0 0 11 15,0 0 25-15,0 0 35 0,0 0 62 16,0 0 75-16,0 0 92 0,0 0 72 0,0 0 54 16,0 0 42-16,4 2-22 0,-4-2-45 0,0 0-63 15,0 0-44-15,0 0-23 0,0 0-32 16,5 5-23-16,0-1-13 0,3 5-8 16,1 3-18-16,-1 4-26 0,2 3-21 0,2 9-12 15,-2 1-12-15,1 6-16 0,0 8-11 16,0 2-11-16,0 5-14 0,2 5-6 0,-2 4-13 15,1 2-9-15,0 1-8 0,-1 2-6 16,0 1-4-16,-2-4-8 0,-1-1-2 0,0-4-1 16,0-4 0-16,-2-2-1 0,-1-8 1 15,-2-2-1-15,0-5 0 0,-1-3 1 0,0-6-1 16,-2-2 1-16,0-6-2 0,0-1-8 0,0-7-16 16,-2-4-20-16,2-6-31 0,-8-1-65 15,0-9-69-15,-3-3-121 0,3-6-171 16,-6-4-294-16,0-4-307 0,1-5-240 0,-6-1-129 15,3-4 369-15,-4-2 581 0</inkml:trace>
  <inkml:trace contextRef="#ctx0" brushRef="#br1" timeOffset="55540.82">629 10982 200 0,'0'0'482'0,"0"0"300"0,3-6 205 0,0 4-137 16,0-3-149-16,2 1-137 0,-2-1-123 16,-1-1-111-16,1 1-95 0,-3-5-63 0,0-1-11 15,0-2 0-15,3-2 10 0,0-3 10 16,5-2-5-16,-3-2-12 0,3-2-38 0,0 1-31 15,1-2-32-15,-3 1-18 0,2 2-4 16,1 1-13-16,-2 4-6 0,-1 2-6 0,-1 5 6 16,2 0-6-16,-2 2-6 0,-1 1 0 15,4 4 2-15,-2 0 1 0,2 1 1 16,2 4 0-16,1 2 1 0,-2 1-1 0,5 2-3 16,-2 2-2-16,-1 1 0 0,3 1-3 0,-3 3 0 15,0-1-2-15,2 4-1 0,-2-1-1 16,-2 1-2-16,1 1 0 0,-2 0-3 0,-2 1-15 15,0-3-54-15,-3 1-71 0,-1 0-168 16,-4-1-276-16,-1 2-313 0,-1-2-363 0,-3 4-292 16,1-2 25-16,1 2 714 0</inkml:trace>
  <inkml:trace contextRef="#ctx0" brushRef="#br1" timeOffset="56174.14">945 11939 121 0,'0'0'442'0,"1"-5"305"0,-1 5 229 16,5-3-116-16,-2 1-199 0,-3 2-152 15,7-1-116-15,-2 2-58 0,2 3-23 0,1 0-20 16,0 3-11-16,2 0-31 0,4 3-34 16,-1 1-29-16,2 1-49 0,0 2-26 0,0 0-24 15,1 0-5-15,0 0-7 0,0 2-14 16,0-2-12-16,-2 0-15 0,0 0-8 0,1 0-15 15,-3-2-4-15,1 1-6 0,-4-2 1 0,2-3-2 16,-4 0-2-16,-1-3 1 0,-1-1-2 16,-2 0 2-16,-3-4 1 0,0 0 11 15,6-5 6-15,-4-2 4 0,-1-5 2 0,-1-4 1 16,2-5-1-16,-2-1-8 0,-2-2-5 16,2-1-10-16,0-4-4 0,-1 2-6 0,1 0-1 15,1 0 4-15,-1 1 0 0,2 3 7 16,-1 2 5-16,1 1-1 0,1 1 1 0,-1 5-10 15,-2 0-23-15,1 5-55 0,1-1-63 16,-2 3-71-16,2 2-117 0,-4 4-174 0,2 1-259 16,2 3-248-16,-1 1-210 0,1 2-109 15,-2-1 270-15,0 0 492 0</inkml:trace>
  <inkml:trace contextRef="#ctx0" brushRef="#br1" timeOffset="56828.06">1612 11426 437 0,'4'-7'958'0,"-4"2"317"0,0-3 63 0,0 3-289 16,-2 1-281-16,2 1-236 0,-3 0-138 0,-2-1-80 0,-1 4-89 16,-3-3-69-16,2 2-43 0,-3 1-25 0,4-1-20 15,-2 1-15-15,-1 1-11 0,2-1-10 16,1 1-8-16,-1 2-8 0,1 3-7 0,-1-1-4 16,0 1-4-16,2 4-1 0,-1 1 0 0,1 3-1 15,-1 4-3-15,3 1-2 0,1 3-1 0,1 1-2 16,1 1 0-16,1 0 0 0,1 0 2 0,1-1 3 15,3-5 0-15,-3-2-1 0,2-1 1 0,1-4-2 16,1-3 2-16,-2-1 0 0,2-5 1 0,0-2 2 16,-1-6 0-16,1 0 2 0,-1-8 0 0,3-3 0 15,-4-2 0-15,1-4 5 0,1-2 0 0,-1-4 3 16,-2-1 0-16,1 0-3 0,0-2-3 0,0 0-6 16,-2-1-1-16,2 0-2 0,-3 1-1 0,2-1 4 15,-4 3 2-15,2-2 1 0,-2 2 2 0,0 1-2 16,-2 0 1-16,0 3 0 0,0 1 1 0,0 1 0 15,-1 5 0-15,-2-1 1 0,2 5-1 0,1 3 2 16,-1 0 0-16,1 3 3 0,1 2 3 16,-1 1 1-16,2 1 0 0,-2 1 0 0,2 3-1 0,0-3-3 15,0 3-3-15,0 1-3 0,0-2-1 16,0 2-1-16,0 2-1 0,2-1 0 0,-2 3 0 16,2 1 1-16,-1 2 0 0,1 6 1 0,0-1 0 15,1 6 0-15,0 0 1 0,2 4 0 0,2 1-1 16,-2 2 1-16,3 2-1 0,-1 3 0 0,1 0 1 0,1 2 4 15,0 1 1-15,1-3 2 0,1 0 0 0,0-3 0 16,-1-2-1-16,2-2-9 0,1-3-2 0,-1-3-1 16,1-2 0-16,0-2-5 0,1-2-9 15,-1 0-10-15,1-3-27 0,-3-1-70 0,1-5-79 16,-2 1-145-16,-2-1-261 0,0-2-319 0,1-2-368 16,-2-1-244-16,-3-2-15 0,-2-3 618 0</inkml:trace>
  <inkml:trace contextRef="#ctx0" brushRef="#br1" timeOffset="61608.54">1062 2878 14 0,'0'0'297'0,"0"0"219"0,-5 4 236 0,5-4 84 16,0 0-141-16,0 0-108 0,0 0-81 16,0 0-58-16,-3 0-56 0,3 0-34 15,0 0-35-15,0 0-49 0,0 0-39 0,0 0-36 16,0 0-34-16,0 0-47 0,0 0-35 0,0 0-20 16,0 0-7-16,7 0-4 0,2-3-2 0,4 2-2 15,2-1-5-15,1-3-4 0,1 5-4 16,1-2-5-16,1-3-2 0,1 4-1 0,0-2-2 15,0 3 1-15,2-2 0 0,-3 2-2 0,3 2 0 16,-6-2-1-16,3 3-2 0,-6-2-2 0,3 4-2 16,-7-3 4-16,2 3 1 0,-3 1 3 0,-3 1 1 15,0 3 0-15,-4 1 0 0,-1 2-4 0,-3 3 3 16,0 2-1-16,-2 2-1 0,-3-1-1 0,-3 6-1 16,2-2-3-16,-1 3-7 0,-4 0-7 0,3 1-5 15,-3 1-4-15,1 3 0 0,0-2-2 0,-3 4 1 16,2-3 3-16,-2 2 2 0,2-2 0 15,0 0 1-15,1 0 0 0,-1-5 0 16,3 0 0-16,1-2 0 0,1-3 1 0,-1-2-1 16,4-4 0-16,1 0 0 0,-1-3 0 15,3-3 0-15,0-1 0 0,1-1-1 0,2-6 0 16,0 0-1-16,0 0 2 0,2 4 0 16,1 2 1-16,5-1 1 0,0-1 2 0,1 1 1 15,1-1 0-15,2 1-1 0,1 1 1 0,1-3 5 16,1 1 1-16,0-1 2 0,0 0-1 15,0-1-2-15,1-2-4 0,0 0-5 0,0 0-3 16,1-2-3-16,-1-1 0 0,3 0 4 0,-3-1 0 16,1-3 1-16,0 3 0 0,-2-2 0 0,0 0-1 15,-2-1-1-15,-2 1 2 0,0 0-3 0,-1-2-5 16,-2 2-10-16,3 1-15 0,-2-1-23 0,-2 1-36 16,-1 0-70-16,-3 0-94 0,-3-1-153 0,-1 3-261 15,-2-1-311-15,-2 1-329 0,-2 1-203 0,1-3 145 16,-3 0 610-16</inkml:trace>
  <inkml:trace contextRef="#ctx0" brushRef="#br1" timeOffset="62290.47">2053 3186 249 0,'8'-9'808'15,"-3"1"402"-15,-2-1 119 0,-1 3-160 0,0 0-322 16,-2 0-251-16,-2 0-161 0,0 0-88 0,-1 0-82 16,-2 1-80-16,-1 0-50 0,-2-2-31 0,2 3-23 15,-2-1-19-15,0 3-13 0,-3 0-12 0,0-3-9 16,1 4-9-16,-4 2-7 0,3 1-9 0,-5 3-5 16,2 2-5-16,-3 4-2 0,2 2-1 0,0 5-1 15,0 6 4-15,0 2 3 0,2 4 1 0,3 2 2 16,-1 3 0-16,5-1-1 0,1 0 1 0,4-3 0 15,1-2-2-15,1-4 1 0,4-2-3 16,0-5 1-16,4-5 0 0,2-2-1 0,-1-5 2 16,4-6 1-16,2-5 1 0,-1-5 1 0,2-5 0 0,0-5 0 15,0-7 1-15,2-3 3 0,-2-4 3 0,-1-2 0 16,2-1-1-16,-4 0 1 0,0-1-1 0,-3 3-4 16,1-1 0-16,-2 0 0 0,-2 1 1 0,-1 2 0 15,-2 0 3-15,-2-1-2 0,-2 2-4 0,1 0-3 16,-4 3-2-16,1 1-1 0,-1 5 1 0,1 3-1 15,-1 3 5-15,0 4 2 0,-1 3 0 0,1 0 2 16,1 5-2-16,-1 2-2 0,-1 1-3 0,0 4 0 16,1 2 0-16,1 6-1 0,-1 2 0 0,-1 6 1 15,3 2 6-15,0 3 3 0,0 5 1 0,3 2-1 16,-1 1 2-16,-1 6 2 0,1 0-4 0,1 4-1 16,0 1-2-16,-1 1 2 0,1 2-1 0,-1 0-2 15,-1-1 0-15,3-3-3 0,-3-1 0 0,2-5-2 16,3-1-7-16,-3-5-8 0,2-2-11 0,-1-4-11 15,0-4-18-15,1-2-27 0,-2-4-59 0,2-3-60 16,-2-3-85-16,-2-1-147 0,1-3-240 0,1-3-306 16,1-3-237-16,-1-1-185 0,0-2 95 15,0-4 537-15</inkml:trace>
  <inkml:trace contextRef="#ctx0" brushRef="#br1" timeOffset="62775.97">2608 3173 279 0,'-3'-9'1165'0,"-3"1"503"0,-2-2-146 15,0 2-327-15,-2-1-466 0,-2 1-266 0,-1 2-186 16,-1 0-90-16,0 0-51 0,-2 1-31 15,3 3-27-15,-2 2-30 0,0 0-18 0,1 0-12 16,0 5-9-16,1 1-9 0,-1 1-5 0,4 0-4 16,-2 4-1-16,4-1-2 0,0 4-2 0,3-1 5 15,2 0 2-15,1 3 1 0,2-1 1 16,3-1 1-16,2 3-1 0,0-4 2 0,3 3 0 16,3-3 0-16,0-1 1 0,0 0 1 0,2-1 0 15,1-3 0-15,2 2 0 0,0-3 1 0,-1 1-1 16,2-2 1-16,-2-2 0 0,-2 2 0 15,1 0 1-15,-1 0-1 0,-2 1-1 0,1 0 0 16,-2 1-1-16,-2 2 0 0,-2 2-1 0,-3 1 0 16,-1 2 0-16,-2 2-2 0,-2 4 0 0,-1 1-1 15,-3 2-1-15,-2 2 5 0,0 1 2 16,0-1 2-16,-3 3 1 0,0 0-2 0,1-3-2 16,1-3-6-16,1-1-9 0,0-4-9 0,3-3-17 15,-1-2-28-15,3-6-53 0,0-3-60 0,3-8-69 16,2-5-123-16,1-4-174 0,4-7-285 0,1-3-242 15,0-7-217-15,2-3-89 0,1-2 369 0,-2-6 527 16</inkml:trace>
  <inkml:trace contextRef="#ctx0" brushRef="#br1" timeOffset="62939.9">2800 3036 21 0,'9'-7'551'0,"-1"6"503"0,-2 1 228 15,-3 4-2-15,2 6-276 0,-3 2-311 0,-1 5-210 16,1 6-117-16,-2 2-78 0,-3 2-81 0,3 6-78 15,-2 4-49-15,-1 0-32 0,1 2-19 16,1 1-9-16,1-1-3 0,0 1-2 0,3-5-5 16,0-2-5-16,2-2-19 0,0-4-71 0,1-5-88 15,0-4-170-15,-1-2-281 0,0-3-332 0,-2-5-392 16,0-3-244-16,-1-3 91 0,-2-2 723 0</inkml:trace>
  <inkml:trace contextRef="#ctx0" brushRef="#br1" timeOffset="63140.4">2781 3001 149 0,'-8'-38'936'16,"1"4"649"-16,-1 7-17 0,-1 3-299 0,3 6-439 15,-2 4-330-15,1 4-203 0,0 1-116 0,2 3-64 16,0 2-40-16,0 1-28 0,4 0-23 0,-1 1-15 16,2 4-8-16,2 2-4 0,1 4-3 0,2 1-3 15,1 4-15-15,2 0-34 0,1 5-73 0,-2-2-108 16,2 2-185-16,4 1-294 0,-4 3-332 0,3-2-354 15,-2 3-172-15,2 2 289 0,0 0 683 16</inkml:trace>
  <inkml:trace contextRef="#ctx0" brushRef="#br1" timeOffset="63556.99">2997 3702 59 0,'-1'5'614'0,"1"-5"474"15,0-4 152-15,0-5-105 0,0-4-345 16,1-7-274-16,1-2-129 0,4-5-67 0,0-3-41 16,1-4-35-16,-1 2-37 0,2-2-57 0,1 0-55 15,1 3-32-15,-2 2-15 0,1 2-9 0,-1 5-9 16,-1 2-7-16,-2 3-8 0,-1 4-1 16,2 3-2-16,-4 2 3 0,1 4 6 0,0 1 8 15,-1 3 4-15,1 3 2 0,0 3-7 0,-1 3-6 16,1 4-8-16,-1 2-7 0,1 3-5 15,1 3-3-15,-2 0 4 0,1 3 1 0,0 0 6 16,1-1-4-16,-1-4-2 0,3-1-4 0,-1-3 3 16,1-4-3-16,0-4-8 0,2-4 2 0,2-4 3 15,1-5 2-15,0-8-4 0,3-2 5 0,-3-5 0 16,2-3 1-16,1-1 0 0,-3 0-1 16,2 3 0-16,-4 1 0 0,1 3 0 0,-4 4-2 15,2 2 1-15,-2 3-1 0,-2 3 1 0,-1 3 2 16,0 5 0-16,-1 4 1 0,-1 4 2 0,-2 5-1 15,-1 4 0-15,0 6-4 0,1 2 0 0,-1 3 1 16,2 0-14-16,0 0-49 0,2 1-73 16,1-1-139-16,0-1-256 0,2-2-316 0,4-3-371 15,-1-4-338-15,3-1-69 0,3-6 609 0</inkml:trace>
  <inkml:trace contextRef="#ctx0" brushRef="#br1" timeOffset="64291.51">3835 2688 56 0,'-3'-5'571'0,"0"4"459"15,-2 2 200-15,-1 2-78 0,1 3-365 0,-1 2-273 16,-2 2-116-16,3 4-73 0,-1 4-56 0,3 3-39 16,-1 4-31-16,1 7-48 0,2 5-52 0,1 4-29 15,1 5-10-15,2 4-1 0,1 2-5 0,0 5-4 16,3 3-7-16,2-2-8 0,-1 3-8 0,2-4-11 16,-1-5-6-16,5-5-4 0,-2-6-4 15,3-6-3-15,1-8 0 0,1-5 1 0,1-9 2 16,1-7-1-16,1-6-2 0,1-9-2 15,-2-7-2-15,1-6-1 0,0-4-1 0,-2-7 0 16,-3-5 3-16,0-4 4 0,-2 0 12 16,-1-3 8-16,-3-1 9 0,-3-1 1 0,-3 2 0 15,-3 0 3-15,-3 0-6 0,-3 0-4 0,-4 1-2 16,-4 4 4-16,-1 1 1 0,-2 3-2 0,-3 4-2 16,1 4-1-16,-2 5-5 0,2 4-5 0,0 5 2 15,0 5-1-15,3 6-4 0,-4 5-2 0,4 5-3 16,-3 6 0-16,2 5-5 0,4 4-6 0,0 2-12 15,1 3-19-15,2 0-41 0,2 0-77 0,-1 1-106 16,4-3-178-16,0 1-292 0,4-2-334 0,-1-1-336 16,2-1-163-16,2-1 266 0,-1-2 661 15</inkml:trace>
  <inkml:trace contextRef="#ctx0" brushRef="#br1" timeOffset="64507.38">3781 3113 56 0,'5'-4'619'0,"0"2"484"0,0 2 155 15,0 0-127-15,1-3-373 0,0 3-349 16,0 0-194-16,4 3-93 0,1-3-47 0,2 0-21 16,2 0-10-16,1-3-10 0,5 2-13 0,0-1-10 15,2-3-2-15,4 3-6 0,0-3-15 16,1 3-70-16,-1-2-174 0,0 3-294 0,-3 0-269 15,1 1-274-15,-3 1-217 0,0 2 169 0,-2 0 565 16</inkml:trace>
  <inkml:trace contextRef="#ctx0" brushRef="#br1" timeOffset="64743.1">4458 2946 164 0,'-2'6'1008'0,"1"-1"623"16,-1 1-83-16,2-2-327 0,0 0-456 0,0 1-325 16,0-2-223-16,2-2-108 0,1 2-54 0,0 0-27 15,5 0-12-15,-1 0-9 0,5 0-2 16,1-3-4-16,1 1-2 0,2-2-2 0,3 1 0 16,-3-1-3-16,4-1-49 0,-1-1-61 0,-3 2-74 15,-3 1-138-15,1 0-210 0,-3 0-322 0,-2 1-270 16,-2 4-212-16,-4-3-12 0,0 4 454 0,-3-1 515 15</inkml:trace>
  <inkml:trace contextRef="#ctx0" brushRef="#br1" timeOffset="64956.92">4390 3217 108 0,'-3'6'709'0,"2"0"466"16,-1-3 93-16,2 2-154 0,0-3-408 15,2 0-327-15,2 1-163 0,-1-3-77 0,2 0-39 16,3 0-20-16,2 0-12 0,2-3-16 0,1 0-23 16,2-1-19-16,2-3-7 0,1 1-6 15,4-1-16-15,-2 0-42 0,0-2-130 0,-1 3-204 16,2 0-287-16,-3-1-283 0,2 5-263 16,-1 1-95-16,1-2 415 0</inkml:trace>
  <inkml:trace contextRef="#ctx0" brushRef="#br1" timeOffset="65641.34">5018 2683 306 0,'-5'-20'987'0,"2"1"536"15,-3 4-29-15,3 3-315 0,0 2-410 0,-1 1-285 16,3 3-162-16,-1 2-124 0,0 0-69 0,2 2-47 15,2-1-31-15,-2 2-24 0,3 2-11 16,2 2-6-16,0 1 1 0,2 2 1 0,1 3 1 16,2 1 2-16,1 0-1 0,0 4 0 0,0 1-1 15,2 2 2-15,-2 1-2 0,3 3 2 0,-3 1 4 16,2 4 2-16,-1 2-2 0,1 3-2 16,1 1-3-16,-4 5-1 0,1 1-4 0,0 3-5 15,0 2 1-15,0 2-1 0,2 2 1 0,-2 1-1 16,1-2-1-16,1 1-1 0,0 0-2 15,-1-4 0-15,1 0-1 0,-2-4-1 0,0-2 1 16,-1-4-1-16,1-2-1 0,-3-6 1 16,0-1 0-16,-2-6 1 0,0-2 0 0,-3-3 0 15,-1-3 2-15,1-5 1 0,-3 1 0 0,0-5 0 16,-2-3 2-16,1-5-1 0,-2-2-1 16,-2-3-1-16,2-1 1 0,0-4-2 0,-2 0 1 15,0-5 0-15,2 2-1 0,-2-3 0 0,2 1 0 16,-1 0 1-16,-1-2-1 0,2 2-1 15,-1 2 1-15,1-1 0 0,0 2-2 0,1-1 1 16,-1 2 0-16,0 2 1 0,0 3-1 0,2-3 1 16,-1 7 1-16,-1-3 0 0,1 5 0 15,1-1 1-15,-1 4-1 0,-1 0 0 0,1 2-1 16,-1 0 0-16,-2 2 0 0,2 2 0 16,-3 1 0-16,1 3 1 0,0 1 0 0,-3 2-1 15,0 3 1-15,-1-2 0 0,-2 5 1 0,1 1-1 16,-4 3 1-16,0 0 2 0,-2 6 1 15,0-2-1-15,-4 7 3 0,-1-2 1 0,2 2 0 16,-1 0 0-16,-1 1-2 0,5 0 0 16,-1-3-2-16,4-3-3 0,1-1-1 0,4-4-2 15,0-4-1-15,3-1 0 0,0-5-2 0,-1-1 1 16,3-3 0-16,3-1-1 0,0-3-1 0,0-2-8 16,3-2-10-16,0-4-19 0,0 1-37 15,0-1-71-15,-1 2-77 0,1 0-131 16,-1 1-214-16,-2 1-309 0,1 0-316 0,-1 2-213 15,0 0-70-15,0 4 466 0,-1-3 596 0</inkml:trace>
  <inkml:trace contextRef="#ctx0" brushRef="#br1" timeOffset="70905.03">17502 11608 163 0,'0'4'368'0,"0"2"154"0,0-1 107 15,0-2-217-15,0 2-157 0,0-2-80 0,0-2-29 16,0 1-11-16,0 0 12 0,0-1 4 16,0 0-3-16,2-1-13 0,-2 0-16 0,0 2-25 15,0-2-25-15,2 1-25 0,-1-1-14 16,2 0 78-16,0 0 115 0,2 2 48 0,1-1 16 16,1 0 2-16,-1-1 8 0,3 2-61 0,1-1-92 15,0-1-44-15,2 0-22 0,-1 2-17 16,3-2-24-16,-2 0-15 0,2 2 50 0,2-1 28 15,-2-1 13-15,3 3 5 0,-1 0-3 0,1-1 2 16,1 1-51-16,-1 0-30 0,0 1-6 16,0 0 28-16,0 2 15 0,0 1 1 0,1-1 5 15,0 0 0-15,-2 0-11 0,3 1-31 16,-1-1-17-16,1 0-8 0,1 0-6 0,-1 0-4 16,0-1 1-16,0-1-1 0,2 0-3 0,-1 1-1 15,-1-4-1-15,0 2 0 0,2 1-2 0,-2-3 2 16,0 1 3-16,-2-1 2 0,4 1 1 15,-3 1-1-15,2-2 3 0,0 1-1 16,1 1-1-16,-2-3 14 0,1 2 10 0,2-1 4 16,-2-1 2-16,2 0 0 0,1 0 2 0,1-1-14 15,-2-1-7-15,3 0-4 0,2 1-2 0,-2-2-2 16,2 0-1-16,-3 1-1 0,3 1-1 16,0-1 0-16,-2 1-3 0,0-1 0 0,2 2 0 15,-3 0 0-15,0 0 0 0,1 0-2 16,-1 0 2-16,1-2 0 0,-1 2-2 0,1 0 0 15,0-3 0-15,1 1 0 0,-3-2-1 0,1 2 0 16,0-2 3-16,1 2 0 0,-3-1 1 16,2 1 1-16,-2-1 1 0,0 2 0 0,0-1 0 15,-1 1 0-15,1-1 0 0,0 2 2 0,-1 0-1 16,3 0 1-16,-2 0 1 0,0 2-1 16,-1-2 0-16,0 0-3 0,1 0 1 0,1 0 0 15,1 0-3-15,-2-2 1 0,-2 2 0 0,-1 0 1 16,3-1-1-16,-1-1-1 0,-4 0 2 15,4 1-2-15,-4-1 0 0,2 0 0 16,0 0-1-16,-1-1 1 0,-3 1-2 0,1-2 2 16,1 2 0-16,0-3-1 0,-2 2 0 0,0-2-1 15,-2 1 1-15,2 0-1 0,-1 0 1 16,0-1 0-16,0 1 1 0,-1 0 0 0,0-1 1 16,1 1-1-16,-1-2 0 0,1-2 0 0,-3 1 1 15,5-2-1-15,-4-2 0 0,1-1 0 0,1-1 0 16,1-2 2-16,0-3-2 0,0-1 0 15,0-4 1-15,1 0 1 0,2-2-1 0,-4-4 1 16,2 1 0-16,-3-4 2 0,2-1-2 0,-4-1 1 16,3-2 0-16,-3-1 0 0,-1-3 0 15,-1 1 9-15,-1 0 4 0,-1-2 2 0,-1 3 1 16,-1-2 1-16,-1-2 0 0,1-3-8 16,-2 4-4-16,-1-5-2 0,0 1-1 0,-1-4-2 15,1 1 0-15,-2-3 1 0,0-3 0 16,0 0-2-16,0-3-1 0,0-1-1 0,1-1-1 0,1 1 0 15,1-1-2-15,0 1 1 0,1 2 2 16,2 2 1-16,-3-1 1 0,2 0 0 0,1 2 1 16,0-1 0-16,-1-2-2 0,3 2 1 15,-2-3-2-15,1 0-1 0,-3 0-2 0,1-3-1 16,3-1-1-16,-2 1 2 0,-1-3 3 0,2-2 2 16,-3-1-5-16,4-1-2 0,-2-2-1 15,1 0-3-15,1 1 3 0,1 2 2 0,-1 2 5 16,0 4 4-16,-2 3 2 0,2 3 2 0,-2 3-4 15,-1 1-2-15,-2 4-5 0,2 0-3 0,0 2-2 16,1-1 0-16,0-1-2 0,1 2 0 16,2-2 4-16,1 2 3 0,-1-3 2 0,4 0-2 15,1 0 7-15,1 0 1 0,0 1 1 16,1-1 0-16,1 1 2 0,-1 5 0 0,3 1-4 16,-3 4-1-16,0 1 0 0,-1 4-1 0,-2 2-2 15,0 4 2-15,-1 1-2 0,1 2-1 16,0 0 1-16,-2 2-1 0,0 3 0 0,3-1 0 15,-3 1-1-15,3-1 0 0,-2 2 0 16,0-1 1-16,1 1-2 0,0-1 2 0,-3 0-1 16,3 1 1-16,-3 2 0 0,2-3 0 0,-4 5 1 15,2-1 0-15,-1 5 1 0,-1-1-1 16,-2 0 0-16,-1 2-1 0,2 1 0 0,-1 1 0 16,-2 1-1-16,1 2 1 0,-2 2 1 15,2-2 0-15,0 2 1 0,-2 2-1 0,3-2 1 16,-1 5 0-16,0-2-5 0,-2 4-4 0,2 0 4 15,0 2-4-15,1 0 0 0,-2 3 3 0,0 2 8 16,-1 1 5-16,-1 1-3 0,-1 4 3 16,1-1 1-16,-1 3-5 0,-1 1-3 0,2 1-1 15,0 1-2-15,-2-2 1 0,0 3-1 16,1 0 1-16,-1-3 2 0,3 3-1 0,-3-3 2 16,2 5 0-16,0-3 0 0,0 2 1 0,2 2 0 15,-4 1-1-15,1 0 0 0,1 3-2 0,-2 1 2 16,0 2-1-16,0 1 1 0,-2 1-1 15,2 1 0-15,-1 2-2 0,-3-1 0 0,2 1-1 16,-2-1-1-16,1 0-1 0,2 2 2 16,-3-3 1-16,3 3 1 0,-2-3 0 0,1 4 1 15,-1-5 1-15,1 3 0 0,0 0-2 16,1 1 0-16,-1-2-1 0,2 1 2 0,0-2 0 16,-1-1-2-16,1 2 1 0,0-1-1 0,0-1 0 15,0-1-1-15,0 1-1 0,-3-1 0 16,1 1 0-16,2-3 0 0,0 0 1 0,0 1 1 15,0-2 1-15,0 2 0 0,-1-1 2 0,-1 1-2 16,1-2 0-16,1 2 0 0,-2 3 0 16,0-5 0-16,2 4-1 0,-1-1 0 0,-1 1 1 15,1-2-1-15,1 0 0 0,-2 0 0 16,0 0-1-16,1-1-1 0,-1-1 0 0,0 0 0 16,-1-1-1-16,2-1 1 0,-2 1 3 0,1 0-1 15,-1-3 2-15,2 2 0 0,-1 0 1 0,0-1-1 16,-1 0-1-16,1-1 1 0,-1 2-2 15,2 0 0-15,-3-3 1 0,3 0 0 0,-1 1-1 16,1-4 0-16,1 2 1 0,-2-4-1 16,2-1-1-16,0 1 1 0,2-4 0 0,-2-1-1 15,0 1 0-15,1-2 1 0,-1 0-1 16,0-1 0-16,2-3 1 0,-1 4 0 0,-1-4 0 16,0 1 0-16,2 1 0 0,-2 1-1 0,0-2 1 15,0 2 0-15,2-2-1 0,-2 1 1 16,0 2 0-16,1-5 0 0,-1 4-1 0,2-2 1 15,-1 0 0-15,1 0 1 0,0 2-1 0,-1-2 1 16,3-2 1-16,-3 2-1 0,1 0 0 16,-1 0 0-16,4-1 0 0,-4 1 0 0,2-2 0 15,-1 2 0-15,0-2 0 0,-1 3-1 16,1-2 1-16,0 0 0 0,-1 0 0 0,2 2-2 16,-1 0 1-16,0-1-1 0,-1 1 1 0,2-2 0 15,-1 4 0-15,2-2 1 0,-2-1-1 0,1-1 1 16,0 0-1-16,1-2-1 0,0 0 0 15,0-3-1-15,0 1 0 0,0-2 2 0,0 0-1 16,-1-1 1-16,0-1 0 0,1 0 1 16,0 1-1-16,-2-1 0 0,1 0 0 0,-1-2 1 15,1 2-1-15,-1 1 1 0,2 1 0 16,-2-1-1-16,-1 4 0 0,2-3 0 0,1 4-2 16,-3 0 1-16,2-1 1 0,2 1-1 0,-2 2 1 15,2-2-1-15,1-1 1 0,-1 0 0 16,0 0 0-16,1-2-1 0,-1 0 0 0,4-4 0 15,-2 2 1-15,-3-1-1 0,5-2 0 0,-5 0 0 16,4-1 1-16,-3 1 0 0,1-2-1 16,-1 2 1-16,0-3 0 0,1 0 1 0,-2 2-1 15,3-3 0-15,-1 2 0 0,-1 0 0 0,3 0 0 16,-2-2 0-16,2 0 0 0,0 0 1 16,1 0-1-16,-1 0 0 0,2 0 0 0,0 0 0 15,0-2 0-15,0 2 1 0,-2 0 0 16,3 0-1-16,-2 0 0 0,0 2 0 0,0-2 0 15,-1 2-1-15,0 0 0 0,0-1 1 0,1 2 1 16,1 0-1-16,-2 1 0 0,1-2 0 16,-3 2-1-16,2-2 1 0,0 1-1 0,1 0 0 15,-2 0 1-15,1 0-1 0,1-1 0 16,1 1 1-16,-2-2-1 0,0 2 0 0,0-1 1 16,1-1 0-16,0 1 0 0,0-1 0 0,1 1 1 15,-2 0-1-15,0 0 0 0,2 0-1 0,1 3 1 16,-3-3 0-16,1 2-1 0,0 0 0 15,1-1 1-15,0 0 0 0,1 0 1 0,-2 0-1 16,2 0-1-16,0-1 0 0,0-1 0 16,-1 0 0-16,1-1 0 0,-2 0 0 0,0 2 1 15,0-2 1-15,0 0-1 0,-1 0 1 0,0 0 0 16,1 2 0-16,-2-2-1 0,1 0 0 16,-2 1 1-16,3 0 0 0,0 2 0 0,-1-1-1 15,-2-1 2-15,3 0 0 0,-2 2-1 0,1 1 0 16,-2-3 0-16,2 1-1 0,0-1 0 15,0 1 0-15,-2-1 0 0,3 1 1 0,-2-2 0 16,1 0 0-16,-2 1-1 0,3-1 1 0,-1 2-1 16,0-1 0-16,2 1 1 0,1-1-1 15,-3 2 0-15,1-1 0 0,0 3 0 16,1-3-1-16,0 2 2 0,0 0-1 0,0-1 0 16,1 1 0-16,0-1-1 0,0 0 2 0,-1 1-1 15,2-3 0-15,0 2 0 0,0-1 0 0,-1-1 1 16,1 0-1-16,0-1 0 0,-1 0 1 15,0 0-1-15,2 0 0 0,-2 0 0 0,0 0-1 16,-2 0 1-16,-1 0 0 0,0 0-1 16,2 0 0-16,-4 2 1 0,0-2 0 0,-1 1 0 15,2-1 0-15,-3 0 0 0,-1 0 1 0,0 0 0 16,1 0-1-16,-1 0 1 0,-2 0-1 16,3-1 0-16,-3 1 0 0,1-2 0 0,0 2 1 15,-1 0-1-15,-1-1 1 0,2 1 0 0,-1 0-1 16,2 0 0-16,-3 0 0 0,2 0 0 0,-2 0-1 15,0 0-1-15,1 0 1 0,-1 0 0 16,2 0 1-16,-1 0 0 0,1 0 0 0,0 0 1 16,-1 0-1-16,-1-1 0 0,3 1 0 15,-1 0 1-15,0-2-1 0,-1 2 1 16,-1 0 0-16,2-2-1 0,0 2 0 0,-1-1-1 16,2 1 1-16,2 0 0 0,-1-1-1 0,1 1 1 15,2-2-1-15,-1 2 1 0,5-2 0 0,-3 2-1 16,3 0 1-16,1 0-1 0,1 0 1 15,1 0-1-15,1 0 0 0,-1 0 0 0,7 0 0 16,-3 0-1-16,0 0 1 0,4 0 1 16,-2-1 0-16,1 1 0 0,1-2 1 0,4 1 1 15,-3 1 0-15,0-2 0 0,2 2-1 0,0 0 1 16,0 2-2-16,0-2 1 0,1 1 0 0,-4 1-1 16,5-1 0-16,-2 1 0 0,4 1 0 15,-4-2 0-15,2 1 0 0,-2 0 0 0,1 0 1 16,0 0 0-16,0-1-1 0,-1 1-1 0,2 0 1 15,-3-2 0-15,3 2-1 0,-4-1-1 16,2 1 1-16,2 0 1 0,-3-2-2 0,2 1 2 16,-3 1-2-16,2-1 2 0,-1 2 0 0,-2-1 0 15,0 1 2-15,0 0-1 0,-1-1 0 16,1 2 0-16,2-2-1 0,-1 2 0 0,0-2 1 16,1 1 0-16,-1-1 0 0,1 2 0 15,-2-3 0-15,4 0-1 0,-1 1 1 0,-2-1-1 16,2 2 0-16,-2-1 1 0,1-1 0 0,-1 1-1 15,-1 1-1-15,1 2 1 0,-3-3 0 16,0 3 0-16,-2-1-1 0,-1 2 2 0,1-1-1 16,-1 1 1-16,-2-2-2 0,0 1 1 15,2 1 1-15,-4-4-2 0,2 3 1 0,-3-1 1 16,1-3-1-16,-1 2 0 0,-2-2 0 0,0 1 0 16,-1-1 0-16,-5-1-1 0,3 0 1 15,-2 2 0-15,-4-2 0 0,3 0 0 0,-3 0 0 16,-1 0-2-16,0 1-7 0,0-1-16 15,-3 2-46-15,-2-2-80 0,-1 2-164 0,-5-2-269 16,0 1-313-16,-4-1-391 0,0 0-355 0,-1 0 4 16,-6-3 746-16</inkml:trace>
  <inkml:trace contextRef="#ctx0" brushRef="#br0" timeOffset="89482.48">6481 7818 159 0,'1'1'441'0,"2"1"222"0,-1-1 131 16,-1 1-166-16,1-1-170 0,1 1-84 15,0-1-41-15,-1 2-16 0,3 0 6 0,-2-1-26 16,3 0-41-16,0 1-64 0,-1-1-56 0,0 2-40 16,1-4-36-16,-1 4-27 0,3-2-14 15,-4-1-7-15,3 0-4 0,-2 1-7 0,0-1-2 16,-1 1 1-16,2-2 2 0,-1 0-18 16,0 0-68-16,0 0-111 0,-2 0-152 0,0-2-296 15,0 2-271-15,-1 0-213 0,2 2 17 0,1-2 331 16,-2 0 397-16</inkml:trace>
  <inkml:trace contextRef="#ctx0" brushRef="#br0" timeOffset="89681.1">6751 7886 100 0,'6'0'338'0,"2"2"170"0,-2-2 139 16,-1 0-93-16,0-2-125 0,0 2-55 0,-2-1-43 15,3-1-26-15,-1 0-39 0,-2-1-57 0,3 0-58 16,-1-2-66-16,0 1-38 0,1-2-24 16,-1-1-54-16,0 1-96 0,-2 0-133 0,0-1-294 15,0 1-217-15,-1 3-141 0,1-1 54 16,1-1 268-16</inkml:trace>
  <inkml:trace contextRef="#ctx0" brushRef="#br0" timeOffset="89882.89">6977 7714 259 0,'3'-4'445'16,"0"-2"153"-16,0-1 33 0,-1 1-210 0,1-3-170 16,0 2-101-16,-1-2-49 0,1-1-29 0,-1-1-13 15,-1-1-23-15,1 1-19 0,1-4-54 0,-3 2-83 16,-3 1-172-16,1-1-218 0,1 1-119 15,-2-1 1-15,-1 1 134 0,1 1 193 16</inkml:trace>
  <inkml:trace contextRef="#ctx0" brushRef="#br0" timeOffset="90080.58">6978 7413 73 0,'0'-5'334'16,"-1"1"186"-16,-2-1 175 0,3-1 6 15,-2-1-113-15,-1 2-66 0,2-1-11 0,-1 0-31 16,0 0-47-16,-1 1-80 0,2 0-65 0,-1 1-50 15,0-1-41-15,1 0-29 0,-3 1-26 0,3-1-18 16,-5-1-28-16,4 1-38 0,-1-1-22 16,-2 2-21-16,2-2-15 0,-2 0-41 0,-1 0-43 15,-2 0-56-15,0 0-137 0,0 1-163 16,-1-3-276-16,-2 0-257 0,1 1-234 16,2-1-67-16,-1 1 364 0,-1 2 455 0</inkml:trace>
  <inkml:trace contextRef="#ctx0" brushRef="#br0" timeOffset="90264.22">6710 7225 50 0,'-7'3'358'0,"0"0"262"0,2 0 275 15,0-1 41-15,0-2-202 0,0 2-170 16,1 1-124-16,-2-3-102 0,1 1-105 0,0-1-85 16,2 0-65-16,-2-1-42 0,0-2-51 15,0 3-72-15,-2-2-110 0,0 0-126 0,-1-1-116 16,2 1-186-16,-2 0-253 0,2 0-113 0,1 1 118 15,0-1 252-15,-1 1 250 0</inkml:trace>
  <inkml:trace contextRef="#ctx0" brushRef="#br0" timeOffset="90430.81">6491 7302 55 0,'-6'6'311'0,"0"-1"194"15,1 1 178-15,0-1-35 0,1 1-126 0,0 0-93 16,-2 0-55-16,2 1-57 0,-1 0-56 15,0-2-53-15,0 3-65 0,0 0-56 0,0-1-40 16,2 1-22-16,-3-3-13 0,3 3-19 0,-2-2-49 16,1 0-87-16,-1 1-108 0,0-3-146 15,-1 1-269-15,4 0-196 0,-2-1-36 0,0 0 167 16,1-3 274-16</inkml:trace>
  <inkml:trace contextRef="#ctx0" brushRef="#br0" timeOffset="90621.37">6341 7529 91 0,'-3'7'302'0,"1"0"151"0,-1-1 94 0,2 0-109 15,-1 0-145-15,-1 0-109 0,0 1-68 0,2-3-46 16,-1 1-36-16,2 0-20 0,-2-1-9 0,2 3-18 16,2-3-35-16,-2 0-47 0,0 0-76 15,3 2-122-15,0-1-167 0,0 1-49 0,2-2 54 16,-2 2 123-16</inkml:trace>
  <inkml:trace contextRef="#ctx0" brushRef="#br0" timeOffset="92331.94">531 14834 72 0,'5'-5'383'0,"-1"2"291"0,-1-1 268 0,2 2-24 16,3-2-141-16,-3 3-136 0,-5 1-79 15,0 0-58-15,0 0-76 0,0 0-71 16,0 0-70-16,8 0-52 0,-8 0-55 0,6 0-51 16,0 1-35-16,-4 4-25 0,1 1-16 0,-3 5-11 15,0 3-12-15,0 3-9 0,0 9-6 16,-1 3-3-16,-3 6-2 0,1 4 1 0,0 3 0 15,1 1 0-15,-2-4 2 0,4 1-6 16,0-4-4-16,4-7-6 0,-2-1-6 16,-1-9-4-16,3-2-3 0,-1-4 6 0,2-5 3 15,1-5 2-15,2-3 9 0,0-5 4 0,3-3 4 16,1-3-6-16,3 2-3 0,2-3 0 16,4 1-9-16,1 2-2 0,3 2-2 15,0 1 5-15,1 4 4 0,1 4 1 0,1 2 2 16,1 4-1-16,-4-1 1 0,2 3 0 15,-4 1 0-15,-2 1 0 0,1-2 0 0,-5 0-1 16,-1-3 1-16,0 0 0 0,-3-3 1 0,-2-2 1 16,0-4 1-16,-3-4 7 0,-2-3 3 15,-1-5-3-15,-2-2-4 0,0-5-1 16,-6-3 5-16,2-2-4 0,-3-1 1 0,-2-1 5 16,-2-1 4-16,0-1 1 0,-6 1-3 0,3 1-2 15,-5 0-4-15,3 0-2 0,-1 3-4 16,3 3-1-16,0 1-3 0,2 2-1 0,2 5-1 15,1 2-2-15,3 3-2 0,-1 1 0 16,3 1-7-16,1 1-12 0,3-1-15 16,0 2-31-16,0-2-51 0,2 0-67 0,2 0-72 15,0-2-99-15,3 0-141 0,0-2-166 0,0 3-248 16,2-2-203-16,-3 1-132 0,2 3 141 16,0 0 412-16</inkml:trace>
  <inkml:trace contextRef="#ctx0" brushRef="#br0" timeOffset="92662.93">1433 15354 12 0,'13'12'550'0,"-3"-1"514"16,-4-4 221-16,-3-4-80 0,-3-5-280 0,3-2-283 15,-1-5-204-15,3-5-108 0,-4-4-58 0,-1-4-41 16,0-7-65-16,0-4-57 0,2-5-33 0,-2-1-18 15,1-4-16-15,1 0-11 0,1-1-6 0,1 1-7 16,-1 0-7-16,3 4-3 0,-2 2-2 0,1 4-1 16,0 3-1-16,0 5-1 0,-2 3 1 0,-1 9-1 15,2 0 1-15,-1 3 3 0,-1 5 2 0,1 3 3 16,2 7 0-16,0 3 1 0,0 6-1 0,-1 4-2 16,4 7-3-16,-2 3-2 0,1 5-2 0,1 6-2 15,1 3-3-15,-1 3 5 0,3 4-3 16,-2-1-2-16,1-2-4 0,1 1-10 0,3-1-19 15,-4-5-48-15,-2-3-68 0,1-4-112 0,-6-6-187 16,2-3-292-16,-5-5-324 0,-2-4-320 0,-1-4-161 16,-4-5 323-16,0-3 656 0</inkml:trace>
  <inkml:trace contextRef="#ctx0" brushRef="#br0" timeOffset="92830.72">1431 15105 88 0,'2'-6'710'0,"0"3"522"0,-2 1 114 15,-2 5-175-15,4 0-323 0,6 2-349 0,0-1-188 16,6 2-99-16,-1 1-52 0,4 1-32 16,-1-1-57-16,3 2-28 0,3-3-19 0,5-2-12 15,0-1-9-15,5 0-62 0,-1-3-90 0,3 1-196 16,0-2-283-16,2-1-299 0,1 0-363 0,1-2-203 16,-2 2 213-16,1-1 684 0</inkml:trace>
  <inkml:trace contextRef="#ctx0" brushRef="#br0" timeOffset="93716.17">2093 14774 91 0,'3'-2'372'16,"0"-2"247"-16,-1 2 230 0,0 2 6 0,-1 0-124 15,1-2-114-15,-4-1-90 0,2 1-39 0,0 1-16 16,0 0-76-16,0-1-79 0,-1 2-50 0,-1 0-38 16,0-1-51-16,-1 1-59 0,1 0-37 0,-1 0-14 15,0 0-12-15,1 0-12 0,-1 1-12 16,2-1-7-16,-1 3-5 0,-1 0-8 0,2 2-2 16,-1 2-5-16,2 3 0 0,-1 1-2 0,1 4 0 15,-2 2 0-15,2 3 0 0,0 2 0 0,2 1 0 16,-2 2 0-16,1 3-1 0,1 2 1 0,2 2 5 15,-1-2 4-15,2 0-1 0,-2 3 1 0,4-5-2 16,-2-1 1-16,1-1-7 0,1-4-4 0,0-1 0 16,-1-3 0-16,1-1-2 0,2-5 0 0,-3 0 0 15,-1-5-1-15,2 0 1 0,-1-5 1 16,1-3 0-16,0-5 1 0,1 0 2 0,0-8 2 16,3-2-7-16,-2-5-3 0,3-4 0 0,0-1-2 15,1-3-1-15,-1-3-1 0,3 0 5 0,-1-1 3 16,0-2 2-16,2 2 0 0,-2 2 2 0,-1 2-2 15,-1 2 0-15,0 4 0 0,-2 3 0 0,-2 2 0 16,-1 4 1-16,-4 3 2 0,0 4 2 16,0 2 8-16,-1 0 5 0,-2 2 4 0,0 1 0 15,-3 5-1-15,0 2-1 0,-4 2-7 16,1 5-7-16,-3 3-2 0,1 3-3 0,-2 3 0 0,2 1-1 16,-3 5-1-16,3 3 1 0,0-1-1 15,-1 1 1-15,3 0-1 0,1 0 7 0,0-1 1 16,3-1 3-16,1-2-5 0,-1-3 2 0,4-4-4 15,-1-1-9-15,1-3-5 0,3-3-3 0,-2-1 4 16,3-4-4-16,2-3 5 0,2-3 4 0,-1-1 7 16,3-1 1-16,1-5-7 0,3-3-10 0,0-1-16 15,1-3-33-15,1 0-75 0,2 0-84 16,-1-2-148-16,0 3-258 0,0-2-312 0,-1 2-331 16,4 3-214-16,-2 2 54 0,-1 2 608 0</inkml:trace>
  <inkml:trace contextRef="#ctx0" brushRef="#br0" timeOffset="94029.56">2888 15324 323 0,'0'0'881'0,"-3"-5"343"0,1-2-1 16,-4-3-244-16,2-3-280 0,-1-3-199 0,0-3-126 16,0-6-73-16,0-3-58 0,-1-4-54 0,3-4-56 15,0 0-58-15,1-3-33 0,2 2-16 0,2-1-1 16,-2 2-4-16,3 2-2 0,0 2 0 0,0 3-4 15,2 4 0-15,-2 3-2 0,2 4 1 16,0 3-7-16,0 4-1 0,1 4-1 0,0 2 9 16,2 3 5-16,0 6 4 0,4 2 4 0,-4 3 4 15,2 4 2-15,2 5-5 0,1 1-5 0,-3 6-3 16,4 2-4-16,-3 2-5 0,3 5-4 16,-3 1-4-16,-1 5-2 0,2-1-3 0,-2 0-1 15,1-1 0-15,-2 0 0 0,-1-3-1 0,0-3-8 16,-1-3-21-16,-1-2-66 0,-3-4-69 0,-3-4-135 15,-3-3-210-15,-3 1-309 0,-1-3-346 0,-1-3-252 16,-1-4-106-16,-4-3 463 0,-1-4 610 0</inkml:trace>
  <inkml:trace contextRef="#ctx0" brushRef="#br0" timeOffset="94187.12">2806 15066 259 0,'5'0'646'0,"-2"-4"262"0,3 4 95 15,0 2-220-15,1 0-300 0,3 3-226 0,2-2-111 16,1 2-51-16,2 0-45 0,3-1-22 0,4-1-11 16,1 0-9-16,2 0-61 0,1-3-121 0,3 2-311 15,1 1-238-15,3-1-198 0,-1-1-94 16,3 0 188-16,-1 1 375 0</inkml:trace>
  <inkml:trace contextRef="#ctx0" brushRef="#br0" timeOffset="94963.46">3528 14958 162 0,'0'-9'530'0,"-1"-2"324"0,-4 4 203 0,2-1-104 16,0 1-227-16,0 0-137 0,-2 3-71 0,3-2-56 15,-3 2-69-15,2-1-82 0,-3 2-54 0,3-1-57 16,0 1-57-16,-2 0-38 0,2 1-23 0,1-1-13 16,-1 3-10-16,1 0-11 0,-1 0-11 15,2 2-12-15,-4 3-8 0,2 0-7 0,0 6-5 16,1 2-2-16,-1 6-3 0,1 1-1 0,1 5 0 16,1 5 0-16,0-1-2 0,1 4 7 15,1 0-2-15,1 0-1 0,1 0-1 0,-1-5 0 16,3 2 0-16,-3-7-6 0,0-4 1 0,0-2-1 15,-1-4 0-15,1-2 0 0,0-3 2 0,-1-4 0 16,-2-2 2-16,2-4 9 0,-1-5 1 0,1-5 5 16,-1-3-5-16,1-6-2 0,1-3-1 0,-3-5-8 15,0-2-1-15,0-3-3 0,-3-3 3 16,3 2 3-16,-3-3 0 0,1 2 0 0,1 1 0 16,-1 6 0-16,2 1 0 0,-2 7 0 0,2 3-2 15,0 4 1-15,0 3-2 0,2 6 0 0,1 3 0 16,2 4 1-16,4 3 2 0,-1 6 1 0,2 3 2 15,4 3-1-15,-3 4 0 0,5 2-2 0,-2 2 0 16,3 0 7-16,-1 4 3 0,0-1 0 0,0-1 0 16,-1 0 1-16,-2-4-1 0,1-2-6 15,-4-5-3-15,1-1-2 0,-2-4 0 0,-1-4 2 16,-1-2 2-16,-1-5 1 0,-1-3 1 0,1-6 3 16,-3-3 2-16,-1-7-1 0,-1-2-1 0,-2-4-1 15,-1-4-1-15,-1-2-6 0,-3 0-4 16,1-3-4-16,-1 0 0 0,1 0-2 0,-3-1-1 15,0 0 11-15,2 3 4 0,0 1 3 0,1 3 1 16,0 4-2-16,2 7 0 0,0 1-8 0,3 6-11 16,0 2-14-16,3 5-29 0,0 3-69 15,2 6-71-15,1 0-120 0,-1 6-166 0,3-3-310 16,4 7-317-16,-2-1-220 0,4-1-125 0,2 2 338 16,1 2 561-16</inkml:trace>
  <inkml:trace contextRef="#ctx0" brushRef="#br0" timeOffset="95197.02">4137 14811 345 0,'-6'-12'987'16,"-5"0"496"-16,-2 2 3 0,1-1-304 0,-1 2-418 16,-3 1-268-16,2 2-149 0,-2 3-118 15,0 3-78-15,0 5-50 0,2 4-31 0,0 3-25 16,1 7-14-16,2 5-10 0,2 6-7 15,2 5-5-15,4 2-4 0,2 6-3 0,2 1-3 16,4-1-2-16,5 0 0 0,2-5-2 0,1 0 0 16,6-7-14-16,0 0-25 0,3-7-74 0,3-5-86 15,-4-7-166-15,4-2-289 0,-3-6-331 16,3-4-380-16,-5-2-214 0,0-4 116 0,-1-3 705 16</inkml:trace>
  <inkml:trace contextRef="#ctx0" brushRef="#br0" timeOffset="96112.98">4511 14702 98 0,'-4'6'552'0,"0"1"406"16,0 0 215-16,-2 0-91 0,4-2-325 0,-3 1-160 16,4 0-112-16,-1 0-89 0,-2 1-82 0,4-2-57 15,-2-1-51-15,2 1-84 0,0-1-67 16,0-4-29-16,2 2-12 0,-2-2-9 0,4 0-5 15,-1-2 9-15,2-1 10 0,-1 0 4 0,0-4-3 16,1 0 2-16,0-3 1 0,1 3 3 16,-1-2 0-16,-2 3-1 0,0 0-4 0,-1 1 7 15,-1 0 0-15,1 2-5 0,-2-1-2 0,2 4-4 16,-2 0 2-16,1-3-9 0,-1 6 0 16,0-3-5-16,2 4-1 0,1 4-1 0,-1 0-1 15,2 3-2-15,1 2 2 0,1 5 0 16,2-1 5-16,3 7 3 0,0 1-1 0,4 5 2 15,0 3 1-15,1 5 0 0,3 2-7 0,1 5-1 16,0 0-1-16,0 3 2 0,1 2 2 0,-2-1-6 16,1 2-2-16,-1 2-2 0,-1 1-2 15,-1-2-2-15,-4 1-2 0,-2-2 5 0,-2 0 19 16,-4-1 12-16,-3-5 11 0,-2-1 8 16,-4-4 8-16,-1-4 6 0,-2-3-7 0,-3-6-5 15,-1-4-5-15,-3-5-6 0,-2-5-7 0,-1-3-8 16,-4-7-7-16,-3-6-6 0,1-5-2 15,-4-7-2-15,2-4 0 0,4-8-1 0,-3-6-5 16,4-3-3-16,4-7 2 0,2 0-1 16,4-4 0-16,4 2-2 0,3-2 5 0,4-1 0 15,4-1-3-15,3 1-1 0,3-2 1 16,5 2 0-16,1 0 0 0,2 1-2 0,2 2-10 0,1 5-17 16,-3 2-28-16,1 4-77 0,-2 4-103 15,1 4-193-15,-5 5-287 0,0 3-348 0,-1 3-411 16,1 2-193-16,-3 5 262 0,-3 1 766 15</inkml:trace>
  <inkml:trace contextRef="#ctx0" brushRef="#br0" timeOffset="96779.8">5231 15273 271 0,'2'-2'780'16,"-2"1"350"-16,-2-3 53 0,1 0-237 0,-1-3-314 16,0-4-187-16,1-4-104 0,1-2-28 0,0-5-33 15,0-5-42-15,0-4-31 0,0-5-55 16,3-5-43-16,-1-2-45 0,1-3-24 0,3 1 0 15,-1-4-1-15,0 3-2 0,2 3-2 0,0 5-1 16,-1 5-1-16,-1 5-7 0,0 8-12 16,-1 3-4-16,1 7-1 0,0 6 3 0,1 4 1 15,1 6-5-15,4 7-2 0,-2 6 2 0,4 6 7 16,-1 6 3-16,1 6-1 0,3 3 6 16,-2 2 0-16,3 3-3 0,1 2-11 0,-1 2-6 15,-1-2-2-15,0 0-1 0,0-2 0 0,0-5-1 16,-2-4 0-16,0-3-1 0,-1-5-10 0,-1-4-31 15,-4-5-72-15,0-6-87 0,-4-2-174 16,-4-8-290-16,-2-3-333 0,-3-4-358 0,-5-6-208 16,-2-3 159-16,-1-2 703 0</inkml:trace>
  <inkml:trace contextRef="#ctx0" brushRef="#br0" timeOffset="96963">5233 15062 161 0,'11'11'715'0,"0"0"389"0,2 1 75 0,2-2-130 16,0 2-444-16,4 0-309 0,0-1-147 0,1 0-76 15,2-1-39-15,2-3-24 0,3-2-7 16,2-2-60-16,1-1-149 0,1-4-308 0,1 0-253 16,1-1-232-16,0-1-183 0,2-1 151 15,-4 2 481-15</inkml:trace>
  <inkml:trace contextRef="#ctx0" brushRef="#br0" timeOffset="133177.2">4619 5415 189 0,'0'-2'354'16,"2"0"138"-16,-2 1 8 0,0 1-127 15,2-1-114-15,-2-1-77 0,1 2-41 16,-1 0-22-16,0-1-7 0,2 1-11 0,-2 0-3 15,0-2 0-15,0 2 5 0,0 0 1 0,0 0-5 16,0 0-2-16,0 0-8 0,0 0-11 0,0 0-12 16,2 2-11-16,-2-2-13 0,1 0-6 15,-1 1-5-15,0 1 16 0,3 0 13 0,-3 2 11 16,2-2 8-16,-2 2 15 0,4 0 15 16,-2-1-13-16,1 3-7 0,-1-1 12 0,1 1 7 15,0 0 3-15,0 0-5 0,1 1 0 0,-1 1-10 16,3-1-19-16,-3 0-14 0,2 3-19 15,0-2-4-15,1 2 4 0,-1 0 3 0,0 1 0 16,-1-1 0-16,2 1-3 0,-1-1-10 0,-2 1-13 16,2-2-13-16,0 0 2 0,-1 0-4 15,1 0-2-15,-2-2-2 0,2 1 0 0,-3-2-1 16,1 0-2-16,0-2-3 0,-1 0 3 0,1 1 2 16,0-2 1-16,0 0-1 0,-3-1-2 15,3 1 3-15,-3 0-2 0,2-3-1 16,-1 1-3-16,1 1 2 0,-2-2-1 0,2-2 2 15,-1 1-11-15,-1-1-27 0,-1-2-46 16,-1 2-68-16,0-3-81 0,-1 1-107 0,0 0-109 0,-1-1-167 16,0 0-216-16,1 3-88 0,0-1 68 15,0 0 216-15,1 0 264 0</inkml:trace>
  <inkml:trace contextRef="#ctx0" brushRef="#br0" timeOffset="133477.5">4664 5686 84 0,'0'2'344'0,"0"-2"200"0,3 0 159 16,-2 0-115-16,-1 0-168 0,2 1-103 0,1 1-44 15,2 0-24-15,0 2-15 0,1 0-8 0,3 2-5 16,-1 0-3-16,4 2-15 0,0 0-22 15,1 3-19-15,1 0-16 0,0-1-27 0,1 1-38 16,0-1-36-16,0 0-22 0,0 0-9 16,-2-3-6-16,1 1-6 0,-3-1 1 0,3-2 0 15,-4-2-1-15,-2 0-1 0,0-2 2 0,1-2-10 16,-4 0-41-16,0-3-89 0,-2 0-112 16,-1 0-143-16,-1-1-264 0,-1-1-256 0,0-1-147 15,2 1 98-15,-2-1 308 0,3 0 316 16</inkml:trace>
  <inkml:trace contextRef="#ctx0" brushRef="#br0" timeOffset="134478.1">6490 5338 215 0,'3'-4'364'0,"-1"-1"140"15,-1 2-10-15,1 0-116 0,-1 0-90 0,1 0-53 16,-2 0-26-16,2 2-7 0,-2-1-4 15,0 1-7-15,1 1-10 0,-1 0-7 0,0 0-10 16,2 0-9-16,-2 0-11 0,0 0 2 0,2 3 2 16,-2-2-5-16,1 2-3 0,1 0-11 15,-1 2-11-15,2 1-19 0,-3-1-19 0,2 3-15 16,-1 0-17-16,1 1-9 0,-1 0-7 16,1 0-8-16,0 1 0 0,-1 1-7 0,1-1 0 15,-2 2 0-15,1 0-2 0,-1 2-4 16,0 1-2-16,0-2 0 0,0 2-3 0,0 0-2 15,-1-1 0-15,1 1-2 0,0-2-1 16,-2 0-4-16,2-1 0 0,0 1 2 0,-1-2 0 16,1-3 3-16,-2 0 3 0,2-1-4 0,-2-2-14 15,1 1-24-15,-1-3-41 0,-1-2-59 0,0 0-69 16,0-1-67-16,0-1-61 0,1-2-57 16,-1 0-56-16,1-1-91 0,-1-3-157 0,2 2-51 15,-3-3 69-15,1 2 164 0,3-1 202 16</inkml:trace>
  <inkml:trace contextRef="#ctx0" brushRef="#br0" timeOffset="134727.98">6428 5536 113 0,'-2'3'346'0,"1"3"174"15,1-1 135-15,0 1-126 0,0 1-139 16,1-1-74-16,1 2-40 0,1-1-14 0,-1 1-20 15,3-1-25-15,-2 1-33 0,2-1-35 16,0-1-35-16,2 2-31 0,-2-4-22 0,1 0-19 16,1 0-8-16,-1-3-12 0,3-1-5 0,-2-1 0 15,1-3-2-15,3 0-2 0,-2-2-7 0,1-3-24 16,1 2-57-16,-2-4-84 0,1 1-114 16,-2-1-258-16,4 2-236 0,-4 0-147 15,2 2 44-15,1 1 226 0,-2 0 290 0</inkml:trace>
  <inkml:trace contextRef="#ctx0" brushRef="#br0" timeOffset="135660.75">9222 5161 93 0,'0'0'301'0,"-1"2"161"0,-1-2 96 0,2 0-56 16,-3 0-75-16,1 0-59 0,1 0-36 16,-1 1-15-16,-1-1-26 0,0 2-25 0,-1-1-28 15,1 0-29-15,-3 1-27 0,1 1-27 16,1 2-9-16,-3-2-14 0,2 1-7 0,-3 2-13 15,-1-1-8-15,1 1-9 0,0 1-16 0,-3 1-16 16,2-1-13-16,-3 1-11 0,2 1-10 16,-3 0-9-16,3 1-7 0,-4 1-2 0,3-1-7 15,-1 2-2-15,0 0-5 0,1 0-2 0,-1-1-5 16,2 1 3-16,-1-1 4 0,2-1-2 16,2-1 3-16,-1 0 1 0,2-2 1 0,0 0 0 15,1 0-1-15,2-1-4 0,1-2-2 16,-1 2-10-16,2-1-26 0,-1-3-49 0,0 3-65 15,-1-2-83-15,0 0-97 0,1-1-109 0,-2 1-122 16,2 0-203-16,2 0-122 0,-3 0 37 16,2-2 181-16,-1-1 252 0</inkml:trace>
  <inkml:trace contextRef="#ctx0" brushRef="#br0" timeOffset="135910.26">8893 5334 80 0,'-3'1'327'16,"0"0"183"-16,-2 3 150 0,2-2-84 0,0 3-164 15,-2 0-86-15,0 2-42 0,0 1-16 0,1 1-12 16,-2 3-11-16,-1 0-22 0,2-1-29 0,-1 5-39 16,1-3-32-16,-2 2-34 0,2 2-24 15,0-3-22-15,0 2-17 0,0-3-8 0,2 0-11 16,-3-2-5-16,5 0-7 0,-1-4-4 15,0 2-5-15,4-4-54 0,0-1-80 0,2-1-104 16,2-2-152-16,-1 1-279 0,3 1-214 0,3-3-48 16,-3 0 159-16,3 2 287 0</inkml:trace>
  <inkml:trace contextRef="#ctx0" brushRef="#br0" timeOffset="137014.01">9159 7681 84 0,'-2'0'327'0,"-2"-1"184"16,0 1 158-16,0 0-89 0,-1 0-146 0,-2 0-76 16,1 0-18-16,2 0-5 0,-1 0 1 15,-2 0-9-15,2 0-20 0,-4 0-36 0,1-2-42 16,0 1-43-16,0-1-46 0,-1-1-38 16,-2 2-22-16,3-2-19 0,-3 0 2 0,1-1 16 15,1 1 28-15,-2 1 27 0,1 0 23 16,1-1 10-16,-2 2-11 0,1-2-22 0,-1 1-26 15,-3 0-25-15,3 0-28 0,1 0-19 0,-4 1-11 16,3-1-9-16,0 2-3 0,2-1-2 16,-1 1-4-16,4 0-3 0,-2 0-2 0,2 0 3 15,2 0-1-15,0 0-4 0,0 1-4 0,1-1-4 16,0 2-12-16,3-2-23 0,-3 0-38 16,2 0-38-16,-1 1-36 0,2 1-29 0,0 1-31 15,0-2-39-15,0 3-53 0,0-3-63 0,0 2-83 16,-2-2-113-16,2 2-180 0,-1 0-181 15,1 0-21-15,-2 0 152 0,-1 0 255 0,1 0 248 16</inkml:trace>
  <inkml:trace contextRef="#ctx0" brushRef="#br0" timeOffset="137405.99">8768 7769 181 0,'-3'-1'511'0,"1"0"264"0,-4-3 149 0,3 0-144 16,-2 0-239-16,-1-2-139 0,-1-2-85 16,0-1-53-16,2-1-49 0,-3-2-44 15,3-1-43-15,-1-2-45 0,-2 1-28 0,2-3-20 16,1 1-4-16,0-1-3 0,0 2-6 0,2 2-1 15,0-1 0-15,-1 4-1 0,2 1-4 0,1 1-8 16,1 1-1-16,-2 1-3 0,2-1-5 16,0 3-3-16,2 0-4 0,-1 0 3 0,1 2-1 15,2 0 4-15,-1-1-2 0,2 1 3 0,0 1-3 16,0 0 3-16,1-1-1 0,3 2 0 16,-2-1 1-16,2 1-1 0,-1 0 3 0,3 1-6 15,0 1-1-15,1-1-26 0,-2 0-55 16,2 4-89-16,0-1-124 0,-2 3-181 0,-1 0-289 15,2 4-218-15,-5 1-75 0,2 1 176 16,-3 3 346-16</inkml:trace>
  <inkml:trace contextRef="#ctx0" brushRef="#br0" timeOffset="138176.43">8773 9874 126 0,'0'0'371'0,"0"-3"194"0,0 1 143 0,2 1-157 16,-1 0-170-16,-1 1-104 0,0 0-60 16,2-2-42-16,-2 2-29 0,1 0-12 0,-1 2 1 15,2-2-7-15,1 2-8 0,0 3-2 16,2-3 0-16,1 4-4 0,-1 1-4 0,1 1 5 16,2 2-2-16,2 2-8 0,-1 0-4 0,-1 3-13 15,5 1-18-15,-4 0-23 0,3 0-13 16,-2 2-12-16,2-1-8 0,-3-1-3 0,2-1-2 15,-1 1-4-15,-2-2 1 0,-2 0-18 16,2-2-50-16,-5-3-86 0,-2-2-121 0,-1 1-161 16,0-2-292-16,-3-2-220 0,0-1-85 15,-3-3 157-15,-2-2 323 0</inkml:trace>
  <inkml:trace contextRef="#ctx0" brushRef="#br0" timeOffset="138445.25">8703 9849 198 0,'-4'-9'464'0,"1"0"210"0,-2 0 126 0,2-1-181 15,-2-1-162-15,0-2-88 0,0 1-42 16,2-1-23-16,-3-1-24 0,3-2-45 0,0 1-55 16,-2 0-49-16,3-1-45 0,1 3-36 0,-1-1-21 15,2 3-14-15,-2 0-4 0,2 4-6 16,0 2-4-16,0 1 0 0,0 1-1 0,2 2 6 15,1-1 6-15,-1 4 9 0,4 1 8 16,1 1 4-16,0 3 3 0,3 3-1 0,-2-1-11 16,4 6-10-16,-2-2-11 0,1 4-37 0,3 0-70 15,-3 3-128-15,-1 1-179 0,2-1-290 0,-2 0-246 16,-2 0-159-16,1-1 90 0,-2-3 369 16</inkml:trace>
  <inkml:trace contextRef="#ctx0" brushRef="#br0" timeOffset="139295.81">6566 9810 68 0,'3'-9'302'0,"-1"4"182"0,-1 1 172 15,1-1-73-15,1 2-85 0,-2 0-44 0,-1 0-18 16,2 1-9-16,-1 1-12 0,-1 0-37 0,2 1-48 16,-2 0-62-16,0 0-62 0,0 1-54 15,-2 0-51-15,2 3-35 0,-1 0-24 0,1 0-14 16,-2 2-15-16,-2 1-7 0,2 0-4 16,1 3 2-16,-1 0-8 0,-1 0 0 0,1 2 0 15,-1 1 6-15,0 0 1 0,0 4-1 0,-1-1 2 16,1-1 1-16,0 3 0 0,0-1-3 0,0 0-2 15,0 1-7-15,1-1-18 0,-1-2-47 16,0 2-94-16,-2-6-131 0,2 0-172 0,-2-2-289 16,2-3-260-16,0-2-151 0,0-1 140 0,1-6 375 15</inkml:trace>
  <inkml:trace contextRef="#ctx0" brushRef="#br0" timeOffset="139626.54">6479 9701 134 0,'3'-5'504'0,"-3"0"287"0,3-1 136 16,-1 2-149-16,-1-2-283 0,-1 0-205 16,2-1-147-16,-1-4-69 0,1 2-32 0,1-2-14 15,-1-1-7-15,1 0-6 0,2 0-3 0,-2 2-2 16,3-1-2-16,-3 2-5 0,0 3 1 15,2 0 8-15,-2 2 20 0,2 2 33 0,0 1 30 16,1 1 24-16,0 3 17 0,1-1-3 16,-1 3-16-16,1 2-24 0,0 1-28 0,-2 1-27 15,3-2-13-15,-3 5-5 0,1-4-7 0,2 4-4 16,-2-1 3-16,-1 1 0 0,0 1-4 16,0 1-4-16,-2 0-16 0,1 0-47 0,-2 2-102 15,-2 0-134-15,-2 0-232 0,-2-1-271 16,1 0-213-16,-2-2-49 0,-1-2 239 0,-1 0 365 15</inkml:trace>
  <inkml:trace contextRef="#ctx0" brushRef="#br0" timeOffset="140443.66">4885 10149 70 0,'1'0'300'16,"-1"-2"152"-16,2 2 121 0,0-1-129 15,-1 1-163-15,-1-2-121 0,2 1-70 0,1-1-34 16,0 1-2-16,2-2 17 0,-2 0 23 0,5-2 32 16,-2 1 23-16,1-2 3 0,1-1 19 15,4 0 3-15,-2-2-8 0,1-1-25 0,1-1-13 16,1-2 26-16,1 0-14 0,-1-2-17 15,0 0-12-15,1 1-11 0,-1-1-14 0,-1 0-36 16,-1-1-20-16,-1 6-11 0,-1-5-9 0,-2 5-6 16,-1-1-51-16,-1 4-86 0,-2 0-110 0,-1 2-213 15,-1 2-257-15,-2 1-199 0,1 2-17 16,-5 2 201-16,3 0 299 0</inkml:trace>
  <inkml:trace contextRef="#ctx0" brushRef="#br0" timeOffset="140726.51">5100 9844 262 0,'5'-4'427'0,"0"-1"138"0,-1 1 51 16,3-1-227-16,-2 1-110 0,2-2-53 15,-2 0-29-15,1 0-13 0,1 1-18 0,-1-1-13 16,2 1-26-16,-2 3-12 0,-1 0 18 15,2 0 24-15,0 2 25 0,-2 2 4 0,0 1-4 16,-1 2-4-16,1 2-26 0,-3 2-30 0,1 3-29 16,-3 3-25-16,0 0-22 0,-3 3-17 15,1 1-7-15,-4 1-7 0,1-1-6 0,0 1-9 16,-4-2-18-16,3-1-43 0,-4-2-96 0,2-4-123 16,-3 0-156-16,0-3-286 0,-1-4-222 15,-1-4-96-15,-2-4 167 0,0-5 329 16</inkml:trace>
  <inkml:trace contextRef="#ctx0" brushRef="#br0" timeOffset="141742.06">4708 7622 90 0,'2'0'295'0,"-2"2"151"16,1 0 78-16,-1 0-79 0,0-2-107 16,2 1-79-16,-2-1-51 0,0 1-30 0,0-1-24 15,1 0-20-15,1 0-19 0,-2 0-2 0,2 0 5 16,1 2 7-16,0-2 12 0,1 1 4 15,1 1 3-15,0-1-23 0,0 1-19 0,3-1-1 16,1 1-5-16,-1 0-6 0,2-2-10 0,-1 1 0 16,2-1-9-16,0 0-26 0,-1 0-18 15,-1 0-12-15,2 0 1 0,-3-1-7 0,3 1-3 16,-3-2-2-16,2 2 0 0,-1-2-1 16,-1 1-7-16,-2-2-39 0,-1 1-63 0,-2-1-83 15,1 1-106-15,0-2-169 0,-2 2-271 0,-1-2-147 16,-1 2 1-16,0-3 189 0,0 1 265 15</inkml:trace>
  <inkml:trace contextRef="#ctx0" brushRef="#br0" timeOffset="142044.81">4907 7522 45 0,'4'-3'300'0,"0"0"166"15,-1 0 131-15,0 0-54 0,2 1-171 0,-2 1-102 16,4 0-52-16,-1-1 7 0,2 1 52 16,0 1 38-16,2-2 10 0,0 2-5 0,0 2-18 15,1-2-33-15,0 1-39 0,-3 1-49 16,2 0-31-16,-1 1-30 0,-3 2-20 0,1 0-18 16,-3 1-15-16,1-1-11 0,-3 4-12 0,-1-1-8 15,-1 0-7-15,-1 2-4 0,-2 1-12 16,-2-1-6-16,0 1-1 0,-2 1-2 0,0-1-4 15,-1 2-10-15,0-3-19 0,1 2-46 0,-2-1-116 16,1-2-156-16,-1-2-296 0,2 1-270 16,-2-3-245-16,4 3-77 0,2-3 325 0,0-1 459 15</inkml:trace>
  <inkml:trace contextRef="#ctx0" brushRef="#br0" timeOffset="147593.22">11815 5153 39 0,'1'0'248'0,"1"1"146"0,-2-1 96 0,2 1-41 16,-1-1-94-16,-1 2-79 0,2-2-51 15,-2 0-18-15,0 0-8 0,2 0 6 0,-2 0 9 16,1 0 2-16,-1 0-4 0,0 0-7 0,2 0-2 16,-1 0-5-16,-1 0 0 0,0 0-1 15,0 0-15-15,0 0-12 0,0 0-18 0,0 0-22 16,0 0-20-16,0 0-23 0,0 0-12 15,0 2-15-15,-1-2-10 0,-1 1-10 0,2-1-8 16,-1 1-4-16,-1 1-7 0,0-2 1 0,-1 1-8 16,0 2-3-16,-3-2-4 0,1 3 0 15,0-1-6-15,-1 0-2 0,-1 0 2 0,0 1-1 16,1-1 2-16,-1 1-4 0,-1 1 1 0,2 0 2 16,-2-1-1-16,2 1 0 0,-1 1-3 15,-1-1 0-15,2-3 6 0,0 3-5 0,1-2 0 16,0 0 4-16,2 0 0 0,0-2 1 15,0 1-4-15,1-1 0 0,-1-1-4 0,2 1 3 16,-1 1-2-16,2-2 0 0,0 0 4 0,-2 0-3 16,2 0 0-16,0 0-3 0,0 2 3 0,0-2-7 15,2 1-8-15,-2-1-9 0,3 0-33 16,-3 2-78-16,3-2-112 0,-3 0-136 16,0 1-234-16,0-1-270 0,0 0-203 0,0 0 11 15,0 0 275-15,0 0 367 0</inkml:trace>
  <inkml:trace contextRef="#ctx0" brushRef="#br0" timeOffset="147893.31">11684 5194 55 0,'0'0'345'0,"0"2"230"15,-2-2 209-15,1 0-9 0,-1 1-172 16,1 0-122-16,-1-1-72 0,0 4-49 0,1-3-42 15,-2 2-54-15,-1 0-44 0,1 2-46 16,-2-1-41-16,-1 1-27 0,0 0-24 0,1 1-4 16,0-2-4-16,0 1 6 0,-2 2 11 0,2 0-5 15,-3-1-5-15,3 2-13 0,-1-2-12 0,0 1-20 16,1-2-17-16,0 3-8 0,2-2-8 16,1 0-3-16,1-2-5 0,-1 1-3 0,4 0 1 15,-1 0-3-15,3-1-2 0,-1-1-3 16,3 0-16-16,3 0-22 0,1-2-28 0,-2 1-73 15,4 0-142-15,-2-2-255 0,0-2-265 0,2 0-252 16,-2 1-202-16,-1-2 119 0,2 0 485 0</inkml:trace>
  <inkml:trace contextRef="#ctx0" brushRef="#br0" timeOffset="149325.39">2841 5372 184 0,'0'0'369'0,"2"0"160"0,-2 0 32 15,0 0-115-15,1 0-109 0,-1 0-65 0,0 1-31 16,0-1-12-16,0 0-4 0,0 1-9 15,0-1-10-15,0 0-22 0,0 2-20 0,2-2-24 16,-2 0-29-16,1 2-24 0,-1-2-24 0,0 0-21 16,3 1-20-16,-3-1-16 0,0 1-6 0,3-1-6 15,-3 2-2-15,2 0 3 0,1-1-1 16,0 2 5-16,-1-2 1 0,1 2 0 0,2 2 1 16,-2-2 1-16,2 3 7 0,1-2-2 0,-3 2 0 15,2 0 0-15,-2 0 1 0,2 2 0 0,-2-2-3 16,2 1 5-16,-1 3-1 0,-1-2 1 0,1 0-2 15,-1-1-2-15,0 2-3 0,-1-3-2 0,-1 1-1 16,1 0 0-16,0-3-1 0,-1-1-2 16,-1 1-2-16,2-2 1 0,-2-2-3 0,0 2-22 15,-2-2-44-15,2 0-75 0,-3-2-103 0,0 1-142 16,-2 0-266-16,2-1-185 0,-2 2-49 0,-1 0 150 16,1 0 268-16</inkml:trace>
  <inkml:trace contextRef="#ctx0" brushRef="#br0" timeOffset="149633.9">2863 5520 28 0,'3'-2'243'0,"-1"2"134"0,-1-1 120 0,1 1-105 15,0 0-112-15,-1 0-99 0,1 0-63 0,1 0 9 16,0 1 12-16,0 1 3 0,0-2 32 0,0 2 21 15,2 0-5-15,0 0-48 0,0 1-28 16,2 0-13-16,-2 0-12 0,0 0-10 0,1 0-9 0,1 1-5 16,-1-1-3-16,-2 0-6 0,1-1-29 15,-1 1-11-15,-1-3-6 0,2 1-2 0,-2-1 1 16,0-1 4-16,1-2 1 0,-2 0-5 0,1-2-1 16,-1-2-9-16,-1-1-31 0,-1 0-60 0,2-3-84 15,-2 2-117-15,0-2-259 0,0 1-181 0,0-1-53 16,0 1 111-16,0-1 221 0</inkml:trace>
  <inkml:trace contextRef="#ctx0" brushRef="#br0" timeOffset="155669.37">2899 5727 24 0,'2'0'235'15,"1"-2"128"-15,-1 2 124 0,-1 0-107 0,1 0-130 16,2 0-93-16,-2 0-61 0,-2 0-31 0,1 0-26 15,1-2 12-15,-2 2 2 0,2 0 0 16,-2 0-2-16,1 0-6 0,-1 0-5 0,0 0 3 16,2 0 1-16,-2 0 4 0,0 0-3 0,0 0-2 0,0 0-4 15,0 0-5-15,0 0 0 0,0 0 3 16,0 0 7-16,0 0 2 0,0 0 12 0,0 0 10 16,0 0 3-16,0 0-2 0,0 0-4 0,2 0-5 15,-2 0-7-15,1 0-16 0,-1 0-7 16,0 0-15-16,0 0-4 0,2 0-8 0,-2 0 2 15,1 0 1-15,1 0 1 0,-2 0 1 0,3 2 1 16,-1-2 25-16,-1 0 11 0,1 2 6 0,2-2 4 16,-2 0 8-16,1 0 39 0,0 0-5 15,1 0-2-15,-1 0 0 0,0 0-5 0,0 0-8 16,0 1-36-16,3-1-19 0,-2 0-11 0,0 1-7 16,1-1-4-16,0 0 3 0,0 0-4 0,0 0 2 15,2 0-3-15,-2 0 0 0,1 0 0 16,1 0-2-16,-1 0 2 0,2 0-20 0,-2 0-10 15,1 0-4-15,-1 0-5 0,0 0-3 0,2 0-2 16,-3 0 19-16,1 0 7 0,1 0 9 16,0 0 2-16,0 0 4 0,-1 0 0 0,1 0-1 15,-1 0 2-15,1-1 1 0,0 1-2 0,-1 0 0 16,1 0 3-16,2 0 2 0,-3 0 1 0,1 0-3 16,1 0-2-16,-2 0 2 0,2 0 2 0,0 0-4 15,-2 0-1-15,2 0 2 0,0 0 1 16,-2 1-2-16,2-1-1 0,-1 2 0 0,0-2 2 0,-2 3 1 15,3-3-2-15,-3 0-1 0,0 2 0 16,2-2 3-16,-2 0 0 0,0 3-1 0,1-3-1 16,1 1 2-16,-1-1 3 0,0 2-3 0,-1-2 0 15,0 0-3-15,1 1 2 0,-1-1-2 16,1 2 0-16,-1-2-2 0,1 2-1 0,-1-2 3 16,0 0-1-16,2 0-1 0,0 0 4 0,-1 2 1 15,-1-2 3-15,1 0-2 0,2 2 1 0,-2-2-1 16,1 0-2-16,-1 2-1 0,2-2 4 15,0 0 2-15,0 1-1 0,0-1 2 0,0 1-5 16,3-1 1-16,-2 2-1 0,-1-2-3 0,3 2-1 16,0-1 1-16,-1-1 4 0,2 0 1 0,0 1-1 15,0-1 2-15,-1 2 4 0,0-2-1 16,2 0 0-16,0 1 0 0,-1-1-3 0,-1 0 17 16,1 0 10-16,0 0 6 0,-1 0-2 0,-1 0 2 15,0-1 1-15,0 1-19 0,0 0-11 16,-1-2-4-16,-1 2-2 0,0-1-3 0,-2 1 1 15,2 0-2-15,0 0 0 0,-3 0 0 0,1 0 1 16,-1 0-1-16,1 0 46 0,-1 0 30 0,0 1 16 16,1 1 5-16,-1-2 4 0,0 1-3 0,1 1-37 15,0-1-27-15,-1-1-17 0,1 0-5 0,-1 1-5 16,1-1-2-16,2 2-2 0,-3-2 0 16,3 0 1-16,-2-2-4 0,3 2 0 15,0-1 0-15,0 1 4 0,2-1 2 0,-3-1-1 16,3 2 1-16,0 0-1 0,2-1-1 0,-2-1-4 15,3 1-2-15,-1 1 2 0,1-3 2 0,0 1-1 16,2 1-1-16,-2 0 0 0,2-3 3 16,-2 2-3-16,2 0-4 0,-2-1 3 15,2 0 2-15,-3 0 0 0,2 1 1 0,0-1-1 16,-2 1 2-16,1 1-2 0,-1 0 1 0,-1 1-1 16,1 0 1-16,-2 0-1 0,1 0 0 0,-2 0-1 15,2 1 0-15,-2-1 3 0,1 0-3 16,1 1 1-16,0-1-1 0,-1 2 0 0,0-2-1 15,0 0-2-15,0 0 0 0,2-2-1 16,-2 2 1-16,1-1-1 0,-2 0 4 0,1-1 2 16,0 0 1-16,-2 1 2 0,3 0 1 0,-3-3-2 15,2 3-1-15,-3 0-1 0,1-1 0 16,1 2-1-16,-2-2 1 0,0 1-1 0,1 1 0 16,-1-1 0-16,-1-1-3 0,-1 2 2 15,3 0-1-15,-2-1 1 0,-1 1-2 0,0 0 0 16,2-2 0-16,-3 1-1 0,1 1 3 0,-1 0 0 15,-2 0-1-15,2 0 4 0,1 0-1 16,-3 0-2-16,2 0-1 0,-2 0 0 0,0 0 1 16,2 0-4-16,0 0 2 0,0 0 1 15,1 0-1-15,-1 0-2 0,1 0 3 0,-1 0-2 16,3 0 6-16,-1 0-2 0,0 0 1 0,1 0 6 16,0 0-2-16,1 0 0 0,-1 0-1 0,-1 0 0 15,1 0-1-15,-1 0-3 0,1 0 5 16,0 0-2-16,0 0-1 0,1 1-1 15,-2 1-1-15,1-2 0 0,-2 0-1 0,2 1 0 16,-2-1 4-16,2 2-3 0,-3-1 3 0,3 0 1 16,-2 1 0-16,1-2-1 0,-1 0-1 0,-1 2 2 15,2-2-5-15,-2 1 3 0,0 0 0 16,1-1-1-16,-1 2 4 0,3 0 2 16,-2-1 12-16,-1 0 14 0,3-1 3 0,-2 2 4 15,2 0-1-15,0-1-1 0,0-1-6 0,2 1-15 16,0-1-3-16,0 2-7 0,1-2-1 0,0 0-2 15,0 0-4-15,3 0-2 0,-1 0-4 16,-2 0 5-16,3 0 0 0,-1 0 0 0,1 0 0 16,-1 0 0-16,1 0 3 0,-3 0-2 15,2-2 1-15,1 2-4 0,-3 0 4 16,3 0 0-16,-3 0 0 0,1 0-2 0,0 0 1 16,-1 2 3-16,2-2-4 0,-2 0-1 0,0 0-1 15,0 0 3-15,0 0 0 0,-1 0-2 0,1 0-1 16,-2-2 3-16,1 2 1 0,1-1 3 15,-2 1-4-15,-1-1 1 0,3 1 0 0,-3-2 1 16,0 2-3-16,0-2-3 0,1 2 1 16,-1 0-1-16,0-1 1 0,0 1-1 0,3-1 2 15,-3 1-1-15,0 0-1 0,3 0 0 0,-3 0-2 16,2 1 2-16,0-1 4 0,0 1 8 16,1-1 8-16,2 0 2 0,-2 2 3 0,0-2-1 15,1 2-2-15,1-2-5 0,0 0-8 0,-1 0 1 16,1 0-2-16,1 0 1 0,-1 0 1 15,1 0-4-15,-1-2 1 0,2 2-1 0,-2-2 1 16,3 2-3-16,-3 0 0 0,1 0-2 16,2 0 3-16,1 0 0 0,-3 0-1 0,4 2 0 15,-2-2 1-15,1 2 2 0,1-2-4 0,0 0 0 16,-2 0 0-16,3 1-3 0,-3-1 3 16,3 0 0-16,-2 0-1 0,-1 0-1 0,1 0 2 15,0 0 0-15,-2-1 0 0,1 1-1 0,0 0 2 16,-2-2 5-16,2 2-5 0,-3-2 1 15,1 2-2-15,-2 0 1 0,4-1-1 16,-3 1-1-16,0-1-1 0,2 1-2 0,-2 0 1 16,1 0 0-16,-1 1-1 0,1-1-2 0,0 1 3 15,2 1-1-15,-2 0 0 0,2-1 0 0,0 0 1 16,1 1 0-16,1 1 3 0,-1-1 4 16,2-2 2-16,0 0 1 0,0 3 1 0,0-2-2 15,3 1 2-15,-1-2 0 0,-1 1-3 0,2 1-2 16,2 0 0-16,-2-2-1 0,2 2-2 15,0-2 0-15,1 2-2 0,0 0 1 0,2-1-1 16,-3 0 2-16,3-1 0 0,-2 2-2 16,0 0 4-16,0-1 0 0,2-1 0 0,-4 1-1 15,0-1 0-15,3 2 0 0,-3-2-2 16,1 0-2-16,-2 0-5 0,2 0 4 0,-2 0-2 16,-1 0 2-16,2 0 0 0,-1 0-1 0,-1-2-2 15,0 2 0-15,-1-1 2 0,-1 1 2 0,2 0 0 16,-1 0 6-16,-2 1 2 0,2-1-1 0,1 2 0 15,-2-1-1-15,1 1 3 16,2 0-3-16,-1 2 1 0,1-1 1 0,0 0-1 0,-1 0 0 16,3 0-1-16,-1 1-3 0,1-1 1 15,1 0-1-15,-1 1 1 0,0 0 2 16,1-2-5-16,-2 3 3 0,0-5 0 0,2 2 1 0,-3 1-3 16,3-2 0-16,-4 1 1 0,3-1-5 15,-2 1 1-15,1-2 1 0,0 2 0 0,-1-2-6 16,0 0 2-16,2 0 3 0,-3 2-2 15,0-2-1-15,1 0 0 0,-1 0 3 0,1 0 1 16,-1 0 2-16,-2 0 1 0,1 0-4 16,1 0 5-16,-2 0 6 0,0 0 0 0,1 0 1 15,1 0-1-15,-2-2 4 0,1 2-2 16,0 0-2-16,0 0-5 0,-1-2-3 0,2 2-3 16,-1-2 3-16,-1 1 1 0,2 1-2 0,-1 0 2 15,1-2 1-15,-1 2 6 0,2 0-4 0,-1 0-1 16,1 0 2-16,2 0 1 0,-2 0 1 15,0 0-8-15,0-1 2 0,0 1-1 0,2-3-4 16,-3 3-1-16,4-2 1 0,0 2 2 16,-1-5-5-16,0 3 2 0,1-3 3 0,0 0 1 15,1 1-5-15,0-2-1 0,-2 2 3 16,2-1 1-16,-1 0 3 0,2 1 3 0,0 0 7 16,-1-1-1-16,4 1 3 0,-3 0-3 0,3 0-1 15,0 0-1-15,3 1-2 0,-1 1 2 16,0-3-1-16,1 3-2 0,0-3-1 0,0 2-2 15,2-1-2-15,-3-1 0 0,1 1 0 0,1-2 0 16,-1-1-1-16,0 2 1 0,1-3-2 16,0 2 0-16,0 0-5 0,-2-1 1 0,1 0 2 15,-1 1 3-15,0 0 2 0,-1 2 3 16,2-2 6-16,1 2-1 0,-3 1-1 0,4-2-1 16,-2 1 2-16,1 1-4 0,0 0 4 0,2-2 0 15,-2 3 1-15,-1-2-1 0,2 0-6 0,-2-1 1 16,0 1-8-16,-1-1 0 0,-2 1 0 15,2-1 4-15,-1 0 3 0,-1 1 40 16,0 1 26-16,2-1 13 0,-2 1 8 0,0 0-4 16,0 1 1-16,0-1-36 0,0 3-16 0,-2-2-15 15,-1 2-5-15,2 0-3 0,-1 0 0 0,0 2 1 16,1-2-6-16,-2 3 2 0,0-1-2 16,0-1 2-16,1 1-6 0,2-1 2 0,-3 1-5 15,0-1 2-15,1 2 2 0,-2-3-1 0,-2 3-1 16,1-1 3-16,-1-1 2 0,-1 0-3 15,-2 1-5-15,1 1 7 0,0-2 33 0,0 3 17 16,-3-2 10-16,3 3 7 0,-4-3 4 16,2 2-7-16,-1-1-27 0,-3 2-19 0,3-2-6 15,-3 1-5-15,1 0 9 0,-2 0 6 16,0-1 2-16,1-1 2 0,-2 3-3 0,-1-2-1 16,-1 2-11-16,1-4-7 0,-3 2-3 0,-1 0-2 15,-1 0 0-15,0-2-1 0,-3 1-2 0,1 0 2 16,-3-2-1-16,0 1 0 0,-1-1 0 15,-2 1 1-15,0 1-1 0,0 0-4 0,-3-1-28 16,-1 2-69-16,-3 0-74 0,-1 2-152 0,0 1-273 16,-2 0-316-16,-2-2-320 0,-1 1-195 15,-4-4 55-15,-1-1 597 0</inkml:trace>
  <inkml:trace contextRef="#ctx0" brushRef="#br0" timeOffset="158882.01">3124 7474 79 0,'3'2'277'0,"0"0"127"15,-2-2 75-15,1 0-125 0,1 1-132 0,-1-1-88 16,1 1-57-16,0-1-32 0,2 0-14 16,-2 2-3-16,3-2-1 0,1 1-13 0,-1-1 4 15,1 2 19-15,1-2-18 0,1 0-9 0,0 0-10 16,1 0 0-16,4-2-2 0,-3 2-25 15,5-1 33-15,-2 1 23 0,2 0 14 0,0-2 7 16,1 2 3-16,-1 0 3 0,3-1-14 0,-3 1-15 16,3-1-8-16,-2 1-1 0,1-2-5 0,0 0-4 15,0 0 5-15,-1 2-1 0,1-3 21 0,-1 1 33 16,2 1 17-16,-3-4 8 0,1 5 3 0,1-2-4 16,-3 0-17-16,2 2-33 0,-2-1-17 15,0 1-10-15,0 0-7 0,-2 0 0 0,2 1-5 16,-2 1-1-16,1-2-1 0,1 2-3 0,-2-2-2 15,1 2-1-15,-3 2-1 0,4-3 2 0,-2 0 3 16,1 2 34-16,1-1 17 0,0 0 9 16,1 0 11-16,3-2 3 0,-3 1 6 15,5-1-30-15,-1 0-14 0,-1 0-8 0,5-1-11 16,-1 1-5-16,3-4-4 0,-2 2 3 16,4-1 0-16,1 1-2 0,-1-2 3 0,2 0 1 15,0-1-3-15,0 3-1 0,0-3-6 0,0 0 1 16,0 1-2-16,-1-1 0 0,1 1-2 15,-2-1-1-15,2 0 3 0,-2-1-3 0,1 0-2 16,-1-2-5-16,-2 2-1 0,1-1 1 0,1 2 2 16,-3 1 6-16,1-2 4 0,-3 1 4 0,1 0 6 15,0 2 1-15,1 1 0 0,-1 0-3 16,-2 2-1-16,2 0-1 0,1 0-3 0,-1 0-2 16,-1 2-1-16,0-2 1 0,2 1-3 15,-1-1 2-15,-1 1-2 0,0-1 3 0,0 0 2 16,-1 0-2-16,0 0-3 0,-1 2 0 0,0-2 0 15,-1 0 0-15,-2 1 0 0,2 1 0 16,-4 0 0-16,3-1 3 0,-3 0 1 0,1 3-3 16,0-3-2-16,-1 2-1 0,2-1-1 15,-2 0 0-15,1 0-2 0,-1-1 0 0,-1 1-5 16,2 0 4-16,0 0-4 0,-1 2-3 0,1-3 0 16,-1 3-3-16,1-2 6 0,0 2 3 15,-1-2 4-15,0 0 5 0,0 1 4 0,1 0 11 16,-1-2 1-16,1 2-4 0,0 0 1 15,1 1-1-15,-2-3-1 0,2 2-3 0,0-2 0 16,0 1-2-16,-1 0 1 0,1 0 9 0,1-1 21 16,1 1 12-16,-2 0 8 0,0-1 7 0,2 0 1 15,0 3-9-15,-1-3-21 0,0 2-7 16,2 0-12-16,-1 0-4 0,-2 0-4 16,0 1-2-16,0 0-2 0,1-2-4 0,0 1 3 15,-2 1-5-15,-1-1 1 0,2 0-1 0,-1-2 0 16,-1 2 3-16,1-1-3 0,1 1 0 0,-3-2-3 15,1 2 3-15,1-1-3 0,-2 1-4 16,2-2 3-16,0 1 1 0,-2 1 1 16,0-2-1-16,0 2 25 0,0-2 17 0,0 3 3 15,-1-2 0-15,0 2 6 0,-1-1 5 0,1 0-21 16,1-2-8-16,-2 3-5 0,0 0 0 16,1-2-5-16,-1 2-5 0,0-2-2 0,1 1-5 15,0 1 5-15,0-2 1 0,1 0-2 0,2 0 2 16,-2 1 0-16,2-2-2 0,-1 1 1 15,1 1-3-15,-1-2 0 0,4 1 2 0,-1-1-2 16,2 1 3-16,-1 0-2 0,2 0-1 0,-1 0-1 16,3 1 1-16,-2-1-2 0,1 0-2 15,0-1 0-15,2 1-1 0,-1 0 1 0,-1-1-1 16,3-1-2-16,-4 0-1 0,3 0-1 0,-1 0 1 16,1 0 0-16,0 0-4 0,-2 0-1 15,2 0-3-15,-1 0-1 0,1 1 1 0,-3-1 1 16,2 0 7-16,0 2 2 0,-1 0 9 15,2-1 5-15,-2 1 2 0,0-1-1 0,1 1-3 16,1-1 0-16,-1 2-1 0,0-3 0 16,1 1 0-16,0 1-1 0,-1-2-1 0,0 2-1 15,1-2 1-15,0 0-7 0,1 0 5 16,-1-2-1-16,-3 2 2 0,2 0-3 0,1-2 0 0,-3 2 2 16,1 0-5-16,0 0-1 0,-1 0-5 15,0 0 5-15,1 2-3 0,-1-2-1 0,0 2 0 16,-1-2 1-16,1 2-3 0,0 1-3 15,-2-2-1-15,1 1 0 0,-1 1-4 0,2-3-5 16,-4 2 4-16,2 2 6 0,0-4 3 16,-2 1 4-16,1 0 11 0,-1 1 7 0,2-2 1 15,-4 1 1-15,3 1-2 0,-2-2-4 0,1 3-1 16,1-2-1-16,-3 1-3 0,3 1-1 0,-2-2 5 16,0 3-3-16,2-2 1 0,-3 1-3 15,3 0 1-15,-3 0 0 0,3 0-3 0,-3 0 3 16,4 0-5-16,-2-1 1 0,-1 1-1 15,0-2 1-15,0 1-2 0,1-1-1 0,-2-1 2 16,0 0-1-16,0 0 3 0,0 0-2 16,-2-1 2-16,2 1 8 0,-2-2 19 0,2 1 9 15,-2-1 3-15,2 1 1 0,-2-1-1 16,3 1-9-16,-4 1-17 0,4-2-9 0,-2 1-7 16,0 1 0-16,1-2 1 0,0 2 1 0,0 0-1 15,0-2-5-15,-2 2-1 0,3-1-2 0,-1 1-4 16,1-2 2-16,-1 2 1 0,0-1 6 15,3 0 2-15,-3-1 5 0,1 1 4 0,-1-1 5 16,3 1-3-16,-3 0-3 0,3-1 3 0,-2 0-5 16,1 0 1-16,0 2 0 0,0-2-3 15,-1 2 2-15,1-2-1 0,2 2 1 0,-1 0 0 16,0 2-2-16,0-2 1 0,0 2 0 0,0-1-2 16,3 2 0-16,-4-1-1 0,2 0 1 15,1 0 1-15,-2 1 1 0,1-1 1 0,-1 0-2 16,-1-1 0-16,2 1-4 0,-1 0 0 15,-1-1-2-15,0-1-1 0,0 2 1 0,1-2-1 16,-3 0-3-16,4 0 28 0,-2 0 17 16,-1 0 10-16,2 0 3 0,0 0 1 0,-2 0 2 15,2 0-26-15,-1 0-16 0,2 0-6 16,-4 0-5-16,3 1 4 0,0-1 0 0,0 2 2 16,0-2-3-16,-1 0 1 0,0 1 1 15,3-1-2-15,-3 2 1 0,0-2-1 0,3 1 1 16,-2 1 0-16,1-1 1 0,-2-1-4 0,2 2 2 15,2-2 0-15,-2 1-1 0,0-1-4 0,2 0 0 16,-3-1 0-16,3 1-1 0,0-2 1 16,-4 2 1-16,4 0-1 0,-2-1 5 0,0-1-5 15,0 1-1-15,-1 1 0 0,-1 0 1 16,2-2 2-16,-1 2-7 0,0 0 2 0,0 0 1 16,-2 0-2-16,2 0-2 0,0 2 4 0,-3-2-1 15,3 0 1-15,-3 1 1 0,1-1-2 16,-1 2-3-16,0-2 1 0,-2 0 4 0,2 0-3 15,-2 0-2-15,0-2 2 0,-1 2 6 16,1-1-3-16,-3 1 5 0,1 0 12 0,0-2 6 16,-1 2-3-16,-1-1 1 0,0 1 1 0,0 0-7 15,-2-2-7-15,1 2-5 0,-1-1 3 16,-3 1-5-16,2 0 4 0,-3-2-1 0,2 2 0 16,-3 0 0-16,-1-1-1 0,0 1 4 0,-1 0-4 15,-1 1-7-15,-1-1-19 0,-3 0-73 0,0 0-160 16,-4 0-275-16,0 0-271 0,-2-1-255 15,-2-1-184-15,-1-1 172 0,-4-1 500 0</inkml:trace>
  <inkml:trace contextRef="#ctx0" brushRef="#br0" timeOffset="159654.65">10368 5964 35 0,'2'-3'286'0,"-1"1"181"15,-1-1 163-15,2 0-24 0,-2-2-144 16,0 3-72-16,0-3-38 0,0 2-11 0,0-1-2 15,0 1-21-15,0 1-28 0,0 1-43 0,0-1-44 16,2 1-44-16,-2 1-33 0,0 1-24 16,1 1-13-16,-1-1-12 0,2 4-7 0,-1 1 0 15,1 2 9-15,1 5 28 0,-1 2 32 16,3 2 32-16,-1 3 16 0,-2 3-1 0,-1 5-12 16,1 0-28-16,-1 4-33 0,-1 4-35 0,2 1-18 15,-2 4-10-15,-2 1-10 0,2 3-7 16,-1 2-7-16,-1 0-4 0,-1 3-7 0,0-2-6 15,0 2-3-15,0-4-3 0,1-2-2 16,2-3-1-16,-3-1 0 0,1-3 0 0,2-2 2 16,-1-3 0-16,-1 0 1 0,2 0 1 0,-1-2 0 15,1 0-1-15,-2-2-1 0,2 0-1 16,0-1-1-16,0-1 1 0,0 0-3 0,0-2 0 16,0 0-2-16,2-1-1 0,-1-4-6 0,-1-3-25 15,3-2-51-15,-3-2-56 0,2-3-52 16,-2-4-80-16,0-5-135 0,0-3-165 0,-2-3-242 15,2-5-220-15,-3-5-204 0,0-3 9 16,-2-5 385-16,-1-2 450 0</inkml:trace>
  <inkml:trace contextRef="#ctx0" brushRef="#br0" timeOffset="159954.35">10182 6999 174 0,'3'10'538'0,"-2"0"283"0,1 3 172 15,1-1-109-15,2 3-229 0,2-2-166 16,0 1-109-16,1 3-65 0,0-3-55 0,3 3-31 16,0-1-21-16,0 1-29 0,3 0-21 0,-1-2-15 15,-2-1-22-15,3 0-37 0,-1-3-39 0,0 2-18 16,-1-4-15-16,-2-2-9 0,2-2-1 15,-2-2-1-15,0-2 4 0,-1-1-1 0,0-2 1 16,-2-5 0-16,-1-2-3 0,2-2 1 16,-2-3-17-16,-1-3-39 0,-2 1-41 0,2-4-47 15,-3-1-109-15,-1 0-169 0,-2-3-296 0,-1 2-251 16,-1-3-231-16,1 0-122 0,-4 1 298 16,1-3 518-16</inkml:trace>
  <inkml:trace contextRef="#ctx0" brushRef="#br0" timeOffset="160508.82">10348 5953 39 0,'5'-1'359'16,"1"-3"250"-16,-3 2 197 0,0 0 7 15,0 0-202-15,0 1-128 0,-1-2-89 0,1 0-54 16,0-1-40-16,-1-1-31 0,3-3-48 0,0 1-57 16,1-3-45-16,-2-2-28 0,4 0-17 15,-1-2-27-15,-1 1-13 0,3 1-11 0,-2-2-5 16,-1 1-11-16,-1 4-5 0,0 1 0 15,2 0 0-15,-3 3-1 0,-1 0 17 0,0 4 25 16,0-1 40-16,2 4 21 0,-2 1 9 0,-1 3 7 16,2 2-14-16,-1 3-22 0,-1 1-34 15,0 3-22-15,-1 3-17 0,1 0-9 0,-2 2-13 16,2 4-34-16,-1-2-42 0,-1 5-53 0,0-4-119 16,-3 1-159-16,1-2-245 0,-1 3-263 15,0-3-230-15,0 0-109 0,-2 0 287 0,1 1 455 16</inkml:trace>
  <inkml:trace contextRef="#ctx0" brushRef="#br0" timeOffset="161233.44">10858 6460 8 0,'3'-4'294'0,"-3"1"233"16,2-2 235-16,-2 2 73 0,0 0-120 16,0 0-106-16,0 0-87 0,-2 1-79 0,2-2-59 15,-3 3-28-15,3 0-23 0,-1-1-24 0,-2 2-34 16,1-2-31-16,1 2-25 0,-2 0-49 16,1 2-49-16,-3-2-39 0,2 2-21 0,0-2-12 15,-1 2-9-15,0 0-6 0,-2 1-6 0,-1 1-3 16,2 2-7-16,-1-1-5 0,1 2-4 15,-4 2-3-15,3 0-2 0,-1 2-3 0,-1 4 1 16,1-2-2-16,0 4 0 0,2-2-2 16,2 3-1-16,-2-2 1 0,2 2 0 0,3-1-1 15,-1-3 0-15,1 4 1 0,1-5 0 0,2-1-1 16,-1 0-1-16,1-5 0 0,4 0 2 16,-2-3 0-16,2-3-1 0,1-1 3 0,3-5 1 15,0-3 2-15,0-4 2 0,-1-3 1 0,4-4 0 16,-3-2 0-16,0-2-3 0,3-3 0 15,-4-1-3-15,2 0 0 0,-4 0 1 0,2-1-1 16,-2-1-1-16,1 2 2 0,-4-1-1 16,1 0-1-16,-1 2-1 0,0 2 1 0,-2 1 2 15,2 2-1-15,-4 0 2 0,1 5-1 16,-1 1 5-16,-1 2 5 0,0 3 9 0,0 3 6 16,0-1 6-16,0 4 3 0,0 0-1 0,0 4-7 15,-1 2-7-15,-1 2-7 0,-1 2-5 0,0 5-5 16,2 4-1-16,-1 0 1 0,2 5-3 15,-2 2 1-15,1 4 0 0,-1 1 0 0,2 3 1 16,0 3 0-16,0-2-1 0,0 2-1 0,2-2 1 16,-1-1-1-16,3-1 0 0,2-3-2 15,-2-2-1-15,4-3 0 0,-1-1-1 0,-1-3-4 16,5 0-13-16,-1-4-21 0,-1-2-59 16,2-2-73-16,-1-3-132 0,1-4-228 0,1 2-300 15,-2-3-353-15,6 0-275 0,-5-2-93 0,0 0 481 16,3-1 658-16</inkml:trace>
  <inkml:trace contextRef="#ctx0" brushRef="#br0" timeOffset="175934.89">17809 11521 66 0,'-1'-1'321'0,"-3"-1"183"0,3 1 159 16,-1 1-56-16,1 0-184 0,-1 0-103 15,0 0-56-15,2 0-23 0,-1 0-27 0,-1 1-29 16,2-1-27-16,0 2-36 0,2-2-32 0,-1 1 13 15,3 0 13-15,-3 3 17 0,4 1 9 0,-2-2 21 16,2 4 23-16,4-3-23 0,-2 2-31 16,1 2-25-16,-2-2-19 0,6 0-25 15,-2 3-25-15,1-3-17 0,3 0 13 0,-1-1 7 16,3 1 10-16,-2 0 1 0,5 1-2 0,0-3 40 16,-2 1 16-16,4-1 7 0,-2 1-3 0,1-2 1 15,2 0-6-15,-1 0-34 0,1-2-31 16,2 1-16-16,-1-2-6 0,-2 1 31 0,5 0 21 15,-3 1 5-15,-1-1 2 0,2 1-3 16,0 1 0-16,-1-1-33 0,1-1-18 0,1 2-8 16,-4-1-5-16,4 1-4 0,1 0 0 0,-3-1-4 15,4 2 3-15,-3-2-1 0,1 2 2 0,1-2-2 16,-3 1 0-16,2 1-1 0,-1-2-3 16,0-1-1-16,0 0-1 0,-2 1-2 0,0-2 4 15,0 0 0-15,-2-2 1 0,0 1-1 16,0 0 0-16,1-1 0 0,-4 0-2 0,0 0-2 15,0 2-1-15,0-3 1 0,-3 2 0 0,3 0 2 16,-2 0 1-16,0 1 0 16,-2-3 1-16,3 3 1 0,-2 0-1 0,3 0 1 0,-2 0-1 15,2 0 2-15,-1 0 1 0,1 0-1 16,-2 0 1-16,4 0-2 0,-2-2 2 0,-1 2-1 16,1 0-1-16,1 0 2 0,-3-2-2 0,3 2-1 15,-1-2 1-15,-1 0 1 0,1 2-1 16,-1-2 0-16,1 1 1 0,-2-1-1 0,1 1 2 15,1 1-1-15,-3-2-2 0,1 2 2 16,0-1 2-16,0 1 0 0,0 0-4 0,-2 0 0 16,3 0 0-16,-2 0-2 0,0-2-2 0,1 2 0 15,-2 0 1-15,0 0 3 0,0 0 0 16,0 0 0-16,-1 0 2 0,1-1-2 0,0 1 2 16,-1 0-2-16,-1-2-1 0,0 2 2 0,2 0-4 15,-2 0 3-15,0 0 0 0,2-1-1 16,-4 1 0-16,4-2-1 0,-4 2 2 0,3 0-1 15,-2 0-2-15,2 0 3 0,-3 0 1 0,3 2 0 16,-2-2-2-16,0 1 3 0,2-1-3 16,-2 0 2-16,1 2-3 0,0-1 1 0,-2-1 1 15,1 3 0-15,2-1 1 0,-2-1-1 16,0 1 0-16,2-2-1 0,-4 1 1 0,3 1 0 16,-2-2-3-16,0 1 3 0,0-1-1 0,-1 0 1 15,0 0-1-15,-2 0-1 0,2 0 3 16,-3 0 0-16,3 0 0 0,0 0 2 0,-2 0-1 15,0 0 1-15,4 0-3 0,-2 0 0 16,0 0 0-16,1-1 0 0,2 1-3 0,-1 0 2 16,2 0 1-16,-1-2 0 0,1 1 1 0,1-1 2 15,0 1 1-15,1-1-1 0,-1-1-2 16,2 0 0-16,0 0 1 0,0 0-1 0,0 0-1 16,0 0-2-16,0 0 3 0,1-1 0 0,0 1 1 15,0-2-1-15,0 2 1 0,1-1 1 16,-3 0-2-16,3-2 0 0,-4 2 0 0,4-1-1 15,-4 1-1-15,2-2-2 0,0 0 1 0,-2 0 2 16,3-2-2-16,-3 1 1 0,0 0 2 16,0-2 0-16,0 0 0 0,-2-1 0 0,0-1 1 15,1 0 2-15,-2 0 0 0,-2 2-2 16,3-2 1-16,-3-1-2 0,2 2-1 0,-4-4-1 16,3 2-1-16,-2-2 2 0,1-1 1 0,-2 1-1 15,3-2 0-15,-2 0 0 0,-1 0 1 16,1-1 1-16,-1 1-1 0,1-3-1 0,0 1 1 15,-1 0-1-15,-1-1 0 0,3-1-2 0,-2-1-1 16,-1 0 3-16,1-2-1 0,-1 1 1 16,3-2 0-16,-4-1 1 0,1 0-1 0,0 0 1 15,0 0 1-15,-2 0-1 0,0 0 2 16,1 0-3-16,-2 0-1 0,2 2 0 0,-3-2 0 16,-1 0-3-16,3 1 0 0,-3-2 4 0,0-1 2 15,0 2 0-15,2 0-2 0,0-2 2 16,-2 2 0-16,0 0-2 0,1-2 0 0,1 0 0 15,-1 1 1-15,3 1-1 0,-3 0 1 0,2-1-3 16,2 2 2-16,1-2-1 0,-1 0 0 16,0 0 1-16,0-1-1 0,0 1 0 0,2 1-1 15,-1-1 2-15,-1 1-1 0,3-2 1 16,-3 0 2-16,4 0-1 0,-2-1 1 0,-1-1-2 16,1 1 0-16,2-2-2 0,-1 0 0 0,-2 0 2 15,2-2 0-15,1 2 0 0,-2 0 2 16,1 0 0-16,0 0 0 0,1 0-1 0,-3 2-1 15,1 0-1-15,-1-3 0 0,-1 2 0 0,3 1 0 16,-4-1 1-16,0 2-1 0,-3-1 3 0,2 3-1 16,-3-1-1-16,2 2-1 0,-2 0-2 15,0 2 4-15,0 2-1 0,-2-1 0 0,2 3 2 16,0-3-1-16,2 2 0 0,0 0-3 16,-1 0-1-16,1-1 2 0,1-2-3 0,3 0 2 15,-1 1 2-15,1-3 0 0,1-2 0 0,1 1 0 16,1-2 3-16,0 0 0 0,1-2-1 0,1 0 2 15,0 0 1-15,-3 0 0 0,4 2 0 16,-3 0-4-16,-1-1-1 0,1 3 0 16,-5 2 0-16,1 0 1 0,0 2 0 0,-2 0 0 15,1 5 0-15,-3-1 0 0,-1 3 1 16,0-1-2-16,0 4-1 0,0-1 2 0,0 2-1 16,0-1-1-16,0 3 0 0,2-3 1 0,-1 1 2 15,-1 1-2-15,4-2-1 0,-2 3 0 0,2-3 0 16,-1 2-1-16,2-2-2 0,-4 1-1 15,4 0 2-15,-2 1 1 0,0 0-2 0,1 3 0 16,0-1 4-16,-2 2-1 0,-1 0 0 0,2 1 1 16,-1 1-2-16,0 1 2 0,-1 0 0 15,2-1-1-15,-1 1 1 0,1 1-1 0,1 1 1 16,-3-3 0-16,5 3 0 0,-3 3 1 0,4-2-1 16,-4 1 1-16,2 3 0 0,0-3 3 15,1 5 3-15,1 1 4 0,-2 0 0 0,0 1 0 16,2 2 3-16,-1 1-3 0,0 1-3 0,0 3 0 15,-1 0 3-15,2 2 1 0,-3 1-1 16,2 3 2-16,-3 1 2 0,1 1-1 0,-1 2-4 16,-1 3 0-16,-1 1 0 0,-1 2-2 15,-1-1 0-15,1 3-2 0,-4 1 2 0,1 1 0 16,1 1 0-16,-2 1 2 0,-1-1 0 0,1-1 0 16,0 2-1-16,0-4 0 0,-1 2-3 15,0-1-1-15,2 2-2 0,-5-1 0 0,5 0 0 16,-2-2 0-16,0 1-2 0,2-1 1 15,-2 2-1-15,1-4 0 0,-1 3-1 0,4-2-1 16,-4 0 0-16,1 0-2 0,1-2 2 0,0 1 0 16,-2-3 1-16,4 1 1 0,-4-1 2 0,2-1 2 15,0 0-1-15,0-1 0 0,-1 0 1 16,1 3-1-16,0-2 1 0,-2 0 0 0,2 1 0 16,-1 1 1-16,-1 0 0 0,2 0-1 15,-4-2-1-15,2 4 0 0,2-4 0 0,-2 3-2 16,-1-3-1-16,3 0 0 0,-2 0 0 15,2-1 0-15,-2 1-1 0,2-1 2 0,-2 0 0 16,-1 0 0-16,3 0-1 0,0 0 1 0,0-2-1 16,0 0 1-16,-1 0 0 0,3-2 0 15,-1-1 1-15,0 2-2 0,2-1 1 0,-3-2-1 16,3 1 1-16,0-3 0 0,0 3 1 0,0-1-1 16,3 0 0-16,-3-1 0 0,2 0-1 0,1 1 0 15,-1 0 0-15,1 0 0 0,-1 2 0 16,1-2 1-16,-1-1 0 0,1 2 1 0,-2-2-1 15,4 0 1-15,-4 2 1 0,2-5-1 16,1 3 0-16,-3-4-1 0,3 0 1 0,-3 3 0 16,2-4-1-16,1 0 0 0,-1 0-1 0,2-2 1 15,-1 2-2-15,-1-1 0 0,0-1 1 16,2 0 0-16,-2 1 1 0,1 0 0 0,-1 1 0 16,0-1 1-16,0 0 0 0,2 2 2 0,-4-2 1 15,2 1 0-15,1 0 1 0,-1-1 0 16,0 3 0-16,0-3 0 0,1 1-3 15,-1 0 1-15,1 0 0 0,-1 1-2 0,2-2 0 0,-2 0-1 16,0 0 0-16,2 0-1 0,-1 0 1 16,0-1-1-16,2-2 0 0,-3-1 0 15,2-1 0-15,-1-2-1 0,0 1 0 0,1-2 0 16,0 0 0-16,1-3 0 0,-1 1 0 0,1 1 0 16,1-4 0-16,-1 2 2 0,1-1-1 0,2 0 1 15,-3-2 1-15,0 2 0 0,4-2 1 16,-4 0-1-16,0 0 0 0,2 0 0 0,2 0 0 15,-2 0-1-15,1 1 0 0,-1-1 0 16,1 1-1-16,1-1 1 0,0 2 1 0,2-1-1 16,-2-1 1-16,1 2 0 0,1-1 0 0,0 1 0 15,1-2-2-15,-1 3 1 0,1-1-2 0,1-1 1 16,0 0 1-16,2 3-1 0,-4-3 1 16,6 2 1-16,-4-2-1 0,3 1 1 0,-1-1 0 15,3 0 1-15,0 2-1 0,-1-3 1 16,2 2 0-16,0 0 0 0,0-2-1 0,-2 0-1 15,3 0 0-15,-2 0-1 0,1 1 1 0,1-1 0 16,0 0 0-16,1 2 1 0,-1-1 1 16,1 2 2-16,0-1 0 0,0-1 1 0,-1 1 0 15,1 1 0-15,-1-2 0 0,0 0-1 16,3-1 0-16,0 2-1 0,-2-2 0 0,0 0-1 16,2 0 0-16,-1 0-2 0,-1 0-1 0,-1 0-1 15,0 0 0-15,1 0-1 0,-6 0 0 16,2 0 0-16,-5 2 0 0,3-2-1 0,-7 2 0 15,1 1 0-15,-2-2-3 0,-4 1-6 0,0 1-13 16,-4-1-27-16,-4 1-75 0,-2 0-116 16,-5 0-244-16,2-1-297 0,-9-1-368 0,4-1-444 15,-5-1-170-15,2-1 498 0,-2 1 841 0</inkml:trace>
  <inkml:trace contextRef="#ctx0" brushRef="#br2" timeOffset="183528.74">4572 12483 39 0,'0'1'226'0,"0"-1"125"0,3 0 79 16,-3 2-53-16,2-2-57 0,-2 1-75 0,1-1-21 15,-1 0-12-15,0 0-8 0,2 0-10 0,-2 0-11 16,0 0 7-16,1 0-28 0,-1 0-28 16,2 0-26-16,-2 0-20 0,0 0-24 0,0 0-20 15,0 0-11-15,0 0-14 0,0 0-8 16,2 0-6-16,-1 0 0 0,-1-1 0 0,0-1-4 15,0 1 10-15,2-1 19 0,-1 1 15 0,1-2 19 16,1-1 25-16,-1 2 13 0,0-3 6 16,-1 3-4-16,2-3 9 0,0 0-8 0,0 1-16 15,-1-1-15-15,1 1-7 0,0-3-17 0,-1 4-23 16,-1-4-10-16,1 1-8 0,0 0-1 16,1-1-6-16,-1 0 2 0,-1 2 0 0,2-1-4 15,-3 0 1-15,2 2 2 0,-2-1 2 16,3 2 1-16,-3 0-1 0,0 3 2 0,-3-2-17 15,3 2-55-15,-2 0-82 0,-1 0-111 0,0 2-139 16,-2 2-256-16,2 3-226 0,-2-3-80 0,0 0 125 16,2 1 278-16</inkml:trace>
  <inkml:trace contextRef="#ctx0" brushRef="#br2" timeOffset="183750.45">4628 12302 129 0,'4'-7'360'0,"-2"3"174"0,2 2 116 0,-2-4-146 16,-2 4-139-16,3-1-100 0,-3 2-65 15,2 0-43-15,-1-1-22 0,1 4 38 0,0-1 36 0,-1 0 18 16,1 4 5-16,1 1-4 0,-1-4-12 16,-1 5-60-16,1 3-57 0,1-3-41 0,0 1-29 15,-2 0-40-15,-1 1-94 0,0 0-137 16,0 0-270-16,0-1-256 0,0 3-204 15,0-3-60-15,0 0 227 0,0-3 375 0</inkml:trace>
  <inkml:trace contextRef="#ctx0" brushRef="#br2" timeOffset="184577.52">6431 12349 88 0,'2'-2'329'0,"0"2"171"0,-1 0 127 15,1 0-120-15,-1 0-142 0,1 2-85 16,0 0-50-16,-1 0-29 0,1 1-15 0,1-1-22 15,1 4-30-15,-2-4-41 0,0 2-31 0,-1 1-21 16,1-1-12-16,-1 1-10 0,-1 1-5 16,0 0-1-16,0-2-7 0,0 2-28 0,0-1-62 15,-3-1-85-15,0-1-120 0,1-1-226 16,-2-1-194-16,1-1-64 0,-2-1 107 0,3-4 212 16</inkml:trace>
  <inkml:trace contextRef="#ctx0" brushRef="#br2" timeOffset="184743.96">6408 12256 212 0,'1'-6'369'0,"1"0"135"16,-2 2 4-16,3-1-154 0,-3 3-124 15,2-2-82-15,-2 3-51 0,3 0-27 0,-3-1-20 0,3 0-18 16,-2 2-9-16,2 2-4 0,-1 0-2 16,1-1-1-16,1 2 1 0,0 0-2 0,0 0-19 15,-1 1-68-15,2 2-204 0,-1 0-194 16,-1 0-98-16,2 1 3 0,-2-1 112 0</inkml:trace>
  <inkml:trace contextRef="#ctx0" brushRef="#br2" timeOffset="189592.03">4001 12523 29 0,'-3'-1'271'15,"1"-1"154"-15,1-2 126 0,1 4-59 16,-2-2-179-16,2-1-131 0,2 0-73 0,-2 1-32 15,0-1 0-15,1 1 13 0,1 0 24 0,1-1 17 16,0 2 8-16,2-3 22 0,2 3 2 16,2-2 50-16,-1 2 11 0,3-1-3 0,0-1 5 15,2 2 3-15,1-1-6 0,0-1-58 16,3 1 6-16,-2 0 1 0,5-3-16 0,-2 3-28 16,2-2-19-16,2 0 1 0,-1 0-28 0,1 0-21 15,0-3-8-15,3 5-9 0,-4-4-4 16,3 1-15-16,1 1-10 0,0 0-4 0,-1 0-7 15,0 0 0-15,0 0-4 0,-1 1 3 16,-2 0-4-16,3-2 0 0,-2 2-2 0,-2 0 3 16,1 2 5-16,-1-2-4 0,1 0 4 15,-2 2-2-15,1-1 34 0,0 0 40 0,0 2 22 0,0-1 17 16,0 1-3-16,-2 0-1 0,3-1-29 16,-3 1-34-16,0 0-19 0,0 0-17 0,-1 0 0 15,2 0-4-15,-1 0 3 0,0 0-8 16,0 0 0-16,1 0 1 0,0 0-5 0,-2 0 1 15,2 1-1-15,-1-1 0 0,-1 0 2 16,-1 1-2-16,1-1 2 0,0 2-2 0,-2-2-1 16,2 0 1-16,-1 2-1 0,0-2 1 0,-2 1-2 15,3-1 2-15,-1 0-1 0,1 0 0 16,0 0 3-16,1 1-3 0,-3-1-2 0,4 0 1 16,-2 0-2-16,0 0 1 0,2 0-3 0,-1 0 1 15,-1 2 3-15,2-2-1 0,0 0 1 16,0 2-1-16,0-1 4 0,0-1-1 0,3 1 3 15,-3-1 1-15,3 0 1 0,-1 0 1 16,0-1-3-16,2-2 2 0,-1 1-4 0,2 0 1 16,-2-3 2-16,2 2 0 0,1-2 1 0,0 1-1 15,-1 0 1-15,3-1-5 0,0 0 0 16,0-1-2-16,0 1-3 0,-1 3 1 0,1-3 2 16,0 2 2-16,-3 0 1 0,3-2-3 0,-2 3 6 15,0 0-5-15,1-1 1 0,-2 1-1 16,-1-3 0-16,1 2 2 0,-1-1-3 0,0 0 2 15,-1 1-4-15,0-1 4 0,0 2-4 0,-3 0 1 16,2-1 2-16,-1 2-1 0,-1-1 1 16,0 2-1-16,-1-3 4 0,-1 3-1 0,2 0-2 15,-2 0 1-15,-1 3 1 0,0-3 0 0,1 1 1 16,-1 0 0-16,0-1 3 0,-2 1-1 16,2 2-1-16,-2-1-1 0,2-2-2 0,-2 0 0 15,0 2-2-15,1-2 1 0,0 0 2 16,-2 0 1-16,3 0 0 0,0 0 0 0,-2 3 0 15,2-3 1-15,-2 1-2 0,2-1 3 16,0 0-2-16,1 0 0 0,0 0-2 0,-1 0-1 0,0 0-1 16,2 0-3-16,-1 0 3 0,-1 0 0 15,4-1-2-15,-4-2 2 0,5 3 1 16,-1-2-2-16,-1-3 2 0,3 4 0 0,0-1 2 16,0-2 0-16,1 1 2 0,0 0 0 0,3 0 24 15,-1 0 12-15,-1 0 7 0,3 0 4 0,-2 0 1 16,3 2 1-16,-1-2-21 0,0-1-12 15,0 3-7-15,1 0-4 0,2-1-3 0,-2 1-1 16,2-1 0-16,1 2-2 0,2-1-1 16,-4 1 1-16,5-1 0 0,-4 1-2 0,2 0 0 15,0-2-1-15,-1 2 2 0,1-2-2 0,-1 2 0 16,1 0 1-16,-2 0-1 0,3 2 1 16,-3-2 0-16,2 2 0 0,0 0 1 0,-1 1 3 15,1 0 2-15,0 2-2 0,-1-1-1 16,-1 1 0-16,2 0 0 0,0 1-2 0,-1-1-1 15,1 1 1-15,-1 0 1 0,1-4 1 16,0 5 2-16,-1-1 1 0,1 0 1 0,1 0 0 16,-3 0-3-16,0 0 0 0,2 0 0 0,-2 0-2 15,0-1 0-15,0 2-2 0,0-2 4 16,0 2 0-16,0-5 0 0,0 5 1 0,-1-2 0 16,-1 0 0-16,0-1 0 0,-1 0 1 0,0 1-2 15,-1 1 1-15,-1-2-1 0,0-1 4 0,-1 2-3 16,-3-1 1-16,-1-1-1 0,0 0-2 15,-5 0 0-15,2 1-1 0,-6-2-1 0,-1-1 0 16,-1-1 4-16,-4 2 2 0,-2 1 0 0,0-3 1 16,-4 0-1-16,-2-3-1 0,-2 1-6 15,-3 2-12-15,-5-2-51 0,0 1-75 0,-5-4-136 16,-3 0-235-16,0 0-301 0,-1-2-359 16,-1-4-298-16,2-3-72 0,-1-4 529 0</inkml:trace>
  <inkml:trace contextRef="#ctx0" brushRef="#br2" timeOffset="190441.89">8194 10018 114 0,'4'-6'385'0,"-1"-1"219"0,0 1 199 15,1 1-43-15,-2 1-109 0,0-1-89 0,-1 1-64 16,1 1-54-16,-1 1-56 0,-1 1-51 0,0 0-37 16,2 1-29-16,0 0-29 0,-1 1-31 0,-1-1-33 15,0 1-42-15,2 1-44 0,-1 1-29 16,1 1-18-16,0 2-5 0,-1 3-2 0,1 3 4 16,1 5 2-16,0 3-3 0,3 2-7 15,-3 6-2-15,1 1-2 0,-1 4 0 0,2 5 1 16,-2 1 4-16,-1 7 6 0,-1 2 0 15,2 1-6-15,-3 4-3 0,0-3-4 0,-1 4-9 16,-1 2-5-16,-1 1-2 0,0 1-1 0,-2 2-3 16,-2 3-2-16,-2 2-2 0,1 2-1 0,0 0-3 15,-1 0-2-15,-2 1 0 0,4-1 0 16,-1-3 2-16,2-2-1 0,-2-2 2 0,5-6 0 16,-2-3 0-16,4-3-1 0,-1-6 1 0,1-6-1 15,-1-4-1-15,2-6-2 0,-2-8 1 16,2-1-1-16,0-4-1 0,0-5-1 0,-1-2 1 15,1-1 1-15,0-5-1 0,0-2-2 16,0-4-5-16,0 1-13 0,0-6-20 0,-2 2-52 16,0-5-69-16,-1 1-94 0,-1-2-159 15,1-2-272-15,-2 2-321 0,0-2-277 0,0 1-189 16,0 0 156-16,-2-2 600 0</inkml:trace>
  <inkml:trace contextRef="#ctx0" brushRef="#br2" timeOffset="190724.44">8025 11494 289 0,'3'7'522'16,"-1"1"181"-16,1 4 95 0,2 1-186 0,0 4-143 16,1 3-52-16,3 1-19 0,-1 5-13 0,2-1-38 15,1 3-60-15,0 4-53 0,2-1-56 16,1 4-38-16,0-1-33 0,0 0-25 0,2-5-21 15,-2-2-24-15,-1-4-18 0,3-4-10 0,-2-4-6 16,0-6-2-16,0-3 2 0,-1-6 1 16,0-6 5-16,-2-5-1 0,1-4 0 0,-2-9-7 15,0-1-2-15,-1-6-12 0,-1-2-21 16,-2-3-35-16,-3-2-106 0,-1 0-171 0,-2-2-294 16,0 0-268-16,-3 1-254 0,-2-2-132 0,-3-1 314 15,-3-2 510-15</inkml:trace>
  <inkml:trace contextRef="#ctx0" brushRef="#br2" timeOffset="191275.76">8161 10231 127 0,'5'0'376'0,"0"-1"192"0,-2-3 224 16,5 0-52-16,-2 0-97 0,2-2-79 0,0-3-57 15,1-1-44-15,2-3-82 0,-1-2-66 16,4-1-53-16,-1-1-46 0,2-1-15 0,-2-2 3 15,4 1-17-15,-4 0-31 0,1 0-29 16,-2 6-21-16,-3-4-29 0,2 6-34 0,-3 0-19 16,-2 2-11-16,-1 2-7 0,0 2-1 0,-1 0-1 15,0 3 1-15,0 0-1 0,0 1 2 16,0 1 0-16,0 0 0 0,0 1 0 0,1 1 0 16,3-1-1-16,-2 0 2 0,-1 2 0 15,0 1-3-15,1 0-1 0,0 0-3 0,1 0 0 16,-1 0-2-16,-1 1-1 0,1 1-6 15,0 0-59-15,-3 1-62 0,-1 2-145 0,0 2-258 16,-1 4-302-16,-2 0-352 0,-1 4-262 0,0 2-49 16,-2 3 587-16</inkml:trace>
  <inkml:trace contextRef="#ctx0" brushRef="#br2" timeOffset="192075.53">8918 11081 122 0,'2'-5'511'0,"1"3"381"0,-1-1 245 0,-2 0-128 16,0 0-243-16,-2 2-133 0,2-1-90 16,0 1-96-16,0-1-85 0,0 2-62 0,-2 0-48 15,1-2-67-15,-1 2-62 0,-4 2-33 0,3-2-20 16,0 3-17-16,-2-1-13 0,0 1-11 0,0 3-9 15,-2-1-8-15,-1 4-4 0,0 1-3 16,1 0-1-16,-2 2-1 0,3 3-2 0,-1 0 0 16,1 2-1-16,0 1 0 0,0 1-1 15,1 0-1-15,0 3 1 0,3-2 0 0,1-2 0 16,-1 1-2-16,2-4-1 0,2 0-1 0,-1-5 0 16,3-1-1-16,-1-3 0 0,2-1 1 15,1-4 3-15,0-2 1 0,0-4 2 0,4-4 0 16,-1-3 1-16,1-4 0 0,0-2 1 0,0-3-3 15,0-2 1-15,1-2 1 0,0-2 0 16,-1 0 0-16,-1-4-1 0,2 2 1 0,-1-2-1 16,-4 1 0-16,2 1-1 0,-2 0 0 15,0 2 2-15,-4 0 0 0,0 0-1 0,-2 3 1 16,-2-1 0-16,0 5 1 0,-2-3 0 0,-2 6-1 16,2 1 2-16,-2 4 3 0,3 2 2 15,-2 3 2-15,0 2-1 0,2 2-1 0,-3 3-2 16,1 6-2-16,2 3-2 0,0 3-2 15,1 6-1-15,1 5 2 0,-1 4 0 0,4 3 0 16,-1 3-2-16,1 4 0 0,1 1 0 0,3 2-3 16,2 0-1-16,0 0-10 0,2-2-20 15,2-1-65-15,-1-6-83 0,0-1-166 0,3-4-281 16,-2-3-322-16,3-3-382 0,-4-3-263 0,2-4 79 16,1-6 720-16</inkml:trace>
  <inkml:trace contextRef="#ctx0" brushRef="#br2" timeOffset="195544.56">17761 11466 253 0,'-1'2'418'0,"-1"-1"163"15,1 0 18-15,-2-1-133 0,3 0-87 16,0 2-39-16,0-1-7 0,0-1 2 0,0 0-11 16,0 2-24-16,3-2-33 0,-3 1-39 0,0-1-46 15,1 0-45-15,-1 2-38 0,0-2-29 16,2 0-28-16,-2 1-20 0,1-1-13 0,-1 0-6 16,2 2-3-16,1 0-1 0,0 0 1 0,2 2-1 15,-1-2 1-15,0 3 1 0,5-3 1 16,-2 3 0-16,-1 0 1 0,2-1-1 0,3 1-2 15,-1-2 2-15,-1 1-1 0,4 0 3 16,-2 1-2-16,3-4 36 0,-1 2 19 0,1 1 8 16,0-2 2-16,1 0-1 0,0 1-1 15,0-1-28-15,0-1-17 0,0 1-9 0,0-1-4 16,0 1-4-16,0 1-1 0,-2-2-4 0,3 1-1 16,-2 0-2-16,0-1 2 0,-1 0-1 15,3 1-1-15,-4-1 2 0,1-1-2 0,0 2 0 16,-2-2 1-16,1 0 3 0,0-2-1 0,-3 2 1 15,4 0 5-15,-4-1 0 0,2-1 2 16,0 1-1-16,0 0-3 0,2 1 4 0,0 0-3 16,-2-2-2-16,1 2 1 0,1 2 0 0,3-2 2 15,-3 1-1-15,-1 0 1 0,2 1 3 16,1-1-2-16,0 1 0 0,0 0 2 0,0 1-5 16,-2 1 0-16,1-3-3 0,-1 1-1 0,1-1-1 15,-3 1-2-15,1-1 4 0,-2 1-2 16,0-2 3-16,0 1 1 0,-1-1-1 0,-3 2 0 15,2-2 2-15,0 0 0 0,1 0 0 16,-1-2-1-16,-1 2-1 0,1 0 4 0,1 0-3 16,-3 0 1-16,4 0-1 0,-2 0 0 0,1 0 1 15,-1 0-4-15,4 0 0 0,-2 0 1 16,-2 0 1-16,4-1 0 0,-2 1 0 0,-2 0 3 16,4-2-3-16,-3 2-1 0,0-1 0 15,1-1 0-15,1 2-1 0,-2-1-3 0,1 1 5 16,-2-2-4-16,3 2 2 0,-3 0-1 0,1 0-1 15,1 0 4-15,-1 0-3 0,-1 2 3 16,0-1-2-16,1-1-1 0,1 2 1 0,-3-1-3 16,2 1 0-16,0-2 2 0,-1 1 3 15,0-1 0-15,1 2-2 0,0-2 0 0,-1 0 2 16,1-2 0-16,-3 1-4 0,2-1-1 0,0-1 0 16,1 0 3-16,-1 0-5 0,0-2 2 15,0 1 3-15,2 1-2 0,-2-1-1 0,0 0 2 16,0-1 2-16,2 0-6 0,-2 0 0 15,2-1 4-15,-1 2 1 0,-1-3 1 0,2 2 0 16,1 1 4-16,-5-1 3 0,2 1 0 0,-1 1-1 16,2-2-3-16,-5 1-1 0,1 1 1 15,0 0-2-15,0 0 1 0,-2 0 0 0,2 0 0 16,-1 0 1-16,-1 0-3 0,-1 0 1 16,1 0 0-16,1 0-1 0,0-1 1 0,0 1-3 15,-1 0 8-15,0-2 0 0,3 0-3 0,-1-1 4 16,0 0 2-16,1 0-1 0,-1 0-2 15,1 0-2-15,0-1 2 0,2-1 2 0,-1 1-3 16,-1 0 3-16,2 1-7 0,-2-1 0 0,0 0-4 16,1 1 1-16,-1 0-1 0,0-1-1 15,-1 0 6-15,1 0 3 0,1-1 3 0,-2 0-2 16,1-1 1-16,-2-1 2 0,1 1-2 0,0 0-2 16,-2-1-4-16,2 1 0 0,-2 0-1 15,3-1 0-15,-1 0 0 0,2-1 1 0,-3 1 2 16,3-1-1-16,0 1-3 0,1-2 2 15,0 2 3-15,2-2-2 0,-1-1-2 0,1 0 3 16,-1 1 2-16,2-1 0 0,0-2-4 0,-1 0-3 16,1 0 3-16,-2-2-1 0,1 1-1 15,-1-3 0-15,-1 0 2 0,2 0 2 0,-2-2-2 16,1-1 0-16,-2 0-1 0,1 0-5 16,-2-3-1-16,2 0 0 0,-2 1-3 0,-1 1 3 15,0-2 5-15,1 1 2 0,-2-2 3 0,1 2 3 16,-2-1 2-16,1-1-1 0,-3 1-1 15,-1-2-1-15,2 1 0 0,-2-1-1 0,0 1-2 16,0-1 1-16,0-1 0 0,-2 3-1 0,2 0-2 16,0 0-2-16,0 3 1 0,0-1-2 15,0-2 0-15,0 4 0 0,3-2 1 0,-3 1-1 16,5 1 1-16,-2 1 0 0,2 0 1 0,1 2-2 16,-1 0 0-16,1 3 3 0,-1 1 0 15,0 1-2-15,3 4 1 0,-4 1 1 0,0 0 0 16,0 4-2-16,1 0 0 0,-1-1 0 15,0 2 0-15,2 2 0 0,-1-1-3 0,0 2 1 16,0 2 3-16,0-2 2 0,1 1-2 0,0 1 2 16,0 1 1-16,-1 0-2 0,3 0 1 15,0 1-2-15,-4 1 0 0,5 1-6 0,-5 0 4 16,3 1 11-16,0 1 9 0,0-1 9 16,-1 3 3-16,1 0 8 0,-3 0-2 0,1 2 28 15,1 0 34-15,-1 2 12 0,0 3 7 0,-2-1 2 16,2 1-4-16,-2 2-32 0,0 0-33 15,2 2-3-15,-4 0 2 0,2 0 5 0,2 2-3 16,-2-1 3-16,1 1-6 0,1 0-14 16,-2-3-14-16,3-1-8 0,-2 2-6 0,1-1-4 15,0-2-1-15,0 0 1 0,0-1 1 0,1 1-2 16,0-2 5-16,-1-1-2 0,0 3 1 0,1-5 2 16,-1 3-4-16,1 0 10 0,0-1 4 15,-1 0 2-15,0 0 3 0,0 2-2 16,0-2 1-16,1 1-3 0,-2 0-1 0,3 1 2 15,-2 3 1-15,-1-3 1 0,0 2-2 16,2 2-3-16,-2 0-4 0,1-2-1 0,-2 3-4 0,1 0-1 16,1-2 1-16,-2 3 0 0,1-2 0 15,-1 2-2-15,0-2 0 0,-1-1-3 0,1 2 1 16,-1-3 0-16,-1 0 0 0,1-1-1 16,1 2 1-16,-3-4-1 0,4 1 1 0,-4-1-3 15,1-2 0-15,1 1 1 0,-1-2 1 0,2 1 1 16,-1-2 0-16,-1 1 1 0,1 0 0 15,-1 1 1-15,-1-5-2 0,4 4 0 0,-3-2 0 16,1 1-2-16,-1 1 2 0,1-1-1 16,1 0 1-16,-3 0-1 0,2 0 0 0,0-1 2 15,-1-1-1-15,2 0 0 0,-1 1 0 0,1-2 2 16,-2 0-1-16,2 0 1 0,-1-1-1 0,1 1 1 16,-1-3-3-16,1 2-1 0,-1 0 2 15,-1-1-2-15,3 1-1 0,-3-1 1 0,2-1 1 16,2 2 0-16,-4-2 0 0,2 0 7 15,1 2 5-15,-1 2 1 0,0-1 2 0,0-2 0 16,2 2-1-16,0-2-4 0,1 1-5 0,0 0 0 16,2-1-2-16,0 1 1 0,3-3-1 15,0 3 2-15,1-2 0 0,3 1 0 0,1-1 3 16,1-2 1-16,1-1 0 0,-1 1 2 16,4-1-1-16,0 0-1 0,-1-1-2 0,2-1-3 15,2 2-1-15,-3-1-2 0,2-1-1 0,2 1-1 16,0 1-2-16,-2 1 1 0,1-2-1 15,-1 5-1-15,-1-3 0 0,-1 1-8 0,-2 1-18 16,0 0-55-16,-7-1-82 0,0-2-155 16,-2-1-279-16,-3-2-317 0,-1 0-383 0,-1-4-307 15,0 0 35-15,-1-4 701 0</inkml:trace>
  <inkml:trace contextRef="#ctx0" brushRef="#br3" timeOffset="-206183.47">1079 16834 5 0,'4'-4'276'0,"-4"4"216"16,0 0 252-16,0 0 169 0,3-5-97 15,-3 5-113-15,0 0-58 0,0 0-16 0,0 0-80 16,0 0-133-16,0 0-91 0,-2-6-61 16,2 6-58-16,0-4-63 0,0 4-37 0,0 0-16 15,0 0-17-15,0 0-15 0,0 0-14 16,3 3-10-16,5 6-7 0,0 4-5 0,3 7 0 16,3 4 1-16,-1 4 2 0,3 3-3 0,-2 6-1 15,3 3-2-15,-1 2-5 0,0 2-1 0,0-2 0 16,0 2-5-16,-5-5-3 0,3-1-2 0,-3-2-2 15,0-4 5-15,0-4-2 0,-3-2 1 0,-3-5 2 16,1-3-2-16,-1-3-12 0,3-4-24 0,-4-1-40 16,0-4-73-16,-3-2-81 0,-1-4-134 0,-12-3-183 15,-3-4-307-15,-3-3-310 0,3-3-212 0,-5-3-72 16,2-5 394-16,-2 0 552 0</inkml:trace>
  <inkml:trace contextRef="#ctx0" brushRef="#br3" timeOffset="-205873.71">1054 16827 215 0,'14'-3'489'0,"2"2"280"15,1 2 252-15,3 0-167 0,3 1-152 16,-1 2-87-16,5-1-48 0,1 3-68 0,3-1-109 16,-1 1-85-16,-2 1-54 0,-2-1-53 0,1 2-56 0,-4-1-39 15,1 2-18-15,-5 1-9 0,0 0-9 0,0 2-4 16,-5 1-5-16,2 2-4 0,-5 4-4 0,-1-2-7 15,-1 7-5-15,-5-1-6 0,0 8-7 0,-3 0-6 16,-4 6-3-16,-2 0-5 0,-2 4-1 0,0-1-4 16,-1 0-2-16,-3 3-2 0,2-4 0 0,-1 0-1 15,-1-2-1-15,2-2 0 0,1-4 0 0,0-2 0 16,1-3 0-16,0-6-2 0,0-2-1 0,4-3-10 0,0-4-17 16,3-3-25-16,-2-1-50 0,2-4-70 0,-3-4-114 15,-3-5-164-15,0 1-272 0,-2-1-314 0,1-3-290 16,4-1-178-16,-2 0 249 0,1 0 601 0</inkml:trace>
  <inkml:trace contextRef="#ctx0" brushRef="#br3" timeOffset="-205588.87">1818 17458 18 0,'0'-2'232'0,"-2"2"124"0,-1 0 107 0,0 2-68 16,1 1-147-16,-3 0-111 0,1 0-63 0,-1 2-34 15,2-1-26-15,0 1-34 0,1 1-57 0,-1-1-101 16,1-1-178-16,-1 0-70 0,0 1 20 0,1-1 85 0</inkml:trace>
  <inkml:trace contextRef="#ctx0" brushRef="#br3" timeOffset="-205123.75">1794 17639 419 0,'5'-5'945'16,"-3"0"311"-16,2-6 52 0,-1 1-245 0,2-3-321 0,1-2-225 15,1-5-127-15,-2-3-72 0,1-2-76 16,0-3-71-16,4-4-41 0,-1-1-30 0,4-5-20 0,-2-1-17 16,4-1-12-16,0-2-13 0,2-1-9 0,1-1-8 15,-1 1-6-15,-1 0-2 0,1 4-1 0,2-3-3 16,-5 5 0-16,2 4-3 0,-3 2-2 0,0 5-5 16,-3 2-9-16,-2 6-12 0,-1 4-22 0,-4 1-38 15,0 4-77-15,-4 4-121 0,-2 2-190 0,-4 3-296 0,-1 0-342 16,-3 5-362-16,-2-2-155 0,-1 2 364 15,-5 1 689-15</inkml:trace>
  <inkml:trace contextRef="#ctx0" brushRef="#br3" timeOffset="-204894.17">1604 16798 255 0,'7'8'821'16,"0"3"376"-16,0-3 52 0,1 4-143 0,3-1-340 15,5 2-260-15,-2-1-136 0,3 2-75 0,2-2-62 0,-3-2-70 16,3 2-64-16,0-2-35 0,3 1-26 16,0-2-17-16,-1 2-6 0,1-2-8 0,2 0-2 0,-1 1-3 15,0 2-5-15,-1 0-31 0,-2 0-70 0,-2 2-127 16,-1 1-207-16,-4 0-290 0,1 1-342 0,-3-1-341 16,-1 3-144-16,-3-1 428 0,-2-1 655 0</inkml:trace>
  <inkml:trace contextRef="#ctx0" brushRef="#br3" timeOffset="-204506.34">2616 16711 137 0,'0'-12'957'0,"-5"3"636"0,-1 2-38 16,-3 1-302-16,-2 2-423 0,-5 0-336 0,0 3-210 0,-6 2-103 15,0 1-56-15,-1 2-34 0,0 4-28 0,-2 1-17 16,1 3-13-16,2 2-15 0,0 2-7 16,1 2-4-16,5 1-2 0,2 1-8 0,3-1-4 15,3 1 4-15,3-1 0 0,5 0 1 0,2 1 1 16,2-2 0-16,4 2 1 0,4-3-1 0,2 2 0 16,0-2 1-16,5-1-1 0,3-3 1 0,-1-1 0 15,4-1 0-15,0 2-1 0,2-3 1 0,0-2 0 16,1 1 0-16,-2 0 0 0,-1 0 1 0,-1 0 0 15,-2 2-1-15,-3 1 1 0,-2 1 1 0,-2 2 0 16,0 3-1-16,-5 2 1 0,-2 2-1 0,-4 2 1 16,-2 3-1-16,-2 3 0 0,-3 0-2 0,-3 2-1 15,-2 2 2-15,-2 1-1 0,-4-1 1 16,1 0 0-16,-4 0 0 0,3-1 0 0,-4-3-6 0,4-4-12 16,0-3-20-16,0-3-53 0,-2-5-77 0,3-5-111 15,2-5-178-15,0-5-297 0,3-5-332 0,3-4-292 16,0-4-131-16,4-7 296 0,1-4 627 0</inkml:trace>
  <inkml:trace contextRef="#ctx0" brushRef="#br3" timeOffset="-204207.76">2885 16596 92 0,'9'-15'871'15,"-4"8"736"-15,0 4 31 0,-5 4-308 0,2 6-429 16,-2 1-355-16,-2 5-218 0,2 5-121 0,-3 5-60 15,0 1-36-15,-1 6-24 0,1 1-19 0,0 5-18 16,0 3-14-16,1 3-12 0,-2 3-9 0,2 3-8 16,1 3-7-16,1 4 0 0,1-2 0 0,1 1 3 15,4-1 0-15,-1-1 1 0,1-7 0 0,2-2 0 16,3-2 0-16,0-7-3 0,0-2-2 0,3-5 1 16,-1-4 0-16,3-5 0 0,-2-4 0 0,3-2 0 15,1-6 0-15,1-1 0 0,0-5-2 0,0-5-1 16,1-1-7-16,2-4-7 0,-2-5-19 0,0-3-22 15,2-3-33-15,-1-3-69 0,-1-1-81 0,-1-4-160 16,-1 1-262-16,-1-3-312 0,1 1-354 16,0 1-232-16,-2-3 56 0,2 1 679 0</inkml:trace>
  <inkml:trace contextRef="#ctx0" brushRef="#br3" timeOffset="-203905.27">3540 16734 524 0,'-2'21'1480'0,"-1"3"238"0,1 6-296 16,-1 3-331-16,3 4-464 0,0 2-295 0,3 5-133 0,0 2-63 16,4 4-37-16,1-2-27 0,4 2-24 0,1-4-13 15,4-3-12-15,1-5-7 0,2-9-7 16,2-3-6-16,1-8-10 0,0-6-21 0,1-4-22 0,-2-8-23 16,-1-6-31-16,-1-3-32 0,-1-8-45 15,-6-1-32-15,-2-7-14 0,-2-3-2 0,-4-3 20 16,-3-3 34-16,-4-1 78 0,-1-1 98 0,-5 3 97 15,-3-4 66-15,-2 1 31 0,-6 0 8 0,-1 0-21 16,-4 0-38-16,0 1-49 0,-4 3-37 0,1 6-24 16,-3 5-16-16,2 8-7 0,-1 6-3 0,2 10-9 15,3 6-8-15,4 9-4 0,0 6-3 0,5 6-18 16,1 5-66-16,6 2-72 0,2 5-148 0,4 2-229 16,5 4-316-16,5 0-338 0,6 1-236 0,2-1 16 15,6-3 558-15</inkml:trace>
  <inkml:trace contextRef="#ctx0" brushRef="#br3" timeOffset="-203040.47">4273 16892 428 0,'0'-7'842'0,"-2"3"301"16,2-1 22-16,0 1-322 0,0-1-277 0,0 2-142 15,0 1-69-15,2 1-50 0,-2 1-45 0,2 0-37 16,-1 0-29-16,-1 0-49 0,2 0-31 0,-2 0-19 16,3 1-3-16,0 3-1 0,1-2-3 0,0 3-3 15,2 3-9-15,1 1-12 0,-2 1-9 16,1 5-8-16,0 3-7 0,2 3-6 0,-2 4-7 15,1 1-4-15,-1 6-5 0,1 2-6 0,0 4-1 16,-2 1-4-16,0 0-2 0,1 1-3 0,1 0 0 16,0-3-1-16,-2-1-1 0,0-5-1 15,0-3-1-15,0-3 5 0,-1-4-4 0,-1-5-2 16,0-4 4-16,-1-1 2 0,-1-3 1 16,1-2-8-16,0-6 1 0,1-6 1 0,0-2-3 0,2-8-3 15,1-4 0-15,3-5 5 0,1-5 1 0,3-2 2 16,1-5 0-16,0-1 0 0,4-3 5 15,-1-2 2-15,0-1 0 0,4 1 0 0,-2-2 0 16,0 4 1-16,1-1-6 0,-4 3-2 16,0 4 0-16,-2 3 0 0,-2 5 0 0,-2 4 3 0,0 4 0 15,-5 3 2-15,2 1 2 0,-5 7 1 0,-2 0-1 16,-2 4 0-16,-4 2-3 0,0 5 0 0,-4 5-1 16,-2 2 0-16,-1 6 0 0,0 5 1 0,-4 4-3 15,3 6-4-15,-2 8-1 0,0 3-3 16,2 5-1-16,3 1-2 0,3 1 4 0,2 1 3 15,4-2 3-15,4-3 3 0,1-3 1 16,5-5 0-16,1-5-3 0,4-3 0 0,1-4-4 0,2-6-3 16,3-2-9-16,1-8-16 0,3-5-29 15,-1-3-71-15,3-5-88 0,0-5-175 0,-1-3-283 16,2-2-330-16,0-5-378 0,1 2-218 0,0-1 126 16,1-1 718-16</inkml:trace>
  <inkml:trace contextRef="#ctx0" brushRef="#br3" timeOffset="-202740.62">5246 17374 176 0,'-2'13'1113'0,"-6"1"612"15,2-2-160-15,-5-4-352 0,1-2-428 0,-1-4-346 16,0-6-216-16,2-2-96 0,-1-7-44 0,-1-2-27 16,5-9-19-16,-2-5-16 0,3-7-9 0,0-7-6 15,2-5-3-15,0-8 3 0,2-4 1 0,2-4 4 16,4 2-6-16,-1-2-1 0,3 4-3 15,1 2-5-15,1 9-2 0,-1 6-6 0,0 7 5 16,-1 7 2-16,0 7 2 0,1 6 2 0,0 5 1 16,2 11 2-16,0 7 7 0,0 7 7 0,0 7 4 15,2 5 2-15,-1 8 1 0,3 5-4 16,-1 4-8-16,0 4-8 0,1 5-5 0,2 5 2 16,-2 2-3-16,2 1 3 0,1-1-9 0,-4 0-23 15,4-5-74-15,-4-4-100 0,-2-4-179 0,-1-6-289 16,-4-7-342-16,0-2-393 0,-4-7-213 0,-4-5 205 15,-1-4 725-15</inkml:trace>
  <inkml:trace contextRef="#ctx0" brushRef="#br3" timeOffset="-202556.6">5068 17173 302 0,'0'-5'959'0,"2"4"358"0,1 1-56 16,2 0-207-16,1 0-436 0,4 1-260 0,2-1-115 15,3 2-63-15,0-4-31 0,3 1-7 16,4-2-42-16,3 0-35 0,4-3-24 0,2 0-13 16,3-1-12-16,0 1-67 0,1 0-62 0,0 0-136 15,3 3-284-15,-4 0-289 0,3 0-329 0,-2 0-242 16,3 0-34-16,-2 0 556 0</inkml:trace>
  <inkml:trace contextRef="#ctx0" brushRef="#br3" timeOffset="-202339.35">5911 16617 654 0,'-22'-9'1654'15,"-3"6"109"-15,-1 6-362 0,-2 7-349 0,1 7-467 16,0 4-287-16,2 7-125 0,0 4-58 0,6 6-31 16,1 1-26-16,4 4-18 0,5 2-16 0,4 3-10 15,3 0-6-15,7-2-5 0,6 1-3 0,0 0-3 16,8-8-10-16,2-1-20 0,2-6-54 0,4-4-80 15,0-8-171-15,0-4-275 0,3-2-331 16,0-6-406-16,-4 0-332 0,0-6 30 0,0-2 806 16</inkml:trace>
  <inkml:trace contextRef="#ctx0" brushRef="#br3" timeOffset="-201740.6">6166 16641 71 0,'6'-21'670'0,"0"6"556"15,-4 2 255-15,1 2-112 0,-1 2-401 16,-2 3-370-16,0 1-194 0,0 2-121 0,-2 3-96 16,2 3-76-16,-2 2-42 0,2 2-28 0,2 5-16 15,3 3-11-15,1 2-3 0,2 3-1 0,3 5 3 16,2 0-1-16,1 2-1 0,4 3 1 0,2 2-2 15,2 2-1-15,2 2-3 0,3 2-6 16,1 1-4-16,2 3-2 0,4 1-2 0,0 4-3 16,1 2-1-16,3 1 10 0,-2 4 5 0,-1 3 4 15,-2 1-1-15,-1 5-3 0,-5 0 2 16,-4 3-6-16,-3 0-2 0,-6 1-5 0,-3-5 9 16,-6 0 10-16,-4-4 8 0,-2-4 10 0,-6-2 9 15,-6-8 4-15,-4-5 7 0,-5-4-2 0,-2-10-4 16,-7-5-6-16,-3-8-6 0,-2-9-5 15,-3-9-9-15,-1-8-5 0,2-8-8 0,-1-10-4 0,1-7-5 16,3-6-1-16,2-7 4 0,3-5-1 16,4-3 7-16,6-2 1 0,6-1 3 0,4 0-3 15,4 1-3-15,4-1 1 0,8 4-2 0,2-1-1 16,2 1-2-16,7 4 2 0,-1 2-3 0,3 3-1 16,0 5-3-16,3 4-7 0,0 6-13 15,0 5-23-15,-1 8-39 0,0 6-76 0,-1 8-89 16,-2 6-157-16,0 6-236 0,0 9-315 0,2 4-323 15,1 5-194-15,0 5 38 0,1 5 582 0</inkml:trace>
  <inkml:trace contextRef="#ctx0" brushRef="#br3" timeOffset="-201432.73">6998 17679 513 0,'4'-21'1016'0,"-4"-8"258"16,-1-7-47-16,-1-9-216 0,-3-5-323 0,2-8-213 15,-3-5-117-15,1-4-66 0,-3-6-53 0,4-2-85 16,0-1-48-16,4-2-26 0,0 1-16 16,5 7-14-16,0 6-10 0,1 7-8 0,2 9-8 15,-2 10-9-15,2 4-2 0,1 10 0 0,1 7 1 16,0 5 2-16,2 7 0 0,-1 9 1 0,1 6-4 16,2 7-3-16,-3 7-5 0,4 5-1 0,0 6-1 15,-1 5 0-15,0 6 0 0,2 5 1 0,-2 5 0 16,3 7-2-16,-2 5-2 0,2 1-2 0,-1 0-1 15,-2-1-4-15,1-5-8 0,-3-6-20 16,-1-3-51-16,-3-9-74 0,-3-5-139 0,-5-5-252 16,-3-7-312-16,-2-5-368 0,-3-4-326 0,-6-7-73 15,0-4 601-15</inkml:trace>
  <inkml:trace contextRef="#ctx0" brushRef="#br3" timeOffset="-201287.98">6983 17026 213 0,'3'5'1140'0,"1"6"545"16,-1-3-165-16,0 3-339 0,5-1-442 16,1-1-338-16,2 0-201 0,3-1-90 0,1-1-43 15,5-1-23-15,1 1-13 0,4-3-13 0,2-1-25 16,0 0-89-16,1-1-153 0,1-2-266 0,-1-2-290 16,2-1-371-16,0 0-430 0,-1-1-50 0,-2-4 677 15</inkml:trace>
  <inkml:trace contextRef="#ctx0" brushRef="#br3" timeOffset="-192356.87">4363 8783 13 0,'-17'-5'585'0,"1"2"687"15,-6 2 330-15,0 1-176 0,-3 2-390 0,2 4-388 16,-2 3-215-16,1 1-153 0,1 5-101 16,4-1-61-16,0 1-40 0,6 3-28 15,2 0-21-15,3 2-13 0,3 3-4 0,5-1-1 16,4 1-1-16,2 1 0 0,5 1-1 0,0-2-2 16,5-1-3-16,3-4-1 0,1 0-3 0,4-5-1 15,0-1-1-15,1-4 0 0,0-5-2 0,2-3 1 16,-2-5 0-16,-2-6 1 0,-1-2 2 15,-2-3 1-15,-2-6 2 0,-1-4 1 0,-6 0 2 16,-1-2 0-16,-4-1 1 0,-3 1 1 16,-5 1 4-16,-2 1 7 0,-5 2 4 0,-3 2 3 15,-5 2 1-15,-2 2 0 0,-5 2-2 0,-4 2-5 16,-1 4-1-16,-1 2-2 0,0 6-2 16,0 7-1-16,0 1-3 0,3 8-4 0,5 2-4 15,0 6-2-15,3 3-2 0,6 1 0 16,5 4-1-16,1 1 0 0,7 1-1 0,3 2 1 15,3-1 0-15,5 0 0 0,2-3 1 0,4 0 1 16,2-3-1-16,2-5 0 0,2-4-1 0,3-3 0 16,-3-7-2-16,1-2 0 0,2-6 0 15,-1-6 0-15,-2-3 1 0,-2-5 1 0,0-2 1 16,-4-3 1-16,-1-5 2 0,-2 1 0 16,-3-3 2-16,-3-1 0 0,0 3 1 0,-5-1-1 15,-3 5 2-15,-2-3 0 0,-2 5 4 0,-1 4 4 16,-3 0 3-16,-3 3 0 0,0 3-1 0,-2 2-3 15,-1 2-13-15,0 4 0 0,-2 4 0 16,-1 3 0-16,-1 5 0 0,2 5 0 0,-1 2 0 16,1 5 0-16,2 2 0 0,5 1 0 15,0-1 0-15,6 4 0 0,2-2 0 0,2 0 0 16,2-2 0-16,4-1 0 0,1-1 0 0,3-5 0 16,0-4 0-16,3-4 0 0,2-2 0 15,0-6-2-15,0-4-1 0,0-5-1 0,-1-5 1 16,1-3 0-16,-2-6 1 0,-2-3 1 15,-2-4 1-15,-2-1 3 0,-3 1 0 0,-2-2 3 16,-3 2-1-16,0 3-4 0,-6 2-1 0,-1 1 0 16,-2 6 0-16,-5 0 0 0,-2 2 0 15,0 4 0-15,-4 1 0 0,2 4 0 0,-4 2 0 16,0 4 0-16,1 4 0 0,-1 4 0 16,2 2 0-16,4 3 0 0,2 4 0 0,4-2 0 15,2 0 0-15,5 3 0 0,3 1 0 0,3-1 0 16,5-1 0-16,0-2 0 0,3-1 0 0,2-2 0 15,1-4 0-15,2-2 0 0,0-5 0 16,1-3 0-16,0-5 0 0,-4-2 0 0,0-4 0 16,-1-4 0-16,-2 0 0 0,-2-3 0 15,-2 1 0-15,0-2 0 0,-4 1 0 0,-2 2 0 16,0 1 0-16,-2 2 0 0,1 2 0 0,-2 2 0 16,-2-1 0-16,2 4 0 0,-2 2 0 0,0 1 0 15,1 5 0-15,-1 1 0 0,0 4 0 16,-4 5-70-16,1 2-201 0,0 3-255 0,-3-1-330 15,1-3-426-15,2 1-499 0,0-2-126 16,-1-3 755-16</inkml:trace>
  <inkml:trace contextRef="#ctx0" brushRef="#br3" timeOffset="-188739.76">2828 7278 200 0,'0'-3'696'0,"-2"0"416"0,1-2 117 0,-2 1-194 15,-2 1-225-15,-1-2-205 0,1 1-164 0,-1 0-102 16,-2 0-63-16,0-1-54 0,0 3-81 0,0-3-46 16,0 2-27-16,-1 2-19 0,2-2-12 0,1 1-10 15,-2 1-7-15,0-1-8 0,2 2-5 16,-2-2-3-16,0 4-4 0,-1 0-1 0,2-1-1 16,-1 1-2-16,0 1-2 0,-1 1-10 0,1 1-20 15,0 1-52-15,0 1-61 0,-1 1-101 0,-1-1-155 16,2 4-224-16,-1-3-312 0,1 1-261 0,-2 2-200 15,2-3 133-15,-1 0 510 0</inkml:trace>
  <inkml:trace contextRef="#ctx0" brushRef="#br3" timeOffset="-188557.6">2491 7433 108 0,'-1'9'650'15,"-4"-1"462"-15,0 1 146 0,-1-2-135 0,1-1-387 16,0 2-237-16,2 0-148 0,0-1-90 15,0 1-52-15,1 0-38 0,-1 2-34 0,0-2-52 16,3 4-42-16,0-4-29 0,0 1-15 0,3 0-8 16,-3 2-35-16,5-1-46 0,-2-1-57 15,0 0-113-15,0 1-156 0,2-2-213 0,-1 1-273 16,-1-1-241-16,4-2-134 0,0 0 236 0,-1-1 445 16</inkml:trace>
  <inkml:trace contextRef="#ctx0" brushRef="#br3" timeOffset="-188373.69">2553 7731 6 0,'5'5'236'0,"-2"2"140"0,2-3 142 0,-2 1-5 16,1-1-99-16,0-1-64 0,-1-1-25 16,0 4-7-16,-1-4-16 0,1 1 9 0,0 1-28 15,0-2-44-15,0 0-46 0,1 0-36 0,0-2-30 16,-1 1-53-16,0-1-35 0,2-1-12 16,-2 1-13-16,2-3-4 0,2 0 18 0,0-1 5 15,0-1-64-15,1-1-96 0,0-2-123 0,1 2-153 16,0 0-303-16,1 0-240 0,1 2-38 0,-3 1 188 15,3 0 313-15</inkml:trace>
  <inkml:trace contextRef="#ctx0" brushRef="#br3" timeOffset="-188206.9">2853 7772 60 0,'7'0'330'0,"-3"2"186"0,1-2 181 0,-1 0-6 15,-1 0-187-15,-2-2-132 0,4 2-88 0,-2-5-51 16,0-1-57-16,2 1-65 0,-2-1-54 0,2-3-27 15,3-1-18-15,-2-1-9 0,2-1-37 0,-2-2-66 16,1 0-97-16,2-1-155 0,-1-1-258 16,0 0-175-16,-2 0-30 0,4-1 155 15,-2 0 251-15</inkml:trace>
  <inkml:trace contextRef="#ctx0" brushRef="#br3" timeOffset="-188008.57">3051 7382 155 0,'-5'-10'651'0,"-1"-1"435"15,-3 0 159-15,-3-1-138 0,1-4-249 0,-3 2-213 16,1-3-163-16,-2 1-109 0,2-1-79 16,-3 1-70-16,4 1-83 0,0 1-54 0,-2 1-35 15,5 1-22-15,-2 3-10 0,3-1-8 0,0 2-8 16,3 3-5-16,0 1-6 0,2 1-13 0,0 1-24 16,3 2-67-16,0 2-83 0,0 2-172 15,3 4-285-15,-3 5-312 0,3 1-357 0,0 1-222 16,2 3 141-16,0-1 693 0</inkml:trace>
  <inkml:trace contextRef="#ctx0" brushRef="#br3" timeOffset="-187388.93">3276 7949 6 0,'-2'-5'326'16,"-1"4"302"-16,1-1 288 0,2 0 110 0,0 1-209 16,0-1-189-16,0 2-149 0,0-1-127 0,0 1-96 15,0 1-91-15,2 1-69 0,3-1-32 16,2 3 24-16,3 2 33 0,1 1 22 0,5 3 5 16,-2 2 33-16,5 2 3 0,-1 2-37 0,2 1-36 15,-1 2-23-15,0 3-13 0,3-2-25 16,0 2-15-16,-3 1-7 0,3 0-7 0,-1-2-5 15,-4 1-1-15,2-1-9 0,0-1-6 0,-3-2-2 16,-2 0-2-16,0-4 1 0,-1 3 0 0,-2-3 0 16,0-1 2-16,-4-2-1 0,0-1 4 0,-2-1 0 15,-2-3 0-15,2 0 0 0,-5-4-2 16,2 4-10-16,-4-5-52 0,-1 1-60 0,0-2-65 16,-4 0-122-16,-2-2-179 0,-2-1-295 0,1-1-257 15,-4 2-219-15,0 0-92 0,-2-3 334 0,2 1 509 16</inkml:trace>
  <inkml:trace contextRef="#ctx0" brushRef="#br3" timeOffset="-187138.78">3473 8389 277 0,'5'6'514'0,"1"2"251"16,1-1 134-16,2 2-142 0,2 0-114 0,-1 1-102 15,2 1-92-15,1-2-75 0,1 1-88 0,-1 0-87 16,1-1-68-16,2-2-13 0,-2-1-11 0,3-1-15 15,-1-1-9-15,0-4 38 0,0 0 25 0,-2-4-8 16,-1-2-4-16,-1-3-5 0,-2-3-7 16,0-3-37-16,-1-1-28 0,-3-5-18 0,-1 2-15 15,-2-3-10-15,-1 3-2 0,-2-3-4 0,0 4-2 16,-3-1-2-16,-2 3-11 0,-2 0-58 0,-3 1-66 16,-2 2-140-16,1 4-241 0,-3 1-305 0,3 4-353 15,0 2-275-15,0 4-84 0,3 2 547 16</inkml:trace>
  <inkml:trace contextRef="#ctx0" brushRef="#br3" timeOffset="-185958.41">5001 10585 292 0,'1'3'659'0,"1"0"308"15,-2 0 115-15,3 0-246 0,-2 0-235 16,1 0-163-16,-1 1-111 0,1 1-66 0,1 1-27 16,2 0-5-16,2 2 2 0,-1 3-12 0,3-1-22 15,-1 2-21-15,2 3-35 0,0-2-46 16,0 3-39-16,0 1-21 0,2 0-12 0,-2 1-7 16,1-3-4-16,-2 3-2 0,1-2-1 0,0-1-3 15,-1 0 0-15,-3-2-3 0,2 0-5 16,-1-3-1-16,-3-1-4 0,2-3-14 0,-4 0-42 15,-2-2-57-15,-2 0-55 0,-1-4-108 0,-3 0-157 16,0 0-232-16,-4-4-266 0,2 3-223 16,-1 0-162-16,-1-4 206 0,1 2 476 0</inkml:trace>
  <inkml:trace contextRef="#ctx0" brushRef="#br3" timeOffset="-185622.57">5008 10791 99 0,'-1'3'369'16,"-2"-2"211"-16,1 3 176 0,1-2-62 0,-1 1-123 15,2 0-61-15,-1 0-39 0,-1-1-37 16,2 1-47-16,0-2-66 0,0 2-69 0,2 0-43 16,1 1 14-16,0 4 19 0,3 0 3 15,0 1-6-15,1 4-18 0,1-1-31 0,2 3-51 16,0 0-44-16,0 3-26 0,2-1-19 0,-1-1-10 15,-1 2-11-15,4-1-9 0,-3-1-7 16,3 0-4-16,-3-1-4 0,2-3-2 0,0-1-1 16,-2-2-1-16,1-2-1 0,-1-1 0 15,-1-3 1-15,1-1-1 0,-3-4 2 0,2-1-1 16,-4-5 0-16,1 1 0 0,0-3-1 0,-1-3-3 16,-1-1-3-16,0 0-9 0,3-3-21 0,-4 0-50 15,1-1-65-15,-2 1-86 0,1-1-148 16,-3-1-232-16,1 1-305 0,1 0-269 0,-3 0-201 15,0 0 57-15,-3 0 515 0</inkml:trace>
  <inkml:trace contextRef="#ctx0" brushRef="#br3" timeOffset="-184639.23">2719 10386 166 0,'2'0'384'0,"-1"-2"211"0,-1 2 160 16,0-2-37-16,0 1-35 0,0 1-64 0,-1 0-71 16,1 1-66-16,-2 1-54 0,-1 0-39 0,1-1-66 15,-1 0-51-15,-2 3-32 0,2-2-34 16,-2 3-42-16,-2-3-46 0,0 3-27 0,1-2-14 16,-2 4-10-16,0-3-9 0,-1 1-10 0,-1 1-8 15,-1 1-8-15,0-1-10 0,0 3-6 0,-3 0-6 16,1 3-3-16,-1-3-2 0,0 3-4 0,-4 2 0 15,4 1-1-15,-2-2 0 0,2 1-2 0,1 3 7 16,-1-1 2-16,3-1 1 0,0-2 1 16,1-1-1-16,4 1 1 0,0-5-6 0,0 1-4 15,1-3-4-15,3 0-5 0,1-1-11 0,-1-2-19 16,2-1-45-16,0 2-67 0,0-4-67 0,0 0-107 16,2-2-141-16,-2-2-205 0,0 1-269 15,0-3-207-15,0 0-165 0,-2 0 138 0,2-3 434 16</inkml:trace>
  <inkml:trace contextRef="#ctx0" brushRef="#br3" timeOffset="-184419.46">2358 10424 381 0,'-7'1'751'16,"2"2"331"-16,0 1 73 0,-1 2-328 0,-1 2-251 15,-2 2-174-15,4 1-117 0,-1 3-102 0,1 0-63 16,0 0-41-16,4 1-31 0,-1-1-21 0,2-1-14 15,3 4-8-15,0-4-5 0,4 0-5 16,-1-1 5-16,2-3-3 0,5 0 0 0,-2-1 0 0,4-3 2 16,0 1-2-16,4-5-8 0,-2 0-14 0,4-3-63 15,1-4-134-15,-1-3-175 0,-1-1-288 16,4-3-273-16,-1-4-237 0,-2-1 5 0,1-1 401 16</inkml:trace>
  <inkml:trace contextRef="#ctx0" brushRef="#br3" timeOffset="-182724.72">4934 7134 280 0,'0'6'823'0,"2"-2"351"16,-1 1 13-16,1-2-254 0,-2-2-367 0,2 0-246 15,-1-2-137-15,2 0-59 0,0-5-32 16,2-2-12-16,0-2-12 0,3-2-16 0,1-3-17 16,1-2-16-16,-1-2-6 0,5-2-8 0,-4-1-2 15,3 0-5-15,-1 1-3 0,1 2-14 16,-2 1-28-16,-3 1-85 0,-3 3-147 0,-4 4-235 15,1 3-282-15,-4 1-264 0,-1 3-180 0,0 2 157 16,-4 1 467-16</inkml:trace>
  <inkml:trace contextRef="#ctx0" brushRef="#br3" timeOffset="-182507.61">4975 6771 428 0,'3'-5'844'16,"0"0"236"-16,1 3-11 0,-1-3-333 0,0 2-291 15,2 0-185-15,1 0-83 0,2 0-39 0,0 2-22 16,3-2-8-16,0 1 8 0,2 2-10 16,2 0-25-16,-2 2-9 0,0-1-7 0,3 4-5 15,-4 1-19-15,2 0-17 0,-2 1-10 16,-3 3-7-16,0 3-4 0,-2 0-5 0,-4 2-18 16,-3 2-47-16,-5-1-148 0,-1 0-239 0,-6 0-277 15,-3 0-277-15,-4-1-242 0,-6-2 2 0,-5 0 491 16</inkml:trace>
  <inkml:trace contextRef="#ctx0" brushRef="#br3" timeOffset="-180774.88">2567 5589 100 0,'4'-3'366'0,"0"3"230"0,-2 0 208 15,-1 0-77-15,1 3-88 0,-1-3-84 0,-1 0-67 16,2 1-72-16,-2-1-73 0,0 0-68 0,2 0-75 16,-2 0-48-16,1 2-4 0,-1 3 36 15,0-1 15-15,0 2-3 0,0 1-9 0,-1 4-21 16,1-2-37-16,-2 1-53 0,0 2-26 0,2 2-12 16,-1 0-8-16,-1 0-4 0,1 4-1 0,-1 0 1 15,0 1-1-15,0 0-2 0,0 1-2 0,-1 5-2 16,0-1 6-16,-2 1 1 0,0 1-4 15,0 2-3-15,-4-1-3 0,1 0-3 0,0 2-6 16,0-4-4-16,-1 0-2 0,2-3-1 0,-1-5 2 16,2 0 0-16,1-4-3 0,-1-3-7 15,1-3-17-15,0-4-32 0,2-3-58 0,0-3-53 16,-2-2-52-16,2-5-70 0,-1-3-104 0,-1-2-113 16,3-3-121-16,-1-1-240 0,0-1-218 0,1-2-100 15,1 2 198-15,-1-1 385 0</inkml:trace>
  <inkml:trace contextRef="#ctx0" brushRef="#br3" timeOffset="-180542.22">2395 5839 9 0,'-3'8'297'0,"-1"-1"246"0,0 2 290 0,1 0 103 16,-2 3-150-16,3-1-134 0,-1 1-111 0,2 4-76 16,1 1-38-16,1 2-39 0,1 2-64 0,1 2-47 15,3 1-40-15,2 2-48 0,-2-3-65 16,2 1-49-16,2-2-28 0,1 0-19 0,0-3-12 15,0-3-8-15,3-1-2 0,1-4-5 0,0-2-1 16,1-3-1-16,0-3-1 0,3-3 2 0,-3-3 0 16,1-3-4-16,-1-1-3 0,1-3-32 0,-1-3-67 15,-2 1-71-15,-3-1-131 0,-1 1-221 0,-1 1-315 16,-1 3-298-16,-3-2-218 0,-2 3-28 16,1-1 459-16</inkml:trace>
  <inkml:trace contextRef="#ctx0" brushRef="#br3" timeOffset="-178402.17">2404 10933 49 0,'0'1'316'0,"-1"2"195"0,-1 3 175 0,1-2-28 15,-1 2-220-15,2-2-146 0,0 3-83 0,2-2-69 16,1 0-51-16,2 1-10 0,3 1-11 0,4-1-5 16,1 0-7-16,6 1-1 0,1-1-3 0,4-2-23 15,6 0-12-15,2 0 76 0,7-2 88 16,2 0 57-16,4-2 22 0,5 0 1 0,2-2-4 16,1 1-69-16,2-4-71 0,5 1-52 0,3-3-21 15,2-1-13-15,4 0-12 0,-1-3-8 16,2 0-4-16,0-3 2 0,-1 0-5 0,-3-3-9 15,1 3 3-15,-4 1 1 0,-1-1 1 0,-2 1-4 16,-3 0 3-16,1 3 5 0,-5-2-19 16,-3 3-34-16,-1 0-56 0,-6 0-78 0,-3 3-98 15,-6 1-123-15,-2 0-178 0,-5 4-243 0,-5 1-139 16,-2 2 32-16,-7 0 216 0,-3 2 293 16</inkml:trace>
  <inkml:trace contextRef="#ctx0" brushRef="#br3" timeOffset="-177308.72">1674 7524 127 0,'-8'8'337'0,"0"2"147"0,0-5 112 0,2 2-187 16,1-3-166-16,2-1-104 0,0 0-56 0,3-1-28 15,0-1-19-15,0 1-11 0,0-1-8 0,0-1-3 16,0 0-10-16,5 2-4 0,-1 0-4 0,4-2-4 16,3 2 2-16,4 1 46 0,2 1 35 0,5 1 14 15,0 3 10-15,5-1 6 0,0 1 5 0,3 0-40 16,3 3 16-16,4-2 42 0,3 2 24 0,3-1 12 16,6 1 6-16,2-2-24 0,6-1-46 15,6 1-55-15,4-2-33 0,3-1-20 0,3 0 8 16,3 0 24-16,0-2 14 0,0 1 1 0,0-1 8 15,-3-1 3-15,1 2-18 0,-3-1-9 0,-3 1 0 16,0-4 1-16,-2 2-4 0,-7-3-10 0,-2 0-48 16,-5 0-88-16,-5 0-124 0,-7-1-300 0,-4-1-226 15,-6 2-144-15,-4-1 40 0,-7-2 257 0</inkml:trace>
  <inkml:trace contextRef="#ctx0" brushRef="#br3" timeOffset="-174559.72">19509 11398 314 0,'3'5'575'15,"-2"1"185"-15,1-3 62 0,-1 1-290 16,1-1-262-16,0 0-139 0,3 0-69 0,-1 0-30 16,1 0-7-16,3 0 35 0,-2 2 20 15,4-2 51-15,-1 1 41 0,4-1 17 0,0 4 4 16,2-4 16-16,1 2 5 0,1 1-38 15,1-1-37-15,2 1-20 0,2-2-11 0,-1 1-35 16,3 1-15-16,1-2-6 0,0 1-7 0,1-1-2 16,-1 1 2-16,2-2-10 0,0 1-11 0,1-3-6 15,2 1 1-15,-1-2-4 0,1-2 33 16,1 1 21-16,-1 0 5 0,1-2 5 0,0-2 3 16,-1 2-4-16,0-1-31 0,0-3-23 15,0 2-7-15,-1-3-9 0,-1 1-4 0,2-1 2 16,-1 0 34-16,1-5 47 0,0 3 20 0,-3-3 9 15,3 2 3-15,-2-3-6 0,1 0-31 16,-2 1-41-16,-1-2-16 0,1 2-11 0,-2-2-7 16,1-4 0-16,-5 3 0 0,1-2-3 0,0-1-1 15,-2-3 2-15,-1 2-1 0,0-1 0 16,-5-2-3-16,4-1 0 0,-6-2 1 0,1 1 1 16,1 0 0-16,-4-2-1 0,2 0 2 0,-2 0-2 15,0 0 1-15,0-1-5 0,2 3 0 16,-1-2-1-16,1 1 1 0,-1 1 0 15,1 1 2-15,2-2 0 0,-1 3 1 0,0-3 0 0,0 0-1 16,3 1 3-16,-2 0-1 0,0-2 2 16,1 1-2-16,0-2 0 0,-2 1-1 0,2 0 1 15,-1 2-2-15,-3-3 0 0,1 3 1 16,-1 1 0-16,-1 1-2 0,2 0 3 0,-2 1-1 16,-2 1 0-16,3 1-1 0,-1 3 1 15,-2 2 2-15,1-2-2 0,-1 4-3 0,-2-1-2 16,2 2 0-16,1 0-1 0,-4 3 0 0,2 0 1 15,-3 3 2-15,0 0 2 0,-3 3 13 16,2-1 4-16,-1 2 3 0,0 2 4 0,-2 0 5 16,0 0 3-16,0 2-5 0,-2 5-1 0,0 3-2 15,-1 0-2-15,2 0-5 0,-1 3-3 16,0 4-7-16,-1-1-2 0,2 1 0 0,1 1 4 16,-2 1 4-16,2 1 1 0,2 0-1 0,-2 1 0 15,1 1-1-15,1 1-5 0,1 1-3 16,-1 0-2-16,1 0 6 0,-2 1 4 15,3 1 3-15,-2 0 2 0,2 0 1 0,-3 4 5 16,-1-1-1-16,2 2 2 0,-2 3 4 0,0-1 0 16,0 7 5-16,0 0-1 0,0 4-3 0,0 0-6 15,1 2-3-15,3-2-4 0,-1 2-7 16,3-3-4-16,1-4-3 0,3 0-2 0,0-4-2 16,1-3-1-16,3-4 0 0,-1-3 0 15,4-2-1-15,-4-3 0 0,4-4 1 0,-2-3-1 16,0 0-1-16,1-7-2 0,2 1-5 0,-4-4-6 15,2-3-9-15,-2-3-13 0,3 0-19 0,-2-5-41 16,0 1-66-16,-2-2-70 0,-1-3-120 16,0 0-177-16,-3-2-303 0,4-1-282 0,-4-2-199 15,1 1-79-15,-1-1 370 0,-2-2 543 0</inkml:trace>
  <inkml:trace contextRef="#ctx0" brushRef="#br3" timeOffset="-173526.73">18130 11426 63 0,'9'8'267'0,"1"-2"141"0,1 1 132 15,-1 2-99-15,2-3-99 0,1 4-25 0,1-1 11 16,3 1 22-16,-1 0 11 0,5 1 22 0,1 1 1 16,0-2-24-16,4 1-37 0,0-2-53 0,4-1-36 15,2-2-40-15,1-1-7 0,2-2-18 16,3-3-22-16,-2-3 36 0,4-2 6 0,-2-5-16 15,3-5-35-15,-5-7-24 0,2-2-11 16,-1-5-34-16,-1-5-20 0,-3-2-10 0,2-3-2 16,-5-2-5-16,-5-2-2 0,2-1-8 0,-3-2-1 15,-4 1 1-15,-2 0 0 0,-3 0-2 16,-5 2 5-16,0 0 0 0,-3 3 0 0,0 1 2 16,-6 5 2-16,2 4 0 0,-1 2-1 15,-2 4-3-15,0 4-4 0,0 3-6 0,0 3-3 16,0 2-6-16,0 2-4 0,2 2-2 0,-1 2-3 15,1 0 0-15,0 1 0 0,1 0 1 16,3 1 1-16,-2-1 3 0,1 1-1 0,2 1-1 16,-1-2 1-16,5 3 0 0,-1-2-1 15,-1 2 0-15,5-1 1 0,-1 3 0 0,-1 3 0 16,3-1 1-16,-2 3 0 0,1 1 1 0,-1 3 0 16,0 1 5-16,-3 2 3 0,1 6 3 15,-2-1 2-15,-1 4 5 0,-1 3 1 0,-2 2-1 16,2 6-2-16,-2 2-1 0,0 4-2 0,0 4-4 15,1 0-2-15,2 3-3 0,-4 0-2 16,5 0-3-16,-1 1-2 0,2-2-3 0,0 0-1 16,1-4 0-16,3-1 0 0,-1-5 1 15,3 0-3-15,-2-4-9 0,5-5-19 0,-3-2-60 16,1-3-79-16,-1-6-157 0,1-3-277 0,-1-4-319 16,2-4-385-16,0-3-298 0,2-3 20 15,-2-3 708-15</inkml:trace>
  <inkml:trace contextRef="#ctx0" brushRef="#br4" timeOffset="-161895.52">9916 15261 29 0,'3'1'495'0,"2"3"395"0,-2 3 201 15,3 0 30-15,-1 4-313 0,0 7-286 16,3 3-98-16,0 3-28 0,4 5-33 0,1 3-77 15,0 5-48-15,-1 1-40 0,0 1-72 16,0 3-56-16,-2 2-27 0,-1-1-4 0,-1 1-11 16,-2-3-8-16,1-3-5 0,-2-5-3 0,-1-4-4 15,1-5-9-15,-4-5-10 0,2-3-41 0,-3-5-64 16,-3-5-68-16,-1-4-123 0,-1-6-175 16,-3-7-265-16,0-4-277 0,-1-5-220 0,-1-3-100 15,1-4 304-15,-4-4 494 0</inkml:trace>
  <inkml:trace contextRef="#ctx0" brushRef="#br4" timeOffset="-161592.67">9910 15287 152 0,'8'-4'369'0,"1"0"179"0,2 2 161 16,0 4-144-16,2-1-88 0,3 4 4 16,1-1 13-16,2 3-7 0,3-1-45 0,3 2-25 15,2 3-39-15,3 2-34 0,-1 1-40 0,4 0-36 16,-3 5-31-16,3-1-38 0,-3 1-36 15,-2 0-46-15,-2 4-30 0,0 1-17 16,-4 0-4-16,-5 3-7 0,0 0-5 0,-5 2-2 16,-2-1-2-16,-5 4-4 0,-3-2-11 0,-4 4-7 15,-4 0-6-15,-5 1-6 0,-2 3-6 0,-4-2-3 16,-1 2-2-16,-4-4-1 0,0-2 0 0,0 2-6 16,-2-6-3-16,-1-3-2 0,3-1 3 15,1-7-1-15,1-2-1 0,3-6-1 0,2-2-8 16,4-5-18-16,0-4-40 0,6-3-72 0,2-5-83 15,5-4-139-15,1-1-225 0,5-6-309 16,3 0-317-16,0-2-214 0,6-2-3 0,-1-1 504 16</inkml:trace>
  <inkml:trace contextRef="#ctx0" brushRef="#br4" timeOffset="-161276.72">10724 15565 55 0,'17'12'589'0,"-4"2"467"0,1 7 190 0,-4 1-61 15,0 6-246-15,0 8-287 0,0-1-178 16,0 5-107-16,0-2-71 0,-2 0-60 0,2-4-98 16,1-2-58-16,0-5-36 0,2-7-20 0,2-3-10 15,1-4-7-15,0-7-3 0,0-6 0 0,1-5 0 16,-1-7 1-16,0-3 1 0,-3-8 0 0,-1-5 1 16,-2-4-8-16,-4-2-3 0,2-4-3 15,-7 1-1-15,-1-1 0 0,-6 1 4 16,-3 0 11-16,-4 4 13 0,-6 0 7 0,-4-1 2 15,-3 6-1-15,-1-1-3 0,-3 5-3 0,1 5-6 16,3 3-6-16,0 5-1 0,3 6-3 0,2 7-2 16,2 5-2-16,2 6-4 0,3 6-1 15,2 5-2-15,3 4-1 0,3 7-9 0,4 3-17 16,1 2-44-16,2 3-72 0,2 1-98 16,2 1-165-16,4 1-295 0,1-1-321 0,4-2-311 15,0-2-169-15,3-3 206 0,1-7 634 16</inkml:trace>
  <inkml:trace contextRef="#ctx0" brushRef="#br4" timeOffset="-160528.46">11266 15677 38 0,'2'-5'302'0,"-2"-1"169"0,2 2 155 15,-1 0 12-15,-1-2-108 0,0 2-55 16,0-1-15-16,0-1 27 0,0 2-17 0,0-2-60 16,0 0-59-16,0-2-12 0,0 1-4 15,0 3-22-15,2-2-23 0,-2 1-17 0,0 0-27 16,0 2-47-16,1 0-50 0,-1 2-34 0,0-1-24 15,2 2-21-15,-2 0-18 0,0 3-16 16,0 2-13-16,0 3-8 0,2 5-6 0,-1 4-3 16,1 1-4-16,-1 7 2 0,-1 5-2 15,2 1 0-15,-2 4-1 0,2-1 0 0,-2 1-1 16,2 1-1-16,-2-5 0 0,0 0 0 0,2-5 1 16,0-4-2-16,-1-3 1 0,-1-6-2 15,0-1 0-15,2-4 1 0,-2-4-1 0,-2-6 1 16,2-3 2-16,-1-9 2 0,-1-4 0 0,0-5 1 15,0-6 1-15,-2-4 0 0,0-5-1 0,-1-2 0 16,-2-3 0-16,-1 1-1 0,-1-2-2 16,1-2 0-16,-2 3 1 0,1 3-2 0,1 4 1 15,0 3-1-15,3 6 1 0,2 6 0 0,-1 2-1 16,2 8 0-16,2 3 0 0,2 5 1 16,2 8 0-16,4 4 2 0,-1 5 0 0,2 6 1 15,2 5-1-15,0 3-1 0,3 5 0 16,-1 1-2-16,0 2 0 0,1 0 0 0,-1-1-2 15,2-4 2-15,-2-3-2 0,1-2 0 16,-1-6-1-16,0-4 1 0,2-5 0 0,-2-6 1 16,3-5 1-16,-3-9 2 0,1-4 1 0,0-6 1 15,0-7-1-15,-1-1 1 0,1-4-2 0,-3 0 1 16,1 0-2-16,-2 3 0 0,1 3 0 16,-4 3 0-16,2 6 0 0,-3 1 0 0,-2 4 1 15,0 4 1-15,1 2 1 0,-1 4 4 16,0 3 3-16,2 4 3 0,-3 5 0 0,2 1-1 15,0 6 0-15,-2 5-3 0,1 1-6 0,-3 6-2 16,2 0-3-16,-1 4-1 0,2 1-4 16,1-4-11-16,0 2-20 0,-2-5-58 0,0-1-90 15,1-5-188-15,-1-5-281 0,2-1-338 16,2-6-411-16,-2-2-315 0,1-5 161 0,-1-3 836 0</inkml:trace>
  <inkml:trace contextRef="#ctx0" brushRef="#br4" timeOffset="-160341.86">11935 15481 618 0,'-3'14'1576'0,"-3"1"164"0,-1 8-324 16,1 0-340-16,-2 6-476 0,2 2-284 0,0 4-132 16,1 1-63-16,0 3-40 0,3 1-30 15,-1 2-21-15,3-2-16 0,0-2-8 0,3-1-5 16,1-2-14-16,0-1-23 0,4-3-79 0,-3-2-105 15,1-1-222-15,-3-3-295 0,1-1-362 0,-3 2-435 16,1-4-182-16,-4 0 370 0,1 3 831 0</inkml:trace>
  <inkml:trace contextRef="#ctx0" brushRef="#br4" timeOffset="-159677.53">12108 15473 400 0,'6'-2'874'16,"2"2"309"-16,-4 2 14 0,1 0-265 0,0 3-203 15,-2 3-179-15,2 2-116 0,1 2-81 16,-3 1-55-16,-1 2-60 0,-1 3-80 0,-1 3-47 16,0 4-25-16,0 0-17 0,-3 6-14 0,2 2-10 15,-4 2-9-15,2 4-8 0,0 1-7 16,1 1-4-16,-1 0-1 0,3 2-5 0,3-2-2 16,1 0-2-16,0-1-1 0,5-2-1 0,1-1-1 15,0-5-2-15,4-2-1 0,0-4-1 0,2-4-2 16,1-3-1-16,1-3 1 0,2-7 0 15,3-2 1-15,0-5 0 0,2-5 1 0,0-5 0 16,4-4 0-16,-1-4-2 0,2-2-1 0,-2-3-6 16,0-2-15-16,-1 1-28 0,-2-1-76 0,-5 2-94 15,-2 0-165-15,-1 0-288 0,-7 2-336 0,0-1-385 16,-3 2-208-16,-2 0 163 0,-5 0 689 16</inkml:trace>
  <inkml:trace contextRef="#ctx0" brushRef="#br4" timeOffset="-159427.3">12168 15550 39 0,'-4'2'657'0,"1"1"553"0,3 1 167 16,2 2-92-16,3 2-320 0,3-1-411 0,2 0-190 15,3-1-103-15,4 3-63 0,1-5-65 16,3 2-48-16,2-2-25 0,4-2-23 0,0-1-12 15,2-1-6-15,-1-3-7 0,2 2-4 16,-1-2-4-16,-3 0-6 0,0 0-9 0,-4 1-57 16,-5 2-65-16,-3 2-126 0,-4 4-210 0,-4 1-303 15,-4 1-347-15,-2 2-272 0,-5 2-124 16,-1 0 436-16,-7 0 633 0</inkml:trace>
  <inkml:trace contextRef="#ctx0" brushRef="#br4" timeOffset="-159243.59">12229 15856 227 0,'0'12'833'0,"2"0"378"0,1 0 9 0,0 0-167 15,5-3-466-15,0 2-301 0,0-4-139 0,3 0-67 16,3-2-31-16,2 0-19 0,3-4-9 0,1-2-7 16,6-1-8-16,1-2-12 0,3-4-75 15,0 1-163-15,3-2-301 0,0 0-261 16,2 2-264-16,-4-2-201 0,1 2 172 0,-2 1 535 15</inkml:trace>
  <inkml:trace contextRef="#ctx0" brushRef="#br4" timeOffset="-158711.64">13099 15541 413 0,'-6'-1'912'0,"-1"-2"316"15,-1 1 42-15,2 1-217 0,1-2-293 0,1 3-220 16,-1-2-136-16,0 0-85 0,3-1-73 16,-1 2-90-16,0-1-50 0,0-1-31 0,2 1-14 15,-3 0-12-15,3 0-7 0,-4 0-3 0,3 0-6 16,-4 2-4-16,1-1-7 0,-2 1-6 16,0 1-5-16,-1 3-4 0,0 2-2 15,-3 3-2-15,5 2-2 0,0 5 0 0,-1 0-1 16,2 3 0-16,1 4 0 0,4 1-1 0,3 2-1 15,-2 3 2-15,4 1-2 0,2 1-1 0,-1 1 0 16,5 0 0-16,-2 0-2 0,1-3 0 0,4 0 1 16,-3-1 1-16,0-2 0 0,2-2 2 15,-2 0 1-15,-1-3 1 0,0-1 0 0,-3 0 1 16,-1-2 0-16,-1 0 0 0,-2-1 1 0,0-1-1 16,-3 0 1-16,-3-2-1 0,-1 3 0 0,-1 0 0 15,0-2-1-15,-2-1 0 0,-2 0-1 16,1-1 0-16,0 0-2 0,-1-3-7 0,-1-3-16 15,2-1-34-15,-3-1-77 0,0-5-102 0,2-1-180 16,-1-5-293-16,-1-2-338 0,5-2-367 16,0-2-181-16,-3-2 243 0,5-4 695 0</inkml:trace>
  <inkml:trace contextRef="#ctx0" brushRef="#br4" timeOffset="-158395.75">13290 15691 8 0,'23'-18'421'0,"0"5"411"16,-3-1 316-16,-2 5 44 0,1 2-288 0,-3 1-192 16,1 3-140-16,-2 3-117 0,-1 2-92 0,-1 2-62 15,-3 2-63-15,-2 2-71 0,0 6-45 16,-1-1-29-16,-1 3-16 0,-3 2-16 0,-2 0-11 16,-4 3-9-16,-1 1-10 0,-1 3-1 15,-1 3-5-15,-2 2 2 0,-2 1 2 0,-1 2 0 16,0 2 2-16,3-3-4 0,-3 2-1 0,5 1-6 15,1-2-5-15,0-1-6 0,4 1-4 16,-1-1-1-16,4-2-3 0,-1-2 0 0,2-2-3 16,4-5 0-16,1 2-1 0,4-7 0 0,-1-3-1 15,5-3-2-15,2-2-6 0,0-3-13 0,0-5-23 16,3-2-42-16,-1-3-81 0,-1-3-122 0,0-3-212 16,0 1-302-16,2-2-355 0,-1 0-355 15,-2 0-128-15,0 0 420 0,-3 0 728 0</inkml:trace>
  <inkml:trace contextRef="#ctx0" brushRef="#br4" timeOffset="-157824.39">13913 15658 129 0,'7'-7'462'0,"-3"-1"304"0,0 2 243 0,-1 2-79 15,-2 1-202-15,4 0-140 0,-4 0-24 0,2 2-43 16,-1 2-76-16,1-1-78 0,1 3-57 16,-4 1-55-16,1 2-78 0,-1 3-54 0,0 3-30 15,0 2-20-15,0 4-13 0,-1 1-12 16,-1 5-11-16,0 3-4 0,-1 3-5 0,1 2-5 15,-1 2-2-15,2 1 0 0,-2 1 0 0,1 1-4 16,2-1-4-16,0 0 0 0,0-1-5 0,2-1-2 16,1-4-2-16,0 0-2 0,0-4-1 0,0-5-1 15,2-3-1-15,2-3 0 0,-1-5-1 16,2-3 1-16,0-3 0 0,0-8 1 0,2-3-1 0,0-5 1 16,3-4 0-16,1-7 0 15,0-5-2-15,3 0 0 0,0-8 1 0,0 3 0 16,0-3 0-16,1-1 2 0,-1 2-1 0,-1-2 2 15,-1 2-1-15,-2 3 1 0,0-1 0 0,-2 3 0 16,-3 3 0-16,-2 2 1 0,-1 3-1 16,-3 3 0-16,-1 2 1 0,-2 4-1 0,-2 5-1 15,-6 6 0-15,1 2-1 0,-1 3-1 0,-4 7-1 16,2 5 1-16,-3 2 1 0,1 6-2 0,-1 3 1 16,3 4-1-16,0 2 0 0,-1 6 1 15,2 3 1-15,2 2 1 0,-3 4 2 0,6 0-1 16,0 2 2-16,2-1-3 0,3-2-1 0,3-2-2 15,2-3-2-15,3-7-7 0,3-4-15 0,2-6-28 16,2-6-68-16,0-3-75 0,0-5-138 16,0-4-222-16,2-2-313 0,-1-2-350 0,3-4-244 15,-1-2-89-15,2-3 501 0,-1-2 631 0</inkml:trace>
  <inkml:trace contextRef="#ctx0" brushRef="#br4" timeOffset="-157277.31">14680 15596 115 0,'10'-16'732'0,"-1"6"578"15,-1 1 192-15,-4 4-173 0,3 5-422 16,-4 2-341-16,2 3-170 0,-2 5-120 0,0 2-84 15,2 5-54-15,-4 2-34 0,2 3-25 0,-1 6-19 16,0 3-16-16,-2 3-10 0,0 5-12 0,0 2-8 16,-2 5-6-16,2 4-2 0,-2 0-3 0,-1 5-2 15,2-1-2-15,-2 2-8 0,1-2-18 16,-1 1-32-16,2-3-81 0,-1-3-110 0,-1-2-218 16,1-7-297-16,1-3-352 0,-1-7-394 0,0-6-143 15,-1-6 379-15,1-5 768 0</inkml:trace>
  <inkml:trace contextRef="#ctx0" brushRef="#br4" timeOffset="-119727.1">9261 10021 114 0,'0'-2'267'0,"0"2"114"0,0-1 7 15,0 1-51-15,0-1-58 0,0 1-39 16,0 0-26-16,-1-2-14 0,1 2-15 0,-2-2-15 15,2 2-6-15,-1 0 2 0,-2 0 5 16,3 0 13-16,-2 0 20 0,2 2 17 0,-1-2 8 16,-1 0-2-16,2 0-4 0,0 0-14 0,-1 0-15 15,-1 0-20-15,0 0-24 0,1-2-23 16,-1 2-23-16,0-1-18 0,1 1-13 0,-1-1-1 16,1-1 21-16,-1 2 33 0,0 0 29 15,1 0 25-15,-1 0 8 0,-1 0-11 0,-1 0-22 16,1 0-28-16,-1-2-30 0,1 2-26 0,-2-1-17 15,0 1-9-15,-1 0-6 0,0-1-7 16,0 1-1-16,-1 0-6 0,-1 0-3 0,-1 1-2 16,1-1-5-16,0 0 0 0,0 1-1 0,-1 1-1 15,-1 1-2-15,2-2-1 0,-3 3-1 0,3-2-3 16,-1 5-3-16,1-3 0 0,-3 3-2 16,3 0 0-16,0 0-1 0,-1 2 0 0,1 0 0 15,1 2-2-15,-1 1 0 0,1 0 0 16,0 2 0-16,1-1 0 0,-1 0 1 0,3 2 0 15,0 0 1-15,-2 2-1 0,3-2 1 16,0 0-1-16,3 1-1 0,-2-2 1 16,2 3-1-16,2-1 0 0,-2-1-1 0,5-1 1 0,-2 2 0 15,5-2 0-15,0 0 0 0,1 0 1 16,2-4 0-16,2 1-1 0,1-2 1 0,2-1-1 16,3 1 1-16,-2-5 0 0,5 0 2 0,0-2 2 15,-1-1-1-15,1-2 2 0,3-2-1 16,-1-2 0-16,-3-1 1 0,1-1-2 0,-2-1 1 15,-2-3 2-15,-3 3 0 0,0-4 1 16,-3-2 7-16,-4-3 3 0,0 4 2 0,-3-8 7 16,-3 3 5-16,-2-1 5 0,-2-1 0 0,-3 0 3 15,-1 1 2-15,-4 1-2 0,-2 0-5 16,-4 2-2-16,-1-1-5 0,-2 3-3 0,-2-2-6 16,-1 4 0-16,0 2-1 0,1 0-1 0,-1 5-3 15,3 3-1-15,0 1-1 0,2 2-5 16,-1 4-3-16,4 2-2 0,1 4-2 0,1 1 0 15,2 4 0-15,4 2 0 0,1 5 0 16,2-1 1-16,3 4 0 0,0-1 0 0,3 0 0 16,2 1-1-16,3-4 1 0,0 2-1 0,4-4 1 15,-2-2 0-15,3 0 0 0,1-1 0 16,0-3-1-16,2-3 2 0,0-2 0 0,1-1-1 16,-1-4 1-16,1-3 1 0,-1-2 0 0,0-3 1 15,0-4 0-15,-2-2 2 0,-1-4 0 16,-1-1-1-16,-2-4 1 0,-2-1 0 0,1 1-1 15,-4-1 0-15,-2 0 0 0,-3 1 3 0,-3 1 2 16,0 3 0-16,-4-3 1 0,-3 3 0 16,0 0 3-16,-1 3-1 0,-2 2 1 0,2 0-1 15,-1 4 0-15,0 4 0 0,1 0-6 0,-3 4-1 16,3 2-4-16,0 5 0 0,0 0-2 16,3 7 0-16,0-2 1 0,0 7 0 0,4 0 0 15,0 2 1-15,1 0 0 0,2 2-2 16,-1 0 1-16,4-2-1 0,-1-4 0 0,2 0-1 15,1-5 0-15,2 0 0 0,0-4 1 16,0-3-1-16,2-1 2 0,-1-2 0 0,5-4 0 16,-1-5 1-16,-1-2 1 0,4-5 1 0,-1-5 0 15,2-2 0-15,-2-4 0 0,1-2 0 16,-2-1-1-16,-1 0 1 0,-2 3-1 0,-1-2 1 16,-2 4 1-16,-4 2 0 0,0 1 1 15,-4 1 3-15,-1 4 2 0,-4 1 2 0,-1 0 1 16,-4 3 1-16,1 2-1 0,-3 1-3 0,-1 1-9 15,1 5 0-15,-2 4 0 0,2 1 0 0,1 4 0 16,1 6 0-16,-1 1 0 0,5 6 0 16,0 0 0-16,5 5 0 0,-1-1 0 0,2 1 0 15,6-2 0-15,0-2 0 0,0-2 0 0,4-5 0 16,-1-1 0-16,5-4 0 0,-1-3 0 16,2-4-1-16,1-4 0 0,1-4 1 0,0-1 0 15,0-6 1-15,0-4-1 0,-2-1 1 16,-1-4-1-16,0 1 0 0,-3-2 0 0,-1 1 0 15,-2-1 0-15,-2 3 0 0,-3-2 0 16,-1 4 0-16,-3 0 0 0,-2-2 0 0,-6 4 0 16,0-1 0-16,-3 2 0 0,-2-1 0 0,-3 3 0 15,2 3 0-15,-2 1 0 0,3 5 0 16,-1 2 0-16,1 4 0 0,0 5 0 0,5 4 0 16,0 1 0-16,1 5 0 0,6 4 0 0,0 3 0 15,3 0 0-15,1 3 0 0,3 0 0 16,0-2 0-16,4-4 0 0,3-1 0 0,-2-4 0 15,5-5 0-15,1-4 0 0,1-4 0 0,0-5 0 16,1-5 0-16,1-5 0 0,-4-4 0 16,1-2 0-16,-2-6 0 0,-3 1 0 0,-1 2 0 15,-4-1 0-15,0 0 0 0,-3 2 0 16,-1 1 0-16,-3 2 0 0,-2 2 0 0,-1-2 0 16,-2 4 0-16,-3 2 0 0,0 2 0 0,0 1 0 15,0 4 0-15,-3 5 0 0,3 6 0 16,-2 7 0-16,4 8 0 0,-1 2-6 0,4 4-130 15,1 3-142-15,5-2-252 0,3-1-323 16,3-5-411-16,-1-5-491 0,5 0-127 0,2-3 737 16</inkml:trace>
  <inkml:trace contextRef="#ctx0" brushRef="#br4" timeOffset="-118777.81">12166 10305 13 0,'0'4'461'0,"2"0"394"16,-1 1 219-16,1 1 4 0,1-4-284 0,0 4-304 15,2-1-173-15,-1 2-97 0,3 0-46 0,-1-1-41 16,4 0-51-16,1-1-36 0,0-1-22 0,3-1-11 16,-1-2-6-16,1 1-1 0,0 0-3 15,2-4-3-15,1 0 0 0,-1 0-9 16,-2-3-60-16,1-1-159 0,-3 0-287 0,-4-1-264 16,0-2-266-16,-2 1-218 0,-1-1 117 0,-3-2 525 15</inkml:trace>
  <inkml:trace contextRef="#ctx0" brushRef="#br4" timeOffset="-118561.14">12354 10222 57 0,'2'4'479'15,"1"4"325"-15,0-4 195 0,3 2 43 0,-1 1-335 16,3-1-254-16,-1-1-124 0,3 2-63 16,0-1-44-16,1-2-56 0,3 1-49 0,-1-1-36 15,4 1-26-15,-1-2-21 0,1 0-15 16,0 1-7-16,1-1-5 0,-3 2-5 0,0-1-2 15,-5 0 2-15,1 3 2 0,-5 1-2 0,-3 3-2 16,-4 1 1-16,-3 3-1 0,-3 3-6 16,-3 4-18-16,-6 0-69 0,-3 3-141 0,-2 3-207 15,-2 4-285-15,-4 0-267 0,2 8-224 0,-2 1 61 16,2 3 446-16</inkml:trace>
  <inkml:trace contextRef="#ctx0" brushRef="#br4" timeOffset="-117977.71">11878 12796 98 0,'0'-12'636'0,"-3"3"449"16,1 0 159-16,0 3-98 0,0 0-331 0,0 4-227 16,2-2-153-16,0 6-95 0,0 1-67 0,4 4-45 15,0 2-67-15,4 6-68 0,-2 2-35 16,4 2-20-16,2 5-7 0,0 0-8 0,2 3-7 16,0 0-6-16,3 0-3 0,-1-1-2 15,1-3-3-15,-2 0-4 0,2-3-16 0,-4-3-54 16,-1-4-65-16,-2-3-82 0,-2-2-140 0,-3-2-187 15,-2-5-287-15,-3-1-255 0,-2-3-206 16,-1-3-20-16,-2-4 385 0,-1-1 470 0</inkml:trace>
  <inkml:trace contextRef="#ctx0" brushRef="#br4" timeOffset="-117810.06">11946 12914 223 0,'3'2'626'15,"-1"3"293"-15,3-1 146 0,0 2-153 0,2 2-270 16,1-1-203-16,0-1-118 0,0 1-62 15,3 0-62-15,0-3-64 0,3 1-49 0,-1-3-30 16,2-2-23-16,2-2-13 0,-3-3-14 0,5-1-26 16,-3-1-81-16,-2-3-183 0,-3 2-293 15,-2-1-270-15,-4-2-272 0,-2 2-183 0,-6 1 223 16,-2 0 560-16</inkml:trace>
  <inkml:trace contextRef="#ctx0" brushRef="#br4" timeOffset="-117093.09">9040 12874 40 0,'-3'-8'464'16,"2"4"421"-16,-1-2 281 0,-1 3-30 0,0 2-330 16,-1-1-239-16,1 2-150 0,0 2-87 15,1 1-54-15,-1 3-39 0,2 1-34 0,-1 2-36 16,-1 3-39-16,2 2-40 0,-1 4-32 0,2 0-19 16,0 2-13-16,-2 2-9 0,2 2-3 0,-1-1-3 15,1 3-4-15,-2-2-3 0,1 1-2 16,-1 0-3-16,-1-1-65 0,-2 0-68 15,-1-2-146-15,-2 1-259 0,0-4-301 0,2-1-360 16,-2-3-233-16,-2-3-10 0,1-4 580 0</inkml:trace>
  <inkml:trace contextRef="#ctx0" brushRef="#br4" timeOffset="-116912.53">8873 13212 152 0,'6'4'704'0,"-3"1"391"0,3-1 79 0,-3 1-121 15,2 1-433-15,0-1-289 0,2 3-148 16,-1 1-70-16,3-1-33 0,-1-1-23 0,3 1-15 16,0 0-18-16,2-4-8 0,1-1-9 0,0-3-32 15,2-3-93-15,0-5-167 0,1-2-296 16,-1-6-266-16,0-2-254 0,-2-1-124 0,0-1 267 16,-4-5 486-16</inkml:trace>
  <inkml:trace contextRef="#ctx0" brushRef="#br4" timeOffset="-116161.53">6349 12876 175 0,'-6'-4'514'0,"-1"0"326"0,-2 1 222 16,3 0-119-16,1 2-265 0,-1-1-148 0,1 1-50 16,0-1-34-16,-1 2-65 0,1 0-64 15,-1 0-55-15,1 2-43 0,0 1-69 0,0 0-65 16,-1 1-39-16,2 2-21 0,-1 3-12 0,0 3-10 15,0 5-1-15,-1 1 1 0,0 4 1 16,-1 3 0-16,1 0 3 0,-1 3 1 0,0 1-2 16,2-2-3-16,-3 1-25 0,3-5-65 0,-1-2-58 15,-2-3-119-15,0-5-176 0,0-2-310 16,0-5-311-16,-1-6-231 0,1-4-147 0,0-7 331 16,0-3 575-16</inkml:trace>
  <inkml:trace contextRef="#ctx0" brushRef="#br4" timeOffset="-115977.02">6096 12886 233 0,'-3'14'779'0,"-2"0"349"15,-4 2 31-15,3 1-139 0,-1 5-498 16,-1 2-255-16,3 1-133 0,-2 2-64 0,2-1-50 16,0-2-25-16,4-3-17 0,1-2-8 0,3-4-4 15,2-1 10-15,5-4 24 0,2-4 13 16,4-2 8-16,4-4 3 0,2-4-52 0,3-5-122 15,1-4-149-15,4-4-300 0,4-1-259 16,0-6-224-16,0 0-5 0,1-4 310 0,3-4 388 16</inkml:trace>
  <inkml:trace contextRef="#ctx0" brushRef="#br4" timeOffset="-114262.2">19143 11522 104 0,'3'6'345'0,"-1"3"166"0,0-3 122 16,-1-1-124-16,3 0-177 0,-1 1-83 0,2 0-30 15,-1 0 11-15,4-1 35 0,0 2 14 0,2-1-16 16,4-2 10-16,0 0 3 0,3-2-29 16,4 0-23-16,3-2-22 0,2-2-16 0,3-2-47 15,1-2-16-15,2-3-8 0,1-3-21 16,0-2-18-16,0-3-10 0,1-2 59 0,-1-3 25 15,0-4 5-15,-1-2 0 0,-1-4-2 0,-1-2-7 16,-3-3-54-16,2-3-41 0,-4-2-21 16,-2-1-13-16,-2-3-8 0,-2-1-5 0,0-1 1 15,-3 1 13-15,-4-1 6 0,-1 1 3 16,-2 1 1-16,-5 1 2 0,1 2 1 0,-4 2-12 16,-2 4-6-16,1 2-3 0,-5 5 4 0,5 4 2 15,-1 7 1-15,-1 1 0 0,2 5-2 0,-1 3-1 16,1 1-7-16,0 1-5 0,1 6-3 15,2 2-3-15,2 0-1 0,-1 2 3 0,1 4 1 16,2-1 1-16,1 2 1 0,1 0 1 16,1 1 0-16,-1-1-2 0,0 1 0 0,3-1-1 15,-3-1 1-15,4 1-1 0,-4-2 1 0,3 2-2 16,-2-1 1-16,1 1 2 0,2-1-1 0,0 1 3 16,-4 1 1-16,4 1 8 0,-7 3 6 15,4 1 7-15,-4 0 5 0,2 6 4 0,-7 0 6 16,2 5-3-16,-3 3 0 0,0 2-3 15,-3 3 0-15,3 5 0 0,-4 5-6 0,2 1-1 16,-1 4-6-16,2 3-4 0,-1 0-6 0,2 4-4 16,2 0-2-16,-1 0-3 0,2-3-2 0,3-2-1 15,1-5-2-15,2-5 1 0,5-4-1 16,-1-7-2-16,3-5-3 0,5-4-12 16,-1-5-28-16,-1-6-74 0,0-3-91 0,0-4-178 15,-1-1-287-15,-3-3-333 0,0-4-386 0,-1 0-211 16,-3-2 167-16,-2-3 729 0</inkml:trace>
  <inkml:trace contextRef="#ctx0" brushRef="#br4" timeOffset="-113356.97">20600 11672 121 0,'4'9'365'16,"0"-3"174"-16,1 4 126 0,-1-3-123 15,5 1-175-15,-1-1-96 0,1 0-4 16,1-2 0-16,3 1 23 0,0-4 33 0,3 1 8 16,1-3-7-16,0-3-37 0,2-2-28 0,0-3-41 15,3-2-37-15,4-3-7 0,-3-3-15 0,1-4 3 16,2-3 28-16,-3-1 4 0,2-3-16 16,-3-1-33-16,-1-3-24 0,0 2-27 0,-4-4-29 15,2 0-17-15,-2-2-9 0,-4-1-5 16,3 2-3-16,-3-4-2 0,-2 2-12 0,1 0-7 15,-1 1-2-15,1 2-3 0,-2 0-1 0,2 5-1 16,-3 4-1-16,4 3 0 0,-5 2-1 0,1 6 0 16,4 1-1-16,0 0-1 0,0 7 0 15,4 0 1-15,0 5 1 0,2 2 6 16,5 2 7-16,-1 2 2 0,2 1 2 0,1 2-2 16,-1 3-1-16,2-2-5 0,2 2-6 0,-1-2 0 15,-1 1-1-15,1 0 0 0,-1 2 1 0,-2-3-2 16,-1 1 0-16,2 0-1 0,-4 3 2 15,0 0-1-15,-3 3-2 0,0-1 3 0,-5 0 9 16,2 3 4-16,-3 1 6 0,-1 1 7 16,-3 1 10-16,0 3 2 0,0-1-3 0,-3 0-5 15,1-1-5-15,-4 0-4 0,2-1-9 0,-2 0-5 16,3-1-3-16,-2-3-3 0,1-2-4 0,0-2 0 16,2-4-2-16,2 0-1 0,-1-3 0 15,1-1 0-15,5-3-1 0,-2-3-8 0,2-2-19 16,2-2-63-16,-3-3-84 0,2-4-172 15,-2-3-280-15,2-1-326 0,-2-3-398 0,3-2-286 16,-2-2 85-16,3-3 767 0</inkml:trace>
  <inkml:trace contextRef="#ctx0" brushRef="#br5" timeOffset="-99743.39">16905 11281 36 0,'-2'1'282'0,"0"1"167"0,2 1 152 0,-3-1-36 16,3-2-144-16,-1 1-79 0,1 1-26 0,0-2 17 15,0 0 6-15,0 0 10 0,0 0-15 16,1 0-26-16,-1 0-40 0,0 0-45 0,0 0-42 16,0 0-39-16,0 0-24 0,0-2-18 15,2 2-3-15,-1 0 19 0,-1 0 26 0,0 0 25 16,0 0 11-16,2 0-3 0,0 0-20 15,-2 0-31-15,0 0-36 0,1 0-31 0,-1 0-25 16,2 0-4-16,1 2 5 0,0 0 2 0,2 1 3 16,3 1 3-16,0 1 2 0,-2-2-3 0,4 2-9 15,0 0-2-15,0-1-3 0,1 2 1 16,2-1 1-16,0 0-5 0,0-1-4 16,-1-1 4-16,2-1 0 0,-1 0-3 0,-1-1-2 15,2 1 0-15,-1-2 1 0,1 0-1 0,-1 0-2 16,1-2 2-16,-1 1-2 0,-2-2-1 0,3 2-2 15,1-2-2-15,-2-1-1 0,2 0-1 16,0 0-2-16,-2-1 2 0,3 1-3 0,-2 0 0 16,2-2-2-16,-2 1-2 0,4-1 1 0,-4 1 0 15,3-1-1-15,-2 0-1 0,0 2 1 16,1-1 2-16,0 1-2 0,0-1 2 0,0-1-1 16,-2 2 0-16,2 1 0 0,-2-2-1 0,2 1 0 15,-2-1 0-15,2 0 0 0,-2 3 0 16,2-4 0-16,-3 2 1 0,1 1 0 0,2-1 1 15,-2 0 3-15,3-2 2 0,0 1 3 16,1-1 0-16,-1 2 0 0,3-2 0 0,-2 0-4 16,3-2-3-16,0 0-1 0,-1-3-2 0,0 4 0 15,0-3-1-15,0 1-1 0,-2 0 1 16,2 0-1-16,-3 0 0 0,3 2 0 0,-3-2 0 16,-1 0 0-16,3 1 0 0,-5-1-1 15,3 1 1-15,-2 0-1 0,0 0 1 0,-2 0-1 16,3 0 1-16,-2 0 0 0,0-1 0 0,-1 0 0 15,2 0-1-15,-3 2 1 0,2-1-1 0,-1-1 0 16,-1 1 1-16,-1 0 0 0,2 0 1 16,-1-1-1-16,0 0 1 0,-1 1 0 0,1 0 0 15,-1 0-1-15,1-1 2 0,0-1-1 16,-1 0 1-16,2-1 1 0,-1 2 4 0,-2-3 2 16,2 1 0-16,-2-1 2 0,1 0 0 0,2 1-1 15,-4 1-4-15,4-2-2 0,-4 0-1 16,3 0-2-16,-2 0-1 0,2 0 0 0,-3-1 1 15,2 0 0-15,-1 0 0 0,-1 1 1 16,4-1 1-16,-5 0 0 0,1 0-1 0,1 1 0 16,1-1-1-16,-2-2 0 0,-1 1 0 0,1 1 0 15,1-2 0-15,-2 1 0 0,1 1 0 16,-1-1 0-16,0 0 0 0,2 1-1 0,-1-2 1 16,-1 2-1-16,0-2 1 0,0 2-1 0,1-1 1 15,-1 0 0-15,-1 0 0 0,2 1-1 16,-1-1 1-16,-2-1-1 0,3 0-1 0,0 1 1 15,-3-1 0-15,0-1 0 0,-1-1 0 0,2 2 0 16,0-3 0-16,-2 1-1 0,0 1 1 16,0-4-1-16,0 2-1 0,-1 0 0 0,2-1 0 15,-1 2 1-15,0-2-1 0,0-1 1 16,0 3-1-16,-1-2 1 0,2 1 0 0,1 0 0 16,-2 0 1-16,1-1 0 0,0 0 1 0,2 2 1 15,-2-3 0-15,2 1 0 0,0-2-2 16,2 1 1-16,-2-1-1 0,0 0 0 0,0 0 0 15,2 0 1-15,0 0-1 0,-2 2 0 0,4-2 0 16,-3 1 0-16,0 1-1 0,2-1 0 16,-1 1 1-16,-1 0-1 0,0 0 1 0,3-4-1 15,-3 3 0-15,2 1 0 0,-1-5 0 0,-1 5 0 16,2-1 0-16,-1-3 1 0,-2 2 0 0,1-1-1 16,0-1 1-16,1 0 0 0,0-1 0 15,0 0-1-15,0 0 0 0,1 0 1 0,0 1 0 16,-1-3 0-16,1 0 1 0,1 1 1 15,0 0 1-15,-2-3-1 0,2 2 1 0,-1-2-1 16,1 0-1-16,1-2 0 0,-2 3 1 0,3-3-1 16,-2 2 0-16,1-1 1 0,-1-1-2 0,2 3 1 15,-3-2-1-15,0 2 0 0,3 0-1 16,-3 0 0-16,3 1 0 0,-2 1-1 16,0 0 1-16,2 0-1 0,-2 0 0 0,2 1 0 15,-3-2 0-15,0 3 1 0,5-3 1 16,-3 0 1-16,0 1 0 0,0 1 0 0,1-2 1 0,-1 1 0 15,0 1-2-15,3-2 2 0,-2 3-2 16,2-3 1-16,-2 3 0 0,2-3 0 0,-2 0-1 16,2 3 0-16,-2-3-1 0,0 2 1 15,1-1-1-15,-2 2 0 0,0-1 1 0,0 0-1 16,0 1 0-16,-2 1-1 0,1-1 1 16,-1-1-1-16,2 0-1 0,0 2 1 0,-2 0-1 15,1-1 1-15,-1 2-1 0,-1 0 2 0,-1 1-1 16,2 0 1-16,-2 2 0 0,1-1 1 0,-2 1 0 15,0-2 1-15,2 2 0 0,-1-1 1 16,-1-2-1-16,2 1 1 0,-1-2-1 0,1 2 1 16,-2-2-1-16,1 2 0 0,2-1-1 0,-1 0 0 15,-4 2 1-15,5 1 0 0,-2 1-1 16,1 0 0-16,1 2 1 0,-2 0-1 0,3-2 1 16,0 2-1-16,-1 0 0 0,3-2 1 0,-1 1-1 15,2 0 1-15,-1-2 0 16,0 1-2-16,3-1 1 0,-2 0-1 0,3 1-1 0,0-1 1 15,-1 2-1-15,0-2 2 0,0 3-1 16,-2 1-1-16,1 0 1 0,0 0 0 0,-2 2 0 16,0 0 0-16,1 2 0 0,-3 0 1 0,-1 2-1 15,-1-1-1-15,1 3 0 0,-3 0 0 16,-2 1 1-16,1 1-1 0,-1 1 1 0,1 0 0 16,-2-2 2-16,0 2-1 0,2 0 0 15,-1 0 0-15,0 1 0 0,0-2 0 0,-1 2-1 0,2-2 1 16,-3 2 0-16,4-1 0 0,-2 2 0 15,1 0 0-15,-1 0-1 0,1-2 1 0,2 1 0 16,-3 0-1-16,2 2 1 0,3-3-1 16,-3 1 0-16,0 1-1 0,0 1 1 0,1-1 1 15,-1-1-1-15,2 0 1 0,-2 2-1 0,1 0 1 16,-1 0 0-16,0 0 0 0,1 0-1 16,-2 2 1-16,-1 0 0 0,1 0 1 0,-3 3 0 15,4-3 0-15,-3 0-1 0,1 3 1 16,1-1-1-16,-1 2 1 0,2-2 1 0,-2 0 0 15,0 1 2-15,2-1 0 0,0 1 0 16,0 1 1-16,-2-2-1 0,3 2-1 0,1 0 0 16,-2 0 0-16,4 0 0 0,-3 2-1 0,0-1 0 15,3 1 0-15,-2-1 1 0,2 1 0 16,-3 1-1-16,0 0 1 0,3 0 1 0,-4 1-1 16,2-1-1-16,-2 1 1 0,0 0-1 15,0 1 0-15,0-1-1 0,0 0 1 0,-2 0-1 16,2 3 0-16,0 0 1 0,-2-1 0 0,1 2 0 15,-2 1-1-15,1-2 2 0,2 2 0 0,-4 0 1 16,1 2 1-16,0-2 1 0,0 0 0 16,0 2 1-16,1-1-2 0,-3 0 1 0,2 1-1 15,-4-2-2-15,4 0 0 0,-2 2-1 0,1-5-1 16,-3 4 1-16,4-1-1 16,-1-2 0-16,-1-1 0 0,2 3 1 0,0-3-1 0,0 1 1 15,0 2 0-15,2-2-2 0,-2 1 2 0,2 0 0 16,1 0 0-16,-2 1 2 0,3 0 0 15,-2 2 1-15,2-3 1 0,-1 3-1 0,1 0 0 16,-1 2 0-16,2-3 0 0,-1 2 1 16,2 0-1-16,-1 2 1 0,1-2 0 0,-1 0 1 15,-1 1-7-15,3 1 0 0,-2-1 0 0,1 1 0 16,0 0 0-16,0-1 0 0,1 0 0 16,-2 1 0-16,0-1 0 0,-2 1 0 0,3-1 0 15,-2 0 0-15,0 0 0 0,0 2 0 16,-1-2 0-16,-2 1 0 0,2 1 0 0,0 0 0 15,0 0 0-15,-2-1 0 0,1 4 0 0,-3-4 0 16,5 3 0-16,-4-2 0 0,2 1 0 0,-1 0 0 16,-1-1 0-16,2 1 0 0,-2-1 0 15,0 1 0-15,2-1 0 0,-4 2 0 0,2-3 0 16,1 3 0-16,-3-2 0 0,2 2 0 16,-2 0 0-16,0-1 0 0,0 2 0 0,2 1 0 15,-2 1 0-15,3 1 0 0,1 0 0 16,-3-1 0-16,1 0 0 0,0 1 0 0,4 1 0 15,-2-3 0-15,-3 2 0 0,5 0 0 0,-2-2 0 16,-1 2 0-16,2 0 0 0,1-2 0 0,0 3 0 16,-3-3 0-16,2 2 0 0,-1 0 0 15,3 0 0-15,-2-1 0 0,-1 1 0 0,2 0 0 16,-1 1 0-16,0-2 0 0,0 0 0 0,-2 3 0 16,2-2 0-16,-2 0 0 0,2 2 0 15,-1-1 0-15,-1-1 0 0,2 0 0 0,-2 0 0 16,1 0 0-16,-2 0 0 0,2-2 0 15,-2 0 0-15,0 3 0 0,-1-1 0 0,1-1 0 16,2-1 0-16,-1 0 0 0,-2 0 0 0,3 0 0 16,-1-1 0-16,-1 0 0 0,3 0 0 0,0 0 0 15,-2-1 0-15,1 1 0 0,2-2 0 16,-1 0 0-16,0 3 0 0,1-1 0 16,1-2 0-16,-1 2 0 0,1 0 0 0,1 0 0 15,-2-2 0-15,3 3 0 0,-2 0 0 16,0-2 0-16,0 1 0 0,2-2 0 0,-2 1 0 15,-1 1 0-15,3-2 0 0,-2 0 0 0,1 2 0 16,0-2 0-16,0 0 0 0,1 0 0 0,0 0 0 16,-1 2 0-16,2-3 0 0,-1 2 0 15,1-1 0-15,1-1 0 0,-1-1 0 0,4 2 0 16,-2-3 0-16,0 2 0 0,1-4 0 16,2 2 0-16,0-3 0 0,-2 2 0 0,3 0 0 15,-3-2 0-15,5-1 0 0,-5-2 0 0,2 2 0 16,0-2 0-16,-1 3 0 0,2-2 0 15,-3-2 0-15,5 2 0 0,-5-1 0 0,2 2 0 16,1-2 0-16,1 0 0 0,-3-1 0 0,0 0 0 16,2 1 0-16,0-1 0 0,-1-2 0 0,2-1 0 15,0 1 0-15,0-1 0 0,0 0 0 16,-1-1 0-16,3 1 0 0,0 0 0 0,2-2 0 16,-3 1 0-16,2 1 0 0,1-2 0 15,0 1 0-15,-2-1 0 0,3 0 0 16,0 0 0-16,1 0 0 0,0-3 0 0,1 3 0 15,1-3 0-15,-2-1 0 0,1-1 0 0,3-1 0 16,0 1 0-16,-1-2 0 0,1 0 0 0,0 0 0 16,0 0 0-16,0 0 0 0,-2 1 0 15,2 1 0-15,0-1 0 0,0 3 0 0,0-2 0 16,-1 1 0-16,1 1 0 0,-2 3 0 0,2-3 0 16,0 2 0-16,-2 0 0 0,0-1 0 15,1 2 0-15,-3-3 0 0,3 2 0 0,-1-1 0 16,1-2 0-16,-1-1 0 0,0 1 0 15,1-2 0-15,-2 1 0 0,0-2 0 0,0 0 0 16,0 1 0-16,-2-1 0 0,-2 0 0 0,1 2 0 16,-1 0 0-16,-3-1 0 0,0 0 0 0,0-1 0 15,-3 2 0-15,-3-1 0 0,2 1 0 16,-3-2 0-16,-4 1 0 0,0 0 0 0,-2-1 0 16,-2 0 0-16,-4 2 0 0,-1-1 0 15,-3 3 0-15,-3-2 0 0,-7 5 0 0,-3-3 0 16,-6 0-213-16,-5 0-365 0,-4 1-367 0,-2-3-482 15,-4-2-560-15,1 1 51 0,-4 2 1049 16</inkml:trace>
  <inkml:trace contextRef="#ctx0" brushRef="#br5" timeOffset="-97477.47">24184 11266 28 0,'-5'0'284'0,"2"0"197"16,0 0 224-16,0-1 54 0,-2 0-70 0,2 1-52 16,-2-2-68-16,2 0-53 0,2 2-29 15,-3-1-30-15,4 1-55 0,-1 1-68 0,1-1-48 16,0 0-46-16,-2 0-60 0,2 0-56 16,0 0-36-16,0 0-22 0,0 0-11 0,0 0-8 15,0 0-3-15,2 0-4 0,-2 0-2 0,0 0-4 16,1 0-1-16,-1 0-4 0,0 0-3 0,2 0-5 15,-2 0-4-15,0 2-4 0,0-2-4 16,2 0-4-16,-2 0-2 0,0 2-3 0,1-2 1 16,2 0 4-16,2 1 4 0,-1 0 2 0,1-1 4 15,2 2 3-15,2-1 2 0,0-1-1 16,1 2 2-16,3-2 0 0,1 1 0 0,0 0 2 16,2 1-1-16,2-1-3 0,-1 3-2 15,2-3-1-15,0 2-2 0,1 0 0 0,2 0-2 16,-1 0-2-16,4 1 1 0,-1 0-2 15,1 1-1-15,4-3 0 0,-4 2 1 0,2-2-1 16,2 2 1-16,-1-2-1 0,0 0 0 0,2-1-3 16,-1 1-1-16,1-1-1 0,-2-1 3 0,1 2 0 15,1-2 1-15,-3 0 0 0,-2 0 1 16,2 0-3-16,-2 0 0 0,-1 0-2 0,-2 1-3 16,-3 1 0-16,2 1 0 0,-4-2 0 15,2 3 0-15,-2-2 0 0,-2 3 0 0,0-3 0 16,0 1 0-16,-1 2 0 0,-1-2 0 0,-1-1 0 15,1-1 0-15,0 1 0 0,-1-2 0 16,1 0 0-16,0 0 0 0,-1 0 0 0,1-2 0 16,-1 1 0-16,-1-1 0 0,1 2 0 0,-2 0 0 15,-2 0 0-15,2 0 0 0,-1 2 0 16,-1-1 0-16,-1 1 0 0,-1 1 0 0,2-2 0 16,0 2 0-16,-3 0 0 0,-1-1 0 0,1 0 0 15,0 1 0-15,-1-1 0 0,1-1 0 16,-2-1 0-16,2 3 0 0,-2-3 0 15,1 0 0-15,-1 0 0 0,2 0 0 0,-3 0 0 16,3-3 0-16,-2 3 0 0,2 0 0 0,-2-1 0 16,2 1 0-16,0-1 0 0,-2 1 0 0,3 0 0 15,-3 0 0-15,1 0 0 0,-3 0 0 16,2 0 0-16,1 0 0 0,-1 0 0 0,0 0 0 16,0 0 0-16,2 0 0 0,-2 0 0 15,2-1 0-15,-1 1 0 0,1 0 0 0,0-3 0 16,3 3 0-16,-4-2 0 0,1 2 0 0,2 0 0 15,-4 0 0-15,0 0 0 0,0 0 0 16,2 0 0-16,-2 0 0 0,-2 0 0 0,1 0 0 16,0 0 0-16,-1 0 0 0,-1 0 0 0,0 0 0 15,2 0 0-15,-2 0 0 0,2 0 0 16,-2 0 0-16,0 0 0 0,0 0 0 0,0 0 0 16,0 0 0-16,0 0 0 0,-2 0 0 0,0 2 0 15,-3-2 0-15,1 3 0 0,-9-1 0 16,0-1-110-16,-5 2-277 0,-6-1-298 0,0 2-407 15,-8-3-525-15,-4 2-494 0,0-2 525 16,-2 2 1049-16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1-08T08:02:04.978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7030A0"/>
    </inkml:brush>
    <inkml:brush xml:id="br3">
      <inkml:brushProperty name="width" value="0.05292" units="cm"/>
      <inkml:brushProperty name="height" value="0.05292" units="cm"/>
      <inkml:brushProperty name="color" value="#00B0F0"/>
    </inkml:brush>
    <inkml:brush xml:id="br4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28598 2413 140 0,'-1'1'374'0,"-4"4"195"0,4-5 175 16,-2 0-79-16,1 2-96 0,2-2-26 0,-2 0-28 15,2 0-48-15,-1 0-57 0,-1 0-86 0,0 0-56 16,2 0-43-16,0 0-26 0,0 0-7 16,2 3-7-16,0-3-14 0,-2 0-27 0,1 1-29 15,-1-1-30-15,2 0-26 0,-2 0-20 0,2 2-14 16,-2-2 0-16,3 1 4 0,-3-1-3 0,1 0 1 15,4 1-2-15,-4 2 1 0,2-3-7 0,1 2-7 16,1-2 1-16,-2 2-1 0,2 0 2 16,-2-1 3-16,3 2 0 0,-2-1 3 0,0 0 0 15,1 1 0-15,1 0-1 0,-1-1-3 0,2 1 0 16,0 1-2-16,-2-1 0 0,1 0 0 0,0 1 0 16,2 0 1-16,-2-2 1 0,2 2 1 15,-1-3 0-15,-1 2 0 0,3 0 2 0,-1-2-1 16,1 1 1-16,1 1-2 0,-2-1 0 0,4-2-2 15,-2 3-1-15,0-2-2 0,0 2-1 16,0-2-1-16,0 2-1 0,0-1-2 0,0 0-1 0,-2 1 0 16,2-2 0-16,0 1-1 0,0 0 1 0,-2-1 2 15,2 0 0-15,1 1 1 0,-2-2-2 16,1 1 1-16,1-1-1 0,0 0 0 0,0 0-2 16,2 0 0-16,-4 0 1 0,4-1-1 15,0 1-2-15,-2 0 2 0,1 0-2 0,-1 0 0 0,3 0 4 16,-2 0 3-16,0 1 0 0,1-1 0 0,0 0-1 15,-1 3 1-15,1-3-4 0,0 2-4 16,1-1-1-16,-1 1 1 0,-1-1-1 0,1 1-1 16,-2-1 0-16,1 1 0 0,1-2 1 0,0 1 0 15,-1 1 1-15,0-2 0 0,2 1-5 0,-1-1-2 16,0 2-1-16,0-1-1 0,0-1-1 0,1 0 0 16,-1 1 3-16,1-1 3 0,0 0 2 15,0 2 0-15,1 0 0 0,-1-2 0 0,-1 1 1 16,2 0 0-16,0-1-1 0,-1 2 1 15,-2 0 0-15,1-1 0 0,1 0 0 0,1 1 0 16,-1 0-1-16,-1-1 1 0,2 0 1 0,0-1-2 16,-2 5 1-16,2-5 0 0,1 0-1 0,-2 0 1 15,2 0-1-15,-2 0 1 0,2 0-1 0,-4 0 0 16,1 0 1-16,1 0 0 0,-1 0-1 0,-1 0 0 16,1 2 2-16,0-2-2 0,-2 0 1 15,2 3-1-15,-2-2 1 0,1 2 1 0,0-2-1 16,2 2-1-16,-3-3 0 0,3 2 0 0,-1 0 0 15,2-2 4-15,0 2 1 0,-1-1 3 0,2-1 0 16,-1 0 1-16,1 1-1 0,-2 1-2 16,2-2-3-16,0 2-1 0,-2-1 0 0,-1 0 0 15,3 2-1-15,-2 0 1 0,0-1-1 0,1 1-3 16,-1 0-4-16,0-2 0 0,0 2-1 0,-1 0-1 16,3 0 0-16,-4-2 4 0,2 3 2 0,-1-2 2 15,2 0 2-15,-1 0-1 0,-1-1 1 0,2 0 1 16,0-1-1-16,0 2 0 0,0-2-1 0,2 0 2 15,-1-2-1-15,3 2-1 0,-3-1 1 0,1 0 0 16,0 1-1-16,-1-2 1 0,1 0-1 0,-2 1 0 16,2 1 1-16,-3-1-1 0,3 1 1 0,0 0 0 15,1-2-1-15,-2 0 1 0,2 2 0 0,-1-1 0 16,2 0-1-16,0-1 0 0,-1 1 0 16,0-1 5-16,0 1 1 0,1-1 1 0,-1 1 1 0,2-2 0 15,-3 0 0-15,1 1-5 0,0 1-2 16,0-1-2-16,-2 1 0 0,1-1 0 0,-1 2 0 0,-1 0 1 15,2 2 1-15,0-2 0 0,-3 1 1 0,2 1 0 16,0-1 0-16,1 1-1 0,-1 1 0 0,1 0 1 16,-1-2-5-16,1 1-3 0,1-1-1 0,-1-1-2 15,0 0 1-15,1 0-1 0,1-1 5 16,-1-1 2-16,2 1 2 0,0-4 1 0,0 2 0 16,-2-1-1-16,3 0 1 0,-3-1 0 0,-1 0 1 15,-1 0-1-15,-2 3 0 0,-1-1 0 0,-1 0-1 16,-2 1 1-16,1-3-1 0,-5 5 0 0,3-1-1 15,-1 1 1-15,-3-1 0 0,2 1-2 0,-1 0 1 16,-2 0-1-16,0 0 1 0,-1 0 0 0,0 0 3 16,-1 0 3-16,-1 0 1 0,3 0 0 0,-4-2 0 15,0 2 0-15,0-2-5 0,0 1-6 0,0 0-10 0,0-1-16 16,0 0-22-16,-4 0-53 0,-1-2-80 16,1 0-146-16,-1 1-253 0,-4 0-312 0,1 0-379 15,0 2-332-15,-2-2-46 0,-2 1 655 0</inkml:trace>
  <inkml:trace contextRef="#ctx0" brushRef="#br0" timeOffset="31806.32">1244 1694 372 0,'8'-4'968'0,"-4"0"350"16,1 1 13-16,-5 3-214 0,0 0-398 16,0 0-246-16,0 0-122 0,0 0-73 0,0 0-64 15,0 0-67-15,0 0-41 0,0 0-29 16,0 0-25-16,5 3-13 0,0 5-6 0,-2 5 1 15,-1 6 6-15,-1 7 6 0,2 5 7 0,-3 7 0 16,0 5-2-16,0 6 0 0,-3 4-8 0,0 4-8 16,0 3-5-16,-2 1-10 0,0 2-6 0,0-1-7 15,-1 0-3-15,0-2-2 0,-2-2-4 16,3-5 2-16,-1-5 1 0,2-4-2 0,1-7-1 16,-1-7-1-16,1-5-1 0,1-4-2 15,1-7 0-15,-1-1-1 0,2-3 1 0,0-10-6 16,0 0-12-16,3-10-17 0,0-5-24 0,2-9-44 15,-4-4-79-15,2-7-127 0,-1-2-210 16,-4-2-293-16,1-3-340 0,-7-3-346 0,2-3-118 16,-4 1 463-16,-2-4 694 0</inkml:trace>
  <inkml:trace contextRef="#ctx0" brushRef="#br0" timeOffset="32222.91">1013 1339 95 0,'2'-9'659'0,"1"3"467"16,-2 1 149-16,-1 5-76 0,0 0-343 15,0 0-295-15,5-4-167 0,-5 4-98 0,0 0-64 16,0 0-62-16,5-2-65 0,1 0-23 0,-1 4-13 16,3 0 1-16,3 4 3 0,1 3 7 0,3 5 3 15,2 4-16-15,1 3-11 0,2 6-9 16,0 2-8-16,3 5-7 0,-1 1-7 0,2 3-3 15,-1-1-4-15,-2 0-5 0,1-1-3 0,0-3-3 16,-1-5 0-16,-1-1-1 0,1-4 0 0,-4-4 0 16,1-3 1-16,-4-4 2 0,2-1 0 0,-5-4 1 0,1-1 3 15,-2-5 2-15,1-2 4 0,0-4 3 0,0-4 3 16,-1-7 0-16,2-3-2 0,-1-3-2 0,-1-6-3 16,2-3-5-16,-2-2-2 0,1-4-3 0,-3-5-2 15,-2-1-2-15,-1-2-1 0,-2-2-1 0,-1-3-2 16,1 2-1-16,-1 0 0 0,0 3 0 0,0 3-1 0,0 6 0 15,-1 7 0-15,1 4 0 0,-1 6 0 0,1 3-1 16,-2 3-1-16,0 5-1 0,2 1 0 0,-1 6 1 16,2 1-2-16,2 3 0 0,-2 3-7 0,2 5-13 0,1 2-22 15,2 3-34-15,-1 5-79 0,-1-1-112 0,5 4-180 16,-2 0-288-16,3 3-335 0,3 0-376 0,1 1-163 16,3-1 290-16,0 3 693 0</inkml:trace>
  <inkml:trace contextRef="#ctx0" brushRef="#br0" timeOffset="32523.1">2042 2110 701 0,'-8'3'1552'0,"0"-3"115"0,2 1-321 15,0-1-355-15,1 0-459 0,4 2-264 0,-1-2-124 16,0 0-60-16,2 3-29 0,2-3-7 0,3 0-4 0,6 2-3 16,0-2 1-16,6 3 4 0,2-2-2 15,3 1-8-15,5-2-7 0,0-2-8 0,4 2-5 0,3-1-9 16,-1-2-2-16,2 1-1 0,3-3-3 16,0 4-2-16,0-2-2 0,-2 3-5 0,-1 0-13 15,-2 0-30-15,-4 3-74 0,-4 3-105 0,-6-4-180 0,0 5-292 16,-8-1-340-16,-2-1-377 0,-4 1-191 0,-3-3 266 15,-6-2 698-15</inkml:trace>
  <inkml:trace contextRef="#ctx0" brushRef="#br0" timeOffset="32822.18">2376 1881 377 0,'0'-5'890'0,"0"0"288"15,0 3-22-15,3 0-293 0,0-1-321 0,3 0-228 16,2 2-85-16,4-1-36 0,3 1-26 0,1 1-18 15,6 0-20-15,0 1 15 0,1 1-24 0,4-1-13 16,-2 2-8-16,3 0-4 0,1 1-6 0,-1 2-36 16,0 0-19-16,-1 2 3 0,-1 1 3 0,-1 2 9 15,-1 1 3-15,-2 0 8 0,-3 3 9 16,0 1-7-16,-5 0 1 0,0 3-1 0,-4 0 4 16,-2 0-4-16,-4 3-3 0,-4 0-6 0,-4 1-7 15,-2 3-8-15,-4-3-13 0,-3 4-6 0,-4 2-5 16,-2-2-12-16,-2 4-3 0,-2-4-4 0,-1 3-1 15,-1-3-4-15,4 0-3 0,-1-3-2 0,2-3-16 16,2-2-35-16,2-5-78 0,3-3-150 0,3-4-267 16,3-2-310-16,4-4-375 0,6-1-389 0,6-3-43 15,3-3 704-15</inkml:trace>
  <inkml:trace contextRef="#ctx0" brushRef="#br0" timeOffset="33472.47">3771 1857 419 0,'-2'0'851'0,"-1"0"263"0,1 0-17 15,2 0-324-15,0 0-311 0,2 1-152 16,1 1-77-16,3 2-6 0,2 2-3 0,3 5 40 15,3 2 15-15,1 0-41 0,3 6-30 0,2 0-37 16,2 5-13-16,1 2-40 0,-1 0-23 0,-1 5-12 16,1-1-15-16,0 1-11 0,-4 0-11 0,2-4-11 15,-2 2-11-15,-1-2-7 0,-4-2-6 16,1-2-2-16,-3-2-7 0,0-1 1 0,-3-4 1 16,-3 1 1-16,0-5 4 0,-2-2 3 0,0-1 3 15,1-3 8-15,-4-1 7 0,0-4 2 0,-2-2 3 16,-2-4-1-16,-2-5-4 0,0-7-7 15,-4-5-10-15,-1-8-8 0,3-6-6 0,0-7-5 16,-1-3-1-16,4-4-3 0,5 0 2 0,0-1 3 16,5 2 1-16,4 2 1 0,-1 3 0 0,2 6 1 15,5 6 1-15,-2 3-1 0,4 6 1 0,-2 3 1 16,2 3 0-16,1 6 1 0,0 3 0 0,1 2 0 16,1 4 1-16,-2 4 0 0,-2 4-1 15,3 1 1-15,-2 4 0 0,-2 2 0 0,-1 1 0 16,0 2-1-16,-2 4-1 0,0-1-1 15,-3 4 0-15,0 1-2 0,0-2 0 0,-1 3-1 0,-2-4 0 16,1 2-2-16,-1-3-9 0,0-1-15 0,0-2-25 16,-1-4-48-16,0-1-71 0,1-5-75 0,2-2-124 15,0-5-165-15,0-3-238 0,4-3-269 16,0-3-205-16,-1-1-123 0,4-4 290 0,1 1 494 16</inkml:trace>
  <inkml:trace contextRef="#ctx0" brushRef="#br0" timeOffset="33738.3">4656 1946 31 0,'17'4'296'0,"1"3"275"0,-3 5 333 16,0 1 105-16,-3 3-138 0,1 3-87 0,-2 5-74 15,2 2-117-15,-2 2-128 0,1 2-114 16,-2-2-71-16,1 2-75 0,0 1-67 0,2-4-39 16,2 1-26-16,-2-5-13 0,6-1-14 0,-1-3-14 15,2-3-12-15,4-6-7 0,-2-2-6 16,3-8-4-16,0-8-2 0,1-2 0 0,-1-8 0 16,-4-6-4-16,1-4-2 0,-2-3-1 0,-4-3 0 15,-3-3 5-15,-7 2 8 0,-1-3 17 0,-7 1 12 16,-4-3 8-16,-6 3 7 0,-6-1 1 0,-7 3-6 15,-5-1-6-15,-4 3-6 0,-2 4 3 16,-3 5-6-16,1 6-6 0,0 6-4 0,1 6-4 16,2 8-7-16,4 4-7 0,4 5-5 0,3 6-2 15,5 4-11-15,7 5-19 0,4-1-39 0,6 4-82 16,5-2-149-16,5 0-268 0,5-2-318 16,9-1-394-16,3-3-415 0,5 0-25 0,5-3 728 15</inkml:trace>
  <inkml:trace contextRef="#ctx0" brushRef="#br0" timeOffset="34371.93">5491 1767 13 0,'-8'0'517'0,"0"2"495"0,-1-2 251 16,2 0-41-16,-1 0-237 0,3 1-307 0,2 0-212 15,0-1-120-15,0 2-74 0,0-1-60 16,0-1-91-16,3 2-53 0,0-2-32 0,0 1-21 15,0-1-11-15,6 1-6 0,-2 1-3 0,3 0 0 16,4 1 1-16,3-2 4 0,1 2 3 0,2 2 0 16,2-3 1-16,0 3 0 0,3 0 1 0,0-1-1 15,0 0-2-15,2 1 1 0,-2 0-1 0,-3 1 1 16,-2 0 4-16,-2-2 10 0,0 2 10 16,-5 0 9-16,-2 2 9 0,0-1 9 0,-5 3 1 15,-5 2-2-15,-1 4-6 0,-6 0-6 16,-1 4-7-16,-4 2-5 0,0 1-2 0,-5 4-2 0,3-1-1 15,-3 4-3-15,1-3-1 0,1 2-4 16,1-1-5-16,2-2-5 0,3-2-3 0,3-1-3 16,2-4-2-16,3-1-1 0,1-3-1 0,4 1 0 15,4-5-2-15,3-2 1 0,6 0 0 0,5-5-4 16,4 0-14-16,4-6-29 0,4-1-81 0,4-4-105 16,4-4-196-16,3-1-297 0,1 0-348 15,0-3-392-15,2 0-157 0,-3-1 294 0,-1 2 740 16</inkml:trace>
  <inkml:trace contextRef="#ctx0" brushRef="#br0" timeOffset="35154.99">6166 2271 22 0,'-2'11'541'0,"4"1"500"15,-2-5 212-15,0-1-93 0,0-2-358 0,2-1-307 16,-2-1-167-16,1-4-50 0,2 1-24 0,3-7-16 16,-3-3-20-16,4-8-29 0,1-4-47 0,3-6-54 15,0-6-32-15,2-4-21 0,2-4-12 16,0 0 0-16,2-3 4 0,-1 0 4 0,1 3 1 16,-2 4 1-16,0 5 2 0,-5 4 0 0,1 7-3 15,-5 4-2-15,-1 5-1 0,0 3-2 0,-4 3-7 16,1 8-10-16,-2 7-7 0,0 5-5 0,-3 7-4 15,0 7 0-15,-2 8 9 0,0 3 6 16,2 5 2-16,-2 2 6 0,5 1 1 0,0 2 1 16,0-3-2-16,5 0-2 0,-2-6 0 0,0-1-6 15,4-6-2-15,-1-4-2 0,2-7-2 16,4-4 0-16,-2-4-1 0,4-6-2 0,-1-6 1 0,2-7 1 16,1-7 1-16,0-5-6 0,3-8-2 15,0 0 0-15,0-6-1 0,0-1-1 0,1 1-2 16,-2-1 5-16,-1 2 1 0,-2 4 1 0,0 4 0 15,-5 5 1-15,-2 4 2 0,0 1 0 16,-4 7 1-16,3 2 4 0,-4 3 3 0,0 9 2 0,0 2 2 16,-1 5 4-16,-2 3 0 0,2 5-2 0,-2 4-2 15,0 1 3-15,1 1-1 0,-1 2-2 16,5-4-2-16,-2 0 1 0,0-3-2 0,2-3-6 16,1-2-2-16,2-4-2 0,0-1-2 0,0-5-1 15,3-6-2-15,0-4 2 0,2-6 1 0,2-7-3 16,0-6-1-16,0-6-1 0,3-5 0 15,1-2-2-15,0-2 0 0,1-1 3 0,2-1 3 16,-4 1 0-16,1 4 1 0,0 4 0 0,-5 5 0 16,-1 3-1-16,-1 6 1 0,-2 3-1 15,-2 6 2-15,1 3 0 0,-4 6 1 0,1 7 2 16,-2 4 1-16,-3 6 0 0,1 4 0 0,-2 5 4 16,0 5 1-16,3 0 0 0,-3 4-2 0,6-2-1 15,-3 0-3-15,4-3-21 0,-1-3-37 0,2-5-82 16,1-3-117-16,1-3-222 0,1-4-303 15,1-6-361-15,1-3-387 0,1-5-128 0,1-5 439 16,2-2 746-16</inkml:trace>
  <inkml:trace contextRef="#ctx0" brushRef="#br0" timeOffset="35305.15">7421 2104 228 0,'0'12'1076'0,"-3"6"533"0,-2 1-118 15,-4 7-298-15,-1 2-458 0,-1 0-299 0,-1 1-205 16,-1 3-94-16,3-2-48 0,1-3-33 15,1-1-24-15,3-4-26 0,5-2-83 0,-1-7-100 16,2-5-195-16,1-4-284 0,3-8-329 0,1-4-398 16,3-5-203-16,-1-6 221 0,0-4 747 0</inkml:trace>
  <inkml:trace contextRef="#ctx0" brushRef="#br0" timeOffset="35473.92">7519 1519 115 0,'-6'-17'885'0,"1"10"639"15,-6 7-4-15,2 5-285 0,-1 8-427 0,-2 2-344 16,2 8-211-16,0 1-112 0,1 3-53 0,4 1-31 16,4 0-14-16,1 3-19 0,3-3-11 0,6 1-71 15,-1 2-83-15,2-1-182 0,4-1-277 16,0-2-308-16,3-1-395 0,1-1-242 0,3-3 109 16,0 0 720-16</inkml:trace>
  <inkml:trace contextRef="#ctx0" brushRef="#br0" timeOffset="36039.49">7794 2046 192 0,'-3'4'1161'0,"-2"1"616"16,-3-1-188-16,2 1-370 0,0 1-440 0,1 0-337 15,0 1-212-15,2 1-97 0,1 1-46 16,2 1-27-16,2 1-17 0,3 2-16 0,1-1-10 16,2 0-7-16,3 0-5 0,0-1-4 0,3-3-2 15,1-1-1-15,2-1-1 0,-1-5 0 0,3-2 0 16,-1-5 1-16,2-3 1 0,-1-3-1 15,-2-2 1-15,2-1-1 0,-1-1 1 0,-3 0 0 16,-2 2 0-16,1 2 1 0,-4 2 0 0,-2 2 0 16,-2 3-1-16,2 3 2 0,-3 0-1 0,-2 5 1 15,2 3 1-15,-2 4 2 0,0 2-1 16,-1 4 0-16,-1 3 1 0,-1 2-2 0,3 1-1 16,-1 2 1-16,1 2 0 0,0 0 0 0,0 2 1 15,2 0 0-15,0 1 1 0,1-3-3 0,3-3-1 16,-2-2-1-16,4-3 0 0,1-3-1 0,1-5 0 15,3-6 1-15,-2-4-1 0,4-4 0 16,-2-8-3-16,2-1-8 0,-3-5-4 0,2-3-3 16,-1 0-2-16,0-1 0 0,-3-1 3 0,-1 3 7 15,-1-3 5-15,-1 8 4 0,-1-2 2 16,-1 4 1-16,-2 1-1 0,-1 5 1 0,0-1 0 16,1 3 0-16,-3 2 1 0,2 3 2 0,-2 5 1 15,2 2 1-15,0 3-1 0,0 3 0 0,1 3 0 16,-2 2 1-16,3 4-1 0,-1 3 1 0,1 5-1 15,3 2 1-15,0 1-1 0,1 7 0 16,3 1-1-16,-2 5 5 0,0 0 3 0,1 4 4 16,-2-1 2-16,1 3 6 0,-4-1 8 0,-1 1 5 15,-4-2 5-15,-1 2 2 0,-6-3 4 0,-2-2-1 16,-7-4-3-16,-4-4-6 0,-2-3-6 0,-7-5-5 16,-2-8-6-16,1-5-6 0,-3-6-6 15,2-9-6-15,-1-6-4 0,4-10-14 16,0-9-23-16,1-12-38 0,2-6-81 0,0-10-155 0,6-7-266 15,0-3-331-15,5-4-407 0,5 1-432 16,2 1-21-16,4 5 775 0</inkml:trace>
  <inkml:trace contextRef="#ctx0" brushRef="#br0" timeOffset="37054.67">10049 1207 134 0,'5'-7'499'0,"-1"1"333"16,-2 0 229-16,-1 3-104 0,1-2-250 0,-2 2-158 16,0 0-52-16,0 2-44 0,0-1-71 0,2 2-62 15,-1 0-51-15,1 0-56 0,-2 0-69 0,0 0-55 16,2 0-28-16,-1 0-15 0,-1 0-10 0,0 2-4 16,0-1-7-16,0 1-4 0,0 2 2 0,0 2-2 15,-1 2 4-15,-1 2 3 0,0 5 3 0,-1 0 5 16,1 6-1-16,-1 5-2 0,-1 2-2 0,-1 5 2 15,0 7-3-15,-1-1-6 0,1 9-2 16,-1-1 2-16,-2 4-1 0,3 2-7 16,2 1 1-16,0-1-2 0,0-2-3 0,1-1-5 15,2-5-3-15,3-5-2 0,0-7 0 0,4-4 1 16,1-5 0-16,1-4 1 0,2-7 0 0,5-6 0 0,0-5 0 16,4-8-1-16,0-8-1 0,3-5 0 15,2-9-1-15,-1-5 0 0,4-5-1 0,-2-2-1 16,-1-2 4-16,-1 3 3 0,-2-2 0 0,-2 3 2 15,-2 6 1-15,-1 0 0 0,-6 6-3 16,1 2-1-16,-3 5-1 0,-3 4 0 0,-1 4 1 0,0 0 4 16,-2 5 1-16,-1 0 0 0,-1 4 0 15,-2 2 0-15,-2 0-4 0,-4 6-2 0,-1 2-1 16,-3 5-6-16,0 5-3 0,-3 5-1 0,-2 4-1 16,-2 4-1-16,1 6-1 0,0 2 4 0,3 4 1 15,1 0 1-15,0 1 1 0,5-4-1 0,5-1-2 16,1-5-7-16,4-3-15 0,3-5-16 0,3-3-52 15,6-10-74-15,0-5-116 0,4-6-190 16,1-8-290-16,4-6-354 0,3-6-316 0,-1-5-146 16,2-3 337-16,-2-6 679 0</inkml:trace>
  <inkml:trace contextRef="#ctx0" brushRef="#br0" timeOffset="37587.99">10705 1626 249 0,'2'1'842'0,"-4"0"402"0,2 4 84 0,-2 0-148 15,2 2-351-15,-2 4-282 0,0 2-150 16,2 1-88-16,-2 2-69 0,-1 4-81 0,2 0-50 16,-1 5-36-16,2-1-22 0,2 2-16 0,-1 0-14 15,2-2-7-15,-1-3-13 0,6-1-7 0,0-4-4 16,1-4-3-16,5-3-1 0,1-6 0 0,2-3 6 16,1-6 4-16,3-3 3 0,1-4 2 15,1-5-1-15,-1-4 0 0,2-2 0 0,-2 3 0 16,-2-4-1-16,-1 3 1 0,-4 1 1 0,-3 3 0 15,-1 3 2-15,-3 1 0 0,0 5 0 16,-3 2 0-16,-2 2 0 0,-1 5 0 0,-2 3-1 16,-2 6 0-16,0 4 0 0,-3 5 0 0,-2 7-1 15,1 2 2-15,-1 3-2 0,2 4 1 0,2 2 0 16,-2 1-1-16,4 4 5 0,1-3 2 0,1 1 0 16,2-3 0-16,2-4-1 0,3 0 0 0,2-7-7 15,4-5-1-15,0-4-1 0,2-6-1 16,2-7 1-16,0-4-1 0,1-7-5 0,2-4-7 15,-1-5-5-15,1-2-4 0,-2-4-1 16,2 2-1-16,-1-2 4 0,-4 3 8 0,3 1 5 0,-3 1 3 16,-1 4 2-16,0 2 1 0,-1 2 1 15,-3 5 1-15,3 1-2 0,-4 5 4 0,-1 3-1 16,-2 4 2-16,0 4 2 0,-4 2 2 0,-1 6 2 16,-4 4 0-16,1 5 5 0,-5 1 2 0,0 5 6 15,-3 3 2-15,-3 4 1 0,-4 5 3 0,-3 4-1 16,-2 6 1-16,-4 3-4 0,-2 4-5 0,-1 1-1 15,1-1-6-15,0-4-5 0,5-3-4 16,0-6-5-16,3-7-8 0,3-10-28 0,6-7-76 16,-2-7-86-16,4-9-167 0,3-10-287 0,3-8-338 15,2-11-388-15,0-4-206 0,4-9 121 16,1-7 713-16</inkml:trace>
  <inkml:trace contextRef="#ctx0" brushRef="#br0" timeOffset="37921.08">11679 1664 67 0,'-11'-14'919'15,"-5"0"727"-15,0 5-17 0,-4 2-331 0,-4 4-397 16,0 3-376-16,-1 2-239 0,1 0-107 16,-1 5-57-16,0 1-33 0,4 1-26 0,2 0-23 15,3 0-14-15,2-1-11 0,5 3-6 0,2-4-5 16,3 0-3-16,8 2-3 0,1 0-1 0,5-2 1 15,5 3-1-15,1-3 1 0,6 1 1 16,4-1 1-16,2 1 0 0,2 0 3 0,3 0-1 16,-1 1-4-16,-1 3 2 0,1 0-4 15,-3 3 3-15,-4 5 1 0,-3 1 1 0,-3 2 5 16,-3 5-3-16,-5 1 4 0,-5 5-4 0,-4 2-2 16,-4 1-1-16,-1 2-2 0,-6 1 1 0,-1-2 0 15,-1 3 0-15,-3-2-2 0,0-1-8 0,-2-3-14 16,0-4-40-16,0-2-78 0,2-8-130 0,-2-4-242 15,5-9-302-15,-2-5-370 0,4-6-382 0,1-5-102 16,0-11 534-16,3-4 741 0</inkml:trace>
  <inkml:trace contextRef="#ctx0" brushRef="#br0" timeOffset="38153.62">12033 1152 443 0,'11'-23'1298'0,"-1"7"359"15,-2 5-220-15,-2 5-333 0,0 5-442 16,-1 5-238-16,0 5-165 0,1 6-65 0,-3 8-32 16,0 7-28-16,-3 6-26 0,0 5-23 0,-3 6-20 15,0 9-20-15,-3 2-13 0,0 6-13 0,-2 9-6 16,0 3-6-16,-3 2-3 0,3 2-5 0,1-4-8 16,2-2-18-16,4-8-27 0,-2-10-67 0,0-6-93 15,1-9-195-15,-1-7-289 0,3-7-352 16,-3-9-426-16,1-6-255 0,-1-6 196 0,0-9 841 15</inkml:trace>
  <inkml:trace contextRef="#ctx0" brushRef="#br0" timeOffset="38321.3">11911 1628 83 0,'-10'-29'851'0,"2"5"739"16,-2 4 35-16,2 4-324 0,0 5-434 15,4 2-376-15,0 2-223 0,3 1-133 0,1 2-65 0,3 4-35 16,5 0-17-16,3 4-8 0,3 1-6 0,3-2-4 15,4 4-2-15,1 0 0 0,4 3-24 0,-3-2-77 16,2 3-110-16,1-1-188 0,-1 0-286 16,2 4-345-16,1 0-378 0,1 1-160 0,3 0 316 15,-1-2 686-15</inkml:trace>
  <inkml:trace contextRef="#ctx0" brushRef="#br0" timeOffset="38871.01">12716 1671 323 0,'-8'-5'860'15,"-1"-1"360"-15,-1-2 99 0,-1 2-189 0,-3 1-314 16,3-1-246-16,-3-2-145 0,1 2-85 0,0 2-85 16,-4 0-86-16,4 2-52 0,-4 2-32 15,-2 3-27-15,0 3-14 0,0 6-13 0,-3 2-3 16,1 9 0-16,1 4-1 0,0 6-1 0,2 7-3 15,1 3-4-15,2 3-5 0,3 3-6 0,2 0-3 16,5-2-5-16,2-4 0 0,6-3-2 0,2-7-1 16,5-7 0-16,6-5 1 0,1-10 1 15,2-6 1-15,5-8 1 0,2-7 1 0,1-8-3 16,0-6-2-16,0-7-2 0,0-1-4 0,0-5 1 16,-5 0-1-16,0-2 2 0,-6 2 3 0,-2 0 2 15,-3 4 3-15,-3 1 1 0,-3 5 1 0,-3 3 1 16,-2 2 1-16,-3 8 0 0,-4 3 0 0,-1 7 3 15,-3 4 2-15,-2 7 4 0,2 5 3 16,-4 5 1-16,0 8-1 0,1 5-2 0,3 3-3 16,1 3-5-16,1 1-4 0,1 2-3 15,7 1-2-15,-1-3-2 0,5 1-2 0,2-4-8 16,6-2-21-16,-2-6-58 0,4-2-96 0,1-5-222 16,1-1-287-16,3-4-365 0,0-3-456 0,-1-4-314 15,2-1 308-15,0-2 964 0</inkml:trace>
  <inkml:trace contextRef="#ctx0" brushRef="#br0" timeOffset="39637.83">12977 1178 240 0,'6'-14'801'0,"1"0"405"0,-4 2 64 0,0 3-193 16,-1 5-316-16,-1 0-230 0,-1 8-152 0,0 2-80 15,-1 7-55-15,-1 2-49 0,-1 9-51 0,1 7-32 16,-1 8-14-16,0 8-11 0,0 5-2 0,-2 9-11 15,2 3-10-15,0 5-11 0,0 2-13 0,1 1-7 16,2-3-10-16,2-6-5 0,1-7-4 0,5-5-5 16,3-8-1-16,2-9-8 0,2-7-4 15,3-7-1-15,2-8 0 0,2-9 1 0,-1-7 2 16,3-10 3-16,1-6 2 0,0-6 0 0,2-6 0 16,-3 0 1-16,1 0-2 0,-3 0 0 0,-1 3-1 15,-5 4-1-15,-2 4 1 0,-5 4-1 0,-1 4-1 16,0 4 1-16,-2 5 0 0,-3 2 0 15,-1 6 2-15,0 7 1 0,-2 5 0 0,-2 5 2 16,0 5-2-16,-1 4 0 0,-1 3-2 0,-1 3 0 16,4 1 0-16,-3-1-2 0,4 0 0 15,0 0-1-15,0-3-1 0,2-1-2 0,1-4 0 16,2-2-2-16,1-5 0 0,0-5-4 0,4-4-16 16,-2-5-34-16,1-5-78 0,-2-6-107 0,-1-7-184 15,0-5-300-15,2-5-348 0,-3-5-373 0,-2-2-160 16,0-6 278-16,-3-2 701 0</inkml:trace>
  <inkml:trace contextRef="#ctx0" brushRef="#br0" timeOffset="39805.78">13326 1328 121 0,'2'-11'718'0,"1"3"453"0,-3 4 102 0,2 2-76 16,1 4-331-16,0 2-305 0,1 4-170 0,0 1-93 15,1 3-57-15,-1 1-70 0,1 0-78 0,0 5-44 16,0-4-25-16,3 1-13 0,1-1-9 0,-1-1-14 15,3-2-74-15,2-3-92 0,0-4-184 0,2-4-282 16,1-2-318-16,1-4-380 0,1-3-186 0,1-4 196 16,1-4 698-16</inkml:trace>
  <inkml:trace contextRef="#ctx0" brushRef="#br0" timeOffset="40037.78">13920 825 281 0,'-2'14'1072'0,"-1"5"494"0,1 0-84 16,0 5-278-16,1 0-471 0,-1 4-280 16,4 1-160-16,-1 2-88 0,1 1-51 0,1 3-37 0,4 1-27 15,-1 3-19-15,3 1-21 0,-1 4-17 16,2-1-12-16,-2 3-7 0,1 1-5 0,-1 3-3 16,0 1-3-16,1 3-1 0,-2 2 1 0,-1 2-3 15,-1 0-1-15,1 4-8 0,-1-2-18 0,0-2-31 16,-4-1-77-16,-2-2-84 0,-4-5-152 0,0-2-217 15,-3-6-318-15,0-5-350 0,-4-1-207 0,-2-8-13 16,-2-5 528-16,0-4 552 0</inkml:trace>
  <inkml:trace contextRef="#ctx0" brushRef="#br0" timeOffset="40253.47">13649 1732 100 0,'-3'-36'766'16,"3"4"689"-16,-2 7 111 0,2 5-274 0,0 3-433 15,2 2-354-15,1 3-173 0,2 3-131 0,6 0-65 16,0 3-32-16,6-1-16 0,3 2-22 0,3 2-20 16,2 0-17-16,5 2-13 0,2-3-8 0,3 3-5 15,1-1-3-15,2 2-9 0,2-1-53 0,-4 1-82 16,0 1-176-16,-1 2-271 0,-3 1-321 0,0 0-405 16,-6 2-335-16,-2 0 64 0,-5 3 789 0</inkml:trace>
  <inkml:trace contextRef="#ctx0" brushRef="#br0" timeOffset="41489.48">14523 1744 259 0,'0'-9'819'0,"0"1"401"0,-4 1 113 15,-1 1-162-15,0 2-341 0,1 1-267 0,-3 1-170 16,-4 4-92-16,3 1-83 0,-3 3-83 0,0 3-48 16,0 4-30-16,3 6-6 0,2 4-9 0,-2 5-5 15,3 8-2-15,5 2-2 0,0 3-4 16,4 0-2-16,3 2-3 0,1-4-3 0,3-3-6 16,6-6-3-16,1-6-1 0,4-7-8 0,3-4-3 15,2-9 0-15,2-10 0 0,1-6 0 0,-2-8-1 16,-1-6 1-16,0-6 1 0,-2-4-1 0,-3-1 2 15,-6-1 0-15,-2-1 0 0,-6 3 2 16,-4 1 0-16,-6 3 2 0,-4 5-1 0,-6 2-1 16,-5 2 1-16,-6 3-1 0,-3 4-2 0,-4 4 0 15,0 4-3-15,-3 6-5 0,-2 3-6 0,2 4-14 16,0 3-21-16,1 3-74 0,5-1-109 16,1-1-230-16,5-2-290 0,2-2-344 0,4-5-427 15,5-5-179-15,2-3 404 0,4-6 830 0</inkml:trace>
  <inkml:trace contextRef="#ctx0" brushRef="#br0" timeOffset="41671.08">14668 1137 592 0,'-4'1'1453'0,"-1"5"171"0,-1 0-281 16,0 2-315-16,-2 3-496 0,2 0-283 0,1 3-129 15,0-1-57-15,3 4-30 0,2-2-10 0,2-1-5 16,1 3-7-16,4-4-48 0,1 0-70 0,2 0-148 15,0-2-282-15,1-3-301 0,2 2-363 0,0-2-295 16,-1 0-24-16,-1-1 639 0</inkml:trace>
  <inkml:trace contextRef="#ctx0" brushRef="#br0" timeOffset="42088.25">15077 1549 245 0,'-3'4'1161'0,"1"1"540"16,-2-2-152-16,0 2-329 0,-1-2-460 0,2-1-308 16,-2 4-200-16,-1 0-93 0,0 5-49 0,0 2-34 15,-1 1-21-15,-1 7-16 0,1 3-10 16,0 4-7-16,1 3-6 0,1 1-5 0,2 0-4 16,1 3-3-16,2-2-2 0,3-1-2 0,2-1-2 15,3-5-2-15,3-1 1 0,0-2-2 16,4-3 1-16,3-3-1 0,1-4 1 0,2-2 0 15,1-2-4-15,2-2-4 0,-2-2-3 0,3-1-1 16,-1-1-1-16,-2 0 1 0,-1-3 4 0,-1 0 5 16,-1-1 4-16,-3-2 3 0,1-3 1 0,-1-1 2 15,-2-5-1-15,-2 1 2 0,2-6 0 16,-5-1 1-16,3-1 1 0,-3-2 5 0,0-4 5 16,-1 2 8-16,0-4 5 0,-2 1 7 0,1-2 4 15,-2-2 1-15,-1-4 0 0,-2 2-4 0,0-1-5 16,-2-2-6-16,-2 1-6 0,0-2-6 0,-1 3-4 15,-2 0-4-15,2 3-2 0,-2 3-1 0,-1 3-3 16,2 2-2-16,-1 6-9 0,1 4-17 0,1 3-28 16,0 2-68-16,1 2-110 0,2 5-251 0,2 5-300 15,1 2-379-15,4 4-459 0,1 1-209 16,2 0 483-16,3 1 917 0</inkml:trace>
  <inkml:trace contextRef="#ctx0" brushRef="#br0" timeOffset="43821.29">17030 1477 57 0,'1'0'473'0,"1"-1"384"0,-2-1 250 0,1 1-25 16,-1-1-306-16,0 2-200 0,0 0-68 0,0 0-50 15,-1 0-77-15,-1 0-73 0,1 0-50 0,-3 0-53 16,-1 2-82-16,1-1-58 0,-4 2-18 0,-1 2-11 16,-1 1-3-16,-2 1-2 0,-1 2-6 15,-1 1-1-15,1 4-4 0,-3-2-2 0,3 1-8 0,2 3-4 16,-1-3-1-16,2 1-3 0,4-1-2 15,1 1-1-15,-1-1-1 0,6-1-1 0,0 2 0 16,4-1 2-16,1 1 1 0,2-1 0 0,2 1-1 16,2-1 2-16,2 2 0 0,-2 0-1 15,5-1 0-15,-3 1 0 0,2-1 0 0,-4 3-1 16,3-3 2-16,-2 2 1 0,-4-1 0 0,1 2 0 16,-5-2 1-16,1 2 2 0,-3-2-1 0,-2 1-1 15,-2 0-1-15,-1-2 0 0,-2 1-1 0,-2-2-1 16,0-1 0-16,-4-1-1 0,0-3 1 15,0 0-5-15,-2-3-18 0,-1-2-39 0,-2-6-72 16,1 1-105-16,-1-7-176 0,0-1-298 0,0-5-321 16,0-3-323-16,3-5-174 0,-4-4 263 15,3-2 644-15</inkml:trace>
  <inkml:trace contextRef="#ctx0" brushRef="#br0" timeOffset="44005.76">16778 1300 432 0,'8'-4'1323'0,"-3"2"326"0,-2-3-236 0,2 3-319 16,-1 1-491-16,-1-2-275 0,-1 3-165 15,-2-1-75-15,3 1-40 0,-1 0-21 0,1 0-14 0,0 4-8 16,2-3-2-16,0 1-3 0,4 3-2 16,-2-3-26-16,1 4-73 0,-2-1-113 0,1 1-180 15,2 0-291-15,-3 1-334 0,2 0-344 0,0 2-163 16,-2 0 314-16,0 2 646 0</inkml:trace>
  <inkml:trace contextRef="#ctx0" brushRef="#br0" timeOffset="44723.63">17143 1650 4 0,'3'0'455'0,"1"2"435"0,-3 0 251 16,2 0-20-16,-1-1-323 0,-2 0-286 0,3 3-183 15,-1-2-82-15,0 5-17 0,2 0-13 0,1 4-25 16,-1 1-27-16,1 3 23 0,0 1-19 0,2 2-31 15,-1 2-22-15,1 2-11 0,0 0-13 16,-1 2-40-16,-1-1-22 0,3-1-9 0,-4 2-11 16,3-4-6-16,-1-1 0 0,-1-1-4 15,0-2 0-15,-1-2-2 0,1-5 0 0,0-1 1 0,-2-2-1 16,0-3 4-16,2-3-1 0,0-4 5 16,3-4 1-16,-4-4 1 0,4-2-1 0,-3-5-3 15,2-2-1-15,0-2-2 0,-2-2 1 0,1-2-2 16,-1 2-2-16,-1-3 2 0,0 6-2 0,1 1 0 15,-4 3 0-15,2 2 1 0,-1 4 0 16,0 3 0-16,-1 0 0 0,1 4-1 0,1 2-2 16,0 0 0-16,1 5 3 0,0 1 0 0,5 1 3 15,-2 4 2-15,1 0 1 0,0 4 1 0,4 1-2 16,0 0 1-16,0-1-2 0,1 0 0 0,2-1-1 16,0-3 0-16,2 0 0 0,-1-4 1 15,4-2 1-15,0-2-2 0,0-3 0 0,0-4-2 16,1-3 0-16,1-1-3 0,0-4 3 0,-2-2 1 15,0-3 1-15,-1 1-2 0,-5-1 0 0,2 1 2 16,-5 0-2-16,-1 2 1 0,-4 1 0 16,-2 1 9-16,-4 1 10 0,-3-1 7 0,-1 3 4 15,-2 2 6-15,-3 2-1 0,-3 3-6 0,-2 1-9 0,-1 4-6 16,-2 4-5-16,-2 1-5 0,3 6-1 16,-3 0 0-16,3 6-2 0,-1 2 0 0,3-2-1 15,-2 4 1-15,5 3 0 0,1-3-1 0,0 3 0 16,3 0 0-16,-1 2 0 0,3-2-1 15,2 1 0-15,0-2-1 0,2 1 0 0,1-3-1 16,1 0 0-16,4-2 0 0,-1-1-1 0,1-1 0 16,3-2-4-16,0-2-16 0,3-1-51 0,-1-1-71 15,-1-4-88-15,2-2-150 0,0-1-286 0,3-2-318 16,-1-2-284-16,2-2-187 0,2-1 115 16,2-3 583-16</inkml:trace>
  <inkml:trace contextRef="#ctx0" brushRef="#br0" timeOffset="45222.38">18168 1662 6 0,'2'-12'489'0,"-1"1"470"0,-1 0 251 15,-1 2-35-15,1-3-291 0,0 1-228 0,-2-3-165 16,2 2-104-16,0-1-62 0,-2 0-51 0,2-3-52 15,0 1-69-15,-1 0-44 0,-1 2-22 0,2-1-10 16,-2 1-7-16,-1 4-9 0,2-1-8 16,-4 3-8-16,1 2-10 0,-1 3-9 0,-2 0-9 0,-1 6-6 15,-1 1-5-15,-1 7-4 0,-2 1-2 16,-1 4 0-16,-1 5 1 0,-2 7 2 0,2 3-4 16,-3 5-2-16,0 5 0 0,2 5-3 0,0 1-1 15,2 1 3-15,1 1 6 0,6-3 2 0,1-3 0 16,5-5 0-16,3-4-1 0,4-9-4 0,4-3-1 15,4-10-1-15,2-6 1 0,1-7 0 16,4-7-1-16,-1-9-2 0,1-6-6 0,3-8-3 16,-1-7-5-16,-1-4 0 0,0-7-1 15,-1-2 1-15,-1-4 7 0,-1-3 5 0,-1 0 5 0,-4-2 2 16,0 0 2-16,-4-1 2 0,-2-2-1 0,0 2-6 16,-5 2 3-16,-2 3-1 0,1 0 0 0,-3 9 3 15,-1 5 2-15,-1 7 7 0,-1 6-2 0,-2 8-2 16,-1 6 0-16,-2 8-2 0,-2 6-1 0,-2 6-3 15,1 8 1-15,-2 8 0 0,-1 5-1 0,1 10-1 16,1 2-1-16,1 6 1 0,-1 9-4 16,0 0 3-16,1 5-1 0,0 1 0 0,1 4-14 15,2-1-56-15,0-1-79 0,2-5-166 0,3-1-271 16,3-4-332-16,3-4-403 0,2-3-331 0,1-6 27 16,2-3 765-16</inkml:trace>
  <inkml:trace contextRef="#ctx0" brushRef="#br0" timeOffset="46270.34">18394 2037 73 0,'0'0'500'16,"0"0"402"-16,2-2 232 0,-2 2-95 0,0-3-301 15,0 2-251-15,0-4-168 0,1-1-107 16,-1-1-60-16,5-4-37 0,-2-2-21 0,2-5-23 15,1-2 0-15,5-3 24 0,0-2 1 0,2-1-1 16,3 0 37-16,-4-1 15 0,1 1-10 0,1 2-27 16,-4 2 6-16,1 2-1 0,-5 5-26 15,0 1-12-15,-2 5-6 0,-1 1-8 0,0 2-27 16,-1 1-15-16,-1 1-13 0,-1 2-10 0,0 2-3 16,0 0-4-16,0 2 7 0,0 4 1 0,-1 1 1 15,1 4 0-15,-2 1 1 0,2 2-1 0,0 3 0 16,0 2 2-16,2 1 1 0,-1 1-1 0,1 2-2 15,1 0 3-15,-2-1-2 0,2 0 0 16,2-1-1-16,-1 0 0 0,0-5-1 0,1 1-1 16,3-5 1-16,-2-1-2 0,2-5 1 0,2-2 0 15,1-2 1-15,-2-6 1 0,2-4 0 16,2-3 2-16,-2-1-1 0,0-5 2 0,3-1-2 16,-2-1 2-16,-2 1 0 0,-2-2-1 0,0 2 0 15,-3 3 0-15,0-2 2 0,-2 3 4 0,-2 2 8 16,1 0 7-16,-2 3 4 0,-2 0 7 0,2 3 1 15,-1 0-3-15,1 2-6 0,-3 1-7 0,1 3-6 16,1 0-5-16,-1 3-4 0,1 3-2 16,-3 0-2-16,4 2 0 0,-1 1 1 0,-1 4-2 15,2 0-1-15,0 2 2 0,0-2-1 0,0 0-1 16,3 0 0-16,-3-1 0 0,4-1 0 0,-1-3-2 16,0-1 0-16,3-1-10 0,-1-3-18 15,1-3-62-15,2-2-66 0,0-5-117 0,0-2-181 16,1-2-300-16,1-4-337 0,2 2-255 0,1-3-154 15,1-3 334-15,-1 0 610 0</inkml:trace>
  <inkml:trace contextRef="#ctx0" brushRef="#br0" timeOffset="46422.19">18991 1696 285 0,'4'14'733'16,"-3"3"347"-16,1 2 109 0,-2 4-256 0,0 0-241 16,0 4-157-16,-2 0-118 0,2 2-87 15,0-1-74-15,-3 1-50 0,3-1-63 0,0-2-64 16,2-2-39-16,-1-3-23 0,4-2-12 0,-2-5-47 15,2-2-60-15,2-5-82 0,0-4-158 0,0-4-257 16,-3-6-316-16,4-1-277 0,-3-5-199 0,1 0 119 16,-1-8 561-16</inkml:trace>
  <inkml:trace contextRef="#ctx0" brushRef="#br0" timeOffset="46587.16">18993 1508 283 0,'-5'-13'736'0,"-1"1"328"0,2 3 57 15,-1 4-254-15,0 0-311 0,0 2-230 0,2 3-138 16,0 0-82-16,-2 3-46 0,5 0-32 0,0 3-16 16,0-1-14-16,2 3-31 0,2 1-78 0,-2 0-116 15,1 1-153-15,0 3-292 0,2-1-252 0,-2 2-158 16,2 3 98-16,2-1 333 0</inkml:trace>
  <inkml:trace contextRef="#ctx0" brushRef="#br0" timeOffset="46903.61">19319 1896 200 0,'12'0'456'0,"1"-2"243"15,0-3 240-15,-4-2-146 0,3-4-119 0,-2 0-99 16,2-3-90-16,-4-2-71 0,1-1-40 0,0 0-28 16,-2-1-42-16,-2 3-31 0,-2-4-32 0,-2 0-29 15,-1 1-51-15,-3 0-44 0,0 3-22 0,-2-1-14 16,-3 4-10-16,1 4-9 0,-1 2-13 15,-4 2-10-15,0 6-14 0,1 3-8 0,-2 4-5 16,-1 3-4-16,1 3-1 0,1 6-1 0,0 1-1 16,3 3 1-16,-2 6-2 0,3 0-1 15,2 4 0-15,-1 0-1 0,1 1 0 0,3 2-1 16,2-1 0-16,1-3-1 0,3-4-1 0,3 1-1 16,2-6 0-16,1 0-1 0,4-6-1 0,1-2-1 15,3-4 0-15,3-2-11 0,0-4-24 0,2-2-67 16,-3-5-80-16,3-3-156 0,-1 1-286 15,0-4-322-15,-1 0-377 0,2-1-246 0,-3-4 50 16,2-1 680-16</inkml:trace>
  <inkml:trace contextRef="#ctx0" brushRef="#br0" timeOffset="53020.16">15924 1873 190 0,'2'-2'402'16,"1"0"158"-16,0-1 123 0,2 0-199 0,1-2-143 15,-1 0-64-15,0 3-34 0,1-3-14 16,1 3-37-16,0 0 10 0,1 0 8 0,0 2-12 16,0 0 8-16,1 2 41 0,1 0 13 0,-2 0-30 15,3 3-25-15,-1 1 0 0,-1 1 10 0,3 0-33 16,-2 4-21-16,1-2-24 0,-1 0-21 15,-1 0-29-15,1 1-36 0,-1-2-19 0,1-2-13 16,-2 0 1-16,1-1 22 0,0-4 15 0,1 0 8 16,1-2 4-16,0-3 5 0,0-2-7 0,2-3-21 15,0-3-16-15,-2-2-2 0,1 1-3 16,-1-3-5-16,2 2 0 0,-4 1-5 0,1 1 1 16,-2-1-12-16,0 4-6 0,-4 1-2 0,0 2-13 0,0 1-55 15,-2 2-64-15,1 0-99 0,0 3-176 16,-3 0-302-16,2 3-326 0,0 1-248 15,-1 0-155-15,-1 2 279 0,5 0 600 0</inkml:trace>
  <inkml:trace contextRef="#ctx0" brushRef="#br0" timeOffset="54835.88">16696 2674 281 0,'2'-3'691'0,"-4"1"349"0,0-2 134 16,1 2-262-16,-2 0-246 0,-1 0-114 15,0 0-85-15,0 2-83 0,-2 0-72 0,0 0-53 16,0 0-51-16,-1 2-67 0,-2 2-58 0,-1 0-28 15,1 2-15-15,-2 1-11 0,0 4-7 0,-2 0-2 16,-1 6-5-16,-1 3 2 0,2 4-2 0,0 2-1 16,0 8 0-16,2 1-3 0,1 6 3 15,4 4-3-15,0 0-4 0,3 5 7 0,1 0 5 16,4 3 1-16,1 1 0 0,3 1-1 0,0-4 0 16,2 1-8-16,2-5-4 0,2-3-3 15,1-3 0-15,3-6-1 0,-2-2-1 0,3-5-1 16,0-3-1-16,1-4-2 0,-2-4-1 0,2-2-1 15,-4-4 0-15,2-1-2 0,-4-3-9 16,-1-3-40-16,0 0-77 0,-4 1-117 0,-2-4-223 16,1 0-302-16,-5-1-355 0,2-1-354 15,-1 0-123-15,-4-2 432 0,1 3 718 0</inkml:trace>
  <inkml:trace contextRef="#ctx0" brushRef="#br0" timeOffset="159105.6">16939 3301 247 0,'0'5'492'0,"-1"1"189"0,-1 1 177 15,2 0-157-15,0 1-114 0,0 4-75 0,0 3-51 16,2 0-43-16,-1 5-91 0,3-1-83 15,1 4-74-15,-1 1-17 0,2 2 3 0,-1-1 4 16,1 0-2-16,-1 2-12 0,2-1-17 0,0-3-36 16,-2 2-16-16,0-4-5 0,-2-4-7 0,2 0-2 15,-2-2 1-15,0-4 11 0,-1-2-4 16,-2-2 1-16,0-2 12 0,0-1 1 0,0-3-2 16,-2-1-14-16,-1-1-14 0,-2-5-17 15,1-1-18-15,-3-4-9 0,2-3-5 0,-2-5-2 16,0-3-2-16,2-2-5 0,-1-5-3 15,3 1-2-15,0-4-3 0,1 0-1 0,2 1 0 16,2 1 4-16,-1 2 2 0,4 0 8 0,1 1 4 16,1 4 2-16,1-3 1 0,3 4 0 15,0 1 2-15,1 0-7 0,1 3-3 0,0-1-1 16,3 5-1-16,-2-1 0 0,2 3-2 0,-2 2 3 16,0 3-1-16,-1 0 2 0,-1 2 1 0,-4 4 0 15,0 2 7-15,0 2 2 0,-2 3 3 16,-3 1 4-16,-1 6 3 0,-2 0 1 15,0 2-4-15,-2 2-2 0,-1 0-3 0,0 4-4 16,-4-2-5-16,2 0-1 0,0 0-3 16,-2-1-1-16,3-3 0 0,-2-1-2 0,3 0-4 15,-1-5-17-15,1 2-24 0,1-4-73 0,-1-3-77 16,2-1-133-16,1-3-213 0,0-3-311 0,1-4-350 16,1-1-233-16,1-1-76 0,2-4 443 15,1-1 615-15</inkml:trace>
  <inkml:trace contextRef="#ctx0" brushRef="#br0" timeOffset="159355.62">17249 3348 288 0,'8'15'622'0,"2"-2"268"16,-6 2 139-16,3-3-212 0,-1 2-216 0,-1-4-168 15,3-2-99-15,-2-2-52 0,0-2-24 16,4-4 5-16,-1-2 1 0,1-2-9 0,0-5-19 16,-1-4-15-16,0-2-39 0,-2-2-50 0,-1-4-34 15,2 2-10-15,-5-5-5 0,-2 4-8 16,-1-2-9-16,-3 0-8 0,-3 3-11 0,2-2-12 15,-5 3-9-15,1 3-10 0,-2 0-6 16,0 3-5-16,0 3-3 0,-2 3-3 0,2 3-2 16,2 5-2-16,-1 2-11 0,3 3-28 0,1 4-75 15,0-1-100-15,5 3-192 0,0 0-295 16,3-1-343-16,2 2-390 0,6-2-192 0,0-1 272 16,4 4 743-16</inkml:trace>
  <inkml:trace contextRef="#ctx0" brushRef="#br0" timeOffset="160072.24">17969 3119 57 0,'-2'-4'497'15,"1"2"434"-15,-2 0 255 0,-1 0-50 16,3 0-319-16,-3 2-198 0,1 0-136 15,0 0-109-15,-2 2-78 0,-1 2-49 0,2 0-51 16,-3 0-61-16,1 4-52 0,1 2-27 0,0 1-17 16,-1 3-16-16,3 4-8 0,0 4-3 0,-1 1-2 15,4 3-2-15,0 0-4 0,0 1 2 16,4-4-4-16,1 2-4 0,-1-4-2 0,5-2 0 16,1-6 0-16,0-3-1 0,2-3 0 15,1-5 3-15,1-7 1 0,0-3-2 0,3-7 4 16,-2-2 0-16,1-4 0 0,-4-3 0 15,1-2 6-15,0-2 2 0,-4-2 3 0,-1 1 7 16,0 1 5-16,-3 2 2 0,-4-2 2 0,-1 2 2 16,-1 2 1-16,-6 2-4 0,0-1-3 0,-1 4 2 15,-2 0-2-15,-1 5-3 0,0 2-2 0,0 1-3 16,-3 5-1-16,3 2-5 0,-2 4-4 16,0 3-6-16,2 2-2 0,0 3-1 0,3 4-1 15,-1 1 2-15,2 4-2 0,1 3 2 0,3 1 1 16,2 0 0-16,-3 1-1 0,6-1-4 15,0 1-14-15,2-2-41 0,2-2-70 0,2-3-65 16,0-3-97-16,0-2-153 0,3-2-229 0,0-5-281 16,-1 0-205-16,6-3-178 0,-5-3 105 15,4-2 472-15</inkml:trace>
  <inkml:trace contextRef="#ctx0" brushRef="#br0" timeOffset="160523.62">18260 2914 124 0,'0'-3'373'15,"1"0"187"-15,-1 2 122 0,2 1-158 0,-1 0-129 16,1 0-57-16,1 3-5 0,0 0 19 0,-1 0 28 16,4 2 8-16,-3 3-39 0,-1 1-49 0,1 4-43 15,-1 3-18-15,1 2-2 0,-2 3 8 16,1 5-5-16,1 2-22 0,-3 3-17 0,2 4-38 15,-2 1-41-15,2 1-43 0,-1-2-28 16,2 0-14-16,3-4-19 0,-1-4-7 0,5-2-4 16,-1-7-3-16,4-3-1 0,0-4 1 0,2-9 0 15,0-2 0-15,0-7 0 0,0-7 0 0,0-2-1 16,-2-5-1-16,1-3-1 0,-3-3 0 16,-3-1 4-16,-3-1 7 0,-2-1 6 0,-3-1 7 15,-3 2 2-15,-2-2 8 0,-1 1 2 16,-4-2 2-16,-1 4-2 0,0-1 3 0,-2 4-1 15,-1 2 1-15,3 0 0 0,-3 7-4 0,5 3-4 16,0 3-6-16,0 1-5 0,1 5-6 0,2 4-8 16,1 0-5-16,-1 4-2 0,1 5-2 15,2 1-1-15,2 0 0 0,1 2 0 0,0 1-2 16,1 4 1-16,1-4 0 0,4 3 0 0,-5-1 0 16,4-1 0-16,2 3-2 0,-3-2-14 0,1 0-19 15,-2 0-57-15,2 0-75 0,-4 0-128 16,1-2-205-16,-1-1-301 0,-2-1-351 0,1 1-288 15,-2-2-111-15,1-2 424 0,-4-2 648 16</inkml:trace>
  <inkml:trace contextRef="#ctx0" brushRef="#br0" timeOffset="161139.17">18358 2601 362 0,'1'-12'711'0,"-1"-2"316"16,0 2 121-16,0 1-303 0,-1 1-200 0,-1 0-84 16,2 2-69-16,0 1-83 0,0 1-81 0,0 2-60 15,0 0-58-15,0 1-74 0,0 2-57 16,0-2-33-16,0 6-16 0,2 0-11 0,-1 2-8 15,-1 5 2-15,2 2 4 0,0 3 3 0,-2 1-1 16,1 6 0-16,-1-3-1 0,-1 3-5 0,1 1-5 16,-2 4-4-16,0-2-1 0,-1 3-2 15,0 0-1-15,-2 0-1 0,0 3-1 0,1-3-2 16,-1 0-1-16,0-2-2 0,2-1 0 0,-2-1 0 16,2-3 1-16,0 0-6 0,0-5-42 15,-2 1-75-15,2-4-128 0,-2-1-218 0,2-4-301 16,1 0-358-16,1-2-334 0,-1-3-100 0,2-3 473 15,0 0 663-15</inkml:trace>
  <inkml:trace contextRef="#ctx0" brushRef="#br0" timeOffset="161506.13">18634 3016 55 0,'7'0'552'0,"-1"3"444"0,0-1 214 15,-3 5-57-15,2 4-338 0,0 2-207 0,2 5-138 16,-3 6-84-16,1 2-59 0,-4 4-49 0,2 6-57 16,-3 1-79-16,0 4-51 0,0 1-34 15,-3 1-24-15,3 2-15 0,-1 0-8 0,-4 0-7 16,2-2-6-16,2 0-3 0,-3-4-21 0,-1-6-66 16,2-5-67-16,-2-7-141 0,-1-3-251 15,0-7-314-15,1-8-345 0,0-6-244 0,1-8-55 16,-3-7 573-16</inkml:trace>
  <inkml:trace contextRef="#ctx0" brushRef="#br0" timeOffset="161707.07">18644 2871 172 0,'2'-19'951'0,"-2"5"620"0,0 0-27 16,0 5-297-16,0 1-449 0,0 4-340 0,0 0-202 15,0 1-119-15,0 3-53 0,1 3-35 0,-1 1-22 16,5 6-8-16,-4 1-3 0,6 3-3 15,-3 2-9-15,3 1-39 0,-1 4-79 0,3 0-114 16,-1 1-190-16,1 0-294 0,1 0-347 0,1-1-349 16,2 0-145-16,0-3 347 0,1 0 663 15</inkml:trace>
  <inkml:trace contextRef="#ctx0" brushRef="#br0" timeOffset="162223.87">18944 3039 526 0,'2'-12'1053'16,"-4"-2"333"-16,-1 2 20 0,0 0-335 0,-4 2-368 15,-2 0-226-15,1 0-123 0,-1 3-98 16,-1 1-93-16,-2 4-55 0,0 2-36 0,0 0-23 16,-1 4-18-16,4 5-13 0,-4 1-6 0,4 2-6 15,1 1-4-15,2 2-1 0,2 1-1 16,4 1 0-16,6 1 0 0,-1-1-1 0,3 2 0 0,3-4-1 16,3 0-1-16,2-1 0 0,3-2 0 15,2-2 0-15,0-1 0 0,1-1 1 0,1-1 1 16,-2-2 1-16,1 1 0 0,-2 0 1 15,-4 0 0-15,0 0 1 0,-3 1 1 0,-2 0 0 16,-5 4 0-16,-3-1 0 0,-3 6 1 0,-3-1 1 16,-3 1-2-16,-3 5 2 0,-3-1-1 15,-2 3 1-15,0-3-1 0,-1 3 0 0,1-2-2 16,1-2 0-16,1-1 0 0,3-2-1 16,0-4-2-16,2-4-1 0,2-2-1 0,5-3-3 15,0-6 1-15,3-6 0 0,5-5 1 0,2-5-1 16,-1-3 2-16,5-7 1 0,1-3-2 0,0-1 1 15,0-5-2-15,2-1-2 0,-1-5-1 16,-1-1 1-16,3-1 0 0,-1-4 0 0,-2 2 2 16,0-1 5-16,1-1 0 0,-2 1 0 15,-1 2 0-15,1 4 3 0,-3 2 0 0,-3 5 0 16,2 5 2-16,-6 4-1 0,1 4 2 0,-2 5 1 16,-1 3-1-16,0 5-1 0,-1 3 0 0,1 3-2 15,-2 6-1-15,-2 6 0 0,2 2 0 0,-3 7 0 16,1 6 0-16,1 2 1 0,-2 4 0 15,1 5-1-15,-1 0 0 0,1 3 0 0,-1 2-2 16,0 1 0-16,2-1 0 0,-1 1-2 0,4-1 0 16,-1-3 0-16,2-1-2 0,0 1-13 0,-1-2-33 15,1-4-79-15,-1-2-98 0,-2-1-173 16,0-5-295-16,-4 0-340 0,3-4-364 0,-1-4-178 16,-1-3 211-16,-1-5 686 0</inkml:trace>
  <inkml:trace contextRef="#ctx0" brushRef="#br0" timeOffset="162395.82">19166 2878 42 0,'-2'-27'533'0,"1"5"456"0,-3 4 211 15,3 3-82-15,-1 4-379 0,2 3-321 0,0 2-196 16,2 2-108-16,3 4-62 0,-1 2-18 16,5 2-14-16,0 4-6 0,2 0-2 0,1 4-16 15,1 4-33-15,-2 0-87 0,3 5-126 0,-2 2-177 16,0 4-289-16,-1 0-248 0,3 3-153 15,-3 1 123-15,2 0 363 0</inkml:trace>
  <inkml:trace contextRef="#ctx0" brushRef="#br0" timeOffset="162821.34">19441 3227 19 0,'12'17'307'0,"-1"-7"224"0,-2 3 242 0,1-6 93 16,-2 1-155-16,2-4-126 0,-2-2-95 0,1-2-68 16,-1-2-93-16,0-4-83 0,1-1-73 15,-1-3-55-15,-1-5-35 0,-1 2-25 0,1-2-3 16,-1 0-4-16,-3-1-10 0,-2-2-3 15,-1 3 7-15,0-3 45 0,-3 0 53 0,2 1 38 16,-3 1 19-16,-2 0 1 0,2 5-12 0,0 0-39 16,0 2-47-16,0 1-37 0,1 4-22 0,1 2-13 15,2 2-13-15,0 1-8 0,0 4-6 0,0 2-2 16,2 0-2-16,1 4-1 0,1-1-1 16,0 0 2-16,1 4 1 0,0-1-1 0,3 2 1 15,-2-1-1-15,0 1 1 0,2 0-10 16,2-1-26-16,-2-1-46 0,1-1-55 0,2-1-48 15,0-1-43-15,-1-1-34 0,2-3-5 0,-1 0 24 16,-1-2 29-16,1-1-1 0,-3-2-16 16,-2-1-23-16,2-1-21 0,0-2 3 0,-3 1 32 15,0 0 51-15,-1-3 60 0,0 1 53 16,0 1 43-16,1 2 38 0,-4-3 36 0,2 3 25 16,2 0 22-16,-3-1 32 0,1 2 43 0,-1 0 31 15,1 0 21-15,0 2 2 0,0-1-9 16,-1 2-26-16,2 0-35 0,0 3-43 0,-1 0-35 15,0 2-22-15,0 1-18 0,0 0-10 16,2 0-11-16,0 0-38 0,-2-2-129 0,3 0-207 16,-1 0-284-16,1-2-266 0,3 0-255 0,1-3-77 15,1-2 390-15</inkml:trace>
  <inkml:trace contextRef="#ctx0" brushRef="#br0" timeOffset="162988.93">20073 3173 391 0,'-8'-10'1501'15,"-3"1"357"-15,0 1-342 0,-3 1-379 0,1 1-433 16,2 2-357-16,-1 1-160 0,0 1-76 16,4 2-39-16,1 0-28 0,2 3-21 0,3-1-14 15,2-1-12-15,4 1-23 0,0-2-51 16,2 0-87-16,2 0-173 0,0-2-273 0,0 1-336 16,3-1-413-16,0 2-361 0,-1-1 80 0,1 1 812 15</inkml:trace>
  <inkml:trace contextRef="#ctx0" brushRef="#br0" timeOffset="163722">20192 2427 386 0,'0'-8'790'0,"-2"2"330"0,-1 0 60 15,2 0-336-15,-1 1-243 0,2 3-143 0,0-1-104 16,2 1-86-16,-1 2-65 0,2 0-1 0,0 2-3 15,5 1-23-15,0 3-12 0,6 1 1 16,1 5 1-16,3 1-24 0,2 6-25 0,3 1-16 16,3 8-18-16,0 2-15 0,1 1-11 0,0 5-9 15,-1 3-6-15,1 0-7 0,-4 6-4 16,1-1-6-16,-2 4-6 0,-6 1-4 0,-1 2-2 0,-3 1-1 16,-4 1 3-16,-2 0 2 0,-6-1 4 15,-2 0-1-15,-2 2 0 0,-4-2-6 0,-4-3-14 16,-2-2 0-16,-2-1 0 0,-1-4 0 15,-2-1 0-15,0-4 0 0,-3-2 0 0,0-4 0 16,3-2 0-16,0-4 0 0,3-4 0 16,0-5-31-16,4-1-35 0,-1-8-77 0,2-3-128 15,1-5-250-15,0-4-317 0,3-6-393 0,1-2-459 16,2-2-111-16,1-4 596 0,-1 1 817 16</inkml:trace>
  <inkml:trace contextRef="#ctx0" brushRef="#br1" timeOffset="169870.14">19986 5659 199 0,'0'0'434'0,"-1"0"196"0,1 0 133 16,-2 2-198-16,0-2-156 0,2 0-78 0,0 3-34 15,0 0-10-15,0 2-5 0,0 1-19 16,0 1-26-16,0 0-27 0,0 4-26 0,0-1-28 15,0 4-26-15,0-2-24 0,0 4-16 0,0-1-10 16,0 3-7-16,0 0 0 0,0 2-6 16,0-1-4-16,0 2 37 0,0 2 31 0,0-1-3 15,0 1-7-15,0 2-11 0,0 1-4 16,0-1-22-16,0 4-11 0,0-1-3 0,-1 1-4 16,-1 3-1-16,1-1-4 0,-3 2-18 0,0 1-18 15,2 1-10-15,-1 2-5 0,0 1-2 0,-2 1-4 16,4 0-2-16,-1 0-1 0,0-1 0 15,1 0-1-15,-1 0 0 0,2-1-4 0,-2 1 4 16,2-2-1-16,0 2 2 0,-1-1 0 16,-1 1 1-16,2-1 0 0,-1-2 0 15,-2 3 1-15,1-1-3 0,1 1 2 0,-1-1 0 0,1 0 0 16,-1-1 0-16,0 2 0 0,1-3-1 16,-1 1 1-16,-1 2 1 0,0-2-1 0,-1 1 1 15,1 1-3-15,-3-1 3 0,3 2-3 16,0-3-1-16,-2 2 1 0,3-3 0 0,-1 2 1 15,0-3 0-15,1 1 0 0,-1-1 1 0,3 1 0 16,-1-1 0-16,1 0 1 0,-3 0-3 16,1 2 0-16,2-2-1 0,0 1 1 0,-1 4-2 15,1-3 1-15,-2 0 0 0,2 1 1 0,0 1 0 16,0-1-2-16,0 3 1 0,0-3 1 16,-1 2 1-16,1 2 1 0,0-3-1 0,-2 2 1 15,2-1 0-15,0 0 1 0,0-1-3 0,0 3 1 16,-2-1-1-16,2 1 1 0,0 1 2 15,-1 0-1-15,-1 1 0 0,0 2 0 0,1 0-1 16,-1 0 0-16,1-1-1 0,-3 0 0 0,1 2 2 16,2-3-1-16,-4 1 0 0,2-1 1 15,0 0 0-15,0 3 0 0,-1-1-2 0,0 0 9 16,0 0 7-16,1 1 1 0,0 1-1 16,-1 2 2-16,2-4 1 0,-1 2-7 0,1-1-6 15,1 0-3-15,-3 0 0 0,4-1 2 0,-1-1-2 16,-1 0-1-16,1 0 2 0,1-1-1 15,-4 2-2-15,3 0 1 0,-1 0-1 0,-3 2 2 16,1-2 3-16,-1 4 5 0,2 1 2 16,-3-1 1-16,-1 2 1 0,1 0-2 0,-2 2-3 15,0 0-1-15,0 3-2 0,-1 1 1 0,-1 4 1 16,2 1 1-16,-1 4 0 0,-4 6-2 0,2 3 0 16,-3 3-3-16,4 5 2 0,-2 1 2 15,-1 8-1-15,2 2 0 0,-3 5 2 0,3 2-1 16,0 3-2-16,-2-2 0 0,2-1-3 15,1-4 1-15,1-4-2 0,1-3 0 0,2-6-2 16,1-3-2-16,2-6-2 0,-2-5-1 0,2-1-2 16,2-2-3-16,-3-4 0 0,4-2-4 15,-3-1-9-15,1-5-22 0,1-2-52 0,-1-6-64 16,-1-9-93-16,1-4-171 0,-1-10-295 16,-3-9-317-16,2-8-262 0,-6-10-173 0,-1-7 196 15,-7-13 630-15</inkml:trace>
  <inkml:trace contextRef="#ctx0" brushRef="#br1" timeOffset="170652.8">19847 5751 416 0,'3'-4'939'0,"-3"-4"301"0,0 0-17 16,2-1-219-16,-2 0-291 0,3-4-209 15,0-1-126-15,0 0-75 0,4-6-56 0,1 0-69 16,2-2-65-16,0-2-38 0,1 1-20 0,2-2-9 15,1 1-6-15,0 0-6 0,1 1-6 16,0 3-4-16,1 1-5 0,1 4-6 0,0 5-3 16,0 2-3-16,-3 4 1 0,3 2-2 0,-2 6 2 15,-1 4 1-15,-1 6-2 0,-3 5 2 0,0 1-3 16,-4 7-1-16,-1 1-3 0,2 4-1 16,-3 0-1-16,-1 5-3 0,0-3-1 0,2 2-13 15,0 0-38-15,-2-1-80 0,-1-2-133 16,-1 0-257-16,-1-2-305 0,0-1-373 0,0-1-380 15,-3-1-73-15,2-2 592 0</inkml:trace>
  <inkml:trace contextRef="#ctx0" brushRef="#br1" timeOffset="172086.28">19052 12511 179 0,'0'3'579'0,"0"-3"316"0,0 0 122 16,1 0-189-16,-1-3-296 0,3 3-152 15,1-2-99-15,0 1-58 0,5-1-23 0,0-2-1 16,2 3-12-16,2-1-54 0,4 0-31 16,3 2 32-16,1 2 3 0,4 0-9 0,2-1-7 15,3 3-4-15,2-1-10 0,1 2-52 0,5 0-21 16,1-1-12-16,3 2 42 0,1 2 27 0,0-2 9 16,5-1 1-16,3 3 1 0,1-2-5 15,0 0-40-15,3 0-27 0,2 1-12 0,3-2-4 16,4 0-4-16,0 2 1 0,5-1 6 15,1 0 5-15,2-1 1 0,2-1-2 0,3 0-2 0,0 1 2 16,3-2-7-16,-1 3-6 0,3-3-2 16,5 2 3-16,2-1-1 0,-1 0-4 15,4 1-2-15,0 3 0 0,-1-2-1 0,-1 3-2 16,4 0 1-16,-1 1 0 0,0 2 1 16,2 2 0-16,2-1-1 0,-2 1 0 0,1 2-1 15,-1-1 1-15,-2 3 1 0,2-1 0 0,2-2 1 16,2 3-1-16,1-4 1 0,3 4-2 0,-2 0-3 15,1-4 2-15,0 3 1 0,-3-1 2 0,5-1 0 16,3 0 1-16,0 0 2 0,1-1 7 16,2-1 4-16,-2 0 4 0,2 1 2 0,-2-2 1 15,4 0-1-15,3 2-8 0,0-3-5 16,2 0-5-16,-1 1-2 0,1 2 0 0,0-2 0 16,1 0 1-16,-1 2-1 0,-1-2 1 0,1 4-3 15,-1-1-2-15,-4 0 2 0,-1 0 0 0,0 1 1 16,-1 0 1-16,1 0 0 0,-4-1 1 15,2-1-4-15,-3 0-2 0,-3-2 1 0,1 2 1 16,-1-4 1-16,-1 1 2 0,-1-1 1 16,-2-1 1-16,-1 3-3 0,-1-4-2 0,-2 1-1 15,-3 1 0-15,-2 1 1 0,-4-2 10 16,1 1 5-16,2-1 3 0,-2 2 1 0,-2-2 0 16,1 0 0-16,1 0-3 0,-4-2-2 0,-2 2 0 15,1-2 3-15,-1 1-1 0,-2-2 1 0,1 0-4 16,-2-1-3-16,3 1-3 0,-5-1-2 15,-1-1-2-15,-2-1-2 0,-1 2-1 0,-3-3 0 16,-4 0-2-16,-5 1 2 0,-3-2 0 0,-6 2 2 16,-3-1 0-16,-2 1 2 0,-5-2-1 15,-4 1 0-15,-7-1-2 0,-4 1 0 0,-5-1-1 16,-3-1 1-16,-6 2 2 0,-2-2-1 0,-2-2 2 16,-5 2 0-16,-2-3 1 0,-1 2-2 15,-1-2 0-15,-2 1-2 0,-1-1 0 0,1 1 0 16,0 0 1-16,-1 0-2 0,0 1 0 0,3-1-1 15,-2 0 0-15,1 0-1 0,0 2-1 16,1-2-1-16,1 1-10 0,-2 0-18 0,1-1-37 16,1-2-80-16,-4 2-114 0,3-4-200 15,-3 1-298-15,1 0-346 0,-1-1-370 0,1 0-140 16,0 2 353-16,-1-2 713 0</inkml:trace>
  <inkml:trace contextRef="#ctx0" brushRef="#br1" timeOffset="172386.36">29358 13452 61 0,'3'-4'609'16,"-2"2"460"-16,4 0 159 0,-2-1-91 0,3 2-331 15,4-2-249-15,4 1-163 0,4 0-81 0,2-2-49 16,4 2-19-16,1 2-42 0,4-2-66 0,2 2-30 16,4 2-19-16,-2-2-12 0,3 6-24 15,-1-2-16-15,2 2 7 0,-4 3 0 0,2 1-3 16,0 0 0-16,-4 4-1 0,-1 2-1 0,0-2-10 15,-6 3-7-15,-5 1-4 0,-5 3-3 16,-6 0-1-16,-8 2-1 0,-6 2-5 0,-5 0-3 16,-7-1-1-16,-3 2-1 0,-4-1-2 15,-3-1-3-15,-2 0-18 0,-3-1-31 0,1-1-79 16,-1-3-104-16,3 1-190 0,1-3-296 16,2-1-340-16,5-2-378 0,5-1-172 0,3-1 278 15,3 1 717-15</inkml:trace>
  <inkml:trace contextRef="#ctx0" brushRef="#br1" timeOffset="173153.9">29892 14539 8 0,'9'-7'403'16,"3"1"331"-16,1 0 274 0,2-2 101 15,4-1-296-15,-2 0-257 0,5 2-124 0,4-1-45 16,0 1-59-16,4 1-34 0,0-1-32 0,0 3-34 16,0 1-27-16,1 2-42 0,-5 1-24 0,0 1-35 15,-4 2-15-15,-3 3-4 0,-3 1-13 0,-2 2-5 16,-6 3-1-16,-3 1-4 0,-5 5-7 0,-5 1-8 15,-3 1-6-15,-8 4-9 0,-3 1-5 16,-5 4-5-16,-2-1-2 0,-4 3-2 0,0 0 0 16,-2 1 0-16,0 0 0 0,2-1-3 15,2 1-3-15,-1-3-1 0,6-3-4 0,5 0-2 16,3-3-3-16,5-4-2 0,7-3-1 0,3 1-2 16,8-5-1-16,6-3-2 0,5-3-6 15,8-3-13-15,4-6-20 0,6-4-37 0,7-2-69 16,4-3-63-16,4-6-63 0,3 3-60 0,3-5-51 15,-2-1-2-15,-1 0 77 0,1 2 62 0,-5-1 66 16,-6 4 60-16,-5 3 51 0,-4 1 33 16,-11 5 45-16,-3 2 59 0,-6 5 49 0,-6 5 38 15,-4 4 46-15,-4 3 78 0,-2 5 40 0,-5 4-11 16,-2 2-21-16,-1 6-33 0,-2 1-37 0,0 4-56 16,2-2-53-16,0 2-35 0,4 2-23 0,0-6-12 15,8-1-13-15,2-5-5 0,6-4 0 0,4-6 1 16,6-8 1-16,4-2 0 0,4-8 2 0,3-5 9 15,2-4 2-15,3-6 7 0,3-5-3 16,3-5-1-16,3-2-1 0,1-7-5 0,4-1-3 16,0-3-8-16,-1-3 0 0,-1 0 5 15,-2 0-1-15,-2 2-2 0,-8-1-3 0,-7 2 0 0,-2 3 0 16,-11 5-6-16,-5 2-2 0,-6 4 0 16,-7 6-2-16,-8 4-1 0,-5 6-2 0,-9 5-3 15,-3 7-11-15,-9 6-19 0,-4 2-52 0,-2 9-74 16,-5-1-121-16,-2 5-200 0,2 0-301 0,3 3-350 15,1 0-314-15,3-2-134 0,4 0 396 16,3-3 659-16</inkml:trace>
  <inkml:trace contextRef="#ctx0" brushRef="#br1" timeOffset="173353.26">31152 14631 191 0,'14'-13'841'0,"-3"9"437"0,2-1 66 16,-4 4-79-16,3 1-420 0,0 6-317 15,-1-4-161-15,3 5-87 0,-1 4-60 0,3-2-82 16,-2 3-51-16,3-1-28 0,-1 3-18 0,1-3-10 16,1 2-12-16,1-1-7 0,-1-1-6 0,4-2-4 15,0-2 1-15,1-1-18 0,1-3-76 0,2-3-113 16,-1-3-228-16,0-1-282 0,0-5-366 16,-2 0-435-16,0-4-189 0,-2-4 416 0,-4-1 815 15</inkml:trace>
  <inkml:trace contextRef="#ctx0" brushRef="#br1" timeOffset="174771.26">20960 4707 154 0,'0'0'720'16,"-2"-2"436"-16,-2 2 94 0,2-1-140 0,1 1-446 15,-1 0-242-15,2 3-99 0,2 3-41 0,-1 1-30 16,1 5-28-16,2 2-23 0,1 1-43 16,-2 6-54-16,2 1-46 0,-2 2-25 0,2 5-11 15,-2-1-9-15,-1 1-5 0,0 2-3 0,-1 1-3 16,2-2-2-16,-3-1-5 0,-3 0 2 16,3-2-2-16,-3-2-22 0,0 0-61 0,0-4-62 15,-2-3-112-15,-2-5-173 0,3-3-310 0,-2-3-312 16,2-7-228-16,1-2-124 0,2-5 316 15,-3-9 561-15</inkml:trace>
  <inkml:trace contextRef="#ctx0" brushRef="#br1" timeOffset="175004.03">20888 4588 311 0,'1'2'809'0,"-1"-1"305"0,0 2 5 0,3 0-206 15,-3 2-374-15,6 2-245 0,-3-2-102 0,2 1-46 16,2 2-22-16,2 0-24 0,2 1-25 16,2 2-15-16,3-2-19 0,0-1-20 0,4 3-5 15,2-2-5-15,1 1-3 0,0-2-2 16,6-1-4-16,-3 0 0 0,1 0-4 0,-3 1-26 16,2-2-105-16,-5-1-183 0,0 1-287 0,-7-2-269 15,0 3-274-15,-7 1-155 0,-4 1 303 16,-5-1 533-16</inkml:trace>
  <inkml:trace contextRef="#ctx0" brushRef="#br1" timeOffset="175203.9">20772 5313 34 0,'5'16'402'0,"-1"-3"294"0,3-1 253 15,3-2 57-15,7-4-291 0,0-2-223 0,4-2-116 16,4-4-80-16,2 1-81 0,4-4-46 15,3 1-66-15,2-4-44 0,2 0-24 0,3 1-13 16,-1-2-8-16,-2 3-22 0,-2 2-101 16,-3 0-170-16,-3 4-292 0,-4 2-263 0,-4 4-252 15,-6 2-143-15,-4 4 269 0,-4 3 492 0</inkml:trace>
  <inkml:trace contextRef="#ctx0" brushRef="#br1" timeOffset="177605.26">1870 5917 77 0,'-2'5'545'16,"-1"-1"397"-16,0 1 175 0,0 0-12 0,0 0-380 15,1 1-257-15,1 0-138 0,-1 2-47 0,4-2-25 16,1 1-52-16,0-1-37 0,3 2-31 0,-1-1-33 16,1 1-45-16,1-2-26 0,-1 1-14 0,3-2-13 15,-1 1 1-15,0-4 14 0,0 3 13 0,1-5 7 16,0 0 18-16,-1-3 14 0,-2-1 9 0,0-1-5 16,0-1-11-16,-4 0-7 0,1-1-8 0,-3-1-2 15,0 1-4-15,-3 1 0 0,1-2 4 0,-1 4-1 16,0-2-5-16,-3 1-8 0,1 0-7 0,0 3-9 15,2 0-6-15,-2-1-6 0,2 2-5 0,0 1-3 16,1 0-4-16,2 2 0 0,-1 2-3 0,2 0 0 16,1 4-2-16,1 0-5 0,4 0-15 0,-1 0-56 15,2 2-69-15,1-2-124 0,1-1-189 0,1 1-304 16,5-1-341-16,-2-1-278 0,3-1-134 16,2-2 389-16,2-3 618 0</inkml:trace>
  <inkml:trace contextRef="#ctx0" brushRef="#br1" timeOffset="177958.14">2883 5934 432 0,'2'6'940'16,"-2"-2"283"-16,0-1-41 0,0 2-316 0,1-4-306 15,1 0-179-15,-2 1-112 0,2-2-62 0,-2 3-34 16,1-3-30-16,1-3-26 0,-1 1-21 16,1 0-13-16,1-3-7 0,2-1-3 0,-3-1-2 15,4-1-11-15,-3-1-22 0,-2 2-12 0,1 0-11 16,0 1 0-16,-1 1 5 0,-1-1 4 0,0 4-2 15,0 2-1-15,-1-3-2 0,-1 6-5 0,0-1-9 16,1 2-7-16,-2 3-6 0,0 1-26 16,1 1-58-16,1 3-58 0,1-2-110 0,0 2-172 15,0-1-308-15,3-2-299 0,1 1-236 0,1-4-141 16,3-1 305-16,0-1 568 0</inkml:trace>
  <inkml:trace contextRef="#ctx0" brushRef="#br1" timeOffset="178436.87">4251 5875 203 0,'0'2'601'16,"0"0"293"-16,0 0 100 0,0 1-166 0,3-1-202 15,1 4-170-15,-1-1-108 0,4 2-56 16,0 0-34-16,1-1-48 0,0-1-52 0,2-2-19 16,2 0-21-16,-1-3-5 0,1 0-5 15,-2-3-7-15,4-2-21 0,-4-1-26 0,-1-1-19 16,-1 1-14-16,-2 0-5 0,-1 0 2 0,-2 3-4 15,-6-2-22-15,0 5-47 0,-8 0-88 16,-2 5-188-16,-4 1-292 0,-4 5-305 0,-6 2-312 16,-6 2-205-16,-3 2 212 0,-8 3 643 15</inkml:trace>
  <inkml:trace contextRef="#ctx0" brushRef="#br1" timeOffset="179052.57">2088 6911 226 0,'-2'14'625'0,"-1"-1"365"0,-3 0 169 0,0-1-217 15,1-1-258-15,-3-3-112 0,3 0-79 0,2-1-82 16,0-1-78-16,0 0-61 0,3-2-53 16,-2 0-75-16,2-2-66 0,0-2-37 0,2 0-22 15,-2 0-11-15,3-1-7 0,2-1-2 0,-2-3 1 16,2 0-3-16,-2-1-1 0,2 0 4 0,-2 2 1 16,0-1-1-16,0 1 0 0,0 1 2 0,-1 1 0 15,-2 1-2-15,1 0 0 0,-1 1 0 0,0 0-4 16,2 1 3-16,1 3-3 0,0 2-8 0,2 0-51 15,0 2-64-15,0 2-103 0,4-2-160 0,1 1-301 16,1 0-328-16,4-2-271 0,1 2-168 0,5-3 256 16,1-2 581-16</inkml:trace>
  <inkml:trace contextRef="#ctx0" brushRef="#br1" timeOffset="179269.97">3283 6794 114 0,'-7'-2'1031'0,"-1"1"680"15,-4-2-103-15,-3 3-360 0,0 3-414 0,-2-1-385 16,1 2-225-16,-4 2-104 0,5 0-52 0,0-1-27 16,3 1-18-16,2-1-14 0,3-1-10 0,4 1-6 15,2-3-25-15,4 3-76 0,2-2-82 0,4 1-145 16,0-2-263-16,4 0-329 0,3-2-361 0,1-2-207 15,4 0 65-15,1 1 593 0</inkml:trace>
  <inkml:trace contextRef="#ctx0" brushRef="#br1" timeOffset="179552.52">4254 6909 126 0,'7'-6'837'16,"2"3"673"-16,-3 0 39 0,-1 1-284 0,-2 1-437 16,1 1-333-16,-1-2-201 0,-2 2-132 15,1 0-64-15,2-1-34 0,-4 1-26 0,0 0-19 16,0 0-11-16,0 0-16 0,0 0-53 0,-4 0-74 15,1 0-160-15,-2 1-276 0,-1 2-305 16,-4 0-367-16,-4 3-296 0,-5 1 13 0,-5 3 683 16</inkml:trace>
  <inkml:trace contextRef="#ctx0" brushRef="#br1" timeOffset="180103.3">2107 7919 38 0,'-1'14'581'0,"-2"0"498"0,-1-4 195 0,-1-1-94 15,-1-1-293-15,1-2-286 0,-1 0-169 0,3-1-103 16,-2-2-63-16,-1 0-46 0,1-1-63 0,2-2-68 15,0 2-43-15,1-2-22 0,-1 0-15 0,3 0-8 16,0-2-6-16,0 0-5 0,5-1 0 0,-1 1 8 16,3-4 3-16,3 2-10 0,0 0-63 0,3 0-66 15,0-1-106-15,1 2-183 0,2 3-311 0,1 0-331 16,2 2-241-16,0 1-125 0,3 0 306 16,0 1 583-16</inkml:trace>
  <inkml:trace contextRef="#ctx0" brushRef="#br1" timeOffset="180319.96">3223 7929 641 0,'10'-1'1504'16,"-4"-3"150"-16,-4 4-298 0,-4-2-316 0,1 2-467 15,-4 0-285-15,2 0-114 0,-1 0-59 0,1 0-35 16,0 0-27-16,-1 0-27 0,2 0-17 0,2 0-14 15,3 0-14-15,0-3-45 0,0 3-74 0,2 0-130 16,1-1-200-16,3 0-299 0,1 1-352 0,0-1-335 16,1 1-121-16,1-3 453 0,1 3 648 15</inkml:trace>
  <inkml:trace contextRef="#ctx0" brushRef="#br1" timeOffset="180521.74">4261 7878 534 0,'28'3'1431'15,"-6"-3"233"-15,-3 1-285 0,-3 0-321 0,-5-1-501 16,0 2-272-16,-1-1-147 0,-2-1-65 16,1 2-34-16,-1-2-19 0,0 0-8 0,1-2-9 15,1 1-51-15,-2 1-80 0,0-2-184 0,1 2-273 16,-3 0-304-16,1 0-381 0,-4 2-302 15,-3-2 77-15,0 0 754 0</inkml:trace>
  <inkml:trace contextRef="#ctx0" brushRef="#br1" timeOffset="181192.7">2046 8983 65 0,'1'6'646'0,"2"0"486"0,-3-1 146 15,-3-1-133-15,2 0-354 0,-1 0-354 0,2-3-178 16,0 1-83-16,0-2-46 0,0 0-33 0,0 0-31 15,0-2-31-15,0 2-21 0,2-3-22 0,2 1-30 16,-1 0-29-16,0-1-66 0,2-1-109 0,-2 0-146 16,2 0-257-16,2 1-273 0,0 0-235 0,3 1-45 15,0 1 290-15,2-1 419 0</inkml:trace>
  <inkml:trace contextRef="#ctx0" brushRef="#br1" timeOffset="181489.06">3138 9154 507 0,'6'2'1092'0,"-1"-2"257"0,-3 0-82 0,1 1-260 15,1-1-364-15,-2 1-218 0,0-1-122 16,-1 0-67-16,-1 0-56 0,3 0-62 0,-3 0-52 16,2 0-35-16,-2 0-21 0,3 0-10 0,-1 0-4 15,1-1-3-15,2 0 1 0,-2-2-22 0,5 1-64 16,-2 1-63-16,-1-2-114 0,1 1-184 0,-1 2-312 16,3-1-315-16,0 1-226 0,-2 0-120 0,4 0 342 15,-1 0 578-15</inkml:trace>
  <inkml:trace contextRef="#ctx0" brushRef="#br1" timeOffset="181770.12">4158 9124 325 0,'13'0'730'0,"-3"0"274"16,-2 0 103-16,1 0-242 0,-2 0-249 15,1-3-164-15,-3 1-100 0,1 0-56 0,2 1-69 16,-2-3-59-16,-1 1-47 0,2 0-48 0,-1-2-32 16,-1 3-23-16,1-3-10 0,-2 1-48 15,1-1-64-15,-1 2-180 0,-1 2-289 0,-2-2-282 16,-1 0-309-16,0 3-211 0,0 0 117 15,-1-1 617-15</inkml:trace>
  <inkml:trace contextRef="#ctx0" brushRef="#br1" timeOffset="182535.89">5533 5889 264 0,'3'3'874'0,"-3"0"385"0,2-1 2 16,0 0-211-16,-1 0-427 0,-1 0-284 0,2-1-146 16,-1-1-76-16,-1 1-44 0,2-1-30 0,-2 0-23 15,0 2-13-15,3 0-7 0,-1-1-8 16,-2 2-28-16,3 0-55 0,-1 1-142 0,-2 1-238 15,0 1-279-15,0 3-283 0,0 1-231 16,-2 1 27-16,-1 2 481 0</inkml:trace>
  <inkml:trace contextRef="#ctx0" brushRef="#br1" timeOffset="182885.6">5521 6799 147 0,'3'-2'768'0,"0"2"488"0,0 0 144 16,-3-3-115-16,3 3-421 0,-3-1-332 0,2 0-173 16,-1 1-104-16,-1-1-84 0,0-2-74 0,2 1-46 15,-2 0-27-15,0-1-15 0,2 1-5 16,-1 0-4-16,1 0-2 0,1-1-10 0,-1 2-54 16,-1-1-60-16,1 2-75 0,-2 0-141 15,0 2-217-15,0 0-317 0,0 3-254 0,-2 1-206 16,2 2-1-16,-3 1 467 0</inkml:trace>
  <inkml:trace contextRef="#ctx0" brushRef="#br1" timeOffset="183253.68">5581 7815 396 0,'2'0'931'0,"-1"-2"301"0,-2 0-18 16,1 1-263-16,-2-1-287 0,2 1-204 0,0 0-126 16,0-2-68-16,0 0-53 0,0 2-57 15,-2-3-59-15,2 3-51 0,0-2-25 0,0 1-17 16,0-1-40-16,0 0-63 0,0 2-75 16,0-1-145-16,0 4-233 0,0 1-315 0,2 0-287 15,-2 2-206-15,2 2 34 0,-1 0 512 0</inkml:trace>
  <inkml:trace contextRef="#ctx0" brushRef="#br1" timeOffset="183586.22">5655 9069 52 0,'0'-3'599'15,"0"1"481"-15,-3 1 179 0,-3-2-92 16,4 0-315-16,-3-3-283 0,2 4-170 0,-2-3-94 15,2 3-58-15,0-2-49 0,-3 2-60 16,4-2-59-16,-1 2-42 0,2-2-24 0,-1 2-61 16,0-1-60-16,2 1-77 0,-1 1-127 0,-1-1-183 15,2 2-320-15,0 0-252 0,0 3-212 0,2 0-28 16,-2 1 385-16,1 1 490 0</inkml:trace>
  <inkml:trace contextRef="#ctx0" brushRef="#br1" timeOffset="184535.93">2031 10440 448 0,'8'4'871'0,"-3"-2"244"0,1 1-24 0,-3-2-343 16,0 0-250-16,1-1-205 0,-3 2-105 0,1-2-47 16,-2 2-28-16,0-2-19 0,1 0-35 0,-1 1-26 15,0-1-14-15,0 0-12 0,0 0-10 0,2 0-2 16,-2 0-7-16,2 0-33 0,-2-1-73 0,1 1-132 15,-1 0-146-15,0 0-285 0,2 1-268 0,1 0-182 16,0 1 58-16,3 0 365 0</inkml:trace>
  <inkml:trace contextRef="#ctx0" brushRef="#br1" timeOffset="184852.93">2996 10494 98 0,'3'-7'693'0,"3"2"491"15,-6-1 135-15,2 4-81 0,-2-1-348 0,1 0-322 16,-1 0-177-16,0 1-101 0,0 1-67 0,0-2-70 16,-1 3-66-16,1-2-39 0,0 1-25 0,0 0-16 15,1 1-18-15,1-2-70 0,1 0-72 0,-1 1-150 16,1 0-259-16,3 1-310 0,-1 0-358 16,4 1-226-16,1 0 6 0,1 1 597 0</inkml:trace>
  <inkml:trace contextRef="#ctx0" brushRef="#br1" timeOffset="185368.25">4291 10444 478 0,'3'0'1222'0,"-3"0"366"0,0-1-167 0,0 1-340 16,-2-2-454-16,1 2-233 0,-1 0-158 16,1 0-97-16,-1 0-50 0,0 0-34 0,2 0-25 15,-1 0-19-15,1 0-17 0,0 0-59 0,1-1-77 16,1 1-146-16,1 0-277 0,2 0-304 16,4 0-370-16,1 1-292 0,-1-1-10 0,4 2 640 15</inkml:trace>
  <inkml:trace contextRef="#ctx0" brushRef="#br1" timeOffset="185935.19">5554 10425 161 0,'6'-7'1010'0,"-3"1"605"16,-1 2-81-16,-1 2-312 0,-1 2-437 15,-1-2-321-15,1 2-223 0,-2 0-104 0,1 2-50 16,-1-2-31-16,2 1-24 0,0 0-22 0,0 0-38 15,0 4-84-15,2-1-137 0,-1-2-261 16,1 3-295-16,1-4-365 0,0-1-377 0,2-1-67 16,0-2 596-16</inkml:trace>
  <inkml:trace contextRef="#ctx0" brushRef="#br1" timeOffset="186452.22">6726 10300 23 0,'9'1'592'15,"-1"1"532"-15,-3 0 197 0,-2 0-134 16,0 2-293-16,-1-2-329 0,-1 0-173 0,1 0-105 15,-2-1-58-15,3 0-34 0,-3 1-50 0,0-2-62 16,0 0-45-16,0-2-55 0,0 1-77 0,-3-4-102 16,3-1-177-16,0-1-291 0,0-2-327 15,3-3-314-15,-3 1-175 0,0-3 232 16,-3-2 638-16</inkml:trace>
  <inkml:trace contextRef="#ctx0" brushRef="#br1" timeOffset="186885.05">6950 9175 35 0,'-2'-3'610'0,"1"2"521"0,-4-2 176 15,4 1-140-15,-2 2-343 0,1 0-376 0,0 0-206 16,1 0-110-16,-1 0-58 0,2 0-43 16,0 0-52-16,-2-3-145 0,2 2-188 0,-1-4-293 15,1-1-276-15,0 0-260 0,0-4-125 0,-2-1 366 16,2-4 509-16</inkml:trace>
  <inkml:trace contextRef="#ctx0" brushRef="#br1" timeOffset="187318.62">6795 7803 251 0,'0'-2'1144'15,"-2"2"517"-15,2 0-148 0,-1 2-327 0,-2-2-467 16,3 0-299-16,-2-2-206 0,1 1-95 0,1 0-52 15,-2-3-31-15,2 0-30 0,0-2-84 16,0-3-115-16,2-1-226 0,-2-3-280 0,1 0-341 16,1-2-415-16,-2-2-185 0,0-3 368 15,0 0 780-15</inkml:trace>
  <inkml:trace contextRef="#ctx0" brushRef="#br1" timeOffset="187754.4">6929 6756 575 0,'-1'3'1233'16,"-2"-3"283"-16,1 0-141 0,0 0-359 15,-1-2-423-15,0-1-221 0,0 0-146 16,2 0-87-16,-1-3-63 0,1 0-34 0,1-1-25 16,1-3-78-16,-1 0-100 0,2-1-198 0,-1-1-277 15,-1-2-320-15,3 1-398 0,-3-3-224 0,0 0 220 16,2 0 741-16</inkml:trace>
  <inkml:trace contextRef="#ctx0" brushRef="#br1" timeOffset="188134.97">6874 5859 21 0,'-3'1'592'16,"1"2"612"-16,2 0 303 0,0-2-147 0,-1 1-385 15,1-2-383-15,0 2-224 0,0-2-137 16,0 0-100-16,0-2-58 0,0 0-38 0,1 1-21 16,-1-2-13-16,0 0-54 0,0 0-68 15,0-1-166-15,0 1-278 0,0-2-296 0,0 3-364 16,0 1-281-16,-3 1 9 0,-2 1 690 0</inkml:trace>
  <inkml:trace contextRef="#ctx0" brushRef="#br1" timeOffset="189384.54">1889 11767 382 0,'6'0'774'0,"-3"0"255"16,0 0 21-16,1 0-336 0,-1 0-247 0,-2 0-198 16,1 0-115-16,1 0-59 0,-3 0-27 0,2-1-16 15,-2 1-22-15,3 0-16 0,-3 0-11 0,2-2-3 16,-1 2-3-16,1-2 0 0,2 2 1 0,-2 0-63 16,-1 0-105-16,1-3-130 0,1 2-187 0,1 0-273 15,0 1-230-15,1 0-12 0,3 0 236 16,-2 0 325-16</inkml:trace>
  <inkml:trace contextRef="#ctx0" brushRef="#br1" timeOffset="189786.24">2988 11764 72 0,'-7'6'459'0,"-3"0"301"0,0-1 181 16,2-2-18-16,0 0-292 0,0-1-208 0,2-1-138 16,1-1-76-16,2 0-47 0,0-1-49 15,1-1-50-15,4-1-39 0,-1-3-20 0,4 0-72 16,0 0-98-16,1-2-132 0,3 1-237 0,1-1-262 15,0 2-206-15,2 0 10 0,-1 0 245 0,5 2 342 16</inkml:trace>
  <inkml:trace contextRef="#ctx0" brushRef="#br1" timeOffset="190291.18">4271 11851 302 0,'5'-3'858'0,"-3"-1"342"16,-2 1-9-16,3-1-262 0,-3 4-364 0,2-3-278 16,-1 2-143-16,1 1-72 0,1-2-51 0,0-1-115 15,3 1-159-15,-1-2-268 0,2 2-272 0,-1-2-259 16,6 2-168-16,-2-3 217 0,1 2 467 15</inkml:trace>
  <inkml:trace contextRef="#ctx0" brushRef="#br1" timeOffset="190768.15">5676 11794 108 0,'-2'-3'704'0,"-1"-1"461"0,0 1 97 16,-2 2-149-16,0-1-399 0,2-1-343 15,0 3-176-15,-3-2-92 0,4 2-45 0,2 0-25 16,-1 0-21-16,2 0-43 0,-1 0-115 0,2 2-184 16,-1-2-287-16,4 1-273 0,-1 1-261 15,1-2-116-15,3 2 322 0,0-2 509 0</inkml:trace>
  <inkml:trace contextRef="#ctx0" brushRef="#br1" timeOffset="191368.19">6844 11820 35 0,'-1'2'555'0,"-1"2"432"0,0-4 174 15,1 2-83-15,-1 1-344 0,2-3-364 16,0 0-193-16,3-3-95 0,-1 1-108 0,1-2-165 16,2-2-218-16,3 1-279 0,-2-3-247 15,2 1-189-15,0-2 111 0,1 0 409 0</inkml:trace>
  <inkml:trace contextRef="#ctx0" brushRef="#br1" timeOffset="192058.52">8278 11762 342 0,'3'-3'862'16,"-1"2"304"-16,-2-1-14 0,-2-3-257 0,2 3-384 15,-3-2-255-15,1-1-128 0,-1-1-67 16,0 0-30-16,0-1-43 0,0-2-95 0,0-2-145 15,0 1-252-15,1 0-269 0,-1-1-245 16,1-1-135-16,1-2 201 0,-3 1 426 0</inkml:trace>
  <inkml:trace contextRef="#ctx0" brushRef="#br1" timeOffset="192485.44">8201 10404 200 0,'0'-5'812'0,"0"0"402"0,0 3 27 16,-2-2-162-16,2 3-452 0,0 0-305 15,-1-1-156-15,-1 2-76 0,2-2-40 0,0 2-35 16,0-1-67-16,0 1-143 0,0-1-242 16,-2-1-279-16,2-1-267 0,0 0-242 0,-3-1 15 15,2-4 455-15</inkml:trace>
  <inkml:trace contextRef="#ctx0" brushRef="#br1" timeOffset="193020.67">8216 9051 45 0,'-3'0'605'0,"3"-2"482"15,0 2 177-15,-1 0-98 0,1-5-315 0,-2 5-323 16,2 0-176-16,0-1-97 0,0 0-57 0,0 1-45 16,0 0-49-16,0-1-57 0,0-2-82 0,-2 3-70 15,0-2-151-15,0-2-246 0,-1 0-296 16,1 0-317-16,1-2-237 0,-1-2-26 15,-3-1 533-15</inkml:trace>
  <inkml:trace contextRef="#ctx0" brushRef="#br1" timeOffset="193503.75">8240 7747 135 0,'0'-1'606'16,"0"-2"369"-16,-3 1 150 0,3 1-124 15,0-1-331-15,0 0-271 0,0 1-162 16,-1-1-84-16,1 1-59 0,0 0-67 0,-2-2-113 16,0-1-153-16,1-1-224 0,-1-1-281 0,2 0-251 15,-3-4-161-15,1 1 163 0,-2-2 414 0</inkml:trace>
  <inkml:trace contextRef="#ctx0" brushRef="#br1" timeOffset="193918.56">8186 6763 90 0,'-1'2'691'0,"-1"-1"493"0,2-1 132 16,-1 0-75-16,-1 0-333 0,0-3-339 0,2 0-181 16,-2 0-98-16,0-1-64 0,2 1-72 15,-2-2-66-15,2-1-42 0,0 2-23 0,0-2-13 16,0-1-12-16,0 1-52 0,2-1-70 0,-2-2-148 15,0 1-251-15,2 0-299 0,0-3-363 16,-2 1-291-16,0-4-59 0,-4 1 599 0</inkml:trace>
  <inkml:trace contextRef="#ctx0" brushRef="#br1" timeOffset="194333.94">8286 5853 214 0,'3'-2'782'0,"-3"1"418"0,-3-1 59 15,1 1-187-15,1-1-410 0,-1-1-285 0,1 2-151 16,-1-2-96-16,0-1-52 0,2 0-47 0,0-2-78 16,-1 2-182-16,1-2-303 0,-2 1-267 15,-1-1-282-15,-3 1-250 0,0 3 86 0,-1 0 592 16</inkml:trace>
  <inkml:trace contextRef="#ctx0" brushRef="#br1" timeOffset="197701.28">2028 5061 67 0,'-17'0'611'0,"2"3"470"16,1 0 163-16,2 2-108 0,0-3-386 0,3 3-323 15,1 0-188-15,3-3-104 0,0 1-49 0,2 0-29 16,3 0-18-16,2 2-13 0,3-1 22 0,3 2 29 16,6 0 13-16,3 1 49 0,5 1 25 0,5 0 8 15,3-2-8-15,2 2-22 0,4-4-21 0,4 0-44 16,2-1-25-16,1-1-6 0,2-1-15 16,2-1-8-16,1-3 0 0,-1 2 3 0,2-2-3 15,-2 0-8-15,-1-1-5 0,-3-1-4 0,1 2 5 16,-3-2 0-16,-3 1-1 0,-3 4-1 15,-3-2-2-15,-4-1-2 0,-1 3-5 0,-5 3-6 16,-3-3-12-16,-5 2-39 0,-4 4-68 0,-2-1-104 16,-7-3-185-16,-2 3-295 0,-4-2-325 0,-1-1-327 15,-6-4-168-15,-2-1 281 0,-2-3 664 16</inkml:trace>
  <inkml:trace contextRef="#ctx0" brushRef="#br1" timeOffset="197990.19">2703 4881 217 0,'8'-2'401'0,"0"2"144"16,3 0 92-16,2 2-108 0,4-1-90 0,1 2-52 15,2 0 91-15,4 0 14 0,1 0-15 0,2 0-116 16,0 1-66-16,3-2-38 0,2 1-56 16,-1 2-2-16,1 1-9 0,3-1-22 0,-2 1-13 15,0 0-16-15,-2-1-39 0,-3 4-24 0,-3-1-7 16,-2 1 3-16,-2 3 7 0,-7 0 12 15,-6 2 4-15,-2 3-10 0,-4 3-11 0,-8 4-7 0,-2 1-12 16,-7 3-14-16,-2 4-10 0,-5 1-11 0,-2 2-6 16,-3-1-8-16,-3 1-7 0,0-3-2 15,2 1 2-15,-2-4 0 0,6-2-4 0,-1-3-13 16,7-4-35-16,0-4-76 0,3-4-116 0,3-5-189 16,4-2-297-16,3-4-339 0,5-3-348 0,3-4-156 15,7-3 350-15,2-3 664 0</inkml:trace>
  <inkml:trace contextRef="#ctx0" brushRef="#br1" timeOffset="198866.45">4218 4751 391 0,'3'-5'749'0,"0"1"245"15,2 3 81-15,-3-2-302 0,1 3-237 0,0-2-174 16,-2 1-86-16,1 1-12 0,1 1-8 16,2 1 13-16,-2 2-12 0,2 1-11 0,0 1-17 15,-2 2-32-15,3 3-44 0,-5-1-37 0,1 1-22 16,-2 5-18-16,-2 1-10 0,-1 0-13 15,-4 4-9-15,-3 1-11 0,-1 3-6 0,-5 0-8 16,0 0-5-16,-4 0-6 0,-4 0-1 0,-1-1 2 16,-2 0 2-16,-6-1-2 0,0-2 0 15,0-2-1-15,-1-1 1 0,-1-4-6 0,2-4-3 16,2-2 1-16,0-5-1 0,3-3-4 0,1-3-4 16,2-2-2-16,4-2-2 0,4-2-3 15,2-2-1-15,5-1 5 0,5 1 0 0,5 0 0 16,5-3 1-16,5 4 8 0,8-2 4 0,4 3 3 15,8 0-2-15,5 1 0 0,3 2 0 16,8 3-7-16,3 2-2 0,3 2-3 0,3 2 4 16,0 1 4-16,1 5 0 0,1-1 7 0,-2 0 2 15,-1-1 1-15,-2 1 1 0,-1-4-2 16,-4-1 3-16,-1-3-6 0,-3-3 0 0,-5-4 1 16,-3-2 0-16,-2-5 2 0,-3-2 0 0,-5-4 0 15,-3-3-1-15,-3-3 6 0,-5 0 5 0,-4-1 6 16,-5 0 1-16,-7 0 2 0,-3-1 0 15,-9 1-7-15,-5 0-6 0,-6-2-6 0,-7 4-3 16,-6 0-3-16,-6 1 0 0,0 6-1 0,-5 5 0 16,4 4-1-16,-2 8-1 0,3 2-1 15,1 8-6-15,2 3-5 0,6 4-15 0,2 3-25 16,6 2-77-16,2 1-127 0,4 1-239 16,2 1-297-16,2-3-358 0,4 1-433 0,3-1-136 15,1-3 548-15,3-1 775 0</inkml:trace>
  <inkml:trace contextRef="#ctx0" brushRef="#br1" timeOffset="199866.71">1141 5873 280 0,'2'-7'690'0,"-1"0"376"15,1 1 128-15,-2 6-264 0,0 0-178 0,0 0-130 16,0 0-135-16,0-5-119 0,0 5-80 15,0 0-60-15,0 0-75 0,0 0-57 0,0 0-32 16,0 0-16-16,0 0-11 0,0 0-9 16,0 0-4-16,0 0-8 0,0 0 0 0,5 5 6 15,-2 5 5-15,3 8 11 0,-3 6 5 16,0 5 3-16,-1 7 0 0,1 4-3 0,-3 5-3 16,2 3-16-16,-4 5-8 0,2 4-6 15,-3 2-7-15,0 5-6 0,-2 0 1 0,-1 1 5 16,-2-1 1-16,3-1 3 0,-1 0 1 15,-1-7 0-15,0-1-5 0,2-7 0 0,0-3-7 16,0-9 2-16,2-6 0 0,-2-4-1 16,2-5 0-16,-1-7-2 0,0-3-2 15,1-6-17-15,3-5-21 0,-8-5-47 0,0-6-72 0,-4-3-93 16,1-5-146-16,-1-5-228 0,-2-2-311 16,0-3-295-16,-2-1-197 0,0-1 69 15,-3-4 517-15</inkml:trace>
  <inkml:trace contextRef="#ctx0" brushRef="#br1" timeOffset="200116.18">863 6548 111 0,'3'8'386'0,"-3"2"218"15,0 2 197-15,2 1-47 0,-1 6-78 16,2 5-78-16,-1 2-45 0,1 6 12 0,0 8-37 16,0 3-87-16,2 5-106 0,0 3-74 15,1 6-64-15,-1 0-74 0,4-1-53 0,-2-1-29 16,2-4-15-16,2-4-13 0,0-8-7 15,2-5-3-15,1-7 4 0,2-6 6 0,1-7-3 16,1-5 4-16,1-8 2 0,1-5 0 16,1-10-5-16,1-4-6 0,3-7 0 0,-1-5-5 15,4-5-4-15,2-2 1 0,0-2-13 0,-4-2-58 16,1 2-69-16,-7 3-135 0,-5 3-245 0,0 5-306 16,-5 1-347-16,-4 7-256 0,-4 4-42 15,-5 5 544-15</inkml:trace>
  <inkml:trace contextRef="#ctx0" brushRef="#br1" timeOffset="201150.13">588 8088 108 0,'0'0'351'0,"0"0"236"0,0 0 206 0,0 0-2 16,0 0-64-16,6-2-92 0,3 2-94 0,-9 0-97 15,0 0-87-15,0 0-79 0,0 0-45 16,0 0-16-16,2 5-12 0,1 1-19 0,0 1-12 15,2 2-24-15,-2 3-25 0,2 4-34 16,-2 0-14-16,2 5-7 0,-4 1-12 16,1 4-10-16,-2 4-7 0,-2 1-1 0,-2 4-7 15,1 0-3-15,-2 7-4 0,-3 0-1 0,0 2-6 16,-6 1-8-16,1 3-4 0,-2-1-5 16,-3 2-2-16,-1-4-1 0,-1-1 0 15,-3-2 4-15,-2-3 5 0,-2-7 4 16,-1-3 2-16,1-5 1 0,3-6 1 0,2-8-5 15,0-5-5-15,0-6-9 0,4-7-6 16,3-7-3-16,2-3-4 0,6-3-2 16,0-4 0-16,7 0 5 0,3 0 9 0,8-2 7 15,3 4 3-15,5-2 2 0,8 2 0 16,3 3 2-16,5 2-4 0,3 1-7 0,0 5-4 16,4 3 0-16,-2 2-1 0,3 1 1 15,-1 2-1-15,-2 0 5 0,1 1 1 0,-2-1 3 16,-2-4-1-16,-4-1 0 0,-3-4 0 15,-5-5 9-15,-2-3 2 0,-3-3 0 16,-4-4 3-16,-5-3 2 0,-3-1-5 0,-5 0-9 16,-3-2 1-16,-5 2 2 0,-6 0 0 0,-3 4 0 15,-5-1 3-15,-5 2 1 0,-6 2-3 16,-3 0 0-16,-2 0-1 0,-3 2-1 16,-1 4-1-16,4 5-1 0,5 1-2 0,3 5-14 15,6 2-23-15,-1 3-49 0,0 7-73 16,8 3-148-16,-2 5-267 0,8 5-308 15,0 4-360-15,-1-1-323 0,4 2-42 0,2-3 652 16</inkml:trace>
  <inkml:trace contextRef="#ctx0" brushRef="#br1" timeOffset="202099.63">5769 4334 386 0,'-11'5'840'0,"-2"1"316"0,-3 2 23 0,2 2-289 15,0 4-271-15,1 2-116 0,1 5-112 16,2 6-67-16,4 5-47 0,-1 5-32 0,3 10-55 15,-1 5-71-15,2 5-30 0,1 5-26 16,2 2-19-16,2 1-19 0,1-2-14 0,2-2-3 16,4-7-7-16,4-4-16 0,1-7-78 0,2-7-102 15,3-4-195-15,0-10-282 0,3-5-334 16,0-9-402-16,-3-3-187 0,0-5 277 0,-2-3 735 16</inkml:trace>
  <inkml:trace contextRef="#ctx0" brushRef="#br1" timeOffset="203300.82">6093 4588 352 0,'3'2'764'0,"-1"-2"324"15,-1 1 75-15,1-1-303 0,-2 0-252 0,3 1-160 16,-3-1-100-16,2 4-33 0,-1 1-38 16,1 1-25-16,1 4-32 0,0 2-38 0,0 4-36 15,-1 4-49-15,1 1-27 0,0 4-21 16,-1 0-10-16,-1 3-7 0,1-3-6 0,1 2-5 16,-3-1-3-16,2-1-7 0,0-2-5 15,-1-2-4-15,-1 0-1 0,2-3 1 0,-2-2-3 0,0-1 0 16,0-1-1-16,0-4-12 0,-2 1-58 15,-1-2-73-15,-2-3-144 0,0-3-224 16,0-2-309-16,-1-1-361 0,0-4-277 0,3-4-72 16,-2-4 551-16</inkml:trace>
  <inkml:trace contextRef="#ctx0" brushRef="#br1" timeOffset="203633.63">6251 4695 140 0,'8'9'423'16,"1"1"201"-16,-4 7 191 0,3-1-47 16,-1 5-140-16,2 2-87 0,0 2-64 15,-1-1-46-15,2 2-80 0,2-2-93 0,-2-3-94 16,1 3-67-16,3-6-44 0,-2-2-26 0,0-1-13 16,2-7-10-16,0-1-2 0,-1-3 0 15,0-6 4-15,-1-2-3 0,1-7-3 0,-2 1 5 16,-1-7 0-16,-2-3-4 0,-2-2 15 0,2-4 24 15,-4 1 28-15,-2-2 37 0,-2-1 38 16,-2 2 29-16,-1 0-1 0,-3-2-10 0,-2 4-11 16,-1 1-26-16,-1 2-31 0,-2 3-22 0,0 3-20 15,0 5-12-15,-1 1-17 0,2 7-10 16,-3 2-6-16,4 2-4 0,-2 7-1 0,2 3-3 16,1 3-11-16,1 3-67 0,0 1-69 0,3 1-141 15,0 1-221-15,2-2-312 0,3 1-350 16,0-2-244-16,0 0-58 0,5-2 507 0</inkml:trace>
  <inkml:trace contextRef="#ctx0" brushRef="#br1" timeOffset="204566.92">6809 4809 24 0,'0'-3'277'0,"-1"0"185"16,1 1 195-16,-2 1 25 0,2 1-67 0,0 0-68 15,-1 0-58-15,-1 1-69 0,2 1-73 16,0-1-70-16,0 2-79 0,-2 0-46 0,2 0-29 16,-1 1-6-16,-1 2-3 0,0-1-3 15,1 3-5-15,1 1-2 0,0 1 33 0,0 3 39 16,0 1 21-16,0 2-2 0,0 1-11 15,0 3-26-15,0-2-44 0,0 2-35 0,0 4-28 16,-2-3-14-16,2 2-8 0,0 1-6 0,0 0-1 16,2-2-10-16,-2 1-6 0,1-3-4 15,1-2-2-15,0-2 1 0,-1-2-3 0,1-2-2 16,-2-3 2-16,0-2-1 0,0-1 1 0,2-1 0 16,-1-1 0-16,-1-2 2 0,0-1 0 15,0 1 1-15,2-2 0 0,-2-2 1 0,1-1 0 16,1-1 0-16,0-2 0 0,-1-3 1 15,2-2 2-15,3-1-1 0,-4-3-2 0,3 0 1 16,-2-3 2-16,0-1-2 0,0-2-1 0,-1-2-1 16,1 1 3-16,-1-2-3 0,-1 0-1 0,1-1 0 15,-2 0 1-15,0 1-1 0,-2 0 2 16,1 3 0-16,1 2 0 0,-2 2 1 0,1 3 1 16,-1 1 5-16,2 4 2 0,-2 1 3 15,1 2-2-15,1 2-5 0,-2 1-4 0,2 0-6 16,0 2-4-16,-1 1-5 0,1 0 6 0,-2 4 3 15,2 1 0-15,0 1 3 0,-2 1 0 16,2 4 0-16,0 1-1 0,-1 1 1 0,1 2 0 16,0 2-1-16,0-2 0 0,0 6 0 15,1-3 0-15,1-1-1 0,1 0 1 0,2 0-1 16,0-2-2-16,2-3 2 0,-2 0 4 0,3-4-1 16,-1 0 7-16,1-3 2 0,1-5 3 15,-1 0 2-15,0-2-5 0,1-6 1 0,-1-2-4 16,0 0-2-16,-1-3-2 0,-1-1-4 0,0 2-16 15,-5-2-36-15,1 1-65 0,-2 2-58 16,-3 0-104-16,1 4-164 0,-4 1-237 0,2 2-279 16,-1 2-222-16,0 2-180 0,2 2 163 0,1 1 514 15</inkml:trace>
  <inkml:trace contextRef="#ctx0" brushRef="#br1" timeOffset="205333.21">6931 5023 57 0,'3'2'280'0,"-1"-1"143"16,1-1 123-16,0 0-107 0,-1 0-111 16,1 0-66-16,-2-1-21 0,1-2 18 0,1-1 29 15,-1 0 46-15,1-1 32 0,0-1-2 16,0-2-28-16,-1-1-32 0,3 1-35 0,-2-1-56 16,1-1-49-16,-1-1-43 0,1 1-30 0,-1 0-23 15,0-1-17-15,0 0-16 0,-1 1-14 16,-2 0-6-16,3 3-3 0,-3 0-7 0,2-1-2 15,-2 4 0-15,0-2 0 0,0 3-1 0,0-1 0 16,0 2-4-16,0-1-9 0,-2 3-35 16,2 0-113-16,-3 0-163 0,0 3-291 0,0-1-273 15,-1 4-261-15,3-2-116 0,-1 0 313 16,0 2 483-16</inkml:trace>
  <inkml:trace contextRef="#ctx0" brushRef="#br1" timeOffset="206150.16">7111 5025 233 0,'0'0'484'15,"2"0"219"-15,-2 0 126 0,0-3-150 0,1-1-128 16,1 0-80-16,-2-3-56 0,3 1-46 15,-1-3-55-15,0 1-63 0,2-5-59 0,1-1-44 16,1 0-28-16,-1-1-1 0,1-2 13 16,2 0 24-16,0-2 18 0,-2 1-2 0,2-3-4 15,0 4-18-15,0 1-28 0,-2-1-30 0,1 4-30 16,-2 1-16-16,-2 2-15 0,0 1-12 0,1 5-8 16,-2 0-4-16,0 1-2 0,-1 1-2 15,1 4 1-15,-1-1 2 0,-1 5 0 0,0 3 2 16,0 3 2-16,0 2 0 0,0 1-1 15,0 3 5-15,0-1 2 0,0 3 2 0,-1 0-1 16,-1-1-1-16,2 1-1 0,0-2-6 0,0-3-3 16,0 0-2-16,0-4-3 0,0 0-1 15,0-4-1-15,2 0-1 0,-1-3 0 0,-1 1-1 16,0-3 1-16,2-1 1 0,1-1 1 16,0-1 4-16,1-1-2 0,-1-3 1 0,2 1 0 15,1-1 1-15,-2 0-2 0,1-4-2 0,0 5 0 16,0-2 1-16,0 2-1 0,-1 1 0 15,-1-2 0-15,0 3-1 0,1 1-1 0,-3 0-1 16,1 2 3-16,1 0 1 0,0 3-1 16,-1 2 3-16,0 1 0 0,-1 2 2 0,2 3-2 15,0-1-1-15,-1 1 0 0,1 2-2 0,-2-1 0 16,3-3 0-16,-3 1-2 0,2-4 1 0,-1-2-1 16,3-2 1-16,-2-3 1 0,2-2 1 15,1-4 4-15,0-1-2 0,1-5 1 0,-1-3 0 16,3-1 0-16,1-3-1 0,-2 1-4 0,0-1 2 15,3 2 1-15,-5 3-2 0,2-2-1 16,-1 6 1-16,-1-1-1 0,-2 4-1 0,1 1-1 16,-2 1 2-16,1 2-1 0,-1 3 0 15,0 0 4-15,0 3 1 0,2 3 1 0,-2 0 0 16,0 1-1-16,0 4 0 0,0 1-1 0,1-1-2 16,-1 3-1-16,0-1-1 0,3 0-1 15,-1 3-3-15,-2-6-29 0,3 3-71 0,-1-2-87 16,0-1-160-16,-2-2-286 0,3-4-332 15,-1 0-354-15,3-2-204 0,0 0 133 0,3-4 659 16</inkml:trace>
  <inkml:trace contextRef="#ctx0" brushRef="#br1" timeOffset="206884.14">7755 4216 134 0,'3'0'407'0,"-1"0"213"0,-1-1 141 16,2 1-128-16,-1 1-78 0,0-1-59 0,2 3-44 16,1-1-36-16,1 3-20 0,2 1-49 0,0 1-55 15,3 0-41-15,0 2-40 0,2 3-27 16,1 2 17-16,2-1-4 0,0 4-34 0,0 2-22 15,1 2-19-15,-1 4-14 0,1 2-39 16,0 1-22-16,-2 5-8 0,0 4-17 0,-2 2-6 16,-2 3-6-16,2 4-2 0,-4 2-2 0,-2 1-5 15,-2 4 2-15,-1 0-1 0,-4 0 0 0,-3-1-1 16,-1-2 0-16,-3 2-5 0,-1-4-52 16,-6-3-83-16,1-1-173 0,-4-5-272 0,1-3-311 15,-3-2-384-15,0-8-303 0,2-5 75 16,-1-6 723-16</inkml:trace>
  <inkml:trace contextRef="#ctx0" brushRef="#br1" timeOffset="-205319.92">23806 12919 243 0,'2'3'415'0,"-1"-2"184"16,-1 3 44-16,0-1-59 0,2-2-41 0,-2 1-21 15,0-1-24-15,0-1-51 0,0 0-65 0,0 0-65 16,0 0-34-16,0 2-3 0,0-2 5 15,2 0-5-15,-2 0-11 0,0 0-25 0,0 0-39 16,0 0-53-16,0 1-44 0,0-1-28 0,1 0-19 16,-1 0-13-16,0 0-10 0,0 0-5 15,0-1-5-15,0-1-7 0,0 1-4 0,0-2-4 16,0 0-2-16,0-3-1 0,0-1 1 0,0-1 0 16,2-1 1-16,-2-2 0 0,1-1 5 15,-1 0 0-15,2-2 1 0,0 0 2 0,0-1 1 16,2-2 2-16,-4-1-3 0,3 0-3 15,-2-1-1-15,4-1 0 0,-2-1-2 0,1 2-2 16,-3-4-1-16,4 2-1 0,-1-1-3 16,1-1-2-16,0-1-2 0,-2 2 0 0,4-1-2 15,-3 0 1-15,1-2-1 0,0 3 0 0,-1-3 0 16,1 3 0-16,-2-1 0 0,2 0 1 16,0-2 2-16,1 3 2 0,-3 0 0 0,4-1 1 15,-6 1 0-15,6 1 0 0,-4-2-2 0,0 2-1 16,5 0-1-16,-7 0-1 0,6-2 0 15,-4 1 0-15,2 0-1 0,0-3 0 0,-1 2 0 16,1-1 0-16,-1 0 0 0,1-2-1 16,-1 3 0-16,0-2 0 0,0 1 0 0,-1 2 0 0,0-3 0 15,1 3 0-15,-2 1-1 0,1-1 1 16,-1 1-1-16,-1 0 0 0,3 1 0 0,-4 1 1 16,1-1-1-16,2 0-1 0,-1 3 1 15,1-1 0-15,-1-1 0 0,-1 3-1 0,1-1 1 16,0-2 1-16,2 0-1 0,-2 1 0 15,1-1 0-15,0-2 1 0,0-1-1 16,0 1 2-16,1-1-1 0,-1 1 0 0,-2-2 1 0,3 3 1 16,-3-1-2-16,4 0 1 0,-4 0 0 15,2 2-1-15,-1-1 0 0,0 2 0 0,-1-1 1 16,1 1-2-16,-1-2 1 0,3 2 0 16,-3-1 0-16,1 0 0 0,0-3 0 0,1 2 0 15,-2 0 0-15,2 0-1 0,-1-3 0 0,-1 2 0 16,1 0 0-16,-1-1-1 0,3 2 1 0,-3 0-1 15,1-1 1-15,-1 3-1 0,1-3 1 16,0 3 0-16,-1 0-1 0,-1-1 1 16,2-1 0-16,0 2 1 0,-1-1 0 0,-1 0 0 15,2-1 1-15,-1 0 1 0,4-1-1 0,-4 0 1 16,1 2-1-16,1-2 0 0,-1-1 0 0,1 2-1 16,0 0 1-16,0-1-1 0,1 2 0 15,-3-1 1-15,2-1-1 0,2 2 1 0,-1-2-1 16,0 0 1-16,-1 0-1 0,0-1-1 15,0 2 1-15,2-1 0 0,-2 0 0 0,3 0 0 16,-3-1 0-16,2 2 0 0,0-1 0 0,-2-2-1 16,2 1 0-16,0 0 0 0,1-1 0 15,-1 0 0-15,0 1 0 0,-1-2 1 0,0 1 0 16,0 2 0-16,1-1 1 0,0-2 1 0,-1 3 0 16,0-1-1-16,-1-1 1 0,2 2-2 15,-2-2 2-15,2-1-1 0,-4 2 0 0,4-2 1 16,-2-1-1-16,0 0 1 0,0 0 0 0,0 0-2 15,1-3 0-15,-3 1 0 0,3 0 0 16,0-2 0-16,1 3 0 0,-2 0 0 0,0-2 0 16,0 1 0-16,2 1 0 0,-2-1-1 15,2 2 0-15,0 1 0 0,1-2 0 0,-1 3-2 16,0-3 1-16,-1 0 2 0,1 3-1 0,0-3 1 16,2 0 1-16,-2 1 1 0,0 0 1 0,0-3-1 15,1 2 0-15,0-2 0 0,-1 0 0 16,0 1 0-16,0-1 0 0,0 2-2 0,-4 0 1 15,4-1 0-15,-2 2 0 0,0-1-1 16,0 1 0-16,-1 3-1 0,1-3 1 0,-1 2 0 16,1 1-1-16,-2 0 0 0,4-1 1 15,-2 2-1-15,1-1-1 0,-3-1 1 0,4 1-1 16,-2 1 0-16,2-3 1 0,-4 4 3 0,4-1 5 16,-2 0 2-16,1 0 3 0,-1 2 1 0,3-2 2 15,-5 0-3-15,4 1-3 0,-2-2-3 16,0 0-2-16,2-2 0 0,0 1-1 15,-2 1-1-15,5-3-1 0,-3 1 0 0,0-1 0 0,-2 1 0 16,2-1-1-16,-1 2 0 0,1 0 0 16,-2-1 0-16,2 1 0 0,-4 3 0 0,3 0 0 15,-4 1 1-15,1 2-1 0,2 1 0 16,-3 1-1-16,0 0 1 0,0 0 0 0,0 2 0 16,0 0 0-16,0 1 0 0,0 1 1 0,0 0-1 15,0-1 0-15,0 1-1 0,0 1 0 16,0 1 1-16,0 0-1 0,0 0 0 0,0 0 0 15,0 1 1-15,0 2 0 0,2-1-1 16,-2 1 1-16,2 1 0 0,-2 1 0 0,0 1 0 16,1 0 0-16,-1 0 1 0,0 0 0 0,0 2 0 15,0-1 0-15,0 2 0 0,2-2-1 0,-2 1 1 16,1-1-1-16,-1 1 1 0,0 1-1 16,2-2 1-16,-2 2-1 0,0-1-1 0,0 1 0 15,0 0-2-15,0 0 0 0,0 1-1 16,0 1-4-16,0-1-12 0,0 1-20 0,-2 1-52 15,-1-3-109-15,-2 2-239 0,1-4-289 16,-3 0-373-16,1-2-475 0,-3-3-343 0,1-8 459 16,1-1 981-16</inkml:trace>
  <inkml:trace contextRef="#ctx0" brushRef="#br1" timeOffset="-204303.2">25000 5674 206 0,'1'-2'487'0,"-1"-3"295"0,0-1 221 15,2 4-116-15,-2-1-170 0,0 1-85 0,0 1-34 16,-2 0-80-16,2 1-105 0,-1-2-91 15,-2 2-59-15,-1 2-64 0,-2-1-71 0,0 2-40 16,-2 2-20-16,-2 1-11 0,0 3-5 0,-2 0-3 16,-3 3-7-16,-1 1-10 0,-1 0-6 0,-4 4-3 15,-3 0-6-15,-3 1-5 0,0 1-3 16,-3 1 2-16,0 0-2 0,0-1 2 16,0-1 8-16,2-3 3 0,-1 2 1 0,5-6 0 0,2 0 0 15,4-4-5-15,1-1-8 0,4-3-5 16,3-2-3-16,3-2-7 0,3-4-5 0,2 0-1 15,4-6-1-15,2 1-2 0,4-3 1 16,2-3 6-16,4 1 2 0,1-1 2 0,-2 1 2 16,4-2 0-16,0 2 0 0,-3 2 0 15,3-1 0-15,-4 2 0 0,3 2-1 0,-3 1 1 16,-1 0-1-16,-1 4 1 0,2 1-1 0,-1 2 2 16,1 0 1-16,1 6 1 0,-1-2 0 0,4 5 4 15,-1 0 4-15,2 5 2 0,-1 0 4 16,5 3 2-16,0 1 1 0,2 3-3 0,2-1-2 15,0 0 2-15,3-2-3 0,1-1 0 16,1-2 0-16,3-3 1 0,1-3-2 0,-1-4 0 16,2-3-2-16,-1-3 0 0,-2-4-2 15,1-3-2-15,-4-3 0 0,0 0 0 0,-7-5 2 16,-2 0 2-16,-2 0 5 0,-6-3 4 0,-2 1 2 16,-8-1 1-16,-5 0-2 0,-4-2-4 15,-3 1-5-15,-7 1-4 0,-5 0-2 0,-4 2-3 16,-3 2-2-16,-2 5-1 0,-2 2-1 15,0 5-2-15,1 5 0 0,1 2-2 0,1 5-9 16,2 4-15-16,3 1-39 0,1 1-88 0,2 0-215 16,5 4-274-16,2-3-353 0,1 1-457 0,3 0-455 15,2 1 210-15,0 1 1060 0</inkml:trace>
  <inkml:trace contextRef="#ctx0" brushRef="#br2" timeOffset="-191408.32">11651 6339 441 0,'-3'8'965'0,"-2"-2"281"0,-2 1-46 15,2-1-251-15,-2 1-333 0,4 2-158 0,1-1-111 16,-1 0-70-16,3-2-46 0,-2 1-44 16,2-3-74-16,0-1-54 0,0 1-26 0,0-4-15 15,2 2-8-15,0-2-5 0,1-2-1 16,0-1 2-16,3-1-2 0,-3-2 2 0,2-3 1 16,0 0 0-16,-2 0-3 0,0 2 1 0,0-1-1 15,-3 2 6-15,2 2 3 0,-2 0 1 16,0 0 2-16,0 2-1 0,0 2 0 0,0 2-7 15,0 2-4-15,-2 0-4 0,1 3-1 16,1 2-4-16,-2 2-28 0,2-1-65 0,-1 2-81 16,-1-1-158-16,0 0-286 0,1 0-324 0,1 0-335 15,-2-1-214-15,2-1 103 0,0-1 645 16</inkml:trace>
  <inkml:trace contextRef="#ctx0" brushRef="#br2" timeOffset="-191069.44">11665 7019 292 0,'1'3'1191'15,"-1"-3"485"-15,-3 2-160 0,-2 0-319 0,-1 0-469 16,2-2-284-16,-3-2-191 0,1 2-91 0,-1-2-52 16,1 0-37-16,0 2-27 0,1 0-19 15,2-3-15-15,1 3-9 0,1-1-7 0,-1 1-11 16,4 0-24-16,-1 0-69 0,3 1-86 15,0-1-160-15,0 3-284 0,0-1-329 0,2 3-386 16,-1 0-246-16,0 0 105 0,-2 1 704 0</inkml:trace>
  <inkml:trace contextRef="#ctx0" brushRef="#br2" timeOffset="-190752.23">11651 7832 5 0,'7'4'585'0,"-3"3"711"16,-1-3 297-16,-2 2-194 0,1-4-376 15,-2 1-400-15,0-1-220 0,-2 1-157 0,1-3-91 16,-1 1-51-16,-1 1-40 0,1-2-25 16,-2 0-17-16,2 0-11 0,-1 0-8 0,3 0-5 15,-1 0-14-15,-1 0-37 0,2 2-78 0,-2-1-123 16,-1 2-224-16,2 0-300 0,-1 3-355 16,0-1-363-16,-1 2-120 0,-2 2 466 0,-1 0 713 15</inkml:trace>
  <inkml:trace contextRef="#ctx0" brushRef="#br2" timeOffset="-190235.45">12335 6486 30 0,'-3'-2'580'0,"2"2"518"16,-1 0 312-16,1 0-20 0,-3 0-364 16,4 2-373-16,-1-2-215 0,-1 0-121 0,0 0-106 15,2 0-88-15,0 0-56 0,-1 0-32 16,1 0-20-16,0 0-9 0,0 0-7 0,1 3-4 16,-1-1-9-16,2 1-60 0,-2 2-72 0,-2 1-153 15,1 3-274-15,-2 5-311 0,-1-1-377 0,1 5-278 16,-4-1 11-16,2 2 665 0</inkml:trace>
  <inkml:trace contextRef="#ctx0" brushRef="#br2" timeOffset="-190001.36">12301 7134 153 0,'-3'6'800'15,"-1"0"592"-15,1-3 123 0,1 0-225 16,-1-2-448-16,0 0-336 0,1-2-174 0,-1 0-129 0,3-2-86 16,-1-2-51-16,1 1-32 0,1-2-18 15,2 0-11-15,-1 2-6 0,1-3-32 0,-1 4-68 16,1 2-74-16,-3-1-140 0,2 4-236 0,-2 1-322 16,0 3-316-16,-2 3-216 0,-1 1-8 15,-2 5 515-15</inkml:trace>
  <inkml:trace contextRef="#ctx0" brushRef="#br2" timeOffset="-189802.45">12302 7740 158 0,'-1'16'924'15,"-2"0"580"-15,-1-2-25 0,-1-1-242 0,-1-4-423 16,3 1-335-16,-2-1-201 0,1-4-108 0,0-1-54 15,3 2-45-15,1-4-34 0,0 1-32 16,3-3-82-16,0 0-89 0,2-3-154 0,-1 0-283 16,1-4-318-16,3 1-377 0,0-3-223 15,3-2 104-15,-1 0 639 0</inkml:trace>
  <inkml:trace contextRef="#ctx0" brushRef="#br2" timeOffset="-189519.13">12819 6603 259 0,'3'-8'713'0,"-1"2"380"0,-2 2 104 0,2-1-245 16,-2 3-250-16,2 0-168 0,-2 0-118 0,0 0-80 15,2 2-63-15,-2 0-54 0,2 0-57 16,-2 0-55-16,0 0-45 0,0 2-30 0,0 2-17 16,0-2-7-16,0 3-5 0,0 1-1 15,-2 1-5-15,0 1-53 0,0 1-62 0,0 1-124 16,-1 1-211-16,0 2-297 0,-1 1-343 0,1 1-274 16,0-1-117-16,0 3 428 0,-1 2 619 15</inkml:trace>
  <inkml:trace contextRef="#ctx0" brushRef="#br2" timeOffset="-189269.07">12844 7449 55 0,'-3'10'593'0,"0"-2"463"0,1-1 181 16,-2-3-94-16,0-3-352 0,2-2-287 15,0-3-184-15,0-1-95 0,2-1-51 0,0-1-39 16,2 0-39-16,0-2-44 0,2 0-27 0,-1 0-10 16,2 0-24-16,-2 1-41 0,0 2-48 15,-1 1-121-15,0 4-178 0,-2 1-299 0,0 0-287 16,-2 4-233-16,-1 0-102 0,-2 2 358 16,0 1 514-16</inkml:trace>
  <inkml:trace contextRef="#ctx0" brushRef="#br2" timeOffset="-189085.43">12822 7897 280 0,'-4'22'845'0,"-3"-3"344"0,1-1-2 16,-1-3-214-16,1-2-420 0,0 0-276 15,1-5-142-15,2 1-76 0,1-3-86 16,1-2-145-16,2-4-220 0,1-5-285 0,3-1-259 15,1-6-226-15,3-1 30 0,1-4 403 0</inkml:trace>
  <inkml:trace contextRef="#ctx0" brushRef="#br2" timeOffset="-188768.73">13298 6561 47 0,'3'-5'404'15,"0"3"373"-15,1 0 324 0,-1 0-30 16,-1 0-229-16,-1 1-126 0,-1 1-112 0,3 0-120 15,-3 0-112-15,0 1-74 0,0-1-65 0,0 4-81 16,0-2-66-16,0 3-39 0,-3 3-23 16,2-1-13-16,-3 4-8 0,1 2-10 0,-2 0-63 15,2 3-70-15,-3 0-144 0,1 1-231 16,2 1-305-16,2 1-360 0,1 1-269 0,0-1-52 16,1 1 545-16</inkml:trace>
  <inkml:trace contextRef="#ctx0" brushRef="#br2" timeOffset="-188601.36">13365 7255 329 0,'-4'17'753'0,"1"-4"271"0,1 1 36 16,1-2-274-16,-1-1-314 0,1-1-223 16,-2 0-122-16,3 1-61 0,0-1-49 0,0 1-104 15,3-1-162-15,-3 0-302 0,1 1-240 16,1-2-196-16,-1 3-60 0,4-2 267 0,0 0 394 15</inkml:trace>
  <inkml:trace contextRef="#ctx0" brushRef="#br2" timeOffset="-188440.44">13429 7711 86 0,'-4'21'642'0,"-3"0"442"0,-2 0 135 15,3-2-124-15,-1-2-394 0,2-2-339 0,0-4-181 16,2 0-121-16,2-5-158 0,1-5-192 0,1-2-301 15,2-5-264-15,1 0-251 0,2-7-84 16,1 0 318-16,3-3 460 0</inkml:trace>
  <inkml:trace contextRef="#ctx0" brushRef="#br2" timeOffset="-188134.75">13706 6463 468 0,'0'2'984'0,"0"-1"294"15,0-1 37-15,-2 1-269 0,2 3-317 16,0-2-243-16,-3 2-140 0,3 0-85 0,-1 1-87 16,-1 1-80-16,0 1-46 0,2 3-23 15,-1 1-13-15,-1 3-8 0,2-1-8 0,0 4-48 16,0 1-68-16,-1 3-116 0,1-1-182 16,0 4-296-16,1-2-344 0,1 1-300 0,-1 3-152 0,4 1 332 15,0 0 628-15</inkml:trace>
  <inkml:trace contextRef="#ctx0" brushRef="#br2" timeOffset="-187951.65">13801 7276 477 0,'0'27'971'0,"0"-1"254"0,0-1-59 16,-2 0-318-16,2 1-358 0,2-2-233 0,-2 0-118 15,2 2-59-15,1-2-33 0,0-2-26 0,0 0-45 16,3 0-124-16,-3-1-178 0,-1 0-293 15,1 1-270-15,0 1-259 0,-1 1-94 0,1 0 346 16,-3 0 483-16</inkml:trace>
  <inkml:trace contextRef="#ctx0" brushRef="#br2" timeOffset="-187418.61">11581 8626 114 0,'5'2'722'0,"1"1"460"0,0-3 87 15,-3 0-157-15,2 0-402 0,0-2-323 16,0 1-163-16,0-2-83 0,1-2-39 0,-2 3-18 15,3-3-11-15,-1 0-29 0,1 1-19 0,2-1-11 16,1 0-4-16,-1-1-6 0,5 4-24 16,2-3-27-16,1 2-86 0,1 0-165 0,1 2-296 15,1-2-284-15,1 3-268 0,1 0-185 0,0 0 206 16,-1 1 559-16</inkml:trace>
  <inkml:trace contextRef="#ctx0" brushRef="#br2" timeOffset="-187235.91">12321 8578 125 0,'16'3'736'0,"-5"2"468"16,-3-3 83-16,0 3-168 0,-1-2-412 0,-2 0-343 15,0-1-165-15,0 1-82 0,0 0-42 0,1-2-19 16,0 1-11-16,4-2-10 0,1 2-15 16,3-2-11-16,0 1-23 0,4-1-36 0,-2 1-95 15,2-1-165-15,0 2-293 0,1 0-282 16,1-1-260-16,2 0-160 0,-1 3 251 0,1-3 528 15</inkml:trace>
  <inkml:trace contextRef="#ctx0" brushRef="#br2" timeOffset="-187085.42">12944 8653 358 0,'12'6'686'16,"-5"-2"227"-16,-1 1 43 0,2-2-283 0,-2 2-249 15,-1-2-177-15,2 0-90 0,-1 0-48 16,2-1-26-16,1-4-38 0,2 0-68 0,-1-1-111 15,2-1-157-15,0 2-291 0,0 2-228 0,2-3-160 16,2 3 44-16,-2 0 291 0</inkml:trace>
  <inkml:trace contextRef="#ctx0" brushRef="#br2" timeOffset="-186851.09">13568 8769 223 0,'12'0'347'0,"-4"0"113"16,2-1-40-16,0-1-160 0,1-1-123 0,0-2-72 15,-1 1-34-15,-1-1-19 0,2 2-12 0,-3-1-4 16,0 0 4-16,-1 3 0 0,0 1 0 16,-1 0 2-16,-1 1 2 0,0 2-6 15,-2-2-14-15,-1 1-27 0,1 3-73 0,-3-3-137 16,2 2-133-16,-1-2-29 0,-1 1 50 0,2-1 96 15</inkml:trace>
  <inkml:trace contextRef="#ctx0" brushRef="#br2" timeOffset="-186702.26">13796 8721 169 0,'0'3'564'0,"-1"-1"294"16,-1 2 116-16,-1-2-167 0,1 0-305 15,-1 1-275-15,-3-3-241 0,3 1-266 0,-2-1-300 16,0-1-215-16,2-2-127 0,-2-3 90 0,0-3 310 16</inkml:trace>
  <inkml:trace contextRef="#ctx0" brushRef="#br2" timeOffset="-184736.3">11807 5692 35 0,'0'5'393'0,"0"-1"326"0,2 1 264 15,-2-4 51-15,0 2-248 0,0-2-199 0,0 1-137 16,3 0-74-16,-3-2-50 0,1 1-59 0,1-1-49 15,-1 0-6-15,1 0-11 0,1 0-23 0,1-1-18 16,0-1-17-16,1-1-10 0,2-1-23 16,0-4-18-16,1 1-16 0,0-4-13 0,3-4-11 15,0-2-10-15,2-3-10 0,1-3-2 16,1-4-4-16,0-3-5 0,3-1-3 0,1-4-2 16,-1 1 0-16,-2-1-5 0,3 1-3 15,-3 1 0-15,1 0 4 0,-4 4 2 0,1-1 0 16,-3 5 0-16,-1 0-1 0,1 6 0 0,-3 0-2 15,-2 4-3-15,-1 0-2 0,1 6 0 16,-3-1-1-16,0 4 0 0,-1 1-1 0,0 2 1 16,-1 0-1-16,-1 1-2 0,3 2 0 0,-3 2 0 15,0 1-1-15,2 3 0 0,-2 1 0 0,0 4 0 16,0-2 0-16,0 4 0 0,-2 2-1 16,2 0 0-16,-3 2 0 0,3 1 0 15,-3 2-1-15,1-1 1 0,-1 1 1 0,0 2 4 16,0 0 3-16,-1 2 1 0,0-1 3 0,-1 2-2 15,-1 2 1-15,1-1-3 0,-1 0-3 0,2-2-2 16,-3 2-1-16,4-3-1 0,-2-1-1 16,0-4-3-16,2 0-1 0,0-1 0 0,0-2 0 15,1-4-2-15,1 0 0 0,-1 0-6 16,1-2-12-16,-1-2-18 0,2-1-28 0,-2 0-62 16,-1-1-79-16,0-2-144 0,1 3-245 0,-1-2-308 15,2 1-354-15,-1 1-270 0,0 0-48 16,0 1 613-16</inkml:trace>
  <inkml:trace contextRef="#ctx0" brushRef="#br2" timeOffset="-183436.31">12422 5579 27 0,'0'-2'357'0,"0"-3"303"0,0 2 288 0,0 1 72 16,0 0-221-16,0 0-186 0,0-1-112 0,-1 3-44 16,1-1-39-16,1 1-56 0,-1 0-50 0,0 0-38 15,0-2-44-15,0 2-53 0,0 0-50 16,-1 0-32-16,1 0-20 0,-2 0-16 0,2 0-13 16,0 0-10-16,0 0-8 0,0 2-7 15,0-1-6-15,-1 2-4 0,-1 3-4 0,0 2-2 16,-1 1-2-16,0 8 0 0,1-2-1 0,-3 7-1 15,4-1 5-15,-2 7 2 0,0 0 1 16,1 2 1-16,1 2 1 0,-1 0-1 0,2-1-3 16,0 0-3-16,0-1-3 0,2-5-1 15,-1-5 0-15,1 0-1 0,2-4-1 0,-1-5 1 16,-1 0-1-16,0-4 1 0,1-3 1 0,-1-4 1 16,2-1 1-16,0-6 1 0,0-4 0 15,2-5 1-15,-1-2-1 0,2-5-1 0,-3 0 1 16,1-2-1-16,0-2 1 0,-1-1-2 15,0-4 1-15,-3 1-2 0,1-2 0 0,-2 1 0 16,0 0 0-16,-2 1 0 0,2 2-1 0,0 6 1 16,-1-1 0-16,1 6 0 0,0 0 1 15,-2 5 1-15,2 0-1 0,-2 2 1 0,2 4 2 16,0 0 3-16,0 2 0 0,0 1-1 0,0 1 2 16,0-1-2-16,0 3-1 0,0-2-2 15,0 3-1-15,0-1-1 0,0-1-1 0,0 2 1 16,0-1-1-16,0 1-1 0,0 0 1 0,0 0-1 15,0 0 1-15,0 0 0 0,0 0 0 16,0 1 0-16,0 1 0 0,0-1 1 0,0 2-1 16,0 0 2-16,0 2 1 0,0 1-1 15,0-2 0-15,0 2-1 0,0 0 1 0,0 1 1 16,0 0-3-16,0-1 2 0,0 0 1 16,0 0-1-16,0-1 1 0,0-1-1 0,0-3 5 15,0 2 4-15,0 0 4 0,0-1 6 0,2-1 6 16,-2-1 4-16,0 0 0 0,0 0 0 15,0 0-3-15,0 0-5 0,0-1-4 0,0-1-6 16,0-1-4-16,0 0-3 0,0-1-3 0,0 1-2 16,0 0-1-16,0-2 1 0,0 1-1 0,2 1 0 15,-2-3 0-15,1 4-1 0,-1-3 1 16,2 3 0-16,-1-2-1 0,-1 2 1 0,0 0 0 16,2 0 0-16,-2 1 0 0,0 1 0 0,0 0-1 15,0 0 1-15,0 0 0 0,0 0 0 16,-2 1 0-16,2 1 1 0,0 1-1 0,-1 0 1 15,1 0 0-15,-2 3-1 0,2-1 0 16,0-1 1-16,-1 2-1 0,1 0 1 0,0 2-1 16,0 1 0-16,1 0 1 0,-1 0-1 15,0 1 1-15,2 1-1 0,-1 1 0 0,3-1 1 16,-1-2-1-16,0 4 0 0,2-4 0 16,1-1-1-16,0 3 1 0,2-3 0 0,0-2 0 0,0 1 1 15,1-2 0-15,-1-1-1 0,2 0 1 16,-1 0-1-16,1-1 0 0,-2 0 0 15,0 0-1-15,-1-2 0 0,-2 2 0 0,0 0-1 16,0-1-1-16,-2-1 1 0,0-1 1 0,-1 1 0 16,2-1 1-16,-4-1 0 0,3-2 0 0,-3-3 1 15,2-3-1-15,0-4 1 0,-1-4-2 16,3-3 0-16,-1-2 1 0,0-1-2 0,2-2 1 16,0 1 0-16,1 0 0 0,-2 5 0 15,0-1 0-15,0 5 0 0,-2 3 0 0,1 2 0 16,0 3 1-16,-3-1-1 0,2 3 1 0,-2 2 0 15,2 0 0-15,-1 3 0 0,2 0 0 16,-3 3 0-16,3 2 0 0,-1 1 0 0,-1 1 0 16,1 4 1-16,0-1 0 0,-1 2-1 15,2 0 1-15,-1 3 0 0,1 0 0 0,1 0 0 16,-3 2 0-16,1-2 0 0,2 3 0 0,-2-3 0 16,1 1 0-16,-2-1-1 0,4-2-1 15,-2 0 0-15,1 0-1 0,-1-2-1 0,2-4-4 16,1 1-8-16,-2-1-15 0,1-3-20 0,-1 0-30 15,-1-3-73-15,0-1-85 0,-3-3-150 16,2 0-276-16,-2-1-321 0,0-2-368 0,-2 1-229 16,2 1 59-16,0-2 670 0</inkml:trace>
  <inkml:trace contextRef="#ctx0" brushRef="#br2" timeOffset="-182503.43">12914 5703 31 0,'0'0'307'0,"0"0"227"0,0 1 241 0,0-1 68 15,-1 0-101-15,1 0-116 0,0-1-94 0,0 1-90 16,0-2-89-16,0 1-94 0,0-1-81 15,0 1-54-15,0-3-23 0,0 0 8 0,1 1 27 16,-1-1 18-16,3-2 22 0,0-2 6 0,-1 1-13 16,1-2-25-16,0-2-35 0,2 1-27 15,0-4-28-15,0 2-22 0,1-1-9 0,1-4-8 16,0 2-5-16,1-2-3 0,-2 0 0 16,3 0 3-16,0-1 1 0,0 2 5 0,-2 0-1 15,0 0 1-15,0 2 0 0,-1 2-2 16,-1 2 0-16,0 3 0 0,-1-1 1 0,-1 2-1 15,-1 2 1-15,-1 1-1 0,1 0-4 0,-2 1-4 16,3 2 0-16,-3 4-1 0,2-2 0 16,-2 4 0-16,1 3 1 0,-1 2 0 0,0 0 0 15,2 3-2-15,-2 2 2 0,0 1-1 16,0 1 0-16,0 2 1 0,0 0-1 0,0 0 0 16,0-1-1-16,2-1-1 0,-2 1-1 0,1-4-2 15,1 0 0-15,-1-3 1 0,1-2-1 0,0-1-1 16,2-1 1-16,-1-2-1 0,0-1-1 15,-1-1-1-15,3-2 0 0,-2-2 1 0,4 0 0 16,-3-4-1-16,4 2 2 0,-2-2 1 16,-1 0 0-16,2-2 0 0,-1 1 0 0,0-2 1 15,0 2-1-15,-1-1 1 0,0 1 0 0,-2 1 0 16,0 0 0-16,-1 1 0 0,2 0-1 0,-1 1 0 16,-3 0-1-16,2 2 0 0,0-1-1 15,-1 1 1-15,1 1 0 0,0 1 0 16,-1 0 2-16,2-1 0 0,-1 1 1 0,1 1 0 15,0-2-1-15,1 1 1 0,0-2-1 0,-1 1 0 16,2-1-1-16,0-1 0 0,0-1 1 0,1-2 0 16,2-1 0-16,0-2 0 0,0-2 0 15,1-3 0-15,0-1 0 0,1 0-1 0,1-2 0 16,0 0 0-16,-1 1-2 0,-1 1 1 16,2-4 0-16,-3 7 1 0,0 0 1 0,-3 2-1 15,2 3 1-15,-3 0 0 0,-1 4-1 0,0 1 0 16,-3 1 2-16,3 5 2 0,-3 2 7 15,0 3 5-15,0 2 2 0,0 4 1 0,0 0-2 16,2 0 0-16,-2 3-7 0,0 1-5 0,0-1-2 16,0 1-2-16,3-2-1 0,-1 1-1 15,-1-2-2-15,4 0 0 0,-1-3-13 0,-2-2-37 16,3-1-78-16,-2-3-133 0,0-1-257 0,2-4-306 16,-2-1-375-16,5-1-387 0,-2-4-78 15,2 1 602-15</inkml:trace>
  <inkml:trace contextRef="#ctx0" brushRef="#br2" timeOffset="-171351.84">24491 8194 21 0,'0'2'161'0,"0"-2"62"15,0 0 5-15,2 1-24 0,-2-1-29 0,0 2-16 16,1-2-16-16,1 0-11 0,-2 1-8 16,0-1-18-16,0 0-10 0,1 0-2 0,-1 0-1 15,0 0 9-15,3 0-29 0,-3 0-5 16,0 0-3-16,0 0-5 0,0 0-9 0,0-1-7 15,0 1 32-15,0 0 10 0,0-2 15 0,0 2 4 16,0 0 25-16,0 0 10 0,0-1-29 16,0 1 1-16,0 0-10 0,0 0-11 0,-3 0-32 15,3 0-11-15,0 0 13 0,0 0-13 0,0 0-3 16,0 0-3-16,0 0 3 0,0 0-1 16,0 0 2-16,0 0 7 0,0 0 13 0,0 0 14 15,0 0 6-15,0 0 4 0,0 0 5 0,0 0-2 16,0 0-8-16,0 0-8 0,0 0-1 15,0 0-7-15,0 0-8 0,-1 0-8 16,1 0-11-16,0 0-10 0,-2 0-8 0,1 1-11 16,-1-1-6-16,0 0-2 0,2 2-3 0,-1-2 2 15,-1 0-5-15,0 0 1 0,2 0 1 0,-3 0 0 16,3 0 2-16,-1 0-1 0,-1 1-2 16,0-1 0-16,-1 1 1 0,2-1 2 15,-1 0-1-15,-1 2 0 0,2-2 1 0,-1 0 1 16,0 2-2-16,1-2 1 0,-1 1-3 0,1-1 2 15,1 0 0-15,-4 1-2 0,4 1 3 0,-1-2 0 16,-1 0 2-16,1 2-3 0,1-2-1 16,-2 0 1-16,0 2-4 0,1-2 4 0,-1 3-6 15,2-2 4-15,-1-1 2 0,-1 0 0 16,-1 1-1-16,3-1-2 0,-1 1 2 0,-1 2-1 16,0-3 0-16,2 0 0 0,-3 2 1 0,3 0 3 15,-1-2-2-15,1 3-4 0,-4-2-1 16,3 2 2-16,-1 1 0 0,1-2-2 0,-1 2 1 15,0-2 2-15,1 2-1 0,-2-3-2 16,1 2 0-16,0 0-1 0,0-1 3 0,-2 2 1 16,3-1 0-16,-1 1-2 0,1-1 2 0,-1 1 0 15,0 0 0-15,-1 0 0 0,2-1 2 16,-1 2 0-16,0 0 3 0,1-1-4 0,-3 0-1 16,4-1-2-16,-3 2-1 0,3 0 3 15,-1-3-5-15,-2 3 0 0,1-2 2 0,2 0-2 16,-1-1 2-16,-1 2-2 0,2-1 2 0,0 1 1 15,-1-1 0-15,1 0-2 0,0 2 2 16,-2-1-1-16,0-1 3 0,1 2 1 0,1 0-1 16,-2-1 0-16,1 2-1 0,-3 0 1 15,4 1 0-15,-1-2-2 0,-3 1 2 0,3 0 3 16,-1 1 0-16,1-1-1 0,-2 0 1 0,1 1 2 16,1-1 0-16,-1 1-1 0,1-1-1 0,1 0-2 15,-4 0 4-15,4 0-2 0,-1 0-1 16,1-2-3-16,0 2 2 0,-2-1 2 15,0-1-3-15,2 1 0 0,0-1 1 0,-1 3 2 16,-1-1-2-16,2-2 0 0,-1 3 1 0,-1 1-2 16,0 0 4-16,2-3-1 0,-1 3-2 0,-1-1 0 15,1 0 1-15,1-1 3 0,-2 3-2 16,-1-4-1-16,3 3 2 0,-1-2-2 16,-1 0 0-16,2-2-2 0,0 2 0 0,-1-1 1 15,1 1-6-15,0-2 5 0,0 2 2 0,-2-2 3 16,0 2-1-16,2-1-4 0,-1 1 5 0,-1 0-3 15,0-1 1-15,2 1-3 0,-1-2 1 16,-1 1 3-16,1 1 0 0,-1-2 0 0,0 2-2 16,-1 0 0-16,2 0-1 0,-1 0-2 15,-1 0 1-15,2-2-2 0,-2 2 2 0,1 1-2 16,0-1 0-16,1 0 4 0,-3 0-2 0,3-1 1 16,-1 0 0-16,1-1 2 0,-3 3 0 15,4-1 0-15,-3-2-1 0,2 2-3 0,-1-1 2 16,-1 0-1-16,3-2-2 0,-1 2-1 15,-3 0 3-15,3 1 2 0,-1-2-4 16,1 2 4-16,-3 0-2 0,3-1 0 0,-1 1-3 0,1-2 1 16,-1 1-2-16,0 0 2 0,1 1 2 15,-1 0-4-15,1 0 3 0,-1 1 0 0,0-1 0 16,0 0-6-16,0 0 4 0,0 1 2 16,-1 0-2-16,3 1 1 0,-1 0 0 0,-3-1 5 15,4 0-6-15,-1-1 0 0,-1 1-2 0,1 0 3 16,1 1-1-16,-2 0-1 0,0-3 4 15,1 3-3-15,1-1-2 0,-2-2 5 0,0 1 0 16,2 0-3-16,-3 0 1 0,3 1 2 16,-1-1 1-16,-4 1-1 0,4-1-2 0,-1 0 3 15,1-2-1-15,-3 1-4 0,3 3 2 0,-2 0-4 16,-1-1 1-16,3 0-3 0,-3 1 0 0,1-3 0 16,2 2 2-16,-4-1 3 0,4-1-3 15,-1 0 0-15,2-1 6 0,-1-1 4 0,-1 1-4 16,0 1 2-16,1 1 1 0,-1-1 3 15,-1 3 1-15,0 0 1 0,-1-1 2 0,0-1-2 16,-1 3 2-16,2-1-1 0,0-1-1 16,0 2 1-16,-2 2-7 0,2-1 2 0,-1-1-2 15,1 2-2-15,2-2 0 0,-4 2-1 0,4-3 2 16,-2 1 3-16,1 0-1 0,0 0-1 0,1-1-2 16,1-1 1-16,0-2 2 0,-2 1-5 15,2 0 1-15,-2 2 4 0,2-1 0 0,-1 0 1 16,-1 2 2-16,1 0 0 0,-1 2 0 15,0-2-5-15,-1 2 2 0,2 1-3 0,-4-3 0 16,4 4 0-16,-3-2 0 0,3 3 2 0,-2-2 2 16,1 0-2-16,0-1 1 0,1 1-2 0,-1-4-1 15,1 2-3-15,1-3 1 0,-2-1-3 16,0 2 4-16,2-3 0 0,0 1 1 0,0 0-4 16,0-2 4-16,0 3 4 0,0 1-3 15,0-1 0-15,-1 0-1 0,-1 3 4 16,2-3-4-16,0 4-1 0,-1-3-2 0,1 0 1 15,0 1-2-15,0 0 2 0,1-2-2 0,-1 3-1 16,2-3 3-16,-1 1-2 0,-1-2 3 16,4 1-1-16,-3-1-2 0,1 0 0 0,-1 1 1 15,3 0-1-15,-3-1-3 0,2 1 2 0,1 2-3 16,0 0 2-16,-1 0 1 0,0 0-1 16,-1 2 1-16,1-3 2 0,-1 3 3 0,-1-2-5 15,1 1 1-15,0 1-1 0,-1-3 0 0,-1 3 3 16,4-3-1-16,-4 1 3 0,1 0 3 15,1-2-2-15,-1-1 1 0,-1 2-2 0,3 1 5 16,-1-3 0-16,-1 1-2 0,-1 1-1 0,2 0 1 16,-1-1-2-16,1-1 0 0,-2 2 2 15,2 0 1-15,-2 2 4 0,0-1-2 0,0-1-2 16,0 1-2-16,0-1 3 0,0 0-3 16,-2 1 1-16,2-3 0 0,-2 1 1 0,2-1 1 15,0-1-4-15,0 2 0 0,-1-2 4 16,1 0-3-16,-2 2 0 0,1-1 2 0,1 0-1 15,-2 0-2-15,-1-2-2 0,3 4 2 0,-1-1 2 16,1 1-2-16,-3-1-1 0,3 1 2 0,-2-1-2 16,0 1 0-16,1 0 0 0,1-1 0 15,0-1 3-15,-2 0-2 0,2 0 3 0,-2 0-3 16,2-2 0-16,0 2-2 0,-1 0 0 16,-1-1 1-16,2 3 1 0,-1-1 0 0,-1 1 3 15,0-1-1-15,-1 0 0 0,3 1-1 0,-1-1-1 16,-4 1-1-16,4-2-2 0,-1 1 2 15,0 1 2-15,-1-1-2 0,2 1 0 0,-1 1 3 16,0-2-2-16,1 1 0 0,-1-1-1 0,1 1 0 16,-1-2-1-16,0 1 0 0,2-2-2 15,-3-1 3-15,3 2 0 0,-1-1 0 0,-1 1-1 16,0 0 0-16,0 0 1 0,0 1 1 16,0 0 0-16,1 1 1 0,-1 1-2 0,1-1 0 15,-3 0 0-15,3 2-2 0,-1-1 0 0,1-2-2 16,-3 4 1-16,3-4-1 0,-1 1 2 15,0-1-4-15,1-1 2 0,-1 1 2 0,1-1-2 16,-4 0 3-16,4 0 1 0,-1-2 1 16,1 2-1-16,-3 1 0 0,1 1 0 0,2-1-1 15,-3 0-3-15,1 1-1 0,0-1 0 0,1 2 3 16,-2-2 1-16,2 0 0 0,-1-2-3 0,2 1 1 16,-1 0 0-16,0-2 3 0,1 2 0 15,-1 0 0-15,1-2 5 0,-3 2 1 16,3-1-1-16,-3 2 0 0,1-1-2 0,2 2 2 15,-5 0-4-15,3 1 3 0,-2 0 1 0,1 1 1 16,1-1-3-16,-2 0 3 0,2 1 3 0,2 0-7 16,-4-1 2-16,4 0-3 0,-1 0 0 15,1-2-1-15,-3 1 3 0,3-1 0 0,-1-1-2 16,0 2 1-16,-1-1 2 0,2-1 0 16,-1 2-3-16,0 1 1 0,1 0 1 0,-1 0 0 15,1 0-3-15,-4 1 0 0,4-1 2 16,1-1-2-16,-2 1 0 0,0 0 0 0,1 0 2 15,-1-1-1-15,2 0 0 0,0 0 1 0,-1-1-2 16,1 1-3-16,0-1 3 0,0-1 0 16,0 2-2-16,0-2 2 0,0 1 2 0,-2 0 1 15,0 1-5-15,2 1 2 0,-1-1 2 0,-1 1-2 16,1 0-2-16,-1 0 2 0,0 1 3 16,-1-1 0-16,2 3-2 0,-3-3 1 0,4 2 17 15,-2-3 16-15,0 3 16 0,0 0 8 16,2-2 6-16,-1-1 2 0,1 3-16 0,-2-3-16 15,2-1-14-15,0 1-8 0,0-1-8 0,0-1-1 16,-1 2-4-16,1-2 0 0,0 0 0 16,-2 0-1-16,2-1 2 0,-2 0 2 0,2 3-4 15,0-3-3-15,-1 2 12 0,-1 0-1 0,1-1 4 16,1 2 0-16,-2-2 4 0,0 1 0 16,2-1-8-16,0-1-1 0,0 0-3 15,0 0 0-15,0 1 1 0,0 0-3 0,0 0 1 16,0 2-3-16,0-3-2 0,0 3 0 0,0-2 0 15,0 1 1-15,0-1 0 0,0-1-1 16,0 1 0-16,0-1 2 0,0 1-3 0,0 0 4 16,0-1 0-16,0 1 4 0,-1 3 1 15,-1-2 1-15,1 0-2 0,1 1-4 0,-4-1 0 0,4 0 0 16,0 1-2-16,-2 0 2 0,2-2-1 16,0 0 3-16,-2 0 0 0,2-1-2 0,-2 1 0 15,2-1-1-15,0 1 4 0,-1 0-2 16,1 2-1-16,-2-1 3 0,2 2-1 0,-1-1 4 15,-1-1-5-15,0 1 2 0,2-1 2 0,0 1-3 16,-1-2 1-16,1 1-3 0,0-1 0 16,-2 0-2-16,2 0 1 0,0 0 2 0,0 0 1 15,-1 0 2-15,1 1-4 0,0 2 1 0,0-2 2 16,-2 2-3-16,0 0-4 0,2-2 0 16,-1 0 4-16,1 1 3 0,0 1-4 15,-4-1 2-15,4 0 4 0,-1 2 0 0,-1-1-3 16,1 0 0-16,1 0-2 0,-3-2 0 0,3 1-2 15,-2-1-1-15,2-1-3 0,0 1 6 16,0-4 4-16,0 2-5 0,0-3-2 0,0 4 1 16,0-3 6-16,0 0-4 0,0 2 0 0,0 1 0 15,-1-2 3-15,-1 1 0 0,2 3-3 16,-1 1-3-16,-1-2 0 0,0 3 0 0,1-1 0 16,-1-2 1-16,1 1 1 0,1 1 0 15,-2-2 4-15,0 1 0 0,1-1-2 0,1 1-2 16,-2-2-2-16,2 1 3 0,-2-1-5 0,2 0 2 15,0 0 0-15,-1-1 2 0,1-2 3 16,-2 2 0-16,2-3 3 0,0 1-4 0,-1 1 0 16,1-1 1-16,-3 1-1 0,1 0-1 15,2-1 0-15,-3 1 5 0,3 1-2 0,-1 1-1 16,-3-1-2-16,3 0-1 0,-1-1 0 0,0 3-4 16,1-2 0-16,-1 0 4 0,1-1-1 15,-1 0 0-15,0 1 1 0,2 1 0 0,-3-2 0 16,3 1-2-16,-1-1 2 0,1 2 1 15,-5 0-3-15,4 0-1 0,-1 2 0 0,1-2-1 16,-1 0 3-16,0 0-2 0,2-1 3 16,-1-1 0-16,-1 0 2 0,0 1 1 0,1-1 0 0,-1 2 1 15,1-2-3-15,-3 1 2 0,3 0 1 16,-1 1-3-16,1-1 0 0,-1-1-1 0,-1 3 3 16,2-1-1-16,-3 2-1 0,3-2 3 15,-1-1 3-15,-1 3-2 0,1 1-1 0,-1-2 1 16,0 3 4-16,1-3-5 0,-1-1-5 0,2 2 3 15,-1-2-3-15,-1-1 0 0,2 0-3 16,-1-1 7-16,0 1-1 0,1-2 1 0,-1 2 2 16,1-1-1-16,1 1 0 0,-2-1-3 15,0-1 4-15,2 3-6 0,-1 0 2 0,-1-4 1 16,2 4 0-16,-1-1 0 0,1 1-1 0,-2 0 3 16,2-1-3-16,-2 1-1 0,1 0-2 15,-1 0 1-15,2 0 0 0,-1 0 2 0,1 1 1 16,-4-4 0-16,4 4 1 0,-2-3 0 15,2-1 2-15,-2 2-4 0,0 0 2 0,1-1-1 16,-1-1 1-16,2 0-2 0,0 0 0 0,-1-1 0 16,1 2 0-16,-2-3-2 0,2 2-1 15,-2 0 3-15,1 0 1 0,-1 0-1 0,2 2-3 16,-1-3 2-16,-1 2 1 0,0 1 0 16,2-2-1-16,-1 2-2 0,-1-3 3 0,0 5-1 15,1-2-1-15,-1 0 2 0,1-1-1 0,-4 2-2 16,4-2 0-16,-1 2 3 0,1 0 0 15,-1-1-4-15,0-1 4 0,-1 0 0 0,2 1 3 16,-1 0 0-16,0-1 1 0,1-1-3 16,1 2-1-16,-2-2 4 0,0 0-3 0,1 0-3 15,-1 0-1-15,1 0 2 0,1 0 1 0,-3-1-1 16,1 0 2-16,1 1 2 0,-1 0 1 16,1 0-2-16,1 0-3 0,-4-1 0 0,4 1-2 15,-1-2 0-15,-3 2 4 0,3-3 10 0,-1 2 1 16,1-1 3-16,-1 0 0 0,0 3 0 15,-1-3-8-15,2 2-3 0,-4 0-1 0,1 2-5 16,0-1 0-16,-1 1-1 0,2 1 3 16,-2 0 1-16,1-1 0 0,-2 1 5 0,3-2 4 15,-2 0 4-15,1 1 2 0,1-2 4 0,2 0 6 16,-3-2 2-16,3 2 5 0,-1 0 3 16,-1-3 1-16,-1 1 0 0,0 1-5 0,1-2-4 15,2 0-8-15,-3 0-4 0,1 0 5 0,0-2 5 16,0 2 16-16,0 0 15 0,-1-1 14 15,0 1 8-15,1 0-5 0,0 0-8 0,-1 0-13 16,0 0-14-16,0 0-10 0,-1 1-10 0,1-1-2 16,-4 4 1-16,2-4 0 0,1 1 11 15,-2 0 9-15,3 1 5 0,-2-2 1 0,1 0-2 16,0 0-5-16,-1 0-11 0,1 0-10 16,-1 0-6-16,1-2-1 0,-1 2-1 0,-1 0 0 15,2-1-1-15,1 1 1 0,-4-1-1 16,2 1-2-16,-1 0 0 0,1 0-1 0,-2 1 2 15,3-1-1-15,1 1 1 0,-3 1-1 0,2 0-1 16,-1-1 1-16,0 0-2 0,1 2 1 16,0-1-1-16,1-2 0 0,-3 1 4 0,2-1 5 15,-1 2 0-15,3-2 0 0,-3 0 1 0,1-2-1 16,0 2-3-16,0-1-3 0,-1 1 0 0,2-1-2 16,-1 0 2-16,0-2 0 0,0 2-1 15,-1 1 1-15,0 0-1 0,1 0 0 16,0 0-1-16,0 0-1 0,-1 0 1 0,-2 1-2 15,4-1 1-15,-1 3 1 0,-2-2-1 0,1 0 0 16,1-1 1-16,-3 1 0 0,4 1 1 16,-3 1-1-16,2-3 3 0,1 2-1 0,-2-2 2 15,1 0 0-15,2 3 0 0,-2-3 2 0,2 1-3 16,-1-1 0-16,0 0 0 0,-2 0-1 16,2 0-2-16,0-1 0 0,-3-2 0 0,1 3-2 15,-1-2 0-15,-2-1 0 0,1 0-1 16,2 2 1-16,-5-3 0 0,1 3 1 0,1-2 0 15,-4 1 1-15,2 2 1 0,-2-1-1 16,1 1 1-16,-3 1 1 0,1-1-1 0,-2 2 1 16,-1 1 0-16,1 1 0 0,-1-3 0 0,1 1-2 15,-1 3 1-15,2-3-2 0,0 1-2 0,0 0-1 16,0 0 0-16,3 0-1 0,-2 2 1 16,5-3-1-16,-1 0-2 0,3 1-3 0,0-2-19 15,2 1-67-15,1-2-82 0,0-2-197 0,-1 1-281 16,2-4-332-16,2-3-391 0,-4-3-245 15,2-4 150-15,0-5 807 0</inkml:trace>
  <inkml:trace contextRef="#ctx0" brushRef="#br2" timeOffset="-165690.83">24496 8263 4 0,'0'0'215'0,"1"2"128"0,-1-2 125 16,5 1-50-16,-5-1-100 0,1 0-86 16,-1 0-59-16,2 0-46 0,-1 0-32 0,-1-1-29 15,2 1-26-15,-2-2-15 0,2 2-11 0,-2 0-5 16,0-1-3-16,1 1 0 0,-1-2 13 15,2 2 10-15,-2 0 11 0,1-2 11 0,-1 2-2 16,0 0 7-16,0 0 2 0,0 0-2 16,0 0 1-16,0 0 10 0,0 0 10 0,0 0-8 15,0 0-8-15,0 0-12 0,0 2-14 0,0-2-17 16,0 0-10-16,0 0-6 0,0 0-2 16,2 0 2-16,-2 0 1 0,2 0 1 0,-2 2 37 15,1-2 72-15,-1 1 32 0,4-1 16 0,-4 0 7 16,1 0 2-16,-1 0-37 0,3 0-60 15,-3 2-30-15,5-2-20 0,-4 1-11 0,1-1-7 16,1 2 0-16,-1-1-3 0,1 1-2 0,-1-2 0 16,1 3 0-16,2-3 1 0,-4 1 2 15,2 0-2-15,3 1 2 0,-3 0-1 0,1-1 0 16,-3 0 0-16,3 1-1 0,-3-2 2 16,2 3 0-16,1-2 85 0,-3 2 40 0,2-2 20 15,1 1 9-15,-2 1-1 0,0-1-4 0,0 0-72 16,-1 2-38-16,1 1-17 0,-1-2-14 15,-1 2-5-15,0-3 1 0,2 3 1 0,0-1 11 16,-2 0 5-16,0 1 7 0,0 1 4 16,0-1-4-16,0 1 1 0,0 0-11 0,0 0-7 15,0-1-5-15,0 2-3 0,0-1-5 0,-2 0 0 16,0 2-3-16,2-1 0 0,-1 0-2 16,1 1 2-16,-3-1 2 0,3 2-2 0,0 1 2 15,0-3-3-15,-2 2 3 0,0-2-2 0,2 2 0 16,0-1 2-16,0 1 1 0,0-2 2 15,0 1-2-15,2 0 1 0,0-1 4 0,-2 4-5 16,0-4-2-16,0 2-2 0,1 0 3 0,1 0 1 16,-2 0 2-16,0-2-3 0,1 2 2 15,-1 0 1-15,0 0-1 0,2 1-2 0,0-1 1 16,-2 1 2-16,1-2-4 0,-1 2 1 16,0 0 2-16,0 1-1 0,0 0-3 0,-1 0 0 15,1 1 4-15,-4 0-2 0,4 2-3 16,-1-2 3-16,-2 0-1 0,1 0 2 0,0 1 1 15,0-1 1-15,-2 1 2 0,3-3-1 0,-1 2-2 16,1 0-4-16,-1-2 0 0,0 1-1 16,-1-1-2-16,2 2 1 0,-1-1 1 0,0-1 4 15,1 1 1-15,-3 1-1 0,3 0-2 0,-1 0 1 16,1 1 4-16,-2 0-6 0,1 0-1 16,2 0-1-16,-3-1 5 0,3 1 0 0,0 0-4 15,0-1 2-15,0-1 0 0,0-2 1 16,0 4-5-16,0-3 1 0,0 1 4 0,0 1-1 15,0-3 0-15,0 2 1 0,0-4 4 0,0 2 0 16,0 0 2-16,0 1 1 0,0-1-1 16,0-1-5-16,0 4-2 0,0-3 3 0,-1 1-2 15,1-1-2-15,-2 3 1 0,0-2 1 0,1 1 0 16,-1-3 0-16,1 3-3 0,-1-4 1 16,0 0 4-16,2 1 1 0,-1-1 2 0,-1 1-2 15,0 0 0-15,-1 0-3 0,3-3-1 16,-1 4 0-16,-4-1 0 0,4-1 0 0,-2 1 3 15,1 3 5-15,-1-2-2 0,-1 1-4 0,1 1 0 16,2-2-3-16,-3 2 1 0,1-1-2 0,2 1 0 16,-1-2-3-16,-1 1 3 0,2-2 3 15,1-1-4-15,0 1 2 0,0 1-2 0,0-1 4 16,0-1 3-16,0 2 0 0,0 0 0 16,0-1 0-16,0 2 0 0,-2-1 1 0,1 2-4 15,1 1 0-15,0-3 0 0,-2 4 0 0,0-3-2 16,1 1-1-16,-1-2 1 0,0 4 2 15,1-1 0-15,-1-1 0 0,1 1 1 0,-3-2 1 16,3 2-1-16,-1-1 0 0,1 0 0 16,-1-1 0-16,-1 0 2 0,2 1-2 15,-3-1-1-15,3 0-3 0,-2 3-1 0,-1-2-1 0,3 0-1 16,-2 1 0-16,1 0 2 0,-1-2 0 16,1 1-1-16,1-1 1 0,-4 0-3 0,4-1 7 15,1-2-3-15,-2-1 2 0,0 0-2 16,2 0 3-16,-1 0 3 0,-1-2-5 0,2 4 3 15,-1 0 0-15,-1 0 4 0,0 4-3 0,-1-1 1 16,2 1-1-16,-3 0 0 0,3 0 2 0,-2 0-1 16,-1 0 3-16,4-1-4 0,-2 1 3 15,2-2-4-15,-2-1 0 0,2-2 0 16,0 0 0-16,0 4-1 0,2-4-3 0,-2 2 3 16,0 0 0-16,0-2 0 0,0 2 2 15,0-3 2-15,0 2 3 0,2-1-7 0,-2-5 0 0,0 5 0 16,0-1-2-16,0 0-1 0,0 2 1 15,0-1 4-15,0 1-2 0,-2-1 1 16,2 0 1-16,0-1-3 0,-2 2 0 0,0-3 1 16,2 3 1-16,0 1 0 0,-1-1 1 15,-1 0 7-15,1-1 5 0,-1 1-1 0,0-1 1 0,1-1 1 16,-1 1-2-16,2-2-6 0,-1 3-4 16,-1-3-2-16,0 3-1 0,2 1 0 0,-1-3-1 15,1 2 1-15,0-2-1 0,0 0-1 16,0 0 1-16,0 1 1 0,0 1 0 15,0 0 0-15,0 2 1 0,-2-1 1 0,0-2-2 0,2 1 0 16,0-2-2-16,0 0 1 0,0 1-3 16,0-1 1-16,0 0 4 0,-1 2 0 0,-1-3 0 15,2 2-3-15,0-1 1 0,-1 0-1 16,1 0-3-16,0 3 1 0,-3-2 2 0,1 2 1 16,1-2-1-16,-1 2 2 0,2 0-3 15,-1 1-3-15,-1-1-1 0,0-2 3 0,2 4-1 16,0-4 1-16,-1 0 0 0,1 1 1 0,0-3 2 15,0 2-1-15,1 1 2 0,-1 0 0 16,0-1 2-16,2-1 3 0,0 1-6 0,-2-2 2 16,1 1-1-16,1-2-1 0,-1 0 1 0,-1 1 0 15,2 1 2-15,1-4 0 0,-2 4 3 0,-1-1 1 16,0 3-2-16,0-3-1 0,0 1 3 16,0-2 1-16,0 4-5 0,0-1 2 15,0 2-2-15,-1 0 0 0,1-1-1 0,0 0-2 16,-3 2 1-16,3-1-1 0,-2 0 2 0,2 1 0 15,0 0-3-15,-1 1 3 0,1-3-1 0,0 0 2 16,1 1-2-16,-1-2-1 0,0 0 4 16,2 0-2-16,-2 0 2 0,3-2-3 15,-3 1 2-15,0 1 1 0,1-3 0 0,-1 2-5 16,0 1 2-16,0-1 3 0,0 0-3 0,0 2 1 16,-1 0 0-16,1-1 1 0,-3 2 1 0,1-2-3 15,1 3 2-15,1-3-2 0,-2 2 1 16,2 1 2-16,0-3-6 0,-1 0 4 0,1 0-3 15,0 0-1-15,0-2-2 0,0 3 1 16,0-2 5-16,0 2-3 0,0-3 2 0,0 4 0 16,-2-3 4-16,2-1-3 0,-2 0-2 15,2 2 1-15,-1 1 1 0,1 0 1 0,-2 0-4 16,1 1-3-16,-3-1 2 0,3 0 0 0,-1 3-1 16,0-2-1-16,-1 1 4 0,3-3 2 15,-1 2 3-15,1-2-3 0,-3 0 2 0,3 0-2 16,-2 1-1-16,2-1 0 0,-1-1-1 15,1 0-1-15,0-2-1 0,0-1 0 0,0 2 2 16,0-1-2-16,0 0 0 0,-2 1 3 0,2 1 0 16,-1 2 0-16,1-1 0 0,-4 2 0 0,3 1 0 15,-3 0-1-15,3-1-1 0,-1 0 0 16,1 0-3-16,-1-2 1 0,0-1-2 0,2 2 2 16,-1-2 0-16,1-1 3 0,-2 1-2 15,2 1 2-15,0-1 3 0,-1 3-2 0,-1-2-2 16,-1 1-2-16,3-2 4 0,-3 0 1 15,3 1-1-15,-1 1 1 0,-1-1 2 0,0 1 1 16,1-1-4-16,-1 1-1 0,0 1 1 16,1-4 0-16,-1 3 1 0,2-2 1 0,0 0 3 15,-1-1 0-15,1 1-2 0,0-1-1 0,-2 1-2 16,0 1 1-16,-1-1-1 0,3 2 1 16,-1-1 0-16,-4-2 1 0,4 3 2 0,-1-2-3 15,1 1 4-15,-3 2 8 0,3-1 7 0,-1 1 5 16,0-1 5-16,1 0 2 0,-1-1-8 15,2 2-7-15,-1 0-5 0,-3-1 1 0,3 1 0 16,-1-3 2-16,1 2 3 0,1 0 0 0,-2-2-5 16,-1-1-2-16,3-1-8 0,0 0-1 15,-1-1-2-15,1 2 0 0,0-2 4 0,-2 1-3 16,2-1 3-16,-2 2-1 0,2 1 10 16,-1 1 15-16,-1 1 9 0,2-1 8 0,-1 3 5 15,-1-2 2-15,0 1-5 0,1-1-13 0,-1-1-13 16,1 0-11-16,1 2-2 0,0-6-1 15,-2 4-6-15,0-3-4 0,2 1 0 0,0-1 3 16,0 2 1-16,-1 0 2 0,1 1 0 0,-2 1 4 16,1 0 4-16,1 0 0 0,-2 1-6 15,0-3-3-15,2 1 3 0,0 0-1 0,-2-2-7 16,2 1 2-16,0 0 3 0,0-2-2 0,0 0-5 16,0 1 1-16,0 1 8 0,0 0-2 15,0 2 1-15,0-1 1 0,-2 1 2 16,2-2-3-16,-2 0-3 0,2 1 3 0,0 1-3 15,-1 0 6-15,-1 0 5 0,2 1 3 0,-1 0 1 16,1 1-3-16,-4-2 2 0,4 1-4 16,-1 1-3-16,1-3-4 0,-2 0 2 0,2-1 1 0,0 1-3 15,0-1-1-15,0 0 0 0,0 3 3 16,-1-2-5-16,1 1 1 0,0-2-1 16,-2 0 2-16,2-1 2 0,-2-1-5 0,2 1 2 15,0-2-1-15,0 3 3 0,0-2-3 0,0 1-1 16,-1 1 1-16,1 1 5 0,-2 3-2 15,0-1 1-15,2-2 5 0,-3 2-3 0,3-1 4 16,0-2-1-16,0 1-5 0,-1 0 1 16,1-1-3-16,0 0 3 0,-3 1-3 0,1 4-3 15,2-3 5-15,-1 0-2 0,-1 1-3 0,2-3-1 16,-1 1-2-16,1-2 2 0,0-1-1 16,-2 0 1-16,2 1 3 0,0-1 3 0,0 0 0 15,0-1-2-15,0 0-2 0,0 2 1 16,0-1-1-16,0-1-4 0,0 2 3 0,0-3 1 15,0 1 3-15,0 0-1 0,0 0-2 0,0-1 0 16,0 1-2-16,0 0 2 0,0 0 2 0,0 1-3 16,0-1 5-16,0 0-1 0,0 0 0 15,0 1-3-15,0 1-2 0,0 1 2 0,-2-4 0 16,2 5 0-16,0-2 0 0,0 0 1 16,0-1 0-16,0 0 3 0,0 2-5 0,0 0 1 15,0 0 3-15,0 0 1 0,0 0-3 0,0 0-4 16,0 0 2-16,0 2 0 0,0-2-1 15,0 3 4-15,-1 0 0 0,1-1 1 0,-2 3 1 16,2-4 2-16,-1 1-3 0,1-1-1 0,0-4 0 16,0 2 0-16,0-3 2 0,0 4-4 15,0-3 1-15,0 0 0 0,0 0 1 0,0 0 4 16,0 0 3-16,0 1 8 0,0 1 2 16,0-1 1-16,-2 2-1 0,2 2-2 0,-2 0-1 15,1 1 5-15,1 1 7 0,-4-1-1 16,4-1 2-16,0-1 0 0,-1-1-3 0,1 0-13 15,0 0-7-15,1 0-1 0,-1 0-4 0,0-2-1 16,0 0 0-16,4 1 1 0,-4 1 0 0,1-4-2 16,-1 1-1-16,2 0 2 0,-2-2-1 15,2 3-1-15,-2-3-2 0,0 0 1 0,1 1 3 16,-1 0-1-16,2-1 0 0,-1-1 2 16,-1 1 0-16,2-1 4 0,0 2-2 0,-1 0 0 15,2-1 0-15,-1 0 1 0,2 2 4 16,-2-1-3-16,1 0 1 0,-1 3 2 0,1-2 3 15,0 2-3-15,0-1 4 0,1 2 9 16,-1 0 8-16,0 1 5 0,-1 0 1 0,2 0 1 0,-2-2-6 16,1 1-8-16,-2-1-10 0,3-1-5 15,-3 0-3-15,2-1-2 0,1 0 0 0,-3 0-1 16,2-1-1-16,-1-1 2 0,1 2 0 0,0-1-1 16,-1-1 0-16,-1-1-1 0,2 1 0 15,1 1 0-15,-3-2 0 0,2 2 2 16,1-2 0-16,-3 0 0 0,3 1 1 0,-1-1-2 15,3 1 0-15,-5-1 0 0,4 0 2 0,-2 2-1 16,2-2 0-16,-2 0 1 0,2 0 1 0,1 0 0 16,-1 0-1-16,0 0 1 0,-2 0 1 15,2 0 0-15,0 0-2 0,-1 0 0 0,1 0 2 16,-1 0 0-16,1 0-1 0,0 0 0 0,-2 0 1 16,2 0-2-16,0 0 1 0,-1 0 1 15,1-2 1-15,-2 2 3 0,2 0 2 16,-2-1 3-16,1 1 0 0,0-1 1 0,0-1-1 15,2 0 0-15,-3 2-3 0,2-1-2 16,-2 0-2-16,2-1-1 0,-1 2-2 0,1-1-1 16,1-1 0-16,-1 1 0 0,1 1 1 0,-1 0-1 15,0 0 0-15,1 0-1 0,-1 1 0 0,1-1 1 16,1 2 0-16,-2-1-1 0,-1 2 0 0,2-2 0 16,1-1 2-16,-1 2-3 0,1 0 1 15,-3-1 1-15,2 0 1 0,1-1-1 16,-2 0 1-16,1 2 1 0,0-2 0 0,2 0 0 15,-2 0 0-15,-1-2-1 0,2 2 0 0,-1 0-1 16,2-1-1-16,-2 1 1 0,0-1 0 0,1 1 2 16,0 0 0-16,-2 0 2 0,2 0 1 0,-3 0 0 15,1 0 0-15,2 0 0 0,-1 0-1 16,-2 1 0-16,1-1-1 0,0 1 0 0,0 1-2 16,0-2 0-16,1 2 0 0,-2-1-1 15,1 0-1-15,2 2 0 0,-4-2 0 0,2 0 0 16,1 0-2-16,-2-1 2 0,0 2 0 15,1-2-1-15,-1 3 0 0,1-3 1 16,3 2-1-16,-4-2 1 0,1 3-1 0,0-2 2 16,2 1 0-16,-1-1 0 0,1 3 0 0,-2-3-1 15,2 2 0-15,-2-1-1 0,-1-1 0 0,2 2-1 16,-1-1 0-16,-2-2 1 0,2 1 0 0,-2 0-1 16,2 1 0-16,-2-1 1 0,1 1-1 15,2-2 1-15,-5 1-2 0,4 0 1 16,-2 1 0-16,0 0 0 0,2-2 1 0,-1 1-1 15,-1 1 1-15,3-1 1 0,-3-1-2 0,0 0 1 16,0 2 0-16,0-2-1 0,2 0 0 16,-1 0 0-16,-3 0 0 0,2 0 0 0,2 0 0 0,-2 0 0 15,2 0 0-15,-4-2 1 0,4 2-1 16,0 0 1-16,-2 0-1 0,5 0 0 0,-4 0 0 16,1 0 0-16,0 0 0 0,0 2-1 15,1-2 1-15,0 0-1 0,-1 0 2 0,2-2-1 16,-3 2 0-16,1 0 1 0,2-1-1 15,-1 1 1-15,-2 0-1 0,1-2 0 0,2 2 1 16,-1 0-1-16,0 0 2 0,0 0-1 0,1 2 1 16,-1-2-1-16,1 1 1 0,0-1-2 15,1 3 2-15,-1-1 0 0,1-1 0 0,-1 2 1 16,1-2-2-16,0 3 1 0,-1-3-1 16,2 0-1-16,-3 1 1 0,2-2 1 0,0 2-2 15,0-1 1-15,-2-1 1 0,-1 0-1 0,2-1 0 16,-3 1 0-16,2-2 0 0,-2 2 0 15,0-2 1-15,0 2 0 0,-3 0 1 0,2-1-1 16,1 1 0-16,0 0 1 0,0 0-1 0,2 1 0 16,-2-1 0-16,1 2 0 0,2-2 0 0,-1 3 0 15,2-2 0-15,-2 2-1 0,0-1 1 16,3 1 0-16,-2 0 0 0,-1-1 1 0,2 2-1 16,-1-1-1-16,-1 1 2 0,3-2-2 15,-4 2 0-15,3-2 0 0,-3 0-1 0,3 1 0 16,-2-2 0-16,1 2 0 0,-3-1 1 15,1-2-1-15,0 1 1 0,1 0 0 0,-1-1 0 16,0 0-1-16,-1 0 0 0,1 0 1 0,2-1-1 16,-1 0 0-16,-2-1 1 0,3-1-1 15,-2 1 1-15,1 0 0 0,2-1-1 0,-4 2 0 16,4-1 0-16,-3 2 1 0,2-2 0 0,0 2-1 16,1 2 0-16,-1-2 0 0,-1 2 0 15,2-1 1-15,-2 0 0 0,1 1-1 0,-1 0 0 16,0-2-1-16,0 1 1 0,1 0-1 0,-2-1 1 15,-1 2-1-15,1-2 0 0,0 1 1 16,1-1 0-16,-1 0 0 0,0 0 0 0,-1 2 0 16,1-2 0-16,0 0 0 0,1 0 0 15,-1-2 0-15,0 2 0 0,-1-1-1 0,1-1 1 16,2 0 0-16,-1 0-1 0,0-2 1 0,-1-1 0 16,0 0 0-16,1-2-1 0,2 5 0 15,-4-5 0-15,1 2 1 0,0 0 0 0,0 3 0 16,0-3 0-16,1 2-1 0,-2 2 0 15,1-1 0-15,2 1 1 0,-4-1 0 0,2 2 0 16,1 0 0-16,-2 0 1 0,0 2 1 16,-1-1-2-16,2-1-1 0,-2 2-1 0,0-1 1 0,2 1-1 15,-1-2 0-15,1 1 0 0,-2-1 2 16,1 0 0-16,0 0 0 0,0 0 1 0,-1 0-2 16,0 0 1-16,1-1 0 0,0-1 0 0,-1 1 0 15,-2-1 0-15,3 2 0 0,-3-1 0 16,2-1 1-16,1 2-1 0,-1 0 0 0,0 0 1 15,0 0-2-15,2 2 2 0,-2-1-1 16,-2 1-1-16,4-1 0 0,-2 2 1 0,1-2 0 16,-3 3 0-16,2-2 0 0,2 0 0 0,0 1 0 15,-4 1 0-15,4-1 1 0,-2 2-1 16,-1-3 1-16,1 2-1 0,-1 1 0 0,1-2 0 16,-1 2-1-16,1-1 1 0,-2 0-1 0,2-1 1 15,-1 1-1-15,-1 1 1 0,1 0-1 16,-2-2-2-16,1 0-4 0,-1-1-7 0,0 0-12 15,-1 0-20-15,-1-2-45 0,1-2-79 16,-5 0-132-16,1 1-243 0,-2-2-304 0,3-1-363 16,-1 1-352-16,2-5-66 0,1 2 560 15</inkml:trace>
  <inkml:trace contextRef="#ctx0" brushRef="#br2" timeOffset="-164538.16">26418 12608 12 0,'-2'6'329'0,"1"-2"300"0,-1 0 269 15,1-1 65-15,-1-1-215 0,2 1-160 0,-3-2-123 16,3 1-110-16,0-1-84 0,0 1-62 15,3-1-53-15,-3-1-47 0,2 2-28 0,-2-2 26 16,1-2 39-16,2-1 39 0,1-1 11 0,0-4-1 16,3 1-3-16,-1-4-39 0,3-2-42 15,3-1-39-15,-3-2-18 0,5-4-11 0,-1-1-14 16,3-2-6-16,-2-2-5 0,5-2-1 16,-1 0-3-16,0 0 0 0,1 0 1 0,-3-1 0 15,1 2 3-15,0 0-1 0,-2 4-1 0,-2 1-2 16,-2 3-1-16,-2 2 1 0,-1 2-3 15,0 1 1-15,-2 2-3 0,1 4 0 0,-4-2-3 16,0 4 0-16,-1-2-1 0,-1 5 2 0,3 0 1 16,-4-1 2-16,0 2 0 0,1 0 2 0,-1 0 0 15,0 1-2-15,0 1 0 0,0 1-1 16,0 1 0-16,0 1-1 0,0 3-3 0,0 1 1 16,-1-2-1-16,1 3-2 0,0 0 1 15,-4 0 0-15,4 1 0 0,-1 0 3 0,-1 3 2 16,1 0 3-16,-3 2-1 0,3 0 2 15,-1 2 0-15,-1 1-4 0,1 0-2 0,-2 1-3 16,1 1 1-16,1 0-3 0,-1-1 1 16,1 0-1-16,-1 2-1 0,2 1 2 0,-3-2-2 15,-1 1 1-15,2 0-1 0,2 0 1 0,-5 2-1 16,3-3-1-16,-1 5 1 0,0-4-2 0,-1 1 1 16,1-1 0-16,1 0 0 0,-1-3 0 15,1 1-1-15,1-5-1 0,1 1-1 0,1-4 0 16,0-1 0-16,-2-2-1 0,0-2 0 0,2-2 0 15,0-1 1-15,0 1-1 0,2-4 1 16,0-4 1-16,1-1-4 0,0-1-12 0,1 1-27 16,-2-4-65-16,-1 1-78 0,3-1-147 15,-4 2-256-15,1-1-315 0,3 4-361 0,-1-1-251 16,0 2-22-16,0 1 595 0</inkml:trace>
  <inkml:trace contextRef="#ctx0" brushRef="#br2" timeOffset="-163658.87">26953 12619 306 0,'-2'0'694'0,"0"0"330"16,2 0 111-16,-1 0-286 0,1 0-230 15,-2 0-182-15,2 0-124 0,0 0-69 0,0 2-22 16,0 0-3-16,0 5 1 0,0-1-7 0,0 3-17 16,0 2-22-16,-1-1-36 0,1 8-39 15,-2 0-29-15,0 4-14 0,1 2-13 0,-2 3-11 16,1 1-8-16,0 4-2 0,0-1-8 16,2 5-4-16,0-4-2 0,2 3-1 0,2-2 0 15,-1-2-1-15,2 0-1 0,-1-5-3 16,1-2 1-16,2-3-2 0,0-4-1 0,0-3 0 15,-3-3 0-15,1-4 1 0,0-2 0 0,1-5 1 16,-3-6 0-16,4-5-1 0,-4-5 0 0,2-5-2 16,-2-5-1-16,2-3 0 0,-2-3 1 15,1-4 0-15,-1-3 3 0,-1-1 1 0,0-2 3 16,-1-3-1-16,1 2-1 0,-1 4-1 0,1-1 1 16,0 7-1-16,-1 1 3 0,-1 9 2 15,2 1 1-15,-2 5 0 0,2 2 1 0,-2 4-3 16,0 2-3-16,0 3-3 0,0 2-1 15,0-1 0-15,3 5 0 0,-3 1 0 0,1 3 0 16,-1 2 2-16,5 1 0 0,-5 2-1 16,1 1 1-16,-1 4-1 0,0 2-1 0,2-2 3 15,-2 3-3-15,0 2 3 0,0 1 0 0,0 1-1 16,0 0 1-16,0 0-2 0,0-2 0 16,1-1-2-16,3 0-1 0,-3-4 1 0,6-2-1 15,-2-3 0-15,-1-2 1 0,5-3 0 0,0-4 1 16,-1-1 0-16,0-3 2 0,2-5 1 15,0-3-1-15,1-2 1 0,2-3 0 0,-4-1-1 16,2 1 0-16,-1 0 1 0,-1-2-2 16,-1 1-1-16,0 3 0 0,-2 0 0 0,1 2-1 15,-2 3 0-15,-1 2 0 0,1 4 0 0,-4 0-1 16,2 2 1-16,-1 2 0 0,0 5 0 0,-1 0 2 16,1 6-1-16,-2 1 1 0,2 2 0 15,-2 2-2-15,0 1 1 0,0 3-2 0,0-1 1 16,0 2-1-16,1-2 0 0,1 0 1 15,-1 0 0-15,3-4 0 0,-1-2-1 0,3-3-1 16,-2-2-2-16,3-1-11 0,-1-6-38 0,1-5-70 16,0-2-66-16,0-4-114 0,-1-2-171 15,-1-3-281-15,0 0-296 0,0-2-206 0,1 3-140 16,-2-2 256-16,3 3 536 0</inkml:trace>
  <inkml:trace contextRef="#ctx0" brushRef="#br2" timeOffset="-162996.42">27413 12828 324 0,'0'6'743'0,"0"-3"312"0,0 0 64 0,0-3-276 16,0-1-252-16,0-3-198 0,1 0-107 15,3-4-27-15,-1-1 2 0,3-2-3 0,-2-1-14 16,5-1-21-16,-5-1-28 0,4-2-40 16,0 1-42-16,-2 0-40 0,2-1-20 0,-1 3-12 15,0-3-8-15,0 2-8 0,1 4-6 0,-3 0-3 16,-1 1-6-16,2 1-3 0,-1 2-5 16,-2 2-1-16,1 1-1 0,0 2 2 0,0-1 1 15,-3 4 8-15,2 0 6 0,-1 3 8 16,0 2 4-16,-2 2 0 0,0 1 1 0,0 2-6 15,0 1-4-15,-2 5-7 0,2-4-3 0,0 2-3 16,0-2-2-16,0 2-2 0,2-1-1 16,-2-3-1-16,1-2-1 0,4-1 0 0,-2-2 0 15,-2-2 1-15,4-1 0 0,0-3 1 0,2-5 1 16,-3 0 0-16,5-4-1 0,-1-2 0 0,1-2 0 16,1-1-1-16,0-4 0 0,0 2-1 15,2 0 1-15,-1 0 0 0,-1 0-1 0,0 2 0 16,2 3-2-16,-4 0 0 0,1 4-1 15,-1 3 1-15,-2 2 0 0,1 2 2 0,-1 3 2 16,2 2 0-16,-3 4 1 0,-1-1 0 0,1 4 0 16,0-1-3-16,3 0 1 0,-4 1-1 15,1-2 0-15,3 1 1 0,-1-6 0 0,0 1 1 16,1-3 0-16,0-4 0 0,0-3 0 16,5-3 0-16,-4-5 0 0,4-3 0 0,0-2 1 15,-4 0-1-15,4-2 0 0,-2 2 4 0,-2 1-1 16,1 2 1-16,-2 3-2 0,0 1 2 15,-2 3 0-15,2 5-3 0,-4 1 0 0,1 4 0 16,2 5-1-16,-6 4-1 0,3 5-1 0,-4 2-1 16,0 7-8-16,0 0-30 0,0 1-81 15,-2 1-107-15,2-3-209 0,0 0-295 0,2-2-357 16,-2-3-400-16,1 0-157 0,1-4 357 0,-1-4 759 16</inkml:trace>
  <inkml:trace contextRef="#ctx0" brushRef="#br3" timeOffset="-156352.37">11425 11323 588 0,'3'5'1450'15,"-3"-4"216"-15,-2 2-268 0,1-1-323 16,-1-1-475-16,0 1-261 0,-1 0-132 0,1-2-67 16,1 0-41-16,-1 1-31 0,-2-1-25 0,4 0-18 15,-2 0-11-15,2 0-7 0,0 0-6 0,-1 0-4 16,1 0-2-16,0 0-3 0,0 1-7 16,1-1-16-16,1 2-32 0,-2 1-69 0,3-1-80 15,-6 1-154-15,3 2-245 0,-2 1-313 16,1 0-336-16,-2 2-214 0,-1-1 19 0,1 3 582 15</inkml:trace>
  <inkml:trace contextRef="#ctx0" brushRef="#br3" timeOffset="-156150.14">11396 11658 188 0,'0'9'807'0,"-2"0"410"0,-2-2 38 16,0 3-156-16,1-3-422 0,-3 2-306 0,3-2-146 15,-2 0-70-15,2 1-45 0,1 0-33 16,1-2-35-16,-1 0-20 0,2 0-22 0,0-1-43 16,2 0-76-16,-2 1-163 0,0-1-291 15,0-2-281-15,-2 1-292 0,2 1-200 0,-3-1 167 16,1 0 572-16</inkml:trace>
  <inkml:trace contextRef="#ctx0" brushRef="#br3" timeOffset="-155979.05">11399 12031 434 0,'4'8'1009'0,"-4"-2"274"0,-2-2-68 0,2 0-259 15,-2 0-446-15,1-2-236 0,-1 1-126 16,2-1-61-16,-2 0-40 0,2-2-27 0,-1 3-34 16,-1-2-54-16,2 1-129 0,0-1-205 0,-1 1-281 15,1 1-278-15,0 0-244 0,-2 0-50 16,0 2 410-16</inkml:trace>
  <inkml:trace contextRef="#ctx0" brushRef="#br3" timeOffset="-155802.27">11491 12294 216 0,'8'6'850'0,"-2"-2"405"15,-3 1 5-15,0 0-185 0,-1-3-456 0,1 0-317 16,-1-1-149-16,-1-1-79 0,3-3-38 0,-1 1-18 15,0-4-12-15,3-4-11 0,0 1-25 16,-1-2-83-16,0 3-141 0,0-3-224 0,0 4-282 16,2-1-264-16,-2 4-207 0,3 1 126 15,-1 0 448-15</inkml:trace>
  <inkml:trace contextRef="#ctx0" brushRef="#br3" timeOffset="-155632.46">11734 12261 251 0,'2'1'578'0,"1"2"250"0,-3-2 93 16,2 1-244-16,-2 0-263 0,0-2-185 0,2 1-108 16,-2-1-59-16,1-1-39 0,1-3-54 15,2 0-101-15,-1-2-180 0,0 0-266 0,-1 0-191 16,3-1-95-16,-2-2 94 0,0-3 278 16</inkml:trace>
  <inkml:trace contextRef="#ctx0" brushRef="#br3" timeOffset="-155485.95">11845 12036 474 0,'-2'0'953'0,"0"0"242"15,-2 0-56-15,1 0-311 0,0-2-369 0,1 2-224 16,1-3-117-16,1-2-57 0,1 0-31 0,1-2-55 16,1-4-89-16,2-1-149 0,-1-3-203 15,1 1-282-15,0-2-259 0,1-1-133 16,-1 0 158-16,0-2 413 0</inkml:trace>
  <inkml:trace contextRef="#ctx0" brushRef="#br3" timeOffset="-155318.75">11750 11833 214 0,'-14'8'447'16,"0"2"181"-16,1-2 103 0,0-1-248 0,4 0-179 15,0 0-101-15,2-3-77 0,2-1-41 0,1-1-23 16,-2-1-25-16,2-2-39 0,1-1-47 15,0-1-67-15,1 0-89 0,1-2-174 0,-1 1-202 16,-1 0-78-16,1 0 50 0,-3-2 158 0,2-1 186 16</inkml:trace>
  <inkml:trace contextRef="#ctx0" brushRef="#br3" timeOffset="-155185.92">11601 11689 189 0,'2'-8'320'0,"1"-3"112"0,-1-1-18 16,1 0-174-16,-1 0-180 0,-1 0-217 16,1-2-174-16,0 2-65 0,-1 0 25 0,1 1 86 15</inkml:trace>
  <inkml:trace contextRef="#ctx0" brushRef="#br3" timeOffset="-155084.4">11676 11583 25 0,'6'-3'-6'16</inkml:trace>
  <inkml:trace contextRef="#ctx0" brushRef="#br3" timeOffset="-154867.04">11935 11423 90 0,'3'7'511'0,"0"0"344"15,-3-1 165-15,0 0-86 0,0 1-276 0,-1-1-249 16,1-2-162-16,0-1-89 0,1 0-44 16,-1 0-36-16,2-2-38 0,1 1-25 15,2-1-11-15,0 1 0 0,1-2-34 0,2 0-81 16,-2 0-113-16,1 2-149 0,-2-1-293 0,-1 0-245 16,2 4-127-16,-3-1 111 0,2 2 323 0</inkml:trace>
  <inkml:trace contextRef="#ctx0" brushRef="#br3" timeOffset="-154735.67">12125 11719 52 0,'5'15'269'16,"-1"0"135"-16,0-2 106 0,-1-2-96 0,0 1-181 16,0-3-111-16,0 0-57 0,-1-3-45 0,-1 0-70 15,2 1-168-15,-3-3-172 0,0 2-69 16,2-1 21-16,0-1 91 0</inkml:trace>
  <inkml:trace contextRef="#ctx0" brushRef="#br3" timeOffset="-154585.05">12144 12159 26 0,'0'16'206'0,"-3"0"92"15,3 1 58-15,0-3-79 0,2-1-115 0,-1-1-73 16,1-1-57-16,-1-1-83 0,4-2-162 0,-4-1-103 15,1-1-16-15,-1-1 40 0,1-2 78 0</inkml:trace>
  <inkml:trace contextRef="#ctx0" brushRef="#br3" timeOffset="-154451.7">12158 12250 8 0,'-3'-2'413'0,"0"4"394"0,-3 1 286 16,-1 0 15-16,2 3-325 0,-3 0-260 0,2 0-194 15,-1 2-125-15,0-1-83 0,2-5-54 16,0 2-41-16,1-4-72 0,-1-4-129 15,0 0-178-15,2-6-289 0,0-5-264 0,1-3-220 16,-1-6 1-16,0-5 362 0</inkml:trace>
  <inkml:trace contextRef="#ctx0" brushRef="#br3" timeOffset="-153302.99">11320 11173 163 0,'0'0'415'0,"0"0"218"16,0 0 172-16,0 2-117 0,0-1-100 0,0-1-73 15,0 0-49-15,0 2-48 0,2-2-61 16,-2 0-61-16,0 1-46 0,0-1-11 0,0 0-1 15,1 0-9-15,-1 0-15 0,0 0-19 16,0 0-32-16,0 0-45 0,0 0-35 0,0 0-22 16,2 0-16-16,-1 0-11 0,-1 0-9 0,0 0-4 15,2 0-7-15,-2 0-7 0,0 0-1 0,2 0-1 16,-2 0-2-16,1 0 0 0,-1 0-1 16,0 0 0-16,2 0 0 0,-1 0 11 0,3 2 5 15,1-2 4-15,-2 3 3 0,3-2 1 16,0 1 0-16,0 1-11 0,1 0 1 0,1 0 3 15,1-1-1-15,2 3-1 0,-3-1 2 0,3 1 2 16,0 0-3-16,3-3-3 0,-2 3 1 16,0-3 3-16,2 3 2 0,-1-3-1 0,1-1 0 15,2 2 3-15,0-3 1 0,0 2 0 16,1-2-1-16,2 0 0 0,2-2 0 0,1 2 0 16,1-4-1-16,1 2-3 0,0-3-1 15,4 3-2-15,-1-1-2 0,0-1-4 0,1 1-2 16,-3 0-1-16,1 1-1 0,-2-1-1 0,0 2-2 15,-2 1 0-15,-3 0 0 0,-2 1-1 16,-1 0 1-16,0 1-2 0,-5 1 2 0,1-1-1 16,-2 1 0-16,-2-2 0 0,0 0-1 0,0 1 1 15,-4-1-2-15,1 1 1 0,-2 0 0 16,2-2-1-16,-2 2 0 0,-1-2 0 0,1 3 0 16,0-3 0-16,-1 0-1 0,-1-3 0 0,1 1 0 15,-1 2-1-15,1-4 1 0,-2 1-1 16,0-1 1-16,0 1-1 0,0 0-4 0,-2-1-11 15,-1 0-20-15,0 0-32 0,-1 1-74 0,-3 0-106 16,-1 2-183-16,0 1-289 0,-4 0-340 16,1 1-386-16,-1 2-195 0,-2 0 253 0,1 1 727 15</inkml:trace>
  <inkml:trace contextRef="#ctx0" brushRef="#br3" timeOffset="-152768.89">11210 11196 318 0,'-4'-5'753'0,"1"3"347"0,1-2 77 0,-1 4-283 16,2 0-289-16,-2 4-177 0,3-2-97 0,0 5-50 16,0 2-45-16,3 2-34 0,-2 3-3 15,2 2-22-15,-1 2-41 0,1 2-33 0,1 1-14 16,-1 3-12-16,0 0-21 0,-1 2-4 0,1-1 0 16,-2 5 1-16,1 2-4 0,-2 1-6 0,0 5-5 15,-2 3-13-15,-1 4-5 0,0 1-9 16,-2 4-8-16,-3 2 7 0,2 1 4 0,-2 2-1 15,0 1-1-15,0-6 1 0,0 0-1 16,1-6-7-16,0-5-3 0,2-5-1 0,2-7-1 16,-2-5-4-16,2-3-5 0,0-6-8 15,0-4-21-15,1-6-62 0,1-6-64 0,-1-4-104 16,-1-10-172-16,1-2-301 0,1-9-324 0,-1 0-251 16,1-8-169-16,-1-3 259 0,0-3 609 15</inkml:trace>
  <inkml:trace contextRef="#ctx0" brushRef="#br3" timeOffset="-152070.22">11243 10712 254 0,'0'2'612'0,"1"2"304"16,-1-2 141-16,0 0-215 0,2 0-219 0,-2-2-170 16,0 1-117-16,2-1-78 0,-1 0-69 15,-1 0-54-15,0 0-35 0,0 0-20 0,2 0-8 16,-1 0-10-16,-1 0-2 0,2 0 23 0,-2 0 16 16,4-1 27-16,-2 1 12 0,-1-4 7 15,3 3-5-15,-1-4-17 0,0-1-18 0,2-1-29 16,1 0-19-16,0-1-4 0,1-4 0 0,-1 0-11 15,1-1-7-15,1-4-5 0,1 0-4 16,0-1-9-16,0 0-6 0,1 1-3 0,0-3-2 16,-2 3-1-16,3 1-2 0,-3 0 0 15,1 2-1-15,-2 2 1 0,0 0 4 0,-2 3 5 16,0 1 1-16,0 1 1 0,-2 2 1 0,0 3 0 16,-1-2-4-16,-1 3-1 0,1 1 1 15,2 1 1-15,-4 3 4 0,3 1 1 0,-3 4 0 16,2 2 0-16,-2 2-4 0,0 4-1 0,-2 3-3 15,2 2-3-15,-3 1-1 0,-1 3 0 16,2 3 1-16,-2 0 3 0,0 3 3 0,-2 1 2 16,3 0 0-16,-2 2 0 0,-1-3-3 0,3-1-3 15,-2-4-3-15,3-2-2 0,-1-1-2 16,1-5 0-16,1-1-2 0,-1-5-2 0,2-3 0 16,-1-1-2-16,1-4-1 0,0-1 0 15,0-2 0-15,1-4 1 0,2-2 0 0,-1-4-1 16,3-4-12-16,-2 1-19 0,2-4-44 0,1 1-75 15,-3-1-95-15,2 0-170 0,-2-1-290 0,0-1-322 16,1 5-317-16,0-2-170 0,2 1 187 16,-1 0 645-16</inkml:trace>
  <inkml:trace contextRef="#ctx0" brushRef="#br3" timeOffset="-151654.93">11581 10657 130 0,'0'8'570'0,"0"1"334"0,0-1 137 16,0 3-52-16,3 2-291 0,-1 1-230 0,4 1-116 16,0 1-44-16,2 4-34 0,0-2-67 0,2 2-56 15,2-3-39-15,0 0-37 0,3-3-34 0,-2-3-19 16,4-3-7-16,1-2-5 0,-1-4 0 16,1-4-4-16,0-4-2 0,-3-2 1 15,2-4 0-15,0-4 2 0,-4-2-6 0,2-3 3 16,-3-4 34-16,-1 0 33 0,-2 0 25 0,-1-2 13 15,-1 0 7-15,-4 0 2 0,-3-1-29 0,0-1-25 16,-5 0-16-16,0 1-11 0,-5 1 0 16,-2 2 1-16,-1 2 3 0,-2 4 2 0,2 2-2 15,-4 5-5-15,2 5-9 0,-2 2-9 16,0 8-6-16,-1 2-7 0,1 7 3 0,0 4-1 16,-1 5 2-16,1 2-1 0,0 7-1 15,2 0-1-15,1 3-6 0,3-1-3 0,1 1-1 16,4 2 1-16,2-3 1 0,2 1 2 0,2-3-1 15,3-1-16-15,2-4-39 0,4-4-70 0,-1-2-76 16,3-5-129-16,3-2-188 0,-1-5-312 16,6-2-293-16,-1-5-212 0,2 0-77 0,5-5 383 15,-1-2 538-15</inkml:trace>
  <inkml:trace contextRef="#ctx0" brushRef="#br3" timeOffset="-151336.74">12150 10532 321 0,'-7'14'912'0,"-2"2"353"16,0 1 27-16,-2 4-151 0,3 3-395 0,0 1-258 15,0 1-139-15,2 5-78 0,1-2-67 0,5 3-80 16,0-2-51-16,3-1-33 0,2 1-17 16,4-7-11-16,1-2-8 0,4-4-4 0,2-6-3 15,1-5-1-15,3-3-2 0,2-7 2 16,-1-5 4-16,-1-3 0 0,0-4 3 0,-1-4 1 15,-1-3 1-15,-1-2-3 0,-3-3-1 0,-1-4 1 16,-4 1 0-16,-1 0 1 0,-3-1 1 0,-5 3 2 16,-3-1 0-16,-4 0 0 0,-2 3-1 15,-7 1 1-15,0 3 7 0,-3 1 0 0,-1 4 1 16,-1 4 2-16,-1 5-2 0,0 4-1 16,1 7-9-16,-1 4-2 0,2 4-3 0,4 5-3 15,0 4-23-15,5 0-72 0,-1 1-85 0,5-1-165 16,2 4-286-16,2-4-327 0,5 0-367 0,1 0-206 15,3-5 137-15,4 1 674 0</inkml:trace>
  <inkml:trace contextRef="#ctx0" brushRef="#br3" timeOffset="-150470.43">12462 10878 160 0,'-4'0'513'0,"4"0"326"0,-4 0 198 16,4 0-138-16,0 0-233 0,0-2-182 0,0 1-138 15,0-4-98-15,0 1-77 0,4-4-54 16,-2-1-35-16,1-1-9 0,0-3-2 0,2 1 12 15,2-2 35-15,-1-3 35 0,2 2 35 0,-2-2 3 16,2 3 0-16,-1 1-18 0,-3-2-30 16,2 5-35-16,-1-1-35 0,-2 4-18 0,0 0-19 15,1 2-10-15,-3 2-5 0,1 2-6 0,0 1-6 16,-1 1-2-16,2 5 1 0,-3 2 1 16,5 2 1-16,-2 3-2 0,-2 3 0 0,3 2 2 15,-1 1-3-15,0 1-1 0,2 4-2 16,-2-3 1-16,2 2 0 0,1-1-2 0,-3 1 0 15,2-6 1-15,1 1 0 0,-1-3-1 0,0-3-3 16,2-3 0-16,-2 0-1 0,2-4-1 16,-2-5 1-16,1-2 1 0,2-2 0 0,-2-5 1 15,2-5-1-15,0 0 2 0,1-5-2 16,1-2-2-16,-2-1 2 0,1 2 0 0,-1-4-2 16,0 3 0-16,-3 1-1 0,1 5 0 0,0 1 1 15,-1 3-2-15,-2 2 3 0,-1 2 1 0,0 3 2 16,-1 0 2-16,-1 3-1 0,0 2 3 15,0 3-1-15,0 1-2 0,0 3 0 0,0 2 0 16,0 2-2-16,0 0 0 0,0 4 1 16,0 0 2-16,2 0-1 0,-1 2 1 0,1 2 0 15,0-1 0-15,-1 1 0 0,4-2-3 16,1 0-1-16,-1-1-1 0,1-2-3 0,1-3 0 16,2 1-1-16,0-3-2 0,1-2 1 0,0-3-21 15,2-1-71-15,-2-2-82 0,-1-4-165 16,2-2-282-16,-1-1-326 0,-1-3-368 0,0 1-219 15,-1-3 121-15,-3 2 678 0</inkml:trace>
  <inkml:trace contextRef="#ctx0" brushRef="#br3" timeOffset="-149486.78">12961 11012 205 0,'-3'6'557'0,"1"-2"324"15,1 0 206-15,-1-2-183 0,1 1-229 0,-2-3-184 16,3-2-136-16,0-1-99 0,0-1-90 0,3-4-49 16,-2 0-7-16,4-6 33 0,0 2 34 15,1-3 23-15,-1-1 5 0,4-1-11 0,-2-3-27 16,-1 2-37-16,2-2-35 0,1-1-22 15,-2 2-14-15,-1 1-13 0,1 1-8 0,-1 0-11 16,2 3-6-16,-4 1-6 0,0 2-5 0,-1 4-3 16,0-1-1-16,-1 4 1 0,-1-1 2 0,1 3 3 15,-1 2 3-15,1 1 3 0,1 2 3 16,0 3 0-16,0 1 1 0,0 4-1 0,-1 2-1 16,-2 2-2-16,3 2-2 0,-1 1-2 15,-1-1-2-15,1 1-3 0,1 2-2 0,1 0-2 16,-3-3 0-16,2 0-2 0,0-1-1 0,0 1 0 15,0-3-1-15,1-3-1 0,0-1 0 16,1-3-1-16,-1-1 0 0,0-4 1 0,2 3-1 16,-1-5 2-16,2-3 0 0,-1 1 0 15,0-3 0-15,3-1-1 0,0-2 1 0,-1 1-1 16,0 0 0-16,1-2 1 0,-1 1-1 0,0 2 0 16,-1 2-1-16,0 0 1 0,-2 0-1 15,-1 3 1-15,1 0 0 0,-2 1 1 0,2 1 1 16,-2 1 0-16,0 1 1 0,0 4 0 15,2 0 0-15,-3 1-2 0,1 2 0 0,0 1 2 16,1-2-3-16,-1 1 2 0,1-1-1 0,-1 1 0 16,2-4-1-16,0-1-1 0,0 0 0 15,0-2 0-15,1-3 0 0,1-3 1 0,2-3 0 16,0-4 0-16,0-7 1 0,3 0-1 0,-1-3-1 16,1-3-1-16,1-1 1 0,3 1 0 15,-5 1-1-15,2 1 1 0,-1 4 0 0,-1 2 1 16,0 3-2-16,-3 2 1 0,2 4 2 0,-4 2 0 15,3 4 1-15,-4 6 1 0,1 2 8 16,-1 5 7-16,0 3 5 0,-2 5 4 0,3 2 4 16,-3 3 2-16,2 0-6 0,-1 4-6 15,0 0-4-15,1 0-7 0,0-2-5 0,1-3-5 16,0-1-3-16,-1-3-2 0,2-4-9 0,-1-2-21 16,0-3-56-16,-3-2-90 0,-1-3-200 0,-1-3-280 15,-1-2-346-15,2-1-423 0,-2-1-318 16,0 0 181-16,-2 0 896 0</inkml:trace>
  <inkml:trace contextRef="#ctx0" brushRef="#br3" timeOffset="-140109.05">24480 8757 21 0,'0'0'213'0,"0"1"120"0,0 1 89 15,1 0-67-15,-1-1-87 0,0-1-57 16,0 1-34-16,2-1-20 0,-1 2 0 0,-1-2 40 15,0 0 69-15,0 0 55 0,0 0 48 16,0 0 35-16,0 0 1 0,0 0-20 0,0 0-60 16,-1 0-63-16,-1 0-58 0,2 0-47 0,-1 0-25 15,1 0 11-15,-2 0 18 0,0 0 17 16,2 0-3-16,0 0-9 0,-1 0-6 0,-1 0-31 16,1 0-32-16,1 0-30 0,-2 0-14 15,-1 0-10-15,2 0-18 0,-1 0-10 0,0 0-5 16,1 0-1-16,-1 0-2 0,1 0-4 15,-3 0 0-15,4 0-1 0,-3 0 0 0,2 0-1 0,-3 0-2 16,1 0 2-16,2 2-2 0,-4-1 1 16,2 0 0-16,-2 1-2 0,4 0 2 0,-4-1 1 15,2 2 0-15,-2-2-3 0,2 1 2 16,-1 0 0-16,0 0-2 0,1 1-1 0,0 0 3 16,-1-1 1-16,1 1-2 0,0-2 1 0,1 2 2 15,-1-2-2-15,1 3 0 0,-1-3-2 16,-1 0 2-16,2 1-1 0,-1 1-1 0,2-2 3 15,-3 2-3-15,1-2 3 0,-2 1-2 16,4 0 0-16,-4 1-1 0,2 2 0 0,-2-2 1 16,1 0-2-16,0 1 1 0,-1 1 1 0,1 0 1 15,-1-3 1-15,2 3 1 0,-5-1 0 16,5 2 0-16,-2-1-2 0,0-1 0 0,2 1-3 16,-2-1 1-16,-1 0-2 0,2 1-1 0,0 1 2 15,-1-4 0-15,1 5 1 0,0-2 0 16,0 1 2-16,-2 0 0 0,1-2-1 0,2 2 0 15,-4 0 0-15,6-1 2 0,-4 0 0 0,2 0 0 16,-1 1-1-16,0-1 0 0,1-1-1 16,0 1 1-16,-1-1-1 0,1 1 1 0,0 1 2 15,0-2-1-15,-1 1 2 0,0 2-2 16,-1-1-1-16,1 0-2 0,-3 1 0 0,2 1 1 16,0-1 0-16,1 1-1 0,-2 0-1 0,1-1 2 15,0 3-1-15,-1-3 2 0,-1 2-2 0,1 0 4 16,2-1-1-16,-1 2 1 0,-2-3-1 15,2 4 0-15,1-3-1 0,-2 0 0 0,-1 1 0 16,2 0-1-16,2-2 2 0,-2 1-3 16,1 0 2-16,-2-1-2 0,2-1 2 0,0 2 1 15,-1-1-1-15,2-1 1 0,-4 1 0 16,4 0 0-16,-3 0 0 0,1 1-1 0,2-1 2 16,-2 0-1-16,4 0-1 0,-4 0 1 0,1 1-1 15,1 0 0-15,-1-1-1 0,-1-1 1 16,4 1 0-16,-3-1 3 0,3 1-2 0,-1-1 1 15,-1 0 1-15,1 1 1 0,-1 2-3 16,0-1-1-16,0 0 2 0,-2-1-1 0,1 3-1 0,0-3 2 16,1 0 1-16,0 3 0 0,0-3-1 15,-1-1-2-15,1 2 1 0,2-2 0 0,-5 1-2 16,3 0 3-16,-1 1 0 0,3 1 0 16,-3-2-1-16,1 3 0 0,-2-3 0 0,2 2-2 15,2-1 0-15,-4 1 1 0,2-2 3 0,2 2-2 16,-3-1-1-16,3 0 0 0,-3 0 1 15,1 1-1-15,2-1 0 0,-1 1 0 0,0-1 0 16,1-1 1-16,-1 0-2 0,1 1-2 16,-4-1-1-16,4 2 2 0,-3-2 1 0,3 0-1 15,-1 2 2-15,1 0 0 0,-3-2 1 16,3 2 0-16,-2 0 0 0,1 0-1 0,-1 1-1 16,1 1 0-16,-1-3-1 0,1 3-1 0,0-1 0 15,-2-1 0-15,3 0 1 0,-1 0-1 16,1-1 2-16,-1 3-2 0,0-5 1 0,1 1 1 15,-1 5-1-15,2-4 1 0,-1 1-1 16,-3 1 1-16,3 2 0 0,-2-1 1 0,1-1-1 16,-2 1 3-16,2 0-2 0,-1-1 3 0,1 0-2 15,-1 1 1-15,1 1 1 0,-1-3-2 0,2 1 2 16,-3 0 0-16,3-1-1 0,1-2 1 16,-4 0-3-16,4 1-1 0,-1 0 1 0,-1-1 0 15,2-1 0-15,-1 1 0 0,1 0 1 0,-3 0 3 16,1-1-2-16,-1 2-1 0,2-1 2 15,-3 2 0-15,3 0 0 0,-2 0 1 0,1 1-4 16,-1 1 2-16,-1-2-1 0,1 0-1 0,2 2-1 16,-4-4 0-16,2 2 1 0,2 0 0 15,-1 0 0-15,0 1 0 0,1-3 0 16,-3 2 0-16,3-2 0 0,-1 1-1 0,1 0 2 16,-1 2 1-16,0-3-2 0,2 1 0 0,-3 1 0 15,3-1 0-15,-1 0-2 0,1 0 1 0,-5 1 0 16,4-2 3-16,-1 2-1 0,1 0 0 15,-1-2 0-15,0-1 1 0,1 2 0 0,-1 0-2 16,0 1-1-16,-1 0 1 0,2 0-3 0,-1 1 0 16,-1 1-1-16,1 0 1 0,-1 1 1 15,0-1 1-15,2 0-1 0,-3-1 0 0,4 1 1 16,-1-2-1-16,-1-1 1 0,2 2 0 16,0-3 1-16,0 2 0 0,0 0 1 0,0-2-1 15,0 1-2-15,0 1 1 0,0-1 0 0,0 0-2 16,-1 2-1-16,1-1 4 0,-2 1 0 15,0 1-1-15,-1-3 0 0,2 3 0 0,-3-1 3 16,3 1-2-16,-2 0-2 0,1-1 3 0,-1 1-1 16,2-1 0-16,-3 1 1 0,4-2 0 15,-3 2 1-15,2-1-1 0,1 0 1 0,-4 1 0 16,3-1-2-16,-1 1-1 0,1-1 1 16,-1-1-2-16,0 1 3 0,2 0 1 0,-3-1-1 15,2 0 2-15,-1 0-2 0,0 0 0 0,0 1-2 16,-2-2-1-16,3 1 0 0,-1-1 0 15,1 0 1-15,1 0 2 0,-4-1 0 0,3 1 0 16,-1 1 1-16,1 1 2 0,1-3-1 16,-2 1-2-16,0 2 1 0,1-2-2 0,-1 1 0 15,0 0-2-15,2 0 2 0,-3 1 1 0,3 2 0 16,-1-2-1-16,-2 0 0 0,1 1 1 16,2-1-2-16,-1 0 0 0,-1 0-1 0,1-1 2 15,1-2 0-15,-2 1 0 0,2-2 1 0,-2 0-1 16,2 0 0-16,0-1 2 0,-1-1-2 15,-1 1 0-15,2 2 1 0,-1-1-1 0,1 1 0 16,-4-1-1-16,3 3-1 0,-3-1 1 0,3 1 0 16,-1-2 1-16,1 2 3 0,-4-2-2 15,4 2 0-15,-1 1-2 0,1-3 1 0,-3 2 0 16,3-1-3-16,-3 1 3 0,3-3 0 16,-1 2 1-16,1-3-3 0,-1 1 1 0,0-1 1 15,1 1-1-15,-1 0-1 0,1-1 0 0,-4 4 0 16,2-3 3-16,2 2-2 0,-3 3 1 15,1-2 2-15,0-1-1 0,0 3-1 0,-1-2-1 16,1 1-1-16,0 1 0 0,-1-2-1 16,1 2 3-16,-1-1 3 0,1-1-2 0,1 0 2 15,-1 0-1-15,2 1-1 0,-3-4-1 0,1 2-2 16,2 0 2-16,-4-2 0 0,4 3 2 0,-3-2 0 16,1 2 1-16,2-1 0 0,-4 1-2 15,2-1-2-15,-1 3 0 0,1-3 1 0,0 1 0 16,-1 0-2-16,0 0 1 0,1 0 1 15,0-1 3-15,0 2-3 0,0 1-1 0,-1-3 1 16,1 3 1-16,-2-1 1 0,4 1-2 16,-4-1 0-16,1-2 2 0,0 3-1 0,3-1 0 15,-2-1 0-15,-1 0-1 0,3-1 0 0,-3 0-3 16,1 1 1-16,2-2 0 0,-2 2-1 16,1-3 1-16,-1 2 2 0,2 0 0 0,-1 1 0 15,0-2 1-15,1 2 2 0,-2 0-2 0,-1 1 1 16,3 0 1-16,-1-1 0 0,0-2-3 15,-1 1 0-15,3 1-1 0,-1-3 1 0,-2 1-2 16,1-1 0-16,2 0 3 0,-1 0-1 16,-1-1 0-16,1 2-2 0,-3-1 2 0,3 0 0 15,-1 0 0-15,-1 2 2 0,1-1-2 0,-1 0 2 16,1 0-1-16,-1 0 0 0,2-1-1 0,-4 0 0 16,4-2 0-16,-1 2 1 0,1-1 2 15,1-3-2-15,-4 4 1 0,3-3 1 0,-1 0 0 16,0 0 6-16,1 1 3 0,-1 0 6 15,1-2 1-15,-3 3 0 0,1-1 1 16,0 1-4-16,-1-1-6 0,0 1-4 0,1-1-1 16,0 2-2-16,-2 1-2 0,2-1-1 0,-2 2 0 15,0 0 0-15,1 1 0 0,-1-2 0 0,0 1 1 16,2-1 2-16,-2-1-2 0,2 1 0 16,0-2 0-16,-1 1 5 0,0-2 4 0,1 0 1 15,2 0 3-15,-1-1 1 0,0 1 1 0,-1-2-3 16,2 0-4-16,-1 0-1 0,0-1 3 15,1 0 1-15,-1 1 2 0,-1 0 0 0,1-2 0 16,-4 1-3-16,3 0-3 0,0 1-2 16,0-1-3-16,-2 1 1 0,0 0-3 0,0 2 0 15,-2-1 1-15,2 0-1 0,-2 1 0 0,3-1 0 16,-3 2 0-16,0-3 1 0,0 2-1 0,2 1 2 16,1-3-1-16,-3-1 1 0,4 4-1 15,-3-3 3-15,1-2 2 0,4 0 3 0,-4 3 1 16,2-2 1-16,-1-1 1 0,1 2-1 15,-3-2-3-15,3 1-2 0,-2-1-1 0,0 2-2 16,1 0-1-16,-3-1-1 0,0 2-1 0,-1 0-1 16,0 2 0-16,-1-1 0 0,0 0 0 0,-2 2 0 15,3 0 0-15,-3 0 2 0,2 0 0 16,1 0 1-16,-2 0-1 0,1 0 1 0,2-4 1 16,-1 4 4-16,4-3 3 0,-2 0 2 15,1 0 1-15,2-1 1 0,-1-1 2 0,0 0-2 16,0 1-3-16,1-2-2 0,0 0 0 0,-1 0-2 15,-1 0-2-15,2-2-1 0,-4 1 1 16,4 1 3-16,-2-1 0 0,0-1 1 0,-1 0 0 16,2 1 0-16,-3 1-4 0,1 0-2 15,-1 0-1-15,0 0-2 0,0 0 0 0,3 0-1 16,-3 1 2-16,1-1-2 0,0 2 1 0,-1-2 1 16,2 2 0-16,1-2-2 0,-1 0 0 15,-1 0 1-15,1 1-1 0,0-1 0 0,2 0 0 16,-2 0 0-16,0 0 0 0,1 0 0 15,-2 0 0-15,1 1 1 0,-2-1-1 0,3 2 1 16,-3-2-1-16,1 0 1 0,1 2 0 0,1-2 1 16,-3 0 4-16,2 0 2 0,1 0 1 15,-2 0 1-15,1 0 0 0,2 0 0 0,-4 0-4 16,4 0-2-16,-2-2-2 0,0 2 0 0,-1 0-1 16,2-2-1-16,-3 1 1 0,2 1-1 15,-3 0 0-15,2-1 0 0,0 1-1 0,0-2 1 16,-3 2 0-16,5 0 1 0,-4 2-1 15,2-2 0-15,-1 1 0 0,1-1 1 0,1 0-1 16,-1 0 0-16,1 0-1 0,2 0 1 0,-2 0 1 16,2 0-1-16,0 0 0 0,0 0 1 15,-2 0-1-15,2 0 0 0,0 0 0 0,0 0 0 16,-1 0 1-16,0 0-2 0,-1 0 1 0,-2 1 0 16,1-1 0-16,-2 2 0 0,0-2 0 0,0 0 1 15,-1 2 0-15,0-2 0 0,-3 1 0 16,0 0 1-16,-1 1 0 0,-2-1-1 15,0-1 1-15,-2 2-1 0,1-1 2 0,-1 0-1 16,-4-1-1-16,4 2 1 0,-4 0-1 16,0-1 1-16,1 1-1 0,0-1 0 0,0 2 0 15,0 0 0-15,1 0-1 0,1 2 0 0,1-3-1 16,4 3-1-16,3-1-2 0,2-3-2 0,1 0-6 16,6-1-18-16,-1-1-42 0,4-4-91 15,2-2-226-15,3-4-273 0,4-4-354 0,0-1-450 16,0-5-412-16,1-3 244 0,1-1 1046 0</inkml:trace>
  <inkml:trace contextRef="#ctx0" brushRef="#br3" timeOffset="-136690.37">24428 8928 25 0,'0'-3'234'0,"0"2"132"0,0-1 127 0,0 0-88 15,0 1-115-15,0 0-97 0,0-1-69 16,0 0-50-16,0 1-31 0,1-2-23 0,-1 1-7 15,0 1 5-15,2-1 11 0,-1-2 20 16,-1 2 13-16,0-1 32 0,0 1 28 0,0 1 31 0,0 0 27 16,0 1 22-16,2-1 26 0,-2 1 6 15,2-3 23-15,-2 3 1 0,0 0-11 0,1-1-17 16,-1 1-21-16,0 0-27 0,0 0-42 16,3 0-36-16,-3 0-28 0,2-1-24 0,-2 1-18 15,0-2-5-15,0 2-5 0,0 0 0 0,0 0 8 16,1 0 2-16,-1 0 1 0,0 0-7 15,0 0-5-15,0 0 23 0,2 0 8 0,1 0 0 16,0 2 3-16,2-1 1 0,0 0 1 16,1-1-22-16,0 3-18 0,1-2 43 0,1 0 24 15,0 0 6-15,-1 1 6 0,1 1-2 0,-1-3 1 16,-1 2-39-16,3 4-24 0,-2-1-12 16,1 1 17-16,-2 0 17 0,2 1 3 0,-4 0 3 15,1 1-3-15,0 1 11 0,0 2-20 16,-2-3-15-16,0 3-7 0,1-1-4 0,-2 1-1 15,2 1 0-15,-4-2 1 0,3 0 0 16,-3 3 0-16,0-1 0 0,1-1-4 0,-1-2-7 16,0 4-8-16,0-3-2 0,2 2-1 0,0 0 0 15,-2-1 0-15,0 1 0 0,0-2 2 16,1 3-2-16,-1-1 0 0,0 1-1 0,2 4 1 16,-1-4 0-16,-1 0 0 0,2 2 1 0,0 0-6 15,-1-4 1-15,-1 4-3 0,2-3-3 16,-1 0-2-16,3 1 0 0,-2-1 5 0,0-1-3 15,0 1 2-15,-1-1 4 0,-1 2 1 0,3-2-1 16,-3 3 0-16,2 0 2 0,-2 0 0 16,2 0 1-16,-2 1 0 0,0 0 1 0,0 0 0 15,0 1-1-15,0-2-1 0,0 1-1 16,0-1 0-16,1 1 2 0,-1 0-2 0,0-2 1 16,0 3 6-16,2-2 3 0,-2 1 3 0,1 0-1 15,-1-2 1-15,0 3 1 0,2-2-8 16,0-1-3-16,-2 4-2 0,0-3 0 0,0 1-2 15,0 0 2-15,0-1 1 0,0 1-2 0,0-2-1 16,-2-1 1-16,0 0 0 0,2 2-2 16,0-2 0-16,-1-2 2 0,1 2 2 0,-2-1 0 15,2-1 0-15,-1 0 2 0,1 0 0 16,-2-1-1-16,0 2 0 0,-1 1 0 0,3-1 0 16,-1 1 0-16,-3 0 0 0,0 0 1 15,-1 0 0-15,2 2-1 0,0-2 0 0,0 0 1 0,-2 1-1 16,2-1 0-16,-1 1 0 0,0-2 0 15,2 1-2-15,-1 0 0 0,2-1 2 0,-3 1-2 16,1-3-1-16,2 2 1 0,1-1 0 16,-4 0 0-16,3 1 0 0,-3 1 0 0,1-2 1 15,-1 1-1-15,1 0 2 0,0 2-1 16,-2-1 0-16,0 1 0 0,2 0-1 0,-2 0 0 16,-1-2 1-16,1 1-2 0,0-1 1 0,2 1-1 15,-2-2 1-15,4 2-1 0,-3-2-1 16,1-2-1-16,2 2 1 0,-4-1-1 0,4 3 1 15,1-2 1-15,-3 0 0 0,1 3 1 16,0-5-1-16,1 2 0 0,-1-3 0 0,0 1-1 16,2-1-2-16,-3 2 2 0,3-2 1 0,-1 3 1 15,-3-3 0-15,3 2 0 0,-1-1 1 0,1 0 0 16,-1-1 0-16,-1 3-2 0,2 0-2 16,-3 2 0-16,3-1 1 0,-1 2-1 0,1-3 0 15,-3-1 1-15,4 0 0 0,-3 0 1 0,3-2-1 16,0 0 0-16,0-1 1 0,0 1 1 15,0 1 2-15,0 2 0 0,2-1 0 0,-2-2 0 16,1-1 0-16,-1 2-1 0,0-2 0 16,0 3 0-16,2 1 0 0,-2-2-1 0,0 1 2 15,0 0-1-15,0 0 0 0,2-2 0 16,-2 3 0-16,0 0 1 0,0 3 1 0,0-4-1 16,-2 1 1-16,0 0-1 0,2 1 0 0,0-1 0 15,0 0-1-15,0 0 0 0,0 3-1 0,0-2 1 16,0-1-1-16,0-1-1 0,0 0 1 15,0 0 0-15,0-2 0 0,0 2 1 0,-1 1 0 16,-1-2 1-16,2 2-1 0,0-3 1 16,0-1-1-16,0 3-1 0,0-2 0 0,0 2 0 15,0 2-2-15,-1-2 1 0,1 2 1 0,-2-1 0 16,0-1 0-16,2 1 0 0,0 0 0 16,-1 1 0-16,1-3 0 0,-2 3-1 0,2-1 1 15,0-1-1-15,2 0 1 0,-2-1 0 0,1 1 1 16,-1 1-2-16,0-1 1 0,2-1 0 15,-2-1 0-15,2 0 0 0,-2 1-2 0,0-2 2 16,1 1-2-16,-1 0 3 0,2 1-1 16,-2 2 1-16,0-3 0 0,0 1 1 0,0 2-1 15,0 0-1-15,-2 0 9 0,2-1 5 16,0 2 2-16,-1 1 2 0,1-1 1 0,0 0 1 16,0 0-10-16,0 0-3 0,0-1-2 0,0-1-2 15,0 0 1-15,0-1-1 0,0 3-1 0,1-3 0 16,-1 3-1-16,0-2 1 0,0 1 0 15,0-1-2-15,0-1 1 0,0 1 0 0,2-1 0 16,-1 3-1-16,-1-2 2 0,0 1-1 16,0-1 0-16,0-1 0 0,0 0 0 0,0-1-1 15,0-2 0-15,2 3 1 0,0 2 0 0,-2-3 0 16,0 2 0-16,1-1 0 0,-1-3 0 16,0 3-1-16,2-2 0 0,-2 2 0 0,1-2 0 15,-1 1 2-15,0 1-2 0,2-2 0 0,-2 0 0 16,2 0 0-16,-1 0 1 0,-1 0-1 15,3-2 0-15,-3 1 1 0,2-1-1 0,-1 1 0 16,-1-1 0-16,2 0-1 0,-1 0 1 16,-1-2 0-16,4 2 0 0,-4-2 0 0,1 3 0 15,-1 1 2-15,3 2-2 0,-3-2 1 16,0 1-1-16,2-1 2 0,0 2-1 0,-2-1-1 16,0 2 1-16,1 2-1 0,-1-2 1 0,0 1-1 15,0-1 1-15,0 0-2 0,2 0 1 0,-2 0 0 16,0 1 0-16,2 0 0 0,-2-1 0 15,0-2 0-15,1 1-1 0,1 0-1 0,-2-1 1 16,0-2 1-16,1 3 0 0,2-1 0 16,-1 1 1-16,-2-1-1 0,0-1 0 0,1 1 0 15,1-1-2-15,-1 2 2 0,1-2-1 0,0 2 1 16,-2 0 0-16,1-1 0 0,-1-1-1 16,2 0 0-16,-1 1 0 0,3-1-1 0,-3-2 2 15,1 5-1-15,0-3 1 0,-1 0 0 0,2-2 0 16,2 1 0-16,-4 1 0 0,2-2 0 15,1 1 0-15,-3 0 0 0,3 1 0 0,-1 0 0 16,-2 0 0-16,3 1 0 0,-3 4 0 0,2-5 0 16,2 1 0-16,-4 0 1 0,2 1-1 15,1-1-1-15,-4 1 2 0,1-1-1 16,3-1 0-16,-3 0 0 0,1-4 1 0,-1 4-1 16,3-1 0-16,-3-1-1 0,1-1 0 0,-1-2 0 15,3 3-1-15,-2-3 3 0,2 0 1 0,-1 1-2 16,-2-1 2-16,3 1-1 0,-1-1 1 15,0-1 0-15,0 1 4 0,0-1 4 0,3 0 2 16,-2 0 1-16,0 0 0 0,0 0 0 16,0 0-3-16,1 0-1 0,2 0 0 0,-1 0 2 15,-2 2-1-15,1 0 0 0,0-2-1 0,2 1-3 16,-3 1-1-16,2-1-2 0,1 1 0 16,-1-1-1-16,-1 2 0 0,1-1 0 0,0-1-1 15,1 0 1-15,-2 3 0 0,1-3 0 0,0 0 0 16,0 1-1-16,1 0 1 0,-1-1 2 15,1 3 1-15,-1-3-1 0,1 0 1 0,-2 0 2 16,3 2 1-16,-3-1 0 0,4 0-1 0,-2-2 1 16,1 3 0-16,-2-2 1 0,2 2-2 15,1-1 1-15,1 1-1 0,0-2 0 0,-1 3-1 16,0-2-1-16,1 0 0 0,-1 0-1 16,2-1-1-16,-1 0-2 0,-1 1 1 0,3-2 0 15,-4 1-1-15,2-1 0 0,-2 0 0 0,2 2 1 16,-2-2-1-16,1 0 1 0,-1 0 1 15,0 0-1-15,0 0 0 0,1 0 0 0,-2 0 0 16,1 0-1-16,-2 0 0 0,3 0 0 16,-1 0 1-16,1-2 0 0,-2 2-1 0,1-1 1 15,-2-1-1-15,3 2-1 0,0-1 0 0,-1 0-1 16,0-1 2-16,-2-1-1 0,2 2 1 16,0-1 0-16,-2 0 0 0,1 1 0 0,-3 0-1 15,2 1 0-15,1-2 0 0,-2 0 0 0,-1 2 1 16,0 0-2-16,0 0 1 0,0 0 1 15,2 0 0-15,-3 0-1 0,2 0 0 0,-1 2 1 16,0 0-1-16,0-1 1 0,1-1-1 16,0 1-1-16,-1 1 0 0,1 0 1 0,0-1 1 15,-2 0-1-15,4 1 0 0,-3-2 1 0,1 0 0 16,0 0 0-16,-1 0-1 0,3 0 0 16,-1 0 1-16,0 0-1 0,1 0 0 0,1 0 0 15,-2 0 1-15,3 0 0 0,-2 0 0 0,2 2 0 16,-1-2 2-16,1 2-1 0,1 0 1 15,0 1-1-15,1-1 1 0,-2 2-1 0,2-1 0 16,0-2-1-16,-1 2 0 0,0 0-1 16,-1 0 1-16,0-2-2 0,-1 1 1 0,-1 0-1 15,0-2 1-15,1 1 0 0,-1-1 1 0,-2 1 0 16,-1-1 0-16,2 0 0 0,-1 2-1 0,0-2 1 16,0 2-1-16,0-1-1 0,-4 3 1 15,4-3 1-15,-1 1-1 0,-1 3 0 0,1-3 0 16,-3 2-2-16,1 3-4 0,0-3-12 15,-2 0-22-15,0 1-55 0,-5-2-86 0,1 0-186 16,0-1-275-16,-4 2-335 0,2-4-409 16,-2-2-325-16,0-1 110 0,-5-4 835 0</inkml:trace>
  <inkml:trace contextRef="#ctx0" brushRef="#br3" timeOffset="-135625.47">20001 12160 273 0,'1'2'668'0,"-1"0"350"0,0-2 130 16,3 0-270-16,-3 1-236 0,0-1-151 0,2 1-82 15,-2-1-56-15,1 0-51 0,-1 0-37 16,2-1-32-16,-1 0-42 0,3-3-49 0,0-2-40 16,1-1-24-16,0-3-15 0,4-3-13 15,1-2-7-15,0-3-7 0,2 0-3 0,-1-3-4 16,2-1-6-16,1-2-4 0,0 0-1 0,0-2-4 15,-1 3-2-15,3-1 0 0,-3 4 1 16,-4 0 0-16,0 5-1 0,-1 2 1 0,-3 4 0 16,0 1-1-16,-2 2 0 0,2 2-2 0,-4 1-1 15,1 1 0-15,-1 2-4 0,-1 3-1 16,0 1-1-16,0 4 0 0,-3 1-1 0,3 3-1 16,-1 1 1-16,-4 1-2 0,2 3 0 0,1 1 0 15,-1 1 0-15,0 2 0 0,0 2 1 16,0 2-1-16,-2 1 0 0,0 0 0 0,-1 2 0 15,3-1 1-15,0-2 1 0,-1 1-1 16,1-2 0-16,2-4-1 0,-1-1 0 0,0-1-2 16,2-4-1-16,0-1-2 0,0-3-1 15,4 0-1-15,-3-7-10 0,2 2-21 0,1-5-43 0,0 0-68 16,4-6-72-16,-2 0-124 0,-1-5-159 16,3 1-280-16,-1-2-273 0,3 1-209 0,-2-3-121 15,2 1 283-15,4-3 511 0</inkml:trace>
  <inkml:trace contextRef="#ctx0" brushRef="#br3" timeOffset="-135257.27">20416 12008 6 0,'0'6'446'0,"0"3"423"0,-1-1 283 0,-3 2 9 16,3 1-332-16,1 1-278 0,0 1-162 0,1 0-106 15,4 2-74-15,0-2-53 0,2 0-35 0,2 0-35 16,-1-3-43-16,0 1-17 0,1-4-11 15,5 1-5-15,-2-5 26 0,0 0 27 0,-1-3 12 16,2-2 1-16,-2-2 2 0,-2-3-3 16,-1 0-25-16,2-3-20 0,-2-1-13 0,-4-2-4 15,1-3-3-15,0 2 1 0,-2-1-1 16,0-2 16-16,-1-1 17 0,-4 2 7 0,-1-2 5 16,0 0 2-16,-3 0 2 0,-1-2-15 0,-1 2-12 15,-3-1-5-15,2 2 1 0,-1 2 0 16,1 3-6-16,1 2-3 0,-2 4-1 0,2 3-5 15,-2 3-5-15,2 4-5 0,-2 3-3 16,-1 4-1-16,1 6-2 0,2 1-1 0,-2 4 0 16,3 1-1-16,-1 4 2 0,3-2-2 0,1 2-2 15,-1 0-13-15,5-3-36 0,0-2-62 16,3-1-64-16,-1 0-108 0,2-6-169 0,1 1-279 16,3-6-291-16,0-1-218 0,3-3-147 0,0-4 251 15,3-2 541-15</inkml:trace>
  <inkml:trace contextRef="#ctx0" brushRef="#br3" timeOffset="-134959.27">20712 12021 26 0,'1'5'490'0,"2"3"406"0,-3 1 241 0,2 1-8 16,0 3-351-16,-1 2-292 0,3-2-197 15,-3 2-95-15,6 0-68 0,-3 0-48 0,4-1-31 16,-2-2-19-16,4-4-13 0,0 0-8 0,2-2-3 15,1-4-2-15,1-4 0 0,0-4 0 0,2-3 4 16,-2-1 5-16,0-5-2 0,-1-4 2 16,-2 2-2-16,-2-4-1 0,-2 1 1 0,-4-3-5 15,-1 2 3-15,-4 1 19 0,-3-2 59 0,-1 2 60 16,-5 0 39-16,2 1 13 0,-9 1-3 16,2-2-18-16,-2 4-52 0,-3 3-45 0,-1 0-38 15,0 7-17-15,0 4-14 0,2 2-9 0,2 7-14 16,1 2-71-16,2 4-75 0,4 2-161 15,0 1-282-15,5 1-308 0,1 0-356 0,3 0-209 16,4 0 94-16,1 1 645 0</inkml:trace>
  <inkml:trace contextRef="#ctx0" brushRef="#br3" timeOffset="-134006.34">21013 12216 274 0,'1'0'629'0,"-1"0"319"0,0 0 147 16,2 0-247-16,-1-2-235 0,-1 0-167 0,0-3-123 16,3 0-86-16,0-2-64 0,0-1-44 0,1-2-9 15,0-1-13-15,1-1 6 0,0-1 12 16,3-2-3-16,0-2-1 0,-2 1 11 0,1 0-2 15,-1-2-11-15,1 4-15 0,0-1-9 16,-2 1-12-16,0 2-26 0,-2 3-9 0,0 1-8 16,1 3-10-16,-4-1-9 0,3 2-3 0,-3 2-6 15,2 0-8-15,0 0-2 0,-1 4-1 0,-1 2 1 16,2 2-1-16,0 3 0 0,-1 4 0 16,-1 1-1-16,2 2 1 0,-1 1-1 0,1 2-2 15,0 4 2-15,-2-4 1 0,1 0 1 0,1 1-2 16,-1-3 1-16,3-3 1 0,-2-1-1 15,2-1-1-15,-3-1-3 0,2-6 3 16,2-1-2-16,-2 0 1 0,4-8 0 0,-2 0 1 0,2-3 1 16,1-6 1-16,-1 0 0 0,1-4 1 15,-1 1 0-15,1-3 2 0,-1 1-2 0,-2 0 1 16,-1 4-1-16,2-4 1 0,-3 5 1 16,-1 0-2-16,0 3 2 0,-1 1-1 0,1 2-1 15,-2 2-2-15,2 2-1 0,-2 1-2 0,0 4-1 16,-2 2 1-16,2 4-2 0,-2 0 2 15,2 5-1-15,0-1 2 0,2 3-2 0,0 2 1 16,-1 0 1-16,1 1-1 0,-1 1 2 16,3 0-1-16,-1-2 1 0,3 1-2 0,-2-2-1 15,1-3-1-15,2 0-1 0,-1-5-2 0,3-1-10 16,-1-2-62-16,-1-3-68 0,-2-4-132 0,1-3-215 16,0 1-308-16,-1-1-350 0,0-1-257 15,-4-2-85-15,2-1 468 0,1 1 614 0</inkml:trace>
  <inkml:trace contextRef="#ctx0" brushRef="#br3" timeOffset="-133258.87">21403 12220 90 0,'-2'7'440'0,"2"-3"315"16,0 0 227-16,0 0-45 0,-1-2-240 15,1 0-184-15,1-2-148 0,-1-2-105 0,2 0-76 16,1-3-65-16,0-6-40 0,2 2-20 16,3-6-5-16,0 0 4 0,-2-3 12 0,2 0 17 15,3 1 28-15,-3-3 26 0,2 0 10 0,0 1 19 16,-2 3-5-16,0-1-16 0,0 4-30 16,-2 2-30-16,-1 2-20 0,-2 1-21 0,1 4-10 15,-1 1-9-15,-2 1 5 0,1 4 3 0,0 1 1 16,-1 3-6-16,-1 2-3 0,0 2-1 15,2 3-11-15,-2 2-5 0,0 1-2 16,1 3 6-16,-1-2 4 0,0 3 0 0,2-1 1 16,-2 3 0-16,0-4-2 0,2-2-10 0,-1-2-4 15,4-2-1-15,-4-3-4 0,2-2 0 0,2-2 0 16,0-4 0-16,1-2 0 0,2-5 1 16,0-1 1-16,2-6 0 0,-2-2 0 0,2-1 0 15,2-1 1-15,-3 1-1 0,4-1 0 0,-4 2 0 16,-1 2-2-16,1-1-1 0,-4 6 0 15,0 0-1-15,2 2-2 0,-6 3 2 0,4 1 3 16,-3 4 1-16,2 2 1 0,-2 4 10 16,-1 1 4-16,-1 0 2 0,3 4 1 0,-1-1-2 15,0 0 0-15,-1 0-8 0,2-1-5 0,1-1-2 16,-1-3-2-16,2 0-1 0,1-4 1 16,0-2 0-16,2-2 1 0,0-5 0 0,4-2 1 15,-2-5 0-15,4-2-1 0,-3-2 0 0,4-1-1 16,-1 1-1-16,-1-2 1 0,0 1-2 0,0 3 0 15,0 1 1-15,-4 5-1 0,1 1-1 16,0 2 0-16,-3 4 1 0,1 4 1 0,-1 2 1 16,-3 6 0-16,1 1 0 0,0 3 1 15,-4 4-2-15,2 2-2 0,-3 0-16 0,0 3-52 16,0-2-81-16,0 2-173 0,-3-1-273 0,2 0-320 16,-1-1-385-16,-2-2-323 0,2 1 62 15,0-1 757-15</inkml:trace>
  <inkml:trace contextRef="#ctx0" brushRef="#br4" timeOffset="-126774.34">8327 14784 250 0,'5'1'895'0,"-5"3"404"0,0-3-6 0,-3 2-143 16,3-2-414-16,-2 1-274 0,2-1-138 0,0-1-78 15,-1 0-53-15,1 0-58 0,-2 0-61 0,2 0-40 16,0-1-22-16,2-1-10 0,-1 1-6 16,1-2-40-16,2 0-61 0,-1 1-89 0,2 0-160 15,-3 0-267-15,3 2-323 0,-2 0-296 16,0 0-200-16,0 2 153 0,3-1 588 0</inkml:trace>
  <inkml:trace contextRef="#ctx0" brushRef="#br4" timeOffset="-126593.29">8574 14789 135 0,'0'5'754'0,"0"0"477"0,-3 0 123 16,1-3-125-16,-1 1-398 0,1 2-331 0,1-3-173 16,-1 0-98-16,-1 0-73 0,3 0-65 15,0 0-49-15,0 0-27 0,2-1-50 0,-1 1-60 16,2-1-101-16,-1-1-155 0,0 2-248 0,-1-1-318 15,2 0-291-15,-3-1-194 0,0 0 177 16,0 0 546-16</inkml:trace>
  <inkml:trace contextRef="#ctx0" brushRef="#br4" timeOffset="-126427.1">8528 15064 394 0,'-2'13'791'16,"1"-2"287"-16,-3-2 45 0,3-2-307 15,-2-3-287-15,0 0-212 0,-2-3-110 0,2-2-77 16,1 0-60-16,-1-4-64 0,-2-2-114 0,2-4-153 16,-2 0-218-16,-2-2-281 0,0 0-254 15,2-2-147-15,-1 0 194 0,0 0 410 0</inkml:trace>
  <inkml:trace contextRef="#ctx0" brushRef="#br4" timeOffset="-126242.27">8299 15072 32 0,'-6'12'522'0,"2"-3"461"16,-1-3 225-16,2 0-61 0,0-2-371 16,1 0-309-16,1-2-201 0,-1-1-116 0,1-1-62 15,-1-3-39-15,4-1-25 0,-1-3-14 0,1-2-12 16,1-3-37-16,-1-1-99 0,-1 0-125 16,-1-2-146-16,2 2-257 0,-2-1-279 0,0 3-185 15,0-4 89-15,0 5 333 0,-2-1 347 0</inkml:trace>
  <inkml:trace contextRef="#ctx0" brushRef="#br4" timeOffset="-126110.92">8276 14916 189 0,'-1'2'467'15,"-1"1"228"-15,2-1 139 0,-3-1-195 0,3 2-212 16,0-3-148-16,0 2-97 0,0 0-68 16,0-2-50-16,0 3-34 0,0-2-22 0,3 1-68 15,-1-1-89-15,1 2-122 0,-1 0-266 16,1 0-189-16,0-1-91 0,2 1 108 0,0-1 237 15</inkml:trace>
  <inkml:trace contextRef="#ctx0" brushRef="#br4" timeOffset="-125942.64">8379 15130 51 0,'2'11'306'0,"-2"-3"166"15,2 2 128-15,-2-3-76 0,1-1-202 0,1 1-159 16,-1-3-86-16,1 0-39 0,4-3-17 15,-3 1-17-15,2-4-23 0,0 1-42 16,0-2-48-16,1-1-170 0,0-1-188 0,-3-1-69 16,2 0 35-16,-2-1 121 0</inkml:trace>
  <inkml:trace contextRef="#ctx0" brushRef="#br4" timeOffset="-125226.21">8250 14451 274 0,'-2'2'749'0,"2"0"368"16,-2-2 84-16,-1 2-248 0,2-2-314 16,-1 0-175-16,2 1-113 0,0-1-81 0,0 0-64 15,2 1-44-15,-1-1-38 0,4 0-52 0,0 0-38 16,5 0-19-16,3 0-1 0,2-1 32 15,7 1 19-15,1 0 11 0,4-1 4 0,1 1 7 16,2-2 3-16,1 2-26 0,1 0-17 16,2-2-12-16,-1 2-4 0,1-1-13 0,-1 1-10 15,-1 0-6-15,-1 0-2 0,-2 0-1 0,-3 0-2 16,1 0-1-16,-6 0 0 0,1 0 0 16,-6 0 0-16,0 0-1 0,-5 0-12 0,-2 0-34 15,-1 0-69-15,-6 0-96 0,-2 0-173 16,-2 0-296-16,-6-1-318 0,-1 1-316 0,-4 1-170 15,-4-1 232-15,-1 1 636 0</inkml:trace>
  <inkml:trace contextRef="#ctx0" brushRef="#br4" timeOffset="-124809.56">8039 14597 20 0,'2'0'504'16,"0"2"455"-16,-2 0 229 0,-2-1-43 0,2 4-337 15,-2 2-303-15,-1 0-154 0,0 6-63 0,1 2-36 16,-2 4-31-16,-1 4-33 0,0 5-26 16,1 4-26-16,-3 4-35 0,2 6-22 15,-3 3-17-15,-1 4-8 0,1 2-9 0,0 2-18 16,-1-3-14-16,1-1-8 0,3-6-5 0,2-4-4 15,0-6-10-15,3-8-73 0,0-4-70 0,0-6-143 16,1-8-243-16,-1-7-304 0,2-7-347 16,3-9-210-16,-2-8-5 0,3-7 542 0</inkml:trace>
  <inkml:trace contextRef="#ctx0" brushRef="#br4" timeOffset="-124241.06">8253 13989 327 0,'-3'7'654'0,"1"-1"312"16,0 0 136-16,2-3-269 0,0 0-231 0,-1-1-162 15,-1-2-102-15,2 0-101 0,0 0-71 16,0-2-46-16,3-4-1 0,1-1 15 0,-1-3 22 15,3-1 10-15,2-5 5 0,1-3-3 16,-1-4-30-16,4 0-31 0,-2-4-37 0,3-2-15 16,0 1-17-16,-2-1-15 0,2 2-13 0,-1 2 0 15,-2 2 5-15,-2 3-3 0,1 4 1 16,-3 3-3-16,-1 3 7 0,0-1-5 0,-2 6-2 16,-1 2 1-16,1 3 1 0,-1 6 4 15,-1 0 6-15,-1 8 4 0,0 2 1 0,-1 5-6 16,-1 2-6-16,0 2-6 0,1 5-6 0,-4 0-5 15,3 5 3-15,-2-1 10 0,0 4 5 0,1-2 1 16,0 0 0-16,-3-3 1 0,6-2-8 16,-3-4-6-16,3-3-4 0,0-3-2 0,0-4-1 15,3-2-1-15,-1-5-1 0,2 0-1 16,-1-4-6-16,2-6-24 0,-2 0-53 0,4-4-65 16,-1-5-130-16,2-3-194 0,-2-4-301 0,4-4-328 15,-1-2-270-15,2-2-135 0,-1-2 413 16,1-2 602-16</inkml:trace>
  <inkml:trace contextRef="#ctx0" brushRef="#br4" timeOffset="-123960.39">8664 13861 108 0,'6'24'465'0,"-1"3"351"0,-2 2 304 0,2 1-73 16,-2 1-241-16,2 1-177 0,1-2-147 15,2-3-130-15,-2-2-117 0,2-5-80 0,2-4-62 16,2-4-51-16,1-5-23 0,1-7-11 0,2-5-8 15,1-6 0-15,-2-5 2 0,2-7 0 0,-2-4 3 16,0-1-2-16,-2-6 3 0,-2 2 3 16,-2-1 21-16,-2 1 49 0,-4 1 29 0,-3 2 19 15,-2 0 6-15,-6 4 4 0,-4 0-14 16,-1 4-38-16,-3 0-20 0,-3 6-16 0,-1 1-10 16,2 5-11-16,-1 6-10 0,-1 4-7 0,2 6-7 15,1 4-4-15,3 6-2 0,-2 1-3 16,6 4-25-16,2 3-74 0,2 0-90 0,0 0-168 15,5 1-289-15,1-2-335 0,1 0-364 16,5 1-198-16,0-3 171 0,2-3 680 0</inkml:trace>
  <inkml:trace contextRef="#ctx0" brushRef="#br4" timeOffset="-123208.14">9031 14171 378 0,'-2'0'769'0,"2"0"327"16,-1-2 75-16,-1 2-313 0,0 0-243 15,2-3-154-15,-1 3-108 0,1 0-92 0,0-2-63 16,1-3-48-16,-1 1-19 0,2-4-26 16,0 0-18-16,1-4-8 0,0 0-8 0,0-1-3 15,3-5-10-15,-1 2-6 0,-2 0-5 0,2-2-6 16,0 0-4-16,1 3 1 0,-1 1-14 0,-1 1-5 16,-2 3 1-16,1 0 1 0,-1 3-1 15,1 1-2-15,-3 4-3 0,2-3-4 0,-1 5-5 16,1 5-1-16,1 0-1 0,-1 3-6 15,1 6-3-15,0 1-1 0,1 3-3 0,-2 2-1 16,3 0-2-16,-2 2 6 0,0 0 5 0,2-1 0 16,-2-1 0-16,3-1 1 0,-3-3-1 15,2-2 1-15,-1-2-3 0,-1-3 1 0,0-1-1 16,0-4 7-16,2 1 1 0,-1-5-2 16,1-2 1-16,0-5-1 0,1-4 1 0,-1-3-8 15,3 1 3-15,0-6 1 0,-2-1 0 0,1 1 0 16,-2-1 0-16,-1 0 1 0,2 3-1 0,-3-1 0 15,-1 1 2-15,1 4-1 0,0 2 2 16,-1 2-1-16,-2 2 0 0,2 4 1 0,-1 0-2 16,-1 3 1-16,2 3-1 0,-2 3 0 15,2 3 0-15,-1 0 1 0,2 4-1 0,-1 1 1 16,2 1 0-16,-1 0-1 0,2 1 1 0,-2 0-2 16,2 2-1-16,0-2 0 0,3-1 1 15,-2-1-3-15,1 0-1 0,-1-2 0 0,5-1 4 16,-5-2-42-16,2-3-70 0,0 0-129 15,-1-5-207-15,0 1-293 0,0-5-363 0,-1-2-320 16,-1-1-133-16,1 1 449 0,0-5 657 0</inkml:trace>
  <inkml:trace contextRef="#ctx0" brushRef="#br4" timeOffset="-122377.95">9503 14226 57 0,'0'0'463'15,"0"0"383"-15,-1-2 253 0,1 0-47 16,0 0-290-16,0-2-218 0,1 0-180 0,1-2-107 15,1-3-62-15,2-1-30 0,1-5 9 0,1-2 2 16,2-1 17-16,-1-3 0 0,3 0-17 16,0-2-29-16,0 0-43 0,-1-2-19 0,2 3-28 15,-2 0-19-15,-2 2-8 0,1 4-3 16,-1 0-3-16,-3 4-11 0,1 4-4 0,-1 2 1 16,-2 1 6-16,2 2 6 0,-1 3 9 0,0 5 7 15,-1 2 5-15,0 5 1 0,0 3-4 0,-1 4-5 16,1 3-6-16,-1 1-7 0,-1 3-4 15,1 0-3-15,2-1 0 0,-1 0-1 0,1 0-2 16,-1-4-2-16,0-2 0 0,0-6-4 16,2 1-3-16,-2-3-2 0,1-2-1 0,1-4 0 15,0-1 0-15,0-2-1 0,0-2 1 16,1-4-1-16,0-2 1 0,2-4 1 0,0-1 0 16,2-3-1-16,-1 1 1 0,2 0-1 0,-1-2 0 15,2 3-1-15,-2 0 1 0,1 2-1 0,0 2-1 16,-3 3 2-16,0 5-1 0,1 0 1 15,-1 0 0-15,-1 6 2 0,-1 1 0 0,-1 3 1 16,1 2 1-16,0 0-1 0,-1-1-1 16,0 1-1-16,1 1 2 0,0-1-3 0,-1-3 0 15,0-2-1-15,1-1 1 0,-1-3-2 0,0 0 0 16,3-3 1-16,-2-3 1 0,2-1 1 16,0-5 1-16,1 0-2 0,-1-4 3 0,0 3-2 15,2-3 0-15,-1-1-2 0,1 4 0 0,-2 1-1 16,1 1 0-16,-1 0 0 0,0 4 0 0,3 1 1 15,-3 3 1-15,1 2 2 0,-1 3 0 16,3 5 1-16,-3 0 1 0,0 5 0 16,3 3-1-16,-3 0 0 0,0 3-1 0,0 1-2 15,1 1-2-15,-1 0-1 0,2-1-1 16,1 2-2-16,-2-3-15 0,-1-1-40 0,2-3-82 16,-1 0-157-16,-2-2-267 0,-1-1-318 15,2-4-388-15,-2-1-375 0,-3-1-3 0,0-2 733 0</inkml:trace>
  <inkml:trace contextRef="#ctx0" brushRef="#br4" timeOffset="-111336.89">21455 12503 209 0,'1'-1'476'0,"-1"1"241"16,0 0 156-16,0 0-194 0,0 0-183 15,0 0-112-15,0 0-72 0,0 0-64 0,0 0-56 16,2 0-52-16,-2 1-49 0,2-1-34 0,-2 3-24 15,1-3 21-15,3 0 16 0,-3 1 23 16,2-1 19-16,2 1 7 0,-2-1 4 0,3 1-26 16,-1 1-14-16,-2 1-10 0,2-3-7 15,0 2 10-15,0-2 2 0,0 3 23 16,1-2 10-16,-3 2-7 0,2-3-5 0,-2 2-19 16,2 0-9-16,-2-1-26 0,2-1-17 0,1 1-8 15,-2 1-5-15,1-2 0 0,2 2 0 0,-3-1 18 16,4-1 17-16,-2 3 6 0,2-1 2 15,1-1 0-15,0 0-1 0,0 1-20 0,1 1-16 16,1-2-6-16,0 2-5 0,-1 0-3 16,2-1-2-16,-1 1 1 0,0-2 0 0,2 1-2 15,-2-1 2-15,1 1-1 0,0-2 0 0,-1 1-1 16,1-1 1-16,-1 0 0 0,-1-1-1 16,2 1 2-16,0-2-2 0,-1 2 1 0,0-3 2 15,0 2-1-15,1-1-2 0,0 1 0 0,-3-2 0 16,3-1 0-16,-2 2-2 0,1-1 2 15,2 0 0-15,0 0 3 0,-4 0 0 0,5-2 1 16,-2 1 6-16,1-2 5 0,-1 1 1 0,2-1-1 16,-3-1 2-16,0 1-4 0,1 0-6 15,0-2-4-15,-1 2-3 0,0 0-1 0,-2 1-3 16,3-1-1-16,-2 0 1 0,0 1 0 16,0-1-1-16,0 1 2 0,-2 0-1 0,2-2 1 15,1 3-1-15,0-4-1 0,-1 2 1 0,0-2-3 16,2 0 3-16,-3-3-2 0,5-2 1 15,-2 3-2-15,1-5 1 0,0 1 1 0,-1 1-1 16,2-3 0-16,-2 2 2 0,2 1 0 16,-2 0 0-16,0 1 1 0,-1 3-2 0,-1-1 2 15,1-1 0-15,-2 4-1 0,-1 0 0 0,0 1 0 16,1 0 0-16,0 0 0 0,-1 0 1 16,1 0 1-16,0 0-1 0,-1-1 4 0,4 0-2 15,-2-4 1-15,2 2-1 0,-2-2 1 0,3-1 2 16,0-3-2-16,1 2 2 0,1-2 0 0,-2-2-2 15,0 2 2-15,1 0-3 0,-2 0 0 16,-1 2 1-16,1-2-1 0,-2 4 0 0,-1 1-1 16,0-1 1-16,0 1 1 0,-1-1-2 15,-2 4-2-15,2-2 1 0,-4 1 0 0,1 0 0 16,2 1 0-16,-3 1 1 0,1-1-1 16,1 0 2-16,1-3-3 0,1-3 2 0,-2 3-2 15,6-6 2-15,-2 1-2 0,1 0 0 0,2-1 1 16,-4 0-2-16,4 2 1 0,-4-3 0 15,3 3-1-15,0-1-2 0,-1-2 1 0,-1 5 0 16,2-4-1-16,-1 3-1 0,1 0 1 16,-2-1 2-16,2 2 0 0,-3 0 0 0,2 1 0 15,-1 2 1-15,-1-1-2 0,2 1-1 0,-1 1 1 16,-1-3-1-16,2 3 2 0,-3-1-2 16,3 1 1-16,-2 1 0 0,1-2 2 0,0 0-1 15,1 2-2-15,-2 0 0 0,2-4 2 0,0 5 0 16,0-3-1-16,2-1-1 0,0 2 3 15,0-2 1-15,0 0-1 0,2-1 2 0,-1 0-2 16,-1 2 2-16,2-1 0 0,-2 0-2 0,0 0 1 16,3-2 0-16,-4 1 0 0,2-2 0 15,2 2 0-15,0-3 1 0,-1 2 2 0,2-2-1 16,-3-2 1-16,3 1-2 0,-1-1 0 16,2 2 3-16,-1 0-3 0,-3 1 1 0,3-2-1 15,-4 4 1-15,3-3 1 0,-2 2-2 0,1 0-2 16,0-2 2-16,1 3-1 0,-2-3-2 0,2 2-1 15,0-1 1-15,0-1 1 0,1 1 1 16,0-2-1-16,3 1 0 0,-2 0 0 0,0-1 2 16,1-1-2-16,0 0-2 0,-2 0 0 15,2 2-1-15,-3-1-1 0,5 0 0 0,-5 1 0 16,1 1 1-16,2-1-1 0,-5 2 0 0,2 1 1 16,-4-1-1-16,1 2 2 0,1 1-1 15,-2-2 2-15,-2 4 0 0,0 0 2 0,-2-1-1 16,3 1 1-16,-3-3 0 0,1 1-1 0,4 0 2 15,-2-1-2-15,2-3 0 0,2 1 0 16,1-2 0-16,3 0 2 0,0 0 0 16,-1-2 0-16,0 2 2 0,2 1-1 0,-1-2 1 15,-1 5 0-15,0-3-1 0,1 2 0 0,-3 1-3 16,-1 1 2-16,2 0-1 0,-2 3-2 0,-2-2 2 16,-1 4-1-16,-1-1 2 0,1 2-1 15,-2 0 1-15,-1 2 2 0,-1-1-3 0,1 0 3 16,-1 2-2-16,-2 0 5 0,2 0 6 0,1 0 4 15,3 2 1-15,-3-2 3 0,4 2 9 16,1-2 3-16,3-2-4 0,1 2-2 0,2-2-2 16,1 1 0-16,0 1-11 0,1 0-5 15,0 0-2-15,0 0-2 0,2 0 4 0,-2 0 2 16,0 0 2-16,-1 0 0 0,2 1-1 0,-1-1 0 16,-1 4-4-16,-1-3-3 0,1 2-2 0,-4 0-1 15,1-1 1-15,-2 3 1 0,-2-2 1 16,-1 2 1-16,-3 1 2 0,1 0 1 15,-2 0 0-15,0 0 0 0,-5 2 0 0,3-1-1 16,-2 1 0-16,0-1 0 0,-1 1-1 0,1 0 0 16,-1 3 0-16,0-2-1 0,-3 0 1 0,4 2-2 15,-2-1 0-15,2 2-1 0,-2-1 0 16,3 1-1-16,-2 0 1 0,0 0 0 0,1 0 0 16,2 0 2-16,-1 2 2 0,2-1 2 15,0-1 0-15,-2 1 0 0,2-1 0 0,1 1-1 16,-2 1-3-16,1-2-1 0,0 2-2 0,1-1 1 15,-1-1-1-15,0 3 0 0,0-2-1 16,-1-1 1-16,2-1 0 0,-1 3 0 0,-2-4 0 16,1 5 0-16,2-6 0 0,-5 3 1 15,3 0 1-15,0 0 2 0,-2 0 1 0,0 0 1 16,0 1 1-16,0 0 4 0,-2-1-1 0,2 3 0 16,-1-2 0-16,-1 1 2 0,0 0-1 0,2 0-2 15,-2 0-1-15,2 1-5 0,-2-2-6 16,1 1 0-16,2 1 0 0,-3-2 0 0,2 0 0 15,-1 1 0-15,1 0 0 0,-1-1 0 16,0 1 0-16,2-2 0 0,-1-1 0 0,0 2 0 16,0-1 0-16,0-1 0 0,-1 0 0 0,2 0 0 15,1-1 0-15,-2 2 0 0,-1-1 0 16,1-2 0-16,0 4 0 0,1-2 0 0,-1 1 0 16,0-2 0-16,1 2 0 0,-1-1 0 15,1 1 0-15,-2-1 0 0,1-1 0 0,-1 1 0 16,0-2 0-16,0 2 0 0,0-2 0 0,0-1 0 15,2 3 0-15,-3-3 0 0,2 1 0 16,-1 1 0-16,1-2 0 0,0 1 0 0,3 0 0 16,-4 0 0-16,1 1 0 0,3 0 0 15,-1-1 0-15,-1 2 0 0,2-3 0 0,-2 1 0 16,1 0 0-16,-1 0 0 0,1 0 0 0,0 1 0 16,-1-2 0-16,1 1 0 0,0 0 0 0,0 2 0 15,-1-2 0-15,1-1 0 0,-3 2 0 16,4-1 0-16,-3 0 0 0,1 0 0 0,-1-2 0 15,0 2 0-15,0-1 0 0,1-1 0 16,-3 0 0-16,0 2 0 0,0-3 0 0,0-2 0 16,1 3 0-16,-3-1 0 0,1 0 0 0,-1 0 0 15,3-1 0-15,-4 0 0 0,1 0 0 16,4 0 0-16,-5-2 0 0,1 1 0 0,1 0 0 16,-1 0 0-16,-1 3 0 0,2-3 0 15,0 0 0-15,-1 2 0 0,1-2 0 0,-1 1 0 16,-1-1 0-16,4 2 0 0,-4-3 0 0,1 1 0 15,1 1 0-15,0-2 0 0,-2 0 0 0,3 2 0 16,-2-1 0-16,2 0 0 0,-1 0 0 16,-1 2 0-16,2-1 0 0,-1-1 0 0,0 0 0 15,-1 1 0-15,2 1 0 0,1-2 0 16,-3 2 0-16,3-1 0 0,-3 0 0 0,2 2 0 16,0-1 0-16,0 0 0 0,0-2 0 0,1 3 0 15,-1-1 0-15,0-2 0 0,0 3 0 16,1-1 0-16,-1 2 0 0,0-2 0 0,0-1 0 15,0 2 0-15,-2-1 0 0,3-1 0 16,-1 1 0-16,-1 0 0 0,1 0 0 0,-2 1 0 16,3 0 0-16,-3-1 0 0,2 2 0 15,2-2 0-15,-1 1 0 0,0 2 0 0,1-2 0 16,-1 3 0-16,3-2 0 0,0-1 0 0,-2 5 0 16,2-3 0-16,-1 1 0 0,0-1 0 15,4 1 0-15,-4 1 0 0,0 1 0 0,1-4 0 16,-2 1 0-16,2-1 0 0,0-1 0 0,-3 0 0 15,1-1 0-15,-1 0 0 0,0 0 0 0,2-1 0 16,-3 0 0-16,1-3 0 0,-3 4 0 16,2-4 0-16,-1-2 0 0,0 4 0 0,-1-1 0 15,3-1 0-15,-3 1 0 0,1-2 0 16,-1 3 0-16,1-3 0 0,1 2 0 0,-2 0 0 16,2-2 0-16,-1 2 0 0,0-1 0 0,-1 0 0 15,3 0 0-15,-1 0 0 0,-2 1 0 16,3-2 0-16,-3 1 0 0,2-1 0 0,-1 1 0 15,2-1 0-15,-1 2 0 0,-1-2 0 0,1 3 0 16,1-2 0-16,-3 2 0 0,2 1 0 16,-1-2 0-16,1 4 0 0,-1-1 0 15,3 0 0-15,-3 1 0 0,2 1 0 0,-3-1 0 16,2 1 0-16,-1-1 0 0,0-1 0 0,-1 0 0 16,1 0 0-16,-1 0 0 0,3-4 0 0,-4 2 0 15,0-1 0-15,0 1 0 0,0-3-52 16,0-1-108-16,-5-1-104 0,2-3-208 0,-1-3-295 15,3 0-365-15,-2-3-438 0,3-3-182 0,-2-7 362 16,4-5 832-16</inkml:trace>
  <inkml:trace contextRef="#ctx0" brushRef="#br4" timeOffset="-110427.36">25452 10591 380 0,'0'5'758'0,"0"-2"275"0,0-2 76 16,3-1-279-16,-1 0-257 0,-1-1-129 15,2-2-22-15,2-2-14 0,0-1-44 0,0 0-55 16,1-3-41-16,3-2-59 0,0 1-70 0,-1-7-51 16,2 1-29-16,2-1-15 0,0-6-15 15,2 0-3-15,-1-2-6 0,4-4-3 0,-1-1 2 16,3-2 1-16,0-2-2 0,-1 0 0 16,0-1-1-16,0 1-3 0,-1-1-7 0,-1 2-4 15,2 2-2-15,-6 2-1 0,1 6 0 0,-4 0 3 16,-1 8 5-16,0 1 3 0,-3 4 2 0,-4 2 0 15,3 5 3-15,-4 3-3 0,-4 5-4 16,3 4-1-16,-4 2-2 0,1 6-2 0,-1 2 0 16,0 3-1-16,0 0 1 0,4 4-1 15,-3 1 0-15,3 1 4 0,-2 4 3 0,-1-1 1 16,2 2 2-16,-2 0 1 0,1 2 0 0,2-1-3 16,-1 2-4-16,0-3-3 0,1 1-2 15,-1-2-2-15,2-1-3 0,2-1-1 0,-1-4 0 16,3-2-2-16,0-4 1 0,2-2-3 15,2-3-7-15,2-3-18 0,1-3-38 0,3-7-79 16,1-2-88-16,-1-6-150 0,2-4-217 16,1-5-322-16,2-3-321 0,0-2-183 0,1-3 11 0,2-1 501 15</inkml:trace>
  <inkml:trace contextRef="#ctx0" brushRef="#br4" timeOffset="-110111.02">26192 10132 7 0,'-3'6'475'0,"-2"6"482"0,0 3 281 16,1 3-7-16,-3 6-231 0,2 3-282 0,1 5-195 16,1 1-128-16,0 1-81 0,-1 2-65 15,4-1-94-15,0-1-53 0,2-3-39 0,1 0-23 16,6-6-15-16,1-1-9 0,1-7-7 0,6-4-2 16,1-4-1-16,4-6-1 0,0-6 0 15,2-6-1-15,-2-4 1 0,3-4-1 0,-1-7-1 16,0-1-1-16,-7-1 0 0,2-4 1 15,-4 0-2-15,-5 0 1 0,-2 2 1 0,-5-4-2 0,-6 2 2 16,-3 0-1-16,-5 2-2 0,-5-1 2 16,-4 4-2-16,-2 2 0 0,-6 5-1 15,1 6 0-15,-1 7-1 0,-2 6-2 0,2 5-1 16,-1 6-1-16,6 6-9 0,3 1-43 16,3 5-77-16,3 2-125 0,1 1-220 0,5 1-303 15,7 2-360-15,1 0-345 0,5-1-111 0,3-2 470 16,5 3 689-16</inkml:trace>
  <inkml:trace contextRef="#ctx0" brushRef="#br4" timeOffset="-109377.78">26654 10540 399 0,'3'4'836'0,"-2"1"303"0,-1-5 19 16,0 2-323-16,2-2-290 0,-2 5-185 15,1-5-128-15,-1 0-56 0,4 0 26 0,-1-5 20 16,2 3 5-16,1-5-13 0,3-4-13 0,1-2-31 16,1-4-52-16,2-1-36 0,-2-3-28 15,2 0-14-15,1 0-6 0,-2 2-4 0,1 2-8 16,-4 2-9-16,-2 2-4 0,-1 4-2 16,0 1 0-16,-1 6-2 0,-2 2-2 0,0 4 7 15,-3 4 4-15,2 3 3 0,-2 5-1 0,-2 4-1 16,2 2 1-16,0 0-7 0,0 0-3 15,0 3-3-15,2-2-1 0,0-1-1 0,1-3 0 16,0 2 1-16,0-5-2 0,3-1 0 16,-1-5 0-16,2 1 3 0,1-9-1 0,1-2 0 15,0-2 2-15,4-9 1 0,3-3 1 0,-2-4 0 16,3-4-1-16,-1-1 0 0,0-3-1 16,-1 3-7-16,-2-2-3 0,0 4-4 0,-3 0-1 15,-1 5 1-15,-3 0-1 0,-1 6 5 0,0 3 4 16,-2 2 2-16,-3 5 0 0,0 3 1 15,-1 4 0-15,-2 5 8 0,-2 4 2 0,1 0 1 16,1 5 2-16,2-1-1 0,-3 2-1 16,4 1-7-16,0-1-4 0,2-1-4 0,0 2-2 15,1-4-1-15,2-1-3 0,3-3-14 16,-1-2-61-16,3-5-75 0,0-3-152 0,0-4-278 16,3-2-319-16,0-4-375 0,-1-3-271 0,3-3 29 15,-1 2 672-15</inkml:trace>
  <inkml:trace contextRef="#ctx0" brushRef="#br4" timeOffset="-108710.45">27340 10601 174 0,'1'5'727'16,"-1"-4"413"-16,0 1 78 0,0-2-167 15,0-3-383-15,2-3-235 0,1-1-118 0,4-4-49 0,1-1-26 16,1-2-9-16,0-6-25 0,4 0-45 16,0-2-43-16,0-1-36 0,2 1-15 0,0-2-20 15,-2 3-14-15,0-1-8 0,1 6-1 16,-2 0-3-16,-3 3-8 0,0 5-7 0,-1 3 3 15,-3-1 6-15,2 7 3 0,-3 4 8 0,0 2 7 16,0 5 9-16,-2 4 3 0,1 1-1 16,-3 6 0-16,0 2-3 0,1 0-2 0,-1 0-3 15,0 1-2-15,4-1-6 0,-3-1-4 16,2-1-5-16,1-2-4 0,1-3-5 0,-1-3-3 16,5-4-3-16,-1-1 0 0,2-4-1 0,2-6 0 15,0-2 0-15,3-6 1 0,0-4-1 0,3-6 1 16,0-1 0-16,1-1-1 0,-1-3 0 15,0 2-1-15,0 1-1 0,-2 3 0 0,-2 0-1 16,0 3-1-16,-3 3 1 0,2 3-1 16,-4 3 0-16,1 2 1 0,-1 5 3 0,-2 2 3 15,1 4 7-15,-4 2 7 0,2 5 3 0,-1 0 4 16,-2 3 0-16,4 1-3 0,-2 4-4 16,-1-4-5-16,1 0-6 0,3 0-3 15,-2-1-3-15,2-1-1 0,3-4-2 0,-1-2-1 0,3-4-1 16,0-3 1-16,4-5 0 0,1-3-1 15,3-7 2-15,0-2 1 0,2-3 0 0,2-4 1 16,-1 0-2-16,-1 1 1 0,-2 0-1 16,-2 3 0-16,-1 3-2 0,-3 2 2 0,0 4-1 15,-3 2 0-15,0 4 0 0,-4 4 1 0,0 3 1 16,-1 6 0-16,-4 4 0 0,1 5-1 16,-4 5 1-16,0 2-1 0,-4 5-1 0,1 2 0 15,0-1-14-15,-3 2-27 0,1 1-86 0,0-5-156 16,4-2-254-16,-2-4-330 0,1-5-423 15,0-3-492-15,2-6-34 0,2-1 822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1-08T08:08:30.077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6501 3417 191 0,'5'-10'424'0,"0"4"189"15,-1 1 139-15,-1 0-156 0,0 3-107 16,1 1-32-16,-3 4 13 0,-1 0-13 0,0 4-44 15,0 3-54-15,-1 2-38 0,1 3-24 0,0 3-42 16,0 4-29-16,0 2-25 0,0 5-19 16,0 3-37-16,0 1-45 0,0 5-36 0,0 3-20 15,1 1-10-15,-1 3-10 0,2 3-4 0,-2 5-4 16,3 1 0-16,-1 5 0 0,-1 4 4 16,1 3 8-16,1 7 1 0,-3 0 3 0,2 4 3 15,-1 0 6-15,2 6-8 0,-3 1-11 16,0 3 8-16,0 2 2 0,-3 5-3 0,2 2 1 15,-2 1 5-15,-1 2 4 0,3 1-10 0,-3 1-3 16,3 0-4-16,-1 4-5 0,2-4-5 16,2 4-2-16,-1-4-1 0,4 3-1 0,-1-1 0 15,3 1 0-15,-2 1-3 0,3 0-4 0,0-3 2 16,3 1 1-16,0-2 1 0,-1 1 1 0,2-1 2 16,-1 0 4-16,2 1-3 0,1 2 0 15,-1-4-1-15,2 1 2 0,-2 1 0 0,1-2-2 16,1 0 0-16,0 0-2 0,-2-5-3 15,3 2-1-15,-2-3 1 0,-1-2 0 0,1-2 0 16,-3 1 2-16,2 0-1 0,-2 0-1 0,-2 0-3 16,2 1 1-16,-3-1 0 0,2 5 1 0,-4-4 1 15,3 2 0-15,-2 3-1 0,1 0 0 16,-2 0-1-16,2-1-1 0,-2-1 1 16,1 0 0-16,-1 0 1 0,-1 1 1 0,4 0 0 15,-4 0-1-15,1 2-2 0,-1-3 1 16,0 1 2-16,1-1 2 0,-3 0-1 0,2 0 3 0,-2 2 1 15,0-3-1-15,-1 2-3 0,1-1 0 16,0 2 1-16,-1-1 0 0,1 0 1 0,-2 1 0 16,-1 0 1-16,2 0-3 0,-2 0-2 15,0 0 0-15,0-3 0 0,0 1 1 0,0-2 0 16,0 0 0-16,0 0 2 0,0-2-4 0,0 2-1 16,0 0-4-16,3-1 2 0,0-1 1 0,-1 2 1 15,3 0 0-15,0 2 2 0,-1 1 0 16,4 1-4-16,-2 1 0 0,1-1 0 0,1-1 0 15,-2 0 2-15,3-6 0 0,-4 0 1 16,2-6-2-16,-2-3-3 0,-1-6-4 0,1-4-6 16,-2-10-7-16,-2-6-8 0,-1-10-21 0,-1-9-44 15,-4-11-77-15,-4-11-139 0,-4-9-263 16,-6-11-316-16,-4-15-383 0,-9-15-360 0,-6-14-38 16,-13-23 664-16</inkml:trace>
  <inkml:trace contextRef="#ctx0" brushRef="#br0" timeOffset="976.96">6134 3326 452 0,'2'6'903'0,"-2"1"280"15,2-2-9-15,-1-3-340 0,-1 0-263 0,2-1-124 16,-1-1-63-16,2 0-49 0,0 0-38 0,2-4-33 16,-2-3-33-16,4-4-55 0,-1-3-44 15,3-4-25-15,1-3-17 0,1-5-13 0,3-2-17 16,-1-3-17-16,2-4-12 0,0 0-8 0,2-3-6 15,-1 2-3-15,1 1-2 0,-4 2-1 16,1 4-2-16,-1 2 1 0,-3 8 0 0,0 1 2 16,0 5 1-16,0 5 3 0,-1 5 0 0,2 3 0 15,-1 9-1-15,0 4-1 0,0 4-3 0,0 7-2 16,-1 6-1-16,2 3-1 0,-3 2-1 16,3 4-1-16,0-1 0 0,2 3 0 0,1 2-3 15,-1-4-3-15,4 1-1 0,-1-3-4 16,3 1-15-16,1-4-26 0,-2-1-61 0,2 0-98 15,-2-1-207-15,1 1-291 0,1 1-357 0,-4 5-431 16,1 1-276-16,-4 6 263 0,-3 3 884 16</inkml:trace>
  <inkml:trace contextRef="#ctx0" brushRef="#br0" timeOffset="3616.33">6561 13577 152 0,'3'4'496'0,"-1"-2"262"15,-2-1 130-15,2-1-161 0,-1 1-235 16,2-1-137-16,2 0-63 0,-2 2-26 0,2-2-12 16,0 0 14-16,1 0-29 0,0 0-40 0,5 0-34 15,-1 0-22-15,1 0-16 0,5 0-34 16,0 0-16-16,1 0-16 0,3 0-26 0,1 0-11 16,1 0 34-16,2 0 32 0,1 0 11 15,-1 0 6-15,3 0-2 0,1 0-6 0,1 2-42 16,1-2-29-16,0 1-14 0,1 0-11 0,-1 2 1 15,2-1-4-15,1 0 5 0,-1 0-2 0,1 0-3 16,2 1 3-16,1-2 2 0,0-1 0 16,1 2-2-16,3-1 1 0,0-1 3 0,3 3 0 15,0-3-1-15,4 2-1 0,-2-1 0 16,2 0-5-16,1-1-1 0,2 2-3 0,0 0-2 16,0-2-1-16,3 0 0 0,-1-2 5 0,1 0 1 15,-1 1 2-15,3 0 3 0,2-4 1 16,0 2 2-16,3 0-2 0,-1 0 0 0,1 0-2 15,0-1-2-15,0 1 0 0,2 0-6 0,-1 0-1 16,1 2-1-16,-2-1 3 0,2 0 5 16,-2 0 1-16,3 4 2 0,0 0 4 0,2 0 0 15,1 0-2-15,1 2-4 0,-1-2-2 16,-1 3-2-16,3-1-1 0,-1 1-1 0,0-2-1 16,0 1 1-16,-1 0 1 0,2 0 2 0,2-2 1 15,2 2 2-15,-2-3 2 0,3 2-1 0,-1 0-1 16,0-2-3-16,1 4-3 0,-1-3 0 15,-1 1 1-15,1 1-1 0,0 0 2 0,-1 3 3 16,2-2 1-16,3 0 3 0,-1 1-2 16,2 0 0-16,-1 0 1 0,1 0-4 0,-1-2-2 15,1 1-1-15,-2 0 2 0,2-1 0 0,-1-1 0 16,3-1 2-16,1 2 1 0,0-1-2 0,4 1 0 16,-3-2-2-16,1 3-2 0,0 0 2 0,-3 0 6 15,3 1 0-15,-3 0 1 0,3 2-1 16,2-1 3-16,1 0-2 0,0 1-6 0,0 0 0 15,0 0-2-15,-1-1 2 0,-2 0 0 16,4-1 4-16,-4 2 0 0,2-1 2 0,1-1 2 16,0 2-2-16,2-1-3 0,-3 1-4 0,2-2-2 15,-3 1 1-15,2 1 2 0,-4-1 0 0,1 1 2 16,2-1 4-16,0 0 3 0,0 1-5 16,3 0 0-16,-2-1-3 0,-2-1-1 0,2 1-3 15,-1-1 0-15,-1 0 8 0,-2-1-4 0,4 1 5 16,1 0 1-16,1 0-2 0,-2-2-2 15,1 1-5-15,0-2 0 0,-2 1 3 0,3 1-2 16,-4-2 2-16,3 0 2 0,0-1 4 16,2 2 0-16,1-2-2 0,-2-1-4 0,3 0-2 15,-3-1-3-15,1 3 0 0,1-3 1 0,-1 0-1 16,-1 0 6-16,1 2 3 0,0 0 4 0,2-2-6 16,0 2-2-16,0-1-2 0,-3 0 0 15,3 1 2-15,-3 0-1 0,3-1 4 0,-2 0 1 16,0 2 1-16,2 0 0 0,0 0-1 15,-1 0-2-15,-1 0-6 0,-1 3 1 0,2-2 1 16,-2 1 0-16,2 0 1 0,-3 1 0 0,4-2 7 16,-3 1-2-16,3 2-2 0,-3-1-2 15,1 0-4-15,-1 0 1 0,-1 0 1 0,3-1 3 16,-1 1 2-16,2-2 2 0,1 2 4 16,-1-2-2-16,-3 1-5 0,3 1-4 0,0 0 0 15,-1-4 0-15,-1 4 0 0,1-1 28 0,-1 2 17 16,2-2 9-16,0 0 2 0,2 1-2 15,-3 0-2-15,1 0-22 0,0 2-13 0,0-1-5 16,0-1-6-16,2 0 1 0,0 1 1 0,-1-1-4 16,3-2-2-16,-1 2-1 0,-1-2-1 0,-1 2 2 15,-1-3 1-15,2 2 1 0,0-2-2 16,1 1 4-16,4-1-2 0,-2 0-1 0,-1 1-3 16,0 0 3-16,1 0 0 0,-4-1 0 0,4 0 2 15,0 2-2-15,0-3 4 0,1 2-4 16,1 1 0-16,-4-3-3 0,0 3 1 0,0-2 2 15,1 0-2-15,-3 0 2 0,4 0-1 0,0-2 4 16,0 1-5-16,2-2-1 0,0 0-1 16,-2 0 2-16,2 0 2 0,-1 0 2 0,-1 0 0 15,3-2 2-15,-1 1 1 0,2-1-2 0,-2 1-3 16,1-1 7-16,-3 2 7 0,-4-1 4 16,3 0 1-16,-1-1 3 0,0 2-1 0,0-2-7 15,1 1-8-15,-1 0-5 0,0-1-2 0,-1 2 1 16,0-2-1-16,-4 0 0 0,2 2 2 15,0-3 0-15,-1 2 1 0,-1 1-3 16,0-1 0-16,-1 0 0 0,-1 1 0 0,0 0 1 16,-4 0 1-16,0 1 0 0,0 0 0 0,-2 0 0 15,2 2 1-15,-2-3-3 0,0 4 0 0,-2-1 0 16,0-2-1-16,-1 3-1 0,-4-2 1 16,1 1 1-16,-4 2 0 0,0-2 1 0,-4 0 3 15,2 1 0-15,-2-1 0 0,1 1-1 16,-2 1 0-16,-2 0 0 0,-1-1-1 0,-1 0 0 15,-1 1 5-15,-1-1 4 0,1 0 0 0,-3 1 2 16,-3-3 2-16,3 2 0 0,-4-2-3 16,2 0-5-16,1 1-1 0,-2-2-1 0,1 2-2 15,0-1-3-15,-1 1-1 0,-2 0 1 16,0-2 0-16,0 2 0 0,-1-1 0 0,0 1 0 0,-1-2 1 16,0 1 0-16,-2-1 0 0,2 0 1 15,-3 1-1-15,2 0 2 0,-3-2 0 0,1 0-1 16,1 1-1-16,-1-1 0 0,-1 1 0 15,1-1-1-15,-2 2 0 0,-1 0 1 0,-5-2-2 16,3 1 0-16,-4 2-1 0,1 0 0 16,-4-2 0-16,-2 4 0 0,-1-3 1 0,-1 3 1 15,-1-3 0-15,-1 2 0 0,-3-2-1 0,0 2 1 16,-2-2 1-16,-2 2-1 0,1-3 1 0,-3 2 0 16,2-2-1-16,-4 1 0 0,2-1 1 0,-3 1 0 15,2-2-1-15,-3 1 1 0,-3-1 0 0,2 2 1 16,-2-2-2-16,-1 0 0 0,0 0 0 0,-3 0 0 15,0 1-2-15,-1-1 1 0,-3 0 0 16,2 0 1-16,-1 0-2 0,-3 0 2 0,0 0 0 16,0 0 0-16,0 0 0 0,-1 0 0 0,0 0 0 15,-1 0-1-15,-1 0 1 0,2 0 0 0,0 0 1 16,-2 0 1-16,0 0-1 0,1 0 0 0,-1 0 2 16,0 0-2-16,0 0 1 0,0 0-1 0,0 0 0 15,0 0 0-15,0 0-1 0,0-1 0 0,2 1-1 16,-2-3 1-16,1 1-1 0,4-1 0 15,-4 0 0-15,1 1 0 0,-1 0-2 0,1-1 1 16,0 0-2-16,-2 1-4 0,0 0-14 0,0 2-39 16,-2-3-72-16,-1 1-82 0,0 1-150 15,-5-2-256-15,2 1-319 0,-1 0-315 0,1 2-198 16,-2 0 41-16,2-3 570 0</inkml:trace>
  <inkml:trace contextRef="#ctx0" brushRef="#br0" timeOffset="3951.5">30219 14301 163 0,'-1'-6'773'0,"-3"0"444"15,1 1 87-15,0 1-78 0,1-1-382 0,2 2-301 16,-1 2-162-16,1-1-91 0,1 1-66 16,-1-1-76-16,4 1-64 0,0 0-39 0,1 1-22 15,4 0-7-15,-1 0-4 0,4 1 5 0,0 2 3 16,1 0 2-16,0 1 2 0,2 2-2 0,1 3 1 15,0 0-6-15,0 1-4 0,0 4-1 16,1 2-2-16,-3 0 0 0,1-1 2 0,-1 4 2 16,-2-2-1-16,1 1 1 0,-5 1 1 0,-2-1 0 15,-1 2 1-15,-3-2 2 0,-2-1 0 0,-5 0 1 16,-2 2 2-16,-2-3 2 0,-7-1-4 0,2 1-4 16,-7-1-2-16,-1-2-3 0,0 3-3 15,-3-3-5-15,-4-1-2 0,2 2-2 0,1-5-2 16,-3 2-2-16,4-1-6 0,1-1-15 0,2-3-32 15,2 0-78-15,2-2-122 0,1-1-254 16,4-2-296-16,2-1-363 0,5 0-395 0,1-1-101 16,2 1 529-16</inkml:trace>
  <inkml:trace contextRef="#ctx0" brushRef="#br0" timeOffset="4718.27">30278 15227 134 0,'1'-13'344'16,"1"1"164"-16,1 0 159 0,3 1-106 0,-1-2-73 16,3 1-20-16,2-1 13 0,2 1-12 0,1-1-43 15,2 3-67-15,0 0-72 0,2 1-53 0,1 3-55 16,0-1 7-16,2 4-9 0,-2-2-21 16,3 5-16-16,-3 0-23 0,4 0 26 0,-2 5-27 15,-2-3-16-15,0 6-8 0,0-2 8 0,1 3 2 16,-6 1-35-16,1 4-6 0,-3-1-3 0,-2 2-1 15,-4 3-7-15,-2 0-2 0,-5 2-3 0,-1 0-3 16,-4 5-4-16,-3-1-3 0,-1 2-6 16,-6 4-5-16,1-2-2 0,-3 3-7 0,-2 1-4 15,4 0-3-15,-2-3-2 0,3 2-2 0,0-2-1 16,2 1-2-16,2-3 0 0,2 2-1 0,3-4 0 16,3 0 0-16,-1 0-1 0,5-1 0 0,5-2-2 15,-2 3-1-15,5-7-1 0,2 3 0 16,2-2 0-16,2-4 0 0,7-2 1 0,1-2 0 15,2-4-7-15,3-4-14 0,4-3-23 0,3-4-58 16,3-5-68-16,-1-3-91 0,3-5-150 0,0 0-187 16,-1-3-299-16,1-2-244 0,-2-1-201 0,-1 0 34 15,-4 1 457-15,-4 1 458 0</inkml:trace>
  <inkml:trace contextRef="#ctx0" brushRef="#br0" timeOffset="5032.75">31083 15637 143 0,'18'-10'397'0,"-3"-1"360"16,-3 5 300-16,-4 0-79 0,-3 4-155 0,-2 2-90 15,-3 4-110-15,0 6-130 0,-1 1-109 0,-4 5-69 16,0 3-64-16,-2 3-71 0,3 5-52 15,-5 1-27-15,4 2-15 0,0 3-7 0,2 2-9 16,-1-1-13-16,6-1-15 0,0-1-13 0,4-4-10 16,4-4-13-16,2-4-7 0,6-5-5 0,2-8 2 15,5-4 1-15,4-6 1 0,1-7 3 0,1-5 0 16,3-6 1-16,-1-7 1 0,0-1 0 0,0-6 0 16,-1-1-2-16,0-2 0 0,-5 0 1 15,-2-1 0-15,-4 0-1 0,-3-1 0 0,-5 3 1 16,-2-1 0-16,-5 3-2 0,-4-1 1 0,-4 0-1 15,-6 2 0-15,-2 0 0 0,-5 3 0 0,-5 2 0 16,-1 6 0-16,-4 3 0 0,-4 4-1 0,-2 8-2 16,-3 3 0-16,0 7 1 0,-1 3-2 15,-1 5 0-15,3 5 1 0,-1 3-1 0,3 3-2 16,1 2-13-16,3 3-21 0,0 1-57 0,3 0-78 16,2-1-160-16,0-1-280 0,4 1-314 0,3-3-375 15,0-1-293-15,4-7 30 0,3 0 715 16</inkml:trace>
  <inkml:trace contextRef="#ctx0" brushRef="#br0" timeOffset="5250.13">31203 15558 101 0,'1'10'586'0,"-1"1"370"0,-1 1 165 0,-1-1-28 15,0 3-391-15,1 0-265 0,-1-1-141 16,4 2-70-16,-1 0-54 0,6-3-50 0,2 1-37 15,2-3-34-15,4-2 23 0,2-1 14 0,2-4 3 16,2-2 1-16,1-1-2 0,1-3 0 0,2-1-44 16,1-1-18-16,-1-1-5 0,4 1-6 0,-3-1-42 15,0-2-50-15,0-1-93 0,-5 5-172 16,1-5-303-16,0 2-309 0,-2 1-261 0,-2-1-178 16,0 0 250-16,-4 2 579 0</inkml:trace>
  <inkml:trace contextRef="#ctx0" brushRef="#br0" timeOffset="6952.98">4925 3019 55 0,'1'-9'374'0,"1"1"272"0,-2 2 275 15,0 2 55-15,0 0-195 0,0 1-148 0,0 0-37 16,0 0-30-16,1 3-85 0,1-2-101 0,-2 2-84 15,0 0-58-15,0 0-81 0,0 0-67 16,0 3-40-16,0 2-11 0,2 2-4 0,-1 3-4 16,1 7-9-16,1 2-2 0,3 4-1 0,-1 3-8 15,1 4-6-15,-1 3-2 0,2 1 2 16,0-1 1-16,1 2 0 0,-2-2-1 0,1 1-2 16,1-4-1-16,-1-2-2 0,0 2-1 0,-1-5 0 15,1-1 1-15,0-3-3 0,-2-2-1 16,0-2-4-16,-2-4-16 0,0-1-34 0,-1-4-65 15,-2-1-70-15,-2-3-144 0,1-4-191 16,-4-3-304-16,0 0-300 0,0-7-230 0,-2 0-59 16,-1-3 457-16,-2-1 528 0</inkml:trace>
  <inkml:trace contextRef="#ctx0" brushRef="#br0" timeOffset="7249.09">4659 2965 33 0,'5'-4'507'0,"1"0"424"15,-3 0 203-15,0 2-33 0,2-3-332 0,-2 3-272 16,4-1-129-16,0 0-52 0,3 2-11 0,1-1-16 16,3-1-26-16,2 3-40 0,3-1-58 0,-1 1-41 15,2 0-36-15,4 1-30 0,-1-1-23 16,0 3-10-16,2-3-6 0,2 2-7 0,-2-1-6 15,2-1-3-15,-3 0 0 0,1 0-3 0,0-1 1 16,-1-3-1-16,-2 2-1 0,-1-2 1 0,-1 2-2 16,-4 0-6-16,0-1-26 0,-5 3-60 0,-2 0-70 15,-4 1-151-15,-3 4-254 0,-7 1-308 0,0 1-324 16,-4 5-242-16,-4 1-1 0,-2 0 585 16</inkml:trace>
  <inkml:trace contextRef="#ctx0" brushRef="#br0" timeOffset="7467.52">4706 3619 288 0,'5'15'563'0,"0"-3"233"0,3-3 127 16,4 0-205-16,1 2-182 0,3-4-109 0,0-1-54 15,4 0-58-15,2-2-57 0,2-1-71 16,3-2-65-16,3-2-47 0,2-4-32 0,3 0-21 15,2-1-8-15,-2-2-35 0,2 1-129 16,-1 1-172-16,-1 2-292 0,1 3-265 0,-1 2-257 16,-4 3-98-16,3 7 358 0,-1 2 464 0</inkml:trace>
  <inkml:trace contextRef="#ctx0" brushRef="#br0" timeOffset="20797.59">7486 13012 21 0,'0'0'314'15,"0"2"229"-15,0-1 211 0,0 0 48 0,2-1-171 16,-2 2-120-16,1 0-60 0,-1-2-51 0,0 0-50 16,2 1-57-16,-2-1-69 0,0 0-68 15,2 0-58-15,-2 0-42 0,1 0-25 0,-1 0-17 16,3 0-6-16,0 0-2 0,0 0-3 15,0 1 0-15,2-1-2 0,2 2 1 0,1 1 9 16,1-2 8-16,2 1 9 0,2 1 2 0,1-2 1 16,0 4 2-16,4-3-9 0,-4-2-12 15,3 3-5-15,2-2-2 0,-3 1-2 0,1-2 0 16,1 0 47-16,2 0 25 0,1-2 14 16,-2 1 1-16,3-2 0 0,-2 1-4 0,1-1-39 15,1 0-26-15,0-2-15 0,-1 1 1 16,1 0-6-16,0 0-1 0,-1 0-3 0,1 0 2 0,0 1 0 15,-3-2-2-15,3 1 2 0,-3-1 1 16,0 1 9-16,0 0-5 0,1-1 2 16,-2 0-2-16,1 1-1 0,-3-1 1 0,3-1-7 15,-2 1 5-15,1 1-1 0,0 0 1 0,0-1-2 16,1-1 0-16,1 2 0 0,1-1 0 0,0 1-4 16,0-1 4-16,2 1 0 0,-1 1 0 15,3-2 1-15,-1 1 0 0,-2-1 7 0,4 1-2 16,-3-1-3-16,2 1-2 0,-1-2 2 15,0 1-2-15,0-1-5 0,-1 0-1 0,1 2 5 16,-2-4 1-16,0 2-1 0,0-1 1 0,0 1 5 16,-1-2-2-16,0 2-2 0,-1-2-2 15,-1-1 3-15,0 1 3 0,0-1-5 0,0-2 5 16,0 1 0-16,-3-4 2 0,3 0 47 0,-3-2 21 16,1-3 15-16,-1 0 2 0,1-5 0 15,-4 1-3-15,1-1-40 0,-1 0-20 16,-1 0-13-16,0 0-6 0,-1-1-4 0,-1 2-1 0,0-1-4 15,0 1-2-15,-1-2 0 0,2 0 0 16,-3 0-2-16,3-2 0 0,-1 2 1 16,1-5 1-16,0 0 3 0,-2-3 3 0,4-2 0 15,-1 1 2-15,0-4 1 0,-1-1-1 16,3-1-2-16,-3-4-2 0,3-1-1 0,-3-2-2 0,2-2-5 16,-2-3-1-16,-1-2-1 0,0-4 1 0,0 2 2 15,-2-3 1-15,0 1 5 0,1-4 4 16,-2 2 2-16,-1 0-1 0,-1 0-3 15,4 0 0-15,-3 2-4 0,-1 2-4 0,2 2-3 16,-2 2-2-16,-1 0 1 0,1 4 0 0,-2-1 2 16,0 3 3-16,-3-1 5 0,3 1 3 0,-3 1 4 15,2-2-1-15,-2 0-2 0,1 0 0 16,1-1-4-16,-2 0-1 0,3 0-1 0,-1-2-2 16,0 1-1-16,2-2-2 0,-2-1-1 0,2 1 0 15,1-1 2-15,-2-1 3 0,2-1 0 16,-2 2 5-16,2-2 1 0,3 2-2 0,-4 2-3 15,1-1 0-15,0 0 0 0,0 3-1 0,0 0 1 16,0 0-2-16,-1 1 6 0,1 1 8 16,-2 0 3-16,0-1 1 0,0-1 1 0,-1-1 6 15,1-1-7-15,-1-1-11 0,-1-1-7 16,1-1-4-16,0-2 3 0,-1-1 1 0,2 1-3 16,0-4 8-16,0 2 2 0,1-3 1 0,-1 2-3 15,0-1-3-15,0 1 1 0,0-3 2 16,1 3 2-16,0 2 1 0,-1-2-3 0,-1 3 3 15,1-1 5-15,-1 2 1 0,-1 0 1 0,2 0-1 16,-1 0 0-16,1 0-2 0,-1 1-4 0,1 1-3 16,0-2 0-16,3 2 0 0,-1-3 1 15,1 0 0-15,1-1-1 0,1 1-4 0,3-1-3 16,-2-2-1-16,1 1-1 0,1 0-1 16,-2 0 0-16,3 2 2 0,-2 1 2 0,-2-1 3 15,0 4 1-15,2-2 2 0,-4 3 1 0,-1 3 0 16,0 0-1-16,-2 2-3 0,-2 1 2 0,1 0-3 15,0 5-1-15,-1-1 0 0,-1 1-1 16,0 1-1-16,0 3-1 0,0-1 0 16,3 1 0-16,-3 1-1 0,0-2 3 0,3 1 1 15,-3 2 1-15,2-1 1 0,-1 1 3 0,1 1-1 16,0-1-1-16,-1 3 2 0,2 0-2 0,-1 2 1 16,1 1-1-16,-1 1 0 0,0 2 1 0,-1 2-2 15,2 2 0-15,0 2-1 0,-1 2 0 16,-1 1 0-16,2 0-1 0,-1 4 2 15,1-2 0-15,-1-1-1 0,1 4 0 0,0-1-1 16,-1 1 0-16,0-1-1 0,-1 2 1 0,2 0 0 16,-1 2 0-16,1-1 0 0,-2 2 0 0,1 0 0 15,1 2-1-15,-1-2 1 0,1 1-6 16,0-1 2-16,0 2-4 0,1-2 6 0,-1 1-5 16,0-1-2-16,3 1 5 0,-3 1-6 15,2 0 6-15,-2-1-6 0,0 2 6 0,2 0 1 16,0 0 0-16,-1 2 2 0,3-2 1 15,-2 1-1-15,1 0 2 0,0 1-1 0,2 1 1 16,-2 0 0-16,2 0 1 0,0 0-1 0,2 1 0 16,-1 1 1-16,1 1-1 0,-1 0 1 15,2 0-1-15,-1 0 0 0,2 0 0 0,-2 0 0 16,1 1-1-16,1 0-1 0,-2 0 1 0,1 0 1 16,0 1 1-16,-1 1 0 0,-1-1 0 0,1 1 0 15,-2 0 0-15,0 1 1 0,-2 1-1 16,2-1 2-16,-4 2 0 0,1 0-1 0,0 0 0 15,-2 2-1-15,1 1 0 0,-1 0 1 16,-2 0-1-16,4 1 1 0,-4-1-2 0,1-1 0 16,-1 3 1-16,1-3-1 0,1 0 2 0,0 0-1 15,-1 1-1-15,1 1 0 0,-1-2 0 16,0 3 0-16,-1-2-1 0,2 1 1 0,0 3 6 16,0-1 3-16,0 0 3 0,-1 1-1 15,1 2 0-15,-1 0 0 0,-1 2-5 0,1 1-2 16,0 0-1-16,-1 1 0 0,-1 2-4 0,0 1-3 15,0 2-3-15,0-1-2 0,-1 1-1 16,1-2-2-16,-2 3 6 0,2-3 2 0,0 1 1 16,0-2 2-16,0 1 0 0,0-1 1 0,0 0-1 15,0-1 1-15,0 0 1 0,0 0 1 16,0 1-1-16,0-1-1 0,0 1 0 0,0 1 7 16,0 1 3-16,0-1 0 0,0 2 0 0,0-1 0 15,0 2-1-15,0-2-6 0,0 0 0 16,0 2-2-16,0-1 2 0,0-1 1 0,0 0 2 15,0 1-8-15,2 1-4 0,-2-2-3 0,1 0-2 16,-1 2-2-16,2-1 0 0,-2 0 6 16,2 0 3-16,-1 0 2 0,2 0 1 0,-1 0 0 15,2 0 0-15,-1 0 1 0,1-1 4 0,-1 2 5 16,0-1 0-16,2 0 2 0,1 2-1 16,0 1-2-16,-1-2-6 0,0 2-3 0,1 1 0 15,1 1 0-15,0-1 1 0,0 1 2 0,-1 1 2 16,1 0-1-16,-1 2 1 0,0-2-3 15,2-1 1-15,-2 3-1 0,-1-1-1 0,3-1 1 16,0-1-1-16,-2 0 0 0,2-2-2 16,-1 1 0-16,0-1 1 0,1-2-1 15,-3 1 0-15,3-2 0 0,0-2 1 0,-2 3-1 0,-1-4-1 16,1-1 1-16,-1 2 1 0,0-3-1 16,2 0 1-16,-3 1 1 0,-1-2 1 0,0 0-1 15,0 0 0-15,-1-1 0 0,1 0 0 16,0 2 0-16,-1-1 1 0,1 2 2 0,-2-3-1 15,1 2 1-15,-2-1-1 0,3 0-2 16,-3-1 0-16,2 1 1 0,-1-1-1 0,1 1 0 0,0-2 0 16,-1 1 0-16,1 0 0 0,-1-3-1 15,1 1 0-15,-2-1 0 0,0 2 1 0,3-1-1 16,-3-1 0-16,0 2 0 0,2-2 0 16,-2 0 1-16,1 1 1 0,-1 2 0 0,0 0 0 15,0-1 0-15,0 1 0 0,0-1-1 0,0 2 0 16,0-1-1-16,0-1 0 0,0 1-1 15,0 0 2-15,0-3 0 0,0 1 0 16,0-1 0-16,0 1 1 0,2-2 0 0,-2 0-1 16,0 0 0-16,2 0 0 0,-2 1 1 0,2-1-2 15,-2 2 2-15,0-1 0 0,0 2 0 0,0 1-1 16,0 1 1-16,-2 0 1 0,0 3-2 0,0 1 0 16,1 1 1-16,-1 0-2 0,-1 0 2 15,3 2-1-15,-2-2 0 0,2-2-1 0,0 1 1 16,0 0 0-16,0 0-1 0,2 0-1 15,-2-2 2-15,0 1 0 0,0 0-1 0,2 1 0 16,-1 1 1-16,-1-2 1 0,-1 3 0 0,-1 0 0 16,2 2 2-16,0-1-1 0,-2 2 1 15,-1-1-3-15,2-1 0 0,-1 3 0 0,0-3-1 16,1-1 0-16,-1 1 2 0,-1-2-1 0,1-1 1 16,1 1-1-16,-2-2 1 0,1-1 0 15,-1 1-2-15,2-1 3 0,-1-1-1 0,0-1-1 16,-1 4-1-16,2-3 0 0,-1 3 0 15,0-2-1-15,1 3-1 0,-1 0 2 0,0-3-1 16,-1 3 1-16,2 0 1 0,-2-4 1 0,1 1 0 16,2 0 0-16,0-3 0 0,0-1 0 15,-1 2-2-15,-1-4 0 0,2 4 1 0,-1-3 0 16,-1-1 1-16,0 2 0 0,1-1 2 0,-1 2 0 16,-1-2-1-16,0 1 0 0,-1 4 1 15,1-3-1-15,-1 1-1 0,1 1 0 0,0 0 0 16,-1 0 0-16,1 0-1 0,0 0-1 15,0-1 1-15,-1 0-1 0,3-1-2 0,-1 0 2 16,1-1 0-16,-1-1 1 0,2 0-1 0,0 1 1 16,0-2-1-16,0 0-1 0,0-1 0 0,0-2 0 15,0 3 1-15,0-3-1 0,0 2 1 16,0-1 0-16,0-2 2 0,0 4-1 0,0-3-2 16,0 3 2-16,-3 2 1 0,2 0 0 15,-1 0 1-15,-1 1-1 0,1 1 1 0,2-2 0 16,-3 2 0-16,1-1-1 0,1 1 0 0,-1-2 0 15,-1 2 1-15,1-2 0 16,1-2-1-16,-1 1 0 0,-1-1 0 0,3-3 1 16,-3 1-1-16,0 2-1 0,1-2 0 0,1 0 0 15,-1 0 0-15,-1 2 0 0,1 0 0 0,1-3 1 16,-1 3 0-16,1-3 0 0,-1 2-1 0,2-1 0 16,0-1-1-16,0 2-2 0,0 1 1 0,0-3-1 15,2 0 1-15,-2 0-1 0,1 0 0 16,1 0 2-16,-1 1 0 0,1-2-1 15,1 1 1-15,-1-1 0 0,-1 1 1 0,1-2-1 16,1 0 0-16,0 0 1 0,-3-2-1 0,2-1-1 16,-1 2 0-16,1-1 2 0,-1 0 0 15,1-2 1-15,-2 3-1 0,2-2 0 0,-1 0 0 16,1 0 0-16,-1 1 0 0,1 0 0 0,-2 0 0 16,3-1 1-16,-3 3-1 0,2-1 0 15,1 0 1-15,-1 0 1 0,-1 0-1 0,2 1 1 16,-1-1 0-16,-1 3 0 0,1-2-2 0,-1 0 0 15,1 0 0-15,-2 1 0 0,3-1-1 16,-3 2 2-16,3-1-1 0,-1-1 2 0,0 1-1 16,-1 1-1-16,1-2 1 0,1 0-2 15,-1 0 1-15,-1-3-1 0,1 0 2 0,1-2-2 16,-2 2 2-16,2-1-1 0,-1-2 0 0,0 1 0 16,-1 0-2-16,1-1 3 0,1 0-3 0,-1 1 1 15,-1-1 1-15,1 0 0 0,1 0 0 16,0 1-1-16,2-1 1 0,-2 1-1 15,0 2 1-15,0-3-2 0,-1 0 1 0,1 0 0 16,2-1 0-16,-2 3 0 0,2 0 0 0,-1-1 1 16,1 3-1-16,-2-2 0 0,2 0 1 0,0 1 0 15,0 1 0-15,-2-1 0 0,3 0-1 16,-1-2 0-16,-2 1 1 0,2 0-1 0,-2-1-1 16,0-2 2-16,2-1 0 0,-2 1 1 15,3 1 0-15,-3-1-1 0,1-1 0 0,0-1 0 16,1 1 1-16,-1 1-2 0,0-1 1 15,2-1 1-15,-3 1-2 0,2 0-1 0,-2-2 2 16,2 0-2-16,-1 0 1 0,0-1 0 0,1 0 1 16,-2 2 1-16,0-3 1 0,0 1-1 0,1-1 0 15,-1 0 1-15,0-1-1 0,0 1 1 16,0 0-2-16,-1-3 1 0,2 3-1 0,-1-1 0 16,2 1 0-16,0 1 0 0,0-1 1 0,1 3 1 15,0-2 0-15,2 1 0 0,-1 0-1 16,-1 1 0-16,5-1 0 0,-3 2-1 0,2 1 0 15,-1-2 0-15,2 2 0 0,-1-1 0 16,-1-1 1-16,2 0 0 0,0 0 1 0,2-1 1 16,-2 0-1-16,-1 0-1 0,0 1 1 0,0-3-2 15,1 1 1-15,-2-1 0 0,1-1 1 0,-2 1-1 16,0-2-1-16,3 1 1 0,-3-1 0 16,-2 0-2-16,2 1 1 0,1-2 0 0,-2 2 0 15,-1-2 1-15,2 2-1 0,0-3 1 16,-2 3 0-16,2-2 1 0,-1 1 0 0,0 1-2 15,1 1 1-15,0-1 0 0,0 1 0 0,1 0 0 16,1 0 0-16,-2 1 0 0,4-1 2 16,-2 0-2-16,1 1-1 0,0-1 0 0,0 0 0 15,3 0 1-15,-2 0-1 0,0-1 1 16,2 1 0-16,1 0 0 0,-1-1 0 0,0 1-2 16,2-2 1-16,-2 2 0 0,2-2 1 0,-2 2-2 15,3 0 0-15,-2 0 1 0,2 2-1 16,-1-2 0-16,1 2-1 0,0-2 0 0,0 0 1 15,-1 0 2-15,-1 0-1 0,1 0 0 0,0 0 2 16,-2 0 0-16,4 0 0 0,-4 0-2 16,3 0 1-16,-2 0 0 0,0 0 0 0,1 0 1 15,0 0-1-15,1 0 1 0,-3 0-2 0,1 0 0 16,2 0-2-16,-1 0-1 0,-2 0 1 16,3 1 0-16,-2-1 1 0,2 1 2 0,-1 1 0 15,1 0-1-15,-1-1 2 0,1 2-2 0,1 0 0 16,-1 0 0-16,1 0 0 0,-1-1 1 15,3 2 0-15,-3-1-1 0,1 0 1 0,-2 0-2 16,2-2 0-16,-1 2 0 0,0-2-1 16,2-1 1-16,-3 2 1 0,3-2 0 15,-1 0 1-15,1 0 0 0,-1 0-1 0,0 2 1 16,2-2-1-16,-2 1 0 0,2 0 0 0,-1 1-2 16,1 0 2-16,0 0-1 0,0 1 1 0,-2-1 0 15,2-1 0-15,0 4 1 0,0-3 0 16,0-2 1-16,-2 3-1 0,2-2 0 0,-1 1-1 15,-1-1 1-15,1-1-1 0,-2 2-1 0,1 0 1 16,0-2 0-16,-2 0 0 0,0 1 0 16,0 0 1-16,1 1 1 0,-2-2 0 0,2 3-2 15,-3-2 0-15,2 1 1 0,-2 0-1 16,2-1-2-16,-2 0 2 0,0 2 0 0,1-1 0 0,-2-2-2 16,1 1 1-16,-1 0 1 0,0 1-1 15,0 0 1-15,0-2 0 0,0 3 1 16,-1-2 1-16,1 1-1 0,0 1 0 0,0-2 0 15,0 2 0-15,1 0 0 0,-1 0-2 0,2 0 1 16,0 0 0-16,-2 1-1 0,3-1-1 16,-2 2 2-16,0-3 0 0,2 1 0 0,0 0-1 15,0 0 1-15,1 0 0 0,-1-2-1 0,1 3 0 16,2-2 0-16,-1 0 1 0,0 1-1 16,0-2 0-16,2 2 2 0,1-1 0 0,-2 0 0 15,3 2 0-15,0-3 1 0,-1 1 0 16,1-1-1-16,3-1 1 0,-1 2-1 0,-2-2 0 15,5 1-1-15,-2-1 0 0,1 0 0 16,0 0-1-16,1 0 1 0,0 0-2 0,0 0 1 0,0 0 1 16,0 0 0-16,0 0 0 0,0-1 0 15,-1 1-1-15,1-2 2 0,0 2-1 0,0 0 0 16,-1-1 0-16,0 1-1 0,0 0 1 16,-1 0-2-16,-3 0 1 0,4 0-1 0,-3-2 1 15,1 2 2-15,-2-1 0 0,-1 1 1 0,1 0-2 16,-2-2 1-16,-1 0 0 0,2 1-2 15,-4 0 1-15,2-1 0 0,0-1 0 0,-3 3 1 16,1-1-1-16,-1 0 1 0,1 1-1 16,-2 0 1-16,2 1-1 0,-3 0 0 0,4 2 1 15,-2 0-1-15,1 2 1 0,-1-2 0 0,3 1 1 16,-1-1-1-16,0 1-1 0,1 0 1 16,-1 0-1-16,2-1 1 0,-1 0 0 0,-1 0-1 15,2-2 0-15,-1 1 0 0,0 1 0 0,1-3 0 16,-2 2-1-16,4-2 0 0,-2 0 0 15,0 0 1-15,0 0 0 0,2 0 0 0,-3 0 0 16,2 0-1-16,-1 3 1 0,1-3 0 0,1 1-2 16,-2-1 2-16,0 2-1 0,0-1 1 15,0 1 0-15,1 0 0 0,0-1 2 0,-1 0-2 16,1 1 2-16,-1 1-2 0,2 0 2 16,0-1-1-16,-4 0 0 0,4 1 0 0,-3 0-1 15,3 0 0-15,-1 0 0 0,-2-1 0 16,1 1-1-16,2-2 1 0,-4 2 1 0,2-1-1 15,1-1 0-15,-4 0 0 0,4-1 1 0,-2 2-1 16,-2 0-1-16,0-2 1 0,0 0 0 16,-2 1 0-16,1 0-1 0,1 1 1 0,-2 0 1 15,0 0 0-15,1 2-1 0,0-2 0 16,-1 3 0-16,0-3 1 0,1 2-1 0,0 3 0 0,0-3 0 16,1 0 0-16,-1 0 0 0,1 0 0 15,0 0-1-15,-1-1 2 0,3 0-2 0,-3 0 0 16,3-1 1-16,-3-1 0 0,3-1 0 15,-3 0 0-15,3 0 2 0,-1-1 0 0,-1-1 0 16,1 1-1-16,0-1 0 0,-1 1-1 0,2-3 0 16,-1 2 0-16,0-1 1 0,-1-1-1 0,1 0 0 15,-2 0 1-15,2 1-1 0,-2-2 0 16,1 1-1-16,-3-1 1 0,3 0 0 0,-4 3 0 16,1-3 0-16,-1 0 0 0,1 3 0 15,-3-3-1-15,-1 1 1 0,2-1 0 0,-2 1 0 16,-2-1 0-16,1-1 1 0,-1 2 0 0,0-4 0 15,-1 1-1-15,0-1 1 0,0-3 0 16,-3-1-1-16,1 1 0 0,0-4 1 0,1 2-1 16,0-5 0-16,-1 2 0 0,0 0 2 15,1-2 0-15,-1 0 0 0,1-1-1 0,1 3 1 16,-1-1-1-16,1-2-1 0,-3 1 0 0,4-1 0 16,-2-2 0-16,2 0 0 0,0-4 1 15,0 0-1-15,2-2 0 0,-2 0-1 0,1-2 2 16,0-2-1-16,-1 1 0 0,2-1 0 15,1 1 1-15,-2 0 0 0,1-2-1 0,1 4-1 16,-2-2 0-16,1 3 0 0,2 0 0 0,-2-1 0 16,-2 3 0-16,4 1 1 0,-2-2 0 0,1 3 2 15,0-3-1-15,-1 0 0 0,1 3 1 16,0-3 1-16,0-1-2 0,1 2 0 0,0-2 0 16,-3-1 1-16,5 1-1 0,-3 1 0 0,-1-2 0 15,4 2 0-15,-3 0 0 0,2 2-1 16,-1 0 0-16,0 2 0 0,2 0 0 0,-1 2 1 15,0 1 1-15,0-1 0 0,3 2 0 0,-2 1 1 16,4 1-2-16,-4-1-1 0,3-1 1 16,2 0 0-16,0 1 0 0,2-2-1 15,0 2 0-15,2-3 1 0,1 1 0 0,1 0 0 16,-1-1 0-16,3 3 0 0,-2-3 2 0,2 1-2 16,0 0-1-16,-1 0 1 0,1 1 0 0,1-1-1 15,-2 0 0-15,3 0 0 0,-2 0 0 16,-1 1 1-16,1-1-2 0,0 2 1 0,-2-2-1 15,-1 5 2-15,0-2 0 0,1-1 0 0,0 3 0 16,-2-2 2-16,1 2-1 0,-1 0 0 0,1 2-1 16,-1-1-1-16,-2 2 2 0,1 2-1 15,0 1-1-15,-1 0 0 0,0 2 2 0,-1 2 0 16,-1 1-1-16,2 2 2 0,-3 1 0 0,2 1-1 16,-2 0-1-16,0 4-1 0,1-2 1 15,-3 3 0-15,1 0 0 0,-1 2 0 0,-2 1 1 16,2 2 1-16,-3 2-2 0,-1 1 1 15,1 0 0-15,-2 0 0 0,-1 3 0 0,0 0-2 16,-2-1 1-16,-1 2 0 0,-2 2-1 16,2-3 1-16,-4 3 0 0,1 0 0 0,-1 1 0 15,-2-2 0-15,1 2 1 0,-2-2 0 16,0 2 2-16,0 1 1 0,-2-1-1 0,1-2 1 16,-1 1-1-16,1 2 0 0,-1 1-2 0,-1-1 0 15,1 1 0-15,-1 1 0 0,-1 0 0 0,2-1 1 16,-1 2-1-16,1 0 0 0,-1 0 0 15,1 0-1-15,-1 0-1 0,3 0 1 0,-1 3-1 16,-3-3 1-16,1 1 1 0,2-1-1 0,-4 0 0 16,4 0 0-16,-1 0 0 0,-1 0 0 15,1 0 0-15,-1-1-1 0,1 0 1 0,1-1 0 16,-1 0 0-16,1-2 1 0,1 0-1 16,0-1 0-16,0-1 1 0,0-1-1 0,0 0 0 15,1-1 0-15,2-1 0 0,-3 1 1 0,4-1-1 16,-1-1 0-16,-2 0 0 0,3 1 0 0,0-2 0 15,-1-1-1-15,0 2 1 0,1-2-1 16,0 1 1-16,0-1-1 0,-1 0 0 0,0-1 0 16,0 1 0-16,2-2 0 0,-2 0 0 15,0-1 0-15,0-3 0 0,0 1 1 16,-1 0 0-16,1-2-1 0,-1 0 1 0,0 0 0 0,-1 1-1 16,-1-2 1-16,3 1-1 0,-3 0-1 15,0 0 2-15,3 1 0 0,-3 1-1 0,2-1-2 16,-2 0 1-16,0 1 1 0,1 1-1 15,1-1 1-15,-1-1 0 0,-1 1 0 0,2 0 1 16,0-1-1-16,-1 0 0 0,2 1-1 0,-1 1 1 16,1-1-1-16,1 3 0 0,-3 0 0 15,2-1 0-15,2 2 1 0,-2 0 0 0,0 1-1 16,2 1 0-16,-2 0 1 0,2 0 0 16,0-1 0-16,-2 0 0 0,4 0 0 0,-3 0 0 15,1 2-2-15,-1-2 1 0,0 1-1 0,0-2 0 16,2 0 1-16,-1 0-1 0,0-3 1 0,0 2 1 15,0-2 0-15,-1-1 0 0,1 1 0 16,1-2 1-16,1 2 0 0,-3-4-1 0,1 0 0 16,2 2 0-16,-1-2 0 0,0-2-2 15,0 0 2-15,-1 0-1 0,2-1 0 0,0-1 0 16,-2 0 1-16,3-1 0 0,-1 2 0 0,-1-1 0 16,1 1-1-16,2-2 1 0,-1 1 0 15,-2 2 0-15,3-1-2 0,-1 1 3 0,2-2 0 16,1 2 0-16,-2 0-1 0,1 0 1 15,1-2 0-15,-2 3-1 0,2-3 0 0,0 0 0 16,0-1 1-16,-1 2-1 0,2-2 0 0,0-2 1 16,2 2-1-16,-5-1 1 0,4 0 0 15,-1-1 0-15,1 2 0 0,0-2-1 0,0 2 2 16,-1 0-1-16,2 0-1 0,-2 0 1 16,2 0-1-16,-2 0 0 0,1 0 0 0,1 0-1 15,-1 0 1-15,-1 0 0 0,1-1 0 0,1 1 0 16,-1 0 0-16,-2-1 1 0,3 1-1 0,-1-2 1 15,0 2-1-15,-1 0-1 0,0 0 0 16,2 2 1-16,-3-1 0 0,1 0 0 0,-1 1 0 16,2 1 0-16,0 0 0 0,-2 1 0 15,1 1 0-15,1-2 0 0,-2 2 0 0,3-1 0 16,-1 1 0-16,0-2 1 0,-1 0 0 16,1 0-1-16,1 0-1 0,-1-1 1 0,-1 0-1 15,1-2 1-15,1 2-1 0,-1-2 0 0,0 0 1 16,1 0-1-16,-3 0 1 0,3 0-1 15,1 0-1-15,-2 0 2 0,2 1-1 0,-1-1 0 16,-1 0 1-16,1 2 1 0,0-1 0 0,-1 0 0 16,3-1 1-16,-2 2-1 0,0 0 0 0,2 1 0 15,0-2-1-15,-2 1 0 0,2-1 1 16,-2-1 0-16,3 2 0 0,-2-2-1 0,2 1 1 16,-2-1 0-16,2 0 0 0,-1 2 0 15,1-2-1-15,-1 1 0 0,1-1 1 0,0 1 0 16,-2 1-1-16,2 0-1 0,1 0 1 0,-3 0 0 15,1 1 0-15,1 0 1 0,0-1-1 0,0-1 0 16,-3-1 0-16,3 0-1 0,-2 0 0 16,2-1 0-16,-3-1 1 0,4-1-1 15,-4 0 0-15,3-1 0 0,-1 0 1 0,1 0-2 16,1-2 2-16,-2 2 0 0,2-1 0 0,-1 2-1 16,1-1 1-16,-2 1 0 0,3 0-1 0,2 0-1 15,-4 1 1-15,4 1 0 0,-4 0 0 16,2 1 1-16,1 0 0 0,-2 0 2 0,3 0-1 15,-1 1 1-15,-1 0-1 0,3 1 1 16,-1 1 0-16,0-2-1 0,0 3 0 0,1-3 0 16,4 0 0-16,-5-1-1 0,2 2-1 0,2-2 1 15,1-2 0-15,-4 1-1 0,5 0 1 16,-2-1 0-16,0-1 0 0,2 2 1 0,-2-1-1 16,1 0 1-16,-1 1-1 0,2 1 0 0,-2 1 0 15,4 1 0-15,-3 0-1 0,1-1 1 16,1 2-1-16,0 0 0 0,1 0 0 0,-1 0 0 15,-1-1 0-15,1 3 0 0,1-2 2 0,-3 2 0 16,3-2 0-16,-1-2 0 0,2 0 1 16,0 1 0-16,0-2-2 0,0 0 1 0,0-2 0 15,-1 1 1-15,6 0-2 0,-5-2 0 0,1 1 0 16,-1-2 0-16,0 1 0 0,-1-1 0 16,1 2 0-16,-1 0 0 0,-1 1 0 0,1-1 0 15,-1 1 0-15,-1 0-1 0,1 1 0 16,-1 1 1-16,0 0-1 0,0 1 0 0,-3-1 0 15,1 2 1-15,0 0 0 0,-3 0-1 0,2 0 2 16,-2 0-1-16,0 0 1 0,2 0 1 16,-3 0-2-16,1-1 1 0,0 0 0 0,-1-2 0 15,-1 2 0-15,2-2-1 0,-3 0 1 0,3 0-1 16,-1-2 0-16,1 1 0 0,-1 1 1 16,1-1-1-16,0 1 0 0,-2 0 1 0,4 0-1 15,-2 0 0-15,-3 0 0 0,3 0 0 0,0 0 0 16,0 0 0-16,-1 0 0 0,1 0 0 15,2 0 0-15,-3 0 0 0,2 0-1 0,-1 1 1 16,0 0-1-16,-1-1 0 0,3 2 1 16,-1 0-1-16,-2-1 1 0,0 2 0 0,1-1-2 15,0-1 1-15,-1 2 1 0,-1 0 0 16,0-1 1-16,0 1 0 0,-2-2 1 0,2 2 0 16,0 1 1-16,0-2-2 0,-2 2 0 0,1-2 0 15,1 2 0-15,-2-2-1 0,2 1 1 0,-2 0-1 16,1-2 0-16,1 3 0 0,-2-1 0 15,2-2 2-15,1 1-2 0,0-1 1 0,-3 2-1 16,4-1 1-16,-2-1-1 0,2 0 1 0,-4 3-1 16,3-3-1-16,0 0 0 0,-1 1 1 15,-1 0-1-15,2-1 0 0,-2 0 0 0,1 1 1 16,1-2 0-16,0 2 0 0,-1-2 0 16,0 1-1-16,0-1 0 0,2 1 1 0,-2-1 0 15,-1 5-2-15,3-5 2 0,0 2 0 0,-2 2 0 16,2-1 2-16,0 1-2 0,-2 0 2 15,1 2 1-15,1-2-2 0,1 1 1 0,-2-1-1 16,3 1-1-16,0-2 0 0,-1 1 0 0,1-1 1 16,2-2-1-16,-1 3 1 0,0-4-1 15,2 1 0-15,-2-1 0 0,1-1 0 0,-1 1 1 16,2-2-1-16,-4 0 0 0,4 1 0 16,-2 1 0-16,-1 0-1 0,2-1 1 0,-3 1 0 15,2-2 0-15,-1 2 0 0,-1 2 0 0,2-2 0 16,-3 1-1-16,1 0 0 0,-2 3 0 15,1-3 0-15,0 2 0 0,1-1 0 0,-5 0 0 16,4 0 1-16,-4 0 0 0,3-1 1 0,-1 0 0 16,-1-1 1-16,2 2 1 0,-3-2-2 0,2 3 0 15,-2-3 0-15,2 0-1 0,-2 0 0 16,1 2 1-16,1-2-1 0,-2 4 1 0,3-2-1 16,-4 1 1-16,4 0 0 0,-4 0-1 15,2 0 1-15,0 0-1 0,-1 0 0 0,0-2 1 16,-1 2-1-16,1-1 0 0,-2 0 0 0,2 2 0 15,-2-3 0-15,1 1 1 0,-2-1-1 0,1 2 0 16,2-1 0-16,-2 1 0 0,-1-2 0 16,0 0 0-16,0 3 0 0,1-3-1 15,0 0 0-15,-2-1 0 0,2 2 1 0,-2-2-1 16,2 2 1-16,-2-2-1 0,-1 0 1 16,4 0-1-16,-1 0 0 0,-2 1 0 0,1-1 1 0,0 0-1 15,0 1 2-15,1-1-1 0,-2 2 0 0,2-2 0 16,-2 0 1-16,2 0 1 0,0 0-2 15,-1 0 2-15,1 0-1 0,1-2 0 16,1 1-1-16,-2 0 1 0,-1-3 0 0,1 3 0 16,1-4 0-16,0 3-1 0,0-3 1 0,-3 1 1 15,3-1-2-15,1 1 0 0,-1-1 0 0,-2 1 1 16,3 0-1-16,0-1 0 0,-2 2 0 16,-1 0 1-16,1 1-1 0,1-2 0 0,0 4 0 15,0-2 0-15,-3 2 0 0,3-5 0 16,-2 4 0-16,0 0 0 0,0-1 0 0,0-1 0 15,-2 0 0-15,3 1 0 0,-3 0-1 0,1-3 0 16,-1 1 1-16,-1-1 0 0,2 1 0 16,-2-2 0-16,0 1 0 0,-1-2 1 0,1 1-1 15,-2-2 0-15,1 2 0 0,1-1 0 16,-2-1 0-16,0 2 1 0,-2-1-1 0,3-1 0 16,-1-1-1-16,-2 2 1 0,1-3-1 0,-1-3 0 15,-2 0 0-15,2-1 0 0,1-4-2 16,-2 1 1-16,2-5-1 0,-2 1 2 0,2-1 0 15,-3-1 1-15,2-1 2 0,0 0 0 16,2 2 0-16,-4-2 0 0,0 0 0 0,3 0 1 16,0-1-2-16,-3 0 1 0,4-2-1 15,-4 2 0-15,5-2 1 0,-1 0-2 0,-1-2 0 0,2 2 0 16,-1 0 0-16,-1-1 0 0,4 1 0 16,-4-2 0-16,2 1 0 0,0-2 0 0,0-2-1 15,-1 1 0-15,1-1-1 0,-2 0 1 16,3-1 0-16,-2-1 0 0,-2 3 3 0,2-2 0 15,-1 2 1-15,-1-3-2 0,0 5 2 16,-1-2-2-16,0 1 0 0,0 2-1 0,-2-2 0 16,1 3 1-16,-1-2-1 0,1 2 1 0,-2 0-1 15,1 0 0-15,0 0 0 0,0 0-2 0,0-1 2 16,0 0-2-16,1 0 1 0,0-2-1 16,0 0 1-16,-1-4-1 0,3 4 0 0,0-2 2 15,-2-1 0-15,2 3 1 0,-1-1 0 16,0 1 1-16,1 2 0 0,-1-2-1 0,-1 4 0 15,2-4 0-15,-2 5 0 0,1 0-1 16,1 0 0-16,-2 0 0 0,1 3 1 0,2 0-1 16,-3 1-1-16,2-1 1 0,-1 2 0 0,2-1 0 15,0 1-1-15,0-1 1 0,3 1-1 0,-3 2 0 16,2 0 0-16,-1 1 0 0,-1 1 0 16,4-1 0-16,-2 2 1 0,0 0 0 0,1 1-1 15,0 0 0-15,2 2 0 0,-3-1 0 0,0 1-1 16,3 2 1-16,-1-1-1 0,1 2 0 15,-3 1 1-15,4-2-1 0,-1 1 1 16,-2 2-1-16,4-1 1 0,-1-1-1 0,-2 3 1 16,0 0 1-16,1 2 0 0,1-1 0 0,-1 2 0 15,-1 1 1-15,-1-2 0 0,4 2 0 16,-2 0-1-16,2 0 1 0,-2 0-1 0,4-1 1 16,-4 1-1-16,3-2-1 0,-1 2 2 0,0 0-1 15,0-1 1-15,1 0 1 0,-1 2-1 16,0-1 0-16,-1 2-1 0,0 0 1 0,-1 0 0 15,3 2-1-15,-4-1 1 0,3 2 0 16,-2 0 0-16,0-1 0 0,1 4 0 0,-3-4 0 0,1 5-1 16,-1-3 1-16,1 2-1 0,-2 2 1 15,2-2-1-15,-2 0 1 0,0 3 1 0,2-2 0 16,-4 2 0-16,4 1-2 0,-4 0 2 16,3 0 0-16,-2 1 1 0,1-1-1 0,-1 2 0 15,1 0 0-15,-1 0-1 0,-1 0 0 0,2 3 0 16,-1 0 0-16,-1 0 0 0,2 2 1 15,-1 0 1-15,-2 0-1 0,1 1-1 0,0 4 2 16,1-4-1-16,0 2-1 0,-1 0 0 16,0-1 0-16,0 1 0 0,1-1-2 0,-2 1 1 15,0 0 1-15,2-1-1 0,-1-2 0 16,-1 3 0-16,0-1 1 0,1 0 1 0,-1-2-1 16,-1 3-1-16,1-1 1 0,-1 0 0 0,1-2 0 15,-1 3-1-15,-1-1 2 0,1 0 0 0,0 0 1 16,0 1 1-16,-3 1-1 0,1-2 1 0,0 2 0 15,1-1-1-15,-1 2 0 0,0-1 0 16,-1 0 0-16,3-2 0 0,-2 3 0 0,2-3-1 16,0 1 0-16,-3-3-1 0,1 4 0 0,2-4 0 15,0 3 0-15,-2-3 2 0,2 0-2 16,-3 1 1-16,3 0-1 0,-1 1 1 0,0 0-1 16,1 0 0-16,-3 0 0 0,1 2 0 15,0 1-1-15,2-1 0 0,-2 0 0 0,2 1 0 16,-2-1 0-16,-1 0-1 0,6 1 1 15,-6-1-1-15,4-2 1 0,-1 0 0 0,-1-1 1 0,3 1 0 16,-1-4 0-16,1 1-1 0,-2-2 2 16,3-1-1-16,-2 0 1 0,-2-1-1 0,3-1 0 15,-1-1 0-15,-1 0 0 0,1 1-1 16,-1-3 2-16,1 4-1 0,-1-1 1 0,-1-3-1 16,2 3 1-16,-4-1-1 0,3 0 0 15,-1 1 0-15,1-2-2 0,0 1 1 0,0-2 0 16,-1 1 0-16,1-1 1 0,-3-1-1 0,4 0 1 15,-2 2 0-15,-1-6 0 0,2 4-1 16,-2-3 1-16,-2 1 0 0,3-1 0 0,-3 0-1 16,0 0 0-16,0-2 0 0,0 0 1 0,1 3-1 15,-3-3 0-15,3 2 0 0,-1 0 1 0,1-1 0 16,-1 3-1-16,0-1 1 0,1 1 0 16,0 0 0-16,0 1 0 0,1-1-1 0,-2 1 0 15,3 0 1-15,0 0 0 0,-1 0-1 16,0 1 0-16,1 1 1 0,2 0 0 0,-4 0-1 15,3-1 1-15,-1 3 0 0,1-4 0 0,0 2-1 16,0 0 1-16,1-2-1 0,-2 0 2 16,1 1-1-16,2 1 0 0,-3-3 0 0,1 2 0 15,1-2 1-15,-1 1-1 0,0-1 0 16,1-1-1-16,-3 1 1 0,4 0-1 0,-3-2 1 16,0 4 0-16,3-4 0 0,-5 3 0 0,4-2-1 15,-2 0 0-15,1 2 1 0,-1-1-1 16,2 2 0-16,0-2 2 0,-2-1-1 0,1 3 1 15,2 0 0-15,-1 0-1 0,0 1 0 16,1-1-1-16,1 1 0 0,1 1 0 0,-3-2 1 16,3 1-1-16,-2-1 0 0,1-1-1 0,1 0 1 15,-2 2 1-15,-1-1-1 0,2-3 0 16,1-1 1-16,-3 1 0 0,1 1 1 0,0-1-1 16,1-1 1-16,-2 0 1 0,1 1-1 0,-1-1-1 15,0 1 0-15,0 0 1 0,3 0-1 16,-3 1 1-16,0 0-1 0,0 0 2 0,1 0-1 15,-1 2-1-15,1-2 1 0,0 0 1 16,-1 0-1-16,-2 1 0 0,2-1-1 0,0 0 0 16,0 0-1-16,0-1 1 0,0-1-1 15,-1 0 0-15,1 1 1 0,-1-3 0 0,1 1 0 16,-1-2 1-16,0 1-1 0,1-1 0 0,-2 3 0 16,1-3 0-16,2 0 0 0,-4 1 0 0,1 1 0 15,0-2 0-15,4 3 1 0,-4-2-1 0,0 1 0 16,2 1 0-16,0 0 0 0,-2-1 0 15,2 1 0-15,-1-1 0 0,2 1-1 0,-3 0 1 16,2-2-1-16,1 0 0 0,0 0 0 16,0-1 0-16,-1 0 0 0,0 1 1 0,1-2 0 15,-2 0 0-15,1 2-1 0,0-2 1 16,0 1-1-16,0-1 0 0,0 0 0 0,0 1 0 16,-1-1 1-16,0 2-1 0,1 1 1 0,-2-3 0 15,2 0-1-15,-2 2 0 0,0-2 0 0,-1 3 1 16,3-3-1-16,0 1 1 0,-3 1-1 15,3-1 0-15,-3 1 0 0,1 0 0 0,1-2 0 16,0 1 0-16,-1-1 1 0,1 0-1 16,-1 1 1-16,0-1-1 0,1 0 0 0,-3 0 0 15,3 2 0-15,-1-2 0 0,0 2 0 0,1-1 0 16,-3 0 0-16,4 1 0 0,0 1 0 16,-2 0 1-16,2 0-1 0,0-1-1 0,0 2 1 15,0-1 0-15,0-2-1 0,-1 2 1 16,2-1 0-16,-1 1-1 0,0-2 0 0,0 0 1 15,1 3 0-15,-3-3 0 0,2 0 0 16,0 1 0-16,0 1 0 0,-2 0 0 0,2-1 0 0,-1 0 0 16,0 3 0-16,1-3 1 0,-1 2 0 15,-2-1 0-15,1 1-1 0,2 0 1 0,-4-1 1 16,1 0-1-16,0 0 0 0,-2 0-1 16,2 0 1-16,-2-2-1 0,2 0 0 0,-2 3 1 15,0-3 0-15,-1 1 0 0,1-1 0 0,-2-1-1 16,-1 2 1-16,2-1-1 0,0-1 0 15,-2 2 0-15,1-2 0 0,-1 0 2 0,0 0-1 16,2 0 1-16,-2 0 1 0,0 0 1 16,0 0 1-16,0 0-1 0,0 0 1 0,0 0 0 15,0 0 0-15,0 0 0 0,0 0-1 0,0 0 0 16,0 0-1-16,0 0-1 0,0 0 0 0,0 0-1 16,0 0-1-16,0 0 0 0,0 0 0 15,2 0 1-15,-2 0-1 0,0 0 0 0,0 0-1 16,0 0 1-16,0 0 0 0,0 0 0 15,0 0 0-15,0 0 0 0,0 0 0 0,0 1 0 16,0-1 0-16,0 0 0 0,0 0 0 0,0 0 1 16,0 0 0-16,0 0-1 0,0 0 0 15,0 2 0-15,0-2 0 0,0 1 0 0,0-1 0 16,0 1-1-16,-2 3 0 0,-1-2-4 16,-1 4-7-16,-2 2-13 0,0 1-20 0,-7 2-35 15,2 1-78-15,-5-2-98 0,0-1-180 0,-2 0-288 16,-3-3-344-16,-1-3-379 0,0-5-179 15,-3-4 208-15,-1-4 730 0</inkml:trace>
  <inkml:trace contextRef="#ctx0" brushRef="#br0" timeOffset="22181.99">29229 13206 127 0,'0'0'376'0,"0"0"190"0,-1 0 145 16,-2 0-133-16,3 0-159 0,-2 0-73 0,2 0-22 15,0 2-8-15,0-2-18 0,2 0-33 16,-2 0-19-16,3 0-37 0,-2 0-38 0,3 0-33 15,0-2-12-15,2 2-7 0,1 0-22 16,-1 2-12-16,1-1-15 0,2 2-15 0,0-1-7 16,1 2 1-16,1 0 6 0,2 2 12 0,-2 2 17 15,3-1 18-15,-3 2 12 0,0 0 4 0,2 2-6 16,0-2-16-16,-3 1-20 0,2-3-18 16,-4 1-24-16,2-2-9 0,-2-2 22 0,0 1 18 15,-1-2 8-15,-1 0 9 0,3 0 5 16,-4-1-5-16,2-1-24 0,-3-1-19 0,1 1-9 15,1 1-8-15,-1-2-5 0,1 3-2 16,-1-3-2-16,3 0-3 0,0 0 1 0,-2 2 0 16,2-2-1-16,0 0-3 0,1-2 2 0,0 2 0 15,-1 0 0-15,1 0 1 0,-1-5 0 16,0 4 3-16,0 0 0 0,-1-3-2 0,0 2 1 16,-2-2-2-16,1 2 1 0,0-2-2 0,0 3-2 15,1-2 0-15,-2 0-2 0,-1-1 1 16,1 1 0-16,2-1 0 0,-1 0 0 0,-2 0 2 15,3-2 0-15,-2 0 1 0,0 1-1 16,2 1-1-16,-1 1-2 0,-1-2-1 0,2 2 0 16,-2 2 2-16,1-1 2 0,1 2 2 0,2-2 0 15,-3 2 2-15,0 2 0 0,3-2-4 16,1 0-3-16,0 2 0 0,-1-2-1 0,1 0-1 16,1 0-1-16,0-2 0 0,0 0 0 0,0 0 0 15,1-2 0-15,0 2-1 0,2-3 1 16,-5-1-1-16,3 2 1 0,1-1-1 0,-1 1-1 15,-3-1 1-15,0 1 0 0,1 1-1 0,-2 0 0 16,0 1 0-16,-2 1 0 0,-1 0 0 16,0 2 0-16,-2 0 1 0,-1 1 0 0,1 2-1 15,-3 1 1-15,0 1-1 0,0 0 0 16,0 1-1-16,-2 0 0 0,1 3-3 0,-3-2-7 16,3 2-12-16,-4-1-30 0,0 0-66 0,-1 0-68 15,-2 0-113-15,0 0-186 0,-2-1-307 16,0 2-313-16,0-1-239 0,-1-2-138 0,-1 1 319 15,-3 0 623-15</inkml:trace>
  <inkml:trace contextRef="#ctx0" brushRef="#br0" timeOffset="23096.47">28338 14337 24 0,'0'-6'500'16,"1"2"468"-16,-2 1 253 0,1 2-55 0,-4 0-360 15,3 1-314-15,-1 1-174 0,-1 3-73 16,0 4-29-16,0 3-16 0,-3 1-18 0,2 2-15 16,0 3-26-16,-1 3-46 0,2 1-38 15,-1 0-23-15,1 2-10 0,2 2-11 0,-1 2-1 16,0-1-1-16,2 1-3 0,-2-1-2 0,2 3-4 15,0-2 0-15,-2 1-10 0,0-1-61 16,-1 2-72-16,-2-2-163 0,1 1-285 0,-5 1-303 16,-3 0-342-16,-2 1-217 0,-5 4 93 15,-5 2 637-15</inkml:trace>
  <inkml:trace contextRef="#ctx0" brushRef="#br0" timeOffset="23912.99">27161 16981 195 0,'-1'9'552'0,"-1"2"337"0,0-4 162 0,1-1-164 16,1-2-262-16,-2 0-137 0,2-3-105 0,0-1-73 16,0 0-29-16,0-3-30 0,2-1-37 0,-1-4-24 15,3-4-18-15,-1-4-16 0,2-4-30 16,3-4-17-16,1-3-9 0,-1-1-26 0,2-5-23 15,0-2-18-15,1-1-2 0,1 2-9 0,-2-1-6 16,2 1 4-16,-3 2 2 0,0 3 6 0,-2 4-5 16,-1 3 0-16,-1 4 3 0,0 1 2 0,-1 5 2 15,-2 3-4-15,0 3-5 0,1-1-3 0,-3 3-6 16,1 2-5-16,3 0-4 0,-4 4-1 16,4 4-1-16,0 3 0 0,0 4-1 0,4 2-1 15,-2 6 0-15,1 0 8 0,1 5 3 0,-2 1 1 16,3 0 1-16,-1 3 2 0,1 1 1 0,-5 1-5 15,4-1-10-15,-2 4-3 0,-1-2-2 0,-2 0-3 16,2 1-1-16,-3-1-2 0,-1 2 7 16,1-4 0-16,1-1 2 0,-3-1 2 0,-3-1-1 15,3-4 1-15,-2-1 0 0,1-3 0 0,1-3-1 16,-2 0-1-16,1-6-1 0,-1-1-3 16,0-2-10-16,1-2-23 0,-3-1-64 0,1-4-67 15,-2-1-113-15,1-2-175 0,-5-6-284 0,2-1-319 16,1-3-241-16,-1-1-153 0,0-5 284 0,2 1 570 15</inkml:trace>
  <inkml:trace contextRef="#ctx0" brushRef="#br0" timeOffset="24279.91">27560 16683 44 0,'11'-12'516'0,"1"0"395"0,-2 1 185 0,0 0-37 15,-1 3-311-15,-1-1-270 0,0 1-128 0,1 1-34 16,4 0-27-16,-4 1-34 0,4-2-53 16,0 3-3-16,-2-1-34 0,3 1-40 0,-1 3-22 15,-1 0-9-15,-1 2 3 0,1 2-29 0,0 3-9 16,-3 0-5-16,0 6-5 0,0 0 4 0,-5 3-9 16,1 4 0-16,-2 1-1 0,-3 5-2 0,0-1 0 15,-3 3-6-15,0 2-8 0,-2 1-11 16,-1 2-8-16,0 2-8 0,-1 3-3 0,-1-2-2 15,2 1 2-15,-1 1 3 0,2 0 0 0,0-1 0 16,2-1-1-16,-1 0 0 0,3-5 0 16,1 0-2-16,1-1 0 0,3-2 1 0,-1-2-1 0,2-3-1 15,1-2 0-15,3-2-5 0,-1-4-13 0,4-2-24 16,1-3-66-16,0-6-71 0,3-2-112 16,-2-4-174-16,3-5-266 0,0-5-324 0,1-1-233 15,2-3-149-15,2-5 265 0,0 1 558 0</inkml:trace>
  <inkml:trace contextRef="#ctx0" brushRef="#br0" timeOffset="24546.13">28126 17101 155 0,'11'3'477'0,"-5"2"278"16,0 3 210-16,-1 0-82 0,-1 4-157 0,0 0-146 15,1 1-62-15,-2 1-35 0,0 2-71 0,0-3-89 16,-1 0-60-16,1-1-50 0,-1 0-65 16,-1-3-56-16,3-1-33 0,-1-5-13 0,0 0-12 15,3-6-6-15,-1-3-3 0,3-5 0 0,-2-5-2 16,3-5-2-16,3-6-1 0,-3 0-2 0,2-4-3 15,-1-1-2-15,-2-1 0 0,0-2-7 16,-2 4-5-16,-3-1-1 0,-3 1 8 0,-2 1 6 16,-3 3 3-16,-4 1 4 0,0 3 2 0,-3 1 3 15,-3 4-8-15,-4 5-4 0,1 4-6 0,-2 4-3 16,1 7-5-16,-3 3-2 0,0 8 0 0,0 2-8 16,4 3-10-16,-1 4-44 0,5 1-66 15,0-1-79-15,4 0-147 0,5-2-228 0,4-1-319 16,2-2-294-16,3-2-208 0,4-1 8 0,1-2 512 15</inkml:trace>
  <inkml:trace contextRef="#ctx0" brushRef="#br0" timeOffset="24947">28764 16458 218 0,'-3'-2'860'16,"-3"4"418"-16,-2 2 7 0,-1 2-117 16,1 3-398-16,-2 1-280 0,-2 2-141 0,4 2-77 15,-5-2-45-15,5 0-67 0,2-1-61 0,-1-3-41 16,3 0-26-16,0-4-15 0,2 1-10 0,-2-2-4 16,4-3-2-16,0-2-1 0,2-1 0 0,2-4 0 15,0-2 0-15,0 0 1 0,1-1-1 0,-2 1-3 16,2 1-2-16,-3 2-15 0,-1-1-43 15,-1 5-65-15,0-1-78 0,-1 6-166 0,-1 2-289 16,-1 4-310-16,0 3-286 0,0 3-191 0,-2 2 126 16,2 2 625-16</inkml:trace>
  <inkml:trace contextRef="#ctx0" brushRef="#br0" timeOffset="28249.34">7676 13502 223 0,'2'0'507'15,"-1"0"209"-15,-1 6 163 0,0 0-123 16,2 2-163-16,-1 6-109 0,2 1-60 0,0 3-43 15,0 4-68-15,1 3-86 0,-1 3-67 0,2 0-40 16,-2 3-29-16,0 3-18 0,2 0-14 0,-1 3-10 16,-1-2-14-16,2 1-15 0,-1 0-12 15,0 1-32-15,-2-2-89 0,1 1-201 0,-3-3-284 16,0 0-277-16,0-1-294 0,-5-2-185 16,2 0 245-16,-2 0 602 0</inkml:trace>
  <inkml:trace contextRef="#ctx0" brushRef="#br0" timeOffset="29498.88">7261 15583 21 0,'0'-3'451'0,"0"0"417"16,-1 2 261-16,-1-2 5 0,2 1-343 0,-1-1-277 15,-1 0-170-15,-1 0-101 0,3-1-62 16,0 1-39-16,3-2-38 0,0 3 28 0,4-5 4 16,1 3-15-16,1 0-9 0,4-2 30 15,0 2 11-15,4-1-36 0,0 3-25 0,2-2-2 16,1 3-7-16,0 0-30 0,3 1-16 0,-2 2-1 16,-2 2 4-16,1 1 2 0,-1 1 0 15,-3 2 7-15,0 1 6 0,-5 5-4 0,0 1 1 16,-2 1-7-16,-2 4-4 0,-4 2-8 0,-3 3-6 15,-3 3-4-15,-2 3-1 0,-1 1 1 16,-5 1 0-16,1-1-2 0,-2 4 0 0,1-5-3 16,-1 0-4-16,0-1-5 0,2-4-2 0,2-4-1 15,-1-2-3-15,1-4 0 0,3-3-2 0,1-2-2 16,0-3-1-16,1 1-1 0,0-5-1 0,0 1-1 16,3-2-1-16,0-1 0 0,3-1 1 15,-1-2 0-15,2-1 1 0,1-1 2 0,0-2-3 16,1-2-8-16,4-1-10 0,-2 0-11 0,0-2-15 15,1 0-24-15,0-1-35 0,1-2-55 16,1-1-48-16,2 0-45 0,0 0-52 0,-1-3-50 16,2 1-18-16,0 1 45 0,1 0 48 15,0-1 41-15,-2 5 53 0,0 2 69 0,1 3 49 16,-1 1 25-16,2 5 13 0,-3 5 7 0,2 2 6 16,-1 2 30-16,1 3 46 0,2 4 49 15,-2 2 43-15,3-1 30 0,0 1 12 0,1 2-18 16,-1 0-22-16,1-1-31 0,-1-1-32 0,1-1-22 15,0-3-18-15,1-1-12 0,-3-6-17 0,3-1 21 16,-3-5 32-16,1-2 33 0,-1-5 37 16,0-5 18-16,-3-4 9 0,1-6-20 0,-5-3-13 15,1-1-24-15,-1-7-27 0,-1 1-8 0,-5-3-4 16,-1 5-6-16,-2-2-6 0,-2 0 0 16,-2 4-1-16,-4 1-6 0,-5 3-4 0,-3 3-4 15,-3 1-9-15,-4 4-8 0,0 3-9 0,-4 1-9 16,1 6-7-16,-3 4-4 0,1 4-5 15,1 5-3-15,2 4 4 0,2 2 1 0,1 6 0 16,2 1-2-16,5 3 6 0,3 0 0 0,4 1-11 16,5-1-26-16,3 1-69 0,3-4-75 15,4-3-152-15,2-1-287 0,2-4-319 0,2-4-366 16,2-1-230-16,0-7 25 0,4-1 641 16</inkml:trace>
  <inkml:trace contextRef="#ctx0" brushRef="#br0" timeOffset="29781.76">8206 15406 518 0,'2'-6'1474'0,"-2"2"251"0,0 2-282 0,-2-1-327 16,-2 3-472-16,3-1-285 0,-1-1-142 0,-1 2-70 16,3 0-44-16,0 0-34 0,-2 0-26 15,2 0-19-15,0 0-12 0,0 0-7 0,0 0-6 16,0 0-3-16,2 0-6 0,1 2-23 0,-1-2-70 16,1 0-119-16,1 0-247 0,0 1-295 15,-3 2-387-15,-1 3-474 0,-3 2-204 0,-3 0 553 16,-2 3 875-16</inkml:trace>
  <inkml:trace contextRef="#ctx0" brushRef="#br1" timeOffset="38314.01">13726 799 59 0,'4'-3'469'0,"-1"3"400"15,-1 0 258-15,-2 0-47 0,1-1-288 0,-1 0-217 16,0-1-96-16,2 2-62 0,-2 3-60 0,1-2-52 15,-1 2-40-15,0-3-51 0,2 2-64 0,-2-1-53 16,2 0-24-16,-1 3-15 0,-1 2-8 0,3 4 0 16,-1 3 0-16,2 4 0 0,1 4-2 0,-2 5-1 15,4 4-4-15,-1 4-1 0,3 5-3 16,-1 4-5-16,2 3-4 0,0 0 0 0,2 2-4 16,1-2-6-16,2-2-4 0,0-1-5 0,2-6-1 15,-1-3-5-15,5-4-3 0,-3-6 0 0,2-4 1 16,2-6 0-16,1-6 2 0,-2-6 0 0,3-5 1 15,-1-8 1-15,-1-6-4 0,-1-8-2 16,1-4-2-16,-2-5 0 0,-2-7 0 0,-1 1 1 0,-2-3 7 16,-3-1 4-16,-1 1 1 0,-4 2 2 0,-4-1 3 15,-1 3 0-15,-4 2-3 0,-1 2-2 0,-4 3-1 16,1 2-3-16,-2 5-3 0,-1 3-4 16,-1 4 0-16,2 2-2 0,-1 5-1 0,1 3 0 15,0 5-3-15,1 2-2 0,0 4-7 0,2 3-16 16,0 3-18-16,2 2-30 0,3 1-74 0,0 6-98 15,0-5-171-15,3 0-280 0,-1 2-333 0,3 0-387 16,1-1-217-16,0-1 177 0,4-1 725 0</inkml:trace>
  <inkml:trace contextRef="#ctx0" brushRef="#br1" timeOffset="39015.26">14446 896 37 0,'0'-2'541'15,"-2"0"484"-15,2-1 229 0,-3 0-67 0,2 2-323 16,1-1-243-16,0 1-170 0,0 2-106 0,0-1-66 16,0 2-52-16,0-2-62 0,0 0-65 0,1 1-41 15,2-1-12-15,2 3-4 0,3 0 3 0,3 5 3 16,0 0 7-16,5 5 4 0,-2 5-8 0,5 1-4 15,-3 6-7-15,5 5-2 0,-1 2-6 0,-1 5-6 16,0 2-2-16,0 3-4 0,-2 1-3 16,2-3-3-16,-1 0-4 0,-1-3-1 0,-2-4-7 15,0-6-1-15,-2-3-2 0,3-6 0 0,-7-4 2 16,2-1 6-16,-1-6 8 0,-2-3 8 0,0-4 8 16,-2-6 3-16,3-5 1 0,-2-4 0 0,-1-6-5 15,1-3-5-15,-3-4-2 0,2-2-2 0,-3-2-1 16,1-1-4-16,-3-2-3 0,1-1-3 0,0 1-3 15,-2-3-4-15,1 2-2 0,-1 3-2 0,0 3 1 16,0 4-2-16,-1 1-1 0,1 5 1 0,0 4 0 16,-2 4-2-16,2 3 0 0,-2 1-1 0,2 2-2 15,0 3-7-15,0 0-11 0,2 5-21 0,0 0-30 16,-1 4-72-16,2 0-104 0,1-1-182 0,-3 1-289 16,2 0-339-16,3-1-398 0,-1-2-208 0,2-2 223 15,-1-1 762-15</inkml:trace>
  <inkml:trace contextRef="#ctx0" brushRef="#br1" timeOffset="40225.98">15289 900 326 0,'4'-4'880'0,"-1"2"361"16,-3-1 18-16,2 0-226 0,0 1-289 0,-1 4-240 15,-1-1-139-15,0 4-80 0,2 1-49 0,0 5-62 16,-1 3-51-16,-1 6-33 0,0 5-23 0,2 4-8 16,-2 5-12-16,1 4-10 0,-1 4-8 0,0 3-6 15,2 1-5-15,-2 1-3 0,3-2-2 16,0-3-1-16,3-3-1 0,-1-5-1 0,2-1-2 15,2-8-5-15,0-5-3 0,3-3-2 0,-1-4-2 16,1-8 1-16,1-5 0 0,1-5 3 0,-1-7 0 16,1-4 1-16,2-5 0 0,-2-3 2 0,4-3 0 15,-4 2 0-15,3-3-2 0,-4 4-1 0,4 3 0 16,-2 0-1-16,0 7-2 0,-2 1-1 16,1 4 0-16,1 5 1 0,-2 4 2 0,0 4 0 0,1 3 1 15,-2 5 0-15,-1 4 1 0,-1 2 0 0,2 1-1 16,-1 2 0-16,1 0 0 0,-2 0-1 0,1-1 1 15,0-1 0-15,0-2 0 0,2-2 0 16,-1-3-1-16,-2-2 1 0,2-2-1 0,-4-6 2 16,2-2 2-16,1-2 2 0,-3-4 1 0,-2-5 1 15,2-3 2-15,0-5 6 0,-3-2 2 0,0-3 2 16,-4-3-1-16,2-1 1 0,-1-3 3 0,-2-2-3 16,-2-2-5-16,-1-3-1 0,-2-2 4 0,0-2-1 15,-2-1-4-15,-1-3-2 0,0 0-2 0,0-1 1 16,0 2-7-16,2 6-2 0,1 3-1 15,2 6-2-15,0 6-3 0,1 3-3 0,2 8-13 16,3 4-29-16,0 4-80 0,2 8-138 0,0 6-257 16,0 6-310-16,2 2-385 0,0 1-434 0,3-2-88 15,0 4 670-15</inkml:trace>
  <inkml:trace contextRef="#ctx0" brushRef="#br1" timeOffset="40775.85">16748 644 417 0,'-2'5'1016'0,"-2"3"313"0,-4 1 16 16,3 0-205-16,-1 4-451 0,1 6-228 0,-1 0-120 15,-2 6-78-15,2 6-74 0,-1 4-60 0,2 5-32 16,-3 5-24-16,1 8-17 0,0 6-1 0,-1 7-10 16,2 3-9-16,-2 3-9 0,4 1-6 0,-1-3-5 15,3-1-9-15,2-2-2 0,7-7-4 0,-1-7-10 16,8-8-25-16,0-4-82 0,5-9-123 16,0-6-254-16,0-9-300 0,5-5-381 15,-1-4-445-15,3-7-123 0,-1-5 568 0</inkml:trace>
  <inkml:trace contextRef="#ctx0" brushRef="#br1" timeOffset="41276.11">17189 1611 419 0,'5'10'991'0,"-2"-1"284"15,-3-6-64-15,0-4-258 0,0-4-321 16,0-7-192-16,0-3-96 0,0-8-49 0,0-2-38 16,0-6-45-16,2-7-65 0,2-6-58 0,-1-1-35 15,1-8-24-15,1-2-7 0,-1-6-1 0,3 1 2 16,0 0 1-16,1 0 5 0,0 3 5 0,0 5-3 16,2 8-2-16,-4 9-5 15,-1 3-3-15,-2 9-8 0,0 5-5 0,2 8-5 0,3 7-2 16,0 10-1-16,0 9 2 0,1 7 1 0,5 4-1 15,-2 6 0-15,1 4-3 0,4 6-3 16,-2 2-3-16,1 3-1 0,1 3 4 0,1 1 6 0,1 1 1 16,0-2 0-16,-5 0 1 0,3-3 1 0,-1-3-5 15,1-7-3-15,-2 0-12 0,-1-8-25 0,-3-4-73 16,0-6-72-16,-5-4-131 0,-1-8-202 16,-5-3-311-16,-3-5-335 0,-3-3-228 0,-2-5-104 15,-3-3 419-15,-5-4 593 0</inkml:trace>
  <inkml:trace contextRef="#ctx0" brushRef="#br1" timeOffset="41443.03">17219 1257 92 0,'0'0'386'0,"0"0"207"0,4 1 144 16,0 2-101-16,4 3-245 0,2-2-177 0,-1 4-70 16,5-1-34-16,2 1 20 0,1-3 23 0,3 3 3 15,2-4 2-15,1-1-22 0,4-2-14 0,0 1-42 16,1-4-49-16,2 1-28 0,-1-2-70 0,0 0-124 15,-1 0-235-15,1 0-251 0,-4 1-159 0,-2 2-50 16,-1 0 171-16,-2 0 305 0</inkml:trace>
  <inkml:trace contextRef="#ctx0" brushRef="#br1" timeOffset="41909.9">17852 1013 104 0,'0'4'717'0,"-2"0"482"0,0 3 105 16,2 3-87-16,0 3-326 0,4 5-337 0,-3 2-163 16,4 2-84-16,-2 4-52 0,2 2-62 0,3 3-63 15,0 3-35-15,0 2-25 0,1 1-19 0,-1 2-12 16,3 2-9-16,-1 2-6 0,-1 0-8 0,2-1-6 16,-1-4-3-16,-1-4-1 0,0-2-4 0,0-6-2 15,-5-7-3-15,3-4 3 0,-4-4 0 16,1-5 0-16,-1-6 0 0,-3-8 0 0,-3-5 0 15,2-6-2-15,-4-6 1 0,1-3 1 16,-3-7 1-16,-1-4-4 0,-3-3-3 0,2-4 0 16,-3-3-2-16,-1-4-3 0,1-1-3 0,1-3 6 0,0 0 0 15,3 1 8-15,7 3 5 0,-3 4 0 0,8 4 3 16,-3 5-1-16,6 7 2 0,-1 5-11 16,5 2-1-16,0 6 0 0,3 2 0 0,0 5 0 15,4 2 1-15,-1 5 6 0,2 1-4 16,0 5-1-16,2 7 1 0,-1 0 0 0,-1 7 0 15,0-1 1-15,-3 3 2 0,0 5 0 0,-2 0 0 16,-3 1 1-16,-3 4-1 0,-1-1 2 0,-6 3 0 16,-1 2 0-16,-1 0 1 0,-6 2-2 0,-1 1 1 15,-4-2-1-15,-1-1 0 0,-3-2-1 0,0 0-1 16,-1-2-1-16,-1-5-2 0,-2 1-3 0,2-6-15 16,0 0-37-16,-3-4-76 0,3-4-102 0,1-2-190 15,3-3-298-15,-2 0-342 0,7-3-344 16,2 0-165-16,1 0 272 0,6 0 705 0</inkml:trace>
  <inkml:trace contextRef="#ctx0" brushRef="#br1" timeOffset="42257.2">18299 1680 117 0,'11'-9'755'0,"0"0"558"0,-3-7 193 16,-1-2-169-16,2-5-417 0,-1-6-349 0,-2-3-178 15,2-4-116-15,0-3-93 0,-2-3-65 0,1-3-47 16,-1-2-31-16,3-1-21 0,-1-1-8 0,0 0-5 16,0 4-3-16,2-1 3 0,-2 6 0 0,-2 6 2 15,0 6-5-15,-1 3-2 0,1 9-2 0,-1 3 1 16,-2 4 1-16,2 6-6 0,0 5-2 0,-2 5-1 16,3 3 1-16,-3 5-2 0,2 7 0 0,-2 1 6 15,2 6 2-15,2 2 0 0,-3 5 5 16,4 3 3-16,-2 3 1 0,-1 4-1 0,2 1-1 15,-3 1 2-15,2 0-7 0,-1-2-2 0,2 2-1 16,-3-6-1-16,3-5-11 0,0-3-28 0,-2-5-64 16,0-4-73-16,-2-5-129 0,0-5-213 0,1-3-309 15,-3-5-336-15,-1-3-252 0,0-4-105 0,-1-5 431 16,-3-2 630-16</inkml:trace>
  <inkml:trace contextRef="#ctx0" brushRef="#br1" timeOffset="42409.27">18399 1327 272 0,'-6'3'1055'0,"-2"6"503"0,1 3-101 16,2 1-280-16,-1 5-478 0,3-4-277 0,3 1-175 15,2-1-100-15,4 0-50 0,-2-1-31 0,5-1-24 16,3-2-17-16,6 1-11 0,0-4-6 0,3-1-2 16,6-2-3-16,3-2-31 0,3-2-76 0,2-2-96 15,2 0-169-15,3-3-293 0,-2-1-336 16,2 2-345-16,2-4-175 0,-2 2 213 0,-2 0 651 15</inkml:trace>
  <inkml:trace contextRef="#ctx0" brushRef="#br1" timeOffset="43074.3">18996 1144 64 0,'0'-18'595'0,"-1"3"467"15,-3 0 191-15,-5 3-63 0,5 3-269 16,-4 3-302-16,1 0-160 0,-2 6-115 0,1 1-71 15,-2 4-59-15,2-3-86 0,-2 5-50 0,1 4-34 16,3 1-12-16,0 3-6 0,0 5 1 0,4 2 1 16,1 5 1-16,1 2 8 0,1 6 7 0,2 4 2 15,3 1-7-15,1 3-2 0,-3-3-7 0,3-1-10 16,-1-1-9-16,3-5-4 0,0-2-3 16,-1-6-2-16,1-2-2 0,-1-6-2 0,0-2 1 15,-2-5-2-15,-1-4 1 0,2-3 1 0,-2-4 1 16,-1-4 1-16,-1-5-1 0,0-4 1 0,0-4 0 15,-1-2-1-15,-1-2-2 0,-1-1 2 0,0-4 1 16,0-2 1-16,-3-4 1 0,2-2 1 0,-3-1-1 16,1-6-1-16,-2 0 0 0,2-4-3 0,1-1 0 15,2 3-3-15,0-2-1 0,4 4-1 0,2 3-1 16,2 5 1-16,3 2 0 0,0 8-1 0,2 3 3 16,3 3 2-16,-2 5 1 0,3 3 1 0,-1 5 2 15,3 3 0-15,1 2 1 0,-2 5-4 16,3 2-3-16,-5 4-3 0,2 2 1 0,-5 4-2 0,1 3 0 15,-2 2 6-15,-3 6 4 0,-5-1 0 0,-4 6 2 16,-1 5 12-16,-4 1 5 0,-2 4 2 16,-5 4 0-16,-2 1 2 0,1 0-1 0,-1-1-10 0,-2-1-5 15,3-3-1-15,1-4-2 0,3-4-2 16,2-4-2-16,2-6-1 0,-1 0-3 0,6-6-1 16,0-4-1-16,5-1 1 0,-1-7-2 0,5-1-15 15,0-4-26-15,5-2-75 0,-1-2-85 0,3-7-167 16,0 3-288-16,-1-3-327 0,5 2-379 15,-2 1-208-15,4 0 108 0,1 1 697 0</inkml:trace>
  <inkml:trace contextRef="#ctx0" brushRef="#br1" timeOffset="43342.92">19646 1739 39 0,'0'0'634'0,"0"-1"634"15,-1-4 257-15,-3-3-150 0,1-6-386 16,-3-3-390-16,3-6-204 0,0-4-137 0,0-6-86 15,-1-7-63-15,1-3-46 0,2-3-27 0,1-7-19 16,1-2-12-16,4-2-9 0,1 0-5 0,4 3 9 16,-1 3 4-16,1 4 1 0,1 8 1 0,-2 2 0 15,-1 7 1-15,0 5-6 0,3 8-1 0,-4 3-1 16,1 7 0-16,-2 6 1 0,1 5 3 0,-2 3 0 16,2 5-1-16,-2 6 2 0,-1 3-1 15,2 5 0-15,-1 4-2 0,2 3-1 0,-3 3-1 0,1 4-2 16,-2 6-1-16,1 0-1 0,-2 5 1 0,2 3 0 15,-4-2-2-15,1 3-17 0,-1-5-47 16,0-2-70-16,3-4-81 0,-3-5-145 0,2-3-231 16,0-6-314-16,-1-7-273 0,-1-1-201 0,0-9 14 15,0-2 491-15</inkml:trace>
  <inkml:trace contextRef="#ctx0" brushRef="#br1" timeOffset="43527.84">19607 1458 19 0,'-8'3'600'0,"2"3"581"16,1 1 219-16,2 4-119 0,-1 2-289 0,6 1-399 16,0-1-200-16,2 1-120 0,4-1-72 0,3-4-52 15,4 1-59-15,3-4-36 0,3-1-24 0,5-1-14 16,0-3-7-16,4-1-5 0,2-1-22 16,0-3-74-16,-1-1-93 0,1 1-174 0,0-2-284 15,-1 0-328-15,1-2-373 0,-1-1-193 0,3-2 192 16,-3-3 675-16</inkml:trace>
  <inkml:trace contextRef="#ctx0" brushRef="#br1" timeOffset="43725.35">20377 874 438 0,'-4'-7'1260'0,"0"4"381"16,-1 3-193-16,4 5-347 0,-4 3-444 0,2 3-237 15,-2 3-172-15,2 3-88 0,-1 4-45 16,0 3-35-16,1 6-23 0,1 4-21 0,1 4-13 15,1 4-10-15,1 3-6 0,-1 2-6 0,3 2-4 16,3 1-15-16,-2-4-41 0,-3-1-84 0,4-3-157 16,-3-5-266-16,2-6-316 0,0-4-394 0,-1-5-381 15,0-7 5-15,-3-3 735 0</inkml:trace>
  <inkml:trace contextRef="#ctx0" brushRef="#br1" timeOffset="43909.91">20198 849 385 0,'-2'-5'1344'0,"-2"-1"372"0,2 5-256 0,-1 0-351 15,3-3-467-15,0 4-313 0,0-1-164 0,5 1-76 16,-1-2-36-16,3 4-19 0,1-1-9 0,4 0-5 16,3 4-10-16,2 1-16 0,1 0-77 0,-1 2-105 15,-1 3-218-15,1 2-281 0,-6 1-340 16,3 7-415-16,-4 0-198 0,-1 2 326 0,2 4 788 15</inkml:trace>
  <inkml:trace contextRef="#ctx0" brushRef="#br1" timeOffset="44094.27">20731 1669 582 0,'-8'9'1663'16,"-2"1"156"-16,0-3-391 0,-2-1-382 0,3-4-457 15,-2 0-325-15,3-4-142 0,3 1-74 0,0-5-71 16,4-1-99-16,2-4-161 0,2-3-271 0,1 2-313 16,2-4-389-16,2 1-384 0,3 1 0 15,-1-4 705-15</inkml:trace>
  <inkml:trace contextRef="#ctx0" brushRef="#br1" timeOffset="44608.49">20924 414 188 0,'6'-6'550'16,"-1"1"340"-16,3 7 257 0,3 2-106 15,6 6-246-15,5 2-177 0,7 8-78 16,2 3-99-16,4 5-96 0,3 6-53 0,3 4-69 16,5 2-43-16,-1 6-41 0,-2 2-28 0,0 1-27 15,-3 5-27-15,-1 2-17 0,-4 2-16 0,-3 4-11 16,-5 1-6-16,-3 1-4 0,-2 4-3 0,-4 1 1 15,-1-1 0-15,-5 1 0 0,-3 0-1 0,-2-2 0 16,-4-2-3-16,-3 2-14 0,-3-4-22 16,-4-4-47-16,-5 1-78 0,-6-4-121 0,-2-4-211 15,-2 1-296-15,-4-6-343 0,-4 2-324 0,0-5-112 16,0-2 411-16,-1-4 680 0</inkml:trace>
  <inkml:trace contextRef="#ctx0" brushRef="#br1" timeOffset="52425.26">9529 9826 136 0,'0'0'308'16,"2"2"149"-16,-2-2 27 0,2 1-56 16,-2-1-60-16,2 2-38 0,-2-2-25 0,0 0-11 15,2 0-4-15,-2 0 1 0,0 0-7 0,0 0-8 16,1 0-15-16,-1 0-21 0,0 0-25 16,0 0-30-16,0 0-30 0,0 0-28 0,0 0-30 15,2 0-18-15,-2 0-16 0,0 0-10 16,0 0-8-16,0 0-6 0,0 0 7 0,0 0-1 15,0 0 5-15,0 0 7 0,1 0 2 0,-1 0-1 16,0 0-4-16,0 0-13 0,0 0-7 16,2 0-16-16,-2 0-3 0,0 0-3 0,0 0-9 15,2 0 2-15,-1 0-3 0,-1 0 2 0,0 0-1 16,0 0-3-16,0 0 0 0,2 0-5 16,-2 0 1-16,1 0-3 0,-1 0 0 0,0 0 0 15,2 0 1-15,0 0 5 0,-1 0 2 0,1 1 4 16,-1-1-4-16,1 0 3 0,1 0 1 15,-3 0-5-15,3 0 2 0,0 1 0 0,-3-1 5 16,3 0-6-16,-3 0-1 0,2 0 2 16,0 0 21-16,-1 0 23 0,1 0 19 0,-1 0 8 15,-1 0 5-15,0 0-1 0,2 0-20 0,-2 0-21 16,0 0-16-16,2 0-3 0,-2 0-5 16,1 0 15-16,-1 0 14 0,0 0 5 0,0 0 1 15,0 0-3-15,2 0 1 0,-2 0-18 16,0 0-13-16,1 0-6 0,-1 0-5 0,2 0-2 15,-2 0 1-15,0 0-1 0,2 0 2 0,-1 0 1 16,-1 0-2-16,3 0-1 0,-3 0 1 16,2 0 0-16,-1 0-1 0,1-1-2 0,-2 1 4 15,1 0-2-15,-1 0-1 0,0 0 2 0,2 0-1 16,-2 0 3-16,0 0-2 0,2 0 1 16,-2 0-1-16,1 0 0 0,-1 0 1 0,0 0 7 15,2 0 7-15,-1 0 5 0,-1 0 1 0,2 0-1 16,0 0 2-16,-1 0-10 0,1 0-6 15,0 0-4-15,-1 0 0 0,2 0-2 0,0 0-2 16,0 0 1-16,0 0 0 0,1 0-2 0,-1 0 2 16,0 1-3-16,2-1 2 0,-2 0 0 15,0 0 1-15,3 2-1 0,-3-2 0 0,1 0 0 16,-1 2 0-16,0-2 0 0,0 0-1 16,1 0 0-16,-3 0 2 0,2 0 1 0,-1 0 5 15,2 0 2-15,-2 0 6 0,-1-2 1 16,1 2 0-16,0 0 1 0,-1 0-5 0,1 0-3 15,0 0-4-15,-1-2-2 0,1 2-2 0,-1 0 0 16,1 0-1-16,1-1 0 0,-1 1 2 16,-1 0 0-16,3 0 0 0,-2 0 2 0,1 0-4 15,1-1 2-15,-1 1-3 0,0 0 1 16,0 0 0-16,1 0 1 0,0 0 1 0,0 0 1 16,0 0-1-16,-1 0 1 0,2 0-2 0,-2 0 0 15,0 0-1-15,1 0 0 0,-1 0 0 0,0 0-2 16,0 0 1-16,0 0-1 0,0 0 0 15,0 0 1-15,1 0 1 0,-3 0 1 0,2 0-1 16,-1 0 0-16,1 0 1 0,-1 0 0 16,1 0 0-16,0 0-3 0,2 0 2 0,-2 1 1 15,0-1 0-15,0 0 0 0,0 1-1 0,-1-1 0 16,1 0 0-16,2 0 0 0,-3 0 0 16,1 0 0-16,0 0 0 0,0 0 0 0,-2 0 2 15,3 0-2-15,-3 0 0 0,1 0 0 16,1 0 0-16,-1 0 0 0,-1 0-1 0,1 0 0 15,1-1 2-15,-1 1-1 0,-1-1 0 0,1 1 1 16,1 0-1-16,-2-2 1 0,1 2-2 16,-1-1 1-16,1 1 0 0,1 0 0 0,-1-2 0 15,-2 2 0-15,3-1 0 0,-1 1 1 16,1-1 0-16,-1 1-1 0,1 0 0 0,-2-2 0 16,4 0 1-16,-4 1 0 0,2 1-1 0,1-1 1 15,-3 1-1-15,1 0 1 0,0-2-1 16,-1 2-1-16,1 0 1 0,-1-2 0 0,-1 2-1 15,2 0 0-15,-2 0 1 0,2 0 0 0,-2 0 0 16,1 0 0-16,-1 0 0 0,3 0 0 0,-3 0 0 16,0 0 1-16,2 0 0 0,-2 0-1 15,0-2 1-15,0 2-1 0,0 0 1 0,0 0 0 16,0 0 0-16,0 0 2 0,0 0 1 16,-2 0 13-16,2 0 11 0,-3 0 7 0,2 0 5 15,-1-2 0-15,0 2-1 0,-1-2-11 16,-2 1-11-16,2-1-7 0,-2 1-4 0,-2-2-1 15,0 1-2-15,1 2-1 0,-1-3 0 0,0 1 1 16,1 1-1-16,-1 0 0 0,-1-1-1 16,2 0 1-16,-2 1 1 0,0 0-2 0,3-1 0 15,-1 2 0-15,-2-2 2 0,2 1 0 16,-1 1-1-16,3 0 1 0,-3 0 0 0,1 0 0 16,1 0-1-16,1 0 0 0,-1 0-1 0,0 1 1 15,0-1-1-15,2 2 0 0,-3-2 0 16,1 2 1-16,0-1-2 0,1 0 1 0,-1-1 0 15,0 2-1-15,-1 0 1 0,1-1-1 0,0 0 1 16,-1-1 1-16,1 2-1 0,0 1 0 16,-1-3 0-16,0 0 1 0,1 0 0 0,0 0 0 15,0 2 0-15,1-2 0 0,-2 0 1 0,1 0 0 16,0 0-1-16,0 3 1 0,0-3 0 0,2 1-1 16,-3-1 1-16,0 0-1 0,3 0 0 15,-1 0-1-15,-2 0 1 0,3 0-1 0,-2 0 0 16,-1-1-1-16,1 1 2 0,2-3-2 15,-2 3 1-15,2 0 0 0,-2 0 0 0,2 0-1 16,0 0 0-16,0 0 1 0,0 0-1 0,1 0 0 16,-1 0 0-16,1 0 0 0,2 0-2 15,-1 0 1-15,-1 0-1 0,2 0-1 0,0 0-2 16,0 0 0-16,0 0-1 0,0 0 0 16,2 0 0-16,-1 3 2 0,3-2 1 0,-1-1 1 15,0 2 1-15,0 1 1 0,3-1-1 0,-1-2 1 16,1 0-1-16,-1 2 0 0,2 0 1 15,0-2-2-15,1 2 1 0,0-2 0 0,0 0 0 16,1 0 1-16,1-2-1 0,-2 2 0 16,4-2 0-16,-3 0 0 0,0 2 0 0,2-2 0 15,-1 0 1-15,-1-1 0 0,0 2 0 0,-1-2 1 16,2 1 0-16,-4-1-1 0,4 1 0 0,-4 0 1 16,2-2-1-16,-2 3 0 0,2-2 0 15,-2 1 0-15,-1 1 2 0,0-2-2 0,-2 1 1 16,2 2 0-16,-2-1-1 0,2 0 1 15,-2-1-1-15,0 2 0 0,-1-1 0 0,-1 1 0 16,1 0 0-16,-1-2 1 0,-1 2-1 0,0 0 0 16,2 0 1-16,-2 0 0 0,0 0 2 0,0 0-2 15,0 0 1-15,0 0 0 0,0 0-1 16,0 0-1-16,0 0 0 0,0 0 0 0,0 0 0 16,0 0-1-16,0 0-1 0,0 0 1 15,0 0 0-15,0 0 0 0,0 0 0 0,0 0 0 16,0 0 0-16,0 0 1 0,0 0 2 0,0 0-2 15,0 0 1-15,0 0 1 0,0 0 1 16,0 0 0-16,0 0-1 0,0 0 2 0,-2 2 0 16,1-2-1-16,-1 0 0 0,-1 1 0 15,1-1-1-15,-1 2-1 0,0-1 1 0,-3 0-1 16,1-1 0-16,0 2-2 0,1 0 2 0,-3-1 0 16,0-1-2-16,0 0 1 0,-1 1 1 0,0-1 1 15,-1 0-2-15,-1 0 1 0,1 0 0 16,-2 0 0-16,1 0-1 0,1 0 1 15,-2 0 0-15,3 0 0 0,0-1 0 0,0 1 0 16,0 0 0-16,0-1-1 0,2-1 0 16,1 2 1-16,0 0-1 0,-1-2 1 0,0 2-1 0,4 0 0 15,-3 0 0-15,4 0 0 0,-1 0 0 16,-1 0 0-16,3 0-1 0,-2 0 0 0,2 0 0 16,-1 0-1-16,1 0-1 0,0 0 0 15,0 0 0-15,0 0-1 0,0 0 1 0,1 2-1 16,-1-2 0-16,2 0 2 0,1 3-1 15,0-2 2-15,2 1-1 0,0 1 1 0,1 0-1 16,2 0 1-16,0 0-1 0,0 0 0 0,3-1-1 16,0 1 2-16,0-2 0 0,2 1 1 15,0-1 0-15,0 1 0 0,0-2 1 0,1 0 0 16,1 0 1-16,-2-2-1 0,1 1 2 0,-1 1-1 16,0-2 0-16,0 1-1 0,0-2 0 15,-4 1 0-15,1 2-1 0,-2-3 0 0,1 1 1 16,-4 1-1-16,1 0 2 0,-1 1-1 0,-2-2 1 15,-1 0-1-15,2 2 2 0,-4 0 0 16,0 0 4-16,0 0 6 0,0 0 3 0,0 0 2 16,-6 0 0-16,3 0-1 0,-3 0-3 0,-4 0-8 15,1 0-2-15,-2 2-3 0,-2 0-1 16,-3-1-1-16,3 0 1 0,-4 1 0 0,1 1 0 16,-1-3 0-16,3 2 0 0,-2-2 2 15,3 4-1-15,-1-2 0 0,5-2 0 0,0 1-1 16,0 1-1-16,3 0 1 0,1-2-1 15,0 0 0-15,2 2 0 0,1-2-1 0,-1 2 0 16,3-2-1-16,-1 0 0 0,1 0-2 0,0 0 1 16,1 0 0-16,2 2 0 0,1-2 1 0,2 1-1 15,1 2 2-15,2-1-1 0,0-1 1 16,1 0-1-16,4-1 1 0,-3 0 0 16,2 0 0-16,1 0 0 0,0-2 0 0,2 0-5 15,-1-1-17-15,0 0-34 0,-2-1-80 0,2 2-117 16,-3-1-238-16,-1 1-306 0,3-2-364 0,-3 4-403 15,0 0-123-15,0 3 469 0,-1 0 788 16</inkml:trace>
  <inkml:trace contextRef="#ctx0" brushRef="#br1" timeOffset="55547.56">16484 12166 66 0,'0'2'296'0,"2"-2"169"0,-1 0 152 15,-1 0-75-15,2 0-94 0,-2 0-58 0,2 0-37 16,0 1-18-16,-2-1-18 0,0 0-21 15,0 0-31-15,2 0-25 0,0 0-26 0,-2 2-26 16,0-2-22-16,1 0-28 0,-1 0-21 0,0 0-19 16,0 0-1-16,0 0 17 0,0 1 19 15,0-1 12-15,0 1-3 0,0-1-10 0,0 0-18 16,2 0-35-16,-2 0-34 0,1 0-23 16,-1 0-7-16,2 0-8 0,0 0 37 0,-1 2 20 15,1 0 14-15,1-2 7 0,-1 1-3 0,2 1-1 16,-2-1-36-16,4-1-18 0,-3 2-11 0,2-1-8 15,0 1-3-15,-2-1 2 0,4 1 11 16,-3-1 5-16,2 0 2 0,1 3 1 0,-1-3 1 16,1 0-1-16,-3 1-11 0,5 0-4 15,-2-1-4-15,-1 0-1 0,2-1-2 0,0 3 0 16,-2-3 2-16,2 0-3 0,0 0 4 0,1 0-2 16,0 0 1-16,-1 0-3 0,0 0-1 0,1 0 1 15,-1 0-3-15,0 0 2 0,-1 0-2 16,1 0 1-16,0 0 1 0,0 0-1 15,2 0 0-15,-4 0 0 0,0 0 1 0,3 0-1 16,-5 0-1-16,4 0-1 0,-2 0 1 0,-1-3-1 16,0 3 2-16,0-1-1 0,1 1 1 15,-2 0 2-15,1 0-1 0,-1 0-1 0,0 0-1 16,0 0-1-16,0 0-1 0,2 0-1 0,-3 0 2 16,2 0 0-16,0 0-1 0,2 0 1 15,-1 0 1-15,1 1 1 0,2-1 1 0,-3 3-1 16,0-3 1-16,4 0 0 0,-6 1-2 0,4-1 0 15,-3 0-1-15,0 0 0 0,3 0 1 16,-5-1-2-16,2 1 2 0,-1 0 0 0,0-3 0 16,1 2 0-16,-4 0 0 0,2-1 1 0,2 2-1 15,-4-2 1-15,2 2-2 0,-1-1 1 16,-2 1 0-16,2-1 1 0,-1 1 1 0,-1 0 1 16,0 0 2-16,0 0 0 0,0-2 11 0,0 2 10 15,0-2 8-15,-1 2 2 0,-1-1 2 16,0 0-1-16,-1-1-9 0,0-1-8 0,-3 0-8 15,1 0-4-15,-1-2-1 0,-2 1 2 16,-1 1 1-16,1-1 1 0,0 0-1 0,0-1 2 16,-3 2-1-16,1 0-4 0,0 0-1 15,-2 0-3-15,3 1 0 0,-3 0-2 0,0 2 0 16,2 0-1-16,-4 0-1 0,3 0-1 0,-2 0 2 16,-1 0 0-16,1 0 0 0,-1 0 1 15,0 0 0-15,-2 0 0 0,4 0 0 0,-2 0-1 16,2 0 0-16,-1 0 5 0,3-3 4 15,0 3 1-15,2 0 0 0,-1 0 1 0,3-1 0 0,1 1-4 16,0 0-3-16,0 0-1 0,2 0-1 16,0 0-1-16,-2 0 0 0,4 0-1 0,-1 0 1 15,1 0-1-15,-1 0 0 0,0 0 1 16,1 0-1-16,1 0 0 0,-2 0-1 0,2 0 1 16,0 0 0-16,0 0-1 0,0 0-1 0,0 0 0 15,0 0 1-15,0 0-1 0,0 0 0 16,2 0 0-16,-1 1 1 0,3-1 1 0,-1 3-1 15,4-3 1-15,0 2 0 0,1 0 0 16,1 1 1-16,2-2-1 0,0 1 0 0,3-1 0 16,1 1 1-16,0 0 0 0,1-2 0 15,3 0 0-15,-3 0 0 0,1 0 1 0,1 0-1 16,-1-2 0-16,1 2-1 0,1-2 2 0,-1 2-2 16,-1 0 1-16,0-1 0 0,-1 1-1 15,-1-2 1-15,1 2-2 0,-2-1 1 0,-1-2 0 16,1 3 0-16,-4-2 0 0,1 0 0 15,-2 2 1-15,-1-3-1 0,0 3 0 0,-1-1 1 0,-1 1-1 16,-2-1 0-16,1 1 0 0,-1-1 1 16,-3 1-1-16,1 0-1 0,-1 0 1 0,1 0 0 15,0 0-1-15,-2 0 1 0,0 0 0 16,1 0 1-16,-1 0 0 0,0 0 1 0,0 0 1 16,-1 0-1-16,-1 0 1 0,-1 0-1 15,-2 0 0-15,-2 0 0 0,0 1-2 0,-3-1 1 16,-3 1 0-16,0-1 0 0,-4 0-1 0,-3 1 0 15,-4-1 0-15,2 0-1 0,-5 3 0 16,0-3-1-16,-3 0 1 0,0 0 1 0,3 0 0 16,-3 2-1-16,4-2 0 0,0 2 0 15,5-2 0-15,0 0 0 0,0 0-1 0,5 0 1 16,2 0 0-16,3 3 0 0,1-3-1 0,3 0 1 16,2 0-1-16,0 0 0 0,2 0-1 0,0 0 0 15,3 1-1-15,0-1 0 0,1 2 0 0,2-1 2 16,4 3 1-16,-1-2 1 0,5 2 1 15,0 0 0-15,3 0 0 0,1-1 0 16,2 1 0-16,-1 0 0 0,1 0 0 0,2-1 0 16,2 0 0-16,-1-1 0 0,-1-1-1 0,3-1 0 15,-1 1 2-15,-2-1-2 0,2 0 1 0,-1 0-1 16,-1 0 2-16,-2 0-1 0,-1 0-1 0,2-1 1 16,-6 1 0-16,2 0-1 0,-4-1 0 0,1 1 0 15,-2-2 0-15,-2 2 0 0,-2 0-1 16,0-1 1-16,-2 1 1 0,-2-2 2 15,1 2 0-15,1-1 0 0,-6-1 1 0,1 2-1 16,-1-1 0-16,-2-1-1 0,-3 1-1 0,0-1 1 16,-2 0-1-16,-3 2-1 0,-1-1 1 15,-1 1-2-15,-2 0 1 0,1 0 0 0,-3 1-2 16,1-1 2-16,1 4-1 0,0-1-1 0,1-2 1 16,2 4-1-16,1-2 1 0,2-1 0 0,0 2 0 15,3-3 0-15,0 2-1 0,3 0 1 16,2 1-1-16,2-2-2 0,-3 4 2 0,6-4 1 15,1 5 0-15,0 1 0 0,4-2 1 16,2 1 1-16,2-1-1 0,0 0 0 0,5 0 1 16,0-2 0-16,1 0-1 0,3-2 1 0,2 0 0 15,-1-4 1-15,0 1-2 0,1-2 0 16,2-3 0-16,-2 0-1 0,-3 0 1 0,2-1-1 16,-4-2 0-16,1 2 0 0,-6-4 0 0,1 7 1 15,-4-2 0-15,-1-1 2 0,-2 3 0 16,-2-1 1-16,-3 1 0 0,1-1 0 0,-4 1 0 15,-1 0-1-15,-3 2 1 0,-2 0-2 0,-2-1 1 16,-2 2-2-16,-1 0 0 0,0-1 0 16,-4 0 0-16,3 1-1 0,-2-2 1 0,0 1-1 15,-1 1 1-15,0 0 0 0,2 1 0 16,-2 0 0-16,3 0-1 0,-2 1 0 0,2 0 0 16,-2 3 0-16,3-2 1 0,0 2-1 0,3-2 0 15,0 3 0-15,2-3 0 0,0 2-1 0,4 0 0 16,-1-1-1-16,3 2 1 0,0-1-1 15,4 2 1-15,1 1 1 0,2-1 1 0,3-2-1 16,-2 3 1-16,2-2-1 0,3 0 0 0,2-1 0 16,0-2 0-16,0-2 0 0,2 0 0 15,0-2 1-15,-2-2-1 0,1-1 0 0,-2-1 0 16,-3 0 2-16,-2 2 0 0,0-1 2 0,-4-1-1 16,-3 1 2-16,-1-1 0 0,-2 2-1 15,-7-2 0-15,1 3-1 0,-2-2 0 0,-5 2-1 16,1 2-1-16,-2-2 1 0,1 2-1 15,-1-1 0-15,-2 2 1 0,0-2-1 0,2 2 0 16,1 0 0-16,0 0-1 0,3 2 1 0,1-2-1 16,4 0-1-16,2 2-1 0,-1-2 1 15,6 1-2-15,-3 0 0 0,2 2-2 0,4 1 1 16,2 1 0-16,0 0 0 0,6-1-2 0,2 0-11 16,1 2-26-16,3-2-73 0,1 1-94 15,4-4-175-15,0 0-290 0,2 0-337 0,3-1-392 16,0 0-213-16,1 0 176 0,3 0 728 15</inkml:trace>
  <inkml:trace contextRef="#ctx0" brushRef="#br1" timeOffset="57707.62">26146 12031 7 0,'3'-1'324'0,"1"-3"265"0,-3 3 218 0,1-1 44 15,-1 2-249-15,1-1-191 0,0 1-139 0,0 0-42 16,2 0 2-16,-1 0 2 0,0 1-6 16,0-1-8-16,4 2 4 0,-4-1-43 0,2 1-50 15,1 0-23-15,-2-1-13 0,4 1-11 16,-3-1-18-16,3 2 26 0,0-1 40 0,-2-1 1 15,2 0-5-15,0 1-6 0,3 0-2 0,-3 0-4 16,2 0-27-16,0 0-13 0,2-1-8 16,-1-1-4-16,1 4-5 0,1-3-26 0,0 0-12 15,-1-1 3-15,1 1 4 0,3 2 1 16,-2-3-1-16,3 0 1 0,-1 0-3 0,0 0-8 16,0 0-8-16,1 0-4 0,0 0 0 0,0-3-2 15,0 3 2-15,-1 0-3 0,1-1 2 16,-3 1-2-16,4 0-1 0,-5 0 0 0,2 0-1 15,0 0 0-15,-3 1 0 0,1-1-1 16,-2 3 0-16,1-3 0 0,-4 2-1 0,2 0 0 16,-1-2 0-16,-1 0 1 0,-1 0-1 0,-1 0 1 15,0 0 0-15,-1 0 0 0,-2 0 1 0,0 0 0 16,0 0 0-16,1 0-1 0,-3 0 0 16,-1 0 2-16,2 0-2 0,-1 0 0 0,-1 0 0 15,2 0 0-15,0 0 0 0,-2 0 0 16,1 0 1-16,2 0-1 0,-1 0 0 0,1-2 1 15,-2 2 0-15,1-2-1 0,0 2-1 0,-1 0 1 16,-1 0 2-16,0 0 1 0,0 0 0 16,0-3 9-16,0 3 7 0,0 0 5 0,0 0 0 15,-3-1 0-15,0 1 0 0,-2-1-7 16,-1 0-6-16,0-3-5 0,-2 3-3 0,-2-1-1 16,-2-1-1-16,0 0 1 0,-2 0 0 0,0 0 0 15,-2 0 1-15,0 0-1 0,1-2 0 16,0 2-1-16,0-1 0 0,-1 1 0 0,2 1-1 15,-1-3 2-15,0 2 0 0,0 0-1 16,2 1-1-16,-1-1 1 0,3 0 6 0,-3 2 2 16,3-2 2-16,0 3 0 0,-3-4 1 0,1 4-1 15,1 0-4-15,0-3-3 0,1 2-1 0,-1 1 0 16,0-1-1-16,2 0-1 0,0 1 0 16,4-3 0-16,-2 3 0 0,2-2 3 0,2 2 1 15,1 0 0-15,0 0 0 0,1 0-1 16,1 0-3-16,1 0-1 0,-2 0-3 0,2 0-1 15,2 0 0-15,-1 0 1 0,4 0 0 0,0 0 1 16,3 0 1-16,0 0 0 0,1 0 0 16,4 0 1-16,-2 0 0 0,3-2-1 0,0 2 2 15,2 0-1-15,3 0 0 0,1 0 0 16,-2 0-1-16,3 0 0 0,-1 0-1 0,-1 2 1 16,2-2 1-16,-5 0 0 0,2 0 1 0,-2 2-1 15,-5 1 1-15,1-2-1 0,-6 0 2 0,1 0-1 16,-3-1 2-16,-3 3 0 0,-1-3 1 15,-1 4 1-15,-4-1-1 0,-3 1 0 0,-1-1-1 16,-6 2 1-16,0-2-3 0,-3 2 1 0,-2-3-1 16,-6 1 1-16,1 0-1 0,-3-2 0 15,-2-1 1-15,-2 0 0 0,1 0 0 0,-3-2 6 16,1 0 5-16,1-1 2 0,4 1 1 16,1 0 1-16,5-1 1 0,1 0-6 0,4 0-4 15,3 1-3-15,2 1-1 0,3-1-1 16,3 2-3-16,-1-1 0 0,6-1-3 0,-3 1 0 15,4-2 0-15,0 3 0 0,5 0 1 0,3-4 0 16,2 1 2-16,4 2 0 0,2-1 0 16,3-3 0-16,1 5 0 0,0-2 0 0,2 0-1 15,1 2 1-15,-2-1 0 0,3 0 0 0,-4-1 0 16,-1 2 0-16,2-2 0 0,-4 2 1 16,-3 0-1-16,-1-1 0 0,-4 1 0 0,-1-1 0 15,-1 1 1-15,-1 0 2 0,-6 0 1 0,0 0 1 16,-3 0 0-16,-2 0-1 0,-3-2-1 15,-2 2-1-15,-3-1 0 0,-2-1-2 0,-2 2 1 16,-1-3 0-16,-2 2-1 0,-2-1 0 16,1-1 0-16,-3 0 0 0,2 0 1 0,5 0-1 15,-1 2 0-15,4 0 0 0,3-1 0 0,2 2 0 16,2 0-2-16,4 3 0 0,0 1 0 0,8 2 0 16,-2 2 0-16,3 0-1 0,6 0 0 15,-2 1 1-15,5-1-2 0,0-2 1 16,1 0-2-16,5-3 0 0,-4 0-10 0,4 0-29 15,-2-3-83-15,-2 0-144 0,2 0-257 16,-4 0-311-16,-2-2-396 0,0 2-443 0,-2 2-62 16,-1 0 697-16</inkml:trace>
  <inkml:trace contextRef="#ctx0" brushRef="#br2" timeOffset="63440.3">13989 2359 203 0,'0'-2'478'0,"-1"-2"238"0,1 1 171 0,0 2-144 16,0-2-151-16,0 1-86 0,0-4-67 0,-2 3-34 15,2-1-4-15,0 0-18 0,0 2-43 0,0 0-42 16,0 0-33-16,0 1-40 0,0 0-53 15,0 1-51-15,0-2-33 0,0 2-24 0,0 0-19 16,0 0-13-16,2 0-13 0,-2 3-5 0,1 0-3 16,2 5-4-16,-1 0 1 0,2 5 0 0,0 4 0 15,-1 2 1-15,0 3-1 0,-1 4-1 0,1 2 2 16,-2 2-1-16,1 3 0 0,-2 0-1 0,2 2-2 16,-2-1-2-16,0 1-2 0,-2-1-1 15,2 0-1-15,-2-5 0 0,1-1-1 0,-1-2 1 16,-1-2 1-16,1-3 0 0,1-3 1 0,-1-2 1 15,1-5-1-15,-1 0 2 0,0-4 0 16,2 1 0-16,0-4 3 0,-2 0 4 0,0 1 2 0,2-3 0 16,0-2 2-16,0 2-2 0,0 1-2 0,0-3-4 15,-2 0-2-15,2 0 0 0,0 0-2 16,0 0-1-16,0-3 0 0,-3 1 0 0,3-5-1 16,-1 0 1-16,-1-2-1 0,0-3 0 0,2-3 0 15,-1-3 0-15,1-3 0 0,0-3-2 0,0-2 2 16,0-4-1-16,0 1 1 0,-2-3-1 0,2 1 1 15,0-1 1-15,-1 2-2 0,-1 1 1 16,0-2 0-16,2 6 0 0,-3-2-1 0,2 4 0 16,-1 1 1-16,0 1 2 0,-2 1 1 0,2 2 4 15,1 3 1-15,-1 0 1 0,2 3 0 0,-1 1 0 16,1 3-4-16,-2 1-2 0,2 3-2 0,0 0-1 16,0 0 0-16,0 2-2 0,0 2 0 15,2-2 0-15,-1 4 0 0,2 0 2 0,3 2 0 16,1 2 2-16,-1 1 1 0,1 2 0 0,-1 3 1 15,5 2 1-15,-2 3 0 0,4 3 0 0,0 2-1 16,0 3 1-16,2 1-5 0,1 4-3 16,0-1-4-16,0 2 0 0,1 1-1 0,-1-2-2 15,0 2 9-15,-2-4 6 0,2-1 3 0,-4-3 2 16,1-3 0-16,-2 0 1 0,0-8-4 0,-2 1-3 16,1-2 1-16,-3-3 0 0,-1-3 4 0,1 0 2 15,-2-3 7-15,-2-2 4 0,2-2 2 16,0-5-2-16,0-3 0 0,1-3-7 0,-3-3-8 15,2-4-5-15,0-6-4 0,-2 0-1 0,0-7-3 16,0 0 4-16,-1-4 5 0,-2-5 3 0,-2-1 2 16,1-1-2-16,-1-1 3 0,-1 0-1 0,0 4-3 15,0 1-7-15,-1 6 2 0,1 5 1 16,1 5 0-16,-1 4 0 0,-1 2-1 0,2 5 5 16,-1 5-5-16,0 2-3 0,-2 3-2 0,2 6-4 15,-2 4-6-15,3 1-17 0,-1 5-23 0,3 1-71 16,0-1-89-16,0 1-166 0,3-2-284 15,-1 1-327-15,3-1-395 0,0-1-227 0,1 0 120 16,-1 1 713-16</inkml:trace>
  <inkml:trace contextRef="#ctx0" brushRef="#br2" timeOffset="63822.73">14577 2961 240 0,'2'-9'872'0,"0"-2"403"16,-2-1 40-16,0-1-91 0,0-1-425 0,0-2-277 15,-2-1-143-15,2-4-89 0,-2 0-69 0,1-3-82 16,1-2-55-16,0-3-36 0,0-3-20 0,1-1-6 16,1-1 2-16,1-2-1 0,2-3-5 15,-1 3-3-15,1-2-3 0,0 5-2 0,1 2-4 16,-1 5-3-16,1 4-2 0,-1 3 0 0,-2 3 2 15,-1 7-2-15,-1-3-2 0,1 6 1 16,1 0 0-16,1 5 1 0,-3 1 1 0,5 4 1 16,0 2 1-16,-1 3 2 0,0 3 0 0,2 5 0 15,-1 1 5-15,3 3 4 0,-1 1 0 0,0 2 1 16,1 3-1-16,1 3 0 0,-2 0-6 0,0 2-4 16,1 1-1-16,-1-2-3 0,0-1-2 15,1-1-1-15,-1-2 0 0,2-3-2 0,-2-3-1 16,1-2 0-16,-1-1-2 0,0-2-13 0,0-6-35 15,-2 0-71-15,-1-3-77 0,-3-2-143 0,-1-2-230 16,-1-3-317-16,-3-3-329 0,-2-2-214 0,-1 1-29 16,-2-2 507-16</inkml:trace>
  <inkml:trace contextRef="#ctx0" brushRef="#br2" timeOffset="64022.06">14558 2696 65 0,'3'6'544'0,"-1"2"378"0,0-2 165 0,2 2-57 16,1 0-324-16,3-1-291 0,1 0-143 0,1 1-68 16,1 1-38-16,3-3-20 0,1 0-50 0,2-2-37 15,-1 0-29-15,4 0-17 0,1-3-13 16,-2-1 0-16,3 0-8 0,2 0-17 0,-2-3-102 16,-3 0-177-16,1-2-290 0,-2 3-266 0,2-4-258 15,-3 0-145-15,1 0 293 0,-4-2 517 0</inkml:trace>
  <inkml:trace contextRef="#ctx0" brushRef="#br2" timeOffset="64538.9">15096 2421 387 0,'0'4'915'0,"-2"5"300"0,1 1-18 0,-1 1-264 15,2 3-255-15,0 0-185 0,2 6-112 0,-1 0-63 16,3 2-50-16,-1 2-43 0,0 1-77 15,1 1-54-15,1 3-33 0,2 1-19 0,-3-1-11 16,1 5-13-16,0-3-8 0,3 0-4 0,-2 1-4 16,0-4-3-16,1 0-2 0,-2-4 1 0,2-3-1 15,-4-4-1-15,2-2 2 0,-2-2 1 16,-1-4 3-16,-2-4 1 0,0 1 2 0,-2-4 0 16,-1-2 1-16,-2-2-2 0,1-4-1 0,-4 1-3 15,3-4-1-15,-3-3 1 0,2-1 0 0,-3 0 1 16,2-6-1-16,-1 1 2 0,0-5 0 0,2-3-1 15,-2-2-1-15,2-3-1 0,1-4 1 16,2-2-2-16,1 1 2 0,2-2-3 0,3 4 1 16,1 1 1-16,0 3 0 0,1 1-1 0,4 2-3 15,-1 2 2-15,2 2 0 0,6 3-1 0,-5 1-1 16,2 1 2-16,2 5 0 0,-2 1 2 0,3 1-2 16,-2 2 2-16,0 3 0 0,1 0-1 0,-2 1 1 15,-1 4-1-15,-1 1 4 0,1 3 0 16,-2 1 2-16,-2 3 1 0,3 4 2 0,-5-1 1 15,-1 3 6-15,0 2 4 0,-4 2 6 0,-1-1 3 16,-1 5-4-16,-4-1-4 0,0 2-5 0,-3 1-6 16,-4 1-2-16,-1 0 4 0,-3 0 2 15,-3 0 6-15,0-1 2 0,-3 1-1 0,3-4-2 16,-3-2-9-16,2-1 1 0,4-3-7 0,-3-2-5 16,4-4-4-16,0 0-18 0,2-4-49 0,-1-2-78 15,4-2-139-15,-1-5-271 0,6-1-315 16,2-3-374-16,3-3-337 0,3 0-33 0,2-2 645 15</inkml:trace>
  <inkml:trace contextRef="#ctx0" brushRef="#br2" timeOffset="65489.9">15608 2489 62 0,'-2'-1'468'0,"1"0"372"0,-1 1 228 16,1 1-25-16,-1 0-294 0,2 4-225 0,2 0-137 15,-1 3-53-15,2 4-31 0,2 4-43 0,3 1-13 16,0 5-21-16,3 2-31 0,-1 1-38 0,-1 4-31 16,4 1-20-16,-2 1-33 0,0 1-20 15,0 0-12-15,-1 4-17 0,0-4-8 0,0 0-5 16,-2-1-2-16,-2-1-3 0,2-4 0 0,-3-2-1 16,0-4 10-16,-2-2 6 0,-2-5 12 0,1-3 12 15,-2-1 7-15,0-3 5 0,-2-3-10 16,-1-3-7-16,0-3-12 0,0-3-11 0,0-3-6 15,-5-2-4-15,3-4-3 0,2 0-2 0,-2-1 0 16,2-2-2-16,0 1-1 0,0-2 0 0,1 0 0 16,0 1 1-16,2-1 0 0,0 1-1 0,2-1 1 15,1 1-1-15,0 0 0 0,1 0 0 16,0 0 0-16,3 0 1 0,-1 2-1 0,2-2 0 16,0 1 1-16,0-1 1 0,3 1 0 0,-2 0 0 15,-1-2 1-15,5 3-1 0,-5-2 0 0,1 3-1 16,1 0 0-16,-1-4 0 0,1 4 0 15,-2-3 0-15,1 3 1 0,-3 0-1 0,2-1 0 16,-1 5 0-16,-2 0 0 0,1 2-1 0,-2 1 1 16,1 3 0-16,0-1 0 0,1 4 1 0,-1-1 1 15,4 3 1-15,-1 0 0 0,0 3 2 16,3-1 1-16,-3 4 0 0,4-1 0 0,-3 2 0 16,0 0 0-16,1 1 2 0,-2 1 2 15,1-1 0-15,-1 3-3 0,-1 1-2 0,-3 1 7 0,2 0 1 16,-4 2-5-16,-2 0 3 0,-2-1 5 0,-4 6 1 15,2-2-7-15,-4 1-3 0,-4 4 2 16,0-3-5-16,-3 1-1 0,0 0-1 0,-1-1-1 16,-1-2-1-16,1-1 1 0,-2-1 0 0,2 1-1 15,-1-4 0-15,4 0 0 0,1-1 1 0,2-3-1 16,1 0 1-16,1-2-1 0,2 0 1 0,2 0-1 16,1 0 0-16,3 1-1 0,2 1 3 0,-1-2 2 15,4 2 0-15,2-1 3 0,2-1 0 16,1-1 1-16,2 1 0 0,2 0 0 0,2-5-2 15,3 2 1-15,2-3-2 0,-1-1 0 0,2-2-3 16,2-3-2-16,1-3-1 0,-1 1-1 0,0-4-3 16,1 2-6-16,-1 0-19 0,-5-1-34 15,1 2-82-15,-2 1-146 0,-6 1-264 0,1 4-321 16,0-3-392-16,-4 5-428 0,-1 0-42 0,-2 5 717 16</inkml:trace>
  <inkml:trace contextRef="#ctx0" brushRef="#br2" timeOffset="66655.36">17246 2382 269 0,'3'-8'773'15,"-3"1"383"-15,-1-1 69 0,-1 2-177 16,2 2-242-16,-1-1-209 0,-1 2-143 0,-1 0-95 16,-1 0-66-16,1 3-74 0,-1 0-84 0,1 0-44 15,0 3-28-15,-4 3-18 0,2 3-5 0,0 3-5 16,-2 3-2-16,1 3-2 0,-1 5-9 16,2 7 7-16,0 1-8 0,2 8 6 0,2 4 2 15,-1 6 2-15,-1 2 7 0,3 4-2 0,0 1 1 16,0 1-3-16,5 0-5 0,-1 0-5 0,1-5-4 15,3-1-5-15,2-4-4 0,2-4-5 16,0-4-3-16,1-4-2 0,0-4-2 0,1-6-1 16,-1-5-2-16,-2-2-1 0,2-4-1 0,-4-3 0 15,1-4 0-15,-1-2-8 0,-1-3-12 16,-3-2-21-16,0-2-39 0,-3-2-81 0,-2 0-131 16,-2 0-243-16,0 1-302 0,-3 0-371 0,2 0-384 15,-3 1-94-15,1 0 557 0,-3-1 747 16</inkml:trace>
  <inkml:trace contextRef="#ctx0" brushRef="#br2" timeOffset="67406.58">17904 3126 7 0,'-1'1'425'16,"-1"2"412"-16,0 0 274 0,1-1 26 15,1-1-329-15,-2-1-267 0,2 0-157 0,2-1-59 16,1-1-14-16,0-1-19 0,5-1-23 0,-2-2-22 16,2-1-31-16,2-3-44 0,2-2-37 15,3-2-26-15,-2 0-15 0,4-4-8 0,1-1-9 16,2-1-9-16,0-3-7 0,4-1-8 0,-1-2-5 16,0 0-3-16,0-2-4 0,3-1-1 0,0 0-4 15,0-4-3-15,0 0-5 0,-2-1-5 0,2 2-5 16,-3 0-6-16,-1 0-4 0,-1 2-2 0,-2 4-3 15,-5 1 1-15,0 4-2 0,-2 5-1 16,-4 3 1-16,-1 0-2 0,-2 3 0 0,-2 3 0 16,0 3-1-16,-1-1 0 0,-2 2-1 0,0 2 0 15,-2 1-2-15,-1 1-6 0,-3 1-10 0,-1 4-16 16,-2 0-23-16,0-1-41 0,-4 5-78 16,-1-2-106-16,-1 3-171 0,0-2-290 0,0 2-335 15,0-1-343-15,-1 1-174 0,-2-1 254 0,1-1 684 16</inkml:trace>
  <inkml:trace contextRef="#ctx0" brushRef="#br2" timeOffset="67706.62">17924 2578 70 0,'-3'0'581'0,"0"1"454"16,0 2 174-16,1-3-88 0,1 4-385 0,1-1-279 16,1 2-122-16,2 2-59 0,4 3-37 0,-1 0 0 15,7 4-10-15,-2 3-13 0,3 1-41 0,4 1-31 16,-1 2-13-16,2 1-33 0,1 1-21 0,4 3-22 16,-2-3-15-16,2 2-16 0,0-2-11 15,1 1-6-15,-1-2-3 0,1-1-4 0,2-3-1 16,0-2-1-16,0 0-9 0,-4-5-41 0,1 0-82 15,-2-2-147-15,-3-3-270 0,-3 1-309 16,1-1-381-16,-4-2-360 0,-2 2-7 0,-3-1 677 16</inkml:trace>
  <inkml:trace contextRef="#ctx0" brushRef="#br2" timeOffset="68806">18851 2296 210 0,'2'-1'458'0,"-2"0"240"0,-2 1 162 16,2-2-132-16,0 2-118 0,-2 0-80 16,2-2-74-16,0 2-72 0,0 0-76 0,0 0-78 15,0 0-74-15,0 0-53 0,2 0-37 0,-2 0-28 16,2 0-16-16,1 0 50 0,0 0 28 0,3 2 12 16,0 0 46-16,4 0 18 0,0 3 15 15,4-1-40-15,0 4-23 0,7 2-4 0,-1 2-31 16,2 3-11-16,2 4-13 0,3 0-3 0,0 3-4 15,3 4-10-15,-2 4-1 0,0 3-8 16,1 4-6-16,-3 2-8 0,0 6-7 0,-2 0-4 16,0 3-8-16,-7 3-6 0,0 2-2 0,-4-1 0 15,-2 0-1-15,-4 4 1 0,-4-1 0 16,-3 1 1-16,-3 0 0 0,-4-1-1 0,1-1-1 16,-7 0-2-16,0-2 0 0,0-4-2 0,-4-1-1 15,-1-5-1-15,2-1-8 0,-5-7-21 16,2-4-62-16,2-8-85 0,0-3-171 0,-1-7-279 15,2-6-330-15,3-5-389 0,1-5-272 0,1-4 97 16,1-2 748-16</inkml:trace>
  <inkml:trace contextRef="#ctx0" brushRef="#br2" timeOffset="72564.14">10070 9831 134 0,'0'-2'323'0,"0"2"154"0,-2-1 54 0,2 1-86 15,0 0-92-15,-2-2-59 0,2 2-12 16,0-1 15-16,-1 0 14 0,1 1 8 0,0 0-3 15,0-2-10-15,0 2-26 0,0 0-38 0,0 0-35 16,0 0-38-16,0 0-32 0,0 0-29 16,0 0-26-16,0 0-19 0,0 0-11 0,0 0-11 15,0 0-7-15,0 0-5 0,0 2-2 0,0-2-2 16,0 0-8-16,1 0 3 0,-1 0-6 16,0 0-1-16,2 0-6 0,-2 0 2 0,0 0-2 15,2 0-4-15,-1 1 3 0,-1-1-3 0,0 0 15 16,3 1 10-16,-1 1 5 0,1-2 3 15,0 1 2-15,2 1 6 0,-1-1-10 16,1 0-14-16,0 1 18 0,0 0 15 0,1-1 6 0,2-1 2 16,0 2 0-16,0-1 0 0,0-1-20 15,1 2-17-15,-1-2-7 0,0 1-8 0,0-1-2 16,3 0 26-16,-3-1 15 0,0 1 11 16,1-2 1-16,-1 1 1 0,-1-1-2 0,-1 2-24 15,-1-3-15-15,2 1-9 0,-2 2-4 16,0-1-2-16,-2 0-1 0,2-1 0 0,-2 1-2 15,-1 1 1-15,2 0 5 0,-4-2 12 0,2 2 9 16,-2 0 12-16,0 0 11 0,0 0 6 16,-2 0-2-16,1 0-8 0,-4 2-9 0,2-2-10 15,-3 1-10-15,-1 1-6 0,1-2-4 0,-2 1-2 16,-1 0 1-16,-1 1 3 0,2-2 1 16,-3 2 0-16,0-2-1 0,0 1 0 0,0-1-3 15,1 0-4-15,1-1-1 0,0 1-2 0,1 0 0 16,1 0-1-16,2 0 0 0,-1 0 0 15,2 0 0-15,0 0 1 0,3 0-1 0,-1 0 1 16,-1 0-1-16,3 0-2 0,-2 0 0 16,2-2-2-16,0 2 3 0,0 0-3 0,0 0 0 15,2 0 1-15,1 0-2 0,0 0-1 0,2 0 1 16,2 0 2-16,2 0 1 0,-1 0 2 16,1-2 0-16,2 1 1 0,0 0 0 0,-1 1 0 15,1-2-1-15,0 1 0 0,-3 1 0 16,1-2 1-16,-1 1-1 0,-3 1 1 0,0-1 1 15,-2 1 1-15,0 0 1 0,-1 0 1 16,-2 0 8-16,0-2 3 0,-2 2 2 0,-1-2 0 16,0 2-1-16,-4-1-1 0,1 0-6 0,-2-1-5 15,-3 2-2-15,2-2-1 0,-4 0-2 16,0 0-1-16,2 0 0 0,-3 1 0 0,1-1 0 0,1 1 0 16,4-2-1-16,0 3-1 0,1 0-2 15,4 0-4-15,2 0-16 0,2 0-41 0,2 4-79 16,2-1-144-16,3 1-270 0,6 2-310 15,-1-2-372-15,3-1-366 0,3 0-30 0,1-2 670 16</inkml:trace>
  <inkml:trace contextRef="#ctx0" brushRef="#br2" timeOffset="74797.78">17176 12202 16 0,'0'-1'255'0,"0"-1"166"0,0 2 171 15,0-2 6-15,0 2-87 0,0 0-48 0,0-1-22 16,0 1-23-16,2 0-29 0,-2 0-47 0,0 0-52 16,0 0-58-16,0 0-45 0,0 0-36 0,0 0-31 15,0 0-19-15,0 0-22 0,0 0-5 16,0 0-8-16,0 0 5 0,0 0 12 0,0 0 11 15,2 0 12-15,-2 0 5 0,1 0-13 0,-1 1-10 16,0-1-10-16,2 2 9 0,-1 1-6 16,1 1-6-16,-2-2-1 0,3 2-7 0,-3 0-9 15,4-4-25-15,-3 4-15 0,1-1-7 16,-1 1-4-16,1-2-2 0,2 0-2 0,-1 0-3 16,1-1 0-16,1 2-2 0,-2-3 0 0,3 2-2 15,-1-1 3-15,4 0 2 0,-1 1 3 0,0-1-2 16,5 1 3-16,-4 0-2 0,2 0 0 15,0 0-1-15,0-1-1 0,1 1 2 0,0-2-2 16,-1 1 1-16,3-1 1 0,-3 0 0 16,2 0 0-16,-2 0-3 0,-1 0 0 0,-1-1 0 15,0 1 1-15,-4 0 1 0,2-2 3 0,-2 2-2 16,-2 0 2-16,-2-1 18 0,1 1 14 16,0 0 15-16,-2-2 9 0,-2 2 6 0,2-2 1 15,-3 2-16-15,0-1-14 0,-1 0-13 16,-2-1-12-16,-1-1-4 0,-2 2-3 0,1-2-2 15,-3 1-1-15,0 0 0 0,-2-2 1 0,1 2-3 16,-4-2 1-16,2 1 0 0,-2-1 0 16,3 2 1-16,-1 0-2 0,1-1 2 0,1 1-1 15,2 1 0-15,2-2 0 0,0 2 1 0,2 1-2 16,2-1-1-16,0 1-1 0,1-2 1 16,2 2-3-16,-3 0-3 0,4 0 2 0,0 0-1 15,0 0 1-15,4 2-1 0,0-2 3 0,0 1 1 16,2 0 0-16,1 2 1 0,3-3 0 15,-2 1-1-15,1 0 0 0,3 0 0 0,-3-1 1 16,4 0 0-16,-4 0-1 0,2 0 0 16,0 0 1-16,-3-1 0 0,2 0 0 0,-1 0 0 15,-3 1 0-15,-1-3 1 0,0 2-1 0,-2 1 1 16,1-1-1-16,-3 1 2 0,1-2 2 0,-1 2-1 16,-1 0 1-16,0-2 0 0,0 1 2 0,0 0-3 15,-1 1 0-15,-1-2-1 0,2 0 0 16,-1 1-1-16,1 1-1 0,-2-1 0 0,0-1 0 15,2 1 0-15,-1-1-2 0,-1-1 1 16,2 2 1-16,-2-2-1 0,-1-1 1 0,0 2 3 16,-2-1-1-16,-1 0 0 0,2 0 0 15,-5-1-1-15,1 0 1 0,-1 2 0 0,0-2 6 16,1 3 4-16,0-1 2 0,0 1 4 0,3-2-2 16,0 3-1-16,2 0-5 0,2 0-7 15,-1 0-2-15,0 3-2 0,4-2-2 0,0 2 1 16,-1 2 0-16,4-2 1 0,0 1-1 15,1 1 1-15,2-1-2 0,0-1 1 0,1 2 0 16,1-2-1-16,-1 0 2 0,3 0 0 0,-2 0 1 16,1-2 0-16,-1 0 0 0,2-1 0 0,-2 0 1 15,1 0-1-15,-2 0 0 0,0-1 0 0,-3 1 0 16,-3 0 3-16,0 0 0 0,-1 0 0 0,0 0 2 16,-4-1 0-16,0 1-1 0,-2 0-1 15,-3 0-1-15,1 0-1 0,-2-2 0 0,-3 2-1 16,1 0 0-16,-2-1 1 0,1-1 0 15,-1-1 1-15,-1 2-1 0,-2-1 1 0,3-1-1 16,0 1-1-16,1 0 1 0,2 0 0 16,-1 1-1-16,6-1-1 0,-3 2 0 0,4 0-2 15,-1 0-1-15,2 0 0 0,0 0 0 0,4 3 0 16,-2-1 1-16,4 0-1 0,0 0 1 16,0 1-14-16,1 0-36 0,0-1-84 0,1 1-108 15,2-2-198-15,-2 2-302 0,2-2-350 0,0 1-359 16,3 0-124-16,0-1 336 0,-1 0 701 0</inkml:trace>
  <inkml:trace contextRef="#ctx0" brushRef="#br2" timeOffset="77486.33">26896 12012 102 0,'0'0'289'0,"0"0"151"0,0 2 86 0,0-2-77 16,0 0-84-16,0 1-38 0,-2-1-18 16,2 0-2-16,0 0-4 0,0 0 0 0,0 0-6 15,2 0-10-15,-2 0-19 0,1 0-31 0,-1 0-27 16,0 1-31-16,0-1-33 0,0 0-31 15,0 0-24-15,0 0-16 0,0 0-17 0,0 0-8 16,0 2-4-16,0-2-3 0,0 0 0 16,0 0-1-16,2 0-2 0,-2 0 0 0,0 0 5 15,0 0 1-15,0 0-7 0,0 0-7 16,0 0-3-16,0 0-9 0,0 0-7 0,0 0-6 16,0 0-2-16,0 0-5 0,0 0 5 0,0 0-5 15,0 1 0-15,3-1-4 0,-3 0 1 16,1 2 7-16,2-1-6 0,-3 0 4 0,4-1 2 15,-1 2-4-15,-1-1 7 0,1 1-3 0,0 0-2 16,0-1-1-16,2 1-1 0,-1-1 4 0,1 1-4 16,-2 1 0-16,2-2 3 0,0 2 4 15,-2-1-5-15,4 0-2 0,-3 0-1 0,1 1-4 16,0-2 3-16,-1 2-5 0,0-1 4 16,-1-1 0-16,2 2 0 0,-1-3 7 0,-1 4-3 15,2-4 0-15,-2 3-1 0,2-2-1 0,0 1 0 16,0-1-3-16,1 3 5 0,-2-3 5 15,1-1-3-15,0 1 6 0,2 1 1 0,-3-2 0 16,2 0-7-16,-1 0-5 0,0 0 2 16,0-2-5-16,-2 2 2 0,0-1 2 0,2 1 1 15,-1-1 45-15,-2-1 23 0,-1 0 27 16,3 2 19-16,-4-1 16 0,1-1 8 0,-1 2-25 0,0 0-11 16,0-1-19-16,0 1-19 0,-1-3-17 15,1 3-15-15,-4 0-11 0,0-2-8 16,-1 0-6-16,1-1-1 0,-1 2-2 0,-2 0 1 0,2 0-1 15,1-2-1-15,-2 2 0 0,-1 0-1 16,2-1 1-16,1 0 0 0,-3 1 0 0,1 0 3 16,0-1 5-16,1 0 0 0,-1 1 2 15,-1 0 1-15,1 1-1 0,0-2-3 0,-1 1-3 16,1-1-2-16,0 2-1 0,0-1-1 16,-1-1 2-16,2 1-2 0,1 1 1 0,-1-2 1 15,2 0 2-15,-1 2-1 0,0 0-1 0,1-1 0 16,1 1-2-16,1-2 0 0,-1 2-2 15,0 0 3-15,1 0-2 0,1 0 0 0,-2 0 0 16,1 0-1-16,1-1 0 0,0 1-2 16,-2 0 1-16,2 0 0 0,0 0-1 0,0 0 0 15,0 0-1-15,0 0-1 0,2 0-1 16,-2 1-2-16,1-1 0 0,1 2 2 0,3-1 0 16,-1 1 1-16,6 0 3 0,-1 1 0 0,2-2 1 15,3 2 1-15,1-1 0 0,0 0 0 16,3 2 1-16,1-3-2 0,1 2 0 0,-2-1 0 0,1 0-1 15,-2 1 0-15,2-1 0 0,-3-1-1 16,1 2 0-16,-1-3 1 0,-5 2 0 0,2 0-1 16,-4-2 1-16,-1 0 0 0,-1 3 0 15,-2-2 0-15,-1-1 0 0,1 0 2 0,-4 2-1 16,1-2 1-16,-1 1 1 0,-1-1 1 16,0 0 1-16,-3 2-2 0,2-2-1 0,-4 0 1 15,2 0-1-15,-2-2-2 0,0 2 0 16,1-1 1-16,-4-1 1 0,0-2-1 0,-2 4 1 15,1-4 0-15,-3-1 0 0,0 0-2 0,-3 0 1 16,2-1-1-16,-2 1-1 0,0-1 1 16,0-1-1-16,0 2 0 0,0 1 1 0,1-1 0 15,3 2 0-15,-3 0 0 0,4 1-1 0,-1-1 2 16,2 3-2-16,-1-1 1 0,4 1 0 0,0 0-1 16,0 0 1-16,2 0 0 0,1 0-2 15,2 0 1-15,-3 0 1 0,3 0-1 0,-1 0-1 16,2 0-1-16,-1 0 1 0,1 0 0 15,0 0-1-15,1 1 0 0,1 1 1 0,-1 1 1 16,3 0 0-16,0 0 1 0,1 0-1 0,1 1 1 16,1 1 0-16,-1-1 0 0,1 1 0 15,2-2 0-15,-1 1 0 0,-2 0-1 0,2 0 1 16,0-2-1-16,0 2 1 0,-2-2-1 16,-1 1 0-16,1-1 1 0,-1-2 1 0,-2 1-1 15,-2-1 1-15,3 3 2 0,-4-3 0 0,1 0 0 16,-1 0 2-16,-1 0-1 0,-1 0 0 15,-1-3-1-15,0 2 1 0,-3 0-3 0,-2-3-1 16,1 3 1-16,-2-2-1 0,0 0 0 16,-3-2 0-16,3 3 0 0,-4-3 0 0,0 1-1 15,1-3 1-15,-1 3 0 0,0-1 0 16,3 0-1-16,-2-1 1 0,4 3 2 0,-1-2-2 0,4 1 1 16,1 4-1-16,-1-2 0 0,1 0-1 15,1 2-3-15,2-3 1 0,1 3 0 0,-3 0-3 16,1 0 1-16,4 0 1 0,1 3 0 15,-2-3 0-15,2 4 0 0,2-1 1 0,3 1-4 16,-3 1-26-16,4 0-71 0,-1 1-76 0,-1-2-148 16,-2 0-268-16,1 0-327 0,2 0-348 15,-2 0-225-15,-1-2 25 0,0-1 611 0</inkml:trace>
  <inkml:trace contextRef="#ctx0" brushRef="#br3" timeOffset="84187.02">13964 4035 143 0,'-2'-3'410'0,"2"1"233"0,-1 1 199 0,1 1-110 16,-2-1-137-16,2 1-81 0,0 0-61 15,0 0-66-15,0 0-70 0,0-2-66 16,0 2-52-16,0-2-28 0,0 2 4 0,0 0 20 15,0 0 26-15,0 0 3 0,0 0-9 0,0 0-25 16,0 0-33-16,0 0-33 0,0 0-30 0,0 0-15 16,0 0-13-16,0 0-6 0,2-1-9 15,-2 1-5-15,0 0-6 0,0 0-6 0,0 0-5 16,1 0-4-16,-1 0-2 0,0 0-6 0,2 0-2 16,-2 0-2-16,0 0 1 0,0 0-1 15,0 0 0-15,0 0 0 0,0 0 0 0,0 0 1 16,0 0-2-16,0 1-1 0,0-1-2 15,0 0 0-15,0 0-1 0,0 0-4 0,0 2 0 16,2-2-2-16,-2 0 0 0,2 2 0 0,-2-2-1 16,0 2 0-16,4 4-1 0,-3 0 1 0,1 5 0 15,-1-1-1-15,1 5 1 0,1 2 0 16,-1 2 0-16,-1 5-1 0,1 2 0 0,1 2 0 16,-1 3 0-16,-1 1-1 0,1 3 0 15,-2 1 0-15,0-2-1 0,2 1 0 0,0-2 0 16,0-2 0-16,0-5 1 0,-2-4 0 15,1-2-1-15,-1-5 1 0,0-3-1 0,2-3 0 16,-2-4 1-16,0-1-1 0,0-6 2 0,-2-4 0 16,2-5 1-16,0-6 0 0,0-3 1 0,2-5 0 15,-2-5 0-15,1-2 1 0,1-2-2 0,-2-5 2 16,2-2-3-16,-1 1 1 0,2-3-1 16,2 3-1-16,-2 1 0 0,5 3 0 15,-2 1 0-15,1 6 0 0,1 0-1 0,1 6 1 16,2 0 0-16,1 4 0 0,-2 0 1 0,3 5 0 15,0 0 0-15,3 2 0 0,-2 1 0 0,3 4 0 16,0 3-1-16,-1-1 1 0,2 2 0 16,-4 3 1-16,3 0 0 0,-2 3 1 0,-1 2 1 15,-2-1 0-15,-2 3 2 0,-1 2-2 16,-4 2 2-16,-2 3-1 0,-1 2 1 0,-5 0-2 16,-2 4 1-16,-3 1-2 0,-3 0 0 0,0 3-1 15,-5 1 0-15,0 2-1 0,-3 0 0 16,-3 1-2-16,3 2 0 0,-3-2 0 0,0-2-1 15,3 2 0-15,0-3 1 0,5-1 1 16,0-1-2-16,4-4 2 0,2-1 1 0,2-1-2 16,5 0 2-16,-1-3-1 0,4 1 1 0,2-1-1 15,2-1-1-15,2-2 1 0,4-1-2 0,0-1-1 16,2-1 0-16,3-2 1 0,1-2-2 16,3-1 1-16,1-2-1 0,0-1-7 0,3-2-18 15,2-3-36-15,1-2-80 0,-1-2-105 16,0-5-180-16,0 1-293 0,-1-2-342 0,1-2-366 15,-4-1-165-15,1-1 257 0,-2-2 680 0</inkml:trace>
  <inkml:trace contextRef="#ctx0" brushRef="#br3" timeOffset="84751.11">14625 4200 33 0,'0'13'567'16,"-2"6"496"-16,0 2 206 0,-1 2-65 0,2 5-278 15,1 3-276-15,0 0-196 0,1 1-106 16,-1-1-69-16,3-3-60 0,2 0-76 0,0-6-63 15,2-2-35-15,0-5-19 0,4-4-8 0,1-4-4 16,-2-6 1-16,3-3-1 0,0-8-1 16,3-3-2-16,-2-4-2 0,2-5-1 0,-4-5-4 15,2-3-1-15,-1-1-2 0,0-5 0 0,-5 2 0 16,-2-1 10-16,-3 1 8 0,-1 3 4 16,-5-1 5-16,-4 4 1 0,-1 0 2 0,-6 0-8 15,-2 4-6-15,-1 3-6 0,-2 2-2 0,-2 3-3 16,-1 5-1-16,2 2-2 0,1 6-1 15,-2 3-1-15,5 1-1 0,1 6-2 0,3 1-1 16,0 1-1-16,4 2-2 0,3-1-11 0,4 1-22 16,-1-2-45-16,4 0-67 0,-1-1-60 15,4-4-76-15,1 0-95 0,4-2-99 0,-1-2-55 16,4-2 10-16,3 0 7 0,1-3 46 16,2 0 92-16,3 1 109 0,-1-2 95 0,4-1 86 15,-1 2 76-15,1-3 72 0,3 2 69 16,-1-1 72-16,3-3 75 0,0 3 61 0,0-2 27 15,0 3-16-15,-4-1-31 0,3 3-26 0,-4-2-9 16,-2 6-5-16,1 0 3 0,-5 2-5 0,-2 2-12 16,-1 0-18-16,-5 3-37 0,-1 1-43 15,-4 2-38-15,-3 4-27 0,-3-1-20 0,-3 6-12 16,-2 2-10-16,-3 2-7 0,-6 4-9 16,0 2-6-16,-5 2-5 0,1 4-4 0,-2 2-5 15,0 0-4-15,2 0-2 0,1-1-3 0,2-2-2 16,1-1-2-16,5-1-2 0,2-4-2 0,3-2-1 15,2-1-1-15,4-3-1 0,-1-3-1 16,6-4-2-16,1-3 0 0,4-5 0 0,-1-2-9 16,5-4-16-16,1-2-32 0,-1-4-77 0,2-2-98 15,-1-4-165-15,-1 1-290 0,1-5-338 16,1 2-371-16,1-1-189 0,-2-2 177 0,2-1 666 16</inkml:trace>
  <inkml:trace contextRef="#ctx0" brushRef="#br3" timeOffset="85438.06">15438 4200 39 0,'0'-9'562'0,"-4"2"488"16,3 1 219-16,-3-1-13 0,3 1-289 0,-1 2-285 16,1-3-202-16,-1 4-119 0,0-4-74 15,2 3-75-15,0-2-75 0,0 1-49 0,0 1-26 16,2-1-15-16,0 2-9 0,-1-1-6 15,-1 1-5-15,2 0-5 0,-1 0 0 0,1 2-1 16,1-1-1-16,-3 0-1 0,2 2 0 0,0-1-1 16,-2 1-1-16,0 0-2 0,1 1 2 0,-1-1 1 15,0 4 1-15,0 2 0 0,-1 3-1 16,1 5 0-16,-4 5-3 0,1 3-2 0,-2 6-4 16,2 3-2-16,-2 5-3 0,2 3-2 15,-3 4-1-15,5 2-1 0,1 2 1 0,0 0 0 16,1-2-1-16,2-4 0 0,3-5-1 15,-1-4-1-15,1-4 0 0,3-9-2 0,0-5 1 16,-1-7 0-16,0-7 2 0,1-7 0 0,0-5-2 16,0-9 2-16,-1-5 0 0,2-5 1 15,-3-5 2-15,-1-3-1 0,-1-3 2 0,1-3 0 16,-4 0-2-16,0-1 1 0,-2 0 0 16,-2 1-2-16,2 2 1 0,-2 2 1 0,-1 3-1 15,0 7 0-15,1 4 1 0,1 6 0 0,-1 5 1 16,1 5-1-16,-1 4 0 0,0 7-1 0,1 4-1 15,-1 7 2-15,0 2-1 0,2 8 0 16,0 2 0-16,0 5 1 0,0 5-1 0,2 2-1 16,-2 1-1-16,3 3-1 0,1-2 1 0,-1 1-1 15,3-5-2-15,1-3 0 0,3-6-1 16,0-5 2-16,1-5 0 0,3-7 1 0,-1-7 0 16,4-7 2-16,-2-7 1 0,2-9 0 15,-1-2 0-15,1-7 0 0,-1-1 1 0,-2-2-1 16,1 2 0-16,0 0 0 0,-2 3 0 15,-1 3-2-15,-2 3 1 0,1 4 0 0,-2 5-1 16,1 3 0-16,-3 2 0 0,2 6 1 0,-5 2 1 16,1 4 1-16,0 5 0 0,-2 3 1 15,1 5 0-15,-3 4 0 0,-1 5-1 0,2 1 1 16,-2 0-2-16,0 6 0 0,-2 0 0 16,2 2-1-16,0 0-2 0,-1 3-1 0,1 0 0 15,0-3-1-15,0 1-1 0,1-2 1 0,2-4-9 16,-1-2-21-16,4-4-55 0,-5-2-90 0,3-4-184 15,-1-1-280-15,2-2-340 0,0-2-418 16,-1 0-322-16,2-2 133 0,1-2 839 0</inkml:trace>
  <inkml:trace contextRef="#ctx0" brushRef="#br3" timeOffset="86100.39">17821 4159 34 0,'9'-13'560'0,"0"2"499"0,-4 1 240 16,-1-2 36-16,0 3-318 0,-4 1-323 15,-2 1-201-15,-2 0-114 0,0 2-75 0,-2-1-95 16,-2 4-67-16,-2 2-43 0,1 2-26 0,-2 3-15 16,0 3-11-16,-2 6-6 0,0 2-2 0,1 7 1 15,-1 4-2-15,2 4-3 0,-1 6-4 16,2 4 0-16,-1 4-2 0,3 4 1 0,0 4 0 16,3 1-1-16,1 4-13 0,0-5-16 15,2 0 0-15,4-1 0 0,2-4 0 0,0-2 0 16,4-4 0-16,2-4 0 0,2-4 0 15,0-3 0-15,2-4 0 0,0-4 0 0,2-3 0 16,-2-3 0-16,2-4-8 0,-2-2-61 0,2-4-78 16,-3-2-135-16,-1-3-254 0,-1-3-315 15,-1-1-399-15,-2-3-467 0,1 0-102 0,-3-2 658 16</inkml:trace>
  <inkml:trace contextRef="#ctx0" brushRef="#br3" timeOffset="86834.31">18468 4413 37 0,'3'-4'554'0,"1"2"493"15,-3-1 221-15,-1 3-54 0,2-1-307 0,-1 1-266 16,1 0-192-16,0 0-107 0,-1 1-65 0,1 2-53 15,0 3-60-15,-2 2-51 0,1 5-26 16,1 4-18-16,-1 4-5 0,2 2-8 0,-1 4-6 16,-2 5-4-16,1 0-7 0,-1 4-6 0,2 1-8 15,-2 1-7-15,1-3-6 0,-1 3-5 16,0-5-4-16,2-2-2 0,0-1-1 0,-2-6-2 16,1-1-1-16,-1-6-2 0,0-4 1 15,0-3 0-15,0-4 1 0,0-3 0 0,0-4-3 16,0-5-9-16,0-4-15 0,-1-4-29 15,-1-4-59-15,0-1-67 0,-2-1-80 0,-2-4-135 16,-1 2-184-16,1-4-297 0,-1 4-237 0,3-3-201 16,-6 1-27-16,4-1 410 0,-2 0 500 0</inkml:trace>
  <inkml:trace contextRef="#ctx0" brushRef="#br3" timeOffset="87202.43">18326 4285 46 0,'0'-4'538'0,"0"1"450"0,2 0 210 0,-2 3-59 16,1 0-373-16,-1 0-267 0,2 4-126 0,0 2-72 15,2 1-26-15,2 3-27 0,-1 2-17 16,3 3-31-16,2 1-48 0,0 2-30 0,0 3-25 16,1 2-12-16,3-1-14 0,-1 3-8 15,1 0-9-15,-1 0-9 0,4-1-8 0,-4-3-8 16,3 0-7-16,-4-1-3 0,1-3-4 0,1-4-4 15,-2-1-2-15,-2-3 0 0,-2-2 0 16,0-2 2-16,0-4 3 0,1-4 0 0,-2-3 0 16,-1-4-1-16,2-5-1 0,2-4-4 0,-2-1-3 15,-2-6-1-15,0-1-1 0,4-3 0 16,-4-3 0-16,2-1-1 0,-1 1-1 0,2 1-1 16,-1 1 0-16,-2 3-2 0,1 6 0 15,0 1-3-15,-2 5-1 0,-2 4-2 0,2 3-10 16,0 3-14-16,0 6-36 0,-2 2-73 0,-2 3-82 15,4 3-148-15,-2 4-228 0,0 1-317 0,0 1-323 16,4 2-206-16,-1 0 14 0,3 0 526 16</inkml:trace>
  <inkml:trace contextRef="#ctx0" brushRef="#br3" timeOffset="87618.14">19001 4195 211 0,'-1'-9'771'0,"-3"1"414"0,-1 1 105 16,4 3-138-16,-1-1-336 0,2 2-267 15,0 1-165-15,0 2-97 0,2 2-65 16,1 0-68-16,0 4-62 0,5 1-22 0,-1 3-7 16,4 1 2-16,0 4-4 0,0 2 0 0,5 2 1 15,-2 3-7-15,3 2-6 0,-1 5-8 16,2 0-7-16,0 5-6 0,-2 2-5 0,3 3-4 16,-4 2-6-16,-1 2 0 0,-2 4-3 15,-4 1-2-15,2 4-1 0,-7 0-3 0,0 4-1 16,-1-1 0-16,-4-5-3 0,0 1 0 0,-1-2-1 15,2-5-1-15,-5-2 0 0,1 0-1 16,-2-5-1-16,-1-2-1 0,0-3 1 0,-1-2-2 16,0-5-10-16,-1-2-20 0,-2-5-54 0,-1-2-85 15,0-4-162-15,1-4-270 0,-1-2-321 0,0-1-386 16,4-4-310-16,-4-2 49 0,5-1 717 16</inkml:trace>
  <inkml:trace contextRef="#ctx0" brushRef="#br3" timeOffset="90084.01">10321 9840 77 0,'0'1'332'0,"0"1"193"16,0-1 180-16,0-1-48 0,0 0-92 16,0 0-54-16,0 0-30 0,-2 0-28 0,2-1-43 15,0 1-67-15,-1-2-70 0,1 2-45 16,0 0-12-16,0 0 8 0,0 0 3 0,-2 2-3 15,2-2-16-15,0 0-30 0,0 1-45 0,-1-1-43 16,1 0-35-16,0 2-24 0,0-2-13 16,0 0-10-16,0 0-4 0,0 1-5 0,0-1-4 15,1 0 1-15,-1 2 0 0,3-2 0 0,-1 2 0 16,1 0 0-16,0 0 2 0,3-1-1 16,-1 0-1-16,3 1 1 0,-1 1 1 0,-1-2 2 15,5-1-2-15,-3 2 1 0,0-2 1 16,3 2 1-16,-3-2 0 0,-2-2 0 0,2 2 3 15,0-2-2-15,-4 2 2 0,1-1 6 16,-3 1 7-16,1 0 10 0,0-3 7 0,-3 3 9 16,0-2 3-16,0 1-1 0,-1 0-2 0,-1-1-8 15,-3 0-7-15,2 1-5 0,-3 0-5 0,-2 1-5 16,0-2-5-16,0 2-2 0,0 0-3 16,-3 0 0-16,3 0 0 0,-1 0 0 0,-1 0 0 15,2 0-1-15,2 2 0 0,1-2-2 16,0 0 0-16,-1 1-3 0,5-1 0 0,-1 1-2 15,1-1 0-15,1 2-2 0,1 0 1 0,1-1 2 16,1 2 0-16,3 1 0 0,0 0 1 16,-1-3 1-16,2 0 0 0,-1 4 0 0,3-5 0 15,-1 0 1-15,0 0 0 0,-1 0 1 16,0-3 0-16,1 1 0 0,-3 1 1 0,0-2 3 16,-2 1-2-16,0 0 2 0,-1 0 1 0,1-1 1 15,-2 2 0-15,-2-1-2 0,-2 0 2 16,1 0-2-16,-1 0-1 0,-2 1 0 0,0-1-3 15,-1 1-3-15,1-1-13 0,-2 2-46 16,0 0-77-16,-1 2-149 0,2 1-270 0,1 2-310 16,-1 0-375-16,6 2-343 0,0 1-23 0,6 0 668 15</inkml:trace>
  <inkml:trace contextRef="#ctx0" brushRef="#br3" timeOffset="91834.08">17591 12256 128 0,'0'0'227'0,"0"0"45"0,2 0-13 16,-2 0-36-16,0 0-28 0,1-1-16 0,-1-1-11 15,0-1 0-15,2 1 3 0,-1 0 10 0,-1 0 16 16,0-1 17-16,0 2 17 0,0 0 10 0,0-1 11 16,0 0-2-16,0 2-6 0,2-1-13 15,-2 1-17-15,0 0-19 0,3 0-22 0,-2 1-17 16,-1-1-25-16,2 2-19 0,-2-2-25 15,1 0-12-15,-1 0 6 0,2-2 11 0,0 2 7 16,-1-1 0-16,3 1 2 0,0 0 17 0,3-1 5 16,2 1-9-16,1 0-11 0,-1 1-3 15,2-1-6-15,2 1-22 0,0 1 4 0,2 0 10 16,1-1 6-16,-2 0-1 0,1 1-6 16,-1-1-5-16,-1 1-26 0,-3-2-25 15,2 1-14-15,-4 0-8 0,1-1-2 0,-3 2-1 0,-1-2 1 16,-2 2 19-16,0-2 16 0,1 0 18 15,-4-2 11-15,0 2 6 0,-2-2-2 0,-1 2-18 16,-2-1-12-16,0 0-17 0,-4 1-10 16,1-2-8-16,0 2-4 0,-2 0-1 0,-2 2-1 15,1-2-1-15,-2 1 0 0,0 0 0 0,2-1 0 16,-3 2-1-16,5 0 1 0,-1-1-1 16,1 1-1-16,2-2 0 0,1 0 0 0,1 1 0 15,2-1-1-15,-1 0-1 0,2 0 0 16,0 0 0-16,2 2-1 0,0-2-1 0,0 1 1 15,2-1 1-15,2 0 1 0,0 0 2 0,0 0 0 16,1 0 0-16,0 0 1 0,1 0 0 0,-1 0-2 16,1 0 1-16,1-1-1 0,-4 1 3 15,-2-2 0-15,1 2 1 0,0 0 1 0,-1-1 2 16,-2 1 0-16,-1 0-1 0,0-2-1 16,-1 1 0-16,-2-1-3 0,1 0-1 0,-4 2-1 15,3 0-2-15,-1-1-1 0,-1 1-2 0,3 0-3 16,0 1-17-16,-2-1-47 0,5 4-67 15,-1-1-81-15,1 1-149 0,2 1-239 0,2 1-314 16,5 0-282-16,2 0-202 0,-1 1 43 16,5-5 521-16</inkml:trace>
  <inkml:trace contextRef="#ctx0" brushRef="#br3" timeOffset="94017.43">27400 12049 62 0,'0'2'223'15,"-2"-2"89"-15,1 1 28 0,1 0-29 16,-2 2-42-16,2-2-39 0,-3 0-18 0,3-1-6 16,0 1 1-16,-1 2 1 0,1-3 2 15,0 0 0-15,-2 2 2 0,2-2 2 0,0 0-7 16,0 0-20-16,0 0-25 0,0 0-34 0,0 0-32 16,2 0-30-16,-2 0-25 0,0 0-19 15,1 0-9-15,-1 2 33 0,3-2 48 0,-1 0 24 16,1 0 11-16,-2 0 7 0,3 0 22 15,-3 0-9-15,2 0-35 0,1 0-16 0,-3 0-2 16,3 0 8-16,-1 0-17 0,3 3-19 0,-3-3-9 16,2 0-6-16,0 1-9 0,-1-1-17 0,3 0-14 15,-1 2-9-15,0-2 1 0,1 0-2 16,-3 0-8-16,3 0 0 0,0 0 5 0,-2-2 3 16,0 2 0-16,0 0 1 0,0-1 3 15,-4-2 0-15,2 3 36 0,1 0 39 0,-2 0 43 16,0 0 36-16,0 0 29 0,-2-2 12 0,0 2-26 15,0-2-32-15,-2 2-36 0,-2-3-32 16,0 2-28-16,0 0-19 0,-1 0-14 0,-2-3-6 16,-1 3-5-16,-1-1-1 0,1 2 1 15,-2-2-4-15,1 2 1 0,1-1 1 0,-1 1 0 16,1-1 0-16,-1 1 0 0,2 0 0 0,1 0 0 16,1 0 2-16,0-2-3 0,1 2 0 15,1 0 1-15,-1 0-1 0,3 0-1 0,-1 0-2 16,0-2 1-16,2 2-4 0,2 0-1 15,0 0 1-15,1 2 2 0,2 0-1 0,2-2 1 16,3 2-1-16,1 0 3 0,1 1 1 0,1-2-3 16,1 3 1-16,1-3 0 0,0 3 3 0,0-4-1 15,-2 4 0-15,-1-4 1 0,-1 0 0 16,-3 0 0-16,1 0-2 0,-2 3 1 0,-2-3 1 16,-2 0 2-16,0 0 14 0,-1 0 7 15,-2 0 7-15,-2 0 0 0,-1-3-1 0,0 3-2 16,-4-4-11-16,2 1-8 0,-1 1-4 15,-2-2-3-15,0 0 1 0,-1 0-2 0,0-2 0 16,-1 1 0-16,0-3-1 0,-2 1 1 0,2 2-1 16,1-3 0-16,-2 2 1 0,3 0 1 0,2 1 1 15,1 3-1-15,1-2-2 0,1 3-2 16,2 0-1-16,-2 1-2 0,6 1-2 0,-2 1 1 16,2 5 1-16,2-3 0 0,2 4 1 15,-1-2 2-15,3 1 0 0,1 0 2 0,0 0-1 16,0-1 1-16,0-1 1 0,1 0 0 0,2 0 0 15,-4-3-1-15,2 2 0 0,0-3 1 0,-3 0-1 16,2-1 0-16,1 0 1 0,-5-1 0 16,0 0 0-16,-1 0-2 0,2-3-1 0,-6 1-4 15,5 1-17-15,-6 0-42 0,2-2-73 0,-4 2-97 16,-2-3-171-16,1 2-296 0,0 2-328 16,-2-3-314-16,1 4-175 0,0-1 220 0,0-1 639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1-08T08:10:51.62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27465 3060 181 0,'1'-2'379'0,"3"2"175"16,-4 0 71-16,0 2-97 0,0-2-97 15,0 0-44-15,-2 1-12 0,0 1-1 0,1-1-9 16,-3 2-27-16,1 0-36 0,-1 2-37 0,-1-1-46 16,0 2-34-16,-3 3-10 0,2 1 15 15,-2 3 11-15,0-1-3 0,-1 1-14 0,1 2-16 16,-1-1-35-16,-1 4-38 0,2-2-34 0,-3 0-20 15,1 4-12-15,2-2-9 0,-2 2-3 16,2 2-8-16,0 0-1 0,-2 1 0 0,-1 1-1 16,2 2-2-16,-1-1 1 0,-1 2-1 15,2-2 0-15,0 0-2 0,0-2 2 0,1-3-1 16,3 0 0-16,1-5 0 0,-1-3-2 0,2-2-2 16,1-2-3-16,-1-4 2 0,6-1 0 15,-1-4 3-15,2-4 1 0,6-6 1 0,1-5 2 16,5-5-2-16,4-6-1 0,1-4-5 0,4-4 7 15,2-4 4-15,2-3-4 0,-3 1 0 0,3-3 1 16,-2 1 1-16,-2 3-5 0,-1 2 0 16,-2 4 3-16,-3 0 2 0,-2 5 5 0,-4 2 0 15,1 4 5-15,-4 4 5 0,-4 4 10 0,0 5 8 16,-1 1 0-16,-3 1 1 0,-2 6 1 0,-4 0-6 16,-3 6-8-16,-3 4-11 0,-3 5-3 0,-2 5-1 15,-4 4-4-15,-2 6-9 0,-2 3-4 16,-4 5-1-16,-2 6 0 0,4-1-1 0,-4 6 0 15,1-2 10-15,1 5 6 0,2-1 3 0,0 0 2 16,4 0 0-16,-1-2-1 0,5-1-6 16,0-6 3-16,7-4 0 0,2-8-1 0,1-3 0 15,7-7-5-15,3-7-3 0,2-7-6 0,8-10-3 16,3-8-1-16,2-13-2 0,8-9 5 16,3-7 2-16,7-8 6 0,2-6 3 0,3-4 2 15,1-2 0-15,3 1-5 0,-6 2 0 16,1 6-6-16,-7 3-3 0,-5 8-3 0,-4 5 2 15,-3 8 4-15,-6 6 3 0,-3 6 1 0,-4 4 1 16,-5 6 1-16,-5 5-1 0,-3 7 3 0,-4 7 1 16,-8 4 1-16,-4 10 2 0,-5 5 2 15,-2 7-3-15,-4 2-7 0,-2 7-2 0,-4 4-2 16,2 4-3-16,-1 3 3 0,1 1 7 0,2 1 4 16,3-1 7-16,2-3 5 0,6-1-4 0,2-6-5 15,7-5-7-15,4-6-1 0,4-9-7 16,6-6-1-16,6-6 7 0,6-12 0 0,2-8 5 15,6-13 2-15,6-7-4 0,0-12-2 0,9-7-2 16,3-7-4-16,0-4-3 0,5-2-3 16,-4-2 4-16,0 2-2 0,0 4 0 0,-6 5 2 15,-3 3 7-15,-4 8-1 0,-6 4 6 0,-3 7 5 16,-6 6-4-16,-2 4-3 0,-6 6-5 16,-5 8 2-16,-6 7-6 0,-5 9-3 0,-7 5 2 15,-5 8 8-15,-5 9 3 0,-4 3-1 16,-1 8-3-16,-3 2 0 0,-2 5 6 0,2 3-5 15,0 1 0-15,3-2 0 0,3-2-1 0,5-5-1 16,7-3-5-16,7-7-2 0,5-5-5 0,6-9 8 16,7-8 5-16,6-9 2 0,7-10-1 15,4-14 2-15,7-9 2 0,5-14-2 0,5-7-7 16,4-9-4-16,3-4 2 0,0-6-3 0,3 4-1 16,-3-2-2-16,-2 5 4 0,-4 6 3 15,-6 4 0-15,-3 8 3 0,-6 7 0 0,-6 4 2 16,-3 8 1-16,-7 6-1 0,-4 5 1 0,-7 7 0 15,-6 10 0-15,-4 5-1 0,-10 11-1 16,-5 6 0-16,-7 6-1 0,0 9 6 0,-6 4 0 16,-2 1 2-16,0 6 1 0,3 0 0 0,0-2 1 15,4 0-3-15,3-1-1 0,7-6-3 16,7-7-2-16,6-5-1 0,9-10-3 0,7-8-3 16,9-12-1-16,4-9 0 0,9-11 5 0,4-13-2 15,6-11-1-15,6-8 1 0,6-10-2 16,3-3 1-16,1-4-4 0,-1 1 3 0,-3 1 2 15,-3 4 1-15,-4 7 5 0,-7 2 3 0,-2 10 4 16,-7 5 0-16,-5 7 1 0,-5 7 1 0,-4 4-3 16,-6 8-7-16,-6 8-3 0,-4 6-2 15,-8 9-1-15,-7 8-1 0,-6 8-1 0,-5 9 4 16,-6 5 2-16,-7 6 5 0,0 6 2 16,-5 5 1-16,1 2 8 0,-2 4 7 0,4 2 4 15,2-3-2-15,6-2-2 0,8-7-2 0,8-9-11 16,10-9-6-16,9-12-5 0,11-12-2 0,9-14 0 15,7-13 1-15,8-12 0 0,7-13 0 16,9-12-2-16,6-9 0 0,-1-8-3 0,2-2 1 16,0-1 1-16,-3-1 0 0,-4 2 6 15,-3 5 4-15,-5 3 2 0,-4 10 0 0,-8 6 2 16,-5 6 2-16,-6 10-2 0,-4 5-3 16,-7 9 0-16,-3 5 0 0,-9 9-5 0,-4 9-3 15,-9 8-2-15,-2 7-1 0,-9 10 1 0,-4 5-2 16,-6 7 4-16,-6 8 7 0,-2 4 8 0,-3 5 3 15,-1 5 5-15,0 0 3 0,4 0 0 0,5-4-2 16,9-8-9-16,7-5-2 0,11-11-5 16,9-13-2-16,9-8-2 0,11-13-1 0,7-14-1 15,10-13-1-15,8-13 2 0,7-12-4 16,4-11-1-16,6-6-2 0,-3-6 1 0,5-2 4 16,-3-1-2-16,-2 3 4 0,-4 4 2 0,-6 7 2 15,-6 8 0-15,-6 8-3 0,-6 10-1 0,-6 5 1 16,-6 10 0-16,-6 5 1 0,-2 11 1 15,-9 7 1-15,-8 11-4 0,-3 10-2 0,-7 7-1 16,-7 9-1-16,-7 6 4 0,-2 10-1 0,-7 4 4 16,-2 5 8-16,-4 3 6 0,2 3 4 15,4 0-2-15,2-1-1 0,9-6-1 0,10-10-7 16,9-12-4-16,9-10-5 0,14-13 0 0,9-14-2 16,11-17 1-16,7-14-2 0,9-13-1 15,5-12 1-15,5-11-1 0,1-5 2 0,-2-3-1 16,0 0 2-16,-1 2 2 0,-8 7-1 15,-4 3 1-15,-4 6-1 0,-8 7 1 0,-3 8-1 16,-7 6 1-16,-3 6-1 0,-5 7 0 0,-4 7-1 16,-7 7 0-16,-2 9-1 0,-10 8 1 0,-2 8 0 15,-10 8 1-15,-2 6-1 0,-4 7 0 16,-4 3 1-16,-3 5 1 0,1 4 0 0,0 2-2 16,1 0-2-16,4-1 0 0,6-7-3 15,8-6 3-15,11-11-1 0,8-9 3 0,8-12 2 16,10-12 0-16,6-13 1 0,7-10-4 0,7-11-4 15,2-11 1-15,1-5 2 0,1-4 1 16,-4-2 2-16,-1 1 2 0,-2 2 3 0,-7 1-6 16,-1 4-2-16,-5 6-2 0,-5 5-2 0,-1 9 1 15,-5 3-1-15,-3 6 6 0,0 5 4 16,-7 8 1-16,-2 6 1 0,-7 7-1 0,-1 8 0 16,-6 6-3-16,-4 7-4 0,-4 6 0 15,-1 4 0-15,-5 7 0 0,-1 3 2 0,0 0 3 16,2 3 0-16,-1 0 1 0,7-6 1 0,5-1-3 15,4-8-2-15,10-10-2 0,6-7-1 0,7-11-1 16,7-10-1-16,5-12 1 0,2-10 1 16,6-10 1-16,5-7 1 0,-4-7 2 0,2-4 1 15,-2-5 0-15,-3-3-2 0,-4 1-3 16,0 0-2-16,-2 1-1 0,-5 1 0 0,-1 7-2 16,-5 7 5-16,-2 5 1 0,-2 9 6 0,-7 4 1 15,0 9 2-15,-5 5 1 0,-4 7-1 0,-4 10-1 16,-3 8-3-16,-3 6-3 0,-5 7 0 15,-1 5-2-15,-2 5 0 0,-3 3 1 0,0 1-1 16,2 3 0-16,1 0 0 0,1-1 2 16,4-6-2-16,5-5 0 0,9-6 0 0,7-11 0 15,4-10-2-15,11-10 1 0,2-12 2 0,7-12 1 16,4-6 0-16,2-11-1 0,1-4 0 16,-2-5-1-16,-1-2-1 0,-4-1-1 0,-2 0 0 15,0 1 2-15,-8 5 0 0,1 6 0 16,-6 5 2-16,-3 6 0 0,-5 7 0 0,-2 9 0 15,-5 6 0-15,-3 10 0 0,-5 7 1 0,-3 7-1 16,-5 12 0-16,-2 6 1 0,-5 8 0 0,-4 6 0 16,0 6 0-16,-2 3 0 0,-4 5-1 15,0 5-2-15,2-1 1 0,1 0 1 0,5-5-1 16,4-3-1-16,7-11 0 0,4-7-4 16,9-6-15-16,4-12-24 0,4-7-49 0,7-10-80 15,1-10-139-15,3-7-215 0,1-4-310 0,0-7-372 16,0-1-342-16,-2-3-99 0,-4-2 504 0,-3 2 676 15</inkml:trace>
  <inkml:trace contextRef="#ctx0" brushRef="#br0" timeOffset="3533.34">26776 4324 24 0,'0'0'225'0,"0"0"130"16,0 0 101-16,0 0-45 0,0 0-78 16,0 0-94-16,-2 0-37 0,2 0-58 0,0 0-35 15,0-1-31-15,0-1-15 0,0 1 22 0,0-2 6 16,0 1 90-16,2-2 82 0,-2 4 62 16,0-2 46-16,1 0 22 0,-1-1-15 15,0 2-60-15,-1 1-55 0,1 0-36 0,0 0-17 16,-2 0-5-16,2 1-5 0,-2 2-14 0,1 1 6 15,-2 3-22-15,-1 4-34 0,-2 2-32 0,-2 5-21 16,-3 4-11-16,2 3-25 0,-3 3-12 0,0 2-3 16,1 5-4-16,-3 1 3 0,-1 1 0 15,1 4 0-15,1 1-4 0,1-1-5 0,-2-2-5 16,2-1-13-16,3-3-7 0,3-5-4 16,3-5 9-16,3-4 3 0,1-5 4 0,6-6 1 15,3-7 0-15,5-11 0 0,4-7-6 0,3-9-3 16,3-7-1-16,7-10-2 0,4-6-4 0,4-3 1 15,-1-6-2-15,7-1 1 0,-3 0-1 16,0 2 0-16,-1 2 5 0,-4 4 0 0,-5 7 1 16,-4 4 1-16,-6 7 1 0,-3 5 3 15,-6 7 3-15,-5 5 2 0,-1 5 1 0,-5 9 2 16,-7 8-1-16,-4 8-1 0,-7 7-3 16,-5 8-4-16,-5 6 8 0,-5 9 4 0,-4 5 7 15,-2 4 3-15,-2 5 5 0,-1 5 6 0,-1 2-4 16,2 2-4-16,1 0-6 0,6-1-2 15,2-8-6-15,9-8-7 0,7-8-3 0,6-11-2 16,9-9-2-16,6-12 0 0,8-15 0 0,10-12 2 16,4-15-4-16,8-14 1 0,7-11 0 15,9-12 1-15,3-4-4 0,5-8-3 0,4 0 7 16,4-1-2-16,-2-1 2 0,0 6-1 0,-3 1 6 16,-5 9 3-16,-8 11-4 0,-9 8 0 0,-7 10 0 15,-12 9 0-15,-7 12-1 0,-7 11 0 16,-12 11 0-16,-8 13-1 0,-8 9-1 0,-8 12 1 15,-7 8-2-15,-7 9-2 0,-6 7 4 0,-6 7-4 16,-5 5-2-16,1 5-1 0,-4 1 4 16,3 0 3-16,7-4-2 0,6-9 1 0,10-10 3 15,13-12 0-15,8-12-3 0,13-13-6 0,13-14-3 16,4-15 0-16,12-17 4 0,4-12 2 16,8-14-2-16,6-7 3 0,5-6 4 0,1-4 3 15,2 0-3-15,0 1 0 0,-3 4-4 16,-1 5-1-16,-3 7-4 0,-7 8-2 0,-6 7-3 15,-8 7 1-15,-9 10 4 0,-6 10 9 0,-9 10 3 16,-8 12 3-16,-10 12-2 0,-10 9 2 0,-5 9 2 16,-8 8-5-16,-7 9 0 0,-5 10-1 15,-7 6 3-15,-4 7-4 0,-2 6-4 0,-1 0 2 16,6-1-1-16,6-7-1 0,10-10-1 16,12-10-1-16,13-15 2 0,14-13-3 0,10-16-1 15,11-14 1-15,11-16 1 0,2-14 1 0,11-14 0 16,6-12 1-16,3-12-1 0,5-7 1 0,0-5 0 15,5-1 0-15,-3-2-2 0,0 5 2 16,1 5 2-16,-7 5 1 0,-4 10-6 0,-7 6 4 16,-6 8 1-16,-10 10-1 0,-5 10-1 15,-8 7-1-15,-8 12 4 0,-7 7-1 0,-6 10 0 16,-9 8-1-16,-4 8 0 0,-8 8 0 16,-5 9 0-16,-6 5 1 0,-2 7-1 0,-4 4 1 15,-1 2 0-15,4 3 0 0,3-7 1 0,6-5-2 16,10-9-3-16,9-11 0 0,9-10-1 0,10-12 0 15,7-11-2-15,10-15 3 0,5-8 2 0,7-13 1 16,8-12 3-16,3-7-1 0,3-10 0 16,8-4 0-16,1-2-2 0,0 1-1 0,-2 3-1 15,-3 5-1-15,-7 8 1 0,-4 6-1 16,-9 9 0-16,-4 6 1 0,-7 8-1 0,-4 6 2 16,-6 11 0-16,-6 4 1 0,-6 11 2 0,-6 5 1 15,-4 9 2-15,-8 6-1 0,-5 7 0 16,-4 5 0-16,-1 4-2 0,-6 4 2 0,1 3 3 15,2-2 0-15,4 0 1 0,4-6-1 0,9-8-1 16,4-5-3-16,12-12-3 0,7-7 0 16,6-14-1-16,9-8 3 0,6-10 1 0,7-12-1 15,5-10 0-15,2-8-2 0,3-7-1 0,0-1-2 16,0 0-2-16,-1-1 0 0,-3 4-1 16,-4 5 0-16,-1 5 1 0,-8 7 2 0,-3 5 0 15,-4 5 1-15,-6 6 0 0,-3 8 1 16,-4 5 0-16,-4 7 1 0,-6 9 2 0,-4 4 1 15,-5 9 2-15,-4 6 0 0,-5 6 1 0,-1 4 0 16,-2 6 3-16,-1 2 4 0,-2 2 6 16,0 5 3-16,2-3 3 0,4 2-1 0,3-6-6 15,6-2-4-15,6-13-7 0,6-5-5 16,13-12-3-16,4-11-1 0,9-11 1 0,5-12 0 16,7-11 0-16,5-10 0 0,1-7 0 0,3-9 0 15,3-1 1-15,-5 2-1 0,0 0 0 0,-4 3-2 16,-7 6 1-16,0 4 1 0,-9 7-1 15,-4 6 0-15,-4 8 1 0,-4 3 1 0,-4 7-2 16,-4 4 1-16,-4 8 0 0,-2 4 0 16,-7 8 1-16,-6 5 1 0,-2 9 1 0,-5 5-2 15,-1 3 0-15,-1 4 0 0,0 4 0 16,-2 2 0-16,1 1 0 0,2 1 0 0,5-3-1 0,3-3-1 16,4-7-2-16,7-4 1 0,6-10-1 15,7-8 1-15,9-10 2 0,2-10 0 16,8-11 3-16,4-9-2 0,4-8 1 0,-1-6-2 15,2-5-1-15,-1 1-2 0,-1 0 0 0,-6 3 0 16,-5 5-1-16,1 2 1 0,-6 7 1 0,-1 2 1 16,-6 7 0-16,-4 4-1 0,0 3 2 15,-4 6-1-15,-3 3 1 0,-2 8 1 0,-5 2 0 16,-4 7 1-16,-2 6 1 0,-2 3 0 16,-3 4-1-16,-3 2-1 0,3 7-1 0,-2-3 1 15,0 5-1-15,1-1 0 0,1 5-1 0,0-4 1 16,5 0-1-16,2-4-1 0,5-2 0 15,6-7-1-15,6-4 1 0,4-9 0 0,7-6 2 16,2-11 0-16,4-7 0 0,4-7 0 16,-1-5 0-16,1-8-1 0,-1 0 0 0,-1-1-2 15,-6 1 1-15,-1 4 0 0,-1 1 1 0,-6 5 1 16,-2 3-1-16,0 6 0 0,-5 0 2 0,-1 6-1 16,-2 1 0-16,-1 5-1 0,-4 3 2 15,-3 6 0-15,-1 2 0 0,-2 8 0 0,-3-1 1 16,0 4-2-16,0 3 1 0,-2-3-1 15,5 3 0-15,-1 0-1 0,-1 1 1 0,6-2-2 16,-1-1 0-16,2 2 0 0,3-7-1 0,3 0 1 16,2-6 0-16,3-1 2 0,4-9 0 15,3-2 0-15,2-9-1 0,0-1-1 0,4-9-1 16,-3-1-2-16,2-4-1 0,-3-1 0 16,-1 1 0-16,0 1 2 0,-5 1 1 0,0 4 1 15,-2 2 1-15,-2 2 1 0,-2 3 1 0,-1 3 0 16,-1 2 1-16,-1 4 0 0,-7 3 0 0,1 3-1 15,-1 4 0-15,-3 5-1 0,-5 2 0 16,4 1 1-16,-3 3-1 0,2 1 1 0,0-1-1 16,2 2 0-16,0-2-1 0,0 0 0 15,5-4-1-15,2-2-1 0,1-1 0 16,3-5 1-16,4-4 0 0,0-5-1 0,2-5 0 0,3-4 1 16,2-3-3-16,-2-4 0 0,2-2-1 15,-2-3 2-15,0-2 0 0,-2 1 1 0,-1-3 1 16,1 2 0-16,-3 0 1 0,0-1-1 15,-1 0 1-15,-2 0 0 0,-1-1 0 0,-3 1 0 16,0 0 1-16,-3 1-1 0,-2 3 1 0,-2-1 1 16,-1 4 1-16,-2 3 0 0,-2 3-1 0,-2 1 0 15,-2 5 2-15,-3 3-3 0,-1 5 1 16,-6 1 1-16,-2 5 0 0,-4 6 0 0,-1 2 0 16,-3 5 1-16,-4 2 0 0,1 5-2 15,1-1 0-15,1 2-1 0,1 0 1 0,5-3-1 16,3 0 0-16,5-4 1 0,2-3-1 0,7-4 2 15,-2-6-1-15,7-4-1 0,1-4 1 16,-1-8-3-16,4-6 1 0,1-6-2 0,1-6 0 16,3-6-1-16,3-5 1 0,-1-2 2 15,0-4 1-15,-2-1 1 0,0-1 2 0,-2-1 0 16,-3 4-1-16,-1 2 0 0,-3 2-2 16,-6 5-2-16,0 4 1 0,-6 4-2 0,-4 7 1 15,-5 3 1-15,-5 9 1 0,-8 5 1 0,-1 6 0 16,-7 3 2-16,-3 8-2 0,-4 3-1 0,-4 5 0 15,0 1-3-15,-1 5-1 0,2 2-3 16,0 1 1-16,5 2 2 0,0-1 1 0,4-2 2 16,6-1 2-16,7-3 3 0,1-4 0 15,8-5-2-15,4-5-1 0,4-5-2 0,5-8 0 16,4-8-2-16,4-7 1 0,3-7 1 0,6-7 1 16,1-8 1-16,4-5 0 0,3-7 1 0,0-4-1 15,0-3-2-15,4-1-1 0,-1 2-2 16,1 3 1-16,-2 5 0 0,-2 6 0 0,-3 8 0 15,-2 8 3-15,-3 7 1 0,-8 9 1 0,-3 11 2 16,-8 9-5-16,-7 11-2 0,-4 10-2 16,-7 8-1-16,-3 7-3 0,-4 5 3 0,-2 7 5 15,1 3 4-15,-3-1 3 0,1 4 3 0,4-1 0 16,2-1-2-16,3-3-2 0,6-7-3 16,8-6-2-16,9-13 0 0,7-9 0 15,9-13-1-15,7-13 0 0,13-14 0 0,6-12-1 16,6-14 1-16,8-11-3 0,6-8-3 0,3-12 2 15,6-8 2-15,1-8 1 0,3-4-3 0,2-2 6 16,0-1 0-16,-1 3-5 0,-1 2-1 16,-4 8 1-16,-9 8 0 0,-5 14-2 0,-8 10 3 15,-10 10 1-15,-7 12 2 0,-7 10-1 16,-8 11 0-16,-9 10 0 0,-7 10 4 0,-7 11 1 16,-6 8 0-16,-3 8 1 0,-4 8 4 0,-3 6 0 15,-4 6-5-15,3 6-4 0,-1 3 0 0,4 1-3 16,3-2 2-16,7-5-2 0,9-9 5 15,8-7 1-15,12-11 2 0,8-11-1 0,7-13-3 16,10-10-1-16,4-14 1 0,9-15 0 0,6-8 2 16,6-12-1-16,6-6-1 0,4-6 1 15,0-2-2-15,1 1 0 0,-2 3-2 0,-5 6 1 16,-2 5 0-16,-9 9-2 0,-4 9 1 0,-10 8 0 16,-6 9-1-16,-11 15 1 0,-9 9 1 15,-7 10 3-15,-7 9 1 0,-9 13-2 0,-10 8-2 16,-5 10-1-16,-6 8 2 0,-5 7-1 0,-2 3 0 15,-4 1 5-15,4 0 3 0,3-1 2 16,3-3-4-16,11-9-1 0,9-10-2 0,10-8-1 16,13-14-1-16,11-9-1 0,11-16 0 15,10-14-1-15,8-12-1 0,9-12-2 0,4-11-1 16,6-7 3-16,2-6 0 0,1-2 3 0,2-2 3 16,-1-1-1-16,5 5-6 0,-7 3-17 0,-3 7-19 15,-6 7-16-15,-7 8-17 0,-8 8-16 0,-9 9-8 16,-8 10-2-16,-8 8-16 0,-8 11-44 15,-14 10-39-15,-6 9-77 0,-11 4-135 0,-6 9-225 16,-9 4-276-16,-1 8-225 0,-3 2-197 16,-3 4 101-16,4-2 466 0</inkml:trace>
  <inkml:trace contextRef="#ctx0" brushRef="#br0" timeOffset="5738.89">27621 2542 72 0,'0'-10'557'0,"-1"-1"453"0,-6 3 220 0,-2-2-55 16,-2 3-326-16,-2 5-220 0,-3-1-157 0,-4 6-114 16,-2-1-79-16,-5 2-52 0,-3 5-71 15,-5 3-64-15,-3 5-29 0,0 2-14 0,-5 3-7 16,-2 3-9-16,-3 4-8 0,-2 3-1 0,0 1-9 15,3-2-2-15,4 0 1 0,6-6 2 0,8-6 0 16,7-2-1-16,5-9 0 0,9-7-5 0,6-10-4 16,10-10-3-16,11-13-1 0,9-12-2 0,10-12-5 15,8-12 3-15,11-10-1 0,5-7-1 16,4-5-3-16,7-3 4 0,0 0 3 0,1 4 0 16,-5 9 0-16,-4 7 4 0,-6 12 3 0,-12 11 0 15,-6 10 0-15,-12 9 1 0,-12 12 1 0,-9 12 1 16,-11 11 0-16,-10 12-2 0,-10 12-2 0,-12 7 0 15,-5 9-1-15,-7 5-1 0,-2 7-1 16,-7 2-1-16,0 6 3 0,-1 1 0 0,0-1 0 16,2 0 1-16,5-3 2 0,3-2 0 0,9-7-3 15,6-11 0-15,10-7-3 0,10-8-2 0,7-13-2 16,13-9-1-16,7-16 0 0,13-15-2 16,12-14 2-16,10-13 0 0,10-12 1 0,9-6 2 15,6-4 0-15,7-5 1 0,2 1-1 0,-1 3 0 16,3 7-4-16,-10 4 0 0,-10 11 1 0,-7 9 1 15,-12 9-2-15,-12 10 4 0,-8 9 2 0,-11 11 1 16,-10 10 2-16,-12 12 2 0,-10 9 1 16,-10 12 0-16,-8 9-3 0,-11 7-2 0,-5 11-4 15,-7 6 3-15,-3 5 5 0,0 2-2 0,1 4-2 16,4 1 2-16,6-4 2 0,5-2-5 0,10-8-7 16,15-7 1-16,8-13-2 0,15-8-1 0,11-11 2 15,10-13 0-15,10-12 2 0,10-13 2 0,10-15 1 16,7-8 0-16,6-10-2 0,4-9 0 0,-1 0-2 15,2-4 1-15,0 4 0 0,-4-2 2 0,-4 6 2 16,-5 5 1-16,-8 5-1 0,-5 9 0 0,-11 4 0 16,-8 7-1-16,-6 9 1 0,-8 7-1 15,-7 9-1-15,-10 8 7 0,-10 9 1 0,-5 5 2 16,-8 9-1-16,-8 6-2 0,-5 3 1 0,-2 4-4 16,-5 5-1-16,-3 4 1 0,-1 0 5 15,4 2 2-15,2-6 1 0,6-1-1 0,11-10-3 16,11-6-4-16,9-9-4 0,10-11-1 0,12-11-1 15,10-11-1-15,10-14 2 0,9-10-1 0,7-10 1 16,6-10 0-16,4-6 0 0,6-2 0 0,4-2 1 16,-2-1 2-16,3 2-1 0,-3 4-1 0,-4 5 1 15,-5 7 1-15,-8 5-3 0,-8 10 0 16,-9 5 1-16,-11 8 0 0,-3 7 1 0,-12 10 0 16,-9 9 1-16,-6 9 1 0,-9 8 1 0,-10 7 1 15,-6 6 0-15,-11 9 1 0,-3 4-2 0,-7 8-1 16,-2 2 2-16,-5 3 2 0,1 5 2 0,1 0-3 15,5-3 0-15,6-6-2 0,11-6-5 0,10-10-5 16,9-11 3-16,14-13 3 0,12-10 3 16,7-13 1-16,10-12 5 0,8-14-2 0,10-11-7 15,3-13-2-15,7-3-2 0,2-9-2 0,2-1-3 16,-4-1 3-16,-2 2 1 0,-3 4 1 0,-4 3 0 16,-4 9 1-16,-5 4 1 0,-9 7 1 15,-3 8 1-15,-8 8 1 0,-7 8 1 0,-8 8 1 16,-10 9 1-16,-4 10 0 0,-10 9 1 0,-8 7 0 15,-9 8-1-15,-5 5-2 0,-8 7 3 0,-7 5 1 16,-4 5 2-16,-5 4 4 0,-6 8-3 16,-2 2-1-16,0 0-6 0,7-2 0 0,9-8-5 15,10-13-6-15,13-15 3 0,14-14 2 16,11-16 1-16,10-17-1 0,10-14 8 0,9-14 1 16,5-13 3-16,4-10 0 0,1-10 2 0,1-6-3 15,1-6-9-15,-2-8-3 0,-2-4 1 0,-2-5-2 16,-3-3-2-16,-1-2 2 0,-8 2 3 0,-4 3 2 15,-7 9-3-15,-7 7 0 0,-8 11 3 0,-7 14 2 16,-6 12 0-16,-9 13 1 0,-5 15 1 16,-10 10 0-16,-5 13-1 0,-8 10-3 0,-3 10-1 15,-5 9 4-15,-1 8-1 0,-5 8 0 0,-2 9 2 16,-3 5 2-16,1 6 1 0,2 2-5 0,4-3 0 16,8-1-1-16,13-8-2 0,13-9-2 15,13-12 0-15,13-9 2 0,13-12 0 0,12-13 0 16,13-10 2-16,6-15 0 0,11-9 0 0,6-12 3 15,3-8-2-15,5-5 4 0,3-7-2 0,4 0 0 16,0 0-1-16,1-1-4 0,-2 3 2 0,-2 7-5 16,-9 9 1-16,-7 9 1 0,-10 6 1 0,-8 12 1 15,-11 10-1-15,-10 10 0 0,-7 11 0 0,-11 10 1 16,-6 5 2-16,-5 10 0 0,-5 6 2 16,-8 5-1-16,0 6 3 0,-7 6-1 0,1 6-1 15,-7 3 4-15,-1 5 0 0,0 2-2 0,0 2 0 16,5-3-1-16,6-3 0 0,6-8-4 0,11-9-1 15,6-11 0-15,12-12-1 0,4-12 0 0,11-13 0 16,7-11 2-16,7-15 4 0,5-10 3 16,6-12-1-16,7-9 2 0,1-6-3 0,9-2-2 15,3-3-6-15,2-1-1 0,6 2-1 0,-1 5-1 16,1 4 2-16,-5 6 1 0,-5 7 1 0,-7 10 1 16,-8 9 1-16,-7 8 0 0,-10 13 1 0,-9 10 2 15,-8 10-2-15,-12 10 6 0,-5 9-2 16,-8 9-1-16,-7 2 1 0,-2 10-2 0,-5 4 6 15,-2 3-3-15,-3 4 1 0,3 2 2 0,1-1-1 16,4-5 2-16,11-5-5 0,3-9-2 16,8-10-4-16,10-11 1 0,12-12 0 0,8-14 0 15,9-11-2-15,12-13 3 0,7-15-5 16,8-10-5-16,7-10-3 0,4-7-2 0,3-9 2 16,4 0 0-16,-1-3 6 0,-1 6 5 0,-3 4 4 15,-5 6 2-15,-8 8-4 0,-9 11 0 0,-6 11 2 16,-12 11 0-16,-8 13 0 0,-10 10 0 15,-11 14 1-15,-8 11-1 0,-7 8 1 16,-8 11-1-16,-6 5-1 0,-5 8 2 0,-8 5 3 0,-3 8-4 16,-8 6 6-16,-3 5 3 0,-2 3 1 15,4 3-3-15,6-9-1 0,10-8 2 0,12-12-7 16,15-12-4-16,10-18 0 0,16-12-2 16,6-14-3-16,10-13-4 0,6-13-4 0,2-14-2 15,8-10-2-15,-2-11-1 0,0-5 0 16,3-6 0-16,-3 0-1 0,-2 1-2 0,-5 6-3 15,-5 9-3-15,-7 7 0 0,-7 15 4 0,-7 12 5 16,-8 16 6-16,-6 13-3 0,-10 14-24 0,-7 12-69 16,-6 12-70-16,-7 9-95 0,-5 9-119 15,-7 9-117-15,-4 12-76 0,-7 9 25 0,-1 6 29 16,0 2 45-16,7-3-110 0,2-3-114 16,8-4-62-16,5-6 38 0,7-11 169 0,9-9 233 15</inkml:trace>
  <inkml:trace contextRef="#ctx0" brushRef="#br0" timeOffset="18162.32">23335 4754 96 0,'1'-6'337'0,"-1"0"183"0,0 2 166 16,0-2-66-16,2 2-91 0,-2-1-25 15,2 2 3-15,-2 0-15 0,0 0-37 0,0 2-8 16,0-1-15-16,0 1-50 0,1 1-57 0,-1 0-47 16,0 0-37-16,0 0-58 0,0 0-60 0,0 0-42 15,0 1-26-15,-1-1-16 0,-1 2-11 16,0-1-10-16,1 1-5 0,-1 0-4 0,-1 2-2 16,0-1-3-16,0 3-2 0,0-2 0 15,0 3 0-15,-1 4 1 0,0 0 1 0,0 3 0 16,1 0 1-16,2 4-1 0,-4 0 0 0,4 2-1 15,-1 2 0-15,0 0-1 0,2 3-1 0,-1 0 0 16,1 0 2-16,0 1-2 0,0 1 0 16,1-1 0-16,-1 0 1 0,0 0-1 0,0-2-1 15,0 2 1-15,0-2-1 0,0 0 0 0,0-2 0 16,0-2 0-16,0-1 0 0,0 0 0 16,0-3 2-16,0-1-2 0,4-2 1 0,-4 1 1 15,1-2 0-15,4-2 0 0,-4 1-1 16,2 0-1-16,-1-1 0 0,1-1 1 0,0 0-1 15,1 1-1-15,-3-1 1 0,3 0 1 16,0 0-2-16,1 1 0 0,-2-3 1 0,2 1-1 16,-2 0 1-16,3 0 0 0,-1-1 0 0,0-1 0 15,2 0 1-15,0 0 0 0,1-1 2 16,0-1-1-16,3 0 0 0,-2 0 1 0,4-1 2 16,-2-2-2-16,2 3 0 0,1-3 0 15,0 0 1-15,3 1-1 0,-2-2 0 0,4 1 1 16,-5 1-1-16,5-1 0 0,0 2-1 0,-2-3 0 15,0 2 1-15,1-1-1 0,3 1 1 0,-4-2 2 16,4 0 0-16,-3 0 2 0,0 0-1 16,2-2 0-16,-1 1-1 0,1-1-1 0,-3 0-1 15,2 1 0-15,1-2-1 0,-1 2 0 16,2-1 2-16,-1 1 5 0,1 1 3 0,0-1 0 16,-1 1 1-16,2 0 2 0,-3 0-4 0,3 0-4 15,0 1-2-15,-2 0-2 0,0 1 1 0,0-1 1 16,1 1 1-16,1 0 3 0,0 0 3 15,0 0 2-15,1-1 0 0,0 1-1 0,3 1-1 16,-3-2-3-16,4 1-3 0,-3 1-1 16,3-2-2-16,0 2 0 0,0 0 0 0,1 0 0 15,-1 0 0-15,0 0-2 0,-2 0 1 0,2 0-1 16,-2 0 0-16,1-1 0 0,-1-2-1 16,0 0 0-16,-1 0 0 0,1 0 0 0,1-2 1 15,-1-1-1-15,-2 1-1 0,0 0 1 16,0-2 0-16,1 2-1 0,0-2 0 0,-3 3 0 15,-1 0 1-15,0 1 0 0,0 0 2 0,0 0-1 16,-2 1 0-16,2 0 0 0,-1 3 1 16,-1-2 0-16,0 2 0 0,1 0 0 0,0 1 1 15,-2-1-1-15,1 1 1 0,3-1-2 0,-3 0 0 16,-2 0 0-16,2-2 0 0,-1-1-1 16,-1 0 1-16,0 1-1 0,-1-2 1 15,-2 0-1-15,3-2 0 0,-3 1 0 0,-2 1 0 16,1-1-1-16,-2-1 1 0,1 2 1 0,-2 0-1 15,-1-2 1-15,0 2 0 0,2-1 0 0,-4 0-1 16,0 1 0-16,1 0 0 0,-1-2-1 16,2 2 1-16,-2-2 0 0,1 2 0 0,-2 0 0 15,-1-1-2-15,2 0 2 0,1-1-1 0,-4-1 1 16,2-3 1-16,0-2-1 0,-2-1 0 16,3-1 0-16,-2-4 0 0,0 1-1 0,-1-4-1 15,0-1 1-15,0 0 0 0,1-1 0 0,-3-2-1 16,2 1 1-16,2 1 1 0,-4-2 1 15,1 1 0-15,1-3 0 0,-1 1 1 0,1-2-1 16,0 0 0-16,0-4-1 0,2-1 1 0,0-2 0 16,1-2 0-16,0-2-1 0,-1 1 1 15,3-1-1-15,-1 1 0 0,2 0-1 0,-3 3-1 16,1 0 1-16,-1 5-1 0,2 1-1 16,-4 1 1-16,1 1 1 0,0 2-1 0,-2 2 1 15,1-1-1-15,0 1 2 0,2-1-2 0,-1 1 0 16,1-3 2-16,-1 2 0 0,2-1 0 0,-1 3 0 15,-3 0 1-15,2 1 2 0,-4 2 0 16,2 4 1-16,-3 0 0 0,0 3 0 0,-3 1-1 16,0 1 3-16,-2 2 1 0,-2 2 1 15,0 0 1-15,-2 2 2 0,1 2 2 0,-1-1-1 16,-1 0 1-16,2 3-1 0,-3-3 0 0,3 0 2 16,-2 2 1-16,2-2 0 0,-2-1-1 15,2 0 1-15,-2 0-2 0,-1-1-4 0,0-3-3 16,0 1-1-16,-3 0-1 0,1 0 0 15,-3-1 3-15,2-1 0 0,-3-1 2 0,-1 1 1 16,-2 0-1-16,-1 1 0 0,-1-2-2 0,0 0-2 16,-5 1-2-16,2 2 0 0,-2-2-2 0,0 3 0 15,0-2 0-15,2 2-2 0,-2-2-1 16,-2 3 1-16,2-3 0 0,2 3 0 0,-1 0 2 16,-1-1-1-16,3 2 2 0,-3-2 1 15,0 1 0-15,2 0-1 0,-4-1-1 0,4 2 1 16,-2-1-1-16,3 1-1 0,-3 0 1 0,2 0-1 15,0 1 0-15,-2 1 0 0,0-1 0 16,3 2-1-16,-3 0 1 0,1 0 0 0,0 0 0 16,1 1 0-16,3-2-1 0,-4 2 1 15,4-2 0-15,-1 0-1 0,2-2 1 0,-3 3-1 16,2-2 0-16,0 1 0 0,1-1-1 0,-1 1 0 16,1-2 0-16,0 2-1 0,-5-1 1 15,4 0 1-15,-1-1 0 0,0 4 1 0,0-3 1 16,1 0 1-16,-2 3-1 0,3-3-1 15,-1 2 1-15,0 0 0 0,3-1-1 0,0 3 0 16,0-2 0-16,3 0 1 0,-1 0 0 0,4 1-1 16,-2 0 0-16,3-2 0 0,0 3 0 0,-1-1 0 15,4-2-1-15,-1 2 1 0,-1-2 0 16,2 0 0-16,-3 1 1 0,2-2-1 0,0 1 0 16,-2-1 0-16,-1 1 0 0,-2-2 0 15,-2 0 0-15,-2-2-1 0,-2 2 2 0,-1-1-1 16,-3-1 1-16,2-2-1 0,-1 2 0 0,-2 0-1 15,1-3 1-15,3 0-1 0,1 0 1 16,2 3-1-16,1-2 1 0,3 2-1 0,6-1 1 16,-2 1-1-16,3 1 0 0,1-1-1 15,3 1 0-15,0 1-1 0,2 0 0 0,0 0-1 16,0 0 1-16,4 3-1 0,0-2 0 0,4 2 0 16,-3 1 0-16,3 1-9 0,1 1-14 0,-1 0-25 15,2 0-50-15,-4-1-85 0,3 1-161 16,-2 2-270-16,0 0-322 0,-1 3-392 0,1-1-339 15,-4 2 29-15,-1 3 730 0</inkml:trace>
  <inkml:trace contextRef="#ctx0" brushRef="#br1" timeOffset="27179.51">23133 3280 179 0,'1'0'488'0,"1"0"282"0,0 2 188 15,-2-2-144-15,0 2-197 0,1-2-123 16,-1 1-95-16,0-1-77 0,2 0-63 0,-2-1-54 16,1 1-49-16,-1 0-25 0,0 1 14 0,3 0 32 15,-3 2 16-15,0 2 0 0,0 1-10 16,0 1-21-16,0 2-31 0,0 1-43 0,0 0-30 15,0 3-18-15,0 1-9 0,0-1-7 0,0 2-11 16,0 1-4-16,0 1 7 0,2 1 2 16,-2 0 1-16,0 0 0 0,0 2 0 0,0 0 0 15,0 1-9-15,-2 3-3 0,2-2-4 0,-3 0-1 16,2 3-2-16,-1-3 0 0,2 0-1 16,-1-2 0-16,1 2 0 0,0-2-1 0,0-2 0 15,0-3 2-15,0 0 0 0,0-2 0 16,0 1 1-16,1-2 2 0,-1 0-1 0,2-3 1 15,-1 2-1-15,-1-3 0 0,3 1 0 0,-1-1 0 16,-2 1-1-16,0-2-1 0,1 2 2 0,-1 0 0 16,0-2 1-16,2 2-2 0,-2-2 1 15,1 0 1-15,-1 0-2 0,0-1-2 0,2-1 1 16,0-1-2-16,-2-1 2 0,0 1-3 16,1-1 0-16,-1-2 1 0,2 1-1 0,-1-1 3 15,3-1-2-15,-1 2 1 0,0-1 1 0,0-1 1 16,3 0 1-16,-1 0 0 0,0 0 0 15,0 0 0-15,1 2-1 0,2-2 0 0,-4 1-2 16,1-1 0-16,0 2 1 0,2-1-1 16,-3 2 2-16,2-1-1 0,1-2 0 0,-2 2 0 15,1 1 0-15,-1-1 0 0,2-1 0 0,-2 2-2 16,2-3 3-16,1 0 0 0,0 2 0 16,-1-2 9-16,1 2 4 0,0-2 3 0,0 2 0 15,1-1 1-15,1-1 0 0,-2 1-7 16,3 1-2-16,-1 1-2 0,-1-2-2 0,3 1-2 15,0-1 1-15,-1 3 0 0,1-3-2 0,0 0 1 16,0 1-1-16,-1 1 1 0,2-2 1 0,-1 1-1 16,1-1-1-16,0 2 1 0,-1-2-1 15,0 1 0-15,2-1-1 0,-3 1 2 0,1 0-1 16,1 1-1-16,-2-2 1 0,3 2 0 16,-2 0-1-16,2 2 1 0,-3-3 0 0,2 2-1 15,-3 1 1-15,2-2-1 0,-3 2 1 0,4-1-2 16,-4-2 0-16,4 3 1 0,-4-2 1 15,1 0-1-15,2 0 1 0,0 0-1 0,-3 0 0 16,5 0-1-16,-3-2-1 0,3 2 0 16,-1 0 1-16,-2-2-2 0,5 3 1 0,-3-1 0 15,2-2 0-15,-2 2 0 0,3 0 1 0,-2 0 1 16,3 0-1-16,0 2 0 0,0 0 0 16,-3-3-1-16,5 4-1 0,-1-3 1 0,-1 2-1 15,2-2 2-15,-2 1 1 0,2 0 6 16,-1-3 3-16,1 2 3 0,-1 0 0 0,2-2 0 15,-2 1 0-15,0-1-3 0,-1 2-3 0,4-2-2 16,-4 2 2-16,4 1 3 0,-1-1 1 0,-1 0 2 16,2 0-1-16,1 1 0 0,-1-1-2 15,1 2-3-15,0-3-2 0,-2 2-1 0,4-2-2 16,-2 1 1-16,-3-1 0 0,3-2-1 16,0 0-1-16,0 0 0 0,-2-2 0 0,-2 2-1 15,2-4 1-15,-2 2-2 0,0-3 2 0,-1 0 0 16,0 0 0-16,-2 1 0 0,0 0 0 15,2 1 0-15,-4-2-1 0,2 2 0 0,-1 0-1 16,-1 2 0-16,0-2 0 0,1 3 1 16,-1-1-1-16,-1-1 0 0,1 2 1 0,-2 0 0 15,1 0 0-15,1 0 0 0,3 0 0 0,-5 0 0 16,4 0 0-16,-2 2 0 0,1-2-1 16,1 1 0-16,-2-1 0 0,2 0 1 0,-2 1 0 15,1-1-1-15,-3 2 1 0,2-2 0 16,-2 0 0-16,-1 0 0 0,0 0 1 0,-2 0-1 15,-1-2 0-15,-1 2 1 0,2-1 0 16,-4 1 0-16,1-3 1 0,0 1-1 0,2 0 0 0,-3-2 0 16,2 0-1-16,-1-2 0 0,2 1 0 15,-3-1 0-15,1-1 1 0,2 1-1 0,0-2 0 16,0 1 0-16,-3-4 0 0,4 2 0 16,-3-1-1-16,3-1 1 0,-2-2 0 0,1-1 0 15,-2 0-1-15,2 0 1 0,-2-1 0 0,0-3 0 16,-1-2 0-16,1 1-1 0,-1-4 0 15,0 1-1-15,2-2 2 0,-1-3 0 0,0 1 2 16,1-2-1-16,-2-1 2 0,0 1 0 16,2-1-1-16,-3 2 0 0,1-1 0 0,1 1-1 15,-2 1-1-15,-2 1 1 0,3-2 0 0,-3 3 0 16,1 1-1-16,-1 1 1 0,-1 1 0 0,-1 2 0 16,-1 2-1-16,1-1 1 0,-3-1 0 15,0 5 0-15,-1-3 1 0,0 4-2 0,-1-1 1 16,0 2-1-16,1 0 0 0,-2 2 0 15,2-1 0-15,-4 1-1 0,5 1 4 0,-3 0 0 16,1-1 1-16,-1 4 1 0,0-1 0 0,-1 1 2 16,1 0-2-16,-2 1 0 0,-2 1 1 15,0 1-2-15,-2-1-1 0,0 1 0 0,1 0 1 16,-4 0-1-16,1 1 2 0,-3 1 2 16,2-1 0-16,-5-1 0 0,3 2 0 0,-3-2 1 15,0 2 0-15,-2-3 1 0,1 3 1 0,-3 0 1 16,0-1-1-16,0 0 0 0,-2 0 0 15,1 2-2-15,-1-3-1 0,-1 1 0 0,3 1-1 16,-2 1 1-16,2-3 0 0,0 1-1 16,1 2 1-16,0 0 0 0,-1-2-2 0,0 2-1 15,0-3-1-15,-1 3 0 0,2 0-2 0,-1-2-1 16,-2 2 0-16,4 0 0 0,-3 0-1 0,4 0 1 16,-2 0 0-16,2 0 0 0,-1-1 0 15,2 1-1-15,-1 0 1 0,0-1-2 0,1 1 1 16,1 0 0-16,-2 0 1 0,2 0 1 15,-2 0 0-15,0-2 1 0,2 2 0 0,-1 0 0 16,1-2 1-16,-2 1-2 0,2 0 0 0,-2-3-1 16,2 2 1-16,1-2-1 0,-2 3 0 15,4-3 0-15,-4-1 1 0,1 1-1 0,2 1 0 16,-2-2 0-16,3 1 0 0,-3 1-1 16,2-1 0-16,0 0 0 0,-1 2 0 0,2-2 1 15,1 2-1-15,-1-1 1 0,2 1 1 0,0 0-1 16,0 2 0-16,1 0 0 0,1 0-1 0,2 0 0 15,-1 0 0-15,1 0 0 0,-1 0 0 16,-2 2-1-16,3 0 1 0,-3 1 0 0,1-1-1 16,-2 2 2-16,0-2-1 0,-3 2 0 15,0 0 0-15,-3 2 0 0,-1 0 0 0,0 1-1 16,0-1 0-16,-2 0 1 0,2 0 2 0,0 0 0 16,-2 0 1-16,2-1 0 0,1 0 1 0,-1 1-1 15,0-4-1-15,5 3 0 0,0-2-2 16,4-1 1-16,-1-1-2 0,4 0-1 0,4 1-4 15,-2-2-8-15,7 1-14 0,1-1-24 16,3-1-56-16,4-1-93 0,1 0-183 16,5 0-275-16,6-1-335 0,1 0-408 0,1-4-313 0,8-1 159 15,1 0 811-15</inkml:trace>
  <inkml:trace contextRef="#ctx0" brushRef="#br1" timeOffset="30179.46">30309 3070 144 0,'4'-1'389'0,"-4"-1"190"15,1 2 148-15,1 0-142 0,-1 0-103 16,-1 0-45-16,5 0-19 0,-5 0-12 0,0 0-20 15,0 0-46-15,0 2-71 0,0-1-60 0,0 2-48 16,-5 0-33-16,4 2-7 0,1-1 13 0,-2 5 16 16,1-2 3-16,1 1-9 0,0 3-12 0,-2-1-6 15,2 4-23-15,-2-2-24 0,2 3-16 16,-1-2-8-16,1 2-9 0,-2 0-19 0,0 2-12 16,2-2-5-16,0 2-3 0,-1-1 0 0,1 0 9 15,0 2 6-15,0 1 5 0,1-2 1 0,-1 0-1 16,0 2-2-16,2-1-9 0,-2 0-8 0,2 0-3 15,-2-1-5-15,0 0 2 0,1 2-1 16,-1-2 0-16,0-1 1 0,0 0-1 0,2 0 0 16,-2 0-1-16,2-1 0 0,-2-1 0 0,0 0 0 15,1 2 0-15,-1-3 0 0,0-1 1 0,0 1 6 16,0-1 4-16,0 2 3 0,0-1 0 0,0-2-1 16,0 1 1-16,0-2-8 0,0 2-3 15,0-2-4-15,-1 2-1 0,1-4 2 0,0 3-1 16,-2-2 1-16,0 0 1 0,1-2 1 15,1 1-1-15,-2-1-1 0,0-1 2 0,2-1-1 0,0 2-1 16,0-1 2-16,0-1-2 0,0-1 1 0,-1 1-1 16,1 0 0-16,0-1 1 0,0 0 1 15,0 1-1-15,0 0 0 0,0 0 1 0,0 1 2 16,0 0-3-16,0-2 0 0,0 2 1 0,1 3 0 16,-1-3 1-16,0-1-3 0,0 1 0 0,2-1 0 15,-2 1 0-15,2-3-2 0,-2 1 0 16,0-1 1-16,1 0 1 0,-1-1-1 0,2 1 0 15,0-2-8-15,-2 1 5 0,3-1 1 0,-2 1-5 16,1-1-3-16,1 1 1 0,0-1 6 0,-2 2-5 16,3-2-2-16,-3 1 6 0,3 0 1 15,-1 0 3-15,-2 1-1 0,3-2 1 0,-1 0 0 16,-2 0 1-16,4 2 0 0,-4-3-1 0,2 2 0 16,1 0 1-16,-3-2 1 0,3 2 0 0,-1-1 0 15,-2-1 0-15,6 0 0 0,-4 1 0 16,3 1-1-16,0-1 1 0,1 1-1 0,-2-1-1 15,1 2 1-15,2-1 0 0,-2 1 1 0,0 0 1 16,2 1 0-16,0 1 0 0,-2-1 1 0,2-1-1 16,-1 2 0-16,-1-1-1 0,3 1-1 0,-2-1 3 15,-1 1 0-15,2-3 0 0,0 3 8 16,-2-1 6-16,2-2 2 0,-1 2 0 0,2-3 0 16,-1 2 2-16,-2-2-9 0,2 1-4 0,1-1-2 15,0 1-2-15,-1-1-1 0,0 3-3 0,2-3 3 16,-2 2-1-16,4-1 7 0,-2 0 4 15,0 1 1-15,0 1 2 0,2-1-1 0,-2 1 1 16,2 0-9-16,-1-1-2 0,1 0-1 0,0 0-3 16,-1 0 1-16,0 0-1 0,2-1 0 0,-2-2 0 15,1 2 0-15,1 1 4 0,-2-3 5 0,2 2 2 16,-4-1 0-16,3 2 1 0,-2-1-1 16,0 0-2-16,0 1-1 0,0 0 0 0,-2 0 1 15,2-2 1-15,1 2 1 0,-5 1-1 0,2-2-3 16,2 3-1-16,-1-2-2 0,-1 0-2 0,0-1 1 15,-1 1-1-15,2 1 0 0,-1-3 0 16,0 1-6-16,-1-2-4 0,1 0-1 0,0 0-2 16,0-2-1-16,0 1 1 0,-2 1 4 0,2-2 5 15,-1 0 4-15,2 2 4 0,-3 0 2 0,2 0 0 16,1 0 1-16,0 2 1 0,-3-2-3 0,2 2-3 16,2-2-2-16,-3 0-1 0,1 1 0 15,-1-1-1-15,1 0 1 0,1 0-1 0,1-1 0 16,-2 1 0-16,2-4-1 0,2 3 2 0,-3-2-1 15,5 0 0-15,-3 2-1 0,2-2 1 0,1 0 1 16,-1 0-2-16,1 0 1 0,-1 0-1 16,1 1 0-16,-1 1 1 0,1-1 0 0,-3 1-1 15,0 1 0-15,2 0 1 0,-2 1-1 0,-2 1 1 16,4-2-2-16,-4 1 0 0,3 2 1 0,-3-1 0 16,0 0 0-16,0-1-2 0,1 0 2 0,-2 1-1 15,0 0 1-15,2-1-1 0,-1 0 2 16,-1-1-1-16,0 2 1 0,3-2 0 0,-3 0 0 15,2 1-1-15,0-1 0 0,0 0 0 0,0 2 1 16,-1-2-1-16,2 0 1 0,-1-2 0 16,-1 2-1-16,2-1 0 0,-1-1 5 0,-1 1 4 0,2-2-1 15,-1 0 3-15,-1-2-1 0,4 2 0 16,-4 0-6-16,4-1-2 0,-4-1-1 0,3 0-1 16,-2 2 0-16,0-2 0 0,0 1 1 0,0 2 0 15,2-3 0-15,-1 2-5 0,0 2-1 0,0-2-3 16,0 1-1-16,0-1-1 0,0 1 0 15,0 1 5-15,0-1 2 0,-1 1 2 0,-1-2 1 16,4 3 0-16,-4-1 0 0,5 1 0 0,-2 0 0 16,-1-2 0-16,3 1 0 0,-3 0 0 0,3-1 0 15,-1 2 0-15,0-2 0 0,1 1 0 0,-1 0 0 16,4 1 1-16,-3-2 0 0,3 2 0 16,-1-2-1-16,2 2 0 0,0 0 0 0,-2-1 1 15,3-1-1-15,-1 2 1 0,-1-1-1 0,1-2 0 16,-1-1 0-16,-3 0 0 0,2-2 0 15,-3 1 0-15,1-1 0 0,-3-1 0 0,-1 1 1 0,0-2-1 16,-2 0 0-16,0-1 1 0,0 0 0 0,-2 0-1 16,-1 0 0-16,-2-2 1 0,1 2 0 15,-1-2-1-15,0 1-1 0,-1 0 0 0,-1-2 0 16,4 1 0-16,-4-1 1 0,1-1-1 0,-1-1 1 16,1-1 1-16,0 0 0 0,1 0 0 15,-2-1-1-15,1-2 1 0,0 0 0 0,-1-3 0 16,3 1-2-16,-1-2 1 0,-2 0 0 0,4-3 1 15,-2 0-1-15,0 0 0 0,-1-1 1 0,1-1 0 16,-2 0-1-16,1-2 0 0,0-1 0 0,-2-3-1 16,1 0 1-16,1 0-2 0,0-6 0 0,-2 3 0 15,0-4 0-15,0 2 0 0,-4 2 1 0,3 2 1 16,-3 2 0-16,1 4 2 0,-3-1 1 16,-2 4 0-16,2 0 0 0,-2 3-1 0,0 1 0 0,-1 2-1 15,1 1 1-15,-2 3-1 0,2-1 0 16,-1 3 0-16,-1 3-1 0,2 0 0 0,-3 0-1 15,5 3 0-15,0 2-1 0,-1 2-3 0,2 0-3 16,-1 1-7-16,2 4-15 0,-1 1-32 0,2 3-79 16,-2 2-113-16,1 3-203 0,3 2-291 0,-1 2-348 15,2 1-374-15,0 3-146 0,2 0 368 0,-1 3 720 16</inkml:trace>
  <inkml:trace contextRef="#ctx0" brushRef="#br1" timeOffset="31228.94">32363 3996 330 0,'-2'2'725'0,"1"2"295"0,-2-3 50 16,3 3-307-16,0-4-265 0,3 4-137 0,0-2-104 16,5 2-31-16,2 0 28 0,4 3 13 0,-1 0 22 15,4 0-24-15,0 2-18 0,4 0-37 0,1 2-43 16,3 2-27-16,-3 1-39 0,4-1-19 0,0 4-17 15,1-3-12-15,0 5-13 0,0-2-2 16,1 1-1-16,-2 3-5 0,2 2-2 0,1 1-3 16,-2 0 0-16,-2 2-7 0,2-1-4 0,-2 2-5 15,1-1-2-15,-1 2-2 0,-2-1-3 0,1 0 0 0,0 0 0 16,-3 0 2-16,1 2 2 0,-2-2 2 0,-4 0 0 16,3 3 0-16,-5 0 0 0,2 0-2 15,-3 0-3-15,1 0 0 0,-3 2-2 0,-3 2 0 16,3-1 1-16,-5 3 1 0,-1 0 0 0,0-1 0 15,-4 5 0-15,3-1 0 0,-4 0-2 0,0-1-1 16,-2 2 0-16,0-1 0 0,-1-2 1 0,1 0 0 16,-1-2 1-16,0 1-1 0,0 1 1 0,-5-4-2 15,4 3 0-15,-1-4-1 0,-2 3 0 0,1-2 0 16,-5 0-1-16,1 1 1 0,-1-2-1 0,-1 1 0 16,-4-2 0-16,-1 0 0 0,-1 1 0 0,-4 0-1 15,-3 2 1-15,-5-1-2 0,0 0-1 0,-5 2 0 16,-2-1 1-16,-2 2 0 0,-4 1 4 0,0 0 0 15,-2 2-2-15,-1 1 2 0,-3 4-2 0,0-1 1 16,0 1-5-16,-2 0 1 0,0 3 1 16,-1 0 0-16,2-1 0 0,1-4 0 0,-3-1 4 15,6-2 3-15,-2-3 0 0,5-5 1 0,3-2 1 16,2-3-2-16,1-6-3 0,4-2-3 0,1-3-1 16,6-4 0-16,-1 0 0 0,5-4 1 0,1-3 2 15,4-1-1-15,1 0 2 0,0-1 0 16,5-1-1-16,0-1 1 0,3 2-3 0,2-2 1 15,1 0-2-15,1 1-1 0,3-1 0 16,1 0 0-16,0-1 1 0,1 1 0 0,3-2 0 0,1 1 0 16,-1-1 0-16,3-1-3 0,-2 0-5 0,4 0-6 15,-4 1-11-15,3-2-17 0,-4 0-38 16,4 0-70-16,-3 1-67 0,-2 1-131 0,-1-2-214 16,-1 0-308-16,-1 1-310 0,-1 0-212 0,-1-2-74 15,-1 3 457-15,0-3 598 0</inkml:trace>
  <inkml:trace contextRef="#ctx0" brushRef="#br1" timeOffset="31546.1">31558 6661 541 0,'0'-4'1083'0,"0"1"245"15,-1 0-111-15,1-1-326 0,0 4-305 16,0 0-178-16,1 0-91 0,1 6-54 0,-2 0-32 15,1 2-26-15,3 3-61 0,-3 3-42 0,2 3-26 16,1 0-14-16,-1 2-14 0,2 1-7 0,-1 1-7 16,1 0-6-16,-2 0-11 0,3 1-5 0,-1 0-3 15,0-2-5-15,3 1-1 0,0 0 0 16,-2-4-1-16,4 2-1 0,-1-4-1 0,0 0-1 16,3-2-1-16,0-4-2 0,3-1 1 0,2-3-1 15,2-4-2-15,3-2-5 0,2-2-10 0,2-3-27 16,3-3-59-16,1-5-65 0,1-1-71 0,3-3-131 15,1 1-163-15,3-2-271 0,-2 0-235 16,2 2-213-16,-4 1-93 0,-2 2 320 0,-5 2 487 16</inkml:trace>
  <inkml:trace contextRef="#ctx0" brushRef="#br1" timeOffset="32563.54">27573 7017 207 0,'0'5'622'0,"-4"2"378"0,-1-4 176 15,-1 1-196-15,-2-1-222 0,-3 0-122 0,0 0-123 16,-3 1-107-16,0-2-78 0,-5 0-58 0,-1 1-76 15,-1 0-66-15,-3-2-41 0,-1 2-19 16,1 0-17-16,-3 2-8 0,0-1-11 0,2 0-9 16,-2 3-7-16,2 0-7 0,2-1-5 15,3 2-4-15,3-1 0 0,1-1 0 0,3 2 0 16,4 0 0-16,2 0 0 0,2 1-1 0,2-1-1 16,3 3 2-16,3 1 0 0,2-4-2 0,2 3 1 15,2-3 1-15,5 3 0 0,1 0 0 16,0 0 0-16,4 3 0 0,0 0 6 15,2 2 3-15,1 2 0 0,-3 0 1 0,1 5 0 16,0-1-1-16,-2 2-5 0,1 2-4 0,-4-1-2 16,-1 3 2-16,-3-1-1 0,-1-2 1 0,-4 2 2 15,0-2 2-15,-5 1 0 0,-1 0 0 16,-3-4 1-16,-3 0 2 0,0-1 2 0,-2-1 1 16,0-4 1-16,-4 1 1 0,2-4 0 15,0-3-2-15,-4 0-5 0,5-3-1 0,-5-2-2 16,4-2-2-16,-1-3-1 0,2 0-1 0,1-1-2 15,3-3-2-15,-2 0-1 0,6-1-7 0,-1-1-16 16,4 0-36-16,-1-1-73 0,6-1-82 16,-2-1-152-16,3-2-268 0,1 2-321 15,0-2-327-15,1 2-197 0,1-3 66 0,0 1 601 16</inkml:trace>
  <inkml:trace contextRef="#ctx0" brushRef="#br1" timeOffset="33864.75">28813 7572 13 0,'-4'-8'546'15,"2"1"505"-15,1 3 245 0,-1-2-42 16,1 1-290-16,-1-1-320 0,2 4-214 0,0-1-110 16,0-1-75-16,2 1-67 0,-2-2-63 15,3 2-53-15,-2 0-28 0,5 1-16 0,-1 2-6 16,0 2 4-16,1 2 3 0,2 4 3 0,0 1 9 15,0 6 3-15,0 2 3 0,0 0-5 16,1 4-6-16,-1 3-2 0,0-3-9 0,0 1-5 16,3-1-4-16,-3-2-3 0,2-2-2 0,-1-4-1 15,-3-2 2-15,2-6-1 0,-1-1 1 16,0-6-1-16,0-4 1 0,-2-4-1 0,-1-4-1 16,0-2 0-16,-3-5 0 0,1-2 0 0,-2-1 1 15,-2-3 2-15,1 0-3 0,-1 0 3 16,0-1 0-16,1 5-2 0,1 2-1 0,-2 3-1 15,4 5-1-15,-2 1-2 0,3 1 0 16,2 5 1-16,1 2 1 0,2 1 1 0,1 2 0 16,-1-1 2-16,6 4 0 0,-1-2-1 0,3 1 0 15,1 2 1-15,2-3-1 0,2 1-3 0,-4 1 1 16,4-2-7-16,-4 0-61 0,1-2-83 16,-4 4-189-16,-2-2-271 0,-4 1-324 15,-1 2-408-15,0 0-280 0,-3 0 115 0,-3 0 796 16</inkml:trace>
  <inkml:trace contextRef="#ctx0" brushRef="#br1" timeOffset="34613.72">29380 7463 114 0,'-4'-9'717'16,"3"1"486"-16,-3-2 160 0,0 2-76 0,-1-1-372 16,1 0-340-16,0 2-163 0,3 1-98 0,-3 1-81 15,3 1-80-15,-1 2-57 0,2 2-37 16,0 2-26-16,2 4-9 0,1 5-4 0,2 4-3 16,0 3 0-16,1 5-1 0,0 2 0 15,1 4-5-15,-3 0-3 0,4 2-2 0,0-2-2 16,0 2 0-16,0-1-2 0,-2-4-1 0,4-1-1 15,-2-6-1-15,-4-1 0 0,1-3 0 16,0-5 0-16,-2-6 0 0,3-4 1 0,-1-6 0 16,0-7 0-16,0-4-1 0,1-4 2 0,0-3 0 15,0-2-1-15,1 0 2 0,-1-1-1 16,1 2 0-16,2 3-2 0,-3 2 0 16,4 1 0-16,1 7-2 0,-3 3 1 0,1 2-1 0,4 6 3 15,-2 2-2-15,2 6 1 0,-1 2 0 16,-1 3 0-16,1 3 1 0,2 0 0 15,-3 1 0-15,3-1 0 0,-1-1 1 0,1 1 0 16,-3-3-1-16,2-1 0 0,1-6 0 0,-1-2 0 16,0-4-1-16,0-4 1 0,0-3 0 0,0-3 2 15,-1-5 0-15,1-4-1 0,0-2 1 16,1-3 0-16,-3-2 0 0,-1 0-1 0,0-1 1 16,-3-3 0-16,-1 3 1 0,-3-1-1 0,1 4 1 15,-1 3 0-15,-3 3 0 0,-3 6-1 16,-2 4 1-16,-3 6-2 0,-5 6 1 0,2 8-2 15,-5 3 1-15,0 3-1 0,-2 7 1 16,2 3 0-16,-2 2-1 0,2 2 0 0,1 4 0 0,0 1 1 16,3 2 0-16,2 0 0 0,1 1 0 15,4 0 1-15,2-3-2 0,3-3-2 0,3-3-2 16,3-4-11-16,6-5-32 0,0-4-77 16,1-2-94-16,1-7-179 0,0-2-293 0,2-4-339 15,-3-2-364-15,-1-3-183 0,2-2 202 16,-1-3 711-16</inkml:trace>
  <inkml:trace contextRef="#ctx0" brushRef="#br1" timeOffset="35079.24">30088 7472 119 0,'1'-9'841'16,"-1"5"698"-16,0-2 55 0,-1 2-284 0,-1 1-442 15,2-1-344-15,-1 3-202 0,1 1-135 0,0 0-69 16,0 3-40-16,0 2-25 0,0 3-17 15,0 4-7-15,1 1-3 0,-1 5-4 0,0-1-3 16,3 8-2-16,-3-1-4 0,4 4-3 0,-3 4-4 16,1 0 0-16,1 3-1 0,0 1-2 15,2-2 0-15,-1-2-2 0,0-2 1 0,0-4-1 16,1-3-1-16,-1-7 0 0,0-3 1 0,2-5 0 16,-1-2 0-16,-2-7-1 0,2-6 1 0,-2-5 0 15,4-4 0-15,-4-5 0 0,3-3-2 16,-1-4 1-16,-2 0 0 0,2-2 1 0,-4-1 0 0,3-2 1 15,0 0-1-15,0 2 1 0,2-3 1 16,-2 3-2-16,3 1-1 0,-1 4 0 0,1 4-1 16,2 4-1-16,-3 1-2 0,2 5-1 0,-1 4-12 15,0 1-28-15,0 4-79 0,-4 3-96 0,-2 3-192 16,1 4-294-16,0-2-347 0,-2 2-395 0,1 3-178 16,3-2 248-16,0 4 753 0</inkml:trace>
  <inkml:trace contextRef="#ctx0" brushRef="#br1" timeOffset="42116.42">27892 7397 405 0,'-6'-5'793'16,"1"-1"317"-16,-2 1 48 0,-2 1-343 0,-2-1-243 15,0 4-168-15,-2-1-71 0,-3 4-48 0,3 1-36 16,-5 2-32-16,0 4-29 0,-1 4-31 0,-1 3-52 15,1 3-44-15,0 4-27 0,3 3-16 16,0 0-7-16,3 5-4 0,4-1 1 0,4 1-3 16,4 2-2-16,1-1-2 0,5-3-1 15,4 0 2-15,0-2-4 0,6-2 0 0,2-4 2 16,3-5 2-16,0-1-4 0,2-3-21 16,3-5-53-16,-3-1-45 0,4-4-55 0,-1-2-97 15,-2-3-142-15,3-4-172 0,-7 2-240 0,1-5-231 16,-1 2-170-16,-5-3 109 0,2 1 398 15</inkml:trace>
  <inkml:trace contextRef="#ctx0" brushRef="#br1" timeOffset="43000.3">28016 7081 143 0,'-3'-9'395'0,"-1"2"273"0,-1-1 242 0,0 4-118 16,0 0-158-16,1 0-80 0,-3 1-78 0,1 2-108 15,0 1-94-15,-1 1-66 0,1 2-51 16,0 1-47-16,0 3-18 0,3 2-1 0,-2 4-1 16,5 6 32-16,1 1 19 0,3 9 10 15,0 3-14-15,4 1-22 0,1 7-15 0,1 1-36 16,2 5-30-16,0 0-21 0,2-1-11 0,0 0-2 15,2-2-3-15,-3 0 2 0,1-6-2 0,2-2 2 16,-4-4 0-16,2-6 0 0,1-2-2 16,0-5-1-16,-2-3 2 0,3-4 5 0,-2-5-2 15,0-6 0-15,-1-4 0 0,0-4-1 16,3-6-2-16,-4-3-2 0,2-4 4 0,-1-4 4 16,0 0-1-16,-2-3 0 0,-2 0 2 0,1 0 4 15,-6-1-4-15,1 3 0 0,-2 1 0 16,1 3 1-16,-3 3 2 0,1 5-1 0,0 3-5 15,-2 1 1-15,0 6-3 0,1 2-2 0,1 6-2 16,-2 5-1-16,1 5 0 0,4 0-1 16,-2 5 4-16,2 3 2 0,-2 1-4 0,2 0 0 15,1 2 5-15,2-1-1 0,-2 0 1 16,1-2-2-16,1 1 1 0,-2-2-2 0,1-3-3 16,0 3-45-16,-1-4-57 0,1-5-114 0,0 2-193 15,0-3-292-15,-1-3-325 0,2-1-266 16,1-4-131-16,-2-2 356 0,1-1 592 0</inkml:trace>
  <inkml:trace contextRef="#ctx0" brushRef="#br1" timeOffset="43830.14">28546 7705 334 0,'5'0'614'0,"0"0"202"15,0-1 61-15,4-2-304 0,-1-1-245 16,3-1-159-16,3-3-85 0,2-1-30 0,5-3-19 16,-1-2-11-16,2-3-2 0,4-4 0 0,-3 0-19 15,2-3-17-15,-4-1-12 0,1 0 67 16,-5 1 81-16,-2 4 72 0,-3 1 67 0,-5 4 27 16,-4 3-2-16,-5 0-63 0,-2 3-68 15,-6 3-59-15,-4 1-44 0,-3 5-19 0,-4 0-6 16,-3 5-1-16,-3 1 1 0,2 2 2 0,0 3 0 15,3 0-5-15,0 3-9 0,1 3-4 16,5-1-6-16,4 2-9 0,0 3-2 0,8 0-1 16,0 1 7-16,4 2 2 0,4-1 0 15,0-1 5-15,8 1-26 0,-2-2-93 0,7-4-157 16,0 2-300-16,0-3-270 0,7-2-273 0,0-1-170 16,1-1 237-16,2-1 506 0</inkml:trace>
  <inkml:trace contextRef="#ctx0" brushRef="#br2" timeOffset="159307.81">10303 16008 253 0,'-2'-6'451'0,"0"2"198"16,0-4 134-16,-1 2-118 0,0-1-59 15,-2-2-44-15,2 1-47 0,1 0-38 16,-1-1-24-16,0 2-44 0,0 0-65 0,0 1-60 15,-2-2-32-15,2 2-38 0,1-1-47 0,-1 3-46 16,0-2-28-16,1 1-9 0,-1 3-11 0,1-2-11 16,-1 2-11-16,-1 0-13 0,2 2-8 15,1 0-9-15,-1 4-7 0,1 6-6 0,-1 3 2 16,4 4-1-16,-1 5-4 0,2 3-1 0,-1 5 0 16,4 2-1-16,-1 1-6 0,1 2-1 15,2-2 2-15,0 3 1 0,0-5 0 0,1 0-1 16,-1-6 0-16,3 0-2 0,-1-6 1 0,-1-2 0 15,1-2-1-15,-2-3 1 0,0 0 1 0,1-6 0 16,0 1 0-16,-1-1-1 0,2-2 3 16,2-1-1-16,1 0 1 0,0-2 1 0,1 2-1 15,3 2 1-15,-1-2 4 0,3 3 3 0,-1 1 1 16,1 3 1-16,-2 1 1 0,4 3 1 0,-3-1-5 16,0 4-2-16,1-3-1 0,0 3-1 0,-2-2-7 15,0-1-4-15,0-2-2 0,0-2-1 16,-3-3 1-16,0-1-1 0,1-2 7 0,-3-4 4 15,-1-4 5-15,-1-2 3 0,-1-5 6 0,-3-6 3 16,-2-4 6-16,-1-5 6 0,-2-3 3 0,1-6 8 16,-4-2 4-16,1-3 2 0,-4-1-3 15,-3-3-4-15,-1-2-3 0,-1-1-9 0,-1 0-5 16,0 0-6-16,-2 0-4 0,-1 1-1 0,2 5-5 16,0 3-1-16,0 1-1 0,2 7-2 0,2 3 0 15,1 6-2-15,0 3 1 0,1 5-1 16,4 3-1-16,-3 0-1 0,4 4-1 0,-1 2-1 15,2 1-1-15,0 3 0 0,3 1-7 16,-1 4-13-16,3 1-19 0,1 0-34 0,-1 2-82 16,3 2-150-16,-2 0-260 0,1 4-313 0,-3-1-392 15,1 2-441-15,0 1-48 0,1-1 733 16</inkml:trace>
  <inkml:trace contextRef="#ctx0" brushRef="#br2" timeOffset="159543.23">11156 16088 152 0,'12'23'1042'0,"-4"0"631"0,0 1-124 0,-1 3-316 16,-1 1-424-16,-2 2-328 0,0 3-226 0,-1-1-100 15,-1-1-44-15,1 1-35 0,-2-4-28 0,3-3-22 16,0-1-13-16,2-5-7 0,-1-3-1 0,3-1-4 15,-3-1-23-15,3-2-73 0,-4-3-105 16,-1-2-218-16,-3 1-291 0,-1-5-362 0,-2-3-420 16,-5-3-205-16,0-3 350 0,0-6 820 0</inkml:trace>
  <inkml:trace contextRef="#ctx0" brushRef="#br2" timeOffset="159708.64">11132 15899 51 0,'-3'-16'881'0,"-2"6"727"15,-1 2-6-15,-1 5-326 0,1 3-385 0,-2 1-397 16,2 3-246-16,1 2-115 0,2-2-52 0,1 2-24 16,1 0-19-16,2 1-15 0,1-1-8 15,4 2-10-15,-1-1-53 0,4 0-85 0,-4 0-156 16,3 0-276-16,0 3-307 0,0-3-385 16,1 2-320-16,-2 1 9 0,-1 3 689 0</inkml:trace>
  <inkml:trace contextRef="#ctx0" brushRef="#br2" timeOffset="160058.42">11459 15783 377 0,'5'-21'882'0,"-2"2"328"0,-1 3 2 15,0 4-224-15,0 2-241 0,0 3-209 0,0 0-135 16,-1 3-88-16,1 2-48 0,1 2-63 0,-1 5-64 16,2 4-33-16,-2 4-15 0,3 6-7 15,-2 6-9-15,3 6-12 0,-1 6-11 0,1 6-6 16,-1 3-5-16,2 3-4 0,0 2-8 16,1 1-5-16,0-1-3 0,3-4-8 0,0-1-4 15,0-3-4-15,3-2-3 0,-1-5-1 0,0-3-3 16,3-3-1-16,-2-6-2 0,3-2-1 0,-2-2-1 15,0-4 0-15,1-3 0 0,-2-2-7 16,-1 0-17-16,1-3-17 0,-3-4-32 0,2 0-74 16,-4-2-81-16,-1 0-146 0,-1-2-222 0,0-4-312 15,1 0-342-15,0-4-213 0,-1-4-23 0,0-3 548 16</inkml:trace>
  <inkml:trace contextRef="#ctx0" brushRef="#br2" timeOffset="160344.64">11886 15637 23 0,'-5'-12'561'0,"5"3"500"0,-3 2 226 15,0 0-53-15,3 3-264 0,-2 2-309 16,2 2-217-16,0 1-113 0,-2 4-66 0,0 2-57 16,2 5-69-16,0 4-49 0,0 7-16 15,0 4 1-15,2 6-4 0,0 7-6 0,-2 5-2 16,4 5-2-16,-1 1-7 0,2 4-16 0,1 1-10 15,0 0-7-15,4-2-9 0,-1-2-8 0,4-4-4 16,1-3 1-16,1-5 4 0,0-4 1 16,3-4 0-16,-1-4 0 0,2-2-2 0,-2-6 0 15,1-3-5-15,-1-3-9 0,2-3-15 0,-3-3-33 16,0-3-80-16,-2-4-109 0,-2 1-222 0,-2-2-300 16,0-3-355-16,-1 0-404 0,-3-6-144 0,-2 1 391 15,-1-1 782-15</inkml:trace>
  <inkml:trace contextRef="#ctx0" brushRef="#br2" timeOffset="160620.57">12329 16123 75 0,'6'-2'675'15,"-3"-1"622"-15,0 7 239 0,1 3-170 16,-1 1-409-16,-2 5-361 0,3 2-190 0,-3 5-135 16,3 1-94-16,-1 4-62 0,0 0-41 0,1 4-26 15,-1 1-20-15,2-2-13 0,0 2-7 16,2-2-6-16,-3-3-9 0,4-1-32 0,-2-1-80 16,-1-5-132-16,-3 0-253 0,-2-4-298 0,-2-3-383 15,-1-3-413-15,1-4-97 0,-3-5 592 0</inkml:trace>
  <inkml:trace contextRef="#ctx0" brushRef="#br2" timeOffset="160775.7">12335 15739 504 0,'-9'-21'1437'0,"-1"8"258"0,1 7-289 16,-4 3-329-16,2 5-481 0,0 2-282 0,0 2-151 15,3 2-69-15,3 5-35 0,2-1-24 16,3 1-18-16,3 2-10 0,4 0-31 0,4 0-83 15,4 0-133-15,0 0-262 0,5 0-291 16,1 0-369-16,1-1-405 0,5 0-78 0,0 3 589 16</inkml:trace>
  <inkml:trace contextRef="#ctx0" brushRef="#br2" timeOffset="161124.88">12890 15998 736 0,'-7'-4'1706'0,"-2"2"64"0,-2 0-371 16,-1 0-373-16,-1 2-443 0,1 0-278 0,0 0-124 16,1 4-59-16,0 2-34 0,0 0-23 15,3 3-17-15,-3 7-13 0,5 1-8 0,1 5-5 16,2 2-5-16,1 2-5 0,2 5-4 0,2-3-4 16,3 1-2-16,1-1-3 0,3-4-1 0,1-3-2 15,1-7-1-15,5-2-3 0,-2-8-6 0,2-4-6 16,-2-4-8-16,2-7-7 0,-2-4-5 0,0-6 1 15,-3 0 4-15,-1-4 8 0,-1 0 8 16,-2 0 9-16,-3 1 5 0,1 3 4 0,-3 5 4 16,0-1 4-16,-2 7 3 0,0 3 2 0,-2 3-1 15,0 4 1-15,-1 6 0 0,1 6-5 0,-2 5-2 16,0 6-1-16,1 2-1 0,0 3-3 16,3 2 0-16,0 3-2 0,3 1-7 0,0 0-24 15,1-3-61-15,0 1-97 0,1-2-202 0,0-4-284 16,0 2-362-16,4-4-430 0,1-3-300 0,-1-1 246 15,4-4 882-15</inkml:trace>
  <inkml:trace contextRef="#ctx0" brushRef="#br2" timeOffset="161991.19">13202 16533 246 0,'1'10'877'0,"1"-2"389"0,-1-3-14 15,-1 0-184-15,2-4-427 0,1-3-203 16,0-6-103-16,1-6-48 0,0-1-34 0,0-10-26 16,2-2-48-16,0-7-67 0,0-4-37 0,4-5-24 15,-1-1-16-15,1-1-8 0,0 1 3 0,0 0 2 16,0 3-6-16,-2 5-1 0,-2 5 5 0,2 6 4 16,-5 5-5-16,2 3-3 0,-3 6-2 15,1 3-2-15,-2 5-6 0,1 6-6 0,-2 6-2 16,3 7-2-16,-3 6-1 0,2 8 2 0,-1 4-6 15,4 3-3-15,-1 6-2 0,1 5-1 16,3-1-2-16,0 0-1 0,1-1 10 0,1-3 4 16,0-1 3-16,2-9 2 0,-2-2-1 0,1-7 0 15,1-6-6-15,0-5-1 0,0-7-8 0,1-4-1 16,-2-9-2-16,3-5 0 0,-3-5-1 16,-1-7 0-16,2-6 4 0,-2-2 3 0,2-3 6 15,-4-1 3-15,0 2 2 0,0 0 1 0,0 2-1 16,-2 5 2-16,-1 2-6 0,-2 6-2 0,1 1-2 15,-3 6 1-15,2 5 0 0,-1 3 4 16,0 4 4-16,-1 5 2 0,4 7-1 0,-4 4 0 16,-1 6 0-16,3 3-2 0,1 4-3 0,0 3-2 15,0-1 6-15,2 1 1 0,0-1-2 0,2-2 0 16,0-4-2-16,0-4 1 0,3-3-6 0,-2-7-2 16,3-3-2-16,0-7 0 0,-1-4 1 15,2-8-1-15,-2-6 2 0,0-3 0 0,2-7-1 0,-4-3-1 16,2 0 1-16,0 0 0 0,-1 0 1 15,-2 2-2-15,1 3 0 0,-1 3 0 0,-2 4 0 16,-1 2-1-16,0 5 0 0,1 3 0 16,0 6 2-16,-1 2 0 0,0 6 1 0,-2 4 0 15,2 5 1-15,0 4-1 0,-1 6 0 0,1 2-3 16,3 1-9-16,-1 0-15 0,-1 1-27 16,3-1-58-16,-1-2-73 0,0-4-123 0,1 0-208 15,-1-2-302-15,-1-4-335 0,2-6-277 0,1-4-122 0,-4-6 399 16,2-6 673-16</inkml:trace>
  <inkml:trace contextRef="#ctx0" brushRef="#br2" timeOffset="162291.63">14026 16037 445 0,'-8'-28'1130'16,"0"6"459"-16,0 3-118 0,-2 6-382 0,2 3-409 16,2 5-247-16,1 5-162 0,0 2-118 15,5 4-66-15,0 2-35 0,0 4-20 0,5 1-13 16,2 4-8-16,1-3-5 0,2 5 1 0,3 2-1 15,0 1 0-15,4 3-3 0,2 0 1 0,-1 3-1 16,0-1 0-16,0 0-2 0,3 1 0 0,-3 0 1 16,-2 2-1-16,2-2 1 0,-7 0 1 15,0-1-1-15,-2 2-1 0,-4 1 1 0,-2-2 0 16,-4 1-1-16,-3 1 3 0,-2 0 4 0,-5-2 3 16,0-1-1-16,-5 0 3 0,2-4-1 0,-3 0-3 15,1-7-4-15,0-1-3 0,2-4-2 0,-2-3-2 16,5-6-1-16,1-4-7 0,1-4-17 0,3-3-35 15,2-4-71-15,1-5-70 0,3-5-125 16,0-1-175-16,3-3-289 0,2-1-303 0,3 1-203 16,3-2-115-16,4 1 328 0,-2-1 536 15</inkml:trace>
  <inkml:trace contextRef="#ctx0" brushRef="#br2" timeOffset="162557.51">14414 16272 17 0,'18'16'519'0,"-4"8"495"16,0 1 256-16,-3 7 32 0,1 1-282 0,-2 7-305 15,2-1-226-15,-3 4-125 0,3-1-79 0,0-3-90 16,-1-3-83-16,1-6-46 0,-2-6-25 16,4-7-18-16,-1-5-11 0,-2-5-4 0,3-7-3 15,-3-5-1-15,0-5-1 0,0-8 1 0,-3-5-1 16,-1-5-3-16,0-6 1 0,-4 0-1 0,-1-7 0 16,-2 0 0-16,-2-1 2 0,-2-2 1 15,-4 0-2-15,0 1 2 0,-2 3-1 0,-3 2 0 16,0 5 0-16,-3 5 0 0,2 5 1 0,-2 7 0 15,2 4 0-15,-4 9-1 0,6 3 0 0,0 11-4 16,0 3-13-16,2 6-57 0,1 6-75 16,1 2-147-16,0 3-278 0,6 2-313 0,-1 3-379 15,2 1-291-15,2 0-11 0,2 1 662 0</inkml:trace>
  <inkml:trace contextRef="#ctx0" brushRef="#br2" timeOffset="163140.45">14776 16843 32 0,'-1'18'607'16,"-1"0"507"-16,1-9 162 0,-3-3-127 0,0-4-334 16,4-6-397-16,-2-9-176 0,2-4-35 0,2-5 15 15,2-6 4-15,1-5 0 0,0-6-9 16,3-5-28-16,3-1-46 0,3-4-48 0,-1-1-28 15,3 2-19-15,-2 0-12 0,3 4-12 0,-4 7-11 16,1 5-2-16,-3 7-4 0,-1 6 6 0,-1 5 6 16,-1 8 8-16,0 6 4 0,1 5 6 15,-2 9 3-15,-1 5-5 0,-1 7-7 0,1 5-6 16,-1 5-5-16,3 2-7 0,-2 0-6 0,2 1-1 16,0 0-1-16,1-1-2 0,-1-4 0 15,2-3 1-15,-1-6 0 0,2-5-1 0,1-3 0 0,0-9-1 16,1-5 2-16,2-8 0 0,0-7 0 0,1-9 3 15,0-7-1-15,2-9 1 0,-2-2 0 16,3-8-1-16,2 0-1 0,-4-1-1 0,2 3-1 16,-4 3-1-16,0 3-1 0,-2 8 0 0,-1 5 1 15,-4 5-2-15,0 6 3 0,-1 5 3 0,0 7 5 16,-2 4 4-16,2 7 3 0,-3 7 3 0,1 5 1 16,-2 6-1-16,2 6-6 0,0 4-5 0,-1 0-3 15,1 3-4-15,2 0-4 0,1-2-8 16,2 1-22-16,0-5-68 0,1-2-88 0,2-3-207 15,0-2-282-15,2-5-346 0,0-5-419 0,0-4-257 16,0-4 215-16,2-5 859 0</inkml:trace>
  <inkml:trace contextRef="#ctx0" brushRef="#br2" timeOffset="163343.85">15826 16083 553 0,'-3'7'1614'15,"-2"5"186"-15,-2 7-369 0,0 2-365 0,4-1-452 16,1 4-326-16,2-1-139 0,2 1-64 0,5-2-31 16,2-1-22-16,5-3-15 0,5-1-8 0,3-4-6 15,5-2-4-15,6-4-24 0,5-3-64 16,-2-3-91-16,4-2-198 0,1-3-279 0,3-1-349 16,3 1-412-16,-4-3-268 0,2-1 191 0,1 2 833 15</inkml:trace>
  <inkml:trace contextRef="#ctx0" brushRef="#br2" timeOffset="163860.06">17578 15631 6 0,'-2'-8'531'0,"2"0"527"15,0 2 275-15,0 1-49 0,2 3-325 0,0-1-298 16,1 6-205-16,0 1-106 0,2 6-65 15,1 4-54-15,2 7-43 0,0 2-46 0,2 8-32 16,0 5-27-16,2 7-21 0,-1 4-15 16,1 2-14-16,-1 4-9 0,-1 1-9 0,-1 0-4 15,1 0-4-15,0 0-4 0,-3-4-2 0,-1 2-3 16,1-4-4-16,-2 0-12 0,-2-5-21 0,-1-4-45 16,-4-3-74-16,-3-5-100 0,0-8-169 15,-1-2-291-15,-3-7-329 0,1-7-323 0,0-6-179 16,-5-5 196-16,2-6 642 0</inkml:trace>
  <inkml:trace contextRef="#ctx0" brushRef="#br2" timeOffset="164031.88">17629 16155 209 0,'9'-9'725'0,"-1"3"402"16,2 1 100-16,1 5-150 0,1 3-316 0,4 3-209 16,0 4-125-16,1-1-94 0,3 4-67 0,-2 0-57 15,4 0-71-15,-1 0-65 0,1-1-30 0,3-1-22 16,1 0-10-16,-1-2-6 0,2-3-4 15,3-2-20-15,-1 0-71 0,-4-4-90 0,0-1-174 16,-1-3-286-16,-5-2-323 0,0-1-362 16,-6-2-199-16,-3-2 192 0,-3 0 672 0</inkml:trace>
  <inkml:trace contextRef="#ctx0" brushRef="#br2" timeOffset="164257.73">18023 15587 184 0,'0'4'858'0,"0"7"544"16,0 3 88-16,1 4-208 0,2 3-452 0,1 5-320 16,2 1-163-16,-2 2-110 0,4 3-73 15,0 0-53-15,3 2-35 0,0 1-21 0,-1 1-17 16,4-2-13-16,-1 3-9 0,1-2-5 0,-1 2-6 16,2 1-2-16,-3-2-3 0,0-1-1 0,1 0-12 15,0-1-21-15,-5-1-54 0,2-1-75 16,-5-3-109-16,-2-2-182 0,-1 0-299 0,0-3-333 0,-2-2-285 15,1-5-142-15,-1-1 296 0,0-7 627 16</inkml:trace>
  <inkml:trace contextRef="#ctx0" brushRef="#br2" timeOffset="165063.59">18558 16158 197 0,'-1'-9'1117'0,"-5"3"590"0,-1 1-130 0,-2 4-340 16,1-1-447-16,-5 5-321 0,2 1-211 0,-1 3-98 16,0 3-54-16,1 2-32 0,-1 4-26 15,2 1-18-15,2 3-11 0,1 1-7 0,3 0-5 16,3 0-2-16,1 0-4 0,3-2-2 0,5 0-1 16,0-5-3-16,1-1 1 0,5-5 0 0,2-5 2 15,1-4 0-15,3-7-1 0,0-5 1 0,0-3-1 16,0-6-1-16,-1 0-1 0,-1-4 1 0,0 1 1 15,-2-2-1-15,-2 1 0 0,-3 1 1 16,3 2 1-16,-4 4 1 0,1 2-1 0,-5 4 0 16,-1 2 2-16,1 4 0 0,-2 3 0 0,0 4 2 15,1 4 1-15,-2 3 1 0,-2 5 0 0,3 3-1 16,-3 5 0-16,4 2 0 0,-2 5 0 0,2 2-3 16,0 2 0-16,4 2 1 0,-1 3 0 15,2-2-1-15,2 0-1 0,-1-5 0 0,2-1-1 16,0-7 0-16,-1-5-1 0,2-7 0 0,-1-4 1 15,1-9 1-15,-3-2 1 0,1-5 0 0,-2-7 0 16,0-5 0-16,0-5 0 0,0-5-1 0,-1-5 0 16,-1-2-1-16,-2-5-1 0,1-4 1 15,-2-4 3-15,2-7 1 0,-1-3 0 0,3-6-1 16,-1-5 2-16,0 2-3 0,0 2 0 16,2 3-1-16,-2 9 0 0,-2 6 2 0,1 6 2 15,-3 11 0-15,1 6 2 0,-4 7 0 0,2 7 0 16,-3 6 3-16,0 9 5 0,-1 7 4 0,-1 7 5 15,1 6 3-15,-1 10 4 0,-1 2 1 16,2 7-1-16,-1 6-1 0,1 6-4 0,1 5-4 16,-2 2-3-16,2 4-2 0,2-1-6 15,-1 2-2-15,2-4-2 0,3-4-1 0,1-3-2 0,-1-3-1 16,2-7 0-16,3-5-1 0,-1-5-1 16,1-6 0-16,1-6 1 0,-1-3-1 0,3-7 0 15,-2-3 1-15,-1-6-1 0,0-7 0 0,0-5 0 16,0-4-1-16,0-7 0 0,-2-4 0 0,1-4-1 15,2-3 0-15,-4-3 0 0,2-3 2 16,-1-3 2-16,-1-4 0 0,-1-2 1 0,-1-5 2 16,2-6-2-16,-2-4-1 0,2-1-1 15,2-5-1-15,0 2-1 0,0 1-1 0,1 4 1 16,-1 7 1-16,-2 8 1 0,-2 7 1 16,-1 8 0-16,-2 9 1 0,-1 9-1 0,-1 6 0 0,-2 10 0 15,-1 8 0-15,0 9 0 0,-1 8 1 16,-2 6 2-16,1 10-1 0,0 8-1 0,0 5-1 15,-4 11-1-15,3 5-3 0,0 4 2 0,1 3-1 16,0 2 0-16,1 0-1 0,3-2-10 16,2-3-19-16,-1-3-43 0,3-8-86 0,-1-6-159 15,3-4-269-15,-1-4-331 0,6-3-408 0,-3-4-405 16,0-4 8-16,1-2 784 0</inkml:trace>
  <inkml:trace contextRef="#ctx0" brushRef="#br2" timeOffset="166007.57">20622 16417 448 0,'-2'9'898'0,"-1"-4"269"0,2 1-26 0,-1-5-325 16,1-1-308-16,-1-4-171 0,0-4-72 0,2-6-7 15,2-2 6-15,0-5-15 0,1-5-12 0,3-5-22 16,-2-6-44-16,4 1-39 0,1-5-32 0,0-1-12 16,0 3-16-16,-1 3-5 0,0 5-8 0,1 2-11 15,-4 7-4-15,0 4-6 0,-2 4-3 16,1 3-7-16,-1 7-3 0,3 4-1 0,-3 8-5 15,2 7-2-15,0 6-3 0,1 7 0 0,0 9-4 16,0 1-2-16,2 6-2 0,-1 3-1 16,-1-1-3-16,5-1-1 0,-1-2 0 0,-1-2-1 15,2-7 0-15,-1-2-1 0,1-8-1 0,1-5 1 16,-1-6 1-16,-1-5 0 0,2-5 0 16,-2-11 1-16,1-7 1 0,2-5 0 0,-2-10-1 15,1-2 0-15,1-4-1 0,0-3 0 0,-1 0-1 16,1 2 0-16,1 1-1 0,-3 5 0 0,-1 5 0 15,1 2 0-15,-3 5-1 0,-2 8 2 16,1 2 1-16,0 4 1 0,0 8 0 0,-2 6 4 16,-1 4 0-16,0 6 0 0,-1 8-1 0,3 2-1 15,-3 3 0-15,0 3-1 0,4 1-1 0,-3 0-2 16,3 0 1-16,0-3-2 0,1-5 1 0,0-2-2 16,0-4 0-16,2-6 0 0,-1-4 0 15,1-5 2-15,1-7-1 0,0-5 1 0,0-7 1 16,1-7 0-16,-2-5 0 0,1-6 0 0,2-2 0 15,-2-3-2-15,1 3 2 0,0-1-1 0,-3 4 0 16,3 3 0-16,-2 3 0 0,-2 3-1 0,3 4 0 16,-3 4 1-16,2 3-1 0,-4 4 1 15,3 7 1-15,-1 4 0 0,2 4 1 0,-1 7 0 16,-1 3 0-16,0 6 0 0,0 3-2 16,1 1-4-16,1 3-11 0,0-2-16 0,0 1-34 15,0-4-66-15,1 1-74 0,0-4-122 0,-1-2-188 0,1-2-305 16,1-4-314-16,3-4-238 0,-1-4-116 15,-2-5 364-15,1-5 608 0</inkml:trace>
  <inkml:trace contextRef="#ctx0" brushRef="#br2" timeOffset="166240.19">21703 16373 176 0,'15'-30'607'15,"-1"0"394"-15,-2-2 174 0,0 2-201 0,0-2-187 16,-1 0-108-16,0 1-137 0,-1 4-104 16,-4-1-79-16,1 4-54 0,-3 1-73 0,1 4-76 15,-5 1-43-15,0 5-25 0,-5 3-20 16,1 4-15-16,-3 5-16 0,-3 6-14 0,-2 5-8 15,-1 8-3-15,-1 3 1 0,0 6-1 0,-1 6 2 16,-2 3-1-16,4 4 0 0,1 6-4 0,2-1-2 16,2 4-3-16,2 1-2 0,3-5-1 15,6 2-3-15,3-5 0 0,2-6-1 0,5-2-2 16,3-6-3-16,3-7-12 0,3-4-28 0,2-5-74 16,-1-5-105-16,3-4-202 0,1-6-292 0,0-5-357 15,3-3-417-15,1-3-202 0,3-4 315 16,-1-6 784-16</inkml:trace>
  <inkml:trace contextRef="#ctx0" brushRef="#br2" timeOffset="166593.51">22244 15208 182 0,'12'-24'896'0,"-2"9"616"0,-3 9 34 0,-3 9-265 15,0 8-457-15,-2 10-313 0,0 5-173 16,0 11-117-16,-2 6-65 0,0 7-39 0,1 8-26 15,-1 4-20-15,3 7-17 0,1 3-14 16,-3 1-10-16,4 2-9 0,0 0-8 0,1-1-5 16,3-2-5-16,-1-2-2 0,4-6-3 0,2-2-2 15,-1-6-9-15,2-5-18 0,0-7-34 0,0-2-77 16,-4-9-88-16,-1-2-158 0,-3-5-250 0,-3-4-323 16,-4-3-355-16,-4-5-192 0,-3-5 48 0,-3-6 591 15</inkml:trace>
  <inkml:trace contextRef="#ctx0" brushRef="#br2" timeOffset="166807.54">22127 16052 113 0,'5'-11'741'16,"-1"1"598"-16,1 3 96 0,2 3-170 0,-2-1-399 16,4 2-322-16,0 3-171 0,3-1-118 15,1 1-53-15,0 1-54 0,6-1-42 0,0-1-34 16,3-1-25-16,4 1-20 0,2-1-13 0,2-2-5 15,2 1-6-15,1-2-1 0,0 1-5 16,4-1-28-16,-3-1-80 0,-2 0-107 0,1 0-210 16,-3-1-290-16,-3-1-360 0,-2 1-391 0,-6-1-158 15,-3-2 340-15,-3-2 759 0</inkml:trace>
  <inkml:trace contextRef="#ctx0" brushRef="#br2" timeOffset="167173.85">22535 15285 318 0,'-13'-20'1123'16,"4"5"477"-16,-1 6-122 0,3 5-290 0,2 5-491 16,2 5-245-16,-1 6-171 0,4 3-87 0,2 5-48 15,1 5-28-15,2 4-21 0,3 5-14 16,1 5-12-16,2 3-9 0,3 5-10 0,-1 4-10 16,3 3-11-16,-2 5-8 0,2 0-8 0,-2 2-5 15,3 3-4-15,-4-1-1 0,4-2-1 16,-4-3-1-16,5-5-1 0,-2-5-2 0,-1-6-1 15,0-9-1-15,0-8 0 0,1-5-1 0,0-10 1 16,-2-6 0-16,-1-9 0 0,0-10-1 0,-1-6-1 16,1-6-2-16,0-10 1 0,1-1 0 0,-3-7-1 15,2 2 0-15,1 0 0 0,-3 0 1 16,1 5-1-16,-1 4 0 0,-2 7 2 0,-2 6 0 16,-1 7 1-16,-1 7 1 0,-2 5-2 0,1 11 0 15,-4 1-3-15,0 8-4 0,0 4-5 16,0 4-6-16,0 2-6 0,0 3-9 0,0 3-11 15,1 0-12-15,3 2-14 0,-1 2-30 0,3-2-59 16,-3 3-59-16,0-3-98 0,2-3-171 0,0-2-294 16,1-2-298-16,3-5-224 0,-1-4-141 15,4-6 296-15,-2-5 596 0</inkml:trace>
  <inkml:trace contextRef="#ctx0" brushRef="#br2" timeOffset="167442.04">23245 16273 6 0,'13'0'469'0,"-1"3"464"0,-1 5 281 0,-3 2-12 15,5 7-251-15,-4 2-219 0,3 5-209 0,0 1-127 16,-1 1-86-16,0 3-63 0,3-1-86 0,-1-1-73 16,3-1-38-16,-2-5-23 0,3-3-11 15,-1-5-8-15,2-4-4 0,-2-6-3 0,-1-6-1 16,-2-5 1-16,-1-5-1 0,0-5 1 0,-4-4 1 16,-1-7 0-16,0-1-2 0,-6-3 0 15,-1-3 1-15,-1-2 8 0,-4 0 11 0,-1-2 10 16,0 2 13-16,-3 1 12 0,1 3 10 0,-4 7-4 15,2 6-9-15,-1 6-8 0,-3 6-12 0,1 6-11 16,-1 8-10-16,2 7-6 0,-1 2-4 0,0 8-4 16,5 0-17-16,-1 3-44 0,1 3-84 15,3-1-156-15,1 2-268 0,-1-2-326 0,5 1-393 16,-4 0-381-16,4-2 8 0,4-1 740 0</inkml:trace>
  <inkml:trace contextRef="#ctx0" brushRef="#br2" timeOffset="167924.71">23981 16187 18 0,'-4'-26'626'0,"-4"-1"764"0,0 1 254 0,2 2-235 15,-2 3-393-15,-1 5-404 0,2 4-215 0,1 4-163 16,-2 7-81-16,0 5-49 0,2 7-30 0,-2 7-22 16,1 7-13-16,1 7-8 0,3 7-8 15,-2 4 0-15,4 8-6 0,1 5-1 0,0 2-3 16,1 1-3-16,4-1-1 0,1-4-5 0,0-4-4 16,4-7-2-16,1-10 0 0,3-9-1 15,2-10 2-15,2-11 0 0,0-11 1 0,3-10 0 0,0-11 1 16,2-13-1-16,0-10-1 0,-1-7 0 15,1-8-1-15,-2-8 0 0,-2-4 3 0,0-7 0 16,-5-7 1-16,2-4 0 0,-3-3-1 0,-3-6-1 16,0 4 0-16,-4 5-1 0,1 10 2 15,-2 9 6-15,-5 12 7 0,0 14 3 0,-4 10 2 16,0 14-2-16,-4 12 7 0,-2 10 1 0,-1 13 2 16,0 13 4-16,0 10 2 0,-2 9 1 15,4 9-5-15,1 10-22 0,0 11-7 0,3 10 0 16,2 13 0-16,2 6 0 0,2 8 0 0,2 5 0 15,2 0 0-15,6-4 0 0,0-6 0 0,5-9 0 16,-2-13 0-16,3-12-94 0,-1-13-90 0,3-11-170 16,-1-8-271-16,-1-10-341 0,-2-6-415 15,-2-7-390-15,-5-7 58 0,-3-6 827 0</inkml:trace>
  <inkml:trace contextRef="#ctx0" brushRef="#br2" timeOffset="173506.31">9750 14856 147 0,'6'-4'545'0,"-1"-2"354"15,0 1 210-15,-2 2-108 0,-1-1-293 0,-1 3-180 16,1 0-70-16,-2-1-41 0,2 4-68 16,-1-1-62-16,-1 4-38 0,0 0-42 15,-1 4-58-15,-1 4-51 0,-1 3-26 0,1 5-13 16,-1 4-17-16,1 4-11 0,-1 6-11 0,2 4-7 16,-1 2-3-16,0 3-2 0,2 3-3 0,0-1 2 15,0 5 0-15,0 0-2 0,0 0 6 16,0 3 5-16,2-1 1 0,-2 1 0 0,0 1 1 15,0 2 0-15,0 2-9 0,0 0-2 0,0 5-2 16,0-1 1-16,0 1-1 0,0 1-1 0,0 1 2 16,2 2-1-16,-1-4-2 0,-1 1-3 15,2-3 1-15,-1 0-2 0,1-3-2 0,-2-3 0 16,2 0 1-16,-1-5 1 0,1 0 0 0,-2-3 2 16,0-1 1-16,0-1 2 0,0-1-2 0,-2 0 1 15,2-1-2-15,-1 0 0 0,-1 3-1 16,2-2 0-16,-2 0-1 0,2 1-1 0,0-3 0 15,0 0-1-15,0-1 0 0,2-5-1 0,0-1 2 16,-1-3 0-16,2-6 1 0,-1 0 1 0,1-6 1 16,0-1-1-16,0-4-1 0,0-1 1 15,-1-4-1-15,1-3 0 0,0-1 1 0,-1 1 0 16,1-3 1-16,-1 1 0 0,1-1-1 0,3-1 0 16,-3 1 1-16,2 1 1 0,1 0-6 0,1 1-2 15,-1 1-3-15,3 2 0 0,0 1-1 16,0 0-2-16,0 0 6 0,1 1 3 0,1 0 1 15,3 0 1-15,-3-1 1 0,1 0-1 0,0 1 0 16,2-4 1-16,0 0 1 0,-1-1-1 0,4-1 1 16,-2-2 0-16,2 0-1 0,-1-2 1 0,1 0-1 15,1 0 0-15,2-4 0 0,1 2-1 16,-2-3 2-16,1 0-1 0,2 0 1 0,2 0 0 0,-1-1 0 16,2 1 0-16,2-2-1 0,-1 2-1 15,1 0-1-15,3-1 1 0,-1-1 0 0,-2 1 5 16,3 0 4-16,3-2 3 0,-2 2 2 0,-2 0-6 15,1-1-3-15,2 0-6 0,-2 1-4 0,3 0-3 16,-2-1-1-16,-2-1 4 0,4 3 4 0,-3-1 0 16,2 1 1-16,-2-2 1 0,1 2-1 15,-2 2 1-15,1-1 1 0,0 1 0 0,0 1-1 16,-1 1 1-16,1-1-1 0,0 3 0 0,0-1 1 16,0 1-1-16,0 0-1 0,2 1 1 15,-1 1 6-15,2-1 2 0,-1 2 1 0,1 0-5 16,3-2-1-16,-3 1 0 0,4 0-7 0,-1-2-3 15,3 2-1-15,1-3 6 0,0 2 1 0,1-2 1 16,2 2 0-16,1-3 0 0,-1 2-1 0,3 0-1 16,-2 0 0-16,3 1 1 0,-1-1 0 0,2 2-1 15,0-2 7-15,-2 1 5 0,2 2-5 16,-2 0-1-16,1 0-1 0,-1-1 0 0,3 1-6 16,-1-1-4-16,2 2 4 0,-1-2 2 0,2-1 0 15,-1 0 0-15,-1-1 1 0,0-1-1 0,2-1 0 16,-2 1-1-16,1 1 1 0,1-3 5 0,-2 1 5 15,-2 1-3-15,1-1-3 0,-1 1 0 0,1 0-2 16,-1 2-4-16,2-2-4 0,-1 2 2 16,-1-2 4-16,1 3-1 0,0 1 1 0,-2-4 0 15,-1 4 0-15,2-4 1 0,0 3-2 0,-2 0 2 16,-1-2-2-16,0 1 1 0,-1 1 4 16,1 1 5-16,-3-3-4 0,1 1-1 0,-2 1-1 15,0-1 1-15,1-1-6 0,0 2-5 0,1-1 5 16,-3-1 1-16,4 3 1 0,-4-4 1 0,1 3 1 15,2-3-1-15,-4 2 0 0,2-2-1 0,1 2 1 16,0-2-1-16,0 2-1 0,-1 0 0 0,2-1 6 16,0 0 3-16,-1 1-3 0,1-1-2 15,-2 2 0-15,4-1 1 0,-1 1-6 0,-2-1-4 16,6 0 4-16,-4 2 1 0,4 1 1 0,0 1 0 16,1 1 1-16,-2-2 0 0,3 0-1 0,-1 1 1 15,2-2-1-15,-1 1 0 0,1 1 5 16,2-2 3-16,-2 1 2 0,1-5-3 0,1 4-3 15,1-4 0-15,0 1-6 0,2-3-4 0,2 0-2 16,2-3 4-16,-1 2 1 0,2 0 2 0,0-2 0 16,0 0 1-16,0 1 6 0,0-4 1 15,2 3 4-15,0 0-3 0,-2-2-3 0,1 1-1 16,3 1-7-16,-1-1 0 0,2-1-5 0,0 2 4 16,1 0 1-16,-1 0 3 0,2 0 1 0,-3 0 3 15,2 2 2-15,-1 0 5 0,-2-1-4 0,2 0-2 16,0 2 0-16,-1-1-7 0,2 1-2 15,1 0-4-15,-3 0 4 0,2 0 2 0,-1 1-1 16,0-1 3-16,-2 2 5 0,1 0 2 0,-3-1 3 16,3 0-3-16,-4 1-3 0,0-1 0 0,1 2-7 15,-1-1-2-15,0 1-3 0,0 0 4 16,1 0 2-16,-1 0 0 0,-3 1 3 0,1-1-1 16,1 1 6-16,-1 1 1 0,-1 0 2 0,-2-1 2 15,1 1 2-15,-2 1-5 0,-1-4-8 0,3 3-4 16,-3 0 0-16,1-2-4 0,2 0-1 0,0 0 3 15,0-2 4-15,-1 1 1 0,-1-1 1 0,1-1 4 16,-1 0 4-16,0 2 2 0,-3-2 0 0,1 1 1 16,0-1 3-16,-1 2-12 0,-1-1-5 15,0 1-2-15,1-1-2 0,0 1 0 0,1 1-3 16,-1-2 5-16,1 1 3 0,0-1 1 0,-3-1 1 16,1 0-1-16,1 0 7 0,-2-1 4 15,1-1 0-15,-2 1 0 0,-1-2 3 0,0 0-1 16,0 0-5-16,-3 0-8 0,3-2-3 0,0 1-2 15,1 1-2-15,-2-1-1 0,2 0-1 0,-1-1 5 16,1 3 3-16,-1-4 2 0,-3 4 0 0,1-1 0 16,0-1 1-16,1 0 7 0,-2 0 1 0,1 1 1 15,0-2 1-15,-3 1 1 0,1 0 1 16,1-1-12-16,-1 1-4 0,0-2-3 0,0 2-2 0,1-2-3 16,1 0 1-16,-1 1 5 0,2-1 3 15,-2 1 1-15,0-1 2 0,3 2 1 0,-4-2-1 16,0 1 0-16,3 1 0 0,-5-1 5 0,2-1 2 15,3 2 1-15,-7-1 2 0,4-1 3 0,0 2-7 16,-4-3-7-16,3 2-3 0,0 0-2 0,-1-2-3 16,2 1-1-16,-2 1 5 0,0 0 2 15,2 1 1-15,-4 0 2 0,3-1-1 0,-3 1 0 16,0-1 0-16,-1 2 1 0,2-1-1 16,-1 1 0-16,-2 0 7 0,1-1 3 0,-2 1 0 15,-1 1 0-15,3 0 2 0,-4-2 0 0,0 4-6 0,1-2-7 16,-1-1-3-16,1-1-2 0,0 0-2 15,0 2-2-15,3-2 1 0,-4 0 4 0,4 1 3 16,1-1 1-16,-3-1 1 0,3 1 2 0,-2-2-2 16,1 0 0-16,-2 1 1 0,2 1 5 0,-2 0 3 15,1-1 1-15,-3-1 1 0,1 4-1 16,-1-3 0-16,0 1-6 0,-2 2-1 0,0 0 0 16,-1 0 0-16,-1 0 1 0,0 2 0 0,0 0-6 15,2 0-4-15,-4 2-2 0,3-2-3 0,-5 2 1 16,4-2 0-16,-3 0 4 0,2 1 5 0,-3 0 1 15,0-1 0-15,-1 0 0 0,1 2 0 16,-1 0 1-16,-2-1 0 0,2 2 1 0,-2 0-1 16,1-1 0-16,-2 4 0 0,1-1 1 0,-2-1-1 15,3 2 0-15,-2-2 0 0,0 2 6 0,-3-1 3 16,1-1 0-16,0-1 2 0,-2-1-1 16,1-1-1-16,-1-1-5 0,-1-1-3 0,-1-2-2 15,1-2 0-15,-1-1-1 0,0-1 1 0,-2 0 0 16,0-3 0-16,-2 1 1 0,-2-2-1 0,2 1 1 15,-4 0 1-15,0-1-1 0,-1-1 1 0,1 1 0 16,-1 1-1-16,-1-3 0 0,2-1-1 16,-4 1 0-16,1-2 0 0,2 0 1 0,-2-3-1 15,2 0 2-15,-1-3 0 0,1-2 2 0,1-1 0 16,0-2 0-16,1-5 1 0,-1 1 0 0,0-1 0 16,3-4-1-16,-1 0-1 0,-1-5-1 15,2 3 0-15,0-5-1 0,0 0 0 0,2 1-1 16,-2 0-2-16,3 1 1 0,-1-1-2 0,0 2 1 15,2-1-1-15,-2 3 2 0,4 1 2 0,-4 0 1 16,4-1 2-16,-2 3 0 0,0-2 0 0,0 0 0 16,0 0 0-16,1 0 0 0,0-3-1 15,0 0-1-15,0-1-1 0,0-2-2 0,-1-1 0 16,0 0-1-16,0 0-1 0,-2-2 0 0,1 2 1 16,-3 1 0-16,1 1 3 0,-2 0-1 15,-2 2 1-15,-1 0 1 0,-1 2 1 0,2 0-1 16,-3 4 0-16,-2 0 2 0,0 0-1 0,-1 4 0 15,-1-1-1-15,3 1 1 0,-4 1-2 16,0 2 0-16,0 3 0 0,-2-3 0 0,0 3 0 16,1 1 0-16,-3-1 0 0,1 2 0 0,0 0-1 15,0 0 1-15,0 1 0 0,-3 0-1 16,2-1-1-16,3 0-1 0,-2-2 1 0,1 0-1 16,0 1 0-16,2-1-1 0,-1 0 3 0,1 1 1 15,-2 1 0-15,2-2 1 0,-1 3 0 16,1-1 2-16,-4 1-3 0,3 3 1 0,-2 0 1 15,-3 1-1-15,2 0 3 0,0 0-2 0,-3 2 1 16,1 1 0-16,-2 0-1 0,-1 1 1 0,1-1-1 16,-1 0-1-16,-1 0-1 0,0-1 1 15,2 2 1-15,-3-3-1 0,3 2-1 0,0-1 0 16,0 0 1-16,-1 1-1 0,3 1 0 16,-2 1 0-16,0 0 0 0,-2 3 1 0,1 1-1 15,1 1-1-15,-3 1 1 0,1 1-1 0,1 1 1 16,-4 0 0-16,4 2 0 0,1-1 0 15,-5 0 1-15,5 1 0 0,-1-1-1 0,1 2 0 16,-3-1 0-16,1-1 0 0,2 1 0 16,-2-1-1-16,0-1 1 0,0 2 0 0,-1-2-2 15,0 2 1-15,0-3 0 0,-1 2 1 16,-1-1 0-16,-3 2-2 0,3 0 2 0,-2 0 0 16,0-2-1-16,0 1-1 0,-1 0 1 0,-1-1 1 15,0 0 0-15,-1 0 0 0,2-1 0 16,-2-1 0-16,0-1 0 0,-2 0 0 0,2 2 1 15,-2-4 0-15,-2 2 0 0,2-1 0 0,-1 0 1 16,-1 3 1-16,0-3-2 0,-2 2 2 0,2-1-1 16,-2-2 0-16,-1 2 0 0,0 1-1 15,0-1-1-15,-1-2-2 0,-2 1 1 0,-1 0 0 16,1 1-2-16,-2-3 1 0,0 0 0 16,0 2 0-16,0-2-1 0,-2 2 1 0,2-2 0 15,-2 1 1-15,1 1-1 0,1-3 2 16,-2 4 0-16,0-1 1 0,2 0-1 0,0 1 1 15,-1 0 0-15,-1-2 0 0,0 2 0 0,-1 2-1 16,1-2 0-16,-1 0 1 0,2 0-2 0,-5-1 0 16,2 1 0-16,0-1 1 0,-3 1-2 15,1 0 1-15,-1-1 0 0,0 2 1 0,-1-1 1 16,1 0-1-16,1 2 0 0,-1-1 0 16,1 1-1-16,1-1-2 0,1 1 3 0,0 0 0 15,0 0 1-15,0 2 2 0,3-3 0 0,-3-2 0 16,3 3-1-16,-3 0-1 0,4-2 0 15,-3 1 0-15,3-1 0 0,0 0 0 0,-1 0-1 16,0 0 1-16,0 0-1 0,-1 2-1 0,1-3 1 16,-1 4 0-16,0-2 0 0,1-2 0 15,1 3 0-15,0 0 0 0,0-1 0 0,0 0 1 16,1 1-1-16,-1 1-1 0,3-1 1 16,-3-1-1-16,3 1 0 0,-1-1 0 0,0 3 1 15,-1-2 1-15,1 2 1 0,-1-2 0 16,-1 2 0-16,3-1-1 0,-3 2 1 0,0 0-2 15,-2 0 1-15,1 1-1 0,-4 0 1 0,2-3-1 16,0 3 0-16,0 0-1 0,-2 0 1 0,0 0 0 16,0-2-1-16,0 2-1 0,-2 0 1 15,3 0 1-15,0 0-3 0,-3 0 2 0,4 0 0 16,-2 0 0-16,0 0 1 0,0 0 1 16,-1 0 1-16,2 0 0 0,-1 0 0 0,-2 0-1 15,2 0 0-15,0 0-1 0,1 0 0 0,-4 2 0 16,2 1 0-16,-2-1 0 0,-1 2 0 15,0-2-1-15,0 3 0 0,-1-2 0 0,0 1 1 16,0 2 0-16,2-3-1 0,-2 2 0 0,-1-2 0 16,5 1 0-16,-2-1 0 0,-1 0 0 15,0 1 1-15,1 0 1 0,2-2 0 0,-2 2 1 16,1-3 0-16,-2 2-1 0,3 0-1 0,-1-1 0 16,-1-2 0-16,2 0 2 0,-3 2-2 15,-1-2 0-15,0 0 1 0,1 0-1 16,-1 0 0-16,2 0-1 0,0 0 0 0,-1 0 0 15,3 0 0-15,-1 0 0 0,1-2 1 0,1 2 0 16,-3-2 0-16,5-1 1 0,-2 1 0 0,2 0 1 16,0 0-1-16,-1-1 0 0,1 2-1 15,0-1 1-15,0 0-1 0,-1 0 0 0,1 0 0 16,2 0 0-16,-3 2 0 0,-2-1-1 16,3 1 0-16,-2 0 1 0,2-1 0 0,-2 1 1 15,2-2-2-15,0 2 1 0,-1-1 0 0,1-1-2 16,2 2 0-16,-4-3 1 0,2 2 1 15,1-1-1-15,-1 1 1 0,2-1 0 0,-1 1 2 16,-1-1 0-16,-1 2 0 0,1 0 0 0,0-1-1 16,0 1 1-16,-2 1-2 0,0-1 1 15,-1 2 0-15,0 1-1 0,-3-2 1 0,3 1-1 16,-5-1 0-16,3 1-1 0,0-1-1 0,-2 2 0 16,1-3 1-16,1 2-1 0,0-1-1 15,0 0 3-15,2-1 0 0,-3 2 2 0,0 0-2 16,1-1 2-16,2 0 0 0,-5 3 0 15,3-2-1-15,0 2 1 0,-2-2-1 0,1 3 1 16,-1-3 0-16,-1 3-2 0,-1-3 0 0,1 2-2 16,-2 2 0-16,0-2 0 0,2 2-1 15,-1-2 1-15,2 2 0 0,0 0 0 0,1-1 0 16,-1-1 2-16,2 0 1 0,2 1 0 0,-1 0 1 16,-2-3 0-16,4 3-1 0,-1-1-1 0,1 1 1 15,-1-1-1-15,1 0-1 0,0-1 1 16,-1 2 0-16,0-1 1 0,1 0-1 0,-2 2 0 15,2 0 1-15,-1-1-1 0,0 1-1 16,1-2 0-16,0 2-1 0,0-2 2 0,1 1-1 16,0-1 1-16,1 0 0 0,1 1 0 15,1-5 1-15,-1 4 0 0,1-1-1 0,1 0 1 16,-4-1 1-16,4 0 0 0,-4 0 0 16,2 1-1-16,1 0 0 0,-3 0-1 0,1 0 1 15,0 0 0-15,-2 0-2 0,2 0 0 0,-4-1 1 16,1 2-1-16,-2-3 0 0,0 0-1 0,0 1 1 15,0 0-1-15,-1-2 1 0,1 0-1 16,2 0 1-16,-3 0 1 0,0 0 1 0,0-2 0 16,1 0 1-16,-2 1 0 0,-1 0-1 0,0 1 0 15,0-2-1-15,-2 0 0 0,0 2-1 16,-1 0 0-16,0 0 2 0,-1 2-2 0,-2 0 1 16,1 0 0-16,-1 0-1 0,2 0 0 15,-2-1-1-15,3 1 0 0,-2 1 1 0,3-2 1 16,-1 2 0-16,0 0 1 0,0-1 0 0,-1-2 1 15,2 2 0-15,1 1-1 0,-1-1 0 0,-1-1 0 16,0 2 0-16,-2-3-1 0,3 4-1 16,-1-1 1-16,-4-2-2 0,4 3 1 0,-2-2-1 15,3 1 1-15,-1 0-2 0,2 0 2 16,-1 1 2-16,0-2-1 0,2 1 1 0,-3 0 0 16,3-1 2-16,-1 0-1 0,-1 0 0 15,-2 1 0-15,-1-2-1 0,2 3 0 0,-5-3-1 16,1 1 0-16,-2 1-1 0,-2-1-1 0,3 3 0 15,-2-3-1-15,0 3 0 0,1-2 1 0,0 2 2 16,-1 3 0-16,0-1 1 0,1-1 2 16,-1 2 2-16,-1 0-2 0,-2 0-1 0,3 1 0 15,-4-1-1-15,1 0-1 0,-1 1-1 16,3-2 0-16,-2 0-1 0,2 0-2 0,0-2 0 16,4 1 2-16,-1-1 1 0,3-3 1 0,-1 3 2 15,1-2 1-15,0-1 1 0,2-1-1 0,0-1 0 16,1 1-2-16,3-1 0 0,-2-1 0 15,2 0 0-15,1-1-1 0,-1 1 0 0,2-1-2 16,0 1 1-16,2-3-1 0,1 3 0 0,2 0 0 16,0-1-1-16,1-1 1 0,4 2-1 15,-3-2 0-15,3 1 2 0,0-1-1 0,1 1 2 16,2-2 0-16,-1 1 1 0,2 0 0 16,1-1 0-16,-1 1 1 0,1 0-1 0,-1 0 1 15,1-1 1-15,1 1-2 0,0 1 1 16,0-2-1-16,0 2 0 0,2-3 0 0,0 2-1 0,-2-1 1 15,0-3 0-15,3 3 0 0,-3-2-1 16,2 0 0-16,0 2 0 0,-2-4-1 0,0 3 0 16,0-3-1-16,0 0 0 0,0 1 1 15,-2 0-1-15,2 0 1 0,1 1 0 0,-1-3-1 16,2 3 0-16,-1-1 1 0,-1-1-1 16,2 1 0-16,0 0 1 0,0-2 0 0,-2 5 0 15,4-3 1-15,-4 1-2 0,2 0 1 0,2 1 0 16,0-1 0-16,1 3 0 0,-3-1 1 0,3 1 0 15,1-2 1-15,-3 2 1 0,5 1-1 16,-4 0 0-16,4-1 0 0,0 2 0 0,0-3-1 16,-2 2-1-16,3 2 2 0,0-3-1 15,-1 2-1-15,3 0 1 0,-3 0 1 0,3-2-1 16,-2 3 0-16,-1 0 0 0,3 0 1 0,-2 0-1 16,2 0 0-16,0 3 0 0,0-2 0 15,3 0 0-15,-1 0 1 0,1 2-1 0,0-3 0 16,2 2 0-16,1 0 0 0,-2 1 0 15,1-2 0-15,0 3 1 0,0-3 0 0,-1 2 0 16,2-2-1-16,-4 2 0 0,3-1 1 0,-1 1 0 16,-1 0 0-16,1-2-1 0,0 1 2 15,-1-1-2-15,2 1 0 0,-2-1 0 0,2 2 1 16,-1-2-1-16,1 1 0 0,-2 0-1 16,0-1 0-16,-1 0 0 0,1 1 1 0,-1 0 0 0,-1-2-1 15,2 1 1-15,-3 1 1 0,0-1 0 16,1 1 0-16,1-1 0 0,-2 0 0 0,4-1 0 15,1 2-2-15,1 1 1 0,-1-3 0 16,2 2-1-16,0-2-1 0,1 2 0 0,1 1-1 16,1-1 0-16,-1 2 1 0,1 3 2 15,-1-1 0-15,0 1 1 0,-1 2 0 0,3 1 0 16,-3 3-1-16,-1-1 0 0,-1 1-1 0,2 2-1 16,-4 0-1-16,2 0-6 0,-1 2-18 15,-5 0-55-15,-2 0-81 0,-1-1-175 0,0 2-275 16,-3 0-323-16,-1-1-388 0,-2 0-305 15,-4-4 69-15,0 1 767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1-08T08:32:35.78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7557 927 78 0,'2'0'317'0,"2"1"176"0,-2-1 154 16,-2 0-91-16,1 2-103 0,1 0-60 0,0-1-20 16,-1 2-15-16,1-1-16 0,-2-1-29 0,2 0-39 15,-1 1-44-15,-1-2-38 0,2 0-37 0,-2-2-28 16,-2 1-18-16,2 0-19 0,0-1-11 0,0-1-12 16,0 2 5-16,0-1 5 0,0 0 6 0,2 4 9 15,-2 0 6-15,1-2 7 0,1 1-5 0,-2-1-1 16,2 0-4-16,-1 0-7 0,2 0-12 0,-1 0-11 15,0-1-6-15,0-1-3 0,0 0-6 0,-1 1-9 16,3-1-4-16,-1 1 0 0,0-2 0 0,0-1-5 16,1-1 0-16,0-1 3 0,2-2 2 15,1-1 0-15,-1 2-2 0,1-4-2 0,1-2-3 16,1-1 0-16,-1-3 0 0,2 1 0 0,0-1-1 16,0 0 1-16,1 1-1 0,1-3-2 15,-2 3-1-15,1-1-3 0,0 0 0 0,-3 2-3 16,2 2-1-16,-1 0-4 0,-1 2-1 15,-3 2-3-15,0-1-1 0,-1 6-2 0,0-2-3 16,-2 1-1-16,0 1-1 0,1 2-1 16,-3-2 0-16,0 3-1 0,2 1 0 0,-2-1 0 15,0 1 0-15,0-2 0 0,0 2-1 16,0 0 0-16,0 0 0 0,-2 0-1 0,2 0 0 16,0-1-1-16,0 1-1 0,-1 0-3 0,-1 0-8 15,2 1-12-15,-2-1-20 0,-2 0-40 16,2 2-66-16,-1-1-63 0,0 0-85 15,-2 3-140-15,2-3-185 0,-2 0-275 0,0 1-212 16,-1 0-189-16,3-4 46 0,0 2 433 16</inkml:trace>
  <inkml:trace contextRef="#ctx0" brushRef="#br0" timeOffset="415.71">7571 614 128 0,'-3'0'437'15,"3"3"285"-15,-2-3 242 0,2 0-62 16,-1 2-200-16,1-2-148 0,-2 0-105 0,1-2-82 15,1 2-76-15,0 0-67 0,0 0-42 16,1 0-31-16,1 2-27 0,-1-2-26 0,1 2 7 16,3-2-3-16,-2 3-5 0,4 1 4 0,-1 1 9 15,3 0 4-15,1 1-16 0,1 1-10 16,1 2-6-16,0 0-11 0,2-1-8 16,0 2-7-16,2-1-9 0,-2 3-9 0,3-1-7 15,-2-2-6-15,0 5-6 0,1-4-3 16,-2 2-4-16,-1 1-1 0,-2-2-3 0,0-3-3 15,0 1-1-15,-1-1-2 0,1-1-3 0,-3 0-1 16,-2-2-1-16,1 0 0 0,0 0-2 0,-2-1-9 16,-2-1-21-16,-1 1-47 0,-1 0-71 0,-2-3-154 15,-1 2-277-15,-3 0-306 0,1-2-353 0,-4 4-318 16,-2-1-24-16,2 0 679 0</inkml:trace>
  <inkml:trace contextRef="#ctx0" brushRef="#br0" timeOffset="1435.48">7744 1438 165 0,'3'-1'335'0,"-2"0"151"0,-1-3 34 0,0 3-77 15,0 1-47-15,0-2-17 0,-1 0 9 0,1 2 8 16,-3 0 0-16,3 0-22 0,0 0-36 0,0-1-57 16,0 0-30-16,3 1-30 0,-3 0-26 15,1 0-1-15,-1 0-9 0,0 0 13 0,0 0-9 0,0 1-12 16,0 0-13-16,0-1-30 0,0 0-23 15,0 0-31-15,0 2-21 0,0-2-17 0,0 2-14 16,0-2-8-16,2 1-4 0,-2 0-5 0,0 3-3 16,0 0 0-16,0 1 1 0,0 4 3 0,0 0 0 15,0 1 2-15,0 1 0 0,0 0-2 0,0 4-2 16,0-2-3-16,0 2-1 0,-2-1-3 0,2 3-1 16,0 1 2-16,0-1-2 0,-1-1 0 15,1 1 1-15,0-3-1 0,0 3 0 0,0-4 0 16,0-1-1-16,0-4 0 0,0 1-1 0,0-1 1 15,0-2-2-15,0-2 1 0,0-1-1 0,-3 0-2 16,3 0 2-16,0-3-2 0,-2 1 3 16,2-1-2-16,0-1-1 0,-3 0-5 0,3-3-14 15,-3 2-31-15,3-4-56 0,-2-2-52 0,-1 1-69 16,0-2-109-16,0 0-140 0,-1-3-171 0,0 1-237 16,-1-1-231-16,1 1-127 0,0 1 173 15,1-2 411-15</inkml:trace>
  <inkml:trace contextRef="#ctx0" brushRef="#br0" timeOffset="2066.03">7631 1296 40 0,'0'-2'289'0,"0"-3"184"0,0 3 181 16,0-2-25-16,0 3-71 0,0 1-51 0,2-1-28 16,-2 1-30-16,0 0-42 0,0 0-53 0,0 0-72 15,0 0-69-15,0-2-47 0,0 2-18 0,2 2-5 16,-2-2-1-16,0 0 0 0,0 1-3 0,0-1-21 15,1 0-24-15,-1 1-7 0,2 2-6 0,-1-1-13 16,-1 4-4-16,2-4-2 0,1 4-3 0,-1 0-20 16,1 1-13-16,0 1-7 0,0-1-5 0,0 2 6 15,0 0 5-15,2 0 3 0,0-2-2 16,-2 3-2-16,2-1-2 0,1 0-9 0,-1 0-6 16,0 0-3-16,-1-2 1 0,1 1 0 0,-1-1-2 15,0-1-2-15,2 0 4 0,-1-1-4 0,-2-1 3 0,1 1 3 16,0-2 1-16,-2 0 7 0,1 0 1 0,0-1 3 15,-1-2 3-15,2 1-1 0,-2-2 1 16,1 1-1-16,0-4 1 0,2 3-2 0,-2-2-2 16,-1-1 0-16,3-1-3 0,-2-1 0 0,1-1-1 15,1 0-2-15,-2 0 1 0,2-4 0 0,0 2 2 16,-2-2-1-16,2-1 1 0,1-1 2 0,-3 1-2 16,2-1 1-16,0-1-2 0,-2 3 0 0,2-3-3 15,-2 0-3-15,3 2-1 0,-3 0-1 0,0 0-1 16,2 1-2-16,-2 0 1 0,1 2 0 0,-1-2 0 15,0 4 0-15,-1-1-1 0,-1 2 1 0,2 0-2 16,-1-2 1-16,-2 4-2 0,1 0 1 0,-1 1-2 16,0 0 0-16,0 0 0 0,0 1 0 0,-1 1-2 15,1 1-2-15,-2-1-8 0,2 1-17 16,-3 1-41-16,3-1-74 0,-3 1-93 0,2 1-167 16,-1 1-294-16,-1 0-323 0,1 1-325 0,0 2-176 15,2 0 187-15,0 0 648 0</inkml:trace>
  <inkml:trace contextRef="#ctx0" brushRef="#br0" timeOffset="9920.73">11194 4911 157 0,'-2'0'262'0,"1"-2"44"15,-1 2-15-15,1-3-51 0,-1 3-53 0,0-2-35 16,-1 1-18-16,3 1 0 0,-2 0 1 15,-1-1 9-15,2 1 10 0,-3-1 34 0,3 1 47 16,-2 0 60-16,-2 0 60 0,4 0 42 0,-2 0 42 16,1 0-24-16,0 0-47 0,-1 0-42 15,3 0-11-15,-2 0-16 0,2 0-32 0,0 0-21 16,-1 1-25-16,-1-1-27 0,2 0-48 0,0 0-36 16,0 0-28-16,0 0-18 0,0 0-9 0,0 0-10 15,2 0-10-15,-1 0-8 0,-1 0-7 16,0 0-6-16,2 0-6 0,-2 0-5 0,3 1 1 15,2-1 0-15,1 1 1 0,2 1 4 16,0 1 2-16,3-3 5 0,3 2 2 0,1-2 2 16,0 0 2-16,3 0-1 0,-1 0-1 15,2 0 3-15,0-2 1 0,2-1-1 0,-1 0-3 16,-1 1-2-16,2-1-1 0,-4-1-6 0,2 1-4 16,1 0-1-16,-3 0 0 0,0 0-1 0,-1 0-1 15,-1 2-1-15,0-2-6 0,-1 3-3 16,-3-2-2-16,0 2-3 0,0-1 0 0,-3 1-1 15,0 0 4-15,-3 0 2 0,2 0 6 16,-3 0 5-16,-1 1 0 0,0-1-5 0,-3 0-8 16,3 2-15-16,-3-2-35 0,0 1-74 0,-3 1-72 15,-2-1-131-15,-1 2-187 0,-3 0-309 16,-1 2-325-16,2 1-221 0,0-1-105 0,-3 0 417 16,0 0 577-16</inkml:trace>
  <inkml:trace contextRef="#ctx0" brushRef="#br0" timeOffset="10421.41">11176 5134 96 0,'0'2'365'0,"-3"-2"240"16,1 3 221-16,2-2 3 0,-1-1-124 0,-1 2-100 15,2-2-90-15,0 0-90 0,0 1-89 16,0-1-103-16,2 2-85 0,-2-2-46 16,1 0-8-16,1 0 10 0,1 0 6 0,2 2 37 15,3-2 23-15,0 1 3 0,1 0-18 0,1 1-15 16,4 0-12-16,-1-1-23 0,2 0-15 0,1 1-11 16,2 0-7-16,-1-1-10 0,2 2-7 15,0-2-15-15,0 1-8 0,1-1-8 0,0-1-4 16,0 1-6-16,0-1-2 0,-2 0-2 15,1 0-3-15,0 0-1 0,0-1-2 0,-2 1 0 16,1-1-2-16,-1-1-2 0,-2 2 0 0,0-1 0 16,-2 1-2-16,-1-2-2 0,1 2-5 0,-3 0-16 15,1 2-50-15,-5-2-76 0,0 1-135 16,-1 3-270-16,0 1-312 0,-2 3-368 0,3-3-319 16,-3 1-58-16,2 0 618 0</inkml:trace>
  <inkml:trace contextRef="#ctx0" brushRef="#br0" timeOffset="11654.47">12713 4488 227 0,'-2'4'465'15,"-1"2"211"-15,2-3 160 0,-1 0-145 0,2-1-105 16,0-1-71-16,0 2-62 0,0-3-58 16,0 1-83-16,0-1-80 0,0 0-50 0,2-1 13 15,1 0 33-15,0-2 17 0,3-3-3 0,-1-1-9 16,2-1-23-16,0-5-48 0,1-2-50 16,2-1-32-16,-2-2-16 0,4-2-11 0,1-5-10 15,-1 0-6-15,3-2-6 0,1-3-6 16,-2 2-4-16,3-1-3 0,-2 0-1 0,0 1-5 15,-2 3-1-15,1 2 0 0,-3 2 0 0,-1 4-2 16,-4 5 0-16,0-1 0 0,-1 5 0 16,0 2-2-16,-3 2-2 0,-1 1 1 0,1 3-1 15,-1 1-1-15,-1 5 0 0,0 3 0 16,0 4-1-16,-1 4-1 0,-1 3 1 0,1 2-1 16,-1 2-1-16,0 2 0 0,-1 1 0 0,1 1-1 15,1-1-1-15,-1 1 4 0,-2 2 3 0,2-4 1 16,2 2 0-16,-1-5-1 0,1-2 0 15,1 0-5-15,-1-3-4 0,2-3-2 0,-2 0-3 16,4-3-12-16,-2-2-22 0,-1 0-50 16,1-3-70-16,1-2-90 0,-1-2-149 0,0 0-243 15,1-3-316-15,-2 0-278 0,3-2-191 0,-3-1 56 16,2-1 537-16</inkml:trace>
  <inkml:trace contextRef="#ctx0" brushRef="#br0" timeOffset="12202.52">13180 4159 391 0,'1'-11'798'0,"1"4"309"0,-1 1 54 0,-1 2-314 16,2-2-280-16,-2 2-193 0,0 1-120 0,0 2-86 15,2 1-63-15,1 0-38 0,0 3-28 0,5 0 18 16,-2 3 12-16,4 2 9 0,2 1 29 15,-1 4 33-15,4-1 13 0,0 3-24 16,0 2-17-16,2-1-12 0,-3 1-27 0,4 4-29 16,-4-3 2-16,2 3 0 0,-2 0 0 0,0 1-3 15,-1 0 1-15,-2 1-5 0,-3 0-17 0,-2-1-1 16,0 0 2-16,-4-1 3 0,1-1-3 16,-3-1 1-16,-1 2 1 0,-1-6-1 0,-3-1-4 15,0 0 0-15,1-3 0 0,-3-1-1 0,-2-3-2 16,3-1-5-16,-4-1-5 0,0-2-4 15,1-5-2-15,0-2-1 0,-1 2 0 0,-1-9-1 16,3 1 0-16,2-2 2 0,-1-4 0 16,1-2-1-16,5-3 0 0,-1-2 1 0,5-2 0 15,-1-2 1-15,5-3-7 0,-2 0-2 0,3 0-3 16,2-2-2-16,2 0 0 0,0 3 0 16,1 0 5-16,-3 1 4 0,0 1 2 0,1 2 1 15,-3 5 1-15,-4 0 2 0,1 2 5 0,-5 4 3 16,0-1 5-16,-3 5 10 0,-2-1-1 15,-3 6 6-15,-1 0-8 0,-1 4-4 0,-1 2 0 16,-3 2-7-16,1 3 0 0,-2 2-6 16,2 2 3-16,-1 0 0 0,1 3-6 0,3 0-2 15,1-1-3-15,1 0 0 0,3 0-2 0,2-1 0 16,2 2-10-16,1-2-23 0,1-1-57 0,1-1-70 16,1 0-106-16,0-1-179 0,2-3-298 15,4 0-329-15,-1 0-274 0,4 0-156 0,0-3 262 16,1 2 627-16</inkml:trace>
  <inkml:trace contextRef="#ctx0" brushRef="#br0" timeOffset="12552.48">13821 4196 80 0,'2'25'650'0,"-2"0"475"0,-2 2 154 0,-2 7-42 16,-1 0-304-16,2 4-330 0,1 1-179 15,1 2-100-15,1-3-65 0,1-3-79 0,3-1-80 16,3-4-43-16,1-4-26 0,3-7-17 16,5-4-10-16,0-5-2 0,3-5-2 0,1-7 2 15,0-4-2-15,2-4 1 0,-4-5 4 0,-2-3 0 16,2-5-1-16,-4-1 2 0,-3-2 2 0,-2-5 8 16,-4 1 8-16,-3-2 8 0,-4 1 7 0,-3-2 2 15,-4-1 2-15,0 1-2 0,-3 0-5 16,-2 0-5-16,-2 3-4 0,1 3 0 0,0 5-5 15,-2 1-5-15,1 6-4 0,1 4-3 16,0 3-6-16,1 5-2 0,4 1-2 16,-1 4-1-16,2 4-1 0,3 2-3 0,1 2-13 15,0 3-29-15,3 1-72 0,2 0-81 0,0 1-157 16,0 1-288-16,2 0-324 0,0-2-368 0,1 3-223 16,2-2 65-16,-1 1 678 0</inkml:trace>
  <inkml:trace contextRef="#ctx0" brushRef="#br0" timeOffset="13381.68">14375 4314 391 0,'-2'3'1287'15,"-1"0"407"-15,-1 0-202 0,0-2-321 0,1 1-483 16,0 0-262-16,1-1-168 0,1 0-84 0,-1 1-49 16,1-2-37-16,1 0-29 0,0 0-20 15,0 0-14-15,0-2-10 0,0 2-7 0,0-1-3 16,0 0-4-16,0 1-1 0,0-4-2 16,0 3-2-16,0-1 0 0,0 1-2 0,1-2-1 15,2 1-12-15,-1-2-19 0,1 4-29 0,2-4-78 16,-1 4-121-16,0-3-221 0,0 3-293 15,1 0-352-15,0 0-403 0,-2 0-149 0,0 0 445 16,2 0 753-16</inkml:trace>
  <inkml:trace contextRef="#ctx0" brushRef="#br0" timeOffset="14267.86">14775 4457 224 0,'1'4'640'0,"-1"-1"323"16,0-3 118-16,0 0-174 0,0 0-278 0,2-3-179 16,0-1-64-16,-1-5 7 0,4 2-24 0,0-3-37 15,0-3-47-15,2-1-32 0,1-4-64 16,2 1-59-16,1-4-34 0,0-3-21 0,0 1-10 15,5-5-9-15,-2 1-5 0,0-2-13 16,2 0-6-16,0 0 0 0,-2 1-3 0,3 0-5 16,-2-2-5-16,0 3 3 0,0 2-2 15,-1 2-8-15,-1 0-4 0,-1 2-3 0,-2 1 0 16,-1 3 0-16,-1 4 3 0,0 1 0 0,-3 4 0 16,0 0 0-16,-4 2-1 0,2 1-2 15,-1 3-2-15,1 0-1 0,-3 0 1 0,3 4-1 16,2 2 0-16,-2 4 1 0,0 1 0 15,0 1-3-15,1 4-4 0,-1 1-1 0,0 3-2 16,0 3 0-16,0 0 0 0,-1 2 4 0,0 2 2 16,0 3 1-16,-2 1 1 0,0 2 1 0,0 0 0 15,-2 3 1-15,0-1 0 0,2 0 4 16,-2 0 1-16,-1 0 2 0,2-2 0 0,-1-3-1 16,2 2-1-16,-2-7-6 0,2-1-2 0,0-3-2 15,0-2-1-15,0-4-1 0,0-3-1 16,0-1-1-16,0 1 0 0,0-4 0 0,0-2-6 15,-1-1-11-15,-1 0-17 0,1 0-32 16,1-1-73-16,-4-2-94 0,-1 1-167 0,1-1-282 16,-4-1-325-16,3 1-366 0,1 0-196 15,0 0 155-15,-1 0 693 0</inkml:trace>
  <inkml:trace contextRef="#ctx0" brushRef="#br0" timeOffset="15618.69">15614 4221 173 0,'4'-2'801'0,"-1"4"509"0,-1-2 144 0,-2 0-154 16,1 2-437-16,-1-2-317 0,0 0-152 16,0 3-105-16,0-3-88 0,0 0-65 0,0 0-45 15,2 0-30-15,-2 0-23 0,1 0-16 16,-1 0-9-16,0-3-5 0,0 3-5 0,0 0-1 16,0 0-2-16,0-2-2 0,0 2-2 0,0 0-2 15,0 0-2-15,0 0-12 0,0-2-24 0,0 0-62 16,2 2-70-16,-2-1-119 0,0 1-194 15,0 0-304-15,3 1-335 0,-3 3-251 0,-3 1-133 16,3-2 363-16,-2 4 619 0</inkml:trace>
  <inkml:trace contextRef="#ctx0" brushRef="#br0" timeOffset="23866.31">16354 4007 6 0,'2'-4'295'15,"-2"-1"241"-15,-2 1 296 0,-1 0 153 0,0-1-189 16,1 2-155-16,-2-1-106 0,-2-1-64 16,1 0-59-16,0 3-43 0,0-1-54 0,-1 0-50 15,1 0-29-15,-3 0-47 0,2 0-55 16,1 1-52-16,-1 1-35 0,-1 1-19 0,0 0-20 16,0 1-8-16,-1 4-5 0,0 0-3 0,-1 2 3 15,1 2 3-15,0 4 3 0,-1 3 1 0,-1 4 2 16,2 6 0-16,2 1-2 0,1 1 1 15,-1 4-2-15,5-1 0 0,1 2 0 0,4-2-1 16,2 1-1-16,1-2 0 0,2-3 0 16,4-3 5-16,1-3 4 0,2-3 2 0,1-3 2 15,2-4 2-15,2-5 2 0,1-5-8 0,3-4-5 16,0-6 0-16,1-6 1 0,-4-4 0 0,3-2 0 16,-1-5 8-16,-4-2 4 0,0-1 2 15,-3-2 6-15,-3 1 5 0,-3-2 6 0,-3 0 1 16,-5 3 0-16,0 0 3 0,-6 1-3 15,-3 1-3-15,-3 2-5 0,-3 3-5 0,-5 1-5 16,0 2-3-16,-4 3-4 0,-1 0-3 0,-2 6-2 16,0 3-2-16,3 3-5 0,-2 4-5 0,1 3-3 15,5 3 0-15,1 2-3 0,0 2 0 16,7 0 3-16,0 2 4 0,2 1 0 0,5 0 1 16,4 1 1-16,2-2 1 0,4 1-1 15,0-1 0-15,4-1-5 0,2 1-11 16,-2-4-33-16,4 3-72 0,-1-2-73 0,0 1-120 0,0-4-161 15,-3 4-268-15,-1-3-308 0,0 3-213 16,-2-2-130-16,0 3 255 0,-1-2 504 0</inkml:trace>
  <inkml:trace contextRef="#ctx0" brushRef="#br0" timeOffset="24186.96">16793 4367 196 0,'1'-2'898'0,"1"0"580"0,-2 2 57 0,0 0-253 15,0-2-473-15,-2 2-314 0,1-1-170 0,1 0-117 16,-2-1-79-16,0 1-46 0,2 1-28 15,-1-2-20-15,-1 2-13 0,2-1-9 0,0 1-5 16,0 0-4-16,-2-2-3 0,2 2 0 16,0 0-2-16,-1 0 3 0,-1 0-4 0,2-1-17 15,0 1-48-15,0 0-69 0,-1 0-88 0,-1-2-176 16,0 4-299-16,-1-2-325 0,2 1-302 16,-1 1-188-16,-1-1 163 0,3-1 664 0</inkml:trace>
  <inkml:trace contextRef="#ctx0" brushRef="#br0" timeOffset="24640.74">16913 4330 337 0,'4'-1'688'0,"1"0"262"0,1-3 142 16,-1-2-239-16,0-1-241 0,1 0-151 0,2-1-39 15,1-3-17-15,-1-3-65 0,2 0-54 16,1-4-44-16,0 0-41 0,2-3-52 0,-1-1-42 16,1-3-27-16,1 1-15 0,-1-1-8 0,3-1 0 15,-4 1-4-15,0 1-3 0,2 2 0 0,-5-1-5 16,-1 3 1-16,3 2-7 0,-5 4-2 16,-1-1-1-16,0 4-3 0,1 1-1 0,-4 5-1 15,1-1-6-15,-2 3-4 0,1-1-4 0,-2 0-4 16,2 3-5-16,-2-1-5 0,1 1 0 15,-1 1-1-15,0 1-2 0,2 2 2 16,-2 1 0-16,1 3 0 0,-1 0 1 0,0 4-1 16,0 1 2-16,0 1-1 0,0 4-1 0,0 2 0 15,0 1 0-15,-1 0-4 0,-1 4-3 16,2-2-2-16,-1 1-1 0,1 3 1 0,-2-2 3 16,2-1 7-16,0 1 2 0,-2-2 2 0,2 1-1 15,0-4 0-15,-1 2-5 0,-1-3-3 0,2 0-1 16,-1-2-1-16,-1 0-1 0,-1-4-5 15,3-2-11-15,-3-1-16 0,3-3-27 16,-1 0-59-16,-3-5-73 0,3 1-116 0,-1-4-168 16,0-2-297-16,2-2-329 0,0 0-267 0,0-3-158 15,2 1 311-15,0-5 613 0</inkml:trace>
  <inkml:trace contextRef="#ctx0" brushRef="#br0" timeOffset="27383.57">17531 3945 98 0,'0'0'363'0,"-2"-2"226"0,1 2 216 15,-1 0-40-15,2 2-97 0,0-2-79 16,-2 0-79-16,1-2-61 0,-1 2-43 0,1 0-30 16,-1 0-27-16,0 2-49 0,1-2-32 0,-1 0-37 15,-4 0-39-15,3 0-55 0,-2 1-45 16,0-1-24-16,-1 0-14 0,1 2-6 0,0-2-6 15,-1 1-3-15,2-1-6 0,0 0-5 16,1 2-6-16,2-2-5 0,-3 2-7 0,4-2-4 16,-1 0-4-16,-1 1 0 0,2-1-2 0,0 0 0 15,0 1 0-15,0 1 0 0,2 1 0 16,-1 0-2-16,-1 1 1 0,4 2-1 0,-3 0 1 16,2 0 2-16,2 1-1 0,-2 3 2 0,5-1 0 15,-2 1 0-15,1 1 0 0,1-1 0 16,3 2 0-16,-3 0 1 0,3 0-2 0,0 2 1 15,-2-2 1-15,3 2-3 0,-3 0 1 16,0 0-1-16,-1 1 2 0,0-2 1 0,-2 2-2 16,-1-1 2-16,-2-1 0 0,-1-1 0 15,-2 2-1-15,0-2-1 0,-2 0 1 0,1-2-1 16,-3 0 0-16,1 0-1 0,-3-3 0 0,0 1 1 16,0-1-1-16,-3-1-1 0,0-1-1 0,0-2 0 15,-1 0-1-15,-1-3 1 0,0 0-1 16,1-3-1-16,-2 0-2 0,1-2-13 0,1-2-29 15,-2-1-69-15,2 0-66 0,-3-2-107 16,3-3-169-16,-3-1-253 0,0-1-308 0,4 0-221 16,-1 0-168-16,4 0 198 0,-3-1 540 0</inkml:trace>
  <inkml:trace contextRef="#ctx0" brushRef="#br0" timeOffset="27655.17">17401 3945 307 0,'5'-3'639'16,"-2"-1"293"-16,5-2 155 0,-4 2-241 0,5-3-224 16,-1 2-130-16,0-4-57 0,4 3-44 15,1 0-57-15,1-1-47 0,0-1-42 0,2 2-52 16,-2-1-49-16,3 1-46 0,0-1-34 0,-2 1-28 16,1 2-16-16,1 1-8 0,-1-1-6 0,2 2-3 15,-6-1-3-15,4 3 0 0,-3 0 1 16,2 0 2-16,-2 2 0 0,1-1-3 0,-3 1-19 15,1-1-66-15,-2 2-65 0,0-2-112 0,-3 1-175 16,-1 0-309-16,0 0-318 0,-1 2-227 16,0 1-134-16,-2-3 316 0,-2 3 566 0</inkml:trace>
  <inkml:trace contextRef="#ctx0" brushRef="#br0" timeOffset="28234.63">17940 3861 4 0,'3'-8'377'0,"-1"3"378"0,-1 1 325 15,1 0 43-15,-2 1-284 0,2 0-211 16,-2 1-112-16,1 1-70 0,-1 1-72 0,0-2-61 16,2 2-46-16,-2 0-50 0,0 0-63 0,0 2-55 15,0-1-29-15,0 2-13 0,-2 3-7 0,1-1-4 16,-3 6 0-16,1 2-2 0,0 2-4 0,-3 1-3 16,1 4-4-16,0 1-4 0,-1 1-5 15,1 1-3-15,-2 1-5 0,4-1-9 0,-2-1-2 16,1 0-6-16,1-2-4 0,3-1-4 15,-1-1-1-15,2-2 9 0,-1-2-5 0,3 0 8 16,1-4 3-16,1 1 3 0,-1-4-1 0,2 1-4 16,2-4 2-16,0-2-3 0,3-2-2 0,0 0 1 15,1-6-1-15,1-2 0 0,0-4 0 16,1 1 0-16,-1-3-1 0,-2 1-1 16,3-3 1-16,-4 3 0 0,1-1 0 0,-2 4 2 15,-1-1 0-15,-1 2 0 0,-2 3 1 16,-1-1-1-16,-1 3-1 0,0 2 0 0,-1 0 0 15,0 4 1-15,-2 0 0 0,0 4 1 0,-2 5 0 16,0 0 2-16,-1 1-1 0,2 2 0 0,-4 3-1 16,2-2-1-16,1 2 0 0,-1-1-1 15,0 1 1-15,1-1-1 0,-1 1 0 0,2 0-2 16,-1-3 0-16,0 1-1 0,1-1-2 0,-1-1-10 16,2 1-20-16,-1-2-55 0,-1 1-74 15,-4-2-138-15,4 1-247 0,-1 1-310 0,0 1-360 16,1-1-303-16,1-1-72 0,-1 0 568 15</inkml:trace>
  <inkml:trace contextRef="#ctx0" brushRef="#br0" timeOffset="29443.63">18566 4282 86 0,'0'2'333'15,"-1"-1"196"-15,-1 0 190 0,2 1-32 0,0-2-63 16,2 0-51-16,-1 0-53 0,-1 0-48 0,0 0-66 16,0 2-91-16,0-2-71 0,0 1-41 15,0-1-8-15,0 0 10 0,2 0 5 0,-2-1-2 16,2 1-16-16,-2-2-32 0,0-1-40 0,1 0-39 16,-1-1-32-16,3-3-21 0,-1 0-12 15,0 0-1-15,2-4-5 0,-2 1-3 0,2 0 0 16,1-3 0-16,0 1 5 0,0-1-2 0,0-1 5 15,-4 2 3-15,4 1 5 0,-1-2 3 16,-2 4-1-16,0 0 0 0,-1 2 0 0,1-1-3 16,-1 4 0-16,-1-1-2 0,0 1-2 15,2 1-3-15,0 2-2 0,-2-3-2 0,0 2-2 16,0 2-1-16,0 0-2 0,0-3 0 0,0 3-1 16,0 0 1-16,0 0-3 0,0 0 1 15,0 0-1-15,0 3-1 0,0-3-1 0,0 2 0 16,0 3-1-16,0 2 0 0,0 2 1 15,1 3 1-15,-1 2 0 0,0 1 0 0,3 1 1 16,-1 2-2-16,0 0 0 0,-1 0 0 0,4 0 0 16,-2 1-1-16,3-4 1 0,-1 2-1 15,1-4 1-15,-1 0-1 0,0-1 0 0,4-3 0 16,-2-2 5-16,-1-1 4 0,1-3 1 0,2-1 2 16,-3-4 1-16,0-3-7 0,3-2-7 0,-3-1-4 15,3-6-3-15,-2 1-1 0,1-3-2 16,-4 1 7-16,5-1 2 0,-4-2 1 0,-1 3 1 15,0 0 0-15,0 0 2 0,-3 3-1 16,1 0 1-16,-1 2 0 0,1 1 14 0,-2 2 5 16,2 1 5-16,0 3 1 0,-2 0-1 15,0 0 1-15,0 2-13 0,0-1-6 0,0 2-10 16,0 2-4-16,0 1-3 0,0 1-2 0,2 4-1 16,0 0 1-16,-2 5 6 0,0-1 7 0,1 1 4 15,1 2 4-15,-1 0 1 0,1 1-1 16,1-2 1-16,0 1-6 0,1-3-4 0,0 0-2 15,1-1-3-15,1-3 0 0,-1-1-2 16,1 2 1-16,1-5-1 0,-1 0-1 0,2-3-7 16,-2-1-19-16,2-1-46 0,-3-1-74 0,3-3-86 15,-7-1-159-15,4 2-262 0,-3 0-323 16,-1-1-301-16,-1 1-187 0,0 2 80 0,0 0 585 16</inkml:trace>
  <inkml:trace contextRef="#ctx0" brushRef="#br0" timeOffset="30315.9">18991 4311 64 0,'2'0'334'15,"0"0"214"-15,-1 0 200 0,-1 0-37 0,2 0-124 16,0 0-79-16,-2-4-66 0,0 1-42 15,1 1-49-15,-1-4-51 0,2 2-61 0,-1-3-53 16,3 1-32-16,-3-3-16 0,2 0 15 0,3-1 18 16,-2-1 23-16,0-2 4 0,1-1-4 15,2-1-22-15,-1-1-29 0,2-1-33 0,0-2-29 16,-2 2-17-16,2-1-16 0,1 0-7 0,-1 2-9 16,-1-1-4-16,-1 2 0 0,2 2-6 15,-4 2-2-15,-2 4-2 0,3 0-4 0,-3 1-4 16,-1 1-4-16,2 3-2 0,-1-1-1 0,0 3 3 15,-1 3 4-15,1-1 1 0,-1 5 4 16,1-1 1-16,1 3 3 0,-2 1 0 16,1 1-2-16,-1 1 1 0,-1 2-1 0,2-1 0 15,-2 2 0-15,2 1-2 0,-2 0 0 0,1-1 1 16,-1 2-2-16,0-3-1 0,2 3-4 0,-2-2-3 16,2-2-2-16,-2 0-2 0,1 0 0 15,1-2-2-15,-1-4-1 0,1 0 0 0,0-1 0 16,-1 0-1-16,2-3 0 0,2-3 2 15,-2 0 0-15,2-3 0 0,0-3 1 0,1-1-1 16,0-2 1-16,2-3-1 0,-2-1 2 0,2 0-2 16,0 0 1-16,0-1 0 0,-2 2-1 15,1 2 0-15,-1-1 0 0,-1 3 0 0,1-1 0 16,-3 2 0-16,0 3 0 0,1-1 0 16,-3 2 1-16,2 1 0 0,1 1 0 0,-1 1 1 15,0 0 3-15,3 3 3 0,-3 2 1 16,2-1 0-16,-2 5 1 0,2 1-1 0,-2 1-2 0,1 1-2 15,-1 2-2-15,3 1 0 0,-5-2-2 16,2 0 0-16,2 1-1 0,-1-3 0 0,0-1-1 16,1-3 0-16,3 0 0 0,-2-3 0 15,2-4 0-15,3-3 1 0,2-6 0 16,0-2 0-16,2-6 0 0,1-4 0 0,3-2 0 0,-3-2 0 16,3-2 0-16,0 2-1 0,-5 0 1 15,3 5-1-15,-4 0 1 0,-2 3-2 0,0 6 1 16,-4 0 0-16,1 3 0 0,-4 2 2 15,2 4 0-15,-2 2 3 0,-1 3-1 0,-2 4 1 16,1 2 0-16,-2 5-1 0,-2 2-1 0,2 1-2 16,-3 5-1-16,2 0-1 0,1 2-2 15,-2 0-9-15,2 1-19 0,-2-3-51 0,2-1-81 16,0-2-154-16,0-2-274 0,2 1-320 16,0-5-389-16,-1 0-333 0,1-3 7 0,-1-1 714 15</inkml:trace>
  <inkml:trace contextRef="#ctx0" brushRef="#br0" timeOffset="34782.71">3021 5157 149 0,'5'3'454'0,"-3"-2"336"16,-1 1 261-16,2-1-130 0,-3 1-175 15,3 0-125-15,-3 0-44 0,0 1-90 0,2 2-88 16,-2-1-81-16,0 0-56 0,0 4-50 0,0 0-75 16,0 1-40-16,-2 4-29 0,2 2-16 0,0 2-14 15,-3 0-7-15,3 5-6 0,0-3-8 0,-1 2-5 16,1 3-1-16,0-4-2 0,1-1-2 15,-1-1-2-15,0-3-2 0,3-1-3 0,-3-4-2 16,0-1-1-16,2-3-3 0,-1-1 0 0,1-5 1 16,-1-3 2-16,3-6-1 0,-1-6 3 0,0-5 3 15,2-4 1-15,0-6-6 0,1-2-4 0,0-3 2 16,-1-1-2-16,1 0-2 0,-1 2-1 16,0 0 5-16,1 3 2 0,-3 4 3 0,0 3 4 15,-1 3 6-15,1 3 6 0,-3 4 4 0,2 5 5 16,-2 0 2-16,0 5-3 0,0 1-3 0,-2 5-6 15,1 3-3-15,-1 4-5 0,-1 6-4 16,-2 6 0-16,3 0-2 0,-2 5-1 0,1 2 4 16,0-2 4-16,1 2 1 0,0 1 0 0,1-4 2 15,-1-1-1-15,2-4-3 0,0-2-4 0,2-2 0 16,-2-4-1-16,1-2-1 0,-1-1-1 0,0-4-1 16,0 0-1-16,2-2-1 0,-2-3 1 15,2-3-2-15,-1 1 2 0,2-9 2 0,3-2-5 16,-1-4 0-16,-2-2-1 0,2-1 0 0,0 0-2 15,0-1-2-15,2 1 6 0,-4 0 3 0,1 4 1 16,-1 1 0-16,0 5 2 0,-1 0 0 16,-1 2 1-16,1 3 0 0,-2-1 1 0,0 5 1 15,0 1-1-15,0 1 1 0,0 5 0 0,-3 3-2 16,0 3-1-16,-1 5-1 0,-1 2 5 0,-2 4 1 16,2 1 2-16,-3-1 1 0,3 2 1 0,-1-1 2 15,-2-3-5-15,4 0-2 0,0-5-1 16,1 0-2-16,0-5-1 0,0-2 0 0,1-3 1 15,-1 0 1-15,1-5 1 0,-1-1 1 0,-1-2-2 16,1-7-1-16,-1-4-1 0,-1-2-1 0,2-7-3 16,-2 0 2-16,2-2 1 0,0 0 1 15,-1-1-5-15,-1 3-3 0,3 3-1 0,-1 1-1 16,1 4 1-16,1 4 0 0,-1-1 11 0,1 5 5 16,1 2 3-16,-2 1 0 0,2 2 1 0,-2 3-1 15,1 4-6-15,1 5-4 0,0 3-1 16,-2 3-2-16,2 3-2 0,0-1 1 0,-1 4 0 0,1-2 2 15,0 3 0-15,1-3 1 0,-1 0 0 16,0-1 1-16,2-4-2 0,-2-4 0 0,0-2-1 16,0-3-2-16,0-1 1 0,1-2-1 0,-1-6 0 15,2-6 0-15,0-3 2 0,-1-6 1 0,2-5 1 16,2-3-4-16,0-3-1 0,-2 0-2 0,3 2-1 16,-3 1-1-16,2 1 0 0,-3 4 2 0,1 4 4 15,0 2 2-15,-3 4 0 0,2 1-1 16,0 3 1-16,-2 4 0 0,1 2 0 0,-1 5-1 15,0 5 6-15,0 5 1 0,0 5 1 0,0 2-1 16,0 2-1-16,2 3 0 0,-1 0-13 0,4-1-20 16,-2-1-42-16,0-1-81 0,0 1-155 15,0-6-272-15,1 0-314 0,-1-5-381 0,2-1-374 16,-2-2-10-16,3-4 729 0</inkml:trace>
  <inkml:trace contextRef="#ctx0" brushRef="#br0" timeOffset="35766.61">3641 5373 398 0,'2'1'780'16,"-2"1"309"-16,1 0 65 0,-1-2-327 0,0 0-243 16,0 0-137-16,0 0-77 0,0 0-45 0,2 1-40 15,-1-1-31-15,-1 0-32 0,0-1-45 16,0 1-46-16,0-4-43 0,3 0-32 0,-3-2-18 15,0-2-11-15,3 0-4 0,-3-2-2 0,2-2-4 16,1 0-3-16,-1 1 0 0,1-3-1 0,-2 1-4 16,3-2-2-16,-3 2 3 0,3 3 1 0,-3 0 0 15,1 0-2-15,1 1-3 0,0 3-1 16,-2 1-1-16,1 1 0 0,-2 1-1 0,0 2 0 16,1-1 1-16,-1 0-1 0,2 1-1 0,-2 1 0 15,0 0 1-15,2 1-2 0,-1 3 2 0,1 0 1 16,1 4 0-16,-1-1 7 0,1 6 3 15,0-3 2-15,2 3-1 0,-1 2 0 0,1 1-2 16,0-2-4-16,-2 3-4 0,2-2-1 0,0-1 0 16,-2 1-1-16,3-5 0 0,-1 3-2 0,-2-3 2 15,0-2-1-15,0-2 1 0,1-1-1 16,-1-1 0-16,0-1 1 0,3-3-2 0,-3 0 1 16,2-3-2-16,-2-1 0 0,2-4 1 0,0-2-1 15,0-3 0-15,-1 0 0 0,1-2 1 0,-2 0 0 16,0 0 3-16,0 4 0 0,-1-3 0 15,1 3 0-15,-3 4 1 0,2-1-1 0,-2 2 1 16,0 2 0-16,2 1 2 0,-2 1 0 0,0 1-1 16,1-1 0-16,-1 2-2 0,0 2-2 0,2 1-2 15,-2 1-1-15,1 3 1 0,2 1-1 16,-1 1 0-16,-1-1 1 0,1 5 0 0,1-2 0 16,0-1-1-16,0 2 0 0,1-2 1 0,-1 1-1 15,0-3-2-15,2 3 0 0,1-5 0 0,-1 1 0 16,1-4-1-16,-1 0-1 0,1-2 1 15,3-1-8-15,-2-3-21 0,1-1-66 0,0-1-69 16,0-3-132-16,-2 0-203 0,-1 0-310 0,3 0-345 16,-1 1-254-16,-2-2-114 0,3 3 439 15,-3 0 609-15</inkml:trace>
  <inkml:trace contextRef="#ctx0" brushRef="#br0" timeOffset="36483">4077 5389 117 0,'0'-1'501'0,"0"-2"339"15,-1 0 223-15,1 0-79 0,0-2-260 0,-2 1-210 16,1-2-137-16,1-2-79 0,0 0-52 0,0 0-34 16,1-3-12-16,1 0 7 0,1 0-7 0,1-4-11 15,-2 1-26-15,1 1-34 0,0-2-33 16,2 3-34-16,-2 0-20 0,-1 3-20 0,1-2-10 16,-1 6-4-16,1-2-2 0,0 4-3 15,-2 0-1-15,1 0 2 0,-1 3 3 0,1 0 4 16,1 1 0-16,1 4 3 0,-1 0-1 0,0 2 0 15,2 4-3-15,0-1 3 0,1 4 1 16,-2-2 2-16,1 3 1 0,0-1 0 0,-2 0 2 16,2 0-7-16,-2-1-5 0,3-2-2 15,-4-2-1-15,3-2-3 0,-2-1-1 0,-2 0 0 16,3-4 0-16,-3-2 2 0,3 0-1 0,0-2 2 16,1-3 0-16,-1-2 1 0,1-2-7 15,0-1-3-15,0-1-4 0,1 1 0 0,2-2-1 16,-3 3 1-16,1 0 3 0,-3 1 5 0,2 2 1 15,-3 2 1-15,1 1-1 0,1 1 2 0,1 1 1 16,-2 2 1-16,2 2 3 0,0 3 8 16,-2 0 5-16,2 3 2 0,1 2 1 0,-1 3 4 15,0-3 5-15,-1 3-7 0,1 0-10 16,0-2-4-16,1 1-3 0,-3-1-8 0,0-3-5 16,1-2-3-16,-1 1 3 0,0-4 8 0,0-1 4 15,0-3 3-15,2-1 1 0,0-4 1 16,1-4 1-16,-1-4-5 0,3-4-2 0,1 0-2 15,-1-2-5-15,0 0 1 0,2 1-4 16,-1 2-4-16,-1 0-3 0,0 4 6 0,0 2 7 16,-1 1 0-16,0 3 5 0,-1 1 4 0,1 1 0 15,0 4-2-15,-2 1-3 0,2 4-2 16,-1-1-1-16,-1 6 0 0,2-2-2 0,-2 4 0 16,0 1-1-16,0 4 0 0,0-3-1 0,1 1 0 15,0 0-1-15,-1 1-1 0,0-1-4 0,1 0-22 16,-1-1-67-16,0-4-77 0,-1 1-168 15,1-3-280-15,-2 2-329 0,2-3-381 0,1-1-248 16,2-1 63-16,0-2 725 0</inkml:trace>
  <inkml:trace contextRef="#ctx0" brushRef="#br0" timeOffset="39515.51">12893 4903 65 0,'2'0'307'0,"1"1"160"15,-1 1 129-15,-1-2-115 0,2 0-163 16,-3 3-122-16,2-3-79 0,-2 0-42 0,3 0-24 16,-3 0-13-16,2 0 39 0,0 0 55 0,1 0 26 15,1 2 15-15,-1-2 53 0,2 0 35 0,0 0-36 16,1 0-51-16,-1 0 53 0,4 0 22 16,-1-2-34-16,0 2-30 0,0 0-17 15,1 0 7-15,1 0-56 0,1 0-37 0,2 0-18 16,-2 0-11-16,3 0-1 0,-1 0-23 0,-2 0-16 15,3 0-5-15,1 0-1 0,-2 2 1 0,2-2-3 16,0 3-1-16,0 0 0 0,0-2-1 16,2 1 0-16,0 0-2 0,0 0 0 0,1 0 1 15,-1 1 2-15,2-2 2 0,0 1-5 16,-1 1 1-16,2-2 1 0,-1 1-1 0,0-1 0 16,1 1 0-16,-2-1 0 0,2 2-2 15,-1-1 3-15,1-1 2 0,-2 1-1 0,0 1-4 16,1-2 4-16,-2 1-4 0,-1-1-2 0,-1-1 0 15,0 0 1-15,2 2-1 0,-4-2 1 16,3-2 1-16,-4 2-1 0,1 0 1 0,1-1-3 16,-2 1 0-16,1 0 1 0,-3 0 0 0,3 0 2 15,-1 0-3-15,-2 1 5 0,2 1 0 16,-2-1-4-16,0 0 1 0,0 3 1 0,0-3-5 16,1 0 2-16,2 3-1 0,-4-3 3 15,2 0 2-15,0 2-3 0,2-3 6 0,-2-3-6 16,3 2 2-16,-1-2-1 0,1 0-4 0,1 0 2 15,0-3-2-15,0 2 7 0,2-1-1 16,-3 0 0-16,2 1 5 0,-2 1-4 0,2 1 3 16,-2 0-4-16,0-1 0 0,1 3 0 15,0 0-3-15,-2 0-2 0,3 3 1 0,-2 0 3 16,-1-2 0-16,3 2 0 0,-2 0 2 0,3 2 4 16,-1-2-2-16,1 0-1 0,1 0 24 0,1 0 16 15,1-1 10-15,2 3 2 0,-2-4 2 16,2 4-3-16,0-4-27 0,-2 3-11 15,4-3-10-15,-2-1-5 0,2 1 1 0,-2-1 0 16,0 0 3-16,2 0-6 0,-1 0 1 0,1-1 0 16,0 0-6-16,0 0 4 0,1-3-4 0,-3 1 3 15,4 1-3-15,-1 1 3 0,-2-2 1 16,1 1 1-16,-3 2 1 0,2-1 4 0,-1 2-1 16,-1 1 4-16,1 0-2 0,-1-1 1 15,1 2-1-15,-3 1-3 0,3 0 4 0,-3 0-3 16,2-1-1-16,-1 2-2 0,-1-2 1 0,3-2 2 15,-1 1-3-15,-2 0 5 0,1-2-3 16,2 1-1-16,-4-1 0 0,2-1-3 0,1 1 6 16,-3-2-5-16,0 0 1 0,0 1-1 15,-1-1 1-15,0 1 2 0,-2 1-7 0,2 0 7 16,-3-3 3-16,0 3-4 0,-1 0-2 0,0 0 4 16,1 0 0-16,-1 3-3 0,-1-3-3 0,1 1 0 15,-2 1 3-15,3-1-7 0,-2 1 7 16,1-2-4-16,-1 2 0 0,-1-2 1 15,3 0 2-15,-1 0 0 0,1 0-1 0,-3-2-1 16,5 0 5-16,-4-1-2 0,1-1 1 0,3 2-1 16,-2-3-3-16,0 3 3 0,-1-3 1 0,1 0 0 15,1 1 2-15,0 1 0 0,-2 0 3 16,3 0-1-16,-2 2-6 0,2-2 1 0,-4 1 0 16,6 1 7-16,-4-1-9 0,2 0 4 15,-2 2 4-15,3-1 5 0,-1 1-7 0,1 0-3 16,1-1 4-16,1 1-1 0,0-2-1 0,0 2-4 15,1-1 8-15,1 1-1 0,1-3-4 16,0 2-3-16,0-3 5 0,-1 2-1 0,1 0-8 16,0-1 3-16,-1 2 5 0,1-1-1 0,0-1-2 15,-1 3-4-15,1-2 5 0,0 2-1 16,0 2-6-16,-1-2 3 0,1 1-3 0,0 1 2 16,-1 0 1-16,1 0 0 0,0 0 3 15,0 1-3-15,-1 0 2 0,1-1 2 0,0-1-1 16,-2 0 1-16,2 1-1 0,0-1 5 15,-1-1-2-15,1 0 0 0,0 2 0 0,0-2 3 16,-1 0-4-16,3 0 2 0,-1 0 2 0,-2 0 3 16,5 1-3-16,-3-1-3 0,2 0 8 0,0 1-6 15,-2 1-3-15,4 0-4 0,-2-1 5 16,0-1 2-16,2 2-3 0,-2-1 4 0,1 1-4 16,1-2 2-16,0 1-4 0,-1 1 0 0,1-2 48 15,3 1 38-15,-3-1 23 0,3 0 3 16,-2-1 1-16,1 1-3 0,-2-2-41 0,3 1-31 15,-1-2-17-15,-1 1-6 0,2 1-3 0,0-1-1 16,0 2-3-16,2-2 3 0,0 1-3 16,-1 1-1-16,1 0-4 0,1 0-1 0,1 1-2 15,0 1 0-15,-1-2-1 0,0 2 3 16,0-1 1-16,1 1-2 0,-1 1-1 16,0 0-3-16,0-2 0 0,2 2-3 0,-2-2-2 15,3 3 0-15,-1-3 2 0,0 0 2 0,0 1 1 16,0 0 4-16,0-1 1 0,1-1 5 0,2 0-1 15,-2 0 1-15,2-1 0 0,2-1 0 16,1 0 0-16,0 1-3 0,0 1 0 0,1-3 1 16,1 1 7-16,-1 1 11 0,2 0 7 0,-1-1 0 15,0 1 0-15,0 1-3 0,0-2-5 0,1 1-12 16,-1 1-5-16,1 0 0 0,1-2 1 16,-3 2 0-16,-1-1 0 0,2 1-1 0,-2 0-7 15,0-2 0-15,-3 2 1 0,0 0 1 16,-2-1 0-16,-1 1 1 0,-5 0 3 0,-1 0-4 15,-7 0-17-15,0 0-60 0,-5 0-61 0,-5 0-105 16,-4 0-192-16,-7 0-301 0,-2-2-330 0,-6 0-258 16,-6 0-169-16,-7-4 299 0,-7 0 646 15</inkml:trace>
  <inkml:trace contextRef="#ctx0" brushRef="#br0" timeOffset="40361.92">15494 5388 67 0,'5'-6'410'0,"-2"-2"296"16,2 2 245-16,-4 2 18 0,2-1-220 0,-1-1-178 15,0 1-115-15,-1 1-52 0,1 1-25 16,0 0-34-16,-2 1-45 0,1 1-37 0,-1 1-40 16,0 0-48-16,2 0-54 0,-2 0-45 15,0 3-31-15,1 0-16 0,-1 4-7 0,0 4-1 16,-1 0 4-16,1 4 0 0,-2 1 2 0,2 5-10 15,0 2 0-15,-1 0-1 0,-1 1-4 0,0 4-2 16,2-1-2-16,-1-1 6 0,-1 0-2 16,0 1-5-16,2-1-2 0,-3-2-1 0,3-2-2 15,0-1-3-15,-1-1-1 0,-2-4-1 16,3-1 4-16,0-3 5 0,0-2-6 0,0 0-13 16,0-3-33-16,0-2-62 0,0-2-68 15,-2-3-109-15,2-3-167 0,0-2-260 0,-1-6-293 16,1 1-228-16,0-5-178 0,0 1 199 0,0-5 552 15</inkml:trace>
  <inkml:trace contextRef="#ctx0" brushRef="#br0" timeOffset="40615.19">15679 5378 72 0,'7'-4'465'0,"-1"4"336"16,-2 2 260-16,1 1 6 0,-1 3-292 0,-1 2-172 15,0 5-76-15,0 0-59 0,0 4-88 0,-1 2-78 16,-2 4-58-16,2-3-64 0,0 5-63 16,-2 0-45-16,-2-1-21 0,0 1-14 0,2-2-7 15,-2-1-12-15,2 0-9 0,0-1-3 16,-1-3-6-16,1-2-2 0,-2-1-2 0,2 0-6 16,-1-3-24-16,-1-1-58 0,2-1-58 0,-3-1-63 15,0-2-120-15,-1-2-160 0,1-2-203 0,-2 0-233 16,1-3-220-16,-1-3-133 0,2-1 218 15,-2-2 444-15</inkml:trace>
  <inkml:trace contextRef="#ctx0" brushRef="#br0" timeOffset="40866.12">15433 5336 373 0,'1'-1'725'0,"1"1"226"16,0-1 43-16,1-1-214 0,0 1-213 16,3 1-161-16,0-2-85 0,4 1-27 0,2 1-20 15,1 0-37-15,4 0-15 0,3 0-19 16,2 0-23-16,1 0-27 0,1 0-21 0,3 1-42 16,2 1-43-16,-1-1-16 0,0-1-14 0,2 2-6 15,0-1-6-15,2-1 0 0,-2 1 0 0,2-1-3 16,-2 0-15-16,0 2-68 0,-3-2-95 15,-4 0-174-15,-2 2-285 0,-2-1-318 0,-5 0-349 16,-3 3-187-16,-4-2 207 0,-4 3 646 16</inkml:trace>
  <inkml:trace contextRef="#ctx0" brushRef="#br0" timeOffset="43964.11">8240 1279 213 0,'2'0'356'16,"-1"-2"142"-16,-1 1-21 0,3 0-94 0,-3-1-69 16,2 0-19-16,0 2 6 0,-1-1 23 0,-1 1 20 15,2 0 9-15,-1 0-3 0,-1 0-25 0,2 0-35 16,-2 0-47-16,-2-1-41 0,1 1-37 0,1 0-28 16,-2 0-17-16,2 0-6 0,0 0 0 0,0 1-10 15,0-1-2-15,2 0-10 0,-2 0-18 0,0 1-20 16,1 1-17-16,-1 1-9 0,2 0-14 15,-2 1-4-15,2 2-4 0,-1 4 38 0,-1-1 24 16,2 0 10-16,0 1 5 0,-1 1-3 0,-1 1-1 16,2 0-35-16,-1 0-20 0,-1 0-8 0,0 0-3 15,0 1-3-15,0-1 7 0,0 2 5 0,-1-1 0 16,-1 0 1-16,2 0 0 0,-1-1-3 0,-1 0-9 16,2 1-4-16,-2-2-3 0,2-2-3 0,0 0-1 15,-1 1 0-15,1-2 3 0,0-2-1 0,0-1-1 16,0 1-1-16,0-1 0 0,0 0-1 0,0-1 1 15,1 1-2-15,-1-2-1 0,2 1 2 16,0 0-1-16,-1-2 2 0,2 3-1 0,0-2 2 16,0 0-1-16,0 1 0 0,1-1 0 0,-1 2-1 15,0-2 1-15,2 0 0 0,0 1 0 0,-2-1 1 16,3 2 1-16,-1-3 0 0,1 2 0 16,-1 0 1-16,1-1-1 0,2 0-1 0,-2 0-1 15,1-1-1-15,-1 2 1 0,3-2-2 0,-2 1 1 16,1-1 0-16,-2-1 4 0,3 0-1 0,-1 1-2 15,0 0 2-15,0-1 1 0,2 0 0 16,-1 1-2-16,-1 0 1 0,0-2 2 0,3 2 1 16,-3 0-1-16,2-1-3 0,0 1 0 0,-1-1 2 15,0 0-2-15,2 3 0 0,0-3 0 0,-1 2 2 16,2-1 0-16,-1-1-1 0,3 2 1 16,-2-1 0-16,0-1 0 0,2 0 1 0,1 1 0 15,-1 0 0-15,0-1 0 0,0 0-1 0,1 1-1 16,0 0 1-16,-2-2-2 0,3 1-1 0,-3-1 0 15,-1 1-1-15,2-1 1 0,-1 2 1 0,1-2-1 16,-1 0 1-16,1 0-2 0,-3 0 1 0,2 0 7 16,-1 0-3-16,1 0 0 0,1 0-2 0,-1 0 0 15,-2 2 1-15,3-2-7 0,-1 0 0 16,1 0 1-16,-1 0 3 0,1 1 0 0,0-1 2 16,-1 0 0-16,1 0 0 0,-1 0 0 15,1 0 0-15,-1-1-1 0,2 1 0 0,0-2-1 0,0 2 1 16,-2-2 1-16,1 1-1 0,1 1 0 15,0-1 0-15,-2-1-1 0,2 0-1 0,-1 1 2 16,0 1-1-16,0-1 2 0,-1 1-1 0,2 0 2 16,-2 0-2-16,1 0 1 0,-1 0-2 0,-2 0-1 15,2 0 0-15,-2 0 0 0,1 0 2 0,0 0 0 16,-3 0-1-16,4 0 0 0,-4 0-1 0,1 0 1 16,2-2 0-16,-4 0-1 0,2 2 1 15,1-1-1-15,-2 0 0 0,1-1 1 0,1 2-2 16,-2-1 2-16,1 1 0 0,2 0-1 0,-2 0-1 15,1 1 2-15,0-1 0 0,-1 3 0 0,1-2 0 16,1 3 1-16,-2-2 0 0,1 2-1 16,1-3 1-16,-2 2-3 0,1 0 2 0,0 0 2 15,0 0-2-15,2-1 0 0,-4 1 0 0,1-2 8 16,2 2 4-16,-4-1-1 0,2 0 1 0,2-2 0 16,-2 1 0-16,-2-1-6 0,4 1-4 15,-4-1-1-15,2 0-7 0,0 2-4 0,0-2-2 16,-2 0-1-16,1 2 0 0,1-1-1 0,-2-1 8 15,2 1 4-15,1 1 2 0,-2 0 0 0,-1-2 0 16,2 1 2-16,-1-1-2 0,2 1 2 16,-3-1-1-16,3 0 0 0,-3 2 1 0,0-2-2 15,3 0-2-15,-3 0 2 0,0-2-1 0,2 2 1 16,-1 0-2-16,-1-1 0 0,0 1 1 0,1-1 2 16,-1-1-1-16,0 2 0 0,2-3 2 15,0 2 0-15,-2-1 0 0,2 0-2 0,2 1 1 16,-2 0-1-16,1-3 0 0,0 3 1 0,0-1 0 15,-1 1-1-15,2-2 0 0,0 1 0 0,-3-1-1 16,2 1 1-16,0 0 0 0,0 0 0 0,-3-1 0 16,2 2-1-16,-1-3 1 0,0 2-2 0,-1-2 1 15,-1 2 2-15,-1-3 1 0,3 1 0 16,-4-1 0-16,0-1 2 0,0 1 0 0,1-5 0 16,-1 1 1-16,-2-2-2 0,0-1 1 15,0-1 5-15,-1-2 3 0,-2-1 2 0,2-3-7 0,-2 1-1 16,-2-1-1-16,2-3-9 0,-2-1-4 0,2 1-3 15,-1-2 7-15,-1-1 3 0,0 0 0 0,2 2 2 16,-1-2-1-16,1 4 1 0,0 0-1 0,0 3-1 16,0 2-1-16,0 2 1 0,0 2 0 0,0 3 0 15,0 1-1-15,0 3-1 0,0-1 0 0,-2 5-2 16,2-1-2-16,-1 2-21 0,-2 3-70 16,1 3-100-16,-1 0-178 0,-2 2-288 0,-1 3-327 15,3 0-363-15,-1 1-191 0,1-3 244 0,-1 4 680 0</inkml:trace>
  <inkml:trace contextRef="#ctx0" brushRef="#br0" timeOffset="46671.53">10218 1714 167 0,'3'3'343'0,"-1"-1"135"0,-1-1 21 0,-1 0-153 16,2 3-118-16,0-3-87 0,-1 0-39 15,1 3-22-15,0-2-9 0,1 2-3 0,0-2-17 16,3 3 3-16,-1-3 5 0,1 2 3 0,-1 1 2 16,3-1 31-16,1 1 15 0,1 0-1 0,-1 0-9 15,2-1-3-15,0 1-7 0,3 0-25 0,-1-1 22 16,0 0 15-16,1 2 3 0,-1-2-2 16,2 0 3-16,0-1-1 0,2 3-41 0,-4-4-27 15,4 1-16-15,-1 1-4 0,0 0-8 0,0-2-3 16,-1 3 3-16,1-2 1 0,0 0 0 0,0 1-1 15,1-1-1-15,-1 0-3 0,0 2-2 0,0-2 0 16,1 1 5-16,0-1-1 0,-1 2 40 16,0 1 37-16,0-2 20 0,0 0 13 0,-2 1-6 15,3 0 2-15,-4-2-34 0,1 2-34 0,0-1-21 16,1 2-14-16,-1-2 0 0,2-1-3 16,-2 1-1-16,2 3-3 0,0-4 1 0,-2 1 33 15,3 0 13-15,-2 2 10 0,2-1 3 0,0 1 5 16,-1 0 2-16,1-4-33 0,-1 4-10 0,3-1-12 15,-1-1-7-15,-1-1-1 0,3 2-7 16,-2-1 16-16,2 0 5 0,-2 1 2 0,2-1 5 16,-1 1-3-16,1-1 4 0,0 2-14 0,0-1-4 15,-2 2-8-15,2-1-1 0,0 0-2 0,-2 1 0 16,3-1 0-16,-3 0 1 0,0 1 1 16,0-1-1-16,2 1 1 0,-3-1 1 0,1 0 0 15,-1 0-1-15,1 1 0 0,-1 0 1 0,-1-1-1 16,3 1 0-16,-2-1 1 0,-1 0-2 0,0 1 2 15,0 1-1-15,1 1-2 0,-1-2-1 0,1 1 0 16,-1 1-1-16,0 0 0 0,0 1-1 0,1-2 2 16,-2-1 2-16,0 4-1 0,0-2 0 0,0 0 2 15,-2 3-1-15,1-4-3 0,-1 1-1 16,-1 1 2-16,1 1 1 0,-3-2-1 0,2 1 1 16,-4 1 4-16,2-2 0 0,-1 2-3 15,-1 1-2-15,-2-2 0 0,1 0-1 0,-1 1-1 16,0-3 2-16,-3 3 1 0,2-3 2 0,-2 1 3 15,-1-1-1-15,0-1 0 0,-1 0-1 0,-1 1 0 16,-1-1 0-16,-1 1-3 0,2 0 0 0,-3-1-3 16,1 4 4-16,-3-3-2 0,2 1 0 15,0 2 1-15,-1-1 1 0,1 1 2 0,-2-3-4 16,1 5 2-16,0-1 1 0,-1 0 0 0,0 0-1 16,2 0-1-16,-2 0-1 0,2 0 1 15,0 2-2-15,1-3 0 0,1 3-1 0,-1-2 0 16,2 0 1-16,-1 0 0 0,1 0 3 0,1 0 2 15,-1 0 0-15,0 1-3 0,2 1 0 0,-1 0 0 16,-1-1-1-16,2 0 0 0,0 1-2 0,-1 1 2 16,-1-2 3-16,3 0 1 0,-3 3-1 0,2-1-2 15,-2-1 0-15,2 3-3 0,-1-4-2 16,2 3-3-16,-3 0 2 0,3-1 4 0,-1 2 2 16,-1 0 3-16,1-1 2 0,0 0 4 15,-1 2-4-15,1-2-1 0,-1 1 0 0,-1 1-3 16,2 0-1-16,0-2-1 0,-1 3 4 15,1-2 3-15,0-1-3 0,-2 3 2 0,1-4 0 16,1 3 0-16,-1-1-5 0,-1-1-7 0,3 1 2 16,-1 0 1-16,-1-1 1 0,-1 0-2 0,0 2 5 15,2-3 3-15,-1 2-1 0,-1-1 0 16,0 1-1-16,2 0 5 0,-2-1-7 16,2 1 1-16,-1-1-1 0,-1 1-3 0,3 0 3 15,-3 1-3-15,2-2 4 0,1 1-3 0,-1 1 2 16,0-1-2-16,-1 1-4 0,1-2 2 0,-1-1-2 15,1 2-2-15,2-1-1 0,-1-1 3 16,-1 2 1-16,-2-3 2 0,3 2 3 0,-1-1 1 16,0 1 3-16,-1-1 2 0,1 1 1 0,-1-3-3 15,-1 2 1-15,2-2-2 0,0 2-1 16,-2-1 3-16,0 1 2 0,0 0-1 0,0-2-2 16,0 1 0-16,0-2 2 0,0 0-5 15,0 0 0-15,0 2 0 0,1-3 2 0,-1 3 2 16,0 0-3-16,2 1 3 0,-1-1-6 15,-1 0 2-15,2 2-1 0,-2-1 1 0,4 3 0 16,-2-1-3-16,-1-1 5 0,1 2-1 0,1 0-1 16,-1 0-4-16,0 0 0 0,-1 2 1 15,1-1-1-15,-1-1-3 0,3 2 2 0,-3-2-1 16,2 0 2-16,2 0 2 0,-4 0-5 16,2 0 2-16,1-1-4 0,-1 2 1 0,0-1 3 15,0 0-1-15,2 0 7 0,-2 0 1 0,1 0 1 16,2 0 0-16,-2-1 2 0,1 2 0 0,0 2-4 15,1-2 2-15,-1 1 0 0,1 1 2 16,2-2-5-16,-3 1 1 0,2 0 2 0,0 1-1 16,-1-1-1-16,1 1-1 0,-1 2 1 0,2-2 0 15,0 1-3-15,-2 2-6 0,2-1 6 16,-1 1 0-16,0-1-3 0,1 1-3 0,-1-3 4 16,-1 2 1-16,3 0-3 0,-2-1-3 15,-1 1 5-15,2-1-2 0,-3 1-1 16,4-2 2-16,-2 1-1 0,-1 1-2 0,2-1-6 0,0-1 6 15,-2 2 4-15,2 0 0 0,-1-1 0 16,0 0 6-16,1 1 7 0,-2-1-1 0,3 2-1 16,-2 1 1-16,1-2 0 0,0-1 6 0,0 3-7 15,1-1-1-15,-2 1 0 0,1-1-3 16,0 2 3-16,2-1-6 0,-3 1 0 0,1-1 0 16,0 2-1-16,1-1-2 0,-1-1-2 15,0-1-2-15,3 0 0 0,-3 0 0 0,0 0 1 16,3-1 4-16,-2 1-2 0,3-3 2 0,-3 1-3 15,2 2 4-15,0-1 0 0,2-1-2 16,-2 2 4-16,0 0 4 0,3 1 2 0,-3 1 2 16,3 1 0-16,-1 0-1 0,0 2 1 0,1-2-3 15,0 0-1-15,2 3-5 0,-1-2-1 16,0 0 2-16,0 3 0 0,0-3 1 0,1 1-3 16,0 1 1-16,0-1-1 0,1 0-4 15,-1 0-2-15,1-1-4 0,2 1 2 0,-1-2 0 16,0 0 0-16,0 0-3 0,2-1 1 15,-1 0-2-15,-1-1 4 0,2 0 1 0,0 0 2 16,0 0 6-16,0 0 1 0,1-1 5 0,0 0 3 16,1-3 0-16,-3 3 1 0,3-2 0 0,2-1 1 15,-2 0-1-15,-2-1-4 0,2-1 2 16,2-1 1-16,0 0-4 0,0-1-2 16,1-1 4-16,0 1-5 0,2-3 2 0,-2 3-4 15,4-3 1-15,-4 1 0 0,2-2-1 0,2 1 4 16,-3-1-9-16,3 2 4 0,-1-1-3 0,-1-2-2 15,1 1 0-15,-1 0 0 0,2-1 5 16,-2-2-4-16,1 1 2 0,1-3-2 0,-1 0-2 16,1-2 0-16,-1 0-1 0,1-2 1 0,-1-1 7 15,0-1 2-15,1-2 1 0,-1 0 4 16,2-2-1-16,0-1 3 0,0-1-2 0,0-1-4 16,0-1 2-16,2-2-2 0,0 1 1 15,-1-2-1-15,2-1-3 0,-1 0 2 0,-2-3-2 16,2-2-2-16,-1-1 1 0,1-1-5 15,-2-2 2-15,3-1-2 0,-1-1-1 0,0 0 0 16,-1 0-2-16,2-2-3 0,-1 3 0 0,1 1 7 16,1-1 5-16,-3 2 3 0,3 0 1 15,-3 3 4-15,1 0-1 0,-1 3 1 0,1-1-2 16,1 3-3-16,2 0 5 0,-4 1-5 16,4-1 0-16,-2 1-3 0,1 0-2 0,-3 1-4 15,2-2 0-15,-1 2 1 0,-2-1 3 0,-1 0 0 16,1 0 0-16,-4 0 2 0,0 1 2 0,-2-1 0 15,-1 0 0-15,-2 2 2 0,-2-2-3 16,-2 3 0-16,-4 0-1 0,1 0 0 0,-6 2 4 16,0-2-1-16,-2 3 5 0,-3 1 6 0,0-2 3 15,-3 2 8-15,0 0 2 0,0-1 5 16,-1 1 5-16,-1 1 2 0,1 0 2 0,-3-1 4 16,2 0-3-16,0 2-4 0,2 0-5 15,-2-1-3-15,1 0-10 0,-1-1-4 0,2 0-6 16,0 0-4-16,0-2-3 0,2 3-3 15,-1-2 0-15,-1 0-9 0,0 2 6 0,2-2-3 16,-2 1 0-16,0 2 1 0,0-1-2 0,2-1 2 16,0 2-12-16,-2 0-13 0,0 2-17 15,2-1-38-15,-4 1-97 0,2-2-146 0,-4 0-220 16,2 0-269-16,-1-2-251 0,2 2-148 16,-3-3 206-16,3 0 436 0</inkml:trace>
  <inkml:trace contextRef="#ctx0" brushRef="#br0" timeOffset="47047.59">15543 6550 199 0,'2'-4'752'0,"-1"-1"399"15,-1-1 60-15,0 3-208 0,0-1-360 0,0-1-287 16,4 1-165-16,-3-1-85 0,4 1-40 15,1-2-26-15,4 1-21 0,-1-1-8 0,4 2-4 16,1-1-7-16,2-2 1 0,1 2-1 16,1 0 2-16,2 1 2 0,-1 0 2 0,2 1-4 15,1 0-2-15,0 3 6 0,0 0 1 0,-1 0-7 16,-1 3-1-16,-2 1 4 0,-1 1 1 16,0 1-3-16,-5 2-1 0,-3-1 7 0,-2 4 49 15,-1 1 71-15,-3 1 67 0,-3 0 33 0,-3 4 13 16,-5-2-6-16,-2 3-37 0,-1 1-51 15,-3 0-45-15,-2 2-29 0,1 2-20 0,-2 0-17 16,0-2-9-16,1 3-11 0,2-3-7 0,1 0-5 16,3-4-4-16,2 2-3 0,3-4-11 0,3-3-41 15,2 0-82-15,2-5-128 0,3 0-229 16,4-5-303-16,4-3-364 0,1-3-346 16,5-3-77-16,1-2 496 0,1-4 688 0</inkml:trace>
  <inkml:trace contextRef="#ctx0" brushRef="#br0" timeOffset="48797.81">16505 5538 232 0,'0'-2'877'15,"0"4"565"-15,0-2 89 0,0 0-234 0,0 0-481 16,0 1-283-16,0-1-151 0,0 0-122 16,0 0-84-16,0 2-53 0,0-2-37 0,1 0-28 15,-1 0-19-15,0 0-15 0,0 0-9 0,0 0-7 16,0 0-5-16,0 0-1 0,0-2-2 15,0 2-1-15,0 0-1 0,0 0-1 0,0 0-2 16,0 0-2-16,0 0-10 0,0 0-15 0,-1 0-21 16,1 0-42-16,0 0-70 0,-2 0-77 0,0 0-126 15,1 2-188-15,-1-1-301 0,1 2-295 16,-3 2-207-16,2-1-85 0,-2-1 405 16,3 1 571-16</inkml:trace>
  <inkml:trace contextRef="#ctx0" brushRef="#br0" timeOffset="49444.87">17121 5467 144 0,'5'-4'605'0,"-2"0"414"16,1-1 185-16,-4 0-142 0,0 3-258 15,0-2-161-15,-2 3-148 0,0-2-102 0,-1 3-76 16,-2-3-58-16,0 3-79 0,1 0-71 16,-2 0-40-16,1 4-25 0,-2 1-16 0,-1-1-10 15,2 6-4-15,-2 1-10 0,2 1-7 0,0 4-3 16,1 6-2-16,1-1 0 0,1 4-1 16,3 1 6-16,0-1 3 0,5 2 0 0,2 1 1 15,-1-5-1-15,6-1-1 0,1-3 6 16,3-2 2-16,1-6 2 0,4-3-1 0,0-5 1 15,2-5 2-15,3-5-6 0,0-4-4 0,0-5-1 16,-4-4 1-16,3-2 0 0,-3-1 1 0,-3-3 0 16,-3 1-1-16,0 0 2 0,-7 0-1 15,-1 2 1-15,-3-1 8 0,-2 1 7 0,-3 1 6 16,-3 2 5-16,-3 1 1 0,-4 0 0 0,-1 2-4 16,-2 2-3-16,-1 2-2 0,-3 0-5 15,0 4-2-15,-1 4 0 0,-1 0-6 0,3 5-4 16,-1 1-2-16,2 4-2 0,0-1-1 15,2 5-1-15,1 0 0 0,2 2 0 0,2 1 0 16,2 0 0-16,-2 1-1 0,7 1-3 0,-3-1-11 16,4 1-20-16,2-1-46 0,0 1-71 0,2-2-93 15,1 0-156-15,-1-2-252 0,1 1-322 16,2 1-292-16,-1-2-196 0,3 0 108 16,-1 1 566-16</inkml:trace>
  <inkml:trace contextRef="#ctx0" brushRef="#br0" timeOffset="49718.35">17594 5710 134 0,'-1'-3'737'0,"-1"2"494"15,-1-2 256-15,1 0-126 0,1 1-440 16,-3 2-325-16,1-1-173 0,3-1-106 0,-2 0-112 16,-1 2-70-16,3-1-45 0,-1 1-30 15,1 0-19-15,0 0-14 0,0 0-9 0,0 0-8 16,0-1-3-16,0 1-6 0,0 0-2 0,0 0-2 16,0 0-3-16,0 0-3 0,0 0-13 15,0 0-23-15,0 0-64 0,1 1-80 0,-1-1-155 16,0 3-283-16,3 0-319 0,-1 0-379 15,-2 2-259-15,3-1 44 0,-1-1 690 0</inkml:trace>
  <inkml:trace contextRef="#ctx0" brushRef="#br0" timeOffset="50514.67">18021 5342 4 0,'-2'-1'352'16,"1"0"345"-16,-2-3 329 0,-1 3 91 0,-1 0-275 16,2-1-195-16,-3 2-94 0,3 0-72 15,0 0-93-15,-2 3-81 0,4 0-57 0,-4 1-49 16,1 5-63-16,1-1-55 0,-1 5-29 0,1 3-11 16,0 3-9-16,1 5-9 0,0 2-5 0,6 2-5 15,-3 2-3-15,4 0-4 0,2-2-4 16,3 0-2-16,1-4-5 0,3-3 0 0,1-3-3 15,4-4 0-15,-2-4-2 0,2-5 4 16,5-3 1-16,-4-4-1 0,-1-3 6 0,0-5-1 16,-1-3 0-16,-3-4-1 0,0 1 1 0,-4-3 2 15,-2-1-3-15,-4-1 3 0,-2 2-1 0,-3-2 2 16,-3 0 2-16,-3 2-1 0,-2 2 5 16,-5-1 4-16,-1 3 0 0,-3 0 0 0,0-1-1 15,-3 5-1-15,1 2-6 0,2 2-3 16,-2 1-3-16,3 2-1 0,-1 4-2 0,4 2 0 15,0 4-2-15,4 0-4 0,-1 4-28 0,5 1-73 16,-1 1-75-16,2 1-138 0,2 0-230 16,0 0-320-16,4 0-323 0,0 2-207 0,2-1-15 15,2 1 504-15</inkml:trace>
  <inkml:trace contextRef="#ctx0" brushRef="#br0" timeOffset="52514.58">18691 5251 129 0,'5'-1'398'0,"2"1"231"0,-6-2 205 16,2 2-86-16,0-1-96 0,-1-1-79 16,-2 2-78-16,0-2-59 0,-2 2-26 0,-1-1-15 15,2 1-38-15,-2 0-49 0,-1 0-38 16,1 0-35-16,-2 0-52 0,0 0-59 0,-4 0-42 15,5 1-25-15,-5 1-18 0,1 1-12 0,-2 0-9 16,0 3-6-16,-1 0-3 0,-2 2-4 16,2 2-3-16,-2 2-2 0,-1 4-1 0,1 0 1 15,-2 5 0-15,2 1 2 0,-1 5-1 16,3 1 3-16,1 2-7 0,1 1-4 0,4-1-2 16,2 1-2-16,3-3-1 0,2 2-1 0,3-5 5 15,-1-1 3-15,5-3 3 0,1-5-3 0,1-1 2 16,5-3 1-16,-2-5 0 0,5-3 1 15,-2-3 1-15,-1-4 2 0,2-3-1 0,-2-3-1 16,-2-1 2-16,-2-2 1 0,-2 0 5 16,1-3 4-16,-3 2 2 0,-2 0 2 0,-2-2-1 15,0 4 1-15,-4-1-7 0,0-1-3 0,-3 2-2 16,-2 1-1-16,0 1-1 0,-3 2 0 16,-1-1-1-16,0 4 0 0,-3 1 0 0,0 3-1 15,1 2-3-15,0 2 1 0,-3 1 0 16,2 5 0-16,-2 0-1 0,3 2 0 0,1 2 1 15,1 0-5-15,1-1-18 0,2 0-44 0,1-1-64 16,2 0-63-16,1 0-112 0,2-3-177 0,2 2-302 16,-1-4-268-16,4 2-215 0,2-1-128 15,1-4 292-15,2 0 563 0</inkml:trace>
  <inkml:trace contextRef="#ctx0" brushRef="#br0" timeOffset="53063.66">18906 5290 5 0,'5'-4'297'0,"-2"4"220"16,1-2 199-16,0 2 53 0,1-3-173 0,-4 1-141 15,4 1-83-15,-2-1-43 0,2-1-20 16,0 1-17-16,1 0-42 0,0 0-47 0,2 1-29 16,-1 0-29-16,-1-1-37 0,3 2-28 0,-2 0-2 15,-1 0-1-15,1 2 39 0,-1-1 30 16,2 2 8-16,-4 1 32 0,1 1-2 15,0 1-4-15,-2-1-39 0,0 3-26 0,-1-1-13 16,1 0-28-16,0 2-14 0,-3 2-9 0,0-1-6 16,-3 1-3-16,0 1-4 0,1 0-8 0,-2 1-2 15,-1 1 1-15,0-1-4 0,-1 0-4 16,-2 3-1-16,2 0 0 0,-1-1-4 0,-1 1-5 16,1 1-1-16,0-2-2 0,2 2-1 15,1-1-2-15,-3 0 0 0,5 0-2 0,-1-1-1 16,2-1 0-16,1 2-1 0,0-2 0 0,1-1-2 15,1 0 1-15,1-1 0 0,0-1-1 16,2-1-2-16,2-1-1 0,-1-2-1 0,1 1 0 16,2-3-1-16,0-1 0 0,0-2 2 0,3-1-1 15,-1-2-11-15,1-2-28 0,-1-2-72 16,2-2-78-16,0-3-144 0,-4 0-240 0,-1-4-315 16,3 1-342-16,-1 0-220 0,-1-2-16 15,2-2 539-15</inkml:trace>
  <inkml:trace contextRef="#ctx0" brushRef="#br0" timeOffset="53482.82">19276 5317 218 0,'3'-1'496'0,"-1"-1"229"0,1 1 169 16,2-1-176-16,-2 1-178 0,3-2-115 0,1 0-50 15,-1 2-42-15,2-1-54 0,1 0-55 16,-1 0-44-16,0 0-38 0,0 2-23 0,3 0-22 16,-1 0 10-16,-1 2 1 0,2 0 23 0,0 2 9 15,-1-2-8-15,2 3 22 0,-2-1-14 16,-2 2-12-16,1 0-13 0,-1 2-15 0,-1 0-4 16,-1 3-19-16,-3 0-12 0,2 3-1 15,-4 0-11-15,-2 1-3 0,-4 1-3 0,1 4-7 16,-5 1-3-16,-2 0-5 0,0 3-1 15,0 1-3-15,-3 0-1 0,1 0 0 0,2 1-5 16,-3-1-3-16,5-1-2 0,0 1-6 0,0-3-3 16,3-3-5-16,1-1 0 0,2-1-3 0,1-2 0 15,2-2 0-15,2-3 0 0,3 1 0 16,1-2 0-16,3-1 0 0,3 0-2 16,0-4 1-16,2-1-1 0,2-2 0 0,3 0-1 15,2-2-1-15,-4 0-2 0,5-1-15 0,-1-2-28 16,-4 1-80-16,2-3-109 0,-1 0-216 0,1 0-299 15,-5 1-351-15,3-2-400 0,-2-1-152 16,-1 2 372-16,-3-1 774 0</inkml:trace>
  <inkml:trace contextRef="#ctx0" brushRef="#br0" timeOffset="55897.25">13894 1198 85 0,'4'-6'349'0,"-3"-1"220"0,-1 0 236 0,0 2-12 16,0 1-69-16,0-1-88 0,-1 0-78 0,1 1-25 16,-4 1-36-16,3 0-72 0,-3 3-89 0,1-3-68 15,0 3-43-15,-2 0-60 0,-1 0-55 0,2 0-39 16,-5 0-22-16,0 3-5 0,-2 0-8 15,0 0-7-15,0 0-5 0,-5 2 2 0,3-1 0 0,-1 2-3 16,0-1-4-16,0 2-2 0,1 0-2 0,-1-1-4 16,1 0-4-16,3 1-4 0,0-2 1 0,2 0-1 15,1 1-3-15,1-1 0 0,1-3 0 0,-1 2-2 16,5-2-2-16,-3 0 0 0,3 1 0 16,1 0-1-16,1 1 0 0,3-1 2 0,0 2 1 15,2-1-1-15,2 2 0 0,0-1 2 0,6-1 0 16,-1 0 0-16,3 2 0 0,1-1 0 0,2 1 0 15,-1 1-1-15,2-3 1 0,1 2 0 0,-4-2 0 16,2 2 1-16,0 0 0 0,-2 2 7 0,-2-1 3 16,1 2 0-16,-4-2 2 0,-1 3-1 0,-3-1 1 15,-1 0-7-15,-3 1-3 0,-2-1-1 0,2 0 0 16,-6 2 1-16,0-3 2 0,-1 2 0 0,-2-2-1 16,0 0 1-16,-3 0 0 0,-1-1-1 0,1-1-1 15,0 0 0-15,-2-2 0 0,1 2 0 0,-1-2-2 16,2-2 0-16,-1 2 0 0,3-3-1 15,-1 0-1-15,1 1-1 0,1 1-7 0,2-3-12 16,-1 0-32-16,2-3-58 0,0 1-58 0,-1 1-67 16,3-1-106-16,-1-3-159 0,2-1-196 0,-1 1-232 15,2 2-220-15,-1-1-154 0,1-1 184 0,1 0 463 16</inkml:trace>
  <inkml:trace contextRef="#ctx0" brushRef="#br0" timeOffset="56646.22">14201 1346 116 0,'2'-4'408'0,"-1"0"274"0,-1 1 244 16,3 0-84-16,-3-1-117 0,2 3-126 0,-2 1-110 15,-2-1-92-15,2 1-82 0,0 0-67 0,0 0-70 16,2 1-10-16,-2 0 2 0,3 4-3 0,0 1-14 16,-1 3-13-16,-1 0-13 0,-1 3-33 0,2 1-25 15,-2-1-19-15,0 2-4 0,0 1-2 0,0 1-7 16,0 2-3-16,0-2-6 0,0 0-4 0,0 1-11 16,0-2-3-16,0 0-3 0,0 1-1 15,-2-2-4-15,2 1-1 0,0-2-1 0,-1-2-2 16,1-1 2-16,0-1 2 0,-2 0-4 0,2-3 2 15,-3-1-2-15,3-3-6 0,0 2-21 0,-3-4-43 16,3-2-52-16,0-1-52 0,0-3-74 16,0-3-122-16,0-2-141 0,-2-3-169 0,2 0-236 15,0-1-228-15,0 0-91 0,0 0 233 0,0 1 417 16</inkml:trace>
  <inkml:trace contextRef="#ctx0" brushRef="#br0" timeOffset="56947.23">14131 1257 257 0,'-3'-4'559'0,"1"3"301"0,-1 0 162 15,2 1-180-15,-2-2-185 0,1 2-136 0,-1 2-122 16,2-1-91-16,-1 0-59 0,2 6-45 16,3-1-13-16,0 1-14 0,2 2-15 0,-1 3-19 0,1-1-31 15,0 1-30-15,3-2-37 0,0 2-20 16,-2 0-12-16,2-1-2 0,0-2-4 0,3 0-3 15,-1-1 2-15,-1-2-1 0,2-1 1 0,0-2-2 16,1 0-1-16,-2-3 4 0,1 0-2 0,-1-3-8 16,2 0-8-16,-2-2 0 0,0-5 1 0,0 0-2 15,-1-1 0-15,-3-1 7 0,2-3 2 0,-1 3-1 16,-2-1-1-16,-1-2-30 0,-3 1-46 0,-1 1-59 16,-1-3-126-16,-4 5-180 0,-2-1-309 0,-5 1-276 15,2-1-242-15,-4 1-77 0,1 0 394 0,-4-3 508 16</inkml:trace>
  <inkml:trace contextRef="#ctx0" brushRef="#br0" timeOffset="57896.78">13648 617 74 0,'3'0'378'0,"-1"2"277"0,-2 0 272 0,1-2-2 16,-1-2-160-16,0 0-154 0,0-2-99 15,0 2-30-15,-1-3-49 0,1 0-71 0,-4 0-59 16,1 0-45-16,0 0-41 0,-2-1-66 0,0 0-51 16,-2 1-33-16,0 0-20 0,-2 2-14 15,-1 0-13-15,-1 1-6 0,-2 1-4 16,-1 2-4-16,2 1-1 0,-4 1-3 0,5 0-2 15,-1 2 0-15,-1 0-2 0,4-1-1 16,0 3 0-16,1-3 2 0,4 2-1 0,-3-1 0 16,5-1-1-16,-1 3 0 0,3-1 1 15,0-2-2-15,3 3 1 0,1 1-1 0,2 0 3 16,3-1 0-16,1 2-2 0,1-2 2 16,5 1-1-16,0 0 3 0,3 1-3 0,-1-1 1 15,0 1-1-15,2-1 2 0,-2 1-1 16,2 0-1-16,1 1 1 0,-5-1 1 0,-1 4 0 15,0-3 1-15,-3 1 1 0,-4-3-2 0,0 1 2 16,-3-1 1-16,0 0 0 0,-1 0 1 0,-4 1 1 16,0-1 3-16,-1-1 0 0,-4 1-3 0,-1 0 1 15,0 0-2-15,-3-2 0 0,-3 2-1 0,2-3-2 16,-4 1 1-16,0 0 1 0,-2-1-3 0,0 1 1 16,2-4 0-16,-3-2 0 0,0 3 0 0,2-6-1 15,-2 3 0-15,4-2-1 0,0 0 0 0,-1-2-1 16,3-1 0-16,2 1-1 0,3 1-1 15,-1-2-2-15,2 1-10 0,2 0-27 0,3-1-54 16,0-1-53-16,3 2-76 0,0-2-117 0,1 0-163 16,1-2-249-16,1 1-241 0,3-2-227 0,2 1-80 15,-1 4 271-15,4-1 478 0</inkml:trace>
  <inkml:trace contextRef="#ctx0" brushRef="#br0" timeOffset="58455.78">14074 871 235 0,'-3'5'495'0,"0"-3"204"15,3 2 92-15,-2-1-167 0,4-3-99 0,0 0-52 16,2-3-48-16,0-2-30 0,2-3-34 0,2-4-50 15,0-3-56-15,3-1-30 0,3 1-24 16,2 0-16-16,1 1 2 0,-1-5-17 0,3 2-26 16,0-1-41-16,-2 3-26 0,2-2-19 0,-3 0-28 15,1 1-14-15,-4 1-4 0,1 3-7 16,-4 0-4-16,-2 2-3 0,-2 2 1 16,0 2-9-16,-3 1-67 0,-4 1-71 0,-2 1-140 15,-5 3-203-15,-1 0-310 0,-3 3-336 16,-5 0-226-16,0-1-25 0,-1 3 476 0</inkml:trace>
  <inkml:trace contextRef="#ctx0" brushRef="#br0" timeOffset="58646.98">14019 655 11 0,'-3'3'397'0,"1"2"302"16,2-1 200-16,2 0 85 0,1 2-237 0,2 0-243 15,3 0-129-15,1 4-66 0,3-4-43 16,1 2-61-16,4-2-78 0,0 1-46 15,0 0-39-15,4 1-20 0,-1 1-7 0,1-1-13 16,-1 3 1-16,2-2-1 0,-4 1-8 0,2-2-73 16,-5-2-147-16,-1 0-209 0,-4 2-282 0,0-3-271 15,-5 3-223-15,-2 1 88 0,-3-1 445 0</inkml:trace>
  <inkml:trace contextRef="#ctx0" brushRef="#br0" timeOffset="59963.78">11078 969 80 0,'5'1'249'0,"0"0"101"0,0 1 65 0,1 0-148 16,3-1-120-16,-1 0-68 0,0 1-36 0,5 0-24 16,-1-1-5-16,0 0-1 0,3-1 19 0,-2 3 13 15,4-3 10-15,-1 0 2 0,0-3 1 0,3 2 3 16,-3 0-25-16,1-1-15 0,-1 0-9 0,1 0 2 16,-1 0 2-16,1 0-5 0,-4 1-18 15,3-2-42-15,-5 2-107 0,0-1-203 0,0 2-91 16,-3 2-1-16,-1-2 85 0,-3 1 125 0</inkml:trace>
  <inkml:trace contextRef="#ctx0" brushRef="#br0" timeOffset="60630.04">11165 1650 120 0,'0'4'361'0,"0"-1"165"0,-3 0 114 0,3 0-167 15,3-2-192-15,-3 1-131 0,3 1-81 0,0-1-37 16,2 1-18-16,0-2-9 0,2 1-5 0,2-1 0 16,0 1 0-16,1-2 2 0,4 0 6 15,-3 0-2-15,5-2 3 0,-2 1-1 0,3-1-1 16,-1 1 3-16,0-2-5 0,2 1 5 0,0 2 3 15,0-5 0-15,-1 5 2 0,-1-1-7 0,3 1-48 16,-2 0-100-16,-2 0-265 0,0 1-146 0,-2 4-52 16,0-3 63-16,-1 2 161 0</inkml:trace>
  <inkml:trace contextRef="#ctx0" brushRef="#br0" timeOffset="66328.75">20533 4692 44 0,'0'-2'566'0,"0"2"489"0,0 0 200 15,0-1-88-15,0 1-378 0,0 0-309 0,3 0-114 16,-1 0-57-16,1 1-30 0,4 1-27 0,-1-2-25 15,6 1-30-15,0 1-67 0,3-2-50 16,0 0-29-16,3 2-19 0,0-2-11 0,1 0-3 16,1 0-3-16,0 0-4 0,-2 0-6 0,2 0-3 15,-2 0 0-15,0 0-2 0,-2-2-3 16,-2 2 1-16,-5 0-13 0,1 0-44 0,-4 0-70 16,0 2-98-16,-6-2-174 0,-1 2-300 0,-5 3-326 15,-1 0-300-15,-4 0-168 0,-3 3 242 16,-2-1 637-16</inkml:trace>
  <inkml:trace contextRef="#ctx0" brushRef="#br0" timeOffset="66514.32">20540 4878 24 0,'6'0'425'0,"0"0"346"16,4 0 297-16,-4 0 72 0,4-2-329 15,2 1-283-15,-1-2-147 0,2 1-93 0,3-1-98 16,-2 2-73-16,3-1-43 0,1 1-30 0,1-1-18 15,1 1-12-15,-2 1-6 0,2 1-3 0,1 1-6 16,-4 1-11-16,2 1-82 0,-3 2-195 16,0 2-290-16,-5 0-264 0,1 4-277 15,-4 1-199-15,-3 0 228 0,-2 2 581 0</inkml:trace>
  <inkml:trace contextRef="#ctx0" brushRef="#br0" timeOffset="106881.63">21843 5076 271 0,'-7'9'590'0,"2"-3"278"15,4 0 141-15,-3-3-202 0,1 0-203 0,2 0-133 16,1-2-95-16,-3-1-70 0,3 0-43 0,3 0-24 16,-2-1-10-16,4-2 3 0,0 0-5 15,1-2-11-15,-1-2-16 0,3 1-32 16,0-2-35-16,-2 1-32 0,2-1-18 0,1-4-12 15,1 1-10-15,0 0-9 0,2-4-5 0,-1 2-5 16,2-5-3-16,3-1-5 0,-3 1-3 0,2-2-5 16,0-4-4-16,0 2-4 0,0-1-5 15,2-3-4-15,-3 0-3 0,2 1-2 0,-2 0-2 16,3-3 1-16,-4 4-2 0,3-2 2 16,-3 4 2-16,1 0 0 0,-5 2 2 0,3-1 1 15,-2 1 1-15,1 1-1 0,-2 2 2 0,1-2 0 16,-2 3 0-16,-1-2 1 0,1 3-1 15,-1-1 1-15,0 2-2 0,-1 0 1 0,1 1-1 16,-3 2 1-16,0 1 0 0,0 2 0 16,-2 1 1-16,-1 3-2 0,2 0 0 0,-3 1-1 15,4 0-1-15,-4 2-2 0,1 1-1 0,-1 1 0 16,2 2-1-16,-1 3-1 0,1-1 0 0,-2 6 0 16,2-1 2-16,-2 2 2 0,0 2 1 15,1 2 1-15,-1 2 0 0,0 0 0 16,0 1 0-16,0 2-1 0,2 1 2 0,-2 3 2 15,0 0-1-15,-2 4-10 0,2-2 0 0,-1 2 0 16,-3 3 0-16,3 0 0 0,-2-2 0 0,-1 1 0 16,1 0 0-16,2 0 0 0,-3-3 0 15,2 1 0-15,-2-4 0 0,3-1 0 0,-2 0 0 16,1-5 0-16,-1-2 0 0,0-1 0 16,-1 0 0-16,3-3 0 0,-4 0 0 0,2-3 0 15,-3-1 0-15,3-2 0 0,-1-1 0 16,1-1 0-16,0-3 0 0,0 2-48 0,-1-4-68 15,1-4-90-15,-3 2-179 0,5-6-281 0,-1 1-343 16,2-4-419-16,2 0-312 0,-1-3 115 16,5-2 832-16</inkml:trace>
  <inkml:trace contextRef="#ctx0" brushRef="#br0" timeOffset="107812.56">22707 4451 71 0,'4'-3'359'0,"-3"2"243"16,2-2 215-16,-1 0 5 0,-1 0-157 0,2 0-100 15,1 0-73-15,-3 0-68 0,-1 0-52 16,3 0-20-16,1 0-19 0,-3 0-21 0,3 2-29 16,-3-2-25-16,1 1-31 0,-1 1-48 15,-1 1-45-15,0 0-36 0,3 0-21 0,-3 0-15 16,-3 3-13-16,3-2-11 0,-3 5-7 0,0 2-5 15,0 4-6-15,-4 2-3 0,2 5-1 0,-1 1 2 16,0 3 0-16,0 3-2 0,-1 2 2 16,1 0-1-16,1 3-2 0,1-1-2 0,-1-3-2 15,2 1-2-15,3-1-3 0,0-4-2 16,0-1-1-16,3-4 0 0,2-3-1 0,-1 0 1 16,2-7 1-16,-1 1 0 0,3-5 1 0,3-2 0 15,-1-2 0-15,1-3 0 0,1-4-1 16,3-1 0-16,-1-3 0 0,-2 0-2 0,3-2-1 15,-1 1 0-15,-3-1 0 0,1 2-1 16,-2 2 0-16,-2-2 0 0,-1 4 0 0,-1 2 1 16,-3 1 0-16,0 1 0 0,0 2 0 0,-1-1 1 15,-1 4-1-15,3 2 1 0,-4 2 1 16,0 2-1-16,0 3 0 0,0 0 1 0,0 3-1 16,0 1 1-16,-2 3 0 0,0 1-1 15,1 1 0-15,-1 1 0 0,1 1 0 0,-3 3 0 16,3-2-1-16,-2-1-1 0,-1 3 1 0,4-3-2 15,-2 0 1-15,-2 1-2 0,4-6 0 0,0-2 0 16,0 0-2-16,2-5 1 0,0 0-1 16,0-5 0-16,3 0-2 0,-2-5-7 0,4-5-13 15,-1 0-17-15,1-5-35 0,0 1-73 16,0-3-73-16,-3 1-124 0,1 0-190 0,-1-1-306 16,-1 3-312-16,1 1-217 0,-1 0-108 0,0 3 390 15,1 0 594-15</inkml:trace>
  <inkml:trace contextRef="#ctx0" brushRef="#br0" timeOffset="108428.66">23210 4553 284 0,'3'-10'633'16,"-1"1"332"-16,-1 1 171 0,1-2-262 0,0 3-195 16,-1-2-72-16,1 1-66 0,-1 2-89 15,1-1-87-15,0 2-60 0,-1-1-57 0,-1-1-76 16,2 3-55-16,-1 1-31 0,1 0-18 15,0 0-16-15,0 1-11 0,0-2-9 0,-1 3-7 16,3-2-6-16,-3 0-3 0,4 2 0 0,2-2-2 16,-3 0-1-16,6 0 0 0,-4 1-2 0,2-1 0 15,2 0-2-15,0 2-1 0,0-1-1 16,1 1-1-16,2 1 0 0,0 0-1 0,0 1-2 16,0 2 0-16,1 0 1 0,1 0 0 15,-1 3 0-15,-1 0-1 0,-1 1 2 0,-1 3-1 16,-1-1 0-16,-2 3 0 0,-2 1-1 0,0 1 1 15,-3-1-1-15,-3 3 2 0,0 0 0 0,-3 2 0 16,-3 0 1-16,1-1 2 0,-3 5 0 16,-3-3-1-16,0 3 2 0,0 1 1 0,-2 0 1 15,1 1 0-15,-1-1 1 0,-1 2 0 16,1 0 1-16,1-1-1 0,1 2 0 0,-1-4-1 16,0 3 0-16,4-4 0 0,2 0-2 0,-2-1-1 15,2 1-1-15,1-2-1 0,2-2-2 16,1 1 0-16,0 0-3 0,4-2 0 0,0 0 0 15,1-1 0-15,2-2-1 0,2-1 1 0,3-1-1 16,0-2 1-16,5-3-1 0,0-1 0 16,2-4-1-16,2-1-2 0,1-3-4 15,2 0-13-15,0 0-21 0,-2 0-45 0,-2 0-80 0,0-2-151 16,-1 1-266-16,-1 4-322 0,0-2-396 16,-2-1-382-16,4 3-41 0,-4-2 725 0</inkml:trace>
  <inkml:trace contextRef="#ctx0" brushRef="#br0" timeOffset="109361.76">24575 5091 286 0,'-4'1'624'0,"3"-1"311"0,1 0 146 0,-4 0-246 16,4-1-219-16,0-2-154 0,0 0-97 0,4 0-36 16,-3-3-16-16,4 0-16 0,2-3-23 15,-1 0-19-15,5-2-32 0,-3-1-46 0,1-3-45 16,5-1-36-16,-2-3-23 0,3 0-14 15,0-2-6-15,0-1-7 0,1 1-4 0,0-2-3 16,-2 4-2-16,-1 1-3 0,-4 3-2 0,1 3-3 16,-4 1-2-16,2 2-2 0,-3 4-4 0,-4-1-3 15,3 2-4-15,-3 2-5 0,2 2-1 16,-3 0-2-16,2 4-1 0,-2 4 1 0,-2 0-1 16,2 6 4-16,-3 3 0 0,2 3 1 15,-3 3 2-15,3 2 0 0,-3 1 0 0,3 0-2 16,-1 2-2-16,1-2-1 0,1-1-2 15,0-3-2-15,1-2-1 0,2-2-1 0,2-3 1 16,0-3 0-16,2-2 1 0,1-2 0 16,2-6 1-16,2 0 0 0,2-5-1 0,-2-2 0 15,1-3-2-15,4-4 1 0,1-3-2 0,-2-3-1 16,-1 0 1-16,0-3-1 0,0 0 0 0,-2 0 1 16,-2-2 0-16,2 2 0 0,-5 0 0 15,-2 1 0-15,1 2 1 0,-1 4 0 0,-5 2 0 16,2 0-1-16,-3 4 0 0,4 2 0 0,-4 1 0 15,0 4 0-15,0 2 0 0,-2 4 0 16,0 3 0-16,1 4 0 0,-1 0 0 0,1 3 2 16,-1 2-2-16,-1 3 1 0,3 1 0 15,0 1-1-15,0 1 1 0,3-2 0 0,-1 0-1 16,1-1 1-16,2-1 0 0,-1-2-1 0,1-1-1 16,2-3 0-16,2-1-2 0,0-1 0 0,0-2 0 15,3-1-1-15,1-2-5 0,-4-2-16 16,4-1-30-16,0 0-79 0,-3-3-115 15,-2-1-227-15,2-2-301 0,-4 0-373 0,4-3-427 16,-2 0-152-16,0-3 433 0,-4-1 810 16</inkml:trace>
  <inkml:trace contextRef="#ctx0" brushRef="#br0" timeOffset="110661.89">25526 5184 196 0,'0'1'480'0,"0"0"256"0,0-1 185 0,0 2-155 15,0-2-161-15,0 0-98 0,2-2-79 16,-2 2-72-16,2-1-67 0,-2-2-51 0,3 2-15 15,-2-5 4-15,4-1 13 0,-2 0 1 0,3-1-12 16,1-3-22-16,-1-3-41 0,4 1-43 16,-1-4-39-16,1 1-23 0,1-5-14 0,1 2-8 15,-1-1-6-15,1-3-3 0,0 1-2 0,-1-2-2 16,2 1-2-16,-4 2-3 0,1-2-1 16,1 4-4-16,-5 1 0 0,1 3-1 0,-1 0 2 15,-3 5 0-15,2-1 0 0,-1 4 1 0,-1 1-2 16,-1 1-2-16,0 3-3 0,-2-2-2 15,1 3-3-15,-1 0-1 0,0-1-2 16,0 4-1-16,0-1 0 0,0 4 1 0,0 2 1 16,-1 1-2-16,-1 5 2 0,0 0 0 15,2 4-1-15,-3 1 0 0,3 1 1 0,0 0 0 0,-1 3 2 16,1 0 0-16,1-1-1 0,1 1 0 16,1-2-2-16,0-1-1 0,1-1-2 0,0-2 0 15,1-1 0-15,2-3-1 0,2-2 0 16,-3-1 0-16,2-4 2 0,3-1-1 0,0-4 0 15,-1 0 2-15,2-4 1 0,-1-2-1 0,1-3 1 16,0-1 0-16,1-3 0 0,1 0-1 0,-1-1 1 16,-4-1-2-16,4 2 0 0,-4 0-1 15,-1 0 2-15,2 1-2 0,-4 3 0 0,0 2 0 16,-2 1 0-16,0 1 0 0,-2 1 0 16,2 2 0-16,-2 1 0 0,0 2 2 0,1 3-1 15,-2 3 1-15,1 2 0 0,0 1-1 16,-2 5-1-16,1-2 1 0,1 0-1 0,-1 3 0 15,1-1 0-15,0 3 1 0,1-4-1 0,-2 1 0 16,4-3 0-16,0-1 0 0,-1-1-1 16,1-3 1-16,3-1-1 0,-1-1 1 0,3-5 0 15,0-3 0-15,1-2 1 0,5-4-1 0,-2-3 1 16,4 0 0-16,-4-4-1 0,3-1 0 0,0-1 1 16,1 0-1-16,-1 0 0 0,-2 2 0 15,-1 0 1-15,-5 3-1 0,3 3 0 0,-3-1 1 16,-3 4-1-16,1 1-1 0,-4 2 1 15,0-1 0-15,0 2-1 0,0 1 1 0,2 2 0 16,-4 2 1-16,2 1 0 0,1 2 1 0,-1 3 0 16,2 1 0-16,-4 2 0 0,3 0 0 15,0 3 0-15,1 0-1 0,-2 0 0 0,0-1 0 16,0 0-1-16,4-2 0 0,-2 2-1 16,-1-5 1-16,2-1 0 0,1 1 0 0,-1-4 1 15,2-1 0-15,-1 0 0 0,2-2-1 0,-1-2-1 16,-2 1 2-16,2-3-1 0,1 2-1 15,-1-2-1-15,-1 2 0 0,-1-1-1 16,0 0-2-16,1 2 1 0,-3 2-1 0,0 2-5 16,-1 1-12-16,-1 4-26 0,-4-2-66 0,-1 3-79 15,-2 1-159-15,-2 0-280 0,3 1-326 0,-1 0-378 16,1 0-252-16,0-2 33 0,-1-1 701 0</inkml:trace>
  <inkml:trace contextRef="#ctx0" brushRef="#br1" timeOffset="122374.56">10526 6974 65 0,'0'-4'301'16,"2"0"177"-16,-2 1 178 0,0 0-14 0,2 2-73 15,-2-1-25-15,0 2-10 0,0 0-29 16,0-2-59-16,0 2-78 0,0-1-84 0,0 0-67 16,0 1-23-16,0 1-2 0,1 2 7 15,-1 0-9-15,0 3-12 0,2 2-8 0,-1 0-32 16,-1 4-29-16,4 3-27 0,-1 2-14 16,0 2-3-16,5 5-9 0,0 4-4 0,1 4 0 15,2 5 5-15,3 4 1 0,1 7-1 0,4 1-3 16,-1 7-6-16,3 4-7 0,1 2-6 0,0 3-6 15,2-1-9-15,-3 6-7 0,4-1-4 16,-3-1-5-16,2-1 0 0,-2-2-1 0,-1-5 3 16,-1-3 2-16,-1-5 0 0,0-3 0 15,-3-6-4-15,0-1-2 0,-3-7-1 0,0-3 0 16,-5-3 0-16,1-6-1 0,-3 0 0 0,0-5 0 16,-3-3 0-16,-1-1 0 0,-2-5 0 15,-2-2 0-15,0-2-3 0,-5-2-10 0,-1-1-12 16,-2-4-19-16,-4-2-29 0,1-4-65 15,-4-2-68-15,0-2-95 0,-2-1-152 0,0-2-235 16,-2-2-305-16,2-2-234 0,2 0-179 0,-2-2 140 16,3-2 522-16</inkml:trace>
  <inkml:trace contextRef="#ctx0" brushRef="#br1" timeOffset="123304.32">10316 7156 229 0,'0'3'368'0,"0"-1"144"16,0-2-15-16,0 5-97 0,-1-3-69 0,-1 2-16 15,0-2 3-15,2 2 11 0,-1-2 5 16,-1 2-4-16,2-2-9 0,-1 1-23 0,1 0-15 15,-2-1-31-15,2 1-37 0,0-1-36 16,-2 0-29-16,2 1-5 0,0 0-3 0,-2 0 3 16,2 2 4-16,0-1-3 0,0 1-11 0,0-1-27 15,0 2-21-15,2 2-11 0,0 1-11 0,1 1-10 16,0 3-4-16,2 1-4 0,0 2 1 16,1 2-11-16,2 4-6 0,2 0 5 0,-1 4 10 15,4 2 1-15,-1 4 0 0,1 2 3 16,3 2 3-16,-2 5-2 0,2 2-8 0,0 2-2 15,0 3-5-15,1 5-5 0,-3-2-7 16,3 3-6-16,-2-2-4 0,-1 0-4 0,0 0-2 16,-1-4-3-16,1 1-1 0,-3-2-2 0,-1-3 1 15,1 0-1-15,-2-1 1 0,-2 1 1 0,0-2 0 16,-2 0 4-16,0 2 2 0,0-3 1 16,-2 2 0-16,2-3 1 0,-2 1-2 0,1-3-1 15,-1 0-3-15,1-2-1 0,-1-4-1 16,-1-4 0-16,1-1-1 0,0-4 0 0,0-5 0 15,0-2-1-15,-1-3-1 0,2-2 1 0,-2-3-2 16,-2-2 1-16,2 0 1 0,-1-2 0 16,-1-1 1-16,0-2 2 0,2 1 2 0,-2 0 2 15,1-1 2-15,-1-1 1 0,0 0 1 0,0-1-3 16,0-1-1-16,0-1-3 0,0 2-1 16,0-2-3-16,0-1 0 0,0 0-1 0,0 0 0 15,-1 1 0-15,1 0-1 0,-2-2 0 16,2 1 0-16,0 4 0 0,-1-2 0 0,1-1-2 15,-2 1 0-15,2 1-2 0,0 0 0 0,-2 1 0 16,2-1-2-16,-4 1-6 0,4-3-8 16,-2 3-14-16,2 0-17 0,0 0-33 0,-1-1-66 15,-1 1-68-15,-1-1-120 0,0 1-194 0,0-2-301 16,-2 0-319-16,1 1-231 0,1 1-109 16,-3-3 411-16,2 1 608 0</inkml:trace>
  <inkml:trace contextRef="#ctx0" brushRef="#br1" timeOffset="124303.48">12588 8518 307 0,'0'-5'661'16,"2"4"304"-16,-2-2 125 0,1 1-247 0,-1 1-249 16,0 0-156-16,2 1-109 0,-2 0-37 15,3 2 3-15,2 4-10 0,0 5-20 0,1 0-24 16,0 4-28-16,2 1-47 0,-1 5-52 16,-1 2-38-16,3 0-23 0,-2 3-6 0,-1 3-5 0,0-1-4 15,-1 0-10-15,0 3-6 0,-1 0-4 16,-2-2-7-16,1 2-7 0,-3-3 5 0,2 3 2 15,-2-3-2-15,-2 1 0 0,1 1-3 16,-1-4 2-16,0 4-15 0,-1-4-28 0,0-2-70 16,-3-1-65-16,1-6-121 0,0-1-187 15,2-6-313-15,-2-3-320 0,2-6-233 0,3-2-125 16,-1-9 363-16,2-3 585 0</inkml:trace>
  <inkml:trace contextRef="#ctx0" brushRef="#br1" timeOffset="124517.94">12854 8563 105 0,'11'-6'545'0,"-3"5"322"0,-2 1 196 15,-1 6 31-15,4 1-394 0,-4 4-240 0,3 1-88 16,-1 6 1-16,2 1-26 0,-3 5-51 0,2 2-34 16,-1 3-38-16,-3 4-44 0,2 1-59 0,-1 0-43 15,0 2-32-15,-2-3-24 0,2 2-15 16,0-5-10-16,-2-4-63 0,1-1-67 0,-1-4-114 15,-1-4-177-15,0 0-300 0,-4-4-339 16,0-1-253-16,-1-4-139 0,-3 1 328 16,-2-4 589-16</inkml:trace>
  <inkml:trace contextRef="#ctx0" brushRef="#br1" timeOffset="124795.21">12433 8470 287 0,'3'4'496'0,"2"-2"225"16,3 3 160-16,5 1-205 0,1 1-119 16,3-1-59-16,4 1-38 0,4-1-67 0,2 3-71 15,6-5-53-15,1 5-50 0,2-1-37 0,2-2-30 16,1-1-29-16,1 1-10 0,4-1-35 15,-1-1-31-15,1 1-19 0,2-3-10 0,-3 3-4 16,1 0-3-16,-3 0-2 0,0-2-2 16,-2 4-6-16,-4-1-1 0,-3 1-20 0,-4 1-46 15,-2 1-46-15,-9 1-112 0,0 2-161 0,-8 2-305 16,-5 1-274-16,-4 2-239 0,-3 0-127 16,-5 1 315-16,-7 3 514 0</inkml:trace>
  <inkml:trace contextRef="#ctx0" brushRef="#br1" timeOffset="125107.54">12169 9657 332 0,'-3'11'609'0,"1"-4"195"0,4-3 96 16,3-1-207-16,6-2-186 0,2-2-85 15,4 0-42-15,2-4-16 0,9 1 12 0,2-2-22 16,9 0-25-16,1-3-42 0,6 2-34 16,5 0-36-16,1 0-47 0,4-2-44 0,2 1-44 15,0 1-17-15,1 0-10 0,1-1-10 0,-2 0-12 16,1 1-6-16,-1 0-5 0,-2 1-10 0,-1 0-6 16,1 0-2-16,-3 1 0 0,-4 0-2 15,2-1-3-15,-5 2-1 0,-2 1-14 0,-6-1-48 16,-3 2-69-16,-8 0-84 0,-5 2-157 15,-6 2-265-15,-6 1-321 0,-5 3-294 0,-5 1-192 16,-6 1 84-16,-8-1 579 0</inkml:trace>
  <inkml:trace contextRef="#ctx0" brushRef="#br1" timeOffset="125803.68">12226 10506 198 0,'2'1'695'0,"-1"-1"361"15,-1-1 96-15,0-2-149 0,2-1-352 16,1-4-204-16,0-2-72 0,3-4-19 0,1-3-31 16,1-5-38-16,1-5-30 0,2-2-48 0,0-4-58 15,-1-5-46-15,4-1-23 0,-3 1-15 16,2-4-15-16,-2 3-5 0,0 0-8 0,-2 4-1 15,1 3-3-15,-2 2 0 0,-2 8 0 0,0 3-2 16,-3 4-3-16,1 2-4 0,-3 5-5 16,1 0-5-16,0 4-5 0,-1-1-4 0,-1 4-2 15,0 2-2-15,0 2 0 0,0 3-2 0,0 2 0 16,0 2 1-16,0 5-1 0,2 0 2 0,-1 3-1 16,1 3 0-16,0 2 1 0,-1 2-1 15,2 2 1-15,-1 3-2 0,2 2 1 0,-4-2-1 16,4 4 0-16,-3 0 0 0,1 0 0 15,-1 0 0-15,1-1-1 0,0-2-1 0,-2 1-1 16,0-2-2-16,0-3-2 0,0-1 0 16,-2-4 1-16,2-1-2 0,0-4-4 0,-2-2-10 15,2-5-21-15,-1-1-38 0,1-3-74 0,-2-4-86 16,1-5-146-16,1-3-217 0,-2-4-312 16,4-5-315-16,-1-2-199 0,1-1-3 0,-1-3 506 15</inkml:trace>
  <inkml:trace contextRef="#ctx0" brushRef="#br1" timeOffset="126303.49">12586 10001 135 0,'2'-5'696'0,"-2"2"410"0,0 1 93 0,0 2-136 16,2 2-404-16,-1 1-299 0,4 2-147 15,0 3-70-15,3 2-33 0,4 4 8 16,1 2 22-16,4 1 4 0,-1 3 35 0,3 1 10 15,3 0-3-15,-1 2-25 0,3 0-37 0,-1 3-27 16,2-2-29-16,-2 1-18 0,2 2-9 16,-1-3-5-16,-2 2-5 0,-3-1-1 0,1-1-12 15,-5 0-2-15,1 1 3 0,-7-2 3 0,-1-1 4 16,-4 2 8-16,-4-2 9 0,-3-1-1 16,-3-1-4-16,-5-2-1 0,-2-4-4 0,-6 3-5 15,-1-5-7-15,-2-3-2 0,-4 2-2 16,0-5-1-16,-3-4-1 0,1-2-2 0,-1-2 1 15,1-4-3-15,3-5-3 0,2-2-1 0,3 0-3 16,3-5-1-16,4-2-2 0,3-5 0 0,5 0-2 16,5-4 0-16,3-1 1 0,2-3-1 15,5 0-1-15,4 0 0 0,0-2 1 0,2 3-1 16,2-1 1-16,0 0-1 0,-1 3 0 0,-2 1 1 16,0 4 0-16,-2 2 2 0,-3 3 1 15,-2 4 3-15,-3 3 4 0,-1 2 3 0,-4 2 1 16,-4 1-1-16,1 4 0 0,-4 1-1 15,1 3-4-15,-4 2-4 0,0 3 0 0,-2 1-3 16,0 2-1-16,2 1 0 0,1 2-2 16,-1 0 0-16,3 1-3 0,0 1-1 0,5-2-11 15,-1-1-16-15,5-3-35 0,-1 2-73 0,4-2-83 16,-1-3-147-16,3-2-238 0,1 0-321 16,2-2-332-16,1 2-207 0,3-4 9 0,0 2 541 15</inkml:trace>
  <inkml:trace contextRef="#ctx0" brushRef="#br1" timeOffset="126607.79">13203 10141 89 0,'10'18'661'0,"-2"6"467"0,-1 3 151 0,-3 3 10 16,0 4-333-16,1 1-336 0,-2 3-185 0,2-1-104 16,0-1-71-16,3-1-99 0,1-6-73 15,3-3-40-15,1-5-24 0,4-6-10 0,0-4-5 16,2-6-2-16,1-8 0 0,2-5-1 15,-2-1 2-15,-2-7 5 0,1-4 6 0,-6-4 10 16,1-3 10-16,-6-3 12 0,-2-2 11 16,-6-1 5-16,-3-1-1 0,-5 2-7 0,-6-3-10 15,-2 2-9-15,-6 2-9 0,-1 1-10 0,-3 3-6 16,1 5-4-16,-4 2-5 0,2 5-2 16,-1 5-3-16,1 2-2 0,5 5-2 0,3 3-2 15,3 3-3-15,3 3-11 0,6-1-16 0,2 2-32 16,5 2-77-16,2 0-104 0,1 0-192 15,4 1-288-15,2-2-348 0,2 0-392 0,3 1-179 16,-1-2 269-16,4 0 748 0</inkml:trace>
  <inkml:trace contextRef="#ctx0" brushRef="#br1" timeOffset="127220.6">14408 9576 698 0,'0'0'1705'0,"3"3"77"16,-1 0-391-16,-1-2-353 0,1 1-471 16,-2 0-287-16,2-2-128 0,-1 2-58 0,1 0-30 15,0-2-25-15,-2 0-17 0,1 0-11 0,-1 0-7 16,3 0-3-16,2-4-3 0,-2 4-1 0,0-2-8 16,3-1-23-16,-1 1-75 0,0-2-98 15,-2 4-203-15,2 0-290 0,-4 0-359 0,2 3-430 16,-3 0-219-16,-1 0 285 0,1 3 823 15</inkml:trace>
  <inkml:trace contextRef="#ctx0" brushRef="#br1" timeOffset="127820.44">15156 9838 70 0,'-2'13'619'0,"4"-1"464"15,-2-1 155-15,0-3-120 0,2-3-377 16,-1 1-257-16,2-4-97 0,2 0-44 0,1-2-26 16,2-3-17-16,0-4-19 0,5-4-52 0,1-3-61 15,3-7-39-15,3-2-25 0,2-8-21 16,1-2-14-16,2-6-16 0,3-2-15 0,2-5-11 15,1-2-9-15,1-1-6 0,2-2-7 0,-2 1-5 16,0 1-2-16,-4 0 0 0,-2 5 1 16,-3 2-1-16,-1 6 2 0,-6 4 1 0,-3 7 1 15,-4 4-1-15,-1 2-1 0,-3 7-2 16,-4 2-4-16,-2 2-11 0,-5 4-21 0,-4 4-42 16,-3 4-82-16,-4 3-150 0,-5 2-269 0,1 3-312 15,-6 1-381-15,-1 4-379 0,-2-4-20 0,-2 2 706 16</inkml:trace>
  <inkml:trace contextRef="#ctx0" brushRef="#br1" timeOffset="128037.15">15159 9276 10 0,'5'6'497'0,"4"0"427"0,-2 1 250 0,2 1 0 15,4 2-258-15,-1 5-264 0,6 1-153 16,-1 6-81-16,4 0-78 0,-2 3-60 0,6 3-65 15,-3 0-80-15,3 2-51 0,2-1-34 0,2-1-16 16,-4 1-17-16,4-4-10 0,-1 2-8 16,2-4-3-16,-3-1-21 0,0-1-82 0,-4 0-125 15,-2-4-243-15,-4-1-289 0,-4-2-362 16,-4 1-411-16,0-2-106 0,-8-5 516 0</inkml:trace>
  <inkml:trace contextRef="#ctx0" brushRef="#br1" timeOffset="128238.3">16238 9343 42 0,'1'6'1052'16,"-2"0"776"-16,-6 2-149 0,-3 1-410 0,1 0-331 16,1-2-522-16,0 1-216 0,3-1-97 0,4-3-45 15,1 2-25-15,1-2-18 0,4-2-16 0,3 3-31 16,0-5-86-16,3 0-146 0,2-3-261 15,-1 0-304-15,1 0-386 0,-2 1-431 16,2 0-57-16,-2 0 683 0</inkml:trace>
  <inkml:trace contextRef="#ctx0" brushRef="#br1" timeOffset="128738.17">17352 9043 57 0,'-3'-6'538'0,"2"0"448"15,-3 1 227-15,3 1-55 0,-1 1-367 16,0 0-222-16,2 2-148 0,0-1-107 0,0 4-35 16,2-1-24-16,1 5-30 0,2 2-48 0,3 4-26 15,-4 4-13-15,3 4-28 0,-1 3-21 0,-1 6-17 16,3 1-19-16,-5 6-12 0,-2 3-14 16,1 5-9-16,-2 1-6 0,0 0-8 0,0-1-2 15,0 1-3-15,-2-2-3 0,2-4-2 16,2-3-14-16,0-4-35 0,-1-3-83 0,1-4-142 15,0-5-260-15,1-6-311 0,2-5-381 0,-4-7-389 16,4-6-38-16,2-8 651 0</inkml:trace>
  <inkml:trace contextRef="#ctx0" brushRef="#br1" timeOffset="129096.89">17706 9194 424 0,'3'13'969'0,"-1"2"285"15,-2 4-40-15,0 3-165 0,2 8-347 0,-1-1-224 16,1 6-113-16,0 2-72 0,2 1-52 16,2 1-85-16,2-3-71 0,4 0-34 0,3-5-24 15,1-2-13-15,5-6-7 0,2-5-5 0,6-5-1 16,-1-8-1-16,4-5-1 0,1-11 1 16,-2-2 1-16,-1-6 0 0,1-5-1 0,-7-4 2 15,-1-4 1-15,-6-2 9 0,-2 1 15 16,-4-2 14-16,-10 2 11 0,-2 1 7 0,-7 0 3 15,-5 0-6-15,-6 2-11 0,-1 0-11 0,-4 5-9 16,-3 0-7-16,2 6-5 0,-2 2-4 16,3 8-4-16,-3 4-4 0,5 5-2 0,-3 6-2 15,5 6 0-15,2 6 0 0,1 3-1 0,4 6 1 16,3 1-2-16,3 5-12 0,5 3-20 16,2 2-55-16,2-1-75 0,4 1-150 0,0-2-276 15,4-3-310-15,1-3-376 0,6-5-312 0,4-5-16 16,1-7 675-16</inkml:trace>
  <inkml:trace contextRef="#ctx0" brushRef="#br1" timeOffset="129396.71">18486 9261 156 0,'9'-6'1053'0,"-6"6"629"16,-3 6-116-16,-6 7-335 0,-2 2-436 0,0 8-331 15,-1 5-224-15,-2 6-99 0,1-1-50 0,5 5-29 16,1-1-21-16,4 1-16 0,4-3-11 15,6-3-8-15,6-6-3 0,1-5-3 0,8-6 1 16,2-4-2-16,3-9 0 0,0-7 1 16,0-3 0-16,0-10 0 0,-4-1 0 0,-4-6 1 15,-2-3 0-15,-1-3 1 0,-6-3 0 0,-5 0 1 16,0-2-1-16,-8 2 1 0,-3-2 0 16,-3 0-1-16,-2 1 1 0,-4 3-1 0,0 1 1 15,-3 4-2-15,0 5-2 0,-3 4 0 0,1 6-5 16,1 3-11-16,0 7-38 0,4 2-80 15,-2 5-105-15,6 1-198 0,1 3-297 0,2-2-349 16,5 2-353-16,0-1-137 0,5-4 322 0,0 0 702 16</inkml:trace>
  <inkml:trace contextRef="#ctx0" brushRef="#br1" timeOffset="129552.82">19008 8880 734 0,'-4'-4'1775'0,"-4"4"46"0,-6 5-406 0,0 1-373 15,-5 3-468-15,1 2-287 0,0 1-125 0,2 1-60 16,-2 1-35-16,6-3-27 0,2 3-20 16,4-2-13-16,4 0-7 0,4 1-15 0,6 0-27 15,1-3-73-15,2 1-115 0,2-2-246 16,3 2-309-16,-2-1-392 0,4 1-477 0,-1 2-182 16,-3 0 541-16,3 2 887 0</inkml:trace>
  <inkml:trace contextRef="#ctx0" brushRef="#br1" timeOffset="129753.18">19253 9678 704 0,'-4'16'1664'16,"0"-3"72"-16,0-1-374 0,1-2-340 0,3-2-476 16,0-4-289-16,3-1-120 0,2-3-54 0,0-1-29 15,3-3-19-15,3 0-16 0,-2-5-7 16,1 2-7-16,1 0-4 0,-2 0-3 0,1-2-12 15,-2 3-30-15,-4 1-78 0,-2 1-89 0,-4 1-167 16,-1 0-291-16,-3 3-335 0,0 1-365 16,-4 1-186-16,2 2 150 0,-2 1 684 15</inkml:trace>
  <inkml:trace contextRef="#ctx0" brushRef="#br1" timeOffset="130037.85">18766 9942 534 0,'-10'0'1460'0,"2"-4"235"16,3-3-287-16,4-5-319 0,2-6-476 0,4-7-274 16,6-2-136-16,5-10-60 0,3-4-33 0,6-6-28 15,5-3-23-15,2-5-17 0,3-5-14 16,1 0-11-16,3-4-6 0,0-2-2 0,2-3-4 15,1 0 0-15,3-2-1 0,0 2-2 16,-2 3-2-16,-1 3-4 0,-3 5-14 0,-5 7-34 16,-5 5-85-16,-7 9-153 0,-4 4-263 0,-7 8-320 15,-2 4-400-15,-6 4-431 0,-1 4-24 16,-4 3 758-16</inkml:trace>
  <inkml:trace contextRef="#ctx0" brushRef="#br1" timeOffset="134852.78">20853 8866 209 0,'3'3'837'16,"-1"-1"468"-16,-2 1 36 0,0-2-164 16,1 0-421-16,1-1-279 0,-1 2-144 0,1-2-96 15,1 2-44-15,0-1-38 0,2 0-42 16,1 1-26-16,2 0-13 0,4-1-4 0,5-1-12 15,0 1-7-15,4-1-7 0,4 0-7 0,2 0-8 16,4 0-6-16,1-1-8 0,0 0-3 16,1-1-5-16,-2-1-1 0,1 0-4 0,-3 1-1 15,-3 0-1-15,0 0 0 0,-5 1-2 0,-3-1-1 16,-1 2 0-16,-4 0-1 0,0 0 0 16,-5 2 0-16,-2-1 0 0,-1 2-4 0,-3 0-14 15,-4 3-35-15,-1 1-74 0,-5 1-82 0,-2-3-154 16,-2 4-260-16,-3-2-319 0,-4 1-326 15,2 1-203-15,-5 0 50 0,-2-2 590 0</inkml:trace>
  <inkml:trace contextRef="#ctx0" brushRef="#br1" timeOffset="135119.21">20745 9205 115 0,'0'5'643'0,"2"1"397"16,-2-2 108-16,3 1-77 0,2-2-395 16,-1 0-268-16,4-1-83 0,3 3-37 0,4-2 11 15,3 0-13-15,2 0-29 0,2-1-37 16,3 0-65-16,2 0-38 0,1-2-44 0,4 0-29 16,-1 0-19-16,3-2-7 0,1 0-8 0,-4 0-2 15,2-1-4-15,-3 0-3 0,0 0-2 0,-3 0-3 16,-3 1-33-16,-5 2-77 0,-2 0-106 15,-2 2-189-15,-3 1-290 0,-4 0-343 0,-3 3-327 16,-3 2-150-16,-2-1 318 0,-4-1 655 16</inkml:trace>
  <inkml:trace contextRef="#ctx0" brushRef="#br1" timeOffset="142752.56">22526 7903 239 0,'1'-1'618'0,"4"-2"366"0,-5 0 171 16,0 1-221-16,0 1-258 0,0-1-96 0,0 2-76 15,1 0-91-15,-1 2-87 0,0-2-52 0,3 3-42 16,-1 3-64-16,1 1-55 0,0 3-27 16,1 6-10-16,1 3-11 0,-4 3-10 0,5 3-5 15,-3 5-6-15,2 0-7 0,-2 2-8 16,0 1-4-16,1 1-8 0,-3-3-8 0,3 0-3 16,-3 1-5-16,1-2 0 0,-1-1-2 0,4-2 0 15,-5-1-1-15,1-1-1 0,-1-3-6 0,-1 2-13 16,1-4-20-16,-5-1-46 0,4-2-71 15,-2-3-75-15,-2-2-118 0,1-5-168 0,0 2-268 16,0-6-275-16,1-3-202 0,2-5-111 0,1-2 284 16,1-6 517-16</inkml:trace>
  <inkml:trace contextRef="#ctx0" brushRef="#br1" timeOffset="142971.63">22771 8016 365 0,'10'-9'724'0,"-2"3"262"15,-1 2 116-15,-1 4-257 0,0 4-252 0,1 2-151 16,-1 3-26-16,2 4-28 0,1 2-57 16,-1 2-48-16,-1 5-42 0,-1 1-45 0,3 3-59 15,-4 2-44-15,2 2-30 0,-3-1-26 0,0 5-10 16,0-3-12-16,0 1-6 0,2-2-4 16,-3 0-1-16,0-3-1 0,2-4-9 46,0 0-40-46,-4-4-67 0,-31 39-6816 0</inkml:trace>
  <inkml:trace contextRef="#ctx0" brushRef="#br1" timeOffset="143255.22">22510 7888 278 0,'0'-7'772'16,"0"0"322"-16,0 2 36 0,1 0-181 0,2 1-362 16,4 1-192-16,4 1-69 0,0 1-8 0,6 1-4 15,2 0-35-15,2 0-32 0,2 0-44 0,3 0-55 16,2 1-49-16,1-1-34 0,3 0-20 16,-2 0-17-16,3 0-9 0,-2-1-10 0,3 0-4 15,-4-1-3-15,1-2-3 0,-1 1-3 16,-1 1 0-16,-1-2-1 0,-3 2 0 0,-3 2-35 15,-2 0-71-15,-5 0-80 0,-2 0-163 0,-4 6-290 16,-2-1-331-16,-6 2-327 0,2 3-187 16,-4 2 139-16,-2 2 648 0</inkml:trace>
  <inkml:trace contextRef="#ctx0" brushRef="#br1" timeOffset="143582.6">23482 8253 554 0,'-1'0'1509'16,"-3"0"225"-16,1 0-301 0,-2 1-337 0,2-1-477 16,0-1-287-16,0 1-140 0,0 0-68 15,1-2-41-15,0 1-30 0,0 0-22 0,2-1-14 16,0 0-10-16,0 0-5 0,2 0-5 0,2-1-11 16,-3 2-24-16,2-3-67 0,1 3-78 15,-4-1-157-15,0 2-283 0,0 0-324 0,0 2-381 16,-2 1-263-16,0 1 39 0,-1 1 693 15</inkml:trace>
  <inkml:trace contextRef="#ctx0" brushRef="#br1" timeOffset="145748.03">24308 7863 177 0,'0'-5'481'0,"0"2"292"0,0 1 228 0,0-2-116 16,0 2-200-16,-4-2-132 0,4 3-45 0,-1-3-23 15,1 4-60-15,-2 0-76 0,2 0-62 16,-2 0-53-16,-1 4-66 0,0-2-72 0,-2 5-42 15,-2 2-20-15,0 5-8 0,-1 5-5 16,0 5-1-16,-1 8 6 0,-1 3 3 0,2 6-4 16,0 2-6-16,1 2 0 0,4 2 0 15,-1-4-9-15,4-2-2 0,4-4-3 0,0-4 0 16,6-4-3-16,-1-5-2 0,6-6 2 16,3-4-2-16,1-7 1 0,2-6 2 0,4-7 2 0,1-4 1 15,-1-7 0-15,2-6 3 0,-3-3 0 0,1-5 8 16,-3-1-2-16,-2-1 6 0,-4 0 6 15,-2 1 2-15,-6 0 3 0,-1 1 0 16,-7 2 6-16,-3 0-4 0,-6 0-6 0,-3 1-3 16,-1 2-4-16,-2 2-8 0,-1 5-6 0,-3 1-3 15,1 2-2-15,-1 7-2 0,1 1-1 16,2 2 0-16,-2 6 0 0,2 3-2 0,2 4 0 16,1 4 0-16,4 2 0 0,-2 4 0 0,5 1-1 15,1 2 0-15,3-1 0 0,2 1-2 16,2 2-10-16,3-1-21 0,0-2-55 0,-1 3-77 15,4-3-151-15,-2 1-277 0,2 1-315 0,0 1-379 16,1-2-309-16,0-1-4 0,0-3 692 16</inkml:trace>
  <inkml:trace contextRef="#ctx0" brushRef="#br1" timeOffset="145966.81">24771 8380 204 0,'-2'-1'903'16,"-3"1"545"-16,1 0 48 0,-1-3-240 0,0 3-468 15,2-2-308-15,-5 0-174 0,5 2-112 0,0-3-78 16,1 1-49-16,1 1-29 0,-1-3-22 16,0 3-10-16,4-3-7 0,0 2-19 0,1-2-67 15,0 2-68-15,0-1-116 0,5-2-182 16,-5 2-314-16,2 0-333 0,0-1-234 0,-1 1-118 15,3-1 349-15,0-2 586 0</inkml:trace>
  <inkml:trace contextRef="#ctx0" brushRef="#br1" timeOffset="146348.37">25104 8008 67 0,'-6'8'609'0,"1"1"460"15,0 1 167-15,-2 5-100 0,-1 4-333 16,1 3-254-16,2 3-143 0,2 2-83 0,-3 2-58 16,5 0-41-16,1 0-55 0,1-2-69 0,5-2-48 15,2-2-24-15,2-3-12 0,4-4-7 0,0-4-2 16,5-3 0-16,0-5 0 0,2-4-2 16,2-4 3-16,-2-5-2 0,1-1 0 15,0-4-1-15,-1-2-1 0,-5-3-1 0,-1 0-1 16,-3-2 2-16,-3 0 1 0,-1-1 2 0,-5 1 1 15,-3 0-3-15,-3-1 1 0,-5-1 0 0,-1-1-1 16,-1 0-2-16,-4 1 5 0,-1 2 6 16,0 2 1-16,-1 3 2 0,-1 3-3 0,1 3 2 15,-2 4-8-15,2 3-4 0,2 4-1 16,0 2-3-16,0 3 0 0,1 3-2 0,1 4-1 16,0-2-1-16,4 3-6 0,2-1-30 0,-1 1-64 15,3-2-57-15,1 1-100 0,1-1-164 16,2 1-299-16,4-5-293 0,1 1-221 0,-1-1-160 15,5-2 231-15,3-4 560 0</inkml:trace>
  <inkml:trace contextRef="#ctx0" brushRef="#br1" timeOffset="146747.89">25469 7918 65 0,'2'-7'421'0,"0"2"282"0,-1 1 210 0,3-2 6 16,0 0-244-16,2-1-175 0,2 0-114 15,2 0-61-15,2-1-56 0,1 1-64 0,3 0-53 16,-2-2-42-16,5 2-33 0,-1 1-12 0,0 2-8 16,-1 1-4-16,1 1 24 0,-2 2 26 15,1 0 11-15,1 3 38 0,-5 2 13 0,-1 1 12 16,-1 0-20-16,-3 5-19 0,-1 0-14 15,-6 3-37-15,-1 2-19 0,-1 2-15 0,-6 4-10 16,1 0-9-16,-5 2-2 0,0 3 0 0,-1 1-4 16,-1 2-4-16,1 0-3 0,-2 2-3 0,5-2-6 15,-1-2-3-15,2 0-2 0,1 0-2 16,2-3-1-16,1-1-2 0,3-3-2 0,2-2 0 16,3-2-1-16,-3-2-1 0,6-2 1 15,0-2-1-15,0-2 1 0,2 1-2 0,2-6 1 16,-1 0 0-16,3-1-2 0,-1-3-16 0,-1 0-40 15,0-2-76-15,0 1-77 0,-3-3-152 0,0 1-244 16,1-3-319-16,-2 0-308 0,-1 0-188 16,1 0 17-16,-3-1 547 0</inkml:trace>
  <inkml:trace contextRef="#ctx0" brushRef="#br1" timeOffset="147530.6">25960 7896 86 0,'-4'-3'323'16,"3"-2"161"-16,-2 2 121 0,3-1-124 15,0-1-180-15,0 3-114 0,3-3-76 0,-2 0-23 16,4 1-9-16,0-1 5 0,1-1 22 15,0 1 39-15,1 3 55 0,-1-4 45 0,2 4 48 16,-1-2 26-16,0 1 11 0,0 0-16 0,-3 0-41 16,0 0-37-16,-1 1-33 0,2-1-9 15,-4 3 0-15,4-2 1 0,-2 2 24 0,0 0-4 16,0 0-16-16,2-1-28 0,2 1-34 16,-3-2-31-16,5 2-39 0,0-2-19 0,0 0-14 15,3 1-6-15,0-1-4 0,2 1 0 0,-1 1-2 16,-1 0-1-16,2 1-1 0,-1 2-6 15,3 0 0-15,-3 0-1 0,-1 3 2 0,-1-1 6 16,-3 4 2-16,0-1 2 0,-2 3 0 16,-1 1 0-16,-5 2 0 0,-2 2-6 0,-5 2-2 15,-1 1 1-15,-3 2-1 0,-3-2-1 0,1-1-1 16,-3 3 0-16,3-3-1 0,1 0-4 0,-1-4-2 16,4 1-2-16,0-2-3 0,0-3-1 15,5-2-2-15,0-1-1 0,3-1 0 0,1-1 0 16,1-1-1-16,3-1 1 0,0 0 0 15,4-2 0-15,0 1 0 0,2-2 0 0,0 0 0 16,3 2 1-16,-2-2-1 0,3 2 0 0,-1 2 0 16,0 1 1-16,-1-1-1 0,-2 2 0 15,1 1 1-15,-3 3 1 0,-2-1-1 0,1 2 0 16,-1 1 0-16,-5 1 0 0,-1 3 0 16,-1 0 0-16,-4 1 0 0,1-1 0 0,-3 1-1 15,-1 2 1-15,-3-2 1 0,2-1 0 0,-3 0 0 16,2 0 0-16,-2-1 0 0,0-2 1 0,-1-1-2 15,4-1-1-15,-3-3-2 0,3-1-10 16,0-1-21-16,0-3-55 0,-3 0-77 0,4-3-132 16,-2 0-226-16,1-1-308 0,5-3-357 15,-1 1-306-15,0-1-86 0,2 0 491 0,1-1 664 16</inkml:trace>
  <inkml:trace contextRef="#ctx0" brushRef="#br1" timeOffset="148749.34">26608 7872 124 0,'1'-4'506'0,"1"-1"370"0,-2 0 227 0,2 1-113 15,-2-1-275-15,1 0-194 0,3 3-131 16,-3-4-58-16,2 4-44 0,3-2-36 0,1 1-9 16,1-2-20-16,1 2-35 0,4 0-51 0,0 2-39 15,0-1-29-15,4 2-30 0,0 0-3 16,-3 3 2-16,7 0-1 0,-5 3-1 0,2 1 7 16,1 3 3-16,-3 2-8 0,1 2-1 0,-4 1 0 15,0 4 4-15,-5 1-2 0,-2 2-1 16,-3 2 0-16,-4 2-5 0,-2 0 2 0,-6 3-4 15,0-2-4-15,-2 1-2 0,-2 0-3 16,-1 1-2-16,3-2-3 0,-3 2-3 0,1-3-1 16,4-3-3-16,-2-1-2 0,4 2-3 0,1-5 0 15,3 0-2-15,0-2 0 0,3-2 0 16,3 0-1-16,2-4 0 0,-1 2 0 0,8-4-1 16,2-1 1-16,2-2-2 0,1-1 0 15,5-5-1-15,0 0 0 0,5 0-1 0,0-5-1 16,1 2 1-16,1-1-4 0,-1-2-11 0,1 3-20 15,-3-1-50-15,-3 1-81 0,-1 1-139 0,-3-1-249 16,-3 3-311-16,-2 2-373 0,-5 1-335 16,0 2-54-16,-6 1 592 0</inkml:trace>
  <inkml:trace contextRef="#ctx0" brushRef="#br1" timeOffset="149895.44">22574 8876 58 0,'4'-2'324'0,"-3"0"177"0,1-1 131 16,1 2-56-16,0-2-216 0,3 0-121 15,1-1-49-15,-1 2 6 0,4-1 20 0,2 0 37 16,-1-2 25-16,5 3 13 0,0-3 15 0,1 2-26 16,2 0-21-16,3 0-33 0,0 0-33 15,4 1-29-15,-1-1-10 0,2 3-4 0,3-2 29 16,0 2 21-16,4 0 2 0,0 2-15 16,2 1-14-16,2-3-17 0,2 2-39 0,1 2-27 15,3-1-13-15,-1 1-7 0,4-2-18 0,1 2-3 16,2-3 0-16,6 0-9 0,1-1 0 15,3 0 0-15,4 0-4 0,3-1-8 0,3-2-7 16,-1 0-4-16,5 0-5 0,-2 0-5 0,2-3 0 16,0 4 1-16,1-3 0 0,4 2 1 0,-5-1-1 15,3-1-1-15,-2 3-4 0,-3-2-1 16,-4 3-1-16,-1 0-3 0,-5 2 0 0,-2 0 2 16,-5 3 0-16,-3-2 1 0,-1 3 1 15,-2 1 1-15,-2 0-1 0,0-1-1 0,0-1 1 16,0 1-2-16,-3 0 1 0,0-1-1 0,1-2 1 15,-6-1 1-15,4-1-1 0,-4-1 8 0,0-3 6 16,1 0 3-16,-2-2 0 0,0-3 1 16,1 2-1-16,-2-1-7 0,-2-2-6 0,-2 3-2 15,-3 0-2-15,-3 1-1 0,-5 0-1 16,0 1 1-16,-3 4 0 0,-4 0-2 0,-4 1 1 16,-2 1-1-16,-2 0 2 0,-4 4-2 0,-3-1 1 15,-2 2 0-15,1 0-5 0,-4 2-10 16,0-1-16-16,-3 0-27 0,2-1-70 0,-2-1-75 15,0-3-140-15,-1 4-226 0,-1-3-310 16,0 1-346-16,0 0-238 0,-2-2-67 0,0 0 523 16,-2 0 623-16</inkml:trace>
  <inkml:trace contextRef="#ctx0" brushRef="#br1" timeOffset="150548.24">24089 9561 91 0,'-1'10'624'0,"1"-1"435"0,0-2 139 0,0-1-109 16,0-4-390-16,1 2-242 0,6-4-87 15,-1-4-29-15,2 0-16 0,1-5-21 0,4-5-29 16,0-3-49-16,4-3-68 0,-1-4-47 0,4-5-29 15,-1 0-13-15,3-5-12 0,4 0-6 16,-3 2-4-16,4-4-5 0,-4 5-2 0,0 2-4 16,-3 4-5-16,-3 4-4 0,-3 2-4 0,-3 7-3 15,-3 2-4-15,-2 2-5 0,2 6-1 0,-3 2 0 16,-2 4-1-16,-2 8-1 0,1 3-1 16,-4 3-1-16,2 6 1 0,-3 3-1 0,0 2-2 15,1 4 0-15,-1 0-1 0,2 1-1 16,-4 2-1-16,4 0 0 0,-3-1-1 0,1-1-1 15,2-3 0-15,-3 1-2 0,1-2 0 0,0 0-1 16,0-5 0-16,0-2-1 0,-1-1 0 16,2-4-1-16,-2-1-5 0,3-3-16 0,-1-4-24 15,1-1-59-15,-1-4-77 0,0-3-140 16,1 0-249-16,-1-4-313 0,4-2-356 0,-1-2-290 16,3-2-62-16,-3 0 575 0</inkml:trace>
  <inkml:trace contextRef="#ctx0" brushRef="#br1" timeOffset="150766.67">24761 9685 239 0,'3'3'1139'16,"-1"0"544"-16,-4 0-140 0,1-1-328 0,-2-1-462 16,-1 2-293-16,1-2-208 0,0-1-96 15,0 2-53-15,-2-2-34 0,2 0-27 0,2 0-20 16,1 0-12-16,0-2-8 0,1 0-5 0,4-3-14 15,1 1-34-15,-1-1-78 0,1-2-90 16,1-1-166-16,-1 2-296 0,1-1-337 0,2-1-354 16,-3 3-186-16,0-2 167 0,4 1 670 15</inkml:trace>
  <inkml:trace contextRef="#ctx0" brushRef="#br1" timeOffset="151280.2">25013 9338 110 0,'-4'-4'688'16,"0"0"461"-16,0 0 132 0,0 2-112 0,0 0-375 16,2 1-305-16,0 1-168 0,0-2-90 0,2 2-59 15,2 0-42-15,0 0-49 0,4 2-29 0,0 1 8 16,2-1 2-16,2 2-1 0,0 3-3 16,3-1 1-16,4 2-6 0,0 5-23 15,0 1-10-15,0-1-4 0,4 3-3 0,-1 3-1 16,-1 0-3-16,3 2-1 0,0 0-2 0,-1 0-3 15,1 0 0-15,-1 1-2 0,-4 1-1 16,2-3-1-16,-3 2 1 0,-3-1 2 0,-4 2 2 16,-1-1-2-16,-7 1 1 0,-1-2 1 0,-4 4 0 15,-2-2-3-15,-6-1 5 0,-2 0 14 16,0 0 9-16,-2-3 4 0,-1-2 0 0,-2 0 2 16,1-4-5-16,3-3-12 0,-1-1-7 15,0-4-7-15,5-4-2 0,-2-2-1 0,5-5-1 0,4-5 0 16,2-3 0-16,2-5 1 0,3-4-2 15,4-2 0-15,1-3-2 0,4-4 0 0,2 1-1 16,2-5 1-16,0-1 0 0,1 0 2 16,4-1 1-16,-4 1-1 0,0 1 1 0,0 0 1 15,0 3-1-15,-6 1 2 0,1 4 1 0,-4 0 8 16,0 2 8-16,-4 2 11 0,-3 4 9 16,-1 1 10-16,-3 0 3 0,-2 2-1 0,-5 4-7 15,-2 1-9-15,-4 0-8 0,-3 7-8 16,-4 2-8-16,-1 2-4 0,-5 3-4 0,1 3-1 15,-2 4-2-15,0 2 0 0,0 2-2 0,1 1 0 16,6 2-1-16,1-2-2 0,7 3-12 0,1-3-23 16,6 0-72-16,3-3-82 0,2 0-163 15,8-3-286-15,1-2-327 0,8-1-385 0,3-3-231 16,3-2 83-16,7-1 703 0</inkml:trace>
  <inkml:trace contextRef="#ctx0" brushRef="#br1" timeOffset="151916.03">27470 8607 94 0,'8'1'653'0,"-2"3"465"0,1-2 179 0,0 2-8 16,1 0-370-16,2 0-306 0,0 1-177 0,2-1-94 15,2 1-69-15,-2-1-86 0,1-2-58 16,3 1-35-16,-2-2-27 0,4-1-19 0,-1 0-14 15,-1 0-14-15,-1-1-9 0,1 1-6 16,-2-2-3-16,-2 1-4 0,-3 1-6 0,-1 0-20 16,-2 0-65-16,-4 1-81 0,-2 1-155 0,-8 0-280 15,0 3-325-15,-1 1-380 0,-9 1-261 16,1 0 45-16,-5 5 691 0</inkml:trace>
  <inkml:trace contextRef="#ctx0" brushRef="#br1" timeOffset="152067.35">27424 8892 332 0,'4'9'820'16,"-1"0"306"-16,1-3 50 0,2-2-252 16,1 1-359-16,2-2-230 0,0 0-133 15,4-3-66-15,1 1-60 0,1-1-35 0,3 0-25 16,2 0-55-16,0 0-191 0,2 1-301 0,-1 1-260 16,-1 1-262-16,1 5-223 0,-7-1 112 0,-2 7 583 15</inkml:trace>
  <inkml:trace contextRef="#ctx0" brushRef="#br1" timeOffset="187806.39">28807 8493 203 0,'0'-2'331'0,"5"-1"133"16,-5 0-25-16,1 0-90 0,1-1-60 0,-2 1-37 15,1-2-16-15,-1 3-3 0,0-2 2 16,0 3 0-16,0-2-3 0,0 0-5 0,0 1-5 15,0 1-14-15,0-2-19 0,0 3-20 0,0-2-16 16,0 2-11-16,0-2-16 0,0 2-12 16,0-3-12-16,0 2-8 0,0 0-3 0,0 0-9 15,0-2-10-15,0 2-4 0,-1-2-7 16,1 0-4-16,-2 2 1 0,2-1 6 0,0 0 16 16,0 2 22-16,0-1 19 0,0 1 17 0,0 0 1 15,0-1-1-15,-1 1-11 0,1 0-17 16,-5 0-18-16,5-2-17 0,-1 2-13 0,-2-1-13 15,1 1-12-15,0 0-9 0,1-2-9 0,-2 2-6 16,1 0-3-16,0 0 1 0,1 0 1 16,-1 0 0-16,0 0-1 0,-1 0 1 15,2 0-1-15,-4 0 0 0,4 0-2 0,-2 0-3 16,-1 2 3-16,3-2-1 0,-3 1-1 0,0 1-1 16,-1-1-1-16,2 2 2 0,-3-1-4 15,1 0 2-15,0 3 1 0,0-1 0 0,-1-1-1 16,1 4 0-16,-3-1 2 0,4 0-1 0,-4 1 0 15,3 4 2-15,-3-1 1 0,0 2 0 0,3 2 2 16,1 1-2-16,-1 2 2 0,2 0-3 16,-3 4-1-16,4 4 1 0,0 0-2 0,1 1-1 15,2 5-1-15,-1 0 0 0,4-1-1 16,2 0-1-16,-2 2 0 0,4-4-1 0,4-1 0 16,0 0-2-16,2-7 1 0,4-1 0 0,-1-2-1 15,5-4-1-15,-1-5 1 0,2-1 2 16,-2-5 1-16,3-2-1 0,-1-5 1 0,1-4-1 15,-1-3-1-15,0-3 0 0,1-1-2 0,-2-5 1 16,-5-4 0-16,4 0 1 0,-4-3 0 16,1-1-1-16,-6 1 0 0,1-2 0 0,-7 0 1 15,-1 0-1-15,-3-1 1 0,-6 0 0 16,0-1 2-16,-4 2-2 0,-5 1 0 0,-1 0 2 16,-3 1 2-16,-3 3-1 0,-2 2 4 0,0 3 3 15,-1 4 2-15,2 2 1 0,-3 6 0 16,1 1 0-16,3 4 0 0,0 3-4 0,3 5-4 15,1 1-1-15,3 3-1 0,4 2-1 0,2 2-2 16,2 0 2-16,5 2-1 0,0 4 0 0,5-3-1 16,2 0-1-16,2 1-1 0,2-1-11 15,0 1-28-15,1-2-67 0,2 1-65 0,-2-2-98 16,1-1-156-16,0-1-228 0,-1-1-307 16,-1-1-223-16,1 1-190 0,-2-2 111 0,-2 0 489 15</inkml:trace>
  <inkml:trace contextRef="#ctx0" brushRef="#br1" timeOffset="188157.7">29376 9070 6 0,'4'-4'581'16,"-1"-2"624"-16,-5 1 277 0,1-1-107 0,-3 0-330 16,1 1-434-16,0-1-194 0,0 2-131 0,-3 0-84 15,1-1-65-15,2 2-45 0,-2-1-31 16,2 0-22-16,-1 2-17 0,3-1-9 0,-2 1-7 15,-2 1-2-15,5 0-4 0,-1 1-2 16,1 0-4-16,1 0-16 0,4 0-53 0,-4 1-74 16,2-1-127-16,-1 3-211 0,1-2-308 0,2 1-353 15,0 0-306-15,1 0-108 0,0 1 446 16,-3 0 658-16</inkml:trace>
  <inkml:trace contextRef="#ctx0" brushRef="#br1" timeOffset="191781.95">29762 8463 160 0,'-1'-1'364'16,"-1"-1"162"-16,-1-1 142 0,1 1-188 0,-1-2-111 16,2 4-51-16,-3-2-16 0,3 2-8 15,-3 0-19-15,3 0-29 0,-2 0-19 0,0 2-20 16,0 2-13-16,0 3-6 0,-1 1-10 15,3 5-10-15,-4 3-20 0,2 3-23 0,-1 4-24 16,3 2-27-16,-2 3-19 0,-2 6-18 0,2 0-11 16,2 3-10-16,-1 1-6 0,0 0-4 15,2-1-3-15,4 1-1 0,-1-2-2 0,3-4 0 16,0-3-3-16,4-2 0 0,-1-6-3 16,4-1-1-16,0-5 3 0,0-3 2 0,2-5 2 15,2-1 0-15,-2-6 3 0,2-1 0 16,-3-4 2-16,2-7-1 0,-3 0-2 0,1-3 0 15,-5-2 2-15,3-2 3 0,-3-4 9 0,-3 3 4 16,-1-4 5-16,0-2 2 0,-5 1 3 16,-2-2-6-16,-1-2-10 0,-4-1-5 0,1 1-3 15,-5-4-1-15,2 1-5 0,-5 3 2 16,2 0-1-16,-2 2 0 0,0 2 1 0,1 4 16 16,-1 5 6-16,1 3 6 0,-1 2 4 0,5 5-2 15,-3 4 0-15,2 4-14 0,0 0-6 16,4 6-5-16,-2 2-7 0,2 1 4 0,4 2-3 15,1 0-15-15,1 2-21 0,3 0-30 16,-2 0-76-16,4 0-151 0,1 0-194 0,1 0-279 0,1-2-260 16,1 2-210-16,-1 0 90 0,1-1 451 15</inkml:trace>
  <inkml:trace contextRef="#ctx0" brushRef="#br1" timeOffset="192444.09">30328 8399 143 0,'0'-6'422'0,"-2"0"233"0,1-1 192 0,-2 3-88 16,-2 0-173-16,4 0-76 0,-1 3-68 15,1-3-58-15,-3 3-64 0,1 1-71 0,-2 0-60 16,4 1-43-16,-3 2-15 0,1-1 1 0,0 2 18 16,-1 3 7-16,2 1 10 0,-1 2 0 0,1 1-17 15,-3 2-26-15,4 3-27 0,-4 2-19 16,0 2-18-16,-1 2-18 0,3 3-10 0,-3 0-5 16,2 2-8-16,0 0-2 0,0-2-2 0,3 2-2 15,1-4-6-15,0 1-2 0,1-3-2 0,3-4-3 16,0 0 1-16,4-3 0 0,2-4 0 0,-2-1 3 15,3-3 1-15,3-3-1 0,-1-3-1 0,4-1-1 16,-3-4 1-16,3-1-2 0,0-1 1 16,0-3 0-16,-1-1 0 0,1 0-2 0,-3 1 1 15,2 0 0-15,-5 0-2 0,2 2 0 0,-4 1 1 16,-1 1 1-16,-1 4 0 0,-1-2 1 0,-3 4-1 16,-2 4 1-16,3-2 1 0,-4 6-1 15,-4 1-1-15,3 3 1 0,-2 1 0 0,-3 1-1 16,-1 5 2-16,2-1 5 0,-1 5 4 0,0-2 2 15,-3 4 0-15,2-1-1 0,-1 3 2 0,2 0-8 16,-4-1-4-16,6 0-3 0,-3-3-1 16,2-1-1-16,4 1-2 0,-2-4 1 0,3-2-2 15,-2-2 2-15,2 0-2 0,0-1-5 0,0-4-20 16,0-1-55-16,-2 0-60 0,0-1-66 0,-2-4-126 16,3 1-179-16,-2-1-293 0,-1-1-241 15,0 1-213-15,0-3-87 0,3 0 345 0,-3-2 512 16</inkml:trace>
  <inkml:trace contextRef="#ctx0" brushRef="#br1" timeOffset="193295.63">31449 8329 74 0,'7'3'363'16,"-3"-2"216"-16,-2 3 173 0,-1-1-22 15,-2 0-203-15,-1 1-95 0,-1 2-40 0,0 0-9 16,0 1-24-16,0-4-40 0,-2 4-49 0,2-3-61 16,-1 1-50-16,3-2-43 0,-2 0-24 0,1-1-7 15,-1 0 6-15,3 0 15 0,-1-2-4 0,1 0-4 16,0-2-11-16,0 0-14 0,-2-2-21 16,1 0-4-16,1-1 12 0,0 1 0 0,-2 0 4 15,2-1-6-15,-2 0-1 0,2 2-19 0,0 0-17 16,-1-2-12-16,1 4-4 0,0 0-1 0,-2-1-3 15,2 1-2-15,0 1-1 0,0 0-1 0,0 0-1 16,2 1-1-16,-2 1 0 0,1 0 1 16,1 3-1-16,0-2-29 0,1 4-48 0,-3-1-44 15,1 1-66-15,4-1-125 0,-4 3-167 0,2 0-275 16,1 0-233-16,0 3-219 0,0 0-45 16,1 1 349-16,-1 1 456 0</inkml:trace>
  <inkml:trace contextRef="#ctx0" brushRef="#br1" timeOffset="193578.53">31761 9100 358 0,'5'6'724'0,"2"0"253"15,-2-2 35-15,0-2-307 0,0-1-227 0,1 1-156 16,2-2-90-16,-4-2-44 0,4 0-25 16,-1-2-25-16,-1 2-39 0,3-3-30 0,-2-1-30 15,-1 0-19-15,1 0-6 0,-1-1-3 0,0 1-3 16,-3 0-8-16,2 0 0 0,-3 1-26 0,-1 2-68 16,-2-1-105-16,-2 2-138 0,-2-3-238 15,0 5-274-15,-4-1-212 0,1 1-19 0,-2 0 264 16,-2 0 371-16</inkml:trace>
  <inkml:trace contextRef="#ctx0" brushRef="#br1" timeOffset="193829.69">31176 9153 61 0,'15'-14'527'15,"1"-1"410"-15,5-6 221 0,6-4-25 0,3-4-383 16,6-7-277-16,5-3-165 0,5-7-93 0,3-4-63 16,5-2-55-16,3-4-30 0,1-4-22 15,2 0-8-15,4-3-9 0,0 2-9 0,3 1 3 16,-2 1-6-16,-7 3-24 0,-3 6-43 0,-7 3-139 16,-10 6-188-16,-7 4-293 0,-5 5-281 0,-10 6-252 15,-2 1-87-15,-6 1 400 0,-5 4 493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1-08T08:44:43.1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10719 11254 85 0,'7'-4'286'0,"-1"-1"142"16,0 1 126-16,2 0-119 0,-1 0-101 0,-1-3-36 16,3 3-3-16,-2 0 0 0,1 0 1 0,1-1-14 15,2 1-13-15,0 0-18 0,-1 1-15 0,4 1-9 16,-1 0-18-16,2-1-16 0,-2 3-17 16,4-1-27-16,1 1-25 0,-1 0-30 0,4 0-20 15,-2 1-18-15,3-1-17 0,0 2-5 16,0-1-6-16,2-1-2 0,3 0-9 15,0 0-4-15,1 0-3 0,2-1-7 0,0-1-6 16,3 0-2-16,-1-2 1 0,4 1 4 16,-1 0 2-16,3-1 2 0,1-1 3 0,1-1 0 15,3 1 1-15,1-1-1 0,2 0 0 0,3 1 0 16,3-3-3-16,-1 0 2 0,3 1-3 0,-3-2-3 16,2 2-5-16,2-1-4 0,1 0-4 0,0 2 1 15,-2-2 4-15,2 2 7 0,-1 1 2 16,3-1 5-16,-1 3 1 0,3-2 0 0,0 3-2 15,2-3-5-15,-2 3-3 0,0-2 1 16,0 3-4-16,0-2-1 0,0 1-2 0,-4-1 5 16,3 2 1-16,-3-2 3 0,1 1 3 15,0 0 3-15,1-4 7 0,-1 3-2 0,1 0-2 16,0-4-6-16,2 2-1 0,-3 0-1 0,1-2-3 16,-1 1-3-16,0 1-1 0,0 0-5 15,-3-1 2-15,1 2 3 0,-1-1 5 0,0-1 1 16,0 4 3-16,1-4 7 0,3 3-3 15,1 0 1-15,-1-2-3 0,2 3-4 0,0 2-1 16,1-5-7-16,-1 3-3 0,-3 0-4 16,3 1 0-16,0 1 8 0,2 0 2 0,-2 0 5 15,1 1 5-15,0 1 5 0,2-1 2 0,0 0-6 16,3 4-1-16,0-3-1 0,-1 0-2 0,0 3-6 16,-1-1-7-16,0 2 1 0,1 0 3 15,-3-2 2-15,1 2 3 0,1 1 4 0,0-2 6 16,1 0 2-16,3 3 0 0,0-2-5 0,0 0-4 15,0-1-1-15,-1 2-7 0,0 1-7 0,1-2 1 16,-3 0 7-16,2 1 4 0,-2 2-1 16,-1 2 8-16,4-1 7 0,0 1-4 15,0 0 3-15,0-4 2 0,2 2 4 0,-1 0 1 16,-1 0-4-16,0 1-3 0,0 1-3 0,0-2 0 16,-2 2 0-16,1 3-3 0,1-1 5 0,-1-2 5 15,1 3-5-15,1 0-6 0,-3 1 1 16,2 1-5-16,-3-3-6 0,2 4-2 15,-2-3 3-15,1 2 3 0,-1 0-1 0,-2 0 20 16,-2 1 20-16,3-1 17 0,-1 0 10 0,0 0 9 16,2-1 2-16,0 0-9 0,2 1-19 15,-1-2-7-15,0 1-8 0,-1-1-6 0,1-1 7 16,-1 2 10-16,0-3 11 0,3 1-3 0,0-2 1 16,1 1-3-16,3-1-13 0,-1-2-14 0,1 2-11 15,-2-3-3-15,2 1-5 0,0 1-1 16,-1-2 4-16,1 1 1 0,-2-1 2 0,3 0-3 15,-1 1 3-15,3-3 0 0,-2 0-1 0,4 1-2 16,-2-3 2-16,-1 1 1 0,4-2 0 0,-5-1 2 16,2 0-1-16,0-2 1 0,0 2-1 15,1-2-3-15,3-2 3 0,1 1-3 0,-2 0-2 16,2-3-2-16,0 0-2 0,1-1 0 16,0 1 1-16,-1-2-2 0,1 2 4 0,3-2 2 15,-1 1 0-15,1-1-1 0,0 0-3 0,1-2 0 16,1 0-2-16,-3 3 0 0,2-3 2 15,-2 1 1-15,2 1 1 0,1 0 2 0,-1-2-1 16,2 1 0-16,0-1-2 0,2 1 2 16,-3-1-4-16,-3 1 1 0,2 0 3 0,-1-1-1 15,0 0-1-15,0 1 0 0,1-1 0 0,0 1-2 16,2 1-4-16,-3 0 1 0,2 0 0 0,-3-1 0 16,-1 3 4-16,-2 1 1 0,0 0 2 15,0 1-2-15,0 0 2 0,-1 0-2 0,3 2-4 16,-1 0 1-16,-3 0 2 0,0 2 0 15,-2 0-1-15,2 0 2 0,-4 1 1 0,2 1-1 16,-2 1-2-16,4 0 4 0,-4-1-1 0,1 2 0 16,0 0-2-16,-2 1 1 0,0-1 1 15,-1 2 0-15,-2 1 1 0,1-1-2 0,-1 1 2 16,-1 0 2-16,1 0-2 0,2-1 1 0,0 2-1 16,1-1 2-16,-1-2-1 0,-1 1 0 15,1 0-2-15,2-1 2 0,-3-2 0 0,0 3-2 16,3-2 1-16,-1 0 1 0,1-1 2 15,2 0-1-15,2-2-1 0,-1 0-1 0,2-1 0 16,-3 0-1-16,5 0-1 0,-3-2 1 16,-1-2 2-16,1 2 0 0,0-4 2 0,2 4 1 15,3-4 0-15,1 2-4 0,1-5 0 0,-1 3 0 16,3-1-4-16,-1-1 3 0,-3 2-1 0,0-3-1 16,2 3 3-16,0-1-1 0,2 0 1 15,0-1-3-15,-1 1 0 0,1 1-2 0,-4-1-1 16,3 0 1-16,-5 2 2 0,1-4-1 0,1 3 0 15,-2-1 2-15,4-1 0 0,1 0-2 0,-4-1-2 16,0 1 0-16,2 0 1 0,-5-2 0 0,2 2 1 16,-2 2 1-16,-3-3 0 0,-2 4 1 15,3-2 0-15,-2 1-2 0,1 2 0 0,-2-1 0 16,-1 0 0-16,-2 1-1 0,-1 2-1 0,-1-1 2 16,-1-1 1-16,-3 2 0 0,0 2 0 0,-2-2 2 15,2 1 2-15,0-1-2 0,0 0-1 0,-1 0 0 16,1 0 0-16,0-1-2 0,-4 1 0 15,1-2-2-15,0 1 0 0,-5-1 2 0,1 2-1 16,-2 0 2-16,-1 0 1 0,-2 0 1 0,0 2 1 16,1-1-6-16,-2 2-2 0,-1-1-2 15,1 1 0-15,-4 0 0 0,-1-1-1 0,0 2 5 16,-4 2 1-16,-4-1 3 0,4-1-1 0,-7 0 5 16,1-1 3-16,-3 2 0 0,1-2 0 0,0 0-1 15,-5-2 0-15,-1 3-6 0,-3-3-2 0,0 2-1 16,-4-2-3-16,-2 1-3 0,-2 0-19 15,-7-2-50-15,-4 2-82 0,-3-2-162 0,-9-2-272 0,-6 0-320 16,-5 0-390-16,-9-1-334 0,-12-1 21 0,-8-2 741 16</inkml:trace>
  <inkml:trace contextRef="#ctx0" brushRef="#br0" timeOffset="1056.7">27851 10481 119 0,'0'-2'447'0,"-3"-1"278"15,-1 6 212-15,3 0-24 0,-2 4-236 0,-1 3-134 16,3 1-103-16,-1 7-17 0,0 3 3 0,2 6-45 16,0 4-58-16,0 6-42 0,0 5-32 15,0 3-55-15,-1 5-59 0,1 0-37 0,-2 4-24 16,1 0-16-16,1-1-14 0,0-1-13 15,0-3-8-15,1-6-8 0,2-3-6 0,1-7-3 16,-1-3-3-16,2-5-3 0,-4-5 1 0,3-3-1 16,-1-4 4-16,-2-4 1 0,1-1 3 15,1-7 1-15,-3-2-1 0,1-7 1 0,2-3-2 16,-1-7-1-16,0-3-2 0,1-2-2 16,-1-8 1-16,2-1-2 0,-2-4-1 0,1-5 0 15,0-2-1-15,1-4-2 0,2-2 0 0,-2 2-1 16,4-5 2-16,-1 2 1 0,4 2 1 15,-2 2 2-15,1 0 1 0,1 5 1 0,0 1-1 16,0 7 0-16,1 2-2 0,0 6 0 0,2 4 0 16,-5 4-1-16,4 0 1 0,-1 7-1 15,1 1 0-15,1 2 0 0,1 4-1 0,-1 0 0 16,2 3-1-16,-2 1 1 0,2 1 0 0,-2 4 0 16,2 0 0-16,-3 3 1 0,1-1 0 15,-5 4 0-15,-1 2 0 0,0 2 0 0,-3 1 2 16,-4 1-2-16,-2 1 0 0,-3 3 1 0,1-1 1 15,-4-2 0-15,0 3 0 0,-2 0 1 16,-4-1-1-16,0 0 1 0,1 2-1 0,-6-1 1 16,1-1 2-16,1-1 1 0,-3 3 4 15,3-3 2-15,-1 1 3 0,3 0 3 0,0 0 1 16,1-2 0-16,2 2 0 0,2-1 0 0,2-1-2 16,2 1-2-16,4 0 0 0,1-1-2 15,1 0-2-15,4-2-2 0,2 0-2 0,2-1-2 16,0-1-2-16,6-2 0 0,-1-2-1 15,3-1 0-15,2-1-2 0,2-1 0 0,-1-4 0 16,6 2-2-16,-3-3 1 0,2 0-2 0,2-1 0 16,-3-1 0-16,2 3 0 0,-4-3 0 0,0 2-7 15,-3 0-13-15,1-1-24 0,-5 1-60 16,-1 2-80-16,-3 0-143 0,-3-1-240 0,-1 2-313 16,0-1-365-16,-2 3-279 0,-2-1-53 0,0 0 567 15</inkml:trace>
  <inkml:trace contextRef="#ctx0" brushRef="#br0" timeOffset="1434.42">28576 11403 213 0,'3'-5'745'0,"-1"0"411"0,0-6 80 16,-2-3-193-16,1-3-266 0,3-2-203 15,0-6-155-15,2-6-94 0,-1-4-60 0,2-6-60 16,1-3-73-16,1-8-59 0,0-4-32 0,-1-2-21 15,2-4-9-15,1 0-2 0,-3-1-2 0,0 1 8 16,1 3 4-16,-1 3 5 0,-2 6 0 16,-1 5 1-16,0 8-2 0,-2 5-8 15,3 5-4-15,-3 8-4 0,1 4 2 0,0 4 2 16,1 5 5-16,2 6 7 0,0 4 7 0,1 7 5 16,0 2 2-16,0 6 2 0,3 5-1 0,-1 3-4 15,-1 1-3-15,4 6-4 0,-2 3-3 16,1 1-4-16,0 3-3 0,-1 2-3 0,1 4-3 15,-1 0-3-15,1 2-3 0,0-1-2 16,-1 1-2-16,2-3-1 0,-4-3-1 0,4-2-1 16,-1-4 0-16,0-5-1 0,-1-4 0 15,1-4-1-15,-4-3 0 0,0-4-2 0,1-4-6 16,-4-2-9-16,0-2-14 0,-3-3-27 0,-4-4-61 16,-3-2-71-16,-3 0-119 0,-2-2-195 0,-2-1-303 15,-5-3-326-15,-1 0-260 0,-4-2-126 16,1-3 390-16,-6 0 632 0</inkml:trace>
  <inkml:trace contextRef="#ctx0" brushRef="#br0" timeOffset="1626.47">28696 11059 305 0,'8'9'686'16,"0"-1"329"-16,2 0 136 0,-1-1-247 15,4-3-285-15,3 1-138 0,-2-4-74 0,5-1-78 16,0-1-75-16,2-4-51 0,1-1-39 15,0-1-51-15,2-2-48 0,-1-3-27 0,4-1-19 0,-2 2-13 16,0-1-42-16,1-1-53 0,-5 2-83 16,1 2-173-16,-5-2-292 0,2 2-304 0,-2 2-273 15,-2 1-184-15,-1 0 183 0,-3 2 601 16</inkml:trace>
  <inkml:trace contextRef="#ctx0" brushRef="#br0" timeOffset="2376.58">29337 10487 164 0,'0'-13'583'16,"-5"-2"386"-16,4 2 191 0,-1-1-159 15,1 1-306-15,-1 1-134 0,2 1-80 0,0 1-71 16,0 0-65-16,0 2-51 0,0 0-36 0,0 2-62 16,-2 1-56-16,2 0-39 0,0 4-21 15,0-1-11-15,0 4-9 0,0 2-6 0,0 5-9 16,2 4-5-16,-2 5-5 0,2 7-6 16,-2 4-6-16,0 6-6 0,0 4-3 0,-2 3-3 15,0 4-1-15,1 2-2 0,-1 2-1 0,0 4-1 16,1-3-1-16,2-4-2 0,3-4-1 15,1-6-1-15,4-5 1 0,2-7-2 0,3-6 0 16,4-6 0-16,0-7 1 0,3-5 0 0,1-6-1 16,0-5 1-16,-1-5-1 0,-1 0-1 15,1-1 0-15,-7-2 0 0,3 1 0 0,-4 1 0 16,1 0 1-16,-4 5 0 0,0 0 0 0,-2 6 0 16,1-1 0-16,-1 4 0 0,-3 4 1 0,1 2 0 15,0 2 0-15,-1 5 1 0,-4 1-2 16,3 4 1-16,-1 1 0 0,0 2 2 15,0 2-3-15,4-2 0 0,-1 2 1 0,0-1-1 16,0-1-1-16,4-1 0 0,1-2-1 16,0 0 0-16,0-4 0 0,2-4 0 0,-2 0 1 0,1-2 1 15,1-1-1-15,-2-3 1 0,2 0 0 16,-4-1 0-16,1-1 0 0,-1 0 0 0,1-1 0 16,-4-1 0-16,1 2 1 0,2-2-1 15,-3 0 1-15,1-1 0 0,-1-3 1 0,2 0-1 16,0-3 1-16,-2-1-1 0,1-2 0 15,0-6 0-15,-1 3-1 0,-1-5 1 0,2-2-1 16,-2-3 0-16,-2 0 1 0,-2-5 1 0,4-3 1 16,-5 1 0-16,1-6 4 0,1-1 1 0,3-2 1 15,-2-1-1-15,3-3 1 0,1 0-1 16,0 0-1-16,1 0-3 0,-1 4-1 0,1 1 0 16,-3 5-2-16,1 1 0 0,-3 7-1 0,0 3 0 15,0 4-1-15,-1 4-1 0,-1 4 1 16,-1 2-1-16,0 3 0 0,-1 1-2 0,-1 2-2 15,1 3-7-15,-3-1-15 0,1 4-19 16,-2-1-58-16,-2 3-79 0,-4-2-150 0,-1 4-271 16,0 2-315-16,-1 1-387 0,-2 0-311 15,0 1 1-15,0 3 687 0</inkml:trace>
  <inkml:trace contextRef="#ctx0" brushRef="#br0" timeOffset="4245.27">567 12802 129 0,'6'-3'405'0,"-6"3"257"15,2-6 242-15,3 2-30 0,0-1-128 16,-2 2-115-16,-3 3-45 0,0 0-32 15,0 0-90-15,6-3-102 0,2 2-69 0,-4-3-49 16,-4 4-59-16,0 0-59 0,0 0-29 16,0 0-23-16,5 4-19 0,-3 0-13 0,1 5-10 15,2 3-9-15,-2 2-6 0,-1 4-4 0,4 1 4 16,-3 4-2-16,2 1-6 0,0 1 0 16,1 1-3-16,-1 0-1 0,2 0-7 0,-2-2 2 15,2 2 1-15,-1-4-1 0,-1-1 0 16,0-1-2-16,2-5 0 0,-4-2-3 0,2-1-6 15,-2-4-13-15,-3-8-31 0,0 0-64 16,-1-5-69-16,-1-7-128 0,-1-4-174 0,0-6-284 16,-2-1-312-16,-4-4-231 0,-2-4-127 15,-5-1 347-15,0 0 545 0</inkml:trace>
  <inkml:trace contextRef="#ctx0" brushRef="#br0" timeOffset="4677.42">396 12458 264 0,'0'0'506'16,"0"0"224"-16,0 0 183 0,0 0-144 0,10 1-144 15,1 4-106-15,0-1-68 0,-3 1-63 16,0 5-75-16,1-2-38 0,-1 7-30 0,5-2-21 16,1 2-22-16,2 1-22 0,0 0-30 15,0 1-39-15,1 2-30 0,-3-5-23 0,2 1-17 16,-3-1-8-16,2-2-8 0,-3-3-9 15,0 2-6-15,-4-3-3 0,2-2 0 0,-2 0 0 16,-1-1 0-16,-2-1-5 0,0-1-1 16,-5-3 0-16,0 0-1 0,0 0 1 0,0 0 2 15,0 0 4-15,3-3 2 0,2-5 1 0,-2 0 1 16,-3-5 1-16,2-5-2 0,-2-1-2 16,0-5 0-16,-2-1-1 0,2-5-1 15,-2-2-1-15,1-1-2 0,1 1 1 0,1 0 0 16,1 0 1-16,-2 4 2 0,2 1 1 15,-2 4 2-15,4 4-2 0,-4 3 1 0,2 1-2 16,-1 4-1-16,-1 2-2 0,2 3-2 16,-2 0 0-16,0 6-1 0,0 0 1 0,0 0-1 15,0 0-3-15,0 0 1 0,6 3-8 16,-1 0-27-16,0 3-65 0,-2 0-74 0,0 1-145 16,3 0-223-16,1 3-313 0,-1-1-328 15,-1-2-230-15,1 4-21 0,0-4 523 0</inkml:trace>
  <inkml:trace contextRef="#ctx0" brushRef="#br0" timeOffset="6692.12">1016 12091 8 0,'0'0'264'0,"0"0"178"0,0 0 182 16,0 0 42-16,0 0-107 0,0 0-71 15,3-4-31-15,2 1-23 0,-3-2-28 0,1 1-57 16,1-2-59-16,-2-1-52 0,0 1-16 16,-1-4-6-16,1 0-11 0,-1-1 10 0,1-2-2 15,1 1-12-15,-1-1-35 0,-2-2-31 0,1 2-25 16,-1 0-28-16,0 0-20 0,0-1-17 16,0 2-9-16,-1-2-9 0,1 1-6 15,0 1-5-15,0-2-5 0,0 1-2 0,0 3-3 16,1-1 0-16,1-1-2 0,-2 2-2 15,0 3 1-15,0 0 0 0,0 1-2 0,0 6 3 16,0 0 2-16,0 0 0 0,0 0 2 0,0 0 1 16,0 0 1-16,0 0-3 0,0 0-2 15,0 0 2-15,5 5 1 0,1 2-2 16,2 3-1-16,0 2 1 0,0 2-1 0,1 4-1 16,-1 0 0-16,0 1 0 0,0 3 1 15,1 1 1-15,-1-1 1 0,0 2-1 0,-1-1 0 16,0 0-1-16,-2-2-1 0,2-1-1 15,-3-1 0-15,1-1-1 0,0-3 0 0,-1-2 7 16,-1 0 1-16,-1-5 1 0,1 0 2 16,-1-2-1-16,-2-6 2 0,0 0-10 0,0 0-2 15,0 0-1-15,0 0-3 0,0 0-7 16,0 0-8-16,-5-5-11 0,2-2-47 0,-3-3-67 16,1 0-77-16,-1-3-141 0,4-3-191 15,-3 2-316-15,0-4-278 0,2 1-207 0,-4-1-20 16,5 1 465-16,-1-6 497 0</inkml:trace>
  <inkml:trace contextRef="#ctx0" brushRef="#br0" timeOffset="7341.87">1209 11718 67 0,'8'-3'314'0,"-4"0"167"0,0 0 151 0,-4 3-61 16,6-3-102-16,-6 3-57 0,5-2-10 15,0-1 39-15,2 0 6 0,0 0-37 16,-1 1-63-16,-1-4-62 0,0 3-52 0,-4 0-53 16,3-2-16-16,2 5-12 0,0-2 5 0,2 2 16 15,2 0-2-15,-1-2-15 0,-1 2-35 0,-3 0-25 16,0 0-23-16,-2 0-30 0,0 0-15 0,1 0-6 16,-2 0 4-16,1 2 5 0,-3 0 2 0,2-2 2 15,-1 5 0-15,-1-3-3 0,2-1 0 0,-2 4-4 16,0-1-4-16,0 0-3 0,0-1-5 0,0-2-1 15,0 1-1-15,0-1 4 0,-2 1 4 0,1-2 6 16,-3 0 6-16,3 0 4 0,-2 0 1 0,-2 0-2 16,4 0-3-16,-1 0-4 0,-1-2-5 15,1 2-4-15,1 0-3 0,-1 0-3 0,2 0-4 16,-2 0-3-16,2 0-2 0,-1 0 0 0,1 0-3 16,0 0 0-16,-2 2 0 0,2-2-1 0,0 0-1 15,0 0 1-15,0 2-1 0,2-1 0 0,-2 0 0 0,1 1 1 16,1 1-1-16,1 1 1 0,-1 0-1 15,1 3 1-15,0-1 0 0,2 1 0 0,-2 1 0 0,0-1-1 16,0 2 1-16,-1 3-1 0,1-1 1 16,-3 2 0-16,2 0 0 0,-4 4 0 0,2-2 0 15,-3 3-1-15,1 2-1 0,-3 0 0 0,2 0 0 16,-4 2 0-16,2 1 5 0,0 0 1 0,0-2 2 16,0 0 0-16,2-1 0 0,0-3 0 0,0-1-6 15,3-2 0-15,0-2-3 0,0 0 0 0,0-2 0 16,3-2 0-16,-1 0-1 0,-1-2 2 0,2-1-2 15,2-1 2-15,-2-1 0 0,2-2 0 16,2-1 1-16,2-1 1 0,-1-1-4 0,2-3-3 0,0-1 0 16,3-2-1-16,-2-1-1 0,5-1-1 15,-3-3 5-15,1 1 1 0,2-1 1 0,-1 1 1 16,0-3-1-16,-1 5 1 0,0-1 0 0,-1 0 0 16,-2 2-2-16,-3 0 2 0,0 3-1 0,1 0-1 0,-4 2-5 15,0-1-7-15,-2 1-13 0,2 4-18 0,1-4-32 16,-5 4-64-16,1-3-81 0,-4 3-138 15,-5 0-202-15,2-1-308 0,-1-1-324 0,1-3-242 16,0 3-29-16,-4-4 487 0,4 0 568 0</inkml:trace>
  <inkml:trace contextRef="#ctx0" brushRef="#br0" timeOffset="7725.7">1661 11714 251 0,'0'1'568'0,"2"0"280"0,-1 1 170 0,1 1-200 16,-2 1-201-16,-2 2-143 0,1 2-84 15,-1 2-50-15,4 3-45 0,4 0-36 0,1 3-31 16,2 1-29-16,-1 1-34 0,3 1-36 0,0 2-35 16,0-3-36-16,-1 1-24 0,2-2-15 0,1 0-8 15,1-4-4-15,-1-2-3 0,4-2-2 0,-4-5 2 16,4-2 1-16,-1-2 1 0,-2-2 2 0,0-2 2 15,2-4-2-15,-5-1-2 0,-1-1 0 0,2-4-1 16,-5 1-1-16,-1-2 1 0,-1-2 4 0,-3 2 1 16,-1-1 5-16,-4 0 8 0,0 1 9 0,-4-1 6 15,-1 3 0-15,-6-1 1 0,0 1-4 16,-3-2-7-16,-1 4-11 0,-1-1-7 0,-1 2-5 0,2 1-2 16,1 3-3-16,1 1 1 0,-1 1 0 0,4 3-3 15,1 2-2-15,0 3-1 0,3 1-3 0,1 2-2 16,2 1-19-16,1 0-52 0,2 3-56 0,1-1-67 15,0 1-115-15,4 1-166 0,1 1-222 0,2-2-245 16,3 0-217-16,3 0-108 0,3-1 234 16,0 1 454-16</inkml:trace>
  <inkml:trace contextRef="#ctx0" brushRef="#br0" timeOffset="8378.44">2210 11912 331 0,'0'4'838'0,"1"-4"340"16,1 0 24-16,-2 3-293 0,-2-3-292 0,1 0-227 16,1-3-138-16,0 1-81 0,0-3-42 0,0-3-31 15,0-2-27-15,0-1-26 0,0-4-17 0,0-2-1 16,0 0-11-16,0-3-4 0,0 0-3 15,0 1-1-15,0 0 7 0,3 2 7 0,-3 0 22 16,2 4 20-16,-2 2 22 0,1 3 14 0,-1 2 4 16,0 1-9-16,2 1-15 0,-2 2-19 0,1 2-18 15,1 2-22-15,1 2-14 0,0 4-6 16,2 3-3-16,1 2-2 0,-1 0-1 0,0 0 7 16,1 0 2-16,1 2-2 0,0-2-1 0,-2 1-1 15,1-5 1-15,1 2-2 0,-2 0 1 0,1-5 1 16,-3 1-3-16,3-3 3 0,-3 0-4 0,2-1 2 15,0-2 1-15,0-2 1 0,2-2 3 0,0-4 1 16,-1-1 0-16,1 2 1 0,2-5 0 16,-3-1-3-16,1 2-2 0,1-4 1 0,-1 3-3 15,1 0 1-15,-3 0-1 0,2 2 1 0,-3 0 0 16,1 3-2-16,0 2 0 0,-2 0 0 0,0 0-1 16,0 3 3-16,0 1-3 0,2 1 3 0,0 3 3 15,1 0 0-15,0 0 1 0,-1 1-1 16,3 2 0-16,-1-1 1 0,0 2-2 0,1-1 0 15,0 1-2-15,0-1-1 0,3-1 1 0,-3 2-12 16,2-2-44-16,-1-1-57 0,1-1-70 16,-1-1-123-16,0-1-182 0,-1 1-297 0,2-1-265 15,-2 0-224-15,1-2-61 0,1 0 354 0,-4-4 507 16</inkml:trace>
  <inkml:trace contextRef="#ctx0" brushRef="#br0" timeOffset="8558.66">2623 11581 293 0,'-10'-21'1172'0,"-2"4"540"0,0-2-135 16,1 4-363-16,0 3-449 0,2 0-286 0,-1 2-203 16,1 3-104-16,1-2-63 0,3 1-40 0,0 4-26 15,0 0-19-15,2 0-12 0,-1 2-7 16,2-1-6-16,2 3-5 0,2-1-4 0,2 2-12 16,1 1-20-16,0-1-47 0,1 4-77 0,1-1-150 15,2 3-266-15,-1 2-311 0,2 1-384 0,0 1-348 16,0 0-31-16,1 1 688 0</inkml:trace>
  <inkml:trace contextRef="#ctx0" brushRef="#br0" timeOffset="9007.14">2808 11773 68 0,'1'5'646'0,"-1"0"481"15,0-4 141-15,-1-4-126 0,-1-2-340 0,2-2-294 16,2-3-148-16,-1-2-74 0,-1-1-42 15,2 0-34-15,1-4-45 0,0 0-56 0,2 0-49 16,-2-2-30-16,2 3-16 0,-2 1-7 0,3 1-4 16,-2 0-5-16,0 3 2 0,1 1 0 0,-2 4-1 15,0 0-1-15,0 1-1 0,-1 2 3 16,1 2 1-16,0-1 3 0,1 4 2 0,-1 1 5 16,0 0 4-16,3 1 2 0,-1 1-3 0,-1 1-1 15,1-1-2-15,0 2-7 0,0-1-2 0,1-2-4 16,0 0 0-16,-1 0-3 0,0-2 3 15,1 1-1-15,2-6 3 0,0 1 3 0,0 0 2 16,0-4 2-16,3 0 4 0,-3-1 4 0,1-2 1 16,2 0 1-16,-3 1 1 0,0 1-1 0,-1-1 0 15,0 2-1-15,0 1 2 0,-1 1 1 16,-1 1 6-16,0 2 7 0,-1-1 5 0,1 2 4 16,1 2 1-16,-1 0-1 0,0 2-5 0,0 2-8 15,2-1-5-15,-2 3-7 0,0 1-7 0,0 1-3 16,0 1-2-16,-1 0-4 0,4 0-3 0,-3 1-14 15,1 2-33-15,-1 0-74 0,0-3-93 16,-2 3-184-16,1 0-295 0,0 1-331 0,-1 0-363 16,0 1-185-16,0 2 201 0,-1 0 718 0</inkml:trace>
  <inkml:trace contextRef="#ctx0" brushRef="#br0" timeOffset="9725.64">1484 12786 132 0,'5'0'446'0,"1"0"269"16,0-2 165-16,1 2-162 0,-1 0-200 0,-1-1-120 16,3 1-59-16,-2 0-35 0,-1 0-16 0,0 1-15 15,0-1-19-15,1 2-49 0,3-1-63 0,1-1-44 16,1 2-37-16,1-1-23 0,1-1-15 0,3 0-9 16,-2 0-5-16,2 0-4 0,0 0-2 0,-1-1 0 15,0-1-3-15,2-1 5 0,-2 0-3 0,0 0 0 16,0 0-15-16,-2 0-34 0,-1 0-95 0,-4 0-156 15,-1 2-239-15,-2 1-285 0,-2 1-253 0,-3 2-150 16,-1 0 202-16,-2 2 464 0</inkml:trace>
  <inkml:trace contextRef="#ctx0" brushRef="#br0" timeOffset="9907.92">1558 12956 235 0,'3'2'460'15,"2"1"172"-15,0 0 126 0,3-3-198 16,3 0-154-16,0 0-64 0,4-5-31 0,0 4-23 0,-2-1-48 16,4-3-59-16,-2 0-55 0,3-1-53 0,0 2-29 15,-1-2-17-15,-1 1-6 0,2 1-21 0,-3 1-81 16,1 0-118-16,-2 3-201 0,-1 0-271 16,4 1-215-16,-2 4-106 0,-1-3 162 0,-2 5 325 15</inkml:trace>
  <inkml:trace contextRef="#ctx0" brushRef="#br0" timeOffset="12224.86">8286 14008 39 0,'5'-3'475'0,"0"-1"364"0,-2-2 234 15,0-3 36-15,-2-5-328 0,2-4-244 16,1-3-83-16,-1-4-30 0,2-2-52 0,1-3-59 16,-1-2-51-16,2-1-48 0,0-1-73 0,1-2-53 15,0 3-29-15,1 2-18 0,-2 0-11 16,-1 4-6-16,-1 5-1 0,0 2-1 0,-1 5 0 15,-1 3 1-15,0 3-2 0,-1 3-3 16,-2 2 0-16,2 2-2 0,-1 4-1 0,2 6-2 16,2 5 1-16,-3 5-1 0,4 3-1 0,-1 4 3 15,-1 4-4-15,3 3-3 0,-1 0-3 16,-1 3-1-16,1 1-2 0,0 0-4 0,-1 1 1 16,-2-1 2-16,1-3-1 0,-1 0-1 0,-1-3 0 15,-1-1 0-15,2-4-1 0,-3-2-2 16,0-4-2-16,0-1-12 0,0-3-27 0,0-5-69 15,0-1-70-15,-3-7-151 0,3-3-226 16,-3-6-308-16,3-6-335 0,-2-4-228 0,2-3-44 16,-1-5 543-16</inkml:trace>
  <inkml:trace contextRef="#ctx0" brushRef="#br0" timeOffset="12691.79">8613 13569 251 0,'11'8'477'0,"2"0"276"15,0 4 223-15,0 3-171 0,2 1-156 16,0 3-94-16,2 0-60 0,-1 1-76 0,3 2-89 16,-1-1-93-16,3 3-13 0,0-1-23 0,1-1-30 15,-1 1-40-15,0-3-22 0,1 3-13 0,-2-3-36 16,-1-2-9-16,-1 0-5 0,-2 1-1 16,-4-6 4-16,-2 1 7 0,-2 0 4 0,-1-4-2 15,-4-1 0-15,-3-1-2 0,-2-1-6 16,-1-2-7-16,-2-2-12 0,-3-2-10 0,-4-1-9 15,2-3-7-15,-4-3-3 0,0-3-4 0,-2-1 1 16,0-5-2-16,-1-5 0 0,1-1-2 16,0-6-1-16,2-1 0 0,1-1 0 0,2-2 0 15,3 1 1-15,2-2 2 0,1 1 2 0,2 1 1 16,3 0-1-16,0 0 1 0,2 1 0 0,-1 2 0 16,2 0 1-16,1 3 1 0,-1 4-1 15,-2 0 2-15,1 2 1 0,0 4 1 0,-2 0 3 16,0 5 10-16,-2-1 10 0,0 4 7 0,-1-1 5 15,-2 5 2-15,-1-1-2 0,-3 1-12 16,-1 4-11-16,-1 1-9 0,-3 2-8 16,1 3-4-16,-4-1-4 0,4 3 4 0,-4 2 0 15,4 2 1-15,-1-1 0 0,3-1-1 0,1 1 0 16,1-3-2-16,1-1-8 0,5 1-14 16,0-2-15-16,1-1-40 0,2 0-73 0,2 0-96 15,-1 2-164-15,4-3-282 0,0 2-331 0,4-3-324 16,1 1-184-16,-1-1 188 0,4-1 662 15</inkml:trace>
  <inkml:trace contextRef="#ctx0" brushRef="#br0" timeOffset="13125.66">9353 13423 83 0,'3'2'347'0,"1"0"212"15,-3 2 215-15,2 2 1 0,1 1-70 0,-1 5-85 16,3 4-80-16,0 3-56 0,1 5-39 16,-1 2-43-16,4 6-76 0,0 1-60 0,0 2-36 15,0 2-40-15,0-1-53 0,0-3-54 0,1-2-33 16,2-5-24-16,0-3-14 0,0-9-8 15,2-3-5-15,-1-5 1 0,-1-6-2 0,-2-6 2 16,1-6 1-16,-4-4 1 0,-1-6 5 0,-1-4 6 16,-1-4 10-16,-4-2 7 0,-1-4 9 0,-3 2 6 15,-5-2 1-15,0 1-16 0,-4-1-10 16,-4-1-8-16,0 2-8 0,-4 1-6 0,-1 0 0 16,3 8 10-16,-2 0 4 0,1 5 2 15,0 6 2-15,0 3-1 0,3 6-6 0,-1 4-4 16,4 4-4-16,-1 4-3 0,3 6-1 0,3 5-1 15,0 2 0-15,5 5-1 0,0 2 1 16,3 4-29-16,2 0-78 0,1-1-106 16,3 3-209-16,0-3-288 0,2-1-353 0,3-1-367 15,0-3-145-15,2-1 346 0,1-2 722 0</inkml:trace>
  <inkml:trace contextRef="#ctx0" brushRef="#br0" timeOffset="13372.05">10063 13486 698 0,'-2'8'1730'16,"-2"0"63"-16,-7 2-405 0,0 0-372 0,-2 1-455 16,0-1-296-16,2-1-126 0,1 0-56 0,1-1-30 15,3-2-17-15,1-2-18 0,2 0-13 0,3-3-13 16,0 0-25-16,3-2-61 0,0 0-83 15,2-1-165-15,0-2-279 0,2 4-330 0,2-4-396 16,-3 3-287-16,2-1 72 0,-3 1 736 16</inkml:trace>
  <inkml:trace contextRef="#ctx0" brushRef="#br0" timeOffset="14558.99">10749 13341 263 0,'-3'-8'948'0,"0"3"580"15,-2 1 3-15,2 2-276 0,-1 0-491 0,0 2-290 16,1 0-155-16,0 0-132 0,1 4-75 0,2 5-44 15,0 2-26-15,2 7-12 0,4 4-6 16,-1 5-1-16,4 3-3 0,-1 1-1 0,4 3-5 16,0-4-6-16,4-2-6 0,1-2-4 0,-1-4-1 15,3-6-1-15,1-3 2 0,1-7 1 16,0-5 3-16,-1-8 3 0,-2-2-5 0,-1-8-1 16,-4-4-3-16,-2-4 0 0,-5-4-1 15,-1 1 0-15,-5-2 14 0,-5 1 12 0,-1 1 9 16,-7 0 5-16,-3 3 7 0,-3 1 2 0,-4 2-7 15,-2 1-5-15,0 1-6 0,-1 1-3 0,2 6-6 16,1 1-5-16,3 2-1 0,3 4-5 16,3 2-3-16,1 1-3 0,2 3-3 15,1 3 0-15,4 4-3 0,0 4 1 0,4 5-3 16,4 1-11-16,1 2-19 0,2 2-43 0,4-1-77 16,2 0-143-16,-1-1-270 0,4 0-310 0,1 0-379 15,0-1-376-15,4 1-49 0,0-3 665 16</inkml:trace>
  <inkml:trace contextRef="#ctx0" brushRef="#br0" timeOffset="14714.84">11235 13557 194 0,'6'9'997'16,"-4"2"563"-16,-4-3-41 0,-1 3-283 0,-4-2-447 16,0 1-321-16,-1-1-201 0,2-1-102 15,-1-1-62-15,2-5-44 0,1 2-29 0,1-2-24 16,1-2-60-16,2-2-79 0,0-2-149 0,0-1-272 15,3-1-306-15,3-2-380 0,-1 1-313 16,2-3-17-16,-1 1 654 0</inkml:trace>
  <inkml:trace contextRef="#ctx0" brushRef="#br0" timeOffset="15081.1">11461 13620 165 0,'0'4'955'15,"0"-1"560"-15,0-4-43 0,0-3-243 0,0-2-422 16,0-5-321-16,0-3-205 0,3-4-98 0,0-6-47 16,1-2-42-16,3-3-31 0,1-4-20 15,0-3-13-15,3-2-8 0,0-1-2 0,1 0-6 16,1 0-4-16,-1 3 2 0,0 2 2 16,-1 2 4-16,-3 5 2 0,2 2 4 0,-3 6 4 15,-2 5 3-15,0 2-1 0,0 3 2 0,-2 1-1 16,0 6 0-16,-1 3-2 0,2 4-3 0,-1 3-2 15,-1 4-2-15,0 5-4 0,-1 2-2 16,1 4-4-16,-2 1-3 0,3 4-3 0,-3 1-2 16,2 2-2-16,-1 3-2 0,-1-1-1 15,2 1-2-15,-2-1-1 0,2-2-2 0,-1-4 0 16,-1 0-1-16,2-1-8 0,-1-5-14 0,1-2-25 16,0-1-54-16,0-4-76 0,-2-1-130 15,-2-2-208-15,2-3-302 0,0-1-343 0,2-1-298 16,-2-3-117-16,4-2 435 0,-3-2 665 15</inkml:trace>
  <inkml:trace contextRef="#ctx0" brushRef="#br0" timeOffset="15426.32">11837 13116 33 0,'0'-5'597'0,"0"2"512"16,0 0 177-16,2 1-121 0,-2 2-353 16,4 0-332-16,-1 2-172 0,2 1-77 0,0 3-41 15,3-1-26-15,1 4 19 0,3 0-16 0,-1 2-31 16,1 3-30-16,1 1-12 0,1 3-2 15,0 5-28-15,-1-1-21 0,1 4-10 0,-1 4-7 16,1-2-4-16,-4 4-12 0,-1-1-4 16,0-2-5-16,-2 2 1 0,-2-2-2 0,-2-3 0 15,-3-1 0-15,0-3 0 0,-2-2 0 16,-2-4-1-16,-3-3-9 0,1-2-39 0,-5-4-67 16,1-2-75-16,-4-4-150 0,2-3-245 0,-1-3-315 15,-1-2-308-15,-1-4-205 0,1-3 15 16,-2-5 545-16</inkml:trace>
  <inkml:trace contextRef="#ctx0" brushRef="#br0" timeOffset="15624.58">11845 13161 118 0,'6'-14'733'0,"-2"2"467"16,0 4 85-16,0 0-150 0,-1 3-323 0,2-1-286 16,2 3-152-16,0 0-82 0,-1 2-44 0,4-1-40 15,0 2-68-15,3-2-58 0,0 2-35 0,1 2-21 16,2-2-10-16,1 3-8 0,0-2-4 15,1 1-4-15,4 0-2 0,-1-2-12 0,-1-2-65 16,1 2-63-16,-2-3-119 0,-2 0-175 16,2 0-294-16,-1-2-335 0,-1 0-244 0,-1-4-143 15,0 0 330-15,-2-3 570 0</inkml:trace>
  <inkml:trace contextRef="#ctx0" brushRef="#br0" timeOffset="15941.52">12308 12931 336 0,'0'-4'868'0,"0"-1"358"0,0 4 92 16,-3 2-212-16,-1 4-291 0,2 1-255 0,-1 2-155 15,1 3-89-15,1 3-80 0,-1 4-78 0,0 1-44 16,2 2-24-16,2 5-13 0,-2 1-11 16,2 4-13-16,-1 0-9 0,3 0-13 0,0 1-8 15,2-4-10-15,1-1-6 0,1-5-4 0,1-3-3 16,4-5-2-16,-2-4 0 0,3-4 0 0,0-6 1 16,0-4 1-16,-1-4 1 0,0-3 0 15,1-4 0-15,0-2 0 0,0-1-1 0,-2 0-1 16,0 2 1-16,-1 1 0 0,-1 3 0 0,-1 1-1 15,-3 4 1-15,1 1 0 0,-1 2 0 16,-1 4 1-16,0 5 2 0,-1 2-1 0,-1 4 2 16,-1 6-1-16,0 0-1 0,-1 7 0 15,-1 2-1-15,0 3-1 0,0 2-2 0,2 1-1 16,-2 2-7-16,0 1-16 0,0 1-30 16,-2-4-78-16,-1 2-104 0,-2-4-197 0,-1 1-294 15,-3-2-346-15,-1-3-394 0,-2 0-177 0,-3-2 289 16,-2-2 753-16</inkml:trace>
  <inkml:trace contextRef="#ctx0" brushRef="#br0" timeOffset="16958.63">8830 14566 40 0,'-2'3'501'0,"-1"-1"393"0,0-1 197 0,-2 1-41 15,2-2-354-15,0 1-284 16,1 1-140-16,-1-2-69 0,3 0-30 0,0 0-8 16,0 0-12-16,0 0-34 0,-1 0-35 0,1 0-27 15,0 0-22-15,1 0-19 0,1 0-9 0,1 0-3 16,2 0-2-16,1 0-2 0,5 2-1 16,0-1 0-16,6 2 57 0,3 0 56 0,5 1 25 15,3 1 32-15,4-1 10 0,6-1 2 16,8 0-37-16,1 0-37 0,10-2-11 0,5-1-20 15,4-1-1-15,8-3-2 0,3-1-9 0,6-3 0 16,4 1-8-16,5-3-5 0,3 0-10 16,4-2-6-16,1 1-6 0,1-2-2 0,-3 1 1 15,2 1 1-15,-2 0 1 0,3 0 1 0,-2-1 2 16,0 0-6-16,-1 2-5 0,-2 1-5 16,-1 0-6-16,-5 0-1 0,0 2-1 0,-4 0-1 15,-3-2 1-15,0 1-2 0,0 0 0 0,-2 1-2 16,-2-4-2-16,-2 2 0 0,-4 0-1 0,-1-3-2 15,-3 4 0-15,-3-3-2 0,-4 2 1 16,-2-1 0-16,-5 3 1 0,-2 1 1 16,-3 3 1-16,-4 0 1 0,-2 2-1 0,-4 2 0 15,-2 1-1-15,-2 1-1 0,-3 0 0 0,-4 1-2 16,-4 1-1-16,-3-1 0 0,-3 0-2 16,-3 0 1-16,-2-2-2 0,-6 3-3 0,-1-5-8 15,-3 2-13-15,-4-2-24 0,-4 0-51 0,-4-2-75 16,-4-3-137-16,-5 3-245 0,-2-2-307 15,-2 0-368-15,-4 2-326 0,-3 0-82 0,-7 2 577 16</inkml:trace>
  <inkml:trace contextRef="#ctx0" brushRef="#br0" timeOffset="17591.63">9611 15019 83 0,'3'-3'642'0,"1"3"470"0,-3-1 141 15,2 2-117-15,-3-1-376 0,3 3-259 0,-1 2-115 16,-1 2-62-16,1 3-37 0,-1 4-34 16,1 2-38-16,1 3-54 0,-1 3-57 0,1 3-33 15,0 4-21-15,1 1-12 0,-3 3-7 0,2 1-9 16,-1 2-6-16,1 1-11 0,-2-1-6 16,1-3-6-16,-1-2-3 0,1-2 3 0,-2-4 2 15,0-5 5-15,0-1-3 0,0-4-31 0,0-4-68 16,0-3-93-16,-2-5-178 0,-1-4-293 0,-1-5-329 15,1-5-345-15,0-8-201 0,-1-5 174 16,1-2 688-16</inkml:trace>
  <inkml:trace contextRef="#ctx0" brushRef="#br0" timeOffset="17793.16">9785 14999 65 0,'8'5'585'0,"0"3"441"0,1 2 196 16,-4 2-61-16,1 5-283 0,-1 3-241 15,2 3-164-15,-1 5-92 0,1 2-71 0,-2 4-58 16,0 3-84-16,2 2-66 0,-3 3-47 16,2 2-28-16,-1-2-14 0,0 0-11 0,-2-1-6 15,2-6-8-15,1-2 9 0,0-4 4 0,-1-8-25 16,-2 1-70-16,1-5-67 0,-3-6-148 16,-1-1-254-16,-3-6-326 0,1-4-332 0,-4-4-225 15,0-7-21-15,-2-4 588 0</inkml:trace>
  <inkml:trace contextRef="#ctx0" brushRef="#br0" timeOffset="18024.79">9529 15043 167 0,'0'-6'731'0,"0"0"379"16,0 2 64-16,4 1-130 0,1-2-440 15,5 2-285-15,-1-1-136 0,5 0-60 16,1 0-32-16,5-2-19 0,1 1-8 0,1-1-30 15,2 1-14-15,1-1-6 0,3 0-4 0,-1-1-2 16,0 2-5-16,0-1 2 0,0 3-5 0,0 0-14 16,-2 0-80-16,0 3-187 0,-3 1-289 15,-1 4-264-15,-2 4-267 0,-1-1-182 0,-3 6 235 16,-2 4 548-16</inkml:trace>
  <inkml:trace contextRef="#ctx0" brushRef="#br0" timeOffset="18207.34">10403 15330 621 0,'6'10'1542'0,"-1"2"147"0,-3 0-326 16,-2-3-333-16,0 1-479 0,-2-3-292 16,2-1-131-16,0-3-61 0,0 0-32 0,2-3-32 15,1 0-84-15,0-4-93 0,3-1-173 16,2-1-281-16,-3-2-326 0,3 2-373 0,-3-1-214 15,2 2 146-15,-2 2 691 0</inkml:trace>
  <inkml:trace contextRef="#ctx0" brushRef="#br0" timeOffset="19647.66">11171 14991 218 0,'-1'-2'623'0,"-1"-3"385"0,-1 4 163 16,-1-2-217-16,1 3-287 0,-1 2-176 15,1 0-96-15,0 3-75 0,0 3-56 0,-1 1-50 16,1 3-35-16,3 3-6 0,0 6-38 16,3 4-34-16,1 4-13 0,2 4-7 0,2 5-10 15,1 1-29-15,2 2-16 0,-1-2-10 0,4-1-14 16,1-6-7-16,0-2 8 0,1-10 4 0,3-5 4 15,-1-7 0-15,2-6 0 0,-3-8 1 16,3-4-8-16,-5-8-3 0,1-7-2 0,-2-4 1 16,-1-3 5-16,-5-4 8 0,1-1 12 15,-4-1 9-15,-2 5 9 0,-4 0 6 0,-3 2 2 16,-2 3-3-16,-5 3-7 0,1 3-12 0,-5 3-10 16,0 2-8-16,-2 2-6 0,1 5-5 0,-1 2-3 15,1 3 1-15,0 4 2 0,2 1-1 16,3 5-2-16,-2 2 0 0,5 3-1 0,0 5 0 15,2 1 4-15,3 3 1 0,2 3-10 16,2 3-23-16,2 0-62 0,2-1-73 0,-1 1-134 16,3-2-230-16,-1 1-309 0,4-2-349 0,1-1-263 15,0-3-80-15,1 1 466 0,3-2 650 16</inkml:trace>
  <inkml:trace contextRef="#ctx0" brushRef="#br0" timeOffset="19824.54">11708 15283 556 0,'4'-1'1503'16,"-4"2"211"-16,-3 3-307 0,-2 0-320 0,1 1-471 15,-3-2-290-15,-2 2-138 0,3 0-64 16,1-1-38-16,0-1-33 0,0 0-25 0,4 1-16 16,-1-3-8-16,4 0-7 0,-1 1-14 0,2-2-32 15,4 0-74-15,-2 0-97 0,1-3-178 16,0 0-293-16,0-2-338 0,-1 1-372 0,0 1-191 15,0-2 212-15,-2 3 704 0</inkml:trace>
  <inkml:trace contextRef="#ctx0" brushRef="#br0" timeOffset="20206.3">11858 15338 253 0,'3'3'892'0,"0"2"376"16,-1-3-22-16,1-2-161 0,1-2-360 0,0-3-259 16,0-2-120-16,3-4-62 0,-1-6-37 15,5-3-30-15,-3-5-78 0,3-3-43 0,3-3-31 16,-3-3-18-16,2-1-13 0,1-1-6 0,-1 0-5 16,1 2-4-16,-3 0 5 0,2 3 4 0,-4 3 3 15,-1 3 2-15,0 4 2 0,-2 4-2 16,-1 4-1-16,-2 1-3 0,1 4-3 0,-1 0-8 15,-2 4-5-15,1 2-3 0,0 4-4 16,-1 2-1-16,-1 7-2 0,2 0-1 0,-1 6-1 16,1 4-1-16,0 5 0 0,-1-1-2 0,2 6 0 15,0 3 0-15,0 1-1 0,1 3-1 16,-1-2 1-16,2 1 0 0,0-2-1 0,2-1 0 16,3-6-10-16,-1-3-18 0,2-3-54 15,-1-8-77-15,1-3-118 0,0-5-197 0,0-4-304 16,-1-7-350-16,0-4-301 0,2-4-133 0,0-7 360 15,-1-4 665-15</inkml:trace>
  <inkml:trace contextRef="#ctx0" brushRef="#br0" timeOffset="20473.22">12397 15009 121 0,'4'7'708'0,"-2"4"442"0,1 5 108 0,-1 3-71 16,1 4-307-16,0 3-304 0,2 2-161 0,0 4-86 15,3-1-61-15,0 2-66 0,1 0-85 16,4-3-49-16,-2-1-29 0,2-7-15 15,2-5-9-15,1-4-8 0,1-5-4 0,1-8 0 16,-2-4-1-16,-1-7-3 0,0-4-1 0,-1-5 1 16,-3-5 1-16,-3-2 2 0,0-2 1 0,-4 0 2 15,0-3 2-15,-4 0 1 0,-4 1-1 16,-3 1 1-16,-1 1 2 0,-2 2 3 0,-1 3-1 16,-1 4 0-16,-1 2 0 0,-3 5-3 15,3 4-5-15,-2 3-4 0,0 6-4 0,1 6-5 16,1 3-26-16,1 6-73 0,-1 3-72 0,4 2-157 15,-1 1-287-15,2 0-323 0,5 1-353 0,2 1-220 16,1-2 66-16,1-1 666 0</inkml:trace>
  <inkml:trace contextRef="#ctx0" brushRef="#br0" timeOffset="21756.28">12913 14781 147 0,'1'-4'468'0,"-1"0"310"0,0 2 245 15,0-1-115-15,0 1-185 0,0 0-138 0,0 2-80 16,0-3-36-16,2 3-49 0,-2 3-67 16,0-3-52-16,1 0-46 0,-1 0-60 0,0 2-64 15,3 0-47-15,-3 7-26 0,2-1-21 0,-1 6-4 16,2 3-2-16,-1 5 2 0,1 3 2 16,0 3-3-16,2 3 3 0,2-1-9 0,0 1-6 15,0-1-7-15,1-2-6 0,1-1-4 0,0-4-2 16,1-3-1-16,-2-2 0 0,5-6-2 15,-4-1 0-15,2-3 0 0,0-5 1 0,0-4-1 16,1-5 2-16,0-4 0 0,-1-6 1 0,0-2 1 16,0 0 0-16,-3-3-1 0,2 2 1 15,1 1 0-15,-5 1-1 0,2 4 0 0,-3 3-1 16,-1 1 0-16,1 4 0 0,-2 0-1 16,1 5 1-16,-3 2 1 0,2 3 0 0,-1 8 1 15,0 0 0-15,-1 6-1 0,1 1 0 0,-1 3-1 16,1 2-2-16,2 2 0 0,0-2 1 0,-3 3-1 15,2-3 0-15,2 0-1 0,0 0-2 16,1-4-17-16,2-3-46 0,-2-1-74 0,-1-7-108 16,0-3-187-16,1-5-301 0,-2-5-344 15,2-5-330-15,-2-6-162 0,1-3 292 0,0-7 680 16</inkml:trace>
  <inkml:trace contextRef="#ctx0" brushRef="#br0" timeOffset="22042.83">13576 14307 13 0,'-1'2'599'0,"-1"3"614"0,0-3 210 15,1-2-170-15,1 5-336 0,0-4-363 0,3 0-189 16,0 0-124-16,5 2-63 0,0-3-26 0,3 0-16 15,4-4-46-15,0 2-27 0,5-3-17 16,0 0-8-16,2-1-12 0,2-2-11 0,1 2-7 16,2-1-6-16,0 0-3 0,0 1-3 15,-1 0 0-15,1 1-19 0,-4 1-63 0,-1 0-65 16,-4 4-130-16,-1 0-226 0,-2 6-312 0,-4 0-339 16,-3 2-245-16,-6 0-86 0,-2 1 482 15,-2 1 616-15</inkml:trace>
  <inkml:trace contextRef="#ctx0" brushRef="#br0" timeOffset="22239.33">13722 14516 551 0,'-8'12'1469'0,"3"-1"215"0,2-2-297 16,0 1-328-16,3-3-476 0,1-1-277 16,4-2-133-16,2 0-62 0,3-2-30 0,5-2-19 15,4 0-19-15,0-1-17 0,8-4-11 0,1 1-9 16,2-2-6-16,4 0-27 0,-3-1-91 0,2 3-183 15,1-3-259-15,0 2-305 0,-2-1-407 16,-7 2-445-16,-6 0 46 0,-6 4 839 0</inkml:trace>
  <inkml:trace contextRef="#ctx0" brushRef="#br0" timeOffset="45084.21">15627 13990 346 0,'6'-9'672'16,"-4"0"300"-16,-1 1 139 0,-1-2-276 0,0 1-210 15,-3 3-72-15,-1-5-50 0,2 4-77 16,-2 0-78-16,-1-1-64 0,0 1-51 0,-2 1-71 15,-3 0-54-15,2 0-31 0,-4 2-20 16,0-1-8-16,1 2-8 0,-2 0-7 0,-3 3-6 16,0 0-4-16,1 3-4 0,-4 1-4 0,3 2-4 15,-3 4-3-15,1 0 1 0,-2 3-7 0,1 1-3 16,3 1 0-16,-1 3-3 0,1 0-1 16,0 1-2-16,4 1 5 0,0 3 0 15,2 0 1-15,2-2-1 0,1 2 1 0,5-2 0 16,2-3 0-16,4 1 0 0,2-6-1 0,4 1 6 15,4-2 4-15,3-1 0 0,2-1 2 0,6-2-1 16,2-1 0-16,3 1-6 0,2-3-4 16,1 2-2-16,4 0 0 0,-3 1 1 0,1 1 1 15,0-1 1-15,-2 3 1 0,-1 1 1 16,-2 1-1-16,-2 0 0 0,-2 2 0 0,-4 2 1 16,-5 2-1-16,-1 2 1 0,-5 1 0 0,-2-1 1 15,-4 3 0-15,-5 2-1 0,-2-1 1 0,-5 1-2 16,-3-1 0-16,-1 2-1 0,-6-1 0 15,-1-2 0-15,-2 0-1 0,-2-4 1 0,-1 2 2 16,0-5-2-16,-1-1 5 0,1-7 2 16,-1-1 0-16,5-5 0 0,0-3 0 0,1-6 1 15,3-6-6-15,3-2-1 0,4-4-1 0,2-7-1 16,3 0-2-16,5-5 0 0,5-3 0 0,1-4 0 16,2-1 1-16,6-2 0 0,-2-2 1 15,3-1 1-15,-1-1-1 0,1 1 2 0,1-3 0 16,-1 4 0-16,-1-3 0 0,0 4 1 15,-5 3-2-15,-2 0-1 0,-1 5 0 0,-4 3 0 16,-6 0 0-16,-3 4 0 0,-4 1 0 0,-1 4 0 16,-3 5 1-16,-2 3 0 0,-3 2-1 15,-2 5 1-15,0 4 1 0,-1 2-2 0,-1 5 0 16,0 3 0-16,2 2 0 0,0 2 0 0,1 1-1 16,3-1-1-16,2 3-2 0,5-2-1 15,2-3-8-15,2 0-13 0,4 1-34 0,2-3-70 16,4 0-72-16,2-2-142 0,-1-2-237 15,2 1-314-15,4 0-327 0,-2-1-219 0,2 0-38 16,-2 0 525-16</inkml:trace>
  <inkml:trace contextRef="#ctx0" brushRef="#br0" timeOffset="45565.76">16304 13894 198 0,'0'-5'793'0,"0"-3"403"16,-5 4 64-16,-1-3-60 0,-1 3-388 16,-1 2-271-16,-4-3-144 0,1 4-81 0,-3 1-55 15,-1 0-76-15,0 3-68 0,-1 2-37 0,-1 1-23 16,2 1-11-16,-1 3-12 0,4 0-9 15,-2 2-5-15,4-1-6 0,4 0-4 0,-1 3-3 16,6-2-3-16,1 1-1 0,3 1-1 0,3-1 0 16,2 4-1-16,5-2 1 0,-1 1 0 15,1-1 1-15,6 1-2 0,0 1 0 0,2 0-1 16,1-2 0-16,1-1-2 0,1 3 1 0,0-2 1 16,-2 1-1-16,3-2 5 0,-3 3 3 15,-1-1 5-15,-1 0 2 0,-1 1-1 0,-3 1 1 16,0 2-3-16,-5 0-4 0,-1 2-3 0,-3 0-1 15,0 3 2-15,-4 0 0 0,-3 1 1 16,-2 4 0-16,-1-1 1 0,-2 4 1 0,-5-1-3 16,2 1 0-16,-4 0-2 0,-2-4 0 15,1 1-2-15,1-4 0 0,-1-3-2 0,-1-4-1 16,3-4-1-16,-2-4-9 0,3-4-14 0,-2-7-29 16,1-4-72-16,-3-6-73 0,3-7-143 15,-2-4-228-15,2-5-312 0,-2-4-336 0,1-4-225 16,1-5-49-16,-2-2 519 0</inkml:trace>
  <inkml:trace contextRef="#ctx0" brushRef="#br0" timeOffset="45800.56">16204 13941 11 0,'-1'-8'542'0,"-3"2"498"0,1 1 223 15,0 1-81-15,1 2-309 0,1 1-308 0,1 1-143 16,1 1-85-16,4 1-54 0,2 1-34 15,2-2-36-15,2 1-57 0,4 0-56 0,3-2-31 16,0-2-18-16,4 0-17 0,2 0-10 16,-1-2-9-16,4 0-5 0,-1-2-6 0,2 0 1 15,-1-1-1-15,1 1-2 0,-1 0-1 0,3-2-3 16,0 1-8-16,-3 2-46 0,3 1-75 0,-3-2-115 16,-1 2-210-16,-1 4-297 0,0 2-352 15,-1 1-327-15,-2 4-128 0,-3 0 384 0,-2 4 693 16</inkml:trace>
  <inkml:trace contextRef="#ctx0" brushRef="#br0" timeOffset="46637.32">17548 14727 324 0,'-2'-5'734'15,"1"-1"312"-15,-1-1 85 0,1 0-249 16,1-2-298-16,0-1-162 0,0-3-72 0,1-1-29 16,2-2-13-16,2-2-35 0,-2-3-32 0,4-5-33 15,-2-1-48-15,2-3-37 0,1-1-40 0,0-1-15 16,0-1-10-16,0 2-10 0,-2 2-2 15,-1 2-6-15,-2 6-1 0,2 2 3 0,-3 4 2 16,-1 4-1-16,1 4-4 0,-2 4-5 16,-2 3-6-16,2 6-10 0,-3 4-7 0,3 5-5 15,-1 4-3-15,1 6-2 0,0 3-1 0,1 1 1 16,2 4 1-16,2 1 1 0,1 2 1 16,2 0 1-16,0-1 0 0,5-1 0 0,-2-2-1 15,0-5-1-15,5-3-2 0,-3-4 1 0,4-7 0 16,-1-4 0-16,1-8 1 0,2-5-1 15,-3-8 0-15,2-6-1 0,0-7-1 0,1-4-1 16,-3-6 1-16,1-1 0 0,-1-2 1 16,-2 1 2-16,-1-1 0 0,-2 4 0 0,-3 4-1 15,-2 0 1-15,-1 5 0 0,-2 5 2 16,-1 2 4-16,1 5 2 0,-3 2 1 0,0 5 0 0,0 5-1 16,0 5-3-16,0 4-4 0,0 5-2 15,0 4-2-15,1 3-2 0,2 6 1 0,1 1 0 16,2 2 1-16,1 1 0 0,-1 2 0 15,1-1 1-15,3 0 0 0,-2 0-1 0,3-2-1 16,-1-1-3-16,1-2-1 0,1-3-11 0,-1-2-22 16,-1-4-51-16,2-3-80 0,-2-5-143 0,-2 0-274 15,1-3-312-15,1-1-384 0,0-4-334 16,-4-1-23-16,3-1 664 0</inkml:trace>
  <inkml:trace contextRef="#ctx0" brushRef="#br0" timeOffset="47601.17">18358 14884 368 0,'5'-3'854'0,"-2"-1"288"15,0-5 23-15,1-1-245 0,-1-5-350 0,2-2-150 16,0-4-56-16,3-3-25 0,0-3-42 15,1-5-36-15,1-4-41 0,0-1-60 0,4-4-49 16,-2-1-36-16,4-2-14 0,-1-1-9 16,0 2-4-16,0 0-3 0,-2 5-5 0,2 3-3 15,-3 4-7-15,-2 6-6 0,-2 4-3 0,-2 6-1 16,0 3 0-16,-1 4 0 0,-2 7 0 0,1 4 3 16,-1 5 1-16,2 6-3 0,-4 5 0 15,4 4 1-15,-1 2 0 0,1 2-3 0,2 4-3 16,-1-2 2-16,0 3-1 0,2-1 0 15,-2-1-2-15,2-2-1 0,1-3-2 0,0-3-4 16,0-3-2-16,-1-6-2 0,5-2-1 0,-2-5-1 16,0-6-1-16,3-6-1 0,-1-5 0 15,2-4-1-15,-2-2-1 0,3-7 2 0,-2-1 0 16,2-1 1-16,-2 0 0 0,2-1 1 16,-2 2-2-16,-2 4 2 0,2 4-2 0,-5 2 0 15,4 4 0-15,-4 3 0 0,-1 8 3 0,2 0 2 16,-1 7 5-16,-1 6 3 0,0 2 4 15,1 6 1-15,-1 4 1 0,-1 1-2 0,1 4-2 16,-1 2-2-16,3 0-4 0,0 2-1 0,-2-3-3 16,4-2-1-16,-1-4-1 0,3-4 0 15,-1-5-2-15,4-4 1 0,-1-9-1 0,3-4 1 16,-3-6-1-16,5-5-1 0,-5-8 0 0,2-2 0 16,1-7-1-16,-3-2 1 0,1-3 1 15,-2 0 0-15,0 2 2 0,-2 0 0 0,0 2 0 16,-4 4 0-16,1 2-2 0,1 3 0 15,-5 4-1-15,1 6 0 0,-1 0 2 0,0 7 1 16,2 2 3-16,0 5-2 0,0 4-4 16,0 6 0-16,4 4 0 0,-2 2 0 0,1 1 0 15,2 4 0-15,0 2 0 0,2-2 0 16,0 1 0-16,0-2 0 0,0-1 0 0,2-1 0 16,-1-2 0-16,1-2 0 0,-3-3 0 0,2-2 0 15,-2-1 0-15,-1-4-100 0,-4-3-106 0,-2 2-225 16,-4-5-297-16,0 2-377 0,2 0-463 15,-4-2-320-15,-1-1 345 0,0-1 993 0</inkml:trace>
  <inkml:trace contextRef="#ctx0" brushRef="#br0" timeOffset="51074.87">22416 12861 189 0,'4'-14'721'0,"-6"4"397"0,-3 1 91 16,-4 4-121-16,-1 2-478 0,-3 6-217 0,1 2-76 15,-1 6-13-15,-1 3-18 0,1 5-19 0,2 7-11 16,0 6-23-16,3 7-47 0,4 7-46 15,0 11-23-15,4 11-16 0,4 8-12 0,0 10-16 16,3 7-8-16,4 7-9 0,0 7-10 0,0 2-10 16,6 7-9-16,-1-2-8 0,5 1-6 15,-1-5-4-15,4-4-4 0,1-8 1 0,4-9-2 16,2-7 2-16,4-7-7 0,3-11-9 0,2-11-14 16,2-12-22-16,4-10-50 0,-1-14-81 0,0-9-143 15,-4-8-268-15,1-9-313 0,-3-6-388 16,-4-4-346-16,-5-2-21 0,-5-4 673 0</inkml:trace>
  <inkml:trace contextRef="#ctx0" brushRef="#br0" timeOffset="51625.78">23303 14136 347 0,'0'-2'656'15,"0"2"235"-15,0-1 108 0,3-1-256 0,-1-1-180 16,1-1-130-16,0-4-81 0,1 0-36 0,1-6-13 16,-1-3-20-16,4-4-11 0,-2-6-19 15,2-5-24-15,5-6-27 0,-4-6-42 0,3-5-44 16,-2-8-41-16,3-3-24 0,3-5-10 0,-3-1-9 16,3-1-3-16,-2 0 1 0,2 8-1 15,-2 3 1-15,-3 5-1 0,0 10 6 0,-3 4 3 16,-4 9 2-16,1 5 1 0,0 6-3 15,-2 7-5-15,2 6-6 0,-1 7-3 0,1 7-3 16,3 8 2-16,0 7 2 0,5 6 4 0,1 3 2 16,3 7 2-16,-1 3 0 0,5 6-1 0,-1 0-3 15,-1 4 0-15,0 1-2 0,0 2-4 16,-1 2-5-16,-1-1-2 0,-3-3-4 0,3 1-4 16,-2-3-4-16,1-4-2 0,-2-4-1 0,0-4-2 15,-1-7-1-15,0-2 0 0,-3-7-1 16,2-4-1-16,-4-6-2 0,-1-4-4 0,1-6-10 15,-3-5-14-15,-2-8-22 0,-1-7-30 16,-4-4-69-16,1-7-69 0,-3-6-105 0,0-5-156 16,-3-1-240-16,1-7-315 0,2 0-223 15,-1-2-183-15,1-3 169 0,4-1 543 0</inkml:trace>
  <inkml:trace contextRef="#ctx0" brushRef="#br0" timeOffset="52176.26">24010 13344 419 0,'19'-26'811'0,"-2"5"280"16,-1 2 45-16,0 5-311 0,-1 1-280 0,0 1-138 15,0 3-24-15,-2 2-12 0,2 5-27 0,0 0-28 16,-3 4-26-16,2 4-42 0,-1 3-60 16,-4 6-49-16,4 4-30 0,-4 8-21 0,-1 6-18 15,-3 5-16-15,-2 8-11 0,2 2-11 16,-5 6-5-16,-2 7-6 0,-2 3-4 0,2 3-4 16,-1 3-2-16,1-1-3 0,4-1-2 0,3-5-3 15,2-6-3-15,6-8 0 0,4-6 0 16,4-11-1-16,4-6-1 0,5-8 0 0,4-7-3 15,0-9-4-15,0-4-8 0,2-7-9 16,-3-6-9-16,-2-6-8 0,0-5-6 0,-1-2-1 16,-5-4 2-16,1-1 5 0,-5-1 7 0,-2 1 6 15,-1-2 6-15,-3 2 5 0,-2 1 5 16,1 0 5-16,-6 5 4 0,2 1 3 0,-4 5 4 16,0 3 1-16,1 5 2 0,-6 4 0 0,4 5 2 15,-2 5 2-15,1 4 3 0,-1 6 3 16,2 5 5-16,1 7 2 0,2 4 4 0,0 6 4 15,1 5-1-15,2 3-1 0,0 5-5 16,5-4-4-16,-2 1-5 0,3-5-6 0,3-5-3 0,0-10-2 16,4-5-1-16,1-10 0 0,1-6-1 15,-1-11 0-15,0-8-1 0,-1-7 0 0,-2-9-1 16,-1-6 0-16,-3-6-1 0,-2-7-1 16,0-5 3-16,-5-3 0 0,-3-2 3 0,-3-1 0 15,-5-1 2-15,-6-1 1 0,-6-3 0 0,0 4-1 16,-7 0 0-16,-3 5 2 0,-5 6 2 15,-3 7 3-15,-3 12 0 0,-5 11-1 0,0 11 2 16,-4 14-3-16,3 10-2 0,3 10-2 16,1 8-3-16,6 8-3 0,4 2-1 0,7 4-3 15,6 2-2-15,7 0-3 0,5 0-9 0,5-3-15 16,6-3-33-16,5-3-81 0,4-10-106 16,6-2-197-16,4-8-292 0,4-7-358 0,6-6-386 15,3-10-149-15,4-5 310 0,4-10 735 0</inkml:trace>
  <inkml:trace contextRef="#ctx0" brushRef="#br0" timeOffset="54591.82">25805 14194 244 0,'-4'8'536'0,"4"-2"263"15,-3-2 150-15,0-1-204 0,0-3-198 0,2-1-108 16,-1-5-75-16,2-3-66 0,0-3-52 16,0-6-53-16,2-4-47 0,2-3-32 0,-1-3-24 15,0-2-8-15,2-3 20 0,-2-2 7 16,2 1 31-16,2-1 27 0,0 1 17 0,1 5-3 16,-1-1-26-16,-2 5-11 0,-2 5-23 0,1 5-23 15,-2 3-24-15,-1 5-14 0,-1 2-8 0,0 7-10 16,0 2-9-16,0 6-9 0,-1 6-2 0,1 4-4 15,-2 2 1-15,4 1-2 0,-1 4 0 0,1 2-1 16,3 1-3-16,-1 1-3 0,5-2-2 16,-3 0-1-16,5-4-2 0,-3-1-2 0,0-4-1 15,2-2 0-15,0-5 2 0,0-5 0 16,2-5 0-16,-1-6 0 0,3-6 0 0,-2-6-1 16,2-8-2-16,0-4 0 0,1-2-1 0,-2-5-1 15,0 0 1-15,1-1 0 0,-2 4 0 0,-4 2 0 16,1 1 0-16,-5 6 1 0,1 2 0 15,-1 6 1-15,-1 2-1 0,-3 6 0 0,0 3 1 16,0 5 2-16,-2 3 3 0,1 6 4 16,-1 3 3-16,0 1 1 0,2 4 2 0,4 1-4 15,-3 1-1-15,2 2-3 0,2-3-3 16,3-2-1-16,0 0-2 0,0-4 0 0,1-2-1 16,4-3-1-16,0-5 0 0,2-4 0 0,1-4 1 15,1-8-1-15,0-4-1 0,1-6 0 16,-2-2-2-16,5-5 0 0,-6 1 0 0,1-2 1 15,-2 0 0-15,-1 2 1 0,-3 2 2 16,1 5-1-16,-7 0 0 0,1 5 0 0,0 3-1 0,-3 5 1 16,-1 2-2-16,-1 6 1 0,0 6-2 15,0 3 1-15,-1 6-1 0,1 2 1 16,1 6 2-16,-1 4-1 0,4 3 2 0,0 2 0 16,1 0-1-16,1 4-1 0,0-2-1 0,4-1-6 15,1-5-16-15,0-3-34 0,2-3-78 0,-1-6-97 16,1-4-188-16,3-4-293 0,-3-5-340 15,1-3-372-15,-2-5-176 0,1-2 230 0,0-5 727 16</inkml:trace>
  <inkml:trace contextRef="#ctx0" brushRef="#br0" timeOffset="54776.92">26768 13821 241 0,'6'9'873'0,"0"1"428"15,-1 7 68-15,-4 3-125 0,3 5-453 16,-4 1-286-16,0 5-149 0,-4 1-91 0,1 1-77 15,0-1-73-15,-1-4-51 0,2 0-28 16,2-9-24-16,0-3-67 0,2-6-79 0,-2-8-155 16,1-2-277-16,4-7-309 0,-2-6-385 0,-2-5-289 15,3-6 0-15,-3-5 677 0</inkml:trace>
  <inkml:trace contextRef="#ctx0" brushRef="#br0" timeOffset="54924.79">26661 13356 327 0,'-12'-22'771'0,"-2"8"282"0,0 5 42 16,2 4-237-16,3 5-365 0,0 5-210 16,2 0-122-16,4 5-59 0,1 3-44 0,4-2-47 15,3 3-79-15,1 0-129 0,5 1-188 0,0 1-287 16,3 2-246-16,4 3-168 0,2 1 86 16,2-1 358-16</inkml:trace>
  <inkml:trace contextRef="#ctx0" brushRef="#br0" timeOffset="55425.54">27158 14108 84 0,'2'-13'666'0,"-1"1"480"0,1-5 142 16,1 1-68-16,0-3-311 0,4-3-307 0,-1 2-174 16,0-3-94-16,0 1-61 0,3-2-65 0,0 3-67 15,-3 1-46-15,0 5-27 0,3-3-18 16,-3 5-13-16,1 2-9 0,2 1-9 0,-3 4-4 16,0 2-1-16,2 4 1 0,-2 0 4 15,1 6 3-15,-1 2 4 0,-3 6 0 0,3 1 1 16,-2 4-2-16,-1 1-2 0,0 1-4 0,2 1-4 15,-2 3-3-15,2-3-5 0,1-1-2 16,3-5-1-16,-1 0-2 0,0-6-1 0,6-4-1 16,-2-5-1-16,3-6-1 0,1-7 0 0,1-7-2 15,1-5 1-15,3-6-1 0,-3-3 1 16,3-1 0-16,0-1 1 0,-5 2 2 0,1 5 0 16,-4 2 1-16,1 5 0 0,-6 4 1 0,0 6-1 15,-1 0 0-15,-2 5 0 0,2 3 0 0,-3 4 4 16,1 4 5-16,-2 7 3 0,-1 1 4 15,1 3 2-15,-2 3 3 0,-1 5 0 0,2 0-2 16,-1 2-4-16,3 2-2 0,-1-5-4 16,2 2-2-16,1-3-4 0,3 0-3 0,-1-4-1 15,2-2-5-15,2-3-7 0,0-2-17 16,-3-6-35-16,4-1-80 0,-5-4-133 0,0-3-257 16,-3-1-314-16,-1 2-392 0,4-1-434 0,-7 0-83 15,4-2 633-15</inkml:trace>
  <inkml:trace contextRef="#ctx0" brushRef="#br0" timeOffset="56157.2">27762 12507 41 0,'3'-5'486'16,"-1"5"369"-16,1 0 257 0,5 1 37 0,5 4-338 15,5 3-246-15,9 4-69 0,5 3-40 16,6 3-59-16,3 3-63 0,8 3-51 0,3 1-52 16,2 5-63-16,6 2-37 0,2 2-23 15,2 3-13-15,1 1-7 0,-2 3-6 0,2 2-8 0,-1 4-9 16,-6 4-10-16,-3 6-8 0,-4 4-11 16,-5 8-10-16,-6 5-26 0,-6 3 0 0,-5 6 0 15,-6 3 0-15,-7 4 0 0,-3 2 0 0,-8 6 0 16,-7 3 0-16,-4 2 0 0,-7 2 0 15,-3-1 0-15,-4-1 0 0,-2-6-5 16,1-4-27-16,-3-6-19 0,2-10-33 0,0-10-75 16,1-11-97-16,1-14-190 0,0-7-286 15,-1-13-341-15,0-6-398 0,-2-12-199 0,0-7 228 16,-4-9 787-16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1-08T08:57:46.86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1476 1120 127 0,'5'-3'389'16,"0"0"213"-16,0 0 174 0,1 2-105 0,0 1-99 16,-1-2-50-16,-2 1-42 0,-3-1-36 0,0 0-15 0,0 2-17 15,3 0-35-15,1 0-56 0,-1 2-48 0,1-2-36 16,-2 2-42-16,-1-2-48 0,-1 0-41 0,0 0-25 16,-1 0-16-16,1 1-13 0,-2 1-11 0,2 1-10 15,0 1-6-15,-3 4-4 0,3 3-1 0,-1 3 0 0,1 3-1 16,-2 4-1-16,2 3-1 0,-1 3-3 0,1 1-3 15,0 1-3-15,0 3-3 0,1 1-1 0,-1-2-1 0,2 0-1 16,-1-1 0-16,2 0 0 0,0-2 0 16,-1-3 0-16,3-1-2 0,-2-5 0 0,2 1 0 0,-2-5-2 15,0-1 1-15,0 0-1 0,-1-4 0 0,2 0-2 16,-1-3-9-16,2-1-16 0,-3 1-27 0,1-5-49 16,-3 2-65-16,-1-3-85 0,-3-1-146 0,-2-1-181 15,0-3-293-15,0-3-262 0,-3-1-200 0,0-3 19 16,-2-1 462-16,-2-1 464 0</inkml:trace>
  <inkml:trace contextRef="#ctx0" brushRef="#br0" timeOffset="350.88">1321 964 468 0,'10'2'982'0,"-2"-1"253"16,-2 1-68-16,-6-4-280 0,5 2-368 0,-2 2-167 0,3-1-61 16,1 0-32-16,2 1-24 0,-3 0-28 0,-1-1-36 0,0-1-50 15,-2 1-43-15,0-1-26 0,2 0-8 16,-2 0-1-16,3-1 4 0,-1 1-1 0,3-1 2 0,1-1 0 16,3 0-5-16,-1 1-4 0,3 0-4 0,2-1-5 15,1-1-3-15,1 2-6 0,2-1-2 0,2 1-5 16,-1-2-3-16,1 1-3 0,3 0-2 0,-3 1-2 0,-1 0-2 15,3-1 0-15,-1 1-1 0,-2-1 0 0,0 2-1 16,1-1 0-16,-2 1 1 0,-2 0-1 0,-1 0 0 16,-1 0-2-16,-2 1 0 0,0-1-1 0,-3 2-7 0,-1-1-6 15,-2 2-14-15,-2 2-27 0,-3-1-62 0,-1 4-68 16,-5-2-108-16,0 2-164 0,-6 3-254 0,0-2-308 16,-2 3-232-16,0 3-160 0,-2 0 233 0,-1 1 544 15</inkml:trace>
  <inkml:trace contextRef="#ctx0" brushRef="#br0" timeOffset="717.73">1277 1905 96 0,'14'9'476'16,"-2"-2"296"-16,0-2 155 0,-1-1-68 0,-3 1-231 16,1-2-165-16,-2 1-102 0,-4-1-54 0,0 2-11 15,-1-3-16-15,4 3-48 0,6 0-12 0,0-3-6 0,3 3-3 16,-2-3-23-16,0 2-22 0,1-1-21 16,-3 1-37-16,3-2-32 0,-3 0-23 0,1 1-13 0,3-2-8 15,-2 1-5-15,1 0-8 0,1-1-4 0,2-1-2 16,-1 0-3-16,1-1-4 0,3-1-2 0,-2-1 1 15,1-2-1-15,0 1-1 0,3-2 0 0,-2 1-1 16,0-2-3-16,2-1-19 0,-2 2-58 0,-2 0-64 16,1 0-122-16,-1 2-185 0,0-1-308 0,1 2-322 15,0 2-256-15,1-2-134 0,1 2 367 0,0-1 592 16</inkml:trace>
  <inkml:trace contextRef="#ctx0" brushRef="#br0" timeOffset="2067.46">4093 1041 13 0,'2'-2'398'0,"-2"4"387"0,0-1 301 15,0 1 56-15,-2-2-346 0,0-2-218 0,1 2-91 16,1 0-65-16,0 0-65 0,1 3-59 0,1-2-47 16,0 3-47-16,-1-2-58 0,2 3-53 0,1 2-24 15,-1 4-8-15,0 2-2 0,3 2 0 0,-1 2-4 16,-2 4-7-16,2 2-7 0,1 1-5 0,-3 2-8 16,3 4-8-16,-1 1-4 0,-2-1-5 0,1 1-4 15,-1 2-3-15,0-4-1 0,-1 0-1 0,1 2-1 16,-2-3 0-16,3 0 0 0,-3 2 0 0,2-3 0 15,-1 1-4-15,-1-3-10 0,-1-1-18 16,0-1-45-16,0-2-78 0,0-3-110 0,-3-2-180 16,3-3-295-16,-4 0-330 0,2-4-314 0,0-1-135 15,1-4 299-15,-2-3 637 0</inkml:trace>
  <inkml:trace contextRef="#ctx0" brushRef="#br0" timeOffset="2652.98">4333 1804 241 0,'5'-2'598'0,"-3"1"263"0,1-2 122 0,-2-1-158 15,4-4-213-15,-3-1-160 0,4-1-77 16,0-2-7-16,-1-2-15 0,0 0-44 0,1-2-43 16,-1 1-34-16,4-3-36 0,-1 0-50 0,-1 0-37 15,1 0-32-15,1 2-26 0,-3 2-18 0,2-1-10 16,-1 3-5-16,-1 2-7 0,-2 2-2 0,1 1 1 16,0 3 1-16,-2 0 3 0,2 3 1 0,0 4 5 15,1 1 1-15,0 4 1 0,2 2 0 0,-1 3-2 16,0 4-3-16,1 2-3 0,0-2-3 0,2 3-3 15,-1-1-4-15,-1 0-3 0,2-5 1 16,-1 1-4-16,1-1 1 0,-1-6-2 0,2-2-1 16,0-1 2-16,-1-5 0 0,4-6 2 0,-1-5 1 15,1-2 1-15,-1-5-1 0,1-3 0 0,0-2 7 16,0 3 1-16,2-1-4 0,-5 4-3 0,0-1-1 16,0 5-1-16,-3 2-7 0,-3 3-3 0,3 0 4 15,-2 5 2-15,-1 0 3 0,1 3 0 16,-1 3 2-16,3 0 0 0,-2 5 1 0,-1 0 3 15,3 1-1-15,-3 1 2 0,4 2-2 16,-3 1-1-16,-1 0 0 0,3-1 0 0,-3 2-3 0,4-3 1 16,-2 1 2-16,-1-1-2 0,0 2-1 0,2-5-1 15,-2 3 1-15,-1-2 0 0,0 0-1 0,0-1 1 16,1 0 1-16,0 1-1 0,-3-3 0 16,2 1 0-16,-2-1 0 0,1-2-1 0,-3 0-3 15,1-1-4-15,1 0-11 0,-3 0-32 0,2-1-55 16,-2-1-51-16,-2-1-107 0,1-1-177 0,-3-1-297 15,1-1-284-15,1-1-251 0,1 0-185 16,1-1 278-16,0-2 603 0</inkml:trace>
  <inkml:trace contextRef="#ctx0" brushRef="#br0" timeOffset="3232.18">5235 900 18 0,'1'-4'446'16,"-1"4"419"-16,-1 0 265 0,1 0 0 0,0 0-349 15,1-1-267-15,-1 0-153 0,2 2-42 0,1 4-12 16,-1 3-19-16,1 5-24 0,3 5-18 0,-2 1-31 16,3 4-59-16,-1 3-44 0,1 0-27 0,0 4-14 15,1 3-11-15,-1 3-9 0,-1 5-8 0,2 0-8 16,1 5-6-16,-2 1-8 0,-1 0-5 0,2 1-5 15,0 0-5-15,-2 2-1 0,2-1-1 0,-1-2-2 16,0-4-2-16,-2 0-5 0,1-5-10 0,-1-1-13 16,-3-8-24-16,1-1-64 0,-4-3-65 15,-1-7-116-15,-3-2-171 0,-3-4-293 0,0-3-320 16,-1-3-239-16,-2-3-147 0,-2-6 317 0,-1-1 585 16</inkml:trace>
  <inkml:trace contextRef="#ctx0" brushRef="#br0" timeOffset="3419.08">5178 1421 21 0,'5'0'474'0,"-1"0"378"16,1 2 198-16,-2-2-23 0,3 2-326 0,1 0-261 16,1 0-164-16,1 0-72 0,2-1-15 0,-1 3-15 15,2-3-18-15,1 0-50 0,3 0-29 0,-2-1-21 16,3 2-29-16,-1-2-14 0,1 3-7 0,0-3-8 15,0 0-2-15,0 0-7 0,-1 0-42 0,-3 0-127 16,1 0-194-16,-3 0-279 0,-1 2-276 0,-1 2-251 16,-3 1-61-16,-1-1 392 0</inkml:trace>
  <inkml:trace contextRef="#ctx0" brushRef="#br0" timeOffset="4101.97">5556 1489 419 0,'6'0'913'0,"-3"-1"272"0,0 1-39 0,0 0-328 16,2-2-303-16,-3 2-213 0,1 0-99 0,2 0-7 16,2 3-8-16,3 0 31 0,0 0 9 0,2 2-8 15,1 1-19-15,1 2-40 0,0 2-27 0,1 2-37 16,0 1-32-16,0 2-21 0,0 3-17 0,-2 0-8 16,1 3-3-16,-3 2-5 0,3-3-1 15,-4 5-1-15,1-4-3 0,-2 1-2 0,-1-1-1 16,0-3 0-16,-3 0-1 0,3-1-2 0,-5-4-1 15,2-2 0-15,-2-2 2 0,-1-3-1 0,-1-2 1 16,1-2 2-16,-1-4 0 0,-1-3 2 16,2-3-1-16,-2-7-1 0,3 1 1 0,-3-4-2 15,2-2 0-15,-2-3-2 0,3 3 0 0,1-3-2 16,-2 4 0-16,3-2 0 0,0 0 0 0,1 2 0 16,-1 1 2-16,4 0 0 0,-3 1 1 0,1 4 0 15,1-2 0-15,-2 5-2 0,3-1 1 0,-2 2-2 16,-1-1 1-16,-1 4-2 0,4 2-2 0,-4 0 2 15,3 1-1-15,0 0-6 0,0 1-20 0,0 0-46 16,0 1-59-16,0 0-47 0,2-1-55 0,2 2-76 16,-3-3-116-16,4 2-84 0,-2 0-70 0,1-1-101 15,1 2-133-15,0 2-85 0,-1 0 129 0,1 1 233 16,1 3 262-16,-1 0 202 0,0 3 178 16,1 2 175-16,-1 2 116 0,1 2 55 0,-3 3-12 15,3 1 7-15,0 6 44 0,0-1 15 0,1 2-27 16,2 3-52-16,-1-1-49 0,1 2-78 0,-1 1-92 15,3 0-65-15,0-2-44 0,0-4-25 16,3-1-28-16,-3-3-20 0,3-6-9 0,2-3-3 16,-2-5-2-16,-1-3 8 0,1-6 5 0,-2-4 15 15,0-4 23-15,-2-4 25 0,0-3 38 0,-1-2 14 16,-4 0 14-16,-1-5 5 0,-2 3-10 16,-5-3-14-16,-4-2-24 0,-1 2-11 0,-3-3-15 15,-3 2-9-15,-2-4-6 0,-3 3-4 0,0 1-4 16,-2 1-9-16,-4 5-7 0,-2 1-7 15,1 4-11-15,-2 2-8 0,-1 6-9 0,-1 5-3 0,0 2-4 16,2 6-1-16,0 4 1 0,0 3-1 0,2 2 1 16,1 5 0-16,0 3 0 0,4 3 0 0,0 0-4 15,3 3-8-15,1-1-18 0,3 2-30 0,3 0-76 16,0-4-89-16,3 2-171 16,1-1-288-16,1-2-325 0,3 0-372 0,1-3-195 0,1 0 144 15,2 0 706-15</inkml:trace>
  <inkml:trace contextRef="#ctx0" brushRef="#br0" timeOffset="7854.57">4483 3426 233 0,'2'-12'508'15,"-1"2"261"-15,1 2 192 0,-2 3-177 16,2-1-149-16,-1 0-82 0,-1 2-71 0,0 0-46 16,2 3-69-16,-2 0-88 0,0 1-61 15,2 1-57-15,1 0-13 0,0 3-19 0,2 0-14 16,2 5 2-16,1 4 5 0,0 3 0 0,2 5-22 16,1 4-19-16,-3 5-11 0,3 4-5 15,-2 3-9-15,-1 1-9 0,-1 5-8 0,-1-1-6 16,0 0-6-16,-3 0-9 0,2 1-6 0,-2 0-8 15,-1-5-6-15,-2 1-3 0,1-3-3 16,1-2-1-16,-2 0-2 0,0-5 4 0,0 0 2 16,0-4 1-16,0-4-2 0,0-2-3 0,0-4-6 15,-2-3-9-15,2-4-25 0,-1-3-48 16,-1-3-68-16,-1-7-75 0,-2-5-149 0,-1-7-202 16,0-3-303-16,-2-6-268 0,-2-6-202 15,-2-2-4-15,1-4 485 0</inkml:trace>
  <inkml:trace contextRef="#ctx0" brushRef="#br0" timeOffset="8174.26">4363 3373 29 0,'-3'-2'443'0,"-1"2"395"16,2 2 274-16,-1-2 30 0,1-2-359 0,2 2-223 15,0 0-112-15,-1 0-84 0,1 0-74 16,0 2-57-16,1-2-43 0,-1 0-51 0,2 0-55 15,3 0-2-15,2-2-2 0,1 2-3 16,5-1 1-16,1 0 7 0,2-1 1 0,4-1-27 16,2 2-17-16,1-2-6 0,2 2-7 0,2-1-11 15,0-1-4-15,1 1-6 0,2 1-1 16,0-1 0-16,0 1-4 0,0 1-1 0,0 0-2 16,-1 0-2-16,-1 1-1 0,-2 2 0 15,-1 0 0-15,-1 2-1 0,-2 2-14 0,-3 1-40 16,-2 2-66-16,-4 1-115 0,-1 2-179 0,-5 4-298 15,-1-1-326-15,-2 4-311 0,-3 0-173 0,-1-1 321 16,-3 0 632-16</inkml:trace>
  <inkml:trace contextRef="#ctx0" brushRef="#br0" timeOffset="8408.48">5083 3863 85 0,'9'15'604'0,"1"-1"385"15,-4 1 151-15,-1 1-19 0,1 0-363 0,-1 2-205 16,-2 1-118-16,3 1-60 0,-3-1-52 16,-1 1-69-16,1-2-54 0,-3-2-79 0,2 3-59 15,-2-3-26-15,1 0-16 0,-1-1-10 0,-1 1-13 16,-1 0-50-16,-1-3-63 0,0 2-140 0,-2-1-211 15,-4-2-298-15,2-1-338 0,-1-1-276 16,-4-6-115-16,2-1 476 0,-1-4 603 0</inkml:trace>
  <inkml:trace contextRef="#ctx0" brushRef="#br0" timeOffset="8606.86">5124 3682 140 0,'3'-16'818'0,"-3"2"592"15,-1 4 88-15,-1 0-220 0,-1 4-423 0,1-1-350 16,-3 2-175-16,2 1-120 0,2 1-73 0,-1 2-52 16,0-3-35-16,1 3-26 0,-1 0-16 0,2-1-9 15,2 2-9-15,1 0-29 0,0 2-69 16,2-2-80-16,1 0-136 0,4 1-189 16,-4 0-321-16,5 1-322 0,0 0-218 0,2-2-17 15,1 1 437-15,2 2 522 0</inkml:trace>
  <inkml:trace contextRef="#ctx0" brushRef="#br0" timeOffset="9033.04">5820 3456 16 0,'-2'-6'549'0,"2"1"508"0,-2 2 234 16,-4 0-67-16,0 3-264 0,1 0-308 0,0 3-214 15,-3 3-118-15,0 3-71 0,-1 5-58 16,-2 5-64-16,0 8-43 0,-2 4-21 0,4 9-13 0,-1 4-2 16,2 3 4-16,4 4-10 0,0 3-12 15,3 0-10-15,4-1-6 0,2-4-6 0,4-5-9 16,2-5-6-16,2-6 2 0,4-7 1 16,2-5 1-16,2-7 2 0,4-6 0 0,-1-5 2 15,1-8 0-15,-1-4 0 0,0-6-1 0,-2-5 7 16,-2-3 1-16,-1-5 1 0,-2-4 0 15,-2 0 1-15,-4-3 4 0,-3 1-5 0,-5 0-8 16,-1-1-3-16,-6 2-1 0,-4 0-1 0,-6 2-3 16,-3-2-1-16,-5 4 5 0,-4 2 2 15,-2 3 1-15,0 4 0 0,-1 8-1 0,-2 2 1 16,-1 9 5-16,0 7 2 0,2 6-1 0,2 4 0 16,-1 6 1-16,5 4-3 0,4 3-5 15,1 1-2-15,8-1-4 0,1 1-1 0,6 1-12 16,2-3-35-16,4-1-73 0,4 0-77 15,2-3-137-15,3-2-234 0,3 0-317 0,2-6-314 16,5-1-199-16,2-2-13 0,0-2 497 0</inkml:trace>
  <inkml:trace contextRef="#ctx0" brushRef="#br0" timeOffset="9499.57">6286 4009 210 0,'8'-5'438'0,"0"2"211"0,-2-2 192 0,2 0-146 15,0 2-114-15,1-1-62 0,-1-1-42 0,2 1-60 16,-2 0-79-16,1 0-69 0,1 1-73 16,-1 0-53-16,2 2-38 0,-1 0-23 0,1 1 37 15,0 0 8-15,-2 1 31 0,1 2 10 16,-1 1 9-16,-1 0 2 0,-1 3-37 0,-4 0-19 16,0 2-23-16,-1 1-11 0,-4 3-10 0,-1 0-3 15,-4 5-5-15,-1 1-6 0,-4 6-4 0,-1 1-5 16,-4 4 0-16,1 4-3 0,-3 0-3 15,3 4-3-15,-3-1-5 0,2 0-5 0,-1-2-8 16,4-2-7-16,0 0-7 0,4-3-4 16,2 0-4-16,4-3-4 0,4-3-1 0,4-1-2 15,6-2-1-15,3-3-1 0,7-2-1 0,4-2-1 16,4-4-1-16,4-2-10 0,4-4-16 16,2-1-28-16,4-3-76 0,0 0-101 0,3 0-199 15,0-1-294-15,-2-2-354 0,1 0-416 0,-1-4-201 16,0 3 260-16,2-3 801 0</inkml:trace>
  <inkml:trace contextRef="#ctx0" brushRef="#br0" timeOffset="10067.34">7668 3667 179 0,'-10'14'546'0,"-2"-4"345"0,2 0 197 16,1 0-138-16,-2-1-263 0,3-2-143 0,1 0-34 16,1-2-53-16,2-1-66 0,0-1-78 15,1 1-61-15,2-2-58 0,1-2-79 0,-2 2-53 16,2 0-33-16,2-2-11 0,-1-4-5 0,4 0 3 16,1-5 0-16,5-3 0 0,2-4 1 15,3-7-1-15,4-2 2 0,3-6-7 0,3-1-2 16,4-4-2-16,2-2-5 0,3 0 0 15,-2 0 4-15,0-1 0 0,0 4 0 0,-4 3-1 16,-1 1 0-16,-4 6-11 0,-4 4-62 0,-5 0-71 16,-3 7-137-16,-4 2-246 0,-5 5-308 0,-4 1-364 15,-4 3-285-15,-7 3-75 0,-4 0 555 16</inkml:trace>
  <inkml:trace contextRef="#ctx0" brushRef="#br0" timeOffset="10349.45">7760 3264 59 0,'9'-7'487'16,"3"1"328"-16,1-4 167 0,1-2 72 15,6-3-305-15,2-3-246 0,4-2-90 0,3-2-31 16,1-2-31-16,3 1-17 0,2-1-48 0,0 1-54 16,1 1-47-16,1 0-40 0,0 1-22 0,-2 2-49 15,-2 2-24-15,-1 2-7 0,-2 2-9 16,-2 2-4-16,-5 4-3 0,1 2-3 0,-4 2-4 15,-4 3-2-15,0 3 0 0,-5 3-2 0,0 5-3 16,-7 3 0-16,0 6 0 0,-6 3-3 0,-1 3-3 16,-5 6-4-16,0 1-2 0,-1 1-10 0,-1 3-26 15,-1-3-71-15,3-1-105 0,2 0-194 16,1-6-286-16,2-3-337 0,4 0-383 0,-1-9-203 16,5 0 288-16,3-5 736 0</inkml:trace>
  <inkml:trace contextRef="#ctx0" brushRef="#br0" timeOffset="10864.21">9209 3136 224 0,'-3'-1'622'0,"-2"-2"302"0,-1-2 139 15,2-3-169-15,-1-4-264 0,3-4-190 0,-1-4-118 16,1-2-53-16,2-6-33 0,0-4-25 0,2-4-23 15,1-3-24-15,2-4-20 0,1-4-25 0,2-1-32 16,2-1-8-16,-1-1-13 0,5 4-3 16,-1-1-4-16,1 7-2 0,-1 3 4 0,-1 5-25 15,-2 5-18-15,0 4-11 0,-1 6-5 0,0 4 1 16,-1 4-4-16,0 3 11 0,5 6 8 0,-2 5 5 16,5 2 9-16,-2 8 8 0,2 3-1 15,0 6-4-15,2 3-1 0,-1 4 4 0,1 4-5 16,0 1-5-16,-1 3-1 0,0 3-5 0,-1-1-4 15,2 1-1-15,-4-2-3 0,3-2-1 16,-4-2-4-16,1-3-1 0,-3-2-1 0,1-3-5 0,-3-5-2 16,-1 0-3-16,-2-5-1 0,-3-2-10 15,-1-2-27-15,-2-2-65 0,-3-3-64 16,-4-2-100-16,-5-2-160 0,-1-4-248 0,-6-2-304 16,-2-1-230-16,-4-2-175 0,-2-2 160 15,-3-3 516-15</inkml:trace>
  <inkml:trace contextRef="#ctx0" brushRef="#br0" timeOffset="11016.83">9221 2846 38 0,'-2'-5'292'0,"2"0"159"16,0 1 132-16,6 1-45 0,2 1-183 0,3 2-99 15,3 0-43-15,2 0 15 0,3 2 14 0,0-1-3 16,5 2-40-16,3-1-51 0,1 1-29 16,2-2-51-16,3 2-34 0,2 0 13 0,0-2 1 15,0 3 2-15,1 0-1 0,0-1 4 0,-1 2-62 16,-3-3-128-16,0 5-270 0,-1-2-247 15,-4-2-185-15,0 2-91 0,-5 0 169 0,-1-4 315 16</inkml:trace>
  <inkml:trace contextRef="#ctx0" brushRef="#br0" timeOffset="11652.2">10021 2539 296 0,'3'-4'864'0,"1"-1"354"16,-2 1 3-16,-1-1-263 0,-1 3-330 0,2-2-211 16,0 3-92-16,-1 1-55 0,1 0-37 0,-1 0-26 15,1 1-35-15,1 1-43 0,-1 0-46 0,0 2-15 16,-1 2-7-16,2 3 0 0,-1 1 0 0,-2 5-9 16,0 4-4-16,-2 3-9 0,1 3-8 15,-1 3-8-15,-3 3-5 0,2 2-5 0,0 0-4 16,0 1 2-16,1 1 2 0,0-1-2 0,1 1-1 15,-1-1 3-15,2-3-1 0,2-2-7 0,-1-3-1 16,3-2-2-16,-1-3-1 0,3-5-2 16,-1-2-2-16,0-5 0 0,1-2 1 0,0-3 1 15,2-8-1-15,-1-3 2 0,2-7 2 0,-1-4 2 16,0-4-6-16,0-4-4 0,1-5 1 16,-2-1-3-16,-3-1-2 0,1-1-1 0,-3 0 7 15,-2 2 0-15,-2-3 1 0,-1 4 2 0,0-2 1 16,0 6 0-16,-1 2-1 0,1 5 1 0,2 2 1 15,-1 4-1-15,0 5-2 0,2 2-1 0,0 4-1 16,2 4 2-16,3 7-2 0,0 5 2 0,1 6 2 16,2 6 0-16,1 3 2 0,1 6 0 15,0 0-1-15,2 5 5 0,-1 0 1 0,3-1 4 16,0 0 0-16,-1 0 1 0,3-4 0 16,0-1-6-16,1-7-2 0,2-4-4 0,-3-6-1 15,1-5 1-15,-2-4-1 0,0-7 1 0,-2-7 2 16,1-6 1-16,-3-5 2 0,1-6-1 0,-2-5 3 15,-2-2-1-15,-1-4 0 0,-2-2 0 16,-2-1-6-16,-2-5-4 0,-1-2-4 0,-3 0 5 16,0-3 1-16,0-1-1 0,-2 2 5 0,0 1 3 15,-1 7 2-15,1 2-4 0,1 6-3 0,0 5 0 16,1 7-1-16,0 2-3 0,1 7 0 0,1 0-3 16,1 6-2-16,1 4-7 0,-1 6-9 15,5 2-18-15,-2 4-37 0,4 3-64 0,0 4-58 16,1 0-80-16,0 6-126 0,-1 0-155 0,2 6-218 15,-3 1-218-15,2 5-210 0,0 1-47 0,1 1 306 16,1 3 430-16</inkml:trace>
  <inkml:trace contextRef="#ctx0" brushRef="#br0" timeOffset="11934.08">10666 3201 89 0,'10'12'517'0,"-3"-6"371"0,-1-5 236 15,2-4-46-15,0-5-323 0,-2-6-190 16,2-4-93-16,2-3-53 0,1-6-68 0,0-4-66 15,-1-3-40-15,2-3-61 0,1-5-60 0,2-2-45 16,-2-2-31-16,4-3-13 0,-2 4-12 0,0 1-7 16,0 3-6-16,-1 7-2 0,-1 2 0 0,-4 8 0 15,1 3-2-15,-4 6-1 0,0 3 1 0,-1 5-1 16,-2 5 6-16,2 2 5 0,1 6 1 16,-1 7 1-16,-2 3 0 0,2 7 0 0,-2 4-5 15,2 4 0-15,1 5 0 0,-1 1 1 0,0 6-4 16,-1-2-1-16,1 3-1 0,2-3-4 0,0 1-4 15,0-4-12-15,-1 0-33 0,1-6-73 16,-3 0-72-16,1-6-143 0,-4-4-224 0,-1-6-318 16,0 0-321-16,-1-6-210 0,-4-5-44 15,-1-2 491-15,0-5 571 0</inkml:trace>
  <inkml:trace contextRef="#ctx0" brushRef="#br0" timeOffset="12133.5">10758 2851 301 0,'-2'6'927'0,"2"1"343"16,0 0-39-16,2 0-189 0,2 1-498 15,5-2-270-15,1 0-121 0,4 0-57 0,2-2-32 16,4 1-19-16,1-2-8 0,3 0-10 0,4-2-13 16,4 0-6-16,1-1-7 0,2 0-9 15,4-1-27-15,-2-2-62 0,1 0-164 0,-2-1-291 16,1-4-276-16,0 2-261 0,-2-2-203 0,-2-2 132 15,-3 1 551-15</inkml:trace>
  <inkml:trace contextRef="#ctx0" brushRef="#br0" timeOffset="12384.05">11339 2361 485 0,'4'-2'938'0,"-3"2"230"0,2 2-22 16,3 2-297-16,-1 2-294 0,3 5-137 16,0 2-53-16,3 5-34 0,-2 1-43 0,1 6-42 0,2 0-60 15,-2 6-66-15,1 1-49 0,-2 5-31 0,1 2-16 16,-2 4-11-16,-3 0-6 0,3 2-5 16,-4 2-3-16,-2-2-24 0,1-3-66 0,-1-1-68 15,-4-4-134-15,1-3-204 0,-3-4-318 16,0-4-318-16,-4-4-235 0,0-4-73 0,-3-3 453 15,-5-5 566-15</inkml:trace>
  <inkml:trace contextRef="#ctx0" brushRef="#br0" timeOffset="12620.01">11238 2476 288 0,'10'-22'888'0,"-1"4"339"16,0 1-17-16,1 0-166 0,2 4-459 0,4 1-197 15,0 2-70-15,3 0-36 0,2 3-30 0,2 3-27 16,0-3-44-16,2 6-61 0,0-2-52 16,2 3-28-16,1 2-17 0,-1 0-9 0,3 5-5 0,-4-1-3 15,2 3-3-15,1 1-10 0,-4 4-62 0,0 1-70 16,-4-1-161-16,-5 4-283 0,-2 2-304 16,-5 1-363-16,-4 2-246 0,-5 2 30 0,-3 0 669 15</inkml:trace>
  <inkml:trace contextRef="#ctx0" brushRef="#br0" timeOffset="13283.28">7693 4354 21 0,'-2'2'469'16,"-1"-2"417"-16,2 0 239 0,-1 0-30 16,2 0-355-16,0 0-315 0,0 1-184 0,0-1-113 15,3 0-41-15,4 3 9 0,1 0 2 16,3 0-1-16,5 2 2 0,1 0-3 0,2 1-24 16,1-2-37-16,2 3-19 0,1-1-10 0,2 2-5 15,0-2-3-15,-1-1-4 0,-2 2-3 16,2 0 0-16,-2-1 2 0,-2 0-16 0,-2 1-74 15,-1-4-142-15,-6 2-245 0,-1 0-274 0,-1 1-273 16,-6-2-206-16,1 0 122 0,-4-3 468 16</inkml:trace>
  <inkml:trace contextRef="#ctx0" brushRef="#br0" timeOffset="13566.24">8104 4311 118 0,'16'0'333'15,"-2"4"183"-15,3 1 174 0,1-1-106 0,4 2-86 16,0 2 25-16,2-1-3 0,0 4-27 16,-1-1-56-16,1 2-63 0,0 0-28 0,-3 2-31 15,-1-1-10-15,-2 2-26 0,-3 1-19 16,-2 0-21-16,-4 4-40 0,-6-1-47 0,-1 4-44 16,-5-1-24-16,-5 3-19 0,-3 3-22 0,-3 0-14 15,-4-1-14-15,-2 1-8 0,1-2-3 0,-2-2-2 16,-1-4 5-16,5 0 2 0,-2-3 0 15,6-2 0-15,1-5-13 0,4 0-22 16,1-5-45-16,4 0-69 0,1-2-70 0,6-3-138 16,2-3-228-16,5 1-304 0,5-4-288 15,4-1-208-15,3-3-55 0,4-1 471 0</inkml:trace>
  <inkml:trace contextRef="#ctx0" brushRef="#br0" timeOffset="14137.07">9191 4307 165 0,'7'4'809'0,"-2"6"443"0,-2 1 30 16,0 2-179-16,1 5-380 0,-1 1-267 0,0 3-116 16,3 2-59-16,0 2-35 0,-1 4-28 0,0-1-43 15,0 3-64-15,1 1-46 0,2 0-27 16,-2 1-14-16,2-1-9 0,0-1-6 0,0-1-3 15,-2-4-1-15,1-3-2 0,-1-1 1 0,-1-4-2 16,-1-5-1-16,-2-1 2 0,1-4 0 16,-3-1 1-16,0-4 0 0,-2-1 0 0,-1-3 2 15,-3-3-3-15,0-1-4 0,-2-6 0 0,1-1-2 16,-3-4-2-16,0-1-2 0,0-4 0 16,1-2 1-16,1-3-2 0,2-2-1 0,1 0 3 15,3-2 3-15,4 0 3 0,1-1 1 16,2 1 3-16,5 0 3 0,2-1-2 0,4 2-1 15,1 1-2-15,1 0 0 0,2 1-1 0,1 3-3 16,0 1 1-16,1 2-1 0,0 2 1 16,-2 1 0-16,-1 3 1 0,0 3 0 0,-3 0 0 15,1 5 0-15,-4 0 0 0,-2 3 0 16,-3 3 1-16,0 1 2 0,-3 4 3 0,-2 3 5 16,-3 2 3-16,-2 3 4 0,-1 1 3 15,-3 3 2-15,-4 1 0 0,-1 3-3 0,-1 1-4 0,-4 4-6 16,0 1-3-16,-4 0 3 0,0 3 3 15,1 1 2-15,-1 1 0 0,2-1 2 0,1 1 0 16,1-1-6-16,2 0-4 0,5-5-3 16,2 2-7-16,2-5-5 0,5 0-3 0,2-3 3 15,4-3-3-15,2 0 5 0,6-4 8 0,-1-2 4 16,3-2 3-16,6-2-5 0,0-6 2 16,3-1-6-16,2-4-8 0,2-2-19 0,-2-1-42 15,1-2-74-15,-1-2-84 0,-2-1-164 16,-1 0-282-16,0 2-319 0,-5-1-313 0,0 1-180 15,-5 2 121-15,0 1 630 0</inkml:trace>
  <inkml:trace contextRef="#ctx0" brushRef="#br0" timeOffset="14450.99">9872 4410 241 0,'1'0'850'16,"-1"4"375"-16,0 3 1 0,0 6-162 0,2 4-407 16,-1 2-213-16,-1 6-94 0,4 3-54 0,-1 4-31 15,0 4-32-15,2 2-59 0,1 4-65 0,2 0-43 16,3 2-28-16,0-3-14 0,2 0-10 16,0-7-7-16,2-3-2 0,0-6-4 0,0-4 1 15,0-8-1-15,0-5-1 0,-2-7 1 16,0-7-1-16,1-7 1 0,-1-5 2 0,-1-6-2 15,1-3 2-15,-1-4-1 0,1-6 0 0,-2 0 0 16,2-4-4-16,-2-2 1 0,0-2-3 16,3-1-16-16,-4 2-70 0,-1 0-82 0,-1 4-174 15,-2 2-283-15,-4 5-325 0,-2 5-367 16,0 4-215-16,-3 9 135 0,0 5 704 0</inkml:trace>
  <inkml:trace contextRef="#ctx0" brushRef="#br0" timeOffset="14782.62">10538 4264 171 0,'4'-5'575'0,"-2"0"318"0,1 6 181 16,3 4-100-16,-3 3-300 0,2 6-204 15,0 2-92-15,2 7-33 0,0 4-40 0,1 3-33 16,0 3-26-16,0 4-29 0,1 3-41 0,-2 1-45 16,-1 5-38-16,1 2-35 0,-1 2-27 0,0 2-13 15,-3 1-9-15,2-5-9 0,-2-4-33 16,0-3-63-16,-1-7-52 0,-2-6-83 15,0-6-142-15,-2-7-203 0,-2-5-285 0,-1-5-217 0,-3-7-204 16,-3-5 33-16,-2-8 431 0</inkml:trace>
  <inkml:trace contextRef="#ctx0" brushRef="#br0" timeOffset="14984.2">10406 4335 128 0,'5'-6'709'0,"3"3"421"15,0 1 83-15,1 2-140 0,-1 2-414 0,6 1-322 16,-1 0-164-16,3 3-74 0,0-2-40 16,4 2-15-16,1-1-12 0,3-1-12 15,2 2-6-15,3-2-10 0,1 0 2 0,2-2-29 16,-1 1-108-16,-1-2-180 0,0-1-292 0,0 1-263 16,-1-1-263-16,-3-1-115 0,1-3 314 15,-1 0 493-15</inkml:trace>
  <inkml:trace contextRef="#ctx0" brushRef="#br0" timeOffset="15183.09">11158 4128 96 0,'-2'3'697'0,"2"6"489"15,-3 4 145-15,-1 4-79 0,1 4-336 16,0 4-343-16,0 4-182 0,-2 2-100 0,-1 7-70 16,1 2-74-16,2 4-64 0,-2 2-38 15,2 1-20-15,1 1-12 0,1-2-5 0,-1 3-13 16,2-5-47-16,0 3-68 0,0-4-105 0,0-1-178 15,-1-1-298-15,-1-1-328 0,2 1-301 16,0-2-170-16,2-1 272 0,-1-1 636 0</inkml:trace>
  <inkml:trace contextRef="#ctx0" brushRef="#br0" timeOffset="15789.82">11576 4189 107 0,'2'-5'452'0,"-1"0"304"16,1 0 207-16,1 2-66 0,-1 3-215 15,-2 0-152-15,3 3-119 0,-3 2-77 0,0 2-32 16,2 5-12-16,-1 1-9 0,1 4-21 16,2 1-16-16,-4 4-25 0,2 2-35 0,-4 5-44 15,2 0-41-15,-1 3-28 0,-2 0-16 0,1 2-7 16,1 3-6-16,-1 0-5 0,2 1-6 0,-3 0-5 15,3 3-2-15,0-1-6 0,0 1-5 16,3-2-3-16,0 0-1 0,2-3-2 0,-1-3-2 16,3-2-3-16,1-1 0 0,0-5-2 0,4-1 0 15,-2-4 1-15,4-3 0 0,-1 0-1 16,1-4 0-16,0-3-1 0,2 0 0 0,3-4-1 16,-2-3-2-16,-1-2-6 0,3-2-15 15,0-2-41-15,-1-2-69 0,-2-1-62 0,-1-1-120 16,0-3-180-16,-1 0-306 0,-2 0-283 15,2-1-211-15,-4-1-127 0,4 2 328 0,-4-2 567 16</inkml:trace>
  <inkml:trace contextRef="#ctx0" brushRef="#br0" timeOffset="16365.15">12203 4261 139 0,'-2'-4'649'0,"0"1"433"0,1 0 147 16,-2 1-152-16,1 1-382 0,0 2-210 0,1 3-96 15,-1 3-61-15,2 1-36 0,0 5-34 0,0 2-25 16,0 4-46-16,0 4-54 0,0 2-36 16,0 4-24-16,-2 2-9 0,2 3-9 0,0 1-6 15,0 2-5-15,0 4-8 0,0 0-5 16,0 5-6-16,2 1-7 0,3 0-7 0,-2 0-4 15,4 2-3-15,3-4-4 0,0-1 0 16,1-2-1-16,3-3 0 0,2-3-1 0,1-3 1 16,0-4 0-16,1-4 1 0,3-2-1 0,-2-7-1 15,5-3-2-15,-1-4-10 0,0-7-16 0,0-3-42 16,-1-7-73-16,0-4-77 0,-1-3-138 16,1-5-197-16,-2-4-313 0,-2-1-299 0,-1-5-200 15,-1 0-50-15,-2-3 435 0,-4 0 545 16</inkml:trace>
  <inkml:trace contextRef="#ctx0" brushRef="#br0" timeOffset="16623.59">12343 4264 485 0,'2'12'1344'0,"-1"-3"275"0,2 0-241 15,2-1-311-15,3-1-504 0,3-2-270 0,0-2-148 16,3-2-71-16,1 1-33 0,4-4-16 0,-3 1-9 16,4-2-2-16,2 0-6 0,-1-1-2 15,2-1-2-15,-1 1-4 0,-2 2-42 0,-1 0-68 16,-5 4-130-16,-2 0-229 0,-2 3-295 16,-5 3-345-16,-2 2-304 0,-5-1-99 0,-4 0 480 15,-4 2 647-15</inkml:trace>
  <inkml:trace contextRef="#ctx0" brushRef="#br0" timeOffset="16799.43">12299 4693 126 0,'3'16'745'0,"0"-2"457"0,0-2 66 16,0-3-165-16,1 0-395 0,2-3-361 0,2-1-171 15,3 1-85-15,-2-4-41 0,4 0-20 0,1 0-14 16,1 0-9-16,2-2-6 0,1 0-7 15,0 0-8-15,1 0-53 0,-1-2-141 0,-1 2-247 16,-2 2-272-16,-2-1-269 0,-1 2-238 0,-3 1 26 16,-1-1 473-16</inkml:trace>
  <inkml:trace contextRef="#ctx0" brushRef="#br0" timeOffset="24798.66">4999 6634 90 0,'0'-3'321'0,"-3"0"183"0,3-2 197 0,-2 3-37 15,2-3-62-15,0 0-22 0,0 3-29 16,-3-1-39-16,3-2-63 0,-2 2-48 0,1-1-56 15,1 1-41-15,0 0-35 0,0-1-34 0,0 0-30 16,0 3-38-16,0 0-38 0,0-1-36 16,0 0-21-16,0 2-18 0,0-2-12 0,0 2-12 15,0 0-6-15,0 2-7 0,0-2-3 16,0 2-6-16,0 2-1 0,0 1-3 0,0 2 2 16,-2 4-1-16,2-1-2 0,0 2 0 15,-1-1-3-15,1 2 0 0,-2-2-2 0,2 1-1 16,2 0 0-16,-2 0-1 0,1 1 2 0,1-3-1 15,1 5 1-15,2-1 1 0,0 1 0 16,2 1 7-16,1 2-2 0,4 1-2 0,0 1 0 16,-1 3 0-16,2-2 0 0,3 3-7 0,-2-1 4 15,2-3 1-15,-2-1 1 0,3-1-2 16,-4-6 1-16,4-2 0 0,-4 0-2 0,3-7 0 16,-2 0-1-16,0-6 1 0,1 0 6 0,-2-7 5 15,0 0 2-15,1-4 1 0,-2-2-1 0,-3-1 2 16,2-1-5-16,-3-2-5 0,0 3-1 15,0-1 1-15,-2 1 1 0,0-1-6 0,-2 2-2 16,-3 1-1-16,1-1 4 0,-2 3 3 16,0-1 3-16,-2 1 10 0,-3 0 3 0,1 0 1 15,-4-2-1-15,0 2-5 0,0-1-4 0,0 0-3 16,-3-1-1-16,2 0-2 0,-3 0-2 16,3-1-1-16,1 2 0 0,0 2 0 0,2-1-2 15,0 2-1-15,1 2 0 0,2-1-2 16,1 3 0-16,2 0-3 0,0-1-4 0,3 4-10 15,1 1-23-15,0 1-55 0,4 4-65 0,0 1-121 16,0 4-176-16,0 2-298 0,3 1-321 16,-2 4-264-16,1 2-152 0,2 0 348 0,1-1 597 15</inkml:trace>
  <inkml:trace contextRef="#ctx0" brushRef="#br0" timeOffset="25147.8">5717 6628 217 0,'9'-21'717'16,"-2"-1"328"-16,-2-2 126 0,-1 3-161 0,-1-3-351 15,0 0-169-15,0-1-79 0,2 3-46 0,-2 3-64 16,2-1-52-16,0 4-43 0,-2 2-64 16,2 2-62-16,-4 3-26 0,1 3-18 0,1 1-7 15,-1 3 4-15,1 3 8 0,3 3 3 16,1 8 5-16,0 2 3 0,3 5 2 0,0 7-5 15,2 4-9-15,-1 3-6 0,2 2-8 0,-1 3-8 16,1 2-5-16,1 0-1 0,-1-2-1 16,1-1 1-16,-1-4-1 0,-2-3-2 0,3-3 1 15,-3-3-7-15,-1-5-3 0,-1 0-2 0,-1-6-1 16,-1-2 0-16,-4-1 1 0,0-4 0 16,1 0-1-16,-4-3-7 0,0-3-14 0,-1 0-23 15,-5-4-49-15,1-2-66 0,-3-2-72 0,-2 0-120 16,-2-4-154-16,-3 1-196 0,-2-3-241 15,0-1-223-15,-4-1-150 0,-1-3 195 0,1-5 429 16</inkml:trace>
  <inkml:trace contextRef="#ctx0" brushRef="#br0" timeOffset="25330.16">5718 6585 194 0,'-20'-32'509'15,"3"2"336"-15,1 1 206 0,3 2-166 0,0 2-209 16,5 2-149-16,0 0-139 0,2 0-115 0,2 1-79 16,2-1-66-16,2 1-49 0,3 0-31 15,5-3-23-15,0 2-8 0,1 0-10 0,4 0-3 16,0 2-2-16,1 2-2 0,5-1 0 0,1 1 0 15,1 4 0-15,3 1-2 0,1 2 2 16,2 5 1-16,1 1-6 0,-1 6-18 16,0 3-58-16,0 3-113 0,-2 4-140 0,0 5-303 15,1 3-269-15,-3 5-237 0,0 4-45 0,0 0 323 16,-1 6 419-16</inkml:trace>
  <inkml:trace contextRef="#ctx0" brushRef="#br0" timeOffset="25737.54">6406 6592 373 0,'0'3'899'0,"0"-1"327"0,-5-4 8 0,0 2-206 16,-2-3-277-16,1 2-215 0,-1-1-132 15,-1-1-82-15,2 2-61 0,-2 0-85 0,3 1-68 16,-1 0-44-16,3 2-28 0,-2 3-16 0,2 2-12 16,1 5-6-16,-1 3-3 0,3 3-2 0,0 0-1 15,3 2-3-15,0 1 2 0,2-4-1 16,0 2 2-16,1-4 0 0,2-2 0 0,1-2 1 15,0-4-2-15,0 1 0 0,0-6 2 16,-1 1-1-16,0-3 3 0,-1 0 1 0,2-3 1 16,-3-3 2-16,-1 2 2 0,2-7 1 15,-3 1-2-15,2 0 1 0,-1-2 0 0,-2 1-1 16,-1-1 1-16,1 3 0 0,-3-2-1 0,2 4 0 16,-2 1 0-16,-2 0 1 0,2 3-1 15,-3 2-2-15,1 1-1 0,-1 1-1 0,-2 4-2 16,1 4-3-16,-1 1 1 0,-1 3-2 0,-1 6 1 15,1-1 1-15,0 3 1 0,1 1 1 16,0 1 0-16,2-1 1 0,2-1 0 0,-1 0-7 16,4-1-26-16,1-3-68 0,0 0-65 15,2-8-100-15,4-3-164 0,-1-4-289 0,3-4-307 16,3-5-229-16,2-4-157 0,3-4 206 0,-1-3 558 16</inkml:trace>
  <inkml:trace contextRef="#ctx0" brushRef="#br0" timeOffset="25924.62">6846 6536 453 0,'7'0'1012'16,"-3"5"262"-16,-3 1-75 0,-1 3-255 15,-1 4-338-15,1 4-193 0,-2 3-103 0,2 1-57 16,0 3-35-16,-2 3-44 0,2 1-69 16,0 1-50-16,2 2-28 0,-2-3-12 0,3 1-8 15,0 0-7-15,1-7-57 0,0 1-61 0,0-4-125 16,-1-4-210-16,0-2-299 0,-1-2-345 15,-2-3-254-15,-2-7-126 0,-1-1 424 0,1-5 616 16</inkml:trace>
  <inkml:trace contextRef="#ctx0" brushRef="#br0" timeOffset="26080.94">6778 6529 125 0,'-10'-32'766'0,"1"7"536"0,1 6 134 15,-2 4-154-15,4 3-410 0,-2 3-362 0,0 3-178 16,3 1-110-16,2 2-80 0,0 3-63 15,1 1-39-15,2 4-23 0,4 0-11 0,2 3-4 16,2 2-4-16,3 3-17 0,0 2-61 0,2 2-56 16,1 0-87-16,0 2-156 0,2 0-253 15,-2 1-310-15,4 0-234 0,0 0-189 0,-2-1 118 16,2 1 530-16</inkml:trace>
  <inkml:trace contextRef="#ctx0" brushRef="#br0" timeOffset="27114.58">7532 6448 196 0,'-3'-3'357'0,"3"2"140"16,-2-1 34-16,-1-1-155 0,0 0-105 15,1 2-50-15,-3-2-16 0,2 1-13 0,0 0-11 16,-2-2 8-16,2 2 4 0,0 2 4 0,0 0 29 16,0-3 27-16,1 3 7 0,2 0-10 15,-1 0-17-15,-1 0-20 0,0 0-38 0,1-1-35 16,-1 1-18-16,1-1-21 0,-1 1-12 15,-1 0-11-15,1 1-6 0,-1-1 11 0,0 1 20 0,2 2 30 16,-1-3 25-16,0 2 15 0,1 2-1 16,-1-3-15-16,1 2-25 0,-3-1-36 0,3 0-26 15,-2 1-23-15,-1 0-17 0,1 2-12 16,0-1-10-16,0 2 3 0,0 2-4 0,-2 2-1 16,2 4 4-16,-2 2 2 0,2 7 9 0,-2 2 1 15,2 6 8-15,-3 2 3 0,1 5-2 16,0 1-1-16,2 1-7 0,0-3-3 0,1-1-8 15,-1-5-5-15,3-2-2 0,0-5-5 16,2-5-2-16,-1-1-1 0,3-5-2 0,0-5 1 16,1-3 1-16,4-5 2 0,1-5 1 15,1-3-1-15,3-6 2 0,2-2 0 0,1 0-1 16,1-1 1-16,1-2-1 0,1 2 2 0,0 3-2 16,0 2 0-16,0 0 1 0,0 2-1 0,-2 4 1 15,0 4-2-15,-1 0 0 0,-2 4 1 16,0 3-3-16,-2 1 3 0,1 1 0 0,-3 3 0 15,-1-1 2-15,1 2-1 0,-2 1 0 16,-1-2 0-16,0 1 1 0,-2 0 0 0,1-1 0 0,-2 0 0 16,-1-2 0-16,2-1 0 0,-2-1-1 15,-1 0-2-15,0-2 1 0,0 1-2 0,-1-3-1 16,1-2 1-16,-1 0 0 0,1 0 2 16,0-5-1-16,0-3 1 0,3-2 3 0,-3-3 0 15,2-3 0-15,0-5 1 0,0-1 2 16,-2-2 0-16,3-5-1 0,-1 1 0 0,-2-2-3 15,2 0-1-15,0-1-1 0,0 3-1 0,-2 0 0 16,1 4 0-16,-1 4 0 0,-3 4 3 0,3 1-1 16,-3 5-1-16,0 1-3 0,0 3-7 15,-1 3-9-15,-1 2-19 0,1 3-37 0,-1 3-63 16,-1 4-54-16,2 0-78 0,-1 3-123 16,1-2-142-16,1 3-159 0,0 0-194 0,1 0-232 15,2 2-87-15,2 0 201 0,1 1 375 0</inkml:trace>
  <inkml:trace contextRef="#ctx0" brushRef="#br0" timeOffset="27380.08">8158 6941 45 0,'16'16'337'0,"0"1"223"0,-5-5 212 0,1-1 79 16,-2-2-129-16,-2-4-108 0,-2 1-59 16,0-6 2-16,-1-6-25 0,-2-1-75 0,0-3-102 15,-1-5-69-15,1-3-54 0,-1-2-64 0,-2-4-49 16,0 2-32-16,-2-4-16 0,1 3-12 15,-4-3-10-15,-2 3-10 0,-2-3-11 0,1 3-9 16,-3 1-6-16,1 0-4 0,-2 4 0 0,1 4-2 16,-2 2 0-16,2 5-3 0,0 1-3 15,-1 6 1-15,2 6-5 0,0 1-1 0,1 5 0 16,1 4-1-16,3 0 0 0,2 6-8 16,3-1-15-16,0-1-29 0,3 4-64 0,2-2-63 15,-2-1-80-15,4-2-139 0,0 0-206 0,3-3-295 16,1-4-222-16,3-2-195 0,2-4 13 15,1-3 453-15</inkml:trace>
  <inkml:trace contextRef="#ctx0" brushRef="#br0" timeOffset="27647.16">8425 6595 114 0,'-4'-19'770'0,"2"2"652"0,-3 2 160 15,2 5-243-15,-2-1-438 0,2 4-367 0,0 1-188 16,1 1-139-16,1 3-91 0,2 0-50 15,1 2-33-15,3 3-24 0,3 0-12 0,1 4 0 16,5 2 2-16,1 0 0 0,2 1 2 0,3 4 4 16,-2 2 5-16,2 1-7 0,2 3-3 15,-2-1-1-15,2 6-7 0,-2-2-13 0,-4 4-22 16,1 2-34-16,-4-1-45 0,-5 0-41 0,-2 1-35 16,-3-4-21-16,-3 2-6 0,-3-2 12 15,-3-4 0-15,0-2-51 0,-4-6-85 0,-1-3-107 16,3-4-172-16,-1-3-270 0,-1-3-162 15,1-3 55-15,2-5 262 0,3-3 311 0</inkml:trace>
  <inkml:trace contextRef="#ctx0" brushRef="#br0" timeOffset="27798.99">8651 6753 296 0,'10'1'829'0,"-1"4"369"0,-1 2 102 16,0 5-168-16,-3 2-307 0,3 5-256 15,-1 1-164-15,-2 3-97 0,2 2-86 0,-1 2-95 16,-1-2-58-16,2 1-34 0,0-2-17 15,-1-2-19-15,1-3-74 0,-2-2-92 0,1 0-190 16,-2-7-278-16,1-4-326 0,0-3-399 0,-2-6-232 16,-1-4 180-16,1-7 755 0</inkml:trace>
  <inkml:trace contextRef="#ctx0" brushRef="#br0" timeOffset="27980.78">8809 6388 185 0,'-3'-18'1097'0,"-3"7"588"15,-2 1-139-15,-1 5-330 0,-1 4-435 0,2 5-341 16,0 0-214-16,0 5-96 0,0 1-48 16,3 4-29-16,2 0-23 0,-1 2-12 0,4 0-9 15,3 1-6-15,0-1-6 0,2 2-8 0,1-2-41 16,2 0-79-16,1-1-136 0,-1-1-250 0,0 0-302 16,2-1-369-16,-1 0-357 0,1-3-68 15,-2 1 583-15</inkml:trace>
  <inkml:trace contextRef="#ctx0" brushRef="#br0" timeOffset="29030.49">10411 6264 366 0,'0'-8'832'16,"0"0"328"-16,-2 1 33 0,-1 1-274 0,0 0-239 15,1 2-133-15,1 2-104 0,1-1-78 0,-2 3-62 16,2-1-54-16,0 1-80 0,-1 1-67 15,-1 4-41-15,-1 2-24 0,2 7-20 0,-1 7-12 16,2 7 1-16,-1 8 1 0,2 8 10 0,-1 7 5 16,3 4 6-16,0 5 4 0,0-1-5 15,2 0-2-15,1-5-12 0,1-4-7 0,1-3-3 16,3-9-3-16,0-6-2 0,3-5-2 0,0-6-2 16,2-7 0-16,-2-9 2 0,2-5 2 15,0-6 1-15,0-8 3 0,-2-6 1 0,0-7 1 16,-3-3 0-16,1-6 1 0,-2-5-1 0,0-2-1 15,-4-2 0-15,-1-1 0 0,-2-1-3 16,-1-1 0-16,-4 1 0 0,-1-2 0 16,0 1 0-16,-2 2 0 0,0 3-2 0,2 4 1 15,-2 7 1-15,1 3 1 0,2 4-2 0,1 8 1 16,-1 2 0-16,1 3 0 0,-1 4-2 0,2 2 0 16,3 2 0-16,-1 4 1 0,1 4 0 0,4 3 1 15,0 5 3-15,1 4-1 0,0 5 3 16,1 2 6-16,2 6 5 0,-3 4 3 0,3 5 0 15,-3 2 0-15,-1 3-1 0,1-1-7 16,-1-1-6-16,1-1-2 0,0-5-3 0,0-1-2 0,3-6-2 16,0-4 0-16,0-4 0 0,0-4 0 15,1-2 0-15,0-6 1 0,-1-2 3 16,2-4 1-16,1-5 1 0,-1-3 1 0,2-6 0 16,0-1 1-16,0-2-2 0,1-2 0 0,2 0-1 15,-2 3-1-15,-1-1-1 0,1 5 0 16,0 0 0-16,-2 3-1 0,2 7 0 15,-2 0 0-15,2 8 1 0,-2 3 1 0,0 3 0 0,-1 5-1 16,1 2 0-16,-1 5 0 0,-2 0 0 16,3 1-1-16,-1 2 0 0,-1-4 0 0,3 1 0 15,-1-5-1-15,-1-1-1 0,2-6-2 16,-2-3-2-16,0-7-2 0,-1-4-2 0,1-4-1 16,0-3-1-16,-2-9 0 0,0 0 1 0,1-5 4 15,0-3 1-15,0-3 3 0,-2-3 3 0,-1-3 1 16,1 1 2-16,-1-4 0 0,-1 1 0 15,-3 1 0-15,1 2 1 0,-1 2 1 0,-4 3 0 16,-1 3 2-16,0 4 2 0,-1 3 0 16,-4 5 0-16,1 4 0 0,-3 3-1 0,-1 5-1 15,-1 6-1-15,-2 5-1 0,-1 5 0 0,-1 6 0 16,1 3 0-16,1 6-1 0,-1 2-1 16,2 4 0-16,0 6-1 0,3 1-1 0,2 0 0 15,0 0-1-15,5-2-1 0,3-4 0 0,2-5-7 16,4-1-21-16,1-5-73 0,1-5-80 15,5-2-169-15,-2-4-284 0,5-3-333 0,-1-4-389 16,0-2-230-16,0-1 87 0,-2-4 732 16</inkml:trace>
  <inkml:trace contextRef="#ctx0" brushRef="#br0" timeOffset="30013.89">11649 6991 304 0,'-6'6'599'16,"1"0"231"-16,2-3 76 0,1 0-278 0,2-6-176 15,2 0-87-15,1-6-48 0,2-3-21 0,1-6-5 16,3-4-15-16,3-7-27 0,0-2-7 15,4-5-29-15,0-3-7 0,4-5 1 0,-1 0-17 16,-1 3-26-16,2-1-38 0,-4 3-28 16,0 3-18-16,-2 6-24 0,-3 4-3 0,-3 5-3 15,-1 4-3-15,-3 6-1 0,2 0-13 0,-2 5-6 16,-3 6-11-16,2 3-8 0,-3 8-2 16,2 3-3-16,-2 8 1 0,0 3-2 0,2 5-1 15,1 5 7-15,-2 1 1 0,4 3 0 0,0-1 2 16,1 2 3-16,-1-1 0 0,1-3-5 15,1-3-1-15,-1-4 0 0,3-3-4 0,-1-4-1 16,-1-3-3-16,1-6 0 0,2-3-3 16,-1-6 1-16,-1-4-1 0,2-6 1 0,0-4 0 15,1-6 1-15,1-5 4 0,-2-4-2 0,1-1 2 16,3-2 0-16,-4 0 1 0,0 0-2 0,0 1 0 16,-2 5-1-16,1 2 0 0,-2 4-1 15,-2 2 1-15,-2 4-1 0,0 4 0 0,0 3 2 16,2 5 0-16,-3 3 5 0,3 7 4 15,-1 4 1-15,-1 3 2 0,2 5-1 16,-2 0 0-16,2 1-3 0,0 1-5 0,0-2-2 16,1-2-1-16,-2 1 0 0,3-4-1 0,-1-2-2 15,1-4-1-15,0-3 0 0,0-1 1 0,-1-5 1 16,2-4 0-16,-1-4 1 0,2-7 1 0,-1-4 1 16,0-3-1-16,1-5 1 0,-1-1-1 0,3-3 0 15,0-1 1-15,-1-1-2 0,1 1 1 16,0 1-1-16,-2 1 1 0,1 4-1 15,-2 2-1-15,1 2-1 0,-1 4 0 0,-3 6 1 16,1 2 0-16,0 3 2 0,1 4 2 0,-1 7 0 16,-1 2 1-16,0 5-4 0,0 6 2 0,1 2-2 15,-3 3-3-15,0 4-1 0,0-1-1 16,2 1 2-16,1 0-2 0,0-3-1 0,1-3-8 16,2-3-24-16,-1-5-69 0,3-2-68 0,0-5-133 15,-1-7-210-15,4-2-312 0,-1-5-340 16,2-7-238-16,0-4-103 0,4-8 448 0,-2-3 613 15</inkml:trace>
  <inkml:trace contextRef="#ctx0" brushRef="#br0" timeOffset="30198.21">12821 6466 400 0,'11'-10'963'0,"-5"5"296"16,-1 7-15-16,-2 6-175 0,-3 8-335 0,0 4-246 16,0 5-132-16,-3 3-75 0,0 6-59 15,-1 1-82-15,0 6-59 0,0-1-29 0,0 4-16 16,1-2-8-16,1 0-8 0,1-3-8 0,2-3-5 15,1-5-17-15,1-8-55 0,1-4-72 16,0-7-115-16,0-4-200 0,0-7-302 0,-1-6-347 16,0-2-286-16,0-6-135 0,-1-5 369 0,-1-5 647 15</inkml:trace>
  <inkml:trace contextRef="#ctx0" brushRef="#br0" timeOffset="30347.4">12813 6278 503 0,'-5'-19'1038'0,"-2"7"236"0,-2 5-89 0,0 3-269 16,1 4-407-16,1 5-222 0,-2 2-112 0,4 4-55 16,1-1-33-16,2 3-28 0,2 2-32 0,2-2-16 15,2 4-28-15,3-2-36 0,2 0-106 16,-1 1-167-16,2 1-292 0,2 2-284 0,-1-2-260 16,2 1-160-16,4-1 271 0,-4 3 530 15</inkml:trace>
  <inkml:trace contextRef="#ctx0" brushRef="#br0" timeOffset="31148.51">13194 6574 7 0,'-3'-5'461'0,"1"3"460"16,-1 1 283-16,-2 1-24 0,0 1-334 0,0 4-215 15,2 1-141-15,-1 2-110 0,2 4-76 16,-1 3-45-16,2 0-42 0,-1 4-73 0,2 1-57 16,0 4-30-16,2-2-18 0,-1 1-14 15,4 0-10-15,1-3-5 0,0 0-3 0,2-5-6 16,2-1 1-16,4-6 0 0,-1-2 1 0,2-6-1 15,1-1-2-15,0-6 2 0,2-5-1 16,0-5 1-16,3-2-2 0,-2-2 1 0,2-2 3 16,-3-1-3-16,0 2 0 0,-1-1-2 15,1 4 1-15,-3 1-1 0,0 4-1 0,-3 2 2 16,-1 2-2-16,-1 4 2 0,-1 1 2 0,-2 5 0 16,-1 5 2-16,-1 4 1 0,0 3 0 0,-2 2-1 15,1 6 5-15,-1 1 3 0,-1 3 1 16,1 1-1-16,1 1 2 0,-1 0 1 0,3 0-6 15,2-1-4-15,0-5-3 0,1 1-1 16,3-4-2-16,2-2 0 0,0-6 0 0,3-4 0 16,-1-5 1-16,3-5-1 0,1-4 1 0,-2-4 0 15,4-2-1-15,-2-2 0 0,0-1-1 16,0 0 2-16,-1 1 0 0,-1-1-1 0,0 4 1 16,-1 2 1-16,-4 3 0 0,2 4-2 0,-1 4 0 15,-3 2 1-15,0 5-1 0,2 2 0 0,-4 4 1 16,1 1 0-16,2 3 1 0,-4 1-1 15,2 1 2-15,-1 0-1 0,-1-2 0 0,3 1 1 16,-1 0-1-16,-1-5-10 0,3-2-20 16,0-4-46-16,-1-3-66 0,0-4-57 0,2-5-60 15,-2-5-63-15,3-4-70 0,-3-2-34 0,0-5 4 16,3-2-3-16,-2-1-13 0,2-5 11 0,-2-2 60 16,1-2 77-16,1-1 74 0,-2 0 67 15,0-3 69-15,-3-1 76 0,-2-2 74 0,-4 2 93 16,0 2 120-16,-3 1 121 0,-3 6 56 15,-2 3 76-15,0 7 57 0,-4 3-44 0,-3 9-86 16,-3 6-89-16,-4 8-66 0,3 8-77 16,-3 6-76-16,2 8-43 0,1 6-28 0,2 4-23 15,1 4-15-15,5 5-14 0,3 6-12 0,4 5-5 16,1 1-4-16,3 1-4 0,4-1-3 16,2-2-2-16,3-5-1 0,3-7-3 0,2-6-6 15,1-7-6-15,4-7-23 0,-2-6-58 0,1-6-70 16,-1-6-75-16,-2-7-156 0,-2-1-280 15,-1-8-318-15,-2-3-259 0,0-3-192 0,-4-2 32 16,-4-2 597-16</inkml:trace>
  <inkml:trace contextRef="#ctx0" brushRef="#br0" timeOffset="32150.06">5209 8169 302 0,'2'1'527'0,"1"-2"171"15,2 0 69-15,4-3-258 0,4 1-160 0,4-1-39 16,2-2 39-16,5-1 39 0,4 4 13 16,4-4-35-16,1 3-61 0,2 0-45 0,2 2-58 15,0-1-48-15,-2 3-32 0,-2-2 48 0,-1 4 13 16,-4 1 0-16,-3-1-4 0,-5 3 0 16,-5 2 1-16,-3 2-43 0,-6 4-19 0,-3 1-13 15,-4 2-16-15,-6 3-16 0,-4 2-17 0,-3 5-15 16,-4 0-11-16,-4 4-13 0,0-1-7 15,0 4-3-15,-2 0-1 0,2 1 0 0,3-1-1 16,0-1-6-16,2 1-2 0,4-3-4 16,2-3-2-16,3 1-1 0,2-3-2 0,6-3 8 15,0-2 4-15,2-3 2 0,2-1-1 0,5-3 1 16,1-1 0-16,0-3-3 0,5-1 0 16,-2-4-1-16,6 0 2 0,-1-4-3 0,4-2-11 15,1-2-17-15,1-4-36 0,4-1-74 0,-2 0-70 16,2-5-123-16,1-2-166 0,3-2-270 0,-1-2-301 15,1-3-209-15,1-2-144 0,-3 0 279 16,0-2 536-16</inkml:trace>
  <inkml:trace contextRef="#ctx0" brushRef="#br0" timeOffset="32448.95">6085 8363 91 0,'6'-16'642'0,"-2"4"472"16,-6 2 155-16,-1 5-88 0,-4 3-307 0,-2 2-256 16,-2 2-172-16,-1 6-104 0,-1 1-61 0,-2 3-55 15,1 1-82-15,1 4-57 0,1 1-42 16,2 1-19-16,4 3-16 0,1 0-11 0,4 0-4 15,2-1-6-15,1 0 6 0,3-2 0 16,1-2 0-16,5-3 1 0,2-2 0 0,1-4-2 16,2-1 2-16,0-7 7 0,4-2 5 0,-1-5 1 15,0-3 1-15,2-3 2 0,-4-2-2 16,2-1-6-16,0-3-4 0,-5 1 0 0,0 2-2 16,-2 1 0-16,-1 5 0 0,-2-1 0 15,-3 5 0-15,-1 1 1 0,0 4 1 0,0 5 4 16,-2 4 2-16,1 3 1 0,-2 7 0 0,1 4 0 15,0 4-1-15,-1 2-4 0,1 4-2 16,2 0-1-16,0-3-4 0,4 0-15 0,2-2-70 16,-1-5-68-16,2-4-113 0,1-4-197 0,3-5-310 15,-2-5-345-15,5-5-238 0,-3-6-118 16,1-6 356-16,-4-8 622 0</inkml:trace>
  <inkml:trace contextRef="#ctx0" brushRef="#br0" timeOffset="32715.39">6463 8169 338 0,'-8'-18'977'0,"0"1"338"0,2 7-68 16,1 4-221-16,4 1-485 0,-1 7-273 15,5 2-131-15,2 5-68 0,1 4-34 0,7 3-13 16,1 3 36-16,5 4 13 0,0 2 6 0,3 4 23 16,3 0 48-16,2 5 11 0,-3-1-24 0,0 3-15 15,1 0-7-15,-1 1-22 0,-4 1-38 16,0-2-24-16,-3 1-4 0,-3-2-2 0,-2-2-2 15,-2-1-2-15,-5-1 5 0,0-1 6 16,-4-5-7-16,-2-1-2 0,-1-3-5 0,-1-3-1 16,-3-4-14-16,-3-3-30 0,0-4-69 0,-2-4-68 15,0-6-140-15,-3-3-257 0,3-6-315 16,-2-4-325-16,2-6-230 0,1-4-32 0,1-8 548 16</inkml:trace>
  <inkml:trace contextRef="#ctx0" brushRef="#br0" timeOffset="32954.94">6895 7847 109 0,'23'-22'674'0,"-3"7"459"0,-3 8 131 0,-3 7-38 15,0 5-321-15,-1 9-284 0,-2 6-170 16,-2 7-91-16,-2 3-56 0,-1 7-75 0,-1 3-74 16,-1 8-45-16,0 2-30 0,-3 4-20 0,2 4-16 15,-1 5-12-15,1-2-12 0,0 1-9 16,2 2-4-16,2-4-4 0,2-3-4 0,0-5-6 15,4-4-17-15,0-6-36 0,0-5-81 16,-1-5-127-16,-3-6-230 0,1-5-307 0,-5-8-367 16,1-7-388-16,-3-7-107 0,-5-7 517 0,1-6 726 15</inkml:trace>
  <inkml:trace contextRef="#ctx0" brushRef="#br0" timeOffset="33160.22">6942 8197 286 0,'-6'-6'962'16,"4"1"381"-16,-1 2-57 0,1 2-213 0,1 0-489 16,1-1-292-16,0 2-149 0,1-1-73 0,4 1-38 15,2 0-20-15,2-2-7 0,5 2-4 16,2-1-4-16,0 0 1 0,6 1 2 0,0-2-2 16,2 0-2-16,1 1-22 0,2 0-23 15,0 1-63-15,1-2-118 0,-1-1-161 0,0 1-297 16,-1 1-256-16,1-1-227 0,-1 1-26 0,1 1 348 15,-3-2 441-15</inkml:trace>
  <inkml:trace contextRef="#ctx0" brushRef="#br0" timeOffset="33412.43">7529 8338 493 0,'9'36'972'0,"-1"3"261"0,0-1-49 16,1 7-309-16,1-2-270 0,3 2-183 0,-1-1-116 15,1-4-70-15,3-4-48 0,-2-6-44 16,3-6-61-16,1-6-42 0,-1-6-18 15,-1-7-7-15,1-5-5 0,-1-8-1 0,-2-2-2 16,-4-8 1-16,2-2-3 0,-5-4-1 0,-2-2 13 16,-2-2 20-16,-3 0 18 0,-3-2 14 0,-2 4 7 15,-3 0 3-15,-3 1-10 0,-2 0-22 16,-2 4-17-16,0 0-13 0,-4 2-8 0,3 5-8 16,-1 5-4-16,1 2-2 0,0 7 1 15,2 5-15-15,0 4-46 0,4 6-68 0,2 2-90 16,1 3-162-16,4 2-297 0,4 1-324 0,2 3-290 15,8 0-179-15,0-1 179 0,5-1 617 16</inkml:trace>
  <inkml:trace contextRef="#ctx0" brushRef="#br0" timeOffset="33896.44">8411 8136 231 0,'-8'-14'743'0,"-2"0"409"0,-2 1 89 0,-1 3-181 16,-2 1-247-16,0 2-208 0,-2 1-151 15,1 4-103-15,-1 0-66 0,-1 2-66 0,1 2-85 16,-2 3-52-16,1 1-33 0,1 4-19 0,0 3-14 16,-1 2-8-16,2 1-4 0,-1 2-5 15,4 2-1-15,-1-1 0 0,5 3 1 0,1-3 0 16,2 4 0-16,1-2 1 0,5-1-2 0,0 2 3 16,5-3-2-16,1 1 0 0,2-2 0 0,1 0-2 15,4-3 0-15,1 0 0 0,3-2 1 16,1-3 0-16,4 1 1 0,2-3 4 0,-2 1-2 15,5-3 1-15,-2 0 0 0,0-1 2 16,-1 2-2-16,-2 0 1 0,-3 1 1 0,-4 3 1 16,-3-1-1-16,-4 7 2 0,-5 0 0 15,-3 1 0-15,-5 5-1 0,-4 0-1 0,-5-1 0 16,-1 1-4-16,-3 2 0 0,-2-3-1 0,-2 0-2 16,2-3 0-16,-1-2-1 0,2-6-2 15,-1-2-13-15,5-6-37 0,0-4-71 0,2-5-74 16,5-8-144-16,2-2-237 0,6-6-317 0,6-3-306 15,2 0-204-15,3-2-12 0,6-2 520 16</inkml:trace>
  <inkml:trace contextRef="#ctx0" brushRef="#br0" timeOffset="34163.18">8718 8485 55 0,'22'18'583'0,"-3"5"455"15,-2 2 194-15,-2 2-82 0,-1 2-289 0,-3-1-246 16,0 3-161-16,-2-2-102 0,-1-3-66 15,3-4-49-15,-3-2-77 0,0-5-74 0,2-5-41 16,0-4-18-16,0-4-11 0,-2-7-3 0,3-5-1 16,-3-7-4-16,-2-4-1 0,1-3-2 0,-4-2 7 15,1-4 4-15,-2 0 1 0,-4-2 5 16,-4 2 2-16,0 0 0 0,-2-2-3 0,-2 4-5 16,-2 1-4-16,-1 1-5 0,-2 5-2 0,0 2-4 15,0 3-3-15,0 5-2 0,-1 3-3 16,2 5-6-16,0 6-24 0,4 5-71 0,-1 3-75 15,2 2-157-15,1 3-282 0,3 2-320 16,0 1-348-16,5 3-209 0,0-1 78 0,0-1 643 16</inkml:trace>
  <inkml:trace contextRef="#ctx0" brushRef="#br0" timeOffset="35013.1">9241 8269 42 0,'5'-3'305'0,"-2"0"210"15,-1 0 251-15,-1 0 65 0,1 0-92 0,-2 2-74 16,0-2-84-16,0 2-34 0,3 1-30 16,-2-2-60-16,-1 2-82 0,0 0-68 0,2 2-48 15,-2-2-62-15,0 2-70 0,0 3-52 0,-2 5-31 16,2 4-17-16,-4 5-11 0,4 6-6 0,-2 1-1 16,2 6-5-16,-1 2-1 0,1 1-3 15,1 2-3-15,-1-3-2 0,2-3-2 0,4-2 2 16,-3-3 1-16,2-3 1 0,3-3 0 15,0-3 0-15,3-2-1 0,0-4 1 0,3-2-1 16,0-5-1-16,5-3 1 0,-1-1 7 0,5-2 6 16,1-3 2-16,1-1 1 0,4 2 1 15,-2-2-1-15,1-3-6 0,-1 7-6 0,0-4-1 16,-2 1-1-16,-1 3-1 0,-5-2 1 0,0 2 1 16,-5 0 1-16,-1 0 1 0,-5 2 3 15,0-1 5-15,-1 0 8 0,-4-2 4 0,1-2 3 16,-3-1 1-16,-1-3-2 0,-1-3-5 0,-1-3-5 15,-1-4-5-15,-3-3-4 0,1-1 0 16,0-1-1-16,1-2 1 0,-3-1-2 0,2 0 1 16,-1 2 0-16,0-1-1 0,1 2-1 15,0 3-2-15,2 5-2 0,1 1-1 0,-1 3-3 16,3 1-1-16,3 4-1 0,2 1-2 0,3 3-9 16,2 3-22-16,4 1-55 0,2 2-67 0,3 3-72 15,1-1-122-15,3 1-161 0,2 0-246 16,3-1-242-16,4-3-203 0,1 0-109 0,0 2 248 15,2-4 471-15</inkml:trace>
  <inkml:trace contextRef="#ctx0" brushRef="#br0" timeOffset="35330.36">10233 8256 158 0,'-2'-3'812'0,"-3"1"619"0,-1 2 121 0,-4 0-239 16,-2 2-452-16,-3-1-331 0,0 3-163 15,-1 3-132-15,-3 2-85 0,0 1-47 0,3 5-31 16,-1 4-22-16,1 1-16 0,0 4-10 0,2 2-5 15,3 1-5-15,1 2-4 0,5 1-2 16,1-3-3-16,2 2-1 0,4-6-4 0,2-1-2 16,1-5-2-16,3-2-1 0,5-6-1 15,0-5 2-15,2-5 0 0,3-5 2 0,-1-6 1 16,3-5 1-16,-2-2 0 0,-1-3-1 0,1 1 0 16,-3-2 0-16,-2 3 0 0,0 4-1 0,-4 2 1 15,-1 2-1-15,0 3 0 0,-2 3 1 16,-1 5 1-16,0 1 1 0,0 5 2 0,-2 6 0 15,0 3 1-15,2 3-1 0,-1 5 0 16,1 1-3-16,0 5-1 0,1 0-13 0,1 2-25 16,0-1-68-16,1-1-75 0,0 1-152 15,2-2-285-15,4-2-321 0,0-4-369 0,4-4-245 16,-1-4 6-16,2-5 677 0</inkml:trace>
  <inkml:trace contextRef="#ctx0" brushRef="#br0" timeOffset="36231.44">10427 8941 65 0,'1'-3'363'0,"-1"-2"207"0,2 0 157 16,-1-5 5-16,1-1-217 0,3-4-115 0,1-3-12 15,2-5 1-15,3-2-2 0,-1-4-40 16,5-2-59-16,-2-5-58 0,6-1-51 0,-3-1-23 15,3 2-10-15,-3 1-14 0,1 4-14 16,-1 2-9-16,-2 4-19 0,-3 2-4 0,-1 5-5 16,-1 4-1-16,-4 4-4 0,1 1 0 0,-1 5 16 15,0 2-12-15,2 4-15 0,0 3 4 16,-1 7 2-16,1 5-2 0,2 4-16 0,-1 4-9 16,0 4-8-16,2 1-12 0,0 3-6 0,2 2-7 15,0-2-2-15,-1 0-2 0,2-1-1 16,1-3 0-16,-1-3-3 0,2-4-2 0,-2-4 0 15,3-2-1-15,-2-6 0 0,2-6 0 16,0-4-6-16,1-6-2 0,1-7-2 0,-1-6-1 16,2-3 5-16,0-6 4 0,0-4 7 0,-3 1 3 15,3-2 2-15,-2-1 0 0,-1 5-7 0,-2 1-4 16,2 3 0-16,-5 6-1 0,0 0-1 16,-3 6 2-16,-2 4 1 0,1 1 2 0,-2 6 6 15,2 2 8-15,-2 4 7 0,1 5 5 0,-1 4 4 16,0 4 1-16,0 3-4 0,4 2-6 15,-2 0-7-15,-1 4-6 0,0-2-4 0,5 0-3 16,-3 1-3-16,0-5-2 0,3-1-2 16,-1-3-1-16,2-4-1 0,1-3 0 0,1-6 0 15,0-5 1-15,4-5 0 0,-1-8-1 16,2-3 0-16,2-7-5 0,-1-3-8 0,1 0-12 16,3-3-16-16,-2 0-22 0,0 3-27 0,-1-1-33 15,-1 4-26-15,0 2-16 0,-2 4-2 0,-1 4 16 16,-1 3 29-16,0 4 44 0,-3 7 34 0,-1 4 24 15,-1 4 20-15,-3 6 11 0,3 7 2 16,-3 4 33-16,-2 5 22 0,1 4 13 16,-1 3 3-16,0 3-5 0,-1 2-4 0,1-1-31 15,-1 0-15-15,0-1-16 0,1-5-59 0,2-3-51 16,-2-7-115-16,-1-5-181 0,0-7-302 0,0-5-310 16,1-6-242-16,-5-6-127 0,-1-4 340 15,0-9 558-15</inkml:trace>
  <inkml:trace contextRef="#ctx0" brushRef="#br0" timeOffset="36429.17">11682 8079 160 0,'0'-10'817'16,"-3"4"451"-16,0 6 24 0,-2 4-191 16,2 5-416-16,1 1-347 0,1 4-167 0,2 2-80 15,3 2-38-15,2 2-17 0,5 0-8 0,3 0-15 16,2 2-6-16,6 1-2 0,2 0-19 15,3 2-31-15,1-2-112 0,0 0-181 0,1 1-291 16,3-1-279-16,-1 0-261 0,1-2-142 16,-1-1 316-16,1-1 532 0</inkml:trace>
  <inkml:trace contextRef="#ctx0" brushRef="#br0" timeOffset="36731.43">12318 8395 447 0,'-8'-8'1374'0,"-6"0"342"16,-1 3-245-16,-2 0-332 0,-2 4-478 15,-1 1-273-15,-2 4-157 0,2 0-79 0,-2 2-44 16,2 5-27-16,4 0-25 0,-1 3-17 0,4 2-10 16,0 4-6-16,7 1-6 0,1 3-5 0,5 1-5 15,2 1-2-15,4 0-2 0,5 2-3 16,2-4-2-16,1-2-2 0,5-3 0 0,1-3-2 16,1-6 0-16,3-4 1 0,0-6 1 15,-1-6 2-15,0-4-1 0,0-7 2 0,-1-1 1 16,-1-1 1-16,-4 0-1 0,2 0 0 0,-4 2 0 15,-2 4 0-15,0 3 0 0,-1 4 0 16,0 4 1-16,-2 4 1 0,0 5 0 0,-2 5 0 16,0 4 1-16,0 7-1 0,-3 1-2 15,3 6 0-15,-2 2-7 0,-1 1-15 0,2 1-32 16,-3 1-80-16,1-2-104 0,-2 1-204 0,-2-1-297 16,-1-1-358-16,-3-1-404 0,-3 0-170 15,-2-2 309-15,-3-1 779 0</inkml:trace>
  <inkml:trace contextRef="#ctx0" brushRef="#br0" timeOffset="37330.71">7208 10076 75 0,'1'8'601'0,"4"2"441"0,-2 4 184 16,3 2-69-16,-1 3-284 0,5 5-268 15,-2 6-137-15,4 3-92 0,-2-1-65 0,-2 7-58 16,3 1-84-16,-3 0-70 0,-2-1-43 15,1 0-25-15,-3-4-16 0,2-4-9 0,-3-5-5 16,1-2-2-16,-3-6-5 0,1-5-13 0,-1-4-71 16,-2-5-95-16,-1-6-198 0,-1-9-279 15,-2-7-328-15,-1-8-397 0,-2-6-207 0,-3-4 239 16,-1-3 755-16</inkml:trace>
  <inkml:trace contextRef="#ctx0" brushRef="#br0" timeOffset="37497.03">7189 9780 73 0,'3'-8'754'16,"-6"5"566"-16,1 3 80 0,-1 0-213 16,-2 3-365-16,2 1-388 0,0 4-187 0,1-2-101 15,1 3-52-15,1-3-25 0,3 1-14 0,3 3-28 16,2-3-21-16,3 2-9 0,2-1-50 16,3-1-65-16,0 1-135 0,2-1-228 0,0 1-293 15,1-2-321-15,3 3-232 0,-3-1-20 0,2-1 481 16</inkml:trace>
  <inkml:trace contextRef="#ctx0" brushRef="#br0" timeOffset="37997.39">7840 10218 128 0,'5'12'719'0,"1"2"430"0,-3 4 87 16,2 4-129-16,0 3-349 0,3 5-243 0,-4 3-127 16,1 3-76-16,0 2-48 0,-2-1-41 0,1-1-57 15,-1 1-77-15,1-5-43 0,-1-1-22 16,0-1-11-16,-1-8-9 0,1-1-8 0,-1-5-46 16,1-2-63-16,-3-8-76 0,-2-5-155 0,1-4-260 15,-4-9-322-15,0-3-278 0,-1-9-201 16,-2-2 73-16,-1-6 572 0</inkml:trace>
  <inkml:trace contextRef="#ctx0" brushRef="#br0" timeOffset="38490.16">7535 10120 152 0,'-6'6'775'16,"1"-1"443"-16,0-1 58 0,0-1-177 16,4 0-418-16,-1-1-346 0,2-1-145 0,3 2-12 15,2-1-4-15,3 0 8 0,5 0 10 0,1 1-5 16,5-3-20-16,1 0-50 0,1 0-32 15,3-3-23-15,1 1-17 0,2-2-11 0,1 0-4 16,2-2-15-16,0 0-5 0,0 0-8 16,-1-1-6-16,1 1-4 0,0 1-37 0,-3-1-72 15,0 4-142-15,-3-1-267 0,-2 6-294 0,-3-1-359 16,-2 4-343-16,-4 3-21 0,-4 1 611 16</inkml:trace>
  <inkml:trace contextRef="#ctx0" brushRef="#br0" timeOffset="39030.47">8256 10234 314 0,'8'-3'649'0,"1"2"256"16,-1 2 160-16,0 5-198 0,0 1-250 16,3 4-127-16,-3 2-19 0,3 3-24 0,0 3-80 15,2 2-70-15,-1 4-53 0,0 1-58 16,-1 3-65-16,1 2-51 0,-1 1-27 0,-1 2-19 16,2 1-11-16,-2-1-6 0,-2 1-2 0,1-3-1 15,-1-3 0-15,-3-3 1 0,0-4-2 16,1-4 0-16,-4-4 0 0,2-4 2 0,-4-2 0 15,-1-7 2-15,-4-4-1 0,1-4 0 0,-3-7-2 16,-1-2-2-16,-3-6 1 0,3-1-2 16,-3-4 1-16,-1-5 2 0,0-1 3 0,0-4-2 15,-2-4-1-15,2-1 0 0,3-1-2 16,0-1-2-16,2 0-3 0,4 6 0 0,1-2-1 16,2 6 0-16,0 2 1 0,5-2 0 0,0 3 0 15,1 2-2-15,5-1 0 0,-1 2 1 0,1 0 0 16,5 5 1-16,-2 1 0 0,3 3 2 15,-1 1 1-15,1 3-1 0,1 3 0 0,-1 3-1 16,-1 3 2-16,0 4-1 0,1 2 1 16,-2 4 3-16,0 4 6 0,-2 2 7 0,-2 2 4 15,0 4 10-15,-3 5 5 0,-3 2 1 0,0 5 1 16,-4 2 0-16,-2 2-4 0,-2 4-7 0,-2 0-4 16,-2 1-5-16,-1 2-7 0,-1-3-6 15,-1 0-3-15,-1-3-4 0,0-1-2 0,2-4-10 16,-1-4-32-16,4-4-75 0,-2-2-98 15,5-5-176-15,1-3-293 0,1 0-336 0,2-5-359 16,3 2-180-16,0-4 227 0,4 2 684 16</inkml:trace>
  <inkml:trace contextRef="#ctx0" brushRef="#br0" timeOffset="39595.76">9261 10712 183 0,'-1'4'843'0,"-2"-1"536"0,-2-2 27 16,2 3-196-16,3-3-415 0,-1 0-312 15,-1-1-164-15,2 0-116 0,0-2-55 16,0-2-47-16,3 0-47 0,0 0-28 0,3-2-13 15,-1-1-6-15,1 0-3 0,4-1-3 0,-1 2-1 16,1-1-13-16,0 2-61 0,0 1-62 0,0 1-109 16,-2 3-179-16,0 0-304 0,3 1-328 15,-2 4-243-15,-1-1-148 0,3 1 306 0,-1 2 598 16</inkml:trace>
  <inkml:trace contextRef="#ctx0" brushRef="#br0" timeOffset="39797.21">9756 10708 140 0,'2'6'1009'0,"1"2"623"0,-3-2-83 0,0-2-332 16,0 1-435-16,0-1-347 0,0-1-230 0,0-1-104 15,0-1-50-15,3 1-26 0,-1-2-12 16,3 0-7-16,1-2-5 0,3 1-53 0,-1-1-69 15,-1-1-111-15,2 2-180 0,-1 1-298 16,0 1-347-16,3 2-275 0,-2 0-146 0,1 1 321 16,1 2 612-16</inkml:trace>
  <inkml:trace contextRef="#ctx0" brushRef="#br0" timeOffset="40012.87">10246 10878 29 0,'0'7'938'0,"-1"-1"819"0,-5 0-60 15,3 2-384-15,-2-4-389 0,3 1-412 0,-1-2-259 16,1-1-113-16,-1 3-54 0,3-3-31 0,-1-2-23 16,2 0-18-16,1-2-17 0,1 2-27 0,2-7-74 15,-2 1-81-15,2 0-178 0,2 0-285 16,-2 1-336-16,2 0-399 0,-1 0-243 0,-1 0 112 15,2 2 761-15</inkml:trace>
  <inkml:trace contextRef="#ctx0" brushRef="#br0" timeOffset="42468.04">15064 1299 189 0,'14'-3'389'0,"-2"-2"149"16,0 1 110-16,4-1-208 0,0-1-139 0,3 0-42 0,1-1 9 15,-1-1 24-15,3 1 10 0,0-1 3 16,1 1-16-16,1-1-26 0,-1 2-38 0,1 0-26 16,1 0-29-16,-1 1-28 0,1 3-22 0,0 0-24 15,2 4-1-15,-2 2-5 0,2 4-13 0,-3 4 41 16,0 3 45-16,-2 4 25 0,0 6-7 0,-3 5-14 16,-2 3-11-16,0 4-43 0,-2 5-21 0,-2 3-25 15,-2 4-10-15,-2 2-9 0,-2 3-1 0,-2 5-4 16,-4 2-24-16,-1 1-1 0,-3 3-2 15,-3 3-1-15,-3 4 2 0,-1 0 0 0,-1 2-3 16,-2 2-10-16,-3 1-5 0,-1 2-3 0,2 3-5 16,1 3 6-16,-2 0 3 0,4 3 1 15,-2 4 1-15,4 0 0 0,2 2 2 0,2 2-2 16,4 0 2-16,2-1 2 0,4-1-2 0,2-4 4 16,2-4 0-16,1-7-4 0,4-5-2 0,1-9 0 15,3-6 0-15,1-7-1 0,2-6 0 16,1-7 0-16,0-6-2 0,1-5 2 0,0-7 3 15,-2-3-2-15,1-4 1 0,-1-5 0 16,-4-3 0-16,1-3 0 0,-2-3 1 0,0-3-1 16,-3-1 0-16,-1-3-2 0,0 0 0 0,-2-4-1 15,-2 0 3-15,0 1-1 0,-3-1-3 0,0 3 2 16,-4-4 1-16,2 3 0 0,-4-1-3 16,2 1 2-16,-4 1 4 0,0-1-2 0,-2 1 1 15,2 2-1-15,-3-1 0 0,2 2-1 0,0-1-1 16,-2 3-1-16,1-1 3 0,-1 2 4 15,1 1-1-15,-1 1 1 0,0 1 0 0,0 4 2 16,-1 3-3-16,0 2-2 0,1 3 0 16,-1 3 0-16,-2 5-1 0,2 4-1 0,-1 2 1 15,-1 3-1-15,1 4-3 0,-1 2 1 16,-1 2-1-16,3 1-2 0,-3 3 0 0,2 0 1 16,-1 1 1-16,1 2 0 0,3 2 3 0,-1 3 1 15,2 2 1-15,2 3 1 0,1 4-1 0,2 5 3 16,0 2 5-16,2 6 3 0,1 3 2 15,2 5 4-15,3 2 3 0,0 3-2 0,1 0-6 16,3 7-2-16,2 0-2 0,-2 1-3 16,4 3 1-16,0-2 2 0,1 1 3 0,3 1 1 15,-2 3 2-15,4 2 0 0,-1 2-2 0,4 3-3 16,1 0 1-16,-1-1 1 0,3 3 1 0,1 1-1 16,-4 2-2-16,5 1 0 0,-3 3-3 0,0-3 0 15,0 1-2-15,0-1 1 0,-2 2-1 16,-3 2 1-16,0 1-4 0,-3-1 2 0,-1 0 1 15,-3 0 0-15,-5-1 1 0,-2-1 0 16,-4-3 2-16,-4-3-4 0,-4-4 0 0,-4-8 0 16,-5-4 2-16,-4-9 0 0,-5-3 0 15,-5-8 0-15,-11-6-1 0,-2-5-2 0,-10-4-3 16,-3-4-2-16,-5-4-3 0,0-3 2 0,-6-3 0 16,1-1-1-16,1-2 1 0,-1 2 1 0,1 2 0 15,2-1 0-15,4 3 0 0,2 1 0 16,5 1 0-16,3 2-1 0,3-2 0 0,7 0-3 15,1-3-6-15,8-5-7 0,0-4-12 0,8-7-17 16,3-10-21-16,4-7-35 0,6-10-69 16,1-10-76-16,5-13-145 0,5-10-275 0,4-11-309 15,5-12-331-15,2-10-210 0,3-9 61 0,3-11 646 16</inkml:trace>
  <inkml:trace contextRef="#ctx0" brushRef="#br0" timeOffset="43594.51">16863 4819 83 0,'3'12'573'0,"-1"-1"436"16,0 0 187-16,-1-4-72 0,-1 0-406 0,0-1-268 15,2-3-137-15,0 2-39 0,-2-4 10 16,1-1-1-16,4-1-12 0,0-8-17 0,2-4-31 16,5-10-43-16,-3-3-46 0,5-10-29 0,2-4-18 15,3-8-18-15,-1-2-13 0,2-4-14 16,2-2-10-16,-1-5-5 0,3 3 0 0,-2-1 2 15,-2 2 3-15,-2 6 0 0,-1 4 0 0,-3 7-2 16,-1 7-4-16,-5 5-2 0,-2 7-3 16,1 3-3-16,-3 4-2 0,1 4-2 0,-4 4-5 15,2 4-2-15,-1 9-2 0,1 4-2 16,1 7-1-16,-3 7-1 0,4 4 0 0,-2 6-1 16,0 3 0-16,3 4-1 0,-1 2-1 0,-2 3 0 15,1 2 1-15,-1 1 0 0,-2 1 1 16,3-1 0-16,-4 0 3 0,0 0 0 0,0-2-1 15,0-3-1-15,0-2-2 0,-2-3 0 0,0-2-1 16,1-2-1-16,-1-2-1 0,1-6 0 16,-1 0-5-16,0-1-7 0,2-2-13 0,-1-3-21 15,-1-5-38-15,2 0-81 0,0-3-104 16,0-5-170-16,0-2-294 0,0-2-341 0,3-4-357 16,2-1-166-16,0-3 238 0,3 0 678 0</inkml:trace>
  <inkml:trace contextRef="#ctx0" brushRef="#br0" timeOffset="43980.36">17853 5209 449 0,'16'14'971'0,"-5"-5"288"16,-3-2-46-16,-2-4-240 0,-2-6-265 0,-1-2-205 16,0-7-121-16,0-7-70 0,2-5-46 0,-4-4-72 15,4-7-64-15,-2-3-39 0,2-9-26 0,2-3-19 16,0-3-8-16,-1-7-6 0,2 1-6 15,1-3-3-15,1-1-2 0,-2 3 5 0,2 2-4 16,-2 1-1-16,-1 5-2 0,2 8-4 16,-3 2 0-16,-1 9-5 0,-2 4-3 0,3 6-3 15,-3 5-1-15,-1 5-1 0,1 3 0 16,-1 4 0-16,1 3 2 0,2 9 0 0,-1 1 2 16,4 5 0-16,-2 5-2 0,1 3 0 0,1 5-2 15,-2 2-1-15,3 5 1 0,1 3 4 0,-2 2 3 16,0 6 1-16,0 0 1 0,-2 5 0 15,1 3-2-15,-1 2-3 0,0 1-3 0,-1-2-2 16,0-1-3-16,1-3-1 0,0-4-2 16,2-6-1-16,0-3-1 0,0-3 1 0,-2-6-3 15,4-3-5-15,-2-5-19 0,-4-3-28 0,1-3-66 16,0-3-75-16,-5-4-133 0,0-5-212 0,-2-1-306 16,-1-4-336-16,-2-3-249 0,-1-3-95 15,-4-1 447-15,-4-1 627 0</inkml:trace>
  <inkml:trace contextRef="#ctx0" brushRef="#br0" timeOffset="44178.41">17937 4888 94 0,'-4'4'668'0,"4"2"456"0,-4-1 117 16,3 1-139-16,1-4-394 0,1 2-330 16,4-1-169-16,3 1-81 0,-2-2-40 0,5 2 3 15,5-4 35-15,0 0 7 0,4-4-7 0,2 2-7 16,4-3-7-16,-1-1-27 0,4 1-39 0,-1-3-25 15,2 2-10-15,0-1-27 0,0 3-50 16,-1-4-53-16,-3 2-140 0,0 0-229 0,-2-1-301 16,-1 1-289-16,-2 0-227 0,-2-2-27 15,-2-3 480-15</inkml:trace>
  <inkml:trace contextRef="#ctx0" brushRef="#br0" timeOffset="44646.23">18522 4324 87 0,'-1'-23'671'0,"1"3"491"0,-2 3 192 16,-1 6-26-16,1 0-375 0,-1 3-331 0,1 2-192 16,1 1-109-16,-1 3-83 0,2 0-92 15,-1 2-50-15,1 2-27 0,1 4-13 0,-1 1-2 16,2 4-1-16,-1 1 4 0,1 4-3 16,-2 5-5-16,2 5-5 0,-2 2-4 0,-2 6-2 15,0 4-2-15,-1 3-2 0,2 5-3 0,-3 4-4 16,1 2-5-16,0 0-3 0,0 1-7 15,3-2-3-15,3-3-4 0,2-7-3 0,1-7 0 16,4-4-3-16,2-6-1 0,3-9 0 16,2-5-1-16,-1-6 2 0,3-9 0 0,-2-5 0 15,2-7 0-15,2-4 1 0,-4-3 0 0,2-2-1 16,-3 0 0-16,1 0-1 0,-2 1 0 0,-1 2 1 16,-1 3 0-16,-4 4 0 0,0 2 0 15,-2 5 1-15,-1 1 1 0,-1 4 0 0,3 4 1 16,-5 4 1-16,2 5 1 0,-4 3 1 15,2 6-1-15,-3 3 1 0,0 3-2 0,0 4 0 16,0 4 0-16,0 2-2 0,0 2-1 0,0 3 0 16,0 4-1-16,0-2-2 0,0 5 0 15,2-3-2-15,0 0 1 0,-1-2-1 0,2-4-1 16,2-4-6-16,0-3-11 0,-1-5-20 16,1-2-37-16,-2-6-81 0,-1-4-133 0,-2-2-245 15,-2-4-308-15,-1-4-379 0,2 0-403 0,-4-1-93 16,-3-2 576-16</inkml:trace>
  <inkml:trace contextRef="#ctx0" brushRef="#br0" timeOffset="55644.22">14645 10456 42 0,'3'0'296'16,"-1"1"182"-16,-1-1 150 0,1 2-62 0,1-2-181 15,-3 0-110-15,2 2-45 0,-1-2-5 16,1 1 7-16,0-1 34 0,-1 0 53 0,4 1 17 16,0 1-17-16,1 0-28 0,0-1-33 15,2-1-45-15,0 1-45 0,3-1-38 0,-1-1-27 16,1 0 31-16,3-1 14 0,-3-1 2 0,5 0-10 16,-2 0-10-16,2-2 12 0,0 1-24 15,1-2-19-15,-1 0-10 0,1-3-8 0,1-3-8 16,2-1-22-16,-1-2-24 0,2-5-10 15,1-1-7-15,2-3-5 0,-1-3-2 0,1 1-1 16,2-4 1-16,-1 1-3 0,0 0 2 0,-1 0 0 16,-2 3 2-16,2 0-4 0,-4 2-1 15,-1 3 2-15,-2 1-3 0,-2 3 0 0,1 3-1 16,-4 2-4-16,1 0-36 0,-4 3-61 16,1 1-58-16,-1 1-89 0,-1 1-158 0,-1-1-234 15,-1-1-278-15,3 2-222 0,-1-1-182 16,0-1 118-16,0-1 489 0</inkml:trace>
  <inkml:trace contextRef="#ctx0" brushRef="#br0" timeOffset="57077.25">16630 3286 55 0,'-7'10'458'0,"-2"1"367"16,1-2 263-16,1-2 35 0,3-1-381 15,0-1-241-15,0-5-138 0,-1 0-96 0,4-5-58 16,1-1-7-16,1-1 16 0,4-3 10 0,-1-4-6 16,1-2-15-16,0-3-25 0,3-3-46 0,3-3-47 15,-1-1-25-15,-1-1-13 0,5-1-10 16,-1 0-13-16,-1-2-2 0,1 3-2 0,0 2-7 16,-1 0-5-16,-2 2-4 0,-2 5 1 0,1 3 0 15,-2 3-2-15,-3 3-1 0,1 2-2 0,-3 1-1 16,1 3-1-16,-1 3-1 0,2 3 0 15,-2 6 0-15,1 3 3 0,-2 4 4 0,3 4 3 16,-3 4 3-16,2 1-5 0,-1 4-3 0,1 1-3 16,-1 2-5-16,1-1-4 0,-1 0-2 15,1 1 5-15,0-2 3 0,0-2 1 0,0-2-1 16,-1-3 0-16,1-2-2 0,0-4 1 0,0-2-2 16,1-3 1-16,0-3 1 0,2-3 2 15,-1-1 1-15,2-7 0 0,1-2 1 0,-2-6-1 16,5-1 1-16,0-4-1 0,-1-4 0 0,2-1-1 15,-2-1 1-15,-1 0 0 0,2 1-2 16,-3-1 0-16,-1 3 2 0,0 2-2 0,-2 3 2 16,-2 1 1-16,0 5 3 0,0 0 3 0,-1 2 0 15,0 2-1-15,-1 0 0 0,-1 2-1 16,0 1-3-16,2 3-2 0,0 1 1 0,-2 1-2 16,0 3 1-16,1 3-2 0,1-2 0 15,-1 3 1-15,1 0-2 0,1 0 1 0,0 1 0 16,0-2 0-16,0-1 0 0,2 1 0 0,0-3-1 15,0-1 1-15,2-2-1 0,-2 0 0 16,3-4 0-16,2-4-1 0,0-2 2 0,2-2 0 16,-1-4 0-16,5-2 1 0,-4 1 4 15,2-2 4-15,-4-1 2 0,1 2 2 0,-2 3-1 16,-1-1-1-16,-3 3-5 0,0 2-3 0,-2 1-2 16,2 3 0-16,-4 2 1 0,-1 1-7 0,-1 4 0 15,-1 2-3-15,-4 3-1 0,5 5-2 16,-4-1 0-16,1 1 5 0,1 3 3 0,0 1 0 15,3 1 0-15,-2 1 1 0,2 0-2 16,0-3 1-16,2 2-13 0,1-5-31 0,2 0-72 16,2-5-78-16,2-3-157 0,0-5-279 15,3-2-317-15,1-5-339 0,2-2-209 0,4-7 63 16,0 1 634-16</inkml:trace>
  <inkml:trace contextRef="#ctx0" brushRef="#br0" timeOffset="57471.59">17597 3123 78 0,'0'-3'618'16,"-1"3"482"-16,-4 0 173 0,-3 0-12 0,-2 1-330 16,0 4-285-16,-2-1-186 0,-3 1-107 15,-1 2-66-15,-2 1-82 0,2 0-71 0,-4 5-43 16,2 2-26-16,0 1-17 0,0 2-13 0,1 3-10 16,0 3-6-16,2 0-6 0,1 0-5 0,6-3-3 15,0 0-3-15,5-5-2 0,3 1-3 16,1-7-2-16,6-1-1 0,1-2 1 0,4-7 1 15,1-5 1-15,4-3 3 0,3-5 0 16,-2-5 2-16,4-3 0 0,1-2-1 0,0-2-1 16,-1 1 0-16,-2-1 0 0,-2 4 0 0,0 1 0 15,-5 4 0-15,-4 3 0 0,0 2 0 16,-4 4-1-16,2 1 0 0,-4 4 1 0,-2 0 1 16,-1 5 0-16,0 3 1 0,0 2-5 15,-3 5-3-15,2-1-3 0,-1 5 0 0,0 1-2 16,1-1 1-16,1 5 5 0,-2-3 3 0,2 4 1 15,2-3-1-15,-1 0 2 0,3-1-2 0,-1-2-1 16,3-1-2-16,2-2-13 0,0-2-34 16,1-1-77-16,-1-4-97 0,2-1-173 0,-1 0-297 15,1-3-331-15,2 0-345 0,-1-1-173 16,-1-2 217-16,4 0 668 0</inkml:trace>
  <inkml:trace contextRef="#ctx0" brushRef="#br0" timeOffset="57676.51">17961 3476 26 0,'6'2'543'0,"0"-2"463"0,-1 0 213 0,2-2-55 15,-3-3-320-15,1-3-233 0,4-3-160 16,1-2-92-16,1-2-59 0,3-5-55 0,1-2-41 16,2-1-79-16,0-4-53 0,2 1-26 15,2-3-15-15,-4 3-7 0,2 0-9 0,-3 0-10 16,1 4-2-16,-2 1-1 0,-3 1-2 0,-1 4 0 15,-3 0-7-15,-2 3-38 0,-6 3-72 16,0 0-89-16,-7 3-150 0,-1 3-253 0,-3-1-327 16,-2 4-306-16,-3 1-184 0,-1 0 98 0,-2 3 548 15</inkml:trace>
  <inkml:trace contextRef="#ctx0" brushRef="#br0" timeOffset="57910.33">17924 3098 384 0,'0'9'956'0,"-1"-1"282"0,-1 1-43 0,1 2-221 16,1 2-352-16,1 2-193 0,2 1-101 15,2 3-52-15,3 0-37 0,3 2-26 0,0-2-68 16,5 3-52-16,0-3-29 0,3 2-16 16,0-1-12-16,3 0-17 0,2-3-9 0,-2 3-8 15,0-2-2-15,3 0-1 0,1-2-3 0,-3 2-49 16,0-2-68-16,-1 0-123 0,-4 2-220 0,0-2-299 15,-1 3-354-15,-1-2-306 0,1 3-116 16,-4-2 449-16,-2-1 661 0</inkml:trace>
  <inkml:trace contextRef="#ctx0" brushRef="#br0" timeOffset="65425.7">19330 263 53 0,'0'1'223'0,"0"-1"101"16,1-1 51-16,-1-1-80 0,0 0-82 0,0-1-57 16,2 0-23-16,0-1-17 0,-1-1-12 15,-1 0-9-15,2 2-7 0,-2-2 0 0,2 0 1 16,-2 1 18-16,0-1 16 0,1 2 8 16,-1-1 12-16,0-1 2 0,2 1 2 0,-2 2-8 15,1-1-14-15,-1 3-10 0,0-1-9 16,2 0-6-16,-2-1-10 0,0 2-15 0,0-2-6 15,2 2 5-15,-2 0-13 0,0 0-8 16,0 2-8-16,1 0 49 0,-1 0 48 0,3 3 28 16,-1 4 17-16,1-2-1 0,-2 3 1 15,2 2-34-15,-1 2-43 0,0 0-35 16,-1 2-19-16,3 1-9 0,-3 0-11 0,2 5-16 16,1-1 19-16,0 0 8 0,-2 3 2 15,6-1 5-15,-5 1 5 0,2 2-2 0,-1 2-25 16,1 2 44-16,0-2 33 0,3 2 9 15,-4 1-1-15,3 2 8 0,-2 1-1 0,1 0-50 0,2-2-29 16,-4 2-18-16,1-1-7 0,0-1-9 16,2-3-3-16,0 2 17 0,-2-2 12 0,1 0 6 15,-1-1 3-15,2 1-5 0,-3 0 2 0,2-2-17 16,-1-1-12-16,-2 4-6 0,2-3-4 0,0 2-1 16,-2 1-1-16,0 0 0 0,2-1-1 0,-1 3-1 15,-2-1 1-15,1 0 9 0,1-1-6 0,-1 1-3 16,0 1 2-16,-1-2 0 0,1 0-1 0,-2 1-7 15,3-2 2-15,-2 2 4 0,2-1-1 16,-1-1 3-16,-2 1-2 0,1-2 0 0,0-1 2 16,-1 0-2-16,1 0 0 0,-1-1-1 0,1-1 0 15,0 1 2-15,-2-1 0 0,0 0 0 0,0 1-1 16,0 1 0-16,-2-1 0 0,0 0 0 0,2 2 6 16,0-3 5-16,-1 3 1 0,1-2 1 15,-2 4 1-15,2-4 2 0,0 0 0 0,-1 2-5 16,1-1-2-16,0-1-3 0,-2 1 0 0,2 1-1 15,-2 0-7-15,2-2 2 0,0 1-1 0,-1-1 2 16,1 0 0-16,-2 1 1 0,2 0-3 16,-1 0 0-16,-1 0 0 0,0 2 1 0,2-2-1 15,-4 1-2-15,4 3 2 0,-2-3 5 0,1 2 4 16,-1-2 3-16,2 2-1 0,-1-2 1 0,1 0-1 16,0-1-6-16,0 0-3 0,0-2-2 15,0 2 0-15,0-1 2 0,0-1 0 0,0-1 1 16,-2 2 0-16,2-1-7 0,0 2-2 0,-2-2-4 15,2-2-1-15,-1 4-2 0,-1-1 0 16,1-1 9-16,-1 1 1 0,0 4 2 0,-1-4 2 16,1 4 1-16,-1 2 5 0,-1 0 2 0,1-1 1 15,0 2 1-15,-2 2-1 0,2 1-1 16,-2-2-9-16,1 1 0 0,1-1-1 0,2-1 0 16,-4 2 3-16,2-2 2 0,2-1 3 15,-3 0-2-15,4-2 1 0,-1 0-2 0,-1-1 0 16,2-1-1-16,0-1-1 0,0 0-1 0,0-1-1 15,0-1 0-15,0-1 0 0,0 2-1 16,0-2-1-16,0 1 0 0,-2 1 0 0,2 2 0 16,-1-1-1-16,-1 4-1 0,2-3 2 0,-1 3-1 15,-1-1-1-15,0 2 1 0,2-1 1 0,-1-1 1 16,-1 0 0-16,1 0 1 0,-1 2 4 16,-1-2-1-16,2-2 1 0,-1 4-1 15,1-2 0-15,-3 0 1 0,3 0-2 0,-3 1-1 16,3 0 2-16,-2 1-2 0,-1-1-1 0,1 1 0 15,0 0 0-15,-1 2 0 0,0-4-3 0,3 2 3 16,-2 1-2-16,1-1-2 0,0 2 1 16,-1-1 0-16,2-2 1 0,-1 2 1 0,0 2 1 15,-1-1 2-15,2 2 1 0,-4 2 3 16,2-1 2-16,1 2 5 0,-1 0 3 0,2 2 1 16,-3 2 1-16,1-1-1 0,0 2-3 15,0-1-7-15,1 1-4 0,-1-3-2 0,1 3 0 16,-2-2-1-16,2 0 0 0,-1 0 0 0,3-1 1 15,-1-1 0-15,-3-1 2 0,3 3 0 0,-1-1 4 16,1 1 4-16,-3-1 3 0,3 3 1 16,-1 0 0-16,-1-1-2 0,1 2-4 0,1 0-5 15,-4 0-3-15,2 2-1 0,2-1 0 0,-1 1 1 16,0 2 1-16,-1-2 1 0,2 0 1 16,-3 2-1-16,1-1 0 0,1 1 0 0,-1 1-1 15,2 0 1-15,-4-2-1 0,4 4 1 0,-1-2 1 16,1 0 0-16,-3 1 1 0,4 0 0 15,-3 1 1-15,3-3 1 0,-2 2-1 0,2-1 0 16,-3 0 0-16,3 0 1 0,-1 1-1 0,1-2-1 16,-2 2 0-16,2 0 0 0,0 0 0 0,0-1 0 15,0 1 2-15,0-1-2 0,0 3 0 16,0-3 0-16,2 1 2 0,-2 0-1 0,1 0 1 16,-1-1-1-16,2 2 2 0,-1-1-2 15,1 1-1-15,-2 1-1 0,2 0 0 16,-1-1-2-16,1 3 1 0,0-1-2 0,-2 2 1 15,1-3 0-15,2 2 1 0,-1 0 1 0,1 1 1 16,-2-3 1-16,2 5 1 0,-3-1-1 0,4 0-1 16,-1 1 0-16,-1 2-1 0,1 0-2 15,0 1 0-15,0 0-1 0,0-2 0 0,2 3 2 16,-1-3 1-16,0 1 1 0,-1-2 2 16,0 1 1-16,0-1-1 0,2 1-1 0,-3-2 0 0,1-2-2 15,-3 0-1-15,4 0 0 0,-2-4-1 16,-2 1-2-16,2-1 3 0,-2-2 1 0,0-1 0 15,0 1 2-15,0-2 0 0,-2 3 1 16,2 0-1-16,-2 0 0 0,2 2-1 0,-4 2-1 16,4-1-1-16,-2 2-1 0,-1 0-1 0,2 1-3 15,-3 0 2-15,1 2 0 0,2-2 1 16,-3 2 1-16,1-2 1 0,-2 3 0 0,4 1 0 16,-4 0-1-16,2 0-1 0,2 1 0 0,-3 1-1 15,3-2-1-15,-1 2-1 0,2-2 0 16,-1 0 2-16,1 1 1 0,0-1 1 0,-2 0 1 15,2 1 0-15,-2-3 0 0,2 2-1 16,0-2-1-16,-1 2-1 0,-1-1 0 0,2-3-1 16,-2 3-1-16,2-4 2 0,-3 3 0 0,2-5 2 15,1 2 0-15,-5 0 1 0,2-1 2 0,2 1-1 16,-3 3-1-16,1-1 0 0,1 2-1 16,-1-3-2-16,2 2 0 0,-1-1-1 0,2 3 1 15,-2-2 1-15,2-2 0 0,0 2 1 0,-1 1 1 16,1-3 1-16,-2 1 0 0,2 0-1 15,0 0-1-15,-1 0 0 0,1-2-1 0,0 1-1 16,-2-1-1-16,2-3-1 0,0 2 0 0,2-2 1 16,-2-1 1-16,1 2 2 0,-1-2 0 15,3-1 1-15,-1 1 1 0,0 1-2 0,1 1 0 16,0-2-2-16,0 2 0 0,2-1 0 16,-2 0-1-16,2-3 0 0,-1-1-1 0,0 0 0 15,1-3 2-15,-1-2 0 0,0-1 1 16,0 1 0-16,2-3 2 0,-3-1 1 0,2 0-2 15,-1 0 1-15,0-1 0 0,1-1-1 0,0 1 0 16,-1-1-1-16,1-1 0 0,0 0-1 0,-2 2 0 16,4-2 0-16,-4-3 0 0,2 1 0 15,1 0-1-15,-2 0 0 0,0-2-1 0,0-1 0 16,1-1 0-16,0 0 1 0,3-1 1 16,-4 1 1-16,1-1 0 0,-2 0 2 0,2-3 0 15,0 3-4-15,3 0-3 0,-4 1-2 0,1-2-1 0,0 1 0 16,0 0-1-16,0 2 4 0,1 0 3 15,-2 1 0-15,1 0 1 0,0 2 0 0,2-1-1 16,-3-1 0-16,1 2 4 0,-1-3 1 0,1 2 2 16,0-1 0-16,-2 0-1 0,1 0 2 0,0-1-4 15,0 1 0-15,0-2-1 0,-1 0-4 16,0 0-1-16,1-2-2 0,-3 3-1 0,2-1-1 16,1-2-1-16,-3 1 4 0,1-1 1 0,-1 1 1 15,1-1 1-15,2-1 0 0,-2 2 0 16,0-2 0-16,-1 1 1 0,1 1 1 0,-1-1 0 15,3-1-1-15,-3 0 1 0,-1-2 0 0,3 0-1 16,-3-1 0-16,0-4 0 0,0 3 0 0,0-3 3 16,-1-2 2-16,-1 1 1 0,2-1 0 0,-1-1 1 15,-1-1 1-15,2 2-4 0,-2-3-6 0,2 3-2 16,0-1-2-16,2 1-1 0,-2 0 0 16,2 0-2-16,-1 2 4 0,1-1 2 0,-1 0 1 15,3 2 0-15,-3 0 1 0,2-1 1 0,1 0 1 16,0 2-1-16,-1 0-1 0,0-1 0 0,1 2 1 15,-3-1-1-15,4 2 0 0,-2 2 1 0,1-1 0 16,-3 2 0-16,2 1-1 0,3 3 0 16,-3 0 1-16,2 2-1 0,0 1-1 0,-2 2 2 15,2 1 0-15,-2 1 1 0,3-1-2 0,-3 2 1 16,1-1 0-16,-3 3-1 0,3-2 0 0,-3 0-1 16,-1 0 1-16,2 0-1 0,-2 0 0 0,-2 1-1 15,1-3-1-15,-3 2-3 0,1-3-3 16,-2 2-7-16,-1-8-7 0,-2-2-11 0,0-4-16 0,-1-8-22 15,-5-4-53-15,-1-10-72 0,-4-6-107 0,1-9-171 16,-2-6-294-16,-3-9-331 0,-2-11-285 0,-5-6-138 16,-5-11 296-16,-2-10 629 0</inkml:trace>
  <inkml:trace contextRef="#ctx0" brushRef="#br0" timeOffset="66732.57">20081 777 200 0,'7'-19'394'0,"-3"3"194"16,2-2 118-16,-1 3-77 0,2 2-54 0,-1 0-28 15,-1 3-25-15,1 1-56 0,-5 2-81 16,2 1-83-16,-1 3-8 0,1 3-7 16,2 1-19-16,2 5-18 0,-1 2-15 0,2 2-16 15,-4 6-42-15,1 6-48 0,2 2-33 0,-4 4-19 16,0 5-12-16,0 0-13 0,0 5-18 15,-1-3-7-15,-1 5-7 0,-1-3-6 0,3 1-5 16,-3 1-4-16,4-3-1 0,-3-1-2 0,1-1-1 16,1-3-3-16,0-2 0 0,0-4-2 0,2-2 0 15,1-4-2-15,1-4-13 0,-3-1-19 0,0-4-57 16,1-2-62-16,-2-4-78 0,1-4-146 0,-1-4-193 0,2-3-311 16,-2-2-247-16,2-3-213 0,2-6-19 15,-3 0 448-15,4-2 509 0</inkml:trace>
  <inkml:trace contextRef="#ctx0" brushRef="#br0" timeOffset="66942.56">20506 681 419 0,'10'-10'906'0,"-4"6"303"16,3 3-11-16,-4 4-281 0,0 3-228 16,0 5-170-16,-2 2-128 0,2 5-72 15,-1 4-55-15,0 2-65 0,-3 5-80 0,-1 0-54 16,0 3-27-16,0 0-20 0,-1 2-11 0,1-1-3 15,-4-2-3-15,4 1 2 0,0-1-5 0,0-2 0 16,0-2-5-16,4-2-45 0,-3-2-66 0,-1-4-100 16,2-2-183-16,-1-2-294 0,-2-3-339 0,1 0-299 15,-2-5-172-15,-1-3 262 0,-3-2 655 0</inkml:trace>
  <inkml:trace contextRef="#ctx0" brushRef="#br0" timeOffset="67208.42">20211 544 65 0,'-16'-13'624'15,"-1"2"487"-15,-1 2 169 0,-1 4-57 0,5 1-283 16,0 1-358-16,6 0-167 0,1 2-110 0,1 0-66 16,5-1-70-16,2 2-73 0,5 0-47 15,7 3-23-15,4 0-10 0,4 1-8 0,9 2-3 16,2 0 0-16,4 0-1 0,3 0-1 15,3 1-4-15,3 2 3 0,-2-2-1 16,3-1-1-16,2 0 5 0,-6 2 1 0,1 0 3 16,-4 0 2-16,-2-1-32 0,-4 2-70 0,-6 2-113 15,-3 1-210-15,-7 3-288 0,-1-1-344 16,-5 4-343-16,-2 3-160 0,-6 0 333 16,-3 1 706-16</inkml:trace>
  <inkml:trace contextRef="#ctx0" brushRef="#br0" timeOffset="67443.03">20256 1600 84 0,'-13'28'778'0,"0"0"619"0,-3-4 71 0,3-3-238 16,4-2-391-16,-1-2-398 0,4-4-199 15,4-2-95-15,2-2-44 0,7-2-15 0,4-2-10 16,5-5-6-16,6-2 0 0,6-4-14 0,4-4-13 15,6-5-17-15,5-2-7 0,5-2-6 16,3 0-11-16,1-4-8 0,4 4-4 0,2 0-28 16,1 3-71-16,-3-1-71 0,3 4-154 0,-1 2-289 0,0 2-321 15,0 3-325-15,2 2-187 0,0 0 87 16,0 3 629-16</inkml:trace>
  <inkml:trace contextRef="#ctx0" brushRef="#br0" timeOffset="68801.14">22226 675 221 0,'0'0'482'0,"-1"1"235"16,-2 0 179-16,-2 3-183 0,2 1-121 16,-2-2-64-16,2 4-64 0,0 2-60 15,0 3-42-15,1 3-27 0,-1 5-38 0,0 5-46 16,1 1-27-16,-2 4-27 0,2 4-43 0,1-1-43 15,-3 3-26-15,4 3-20 0,-1 0-19 0,1-1-12 16,1 2-4-16,1-3-6 0,1 1-12 0,5-4-6 16,0-2-1-16,-2-1-3 0,5-4-2 0,2-1 0 15,-2-5 0-15,3-1 8 0,0-1 1 0,4-2 2 16,-2-3 2-16,2-2 0 0,0-1-2 0,2-3-10 16,2-1-2-16,-1-1 0 0,3-1-1 0,0-4 2 15,1-1 2-15,2-1 1 0,-2-4 1 0,2-1-7 16,2-2-35-16,-3-1-69 0,0-1-62 0,-3-2-119 15,0 0-183-15,-1-1-310 0,-4 0-296 0,2-2-218 16,-2 0-126-16,-3 0 338 0,-1 0 555 0</inkml:trace>
  <inkml:trace contextRef="#ctx0" brushRef="#br0" timeOffset="69059.88">22213 719 204 0,'-4'-2'600'15,"3"2"269"-15,-1 0 91 0,5-2-146 0,1 1-290 16,5 0-172-16,0-3-54 0,6 2-19 16,4-2-25-16,3 0-18 0,0-3-68 0,5 3-46 15,1-2-57-15,2 3-30 0,2-1-14 16,0 2-11-16,-2 0-3 0,0 1 0 0,0 2-4 15,-2 1 0-15,-3 1-3 0,0 0-6 16,-5 4-28-16,-3-4-96 0,-6 7-143 0,-2-2-210 16,-5 2-286-16,-6 1-275 0,-4 3-180 15,-4-2 168-15,-1 3 438 0</inkml:trace>
  <inkml:trace contextRef="#ctx0" brushRef="#br0" timeOffset="69248.67">22214 1041 18 0,'-10'11'411'0,"4"1"305"0,0-2 186 0,1-1 23 0,5-3-340 16,5 0-273-16,-1 0-164 0,4-2-75 16,2-1-33-16,4 0-13 0,1-3 0 0,3 0 3 15,4 0 0-15,2-3 1 0,2-2 4 0,4 0-1 0,0-1-13 16,0 0-2-16,3-2-4 0,0 1-5 0,0-1-5 16,2 1-5-16,0-1-40 0,-4 1-84 15,-1-2-120-15,0 1-232 0,-4 1-239 0,1-1-173 0,0 2 12 16,-4-1 221-16,-1-1 292 0</inkml:trace>
  <inkml:trace contextRef="#ctx0" brushRef="#br0" timeOffset="69609.32">23026 726 27 0,'-3'-7'530'16,"-1"1"500"-16,-1 1 231 0,-1 2-75 0,1 0-341 15,0 3-273-15,-1 3-157 0,0 1-109 0,1 6-53 16,0 4-48-16,0 4-32 0,2 5-53 15,-2 2-44-15,4 2-23 0,-4 0-19 0,2 5-2 16,2-3-9-16,-1 5-9 0,0-1-3 0,2-1-3 16,2-3-3-16,1 0-4 0,5-5-4 0,-2-2-1 15,4-6-3-15,4 0 0 0,-1-7 1 0,4-6 2 16,0-3 1-16,4-4 2 0,0-7 2 0,1-4 6 16,-2-2 3-16,2-3 1 0,-3 0-1 0,3-4 0 15,-4 2-3-15,-1 2-6 0,0 0-3 0,-5 2 1 16,-1 5 3-16,0 0 2 0,-5 3 4 0,0 3 0 15,-2 1 1-15,-3 4-2 0,1 2-3 0,-4 2-2 16,1 4 2-16,-4 6 0 0,-2 1 0 0,3 5-1 16,-6 3-6-16,2 3-2 0,0 2-4 0,2 2-2 15,-2-1 3-15,4 3 3 0,0-1 5 16,3-1-26-16,1-3-64 0,1 0-57 0,4-6-106 16,2-1-165-16,2-6-281 0,0-5-301 0,5-2-222 15,1-3-161-15,-1-7 197 0,5-4 542 0</inkml:trace>
  <inkml:trace contextRef="#ctx0" brushRef="#br0" timeOffset="69876.96">23623 871 289 0,'0'-4'880'0,"-3"2"360"16,-2 1-15-16,-2 1-239 0,0 0-375 16,0 3-262-16,3 3-131 0,-1 1-69 0,1 2-32 15,3 3-25-15,1 0-21 0,1 0-28 0,3 2-19 0,2-1-4 16,2 1-9-16,1-1-7 0,3 2 0 15,-1-2 1-15,3 1-1 0,-1 0-8 0,1-1 4 16,-5 2 5-16,2 0 0 0,-1 1 1 0,-6 0 5 0,0 0-4 16,-4 2-2-16,-4-1 1 0,0 0 0 0,-6 5-6 15,-1-3-5-15,-3 4 2 0,-2-4 3 16,1 3-4-16,-3 2-3 0,-2-4-2 0,2 3-26 16,-1-2-29-16,0 0-63 0,3-3-137 0,-1-3-228 15,3-1-289-15,0-3-256 0,6-2-230 0,0-3 24 16,1-2 461-16</inkml:trace>
  <inkml:trace contextRef="#ctx0" brushRef="#br0" timeOffset="71624.1">23915 1011 108 0,'6'-2'356'0,"1"4"171"16,-2 1 153-16,0 3-65 0,-2 4-137 0,3 5-67 16,-2 3 8-16,0 3 15 0,1 5 2 0,-2 2-51 15,0 4-54-15,-1 2-39 0,-1 4-39 0,2 2-35 16,-3 4-36-16,-3 1-1 0,2 1-8 16,-3 1-26-16,1 2-25 0,-2-1-26 0,0-1-17 15,1-3-28-15,-4-2-21 0,3-5-12 0,2-3-7 16,-2-5-4-16,4-4-4 0,-1-6-3 15,0-5 0-15,2-5 1 0,2-6-1 0,1-6 0 16,4-9 0-16,-1-7-1 0,6-9-3 0,0-5-5 16,2-7 0-16,-1-5 3 0,1-4 1 0,2-4 1 15,0-1 6-15,1-1 1 0,0 1-1 0,-1 1-2 16,1 6 4-16,-1 1-3 0,1 6 2 0,0 5 3 16,-4 6-3-16,0 4-1 0,-3 4-5 0,-1 5 1 15,-2 3-3-15,1 3 0 0,-4 4 0 0,2 2 5 0,-1 4 0 16,0 3 0-16,0 3 4 0,0 5-8 15,-1-2 0-15,1 5-5 0,1 1-2 0,1 2 6 16,-1 1 2-16,-1 0 8 0,1 1 9 0,0-2 2 16,1 2 4-16,1-2-7 0,-2-1-4 0,5-2-4 15,-2-2-6-15,4-3 0 0,1-3-8 0,1-3-3 16,4-3 0-16,-1-6 2 0,3-3 1 0,4-4-3 16,-3-1 7-16,4-4 3 0,-4 0-1 0,3-2 2 15,-3 2 1-15,0 0 0 0,-2 2 2 0,-2 1-4 16,-3 2 0-16,-3 3 2 0,-1 1-2 15,-2 3 2-15,-5 2 3 0,2 2 11 0,-3 2 8 16,2 2 2-16,-5 2 2 0,3 3 4 0,-3 3-1 16,0 3-7-16,0 0-5 0,0-1-5 0,0 2-2 15,2 1-3-15,0 0-2 0,3-1-4 0,-2-1-1 16,4 0-1-16,1-2 1 0,2 0-1 0,4-4-1 16,0-2 9-16,3-4 1 0,4-1 1 0,1-2 2 15,4-7-1-15,0 2-1 0,3-5-6 0,-1-1 1 16,2 0 0-16,0-3-2 0,-2 1-6 0,0 0-1 15,-1 0-4-15,0 2-3 0,-5-1-2 0,0 2 0 16,-3 3 7-16,0 0 0 0,-6 2 4 0,1 2 1 16,-3 2-1-16,-2 2 1 0,1 4 1 0,-6-1 2 15,3 6 0-15,-2 1 1 0,-2 3 1 0,2 2 1 16,-4 3-1-16,2 2 1 0,-1 1 0 0,-1 5 7 16,2 1 1-16,-1 3-1 0,0 6 1 0,-1 0-2 15,-1 5 0-15,2 0-4 0,-2 5 0 16,1 3 1-16,-2 2 6 0,-1 1 6 0,1 0-1 15,-3-2-1-15,0-1 3 0,-2-3 3 0,-1-3-4 16,-1-4-1-16,0-5 3 0,1-5 3 0,-1-6-1 16,-2-3 2-16,-1-6-1 0,2-6-3 0,-3-5-3 15,2-5-5-15,-2-4-5 0,4-7-4 16,2-3-1-16,-2-7-2 0,5-2-1 0,2-6-1 16,1-2-2-16,1-4-2 0,7-1 1 0,0-1-3 15,1-2 3-15,5-2 1 0,-1 2 1 0,6-2 3 16,0 0-6-16,5 0-3 0,3-1-1 0,-1 0-2 15,3 2-2-15,1 0 0 0,0 0 5 0,0 5 2 16,-3 1 1-16,2 3 1 0,-1 4 0 0,-3 1 0 16,1 5 2-16,-6 2 7 0,-1 4 4 0,-2 4 1 15,0 1 0-15,-5 5 2 0,-3 1 1 16,1 5-5-16,-1 2-2 0,-2 5-6 0,-3 3-3 16,0 2-2-16,-1 3-3 0,0 3 0 0,-1 2 1 15,-1 4 4-15,4 0 9 0,-1 1 3 0,1-1 2 16,2-1 0-16,1 0 0 0,4-4-1 0,1-1-6 15,4-5-2-15,2-2-1 0,3-5 0 0,4-4 0 16,0-3 2-16,4-2 0 0,0-6-5 0,5-1-4 16,0-3 0-16,2-3-3 0,1 0-2 0,-1-2-1 15,1 2 6-15,-3 0 1 0,-2 2 2 0,-3 1 0 16,-3 3 0-16,-5 3 0 0,-2-1 1 0,-3 4 1 16,-4 2 0-16,-1 1 1 0,-2 2 1 0,-4 2 2 15,-1 1 0-15,0 2 0 0,-4 2 1 0,-1 0-1 16,3 3 0-16,-3 0 0 0,0 2 0 0,2-1-1 15,-2 1 0-15,1-2-1 0,1 0 0 0,-1-2 0 16,3 2-1-16,0-4 0 0,1 1 0 0,2-1 4 16,0-3 5-16,0 0 0 0,2 1 1 0,2 0-1 15,0-1 2-15,1 0-6 0,1 1-4 0,0 1-1 16,3 3-1-16,-2 0-1 0,4 1 0 16,-2-1 0-16,1 2-1 0,-3 0 1 0,3-1-1 15,0-1 2-15,-2-1-1 0,0-1 1 0,-2-3 0 16,2-2-1-16,0-1-1 0,0-5 0 0,1-4-1 15,-2-2 1-15,2-5 1 0,-4-1 1 0,4-4 0 16,-2-1-1-16,-1-1 0 0,1-2-2 0,-2-4 0 16,0 1 0-16,-1-3-1 0,-1-4-1 0,0 1 2 15,2-5 2-15,-3-2 2 0,4-1-5 0,-4-1-1 16,1 0 0-16,1 1-2 0,-5 5-1 16,-1 2-1-16,-2 8 5 0,-3 4 3 15,0 5 2-15,-1 7 2 0,-3 4-2 0,0 7 1 16,-3 5 0-16,0 5 1 0,0 7 6 0,1 3 3 15,-2 6 3-15,0 5 6 0,-1 5 12 16,1 4 8-16,-1 2 1 0,2 2-2 0,2 3-2 16,2-2-4-16,5-1-12 0,-1-1-7 0,8-5-6 15,3 0-4-15,0-5-1 0,6-1-1 0,0-4-1 16,2-4-3-16,0 1-5 0,-1-5-13 0,2-3-24 16,-6-1-68-16,0-3-74 0,-6-3-148 0,-3-3-273 15,-1-1-321-15,-3 0-372 0,-2-4-256 16,-4-1-19-16,-5-1 652 0</inkml:trace>
  <inkml:trace contextRef="#ctx0" brushRef="#br0" timeOffset="71858.47">26711 660 140 0,'7'-7'604'0,"0"7"364"16,2 2 203-16,3 0-38 0,5 1-397 0,5 0-195 15,0 0-87-15,7 1-60 0,2-3-81 16,4 3-49-16,1-3-60 0,1 0-64 0,2 1-44 16,-1 1-37-16,5-2-19 0,-4 3-19 15,3-2-11-15,-3 5-6 0,-3-3-8 0,-2 4-55 16,-8 1-80-16,-5 1-168 0,-4 7-278 16,-5 1-306-16,-6 2-385 0,-6-3-286 0,-5 1 53 15,-1 1 722-15</inkml:trace>
  <inkml:trace contextRef="#ctx0" brushRef="#br0" timeOffset="72792.71">21280 2860 326 0,'1'9'750'16,"2"-2"318"-16,-3 1 92 0,2 3-256 0,1 2-264 16,0 4-90-16,2 2-87 0,-1 6-65 0,0 1-67 15,1 5-44-15,-4 3-65 0,2 2-79 16,-1 4-49-16,0 1-31 0,-2 2-19 0,0-2-21 16,0-1-5-16,0-2-7 0,0-2-6 15,0-4-3-15,0-4-3 0,1-3 4 0,2-3-2 16,3-5-20-16,-2-3-67 0,0-4-66 0,0-2-118 15,0-7-199-15,1-2-316 0,0-5-338 16,4-5-250-16,-2-4-136 0,-1-2 371 0,1-8 617 16</inkml:trace>
  <inkml:trace contextRef="#ctx0" brushRef="#br0" timeOffset="72974.99">21577 2979 384 0,'6'-3'834'16,"-1"3"297"-16,0 4 28 0,-2 4-280 0,0 2-312 15,0 5-134-15,3 4-51 0,-3 1-47 16,2 5-49-16,-2 1-40 0,-1 1-45 0,0 1-69 16,-1 2-56-16,1-4-35 0,0 4-20 0,-1-5-12 15,2-3-8-15,-1-3-58 0,1-2-68 16,-3-4-131-16,1-2-220 0,-1-2-298 0,0-5-346 16,-1-1-270-16,-5-4-96 0,1-2 468 15,-5-3 615-15</inkml:trace>
  <inkml:trace contextRef="#ctx0" brushRef="#br0" timeOffset="73193.52">21276 2807 26 0,'-6'0'559'0,"0"0"472"16,1 4 186-16,4 0-98 0,2 2-344 15,4 2-347-15,6 2-201 0,2 2-97 0,5 1-45 16,4 1-21-16,1 0-12 0,4-1-19 0,3-1-21 15,1 0-10-15,3-2-6 0,0 2 3 0,0-2-2 16,2 0 1-16,-3 1 4 0,2 1-9 16,-5-2-63-16,-3 2-134 0,-5 1-212 0,-5 2-285 15,-4 1-268-15,-2 1-231 0,-8 2 36 0,-5 2 419 16</inkml:trace>
  <inkml:trace contextRef="#ctx0" brushRef="#br0" timeOffset="73391.89">21262 3612 156 0,'-11'20'673'0,"1"-6"359"0,1 0 88 16,6-3-109-16,3 0-448 0,3-2-284 15,3-2-144-15,4-2-65 0,3 1-34 0,6-4-14 16,2-2-11-16,6 0-5 0,1 0-5 16,6-2-6-16,2 0-3 0,1-1 3 0,3 2-1 15,4-1 6-15,-3-1-5 0,2 1-45 0,1-2-85 16,0 1-135-16,2-1-279 0,-2 1-259 15,3-2-203-15,0-1-21 0,-3 1 248 0,-2-2 369 16</inkml:trace>
  <inkml:trace contextRef="#ctx0" brushRef="#br0" timeOffset="73691.41">22295 3502 134 0,'-8'-9'749'0,"-6"6"529"0,-3 1 225 0,-3 0-164 15,-2 2-441-15,-5 3-335 0,2 1-170 0,-4 4-110 16,-1 1-100-16,2 1-62 0,1 2-39 15,3 2-25-15,2 1-19 0,6 1-15 0,1-1-10 16,7-1-7-16,3-1-4 0,5 0-4 0,5-2-1 16,3-2 0-16,6-2 1 0,2-3 1 15,4-4 1-15,5-4 0 0,2-3 1 0,3-3-1 16,0 0-1-16,-1-5-2 0,1 4 0 16,-5 0 0-16,1 1 0 0,-4 2 0 0,0 1 0 15,-6 2 0-15,-1 4 3 0,0 1-2 16,-6 3 4-16,-1 4-1 0,-3 4 2 0,-4 4 0 15,-1 2-3-15,0 5 3 0,-1 0-5 0,1 2-1 16,1 0-13-16,2 1-30 0,2-2-79 0,2-2-90 16,2 0-169-16,0-2-292 0,1-2-332 15,6 0-365-15,-2-2-179 0,5-2 160 0,1-1 681 16</inkml:trace>
  <inkml:trace contextRef="#ctx0" brushRef="#br0" timeOffset="74126.92">23006 3413 52 0,'-6'1'543'0,"1"3"459"15,-3-1 199-15,4 2-79 0,0-2-389 0,4 0-310 16,0 0-184-16,4 0-117 0,5-2-48 0,0 2-19 16,4 0-4-16,6-2-8 0,3-1-5 15,0 0-2-15,5-3-9 0,3-1-18 0,2 0-3 16,0-2-6-16,-1-2-5 0,-1 1 0 16,-1 0-55-16,-3 1-142 0,-4-1-279 0,-4 1-264 15,-4 3-266-15,-4 0-236 0,-7 0 66 0,-3 3 503 16</inkml:trace>
  <inkml:trace contextRef="#ctx0" brushRef="#br0" timeOffset="74376.48">23259 3227 284 0,'21'-4'558'0,"-1"1"265"16,3 0 147-16,0 3-222 0,2 0-157 0,0 0-94 15,1 3-99-15,-4-2-68 0,3 4-47 0,-3 1-38 16,-2 1-9-16,-2 5 1 0,0 1-10 16,-7 0-23-16,-1 2-20 0,-6 5-40 0,-4 0-38 15,-3 3-41-15,-2 1-23 0,-4 4-14 0,-5 0-15 16,-1-1-17-16,0 1-53 0,0-1-64 16,-2-3-114-16,3-1-195 0,2-5-298 0,3-4-334 15,8-3-289-15,-1-4-153 0,4-2 352 16,4-3 640-16</inkml:trace>
  <inkml:trace contextRef="#ctx0" brushRef="#br0" timeOffset="75248.53">24454 3707 352 0,'-8'13'769'0,"-1"-4"318"0,1 0 58 0,3-4-271 16,1 2-325-16,0-6-176 0,3-1-126 15,1-5-80-15,1-2-49 0,4-6-30 0,5-6 6 16,4-4 27-16,3-6 37 0,2-5 8 0,5-2 19 15,-2-5-4-15,4-1-25 0,-1-1-31 16,-2 1-34-16,3 0-7 0,-7 5-23 0,0 1-7 16,-3 8-1-16,-2 2 3 0,-5 9 1 0,-1 0-5 15,0 5-3-15,-3 5-15 0,-4 4-9 16,-2 6-12-16,-3 6-9 0,0 8-6 0,-2 6-5 16,-1 6 5-16,2 4 0 0,2 1 2 15,-2 3 2-15,4 1 1 0,-1 1-1 0,2 0 1 16,2-1 6-16,-1-4 3 0,4-3 0 15,0-4 0-15,2-1-1 0,2-7 1 0,0-3-7 16,3-6-3-16,1-6 0 0,5-6 0 0,1-5 0 16,1-7-1-16,3-7 1 0,0-4-2 0,3-2 0 15,-3-4-1-15,1 1 0 0,-2 0 1 16,0 1 0-16,-2 1 0 0,-5 4 1 0,0 5-1 16,-3 2 1-16,-2 5-1 0,-5 1 1 15,-1 7 0-15,2 4 1 0,-3 3 4 0,-3 8 6 16,0 4 2-16,-3 4 3 0,2 4 2 0,-4 3 0 15,4 2-2-15,-2 0-4 0,1 3-3 0,2-3-4 16,0-1-3-16,2-1-2 0,1-4-2 16,3-3-1-16,-2-3 0 0,3-3 0 0,1-2 0 15,3-7 2-15,0-3 0 0,2-5 2 0,2-7 0 16,0-3 0-16,2-2 1 16,-1-3-1-16,0-3-5 0,0 0 2 0,-2 3-5 0,0-1-1 15,0 2-3-15,-1 0-1 0,-1 4 5 16,1 3-4-16,-2 2 5 0,0 1 1 0,-1 4 1 15,-2 4 2-15,1 1 1 0,-3 4-1 16,1 2 2-16,-1 4 0 0,-1 1 5 0,-1 1 2 16,1 3 2-16,-2 1-1 0,2 3 0 0,-2-1-1 15,1 3-6-15,0-2-7 0,2-1-15 16,1-2-38-16,-2-2-80 0,1-1-135 0,0-5-263 16,4-3-312-16,-2-4-381 0,1-2-401 15,4-5-67-15,-1-4 634 0</inkml:trace>
  <inkml:trace contextRef="#ctx0" brushRef="#br0" timeOffset="75440.6">25888 3459 111 0,'-4'19'1016'0,"-2"4"686"16,-6 1-84-16,-2 4-346 0,-2 1-425 16,-3 3-363-16,2 3-237 0,-2 0-107 0,3-1-53 15,0-2-35-15,5-4-23 0,2-3-14 16,4-7-9-16,5-1-7 0,8-7-28 0,-2-5-81 15,4-5-107-15,3-7-201 0,1-4-291 16,0-6-358-16,2-2-412 0,-2-7-168 0,0-1 334 16,-4-1 753-16</inkml:trace>
  <inkml:trace contextRef="#ctx0" brushRef="#br0" timeOffset="75593.08">25882 3023 121 0,'-9'-32'731'0,"-3"6"484"0,-1 5 115 16,1 4-150-16,-2 4-387 0,1 6-356 0,4 2-169 15,-4 2-95-15,5 3-62 0,2 5-47 16,1 1-37-16,4 1-24 0,2 5-51 0,2 3-58 16,2-2-145-16,3 1-239 0,0 4-288 0,5 0-298 15,-2 2-233-15,1-1-10 0,1 1 507 0</inkml:trace>
  <inkml:trace contextRef="#ctx0" brushRef="#br0" timeOffset="76175.19">26161 3691 269 0,'12'11'512'0,"-1"-2"197"16,5-3 173-16,-2 0-205 0,3-3-135 0,4-3-58 16,1-5-55-16,4-2-41 0,-1-5-79 15,0-3-61-15,1-5-33 0,1-1-13 0,-1-4-21 16,-1-1-11-16,-1-1 13 0,-5 0-9 0,2 2-15 15,-8 1-25-15,1 0-19 0,-6 2-8 16,-5 5-25-16,-2-1-14 0,-2 3-18 0,-4 1-15 16,-5 3-6-16,0 4-8 0,-5 4-14 0,-4 5-7 15,3 2-2-15,-2 4-1 0,-2 5 1 0,5 2-2 16,-1 3 7-16,0 3 3 0,5 3-2 16,-2 3 4-16,4 3 1 0,1 1 2 0,1 3 1 15,1-1-2-15,3 0-2 0,2 0-8 16,2-3-2-16,2-2-3 0,7-2-2 0,1-1-23 15,3-5-74-15,3-2-88 0,4-6-173 16,0-1-286-16,1-1-336 0,1-3-368 0,1-2-194 16,0 0 171-16,0-3 691 0</inkml:trace>
  <inkml:trace contextRef="#ctx0" brushRef="#br0" timeOffset="76758.35">26842 2932 409 0,'-3'0'815'0,"1"0"263"16,1 1 5-16,-1 4-275 0,1 3-282 16,-3 3-170-16,3 3-64 0,1 7 7 0,1 3 8 15,3 6-18-15,-1 5-24 0,0 5-22 0,1 5-46 16,-1 3-55-16,1 5-33 0,-1 1-31 15,0 4-23-15,0 1-17 0,2-1-12 0,3-2-6 16,1-6-12-16,3-1-4 0,5-8-3 0,2-4-1 16,5-6 0-16,4-7 1 0,2-5 0 0,3-8-1 15,1-5-2-15,0-9 1 0,1-4 1 16,1-7 0-16,-3-4 0 0,1-4 1 0,-4-4 2 16,-2-2 0-16,-4-3-3 0,1-1 1 15,-4-1 0-15,-2-3 0 0,-3 1 1 16,-7 1 0-16,-1 1 1 0,-3 0-1 0,-5 5 2 15,-4 0 0-15,0 6 0 0,-5 3-1 0,0 4 1 16,-2 5-2-16,-3 6 0 0,0 5-6 0,-3 5-2 16,-1 7-1-16,-2 7-2 0,2 2-1 15,1 8-2-15,0 1 11 0,0 3 5 0,4 4 3 16,1 2-1-16,1 2-1 0,2 1 0 0,2-1-5 16,6 2-3-16,2-3-17 0,3-2-53 15,4-5-69-15,2-2-118 0,3-2-207 0,6-4-308 16,0-3-343-16,2 0-289 0,1-7-128 15,0-1 396-15,3-2 656 0</inkml:trace>
  <inkml:trace contextRef="#ctx0" brushRef="#br0" timeOffset="77474.36">27482 3951 23 0,'-1'8'488'16,"-1"0"445"-16,-1 0 251 0,0-2-36 15,1-2-362-15,1 1-309 0,-1-4-188 0,2-1-111 16,2-3-61-16,2-3-41 0,3-6-7 16,7-3 17-16,-1-6 36 0,7-6 34 0,4-2 22 0,0-8 10 15,4-1-8-15,4-5-12 0,-1 1-45 16,3-1-38-16,-3 0-30 0,2 3-19 15,-6 2-14-15,-1 7-18 0,-6 4 0 0,-1 7 4 16,-6 3 3-16,-4 4 1 0,0 5 2 16,-2 4 1-16,-2 4 0 0,-2 4-7 0,-3 6-1 15,0 6 5-15,0 6 4 0,-2 2 7 0,1 4 3 16,1 2 3-16,-2 2-1 0,4 0-7 0,-2 0-5 16,3 0-7-16,0-2-3 0,3-4-3 15,2-1-2-15,2-4 1 0,-1-3-1 0,5-5-2 16,1-4-1-16,2-5 0 0,1-5-1 15,4-6 2-15,1-6-1 0,0-3 2 0,0-5 1 16,2 0-1-16,-1-3 0 0,0 0-1 0,-3-2-2 16,1 3 0-16,-2 0-4 0,-2 1-2 0,0 2 3 15,-2 3-2-15,0 1 1 0,-3 5 1 16,-2 0 1-16,-2 3 3 0,1 2 0 0,1 5-1 16,-3 1 1-16,-2 1 2 0,2 4 1 15,0 2 0-15,0 2 0 0,-2 2 1 0,1-1 0 16,2 4-1-16,-1-2-1 0,0 1 1 0,0 0-1 15,2-1 0-15,-1-1-1 0,2 0-3 16,1-1-11-16,1-1-16 0,3-1-22 0,-4-3-32 16,6 1-48-16,-2 0-45 0,1 1-29 0,-3 0-28 15,3 1-46-15,-4 1-72 0,0 1-77 16,-5 4-113-16,0 0-236 0,-5 5-239 0,-1-1-111 16,-1 0 150-16,-2 2 345 0</inkml:trace>
  <inkml:trace contextRef="#ctx0" brushRef="#br0" timeOffset="77691.14">28756 3370 217 0,'-4'-47'865'0,"-2"8"551"0,-2 3 110 0,0 7-231 16,0 4-479-16,-2 4-307 0,1 5-159 15,2 4-124-15,-2 5-93 0,4 1-54 0,1 6-35 16,-1 3-21-16,2 3-11 0,-1 3-6 0,4 3-2 15,0 2-1-15,4 0 0 0,-1 3-2 16,2 2-3-16,3 1-18 0,1 3-71 0,0-1-78 16,3-1-144-16,-2-1-268 0,3 0-324 15,3-2-372-15,-2 0-241 0,0-3 9 0,1-1 612 16</inkml:trace>
  <inkml:trace contextRef="#ctx0" brushRef="#br0" timeOffset="78027.11">28983 3807 72 0,'9'28'512'0,"4"-2"347"0,-4-3 165 16,5-6 43-16,1-1-347 0,4-5-247 0,0-3-41 15,4-5 5-15,3-4-19 0,0-5-76 0,3-5-61 16,-1-3-35-16,2-4-69 0,-1-1-62 16,0-5-36-16,-2-2-17 0,-2 1-10 0,-5-4-16 15,-4 2-13-15,-5 1-3 0,-5-2-3 16,-2 3 1-16,-8 3 6 0,-2 0 1 15,-6 2 1-15,-3 6 1 0,-5 5 6 0,-2 4 1 16,-1 5-1-16,-2 6-3 0,0 5-3 0,0 4-4 16,4 2-7-16,-1 5-6 0,1 2-5 0,7 1-2 15,0 4-2-15,4 0 0 0,4 3 0 16,1 1 1-16,2 0-1 0,8 1 0 0,1-2-1 16,4 0-2-16,5-3 0 0,1 1-1 15,5-3 1-15,2-2-7 0,1-2-11 0,6-3-23 16,-1 1-62-16,-1-3-75 0,1-1-152 0,-2 1-276 15,-2-2-316-15,-6-1-372 0,-2 0-276 16,-6 1-3-16,-6-3 669 0</inkml:trace>
  <inkml:trace contextRef="#ctx0" brushRef="#br0" timeOffset="79058.61">21147 5423 133 0,'8'0'581'0,"-4"0"362"0,1 0 138 0,0 2-87 16,-2 0-319-16,2 0-203 0,-1 5-85 15,1 2-2-15,3 6 0 0,0 4-35 0,3 5-51 0,-1 8-32 16,-1 2-61-16,4 7-59 16,-2 3-39-16,1 5-26 0,0 3-15 0,-3 2-20 15,0-3-12-15,-1 0-10 0,0-1-7 0,0-4-6 16,-2 0-4-16,1-5 0 0,-2-3-2 0,-1-7-2 16,0-4 0-16,0-4-2 0,-2-5 0 15,0-5 5-15,-1-4 2 0,-1-3 2 0,-3-6 1 16,1-9-2-16,-1-6 1 0,2-6-7 15,-4-4-1-15,0-7 0 0,0-3 0 16,0-2 1-16,-4-5 0 0,3-3 1 0,-1-1-2 0,-1-3-1 16,2-4-2-16,0 0-3 0,1-1 1 15,5 3-1-15,0 1-2 0,3 5 0 0,4 2 0 16,3 6 0-16,0 2 1 0,5 7 0 0,2 3 1 16,3 3 0-16,1 6 0 0,4 1 1 15,0 6 0-15,2 1 0 0,-2 5-1 16,2 1 1-16,-3 4 2 0,2 1 0 0,-3 2 0 0,1 3 2 15,-5-1 0-15,0 2 2 0,-3 1 0 16,-2 2 1-16,-4 1 0 0,-4 3 0 0,-4 0 0 16,-2 4 0-16,-7-3 0 0,-1 5 0 15,-5 0 0-15,-2 1 2 0,-6-1-1 0,0 2 2 16,-4 0-1-16,-3-1-1 0,-2 1-2 16,-3-2 0-16,-2 1-1 0,-2-4-2 0,1 0-1 15,0-3-1-15,1-3 0 0,3-3-1 0,2-2 1 16,4-3-1-16,5 1-3 0,3-1-9 15,6-5-18-15,2 0-32 0,7 0-72 0,5-2-79 16,3-4-149-16,5 1-280 0,3-1-316 0,6-1-352 16,0-1-219-16,7 1 29 0,-1-1 632 0</inkml:trace>
  <inkml:trace contextRef="#ctx0" brushRef="#br0" timeOffset="79702.14">21390 5845 178 0,'-11'5'537'0,"0"1"343"0,0-2 189 16,2-1-161-16,2 1-329 0,4 1-137 16,3 0-97-16,2 2-86 0,2 1-48 0,6 3 14 15,4 0 8-15,2 0-27 0,4 2 9 16,2-1-5-16,5-1-19 0,2 0-43 0,-2-1-30 16,3 0-19-16,3-1-38 0,0 0-26 0,-1 0-15 15,-1 0-9-15,-1-1-4 0,-2 3-4 16,-2 1-1-16,0-1-1 0,-3 3 0 0,-1 0 2 15,-1 3-1-15,-2 2 0 0,-5 0-5 16,0 0-54-16,-2 1-69 0,-4-2-145 0,-2-2-262 16,-2-1-299-16,0-3-368 0,-3-1-275 0,1-6-42 15,-2-2 595-15</inkml:trace>
  <inkml:trace contextRef="#ctx0" brushRef="#br0" timeOffset="80240">22037 5517 188 0,'4'-11'758'0,"1"2"392"15,0 3 51-15,0 3-124 0,0 3-443 16,2 4-224-16,3 7-67 0,0 4-23 0,2 5-22 16,-1 2-26-16,4 4-33 0,-1 5-47 0,-1 0-60 15,0 5-44-15,2-1-19 0,0 3-17 16,-2-1-11-16,1 3-10 0,-2-3-9 15,0-3-5-15,1 1-7 0,-4-5-4 0,-1-2-1 16,3-4-4-16,-3-3 1 0,-1-3 1 0,-3-3-2 16,1-3 0-16,1-2 2 0,-4-2 6 0,-1 0 7 15,-1-4 6-15,0 0 5 0,0-4 0 16,-3-3 0-16,-3 1-7 0,1-6-7 0,-1-1-5 16,0-3-5-16,-2-6-1 0,-2-1 0 0,2-7-1 15,0-4 0-15,-1-6 1 0,0-7-1 16,-1-7 0-16,0-2-2 0,1-3 0 0,4-1-2 15,2 1-2-15,3 6 1 0,2 3-1 16,3 4 2-16,1 4-1 0,5 4 1 0,2 2 2 16,0 7 0-16,5 2-2 0,1 0 1 0,0 7 1 15,6 3-1-15,-3 3-1 0,5 3 1 0,-2 3 3 16,1 7-1-16,-4 1 0 0,2 4 1 16,-1 2 1-16,-5 2 1 0,2 3 0 0,-4 3 1 15,-5 0 5-15,-3 5 3 0,-3 1 2 16,-5 3 1-16,-5 3-1 0,-3 1 0 0,-1 2-2 15,-9 3-5-15,-2 0-2 0,1 2-2 0,-5-2-1 16,-1-1 0-16,-2 2-2 0,0-5 1 16,2 0-1-16,1-5-1 0,2-5 0 0,3-2-4 15,3-3-12-15,5-7-22 0,0-1-45 0,6-4-75 16,2-4-80-16,3-4-129 0,3-1-188 16,2-2-307-16,4-3-285 0,3-1-195 0,-3-1-77 15,5 0 373-15,2-1 557 0</inkml:trace>
  <inkml:trace contextRef="#ctx0" brushRef="#br0" timeOffset="80874.34">22916 5467 356 0,'3'-6'866'0,"-3"-1"334"0,-1 0 11 15,-3 2-220-15,1-1-252 0,0 4-190 0,0-1-130 16,1 1-81-16,-1 1-59 0,0 1-73 15,2 0-80-15,-1 3-49 0,0 2-26 16,2 6-12-16,0 1-4 0,0 4 2 0,4 3 4 16,-3 7 3-16,5 2 0 0,-1 5-2 0,1 6-3 15,-1 2-4-15,2 4-6 0,0 2-6 0,0-2-4 16,-1 2-5-16,1 0-4 0,2-4-3 16,-3-2-1-16,2-7-2 0,2-2-3 0,0-7-1 15,0-4 0-15,1-6 0 0,2-4-2 16,-5-8 0-16,1-5 2 0,1-7 1 0,-2-5 1 15,0-5 0-15,0-7 1 0,-2-5 1 0,0-3-1 16,-3-6 0-16,0 2 0 0,-3-6 0 0,-1 1-2 16,-2-4 0-16,-2 0-1 0,-3 0 0 15,-1-1-2-15,-3-2-1 0,-2 4 1 0,0 2 1 16,-2 3 1-16,4 4 2 0,0 7 0 16,0 3 2-16,4 6-1 0,1 5-1 0,3 3-2 15,-2 5 0-15,3 3-1 0,3 8-1 0,0 7-1 16,1 1 2-16,2 7 1 0,3 3 0 0,2 4 1 15,0 0 1-15,0 3 2 16,5 1-2-16,-2-1 1 0,3-1-1 0,-1-3 0 0,2-2-1 16,3-4-1-16,1-2-1 0,0-6-1 15,1-5 1-15,4-5-2 0,0-3 1 0,-3-6 0 16,2-3 0-16,1-5 2 0,-3 1-1 0,1-3 1 16,0 0 0-16,-5 0 0 0,4 4-1 15,-6-2 1-15,1 4 1 0,-3 2-1 0,-2 2 0 16,-1 3 0-16,-1 2 1 0,-1 2 0 15,-3 5 0-15,-1 3 2 0,1 2 0 0,-2 7 1 16,-1 2-1-16,-2 3 1 0,0 6-1 0,0 1-2 16,0 4 1-16,-2 4 0 0,-1 4-3 0,2 3 1 15,-4 1-2-15,2 5-2 0,-2 3-3 16,1-2 0-16,1 1-5 0,2-1-14 0,1-6-35 16,1-1-80-16,2-5-125 0,2-3-237 15,0-7-304-15,3-2-379 0,5-4-413 0,-1-6-99 16,1-3 523-16,4-5 760 0</inkml:trace>
  <inkml:trace contextRef="#ctx0" brushRef="#br0" timeOffset="81826.27">24236 5559 165 0,'5'0'713'16,"-2"1"386"-16,2-1 74 0,-2 0-129 16,3 1-442-16,1 1-261 0,-1 1-144 0,2-2-64 15,3 3-25-15,2-3-18 0,2 2-20 16,5-1-18-16,2-1-7 0,1-1-4 0,4 0-4 15,0 0-2-15,2-1-4 0,1-3-3 0,-3 3-13 16,-1 0-16-16,-4-1-20 0,-2 2-45 16,-5 2-130-16,-7 2-200 0,-5 2-282 0,-4 3-274 15,-4 4-252-15,-6 1-66 0,-6 1 407 0</inkml:trace>
  <inkml:trace contextRef="#ctx0" brushRef="#br0" timeOffset="81981.48">24223 5899 10 0,'4'4'352'16,"4"-2"248"-16,-2 0 179 0,4 0 56 16,4-1-322-16,2-1-249 0,4-3-122 0,4 3-63 15,2-3-32-15,3 0-22 0,3-1-7 16,2 4-26-16,1-2-65 0,0 2-98 0,0 2-223 16,0 0-221-16,0 2-133 0,-1 0 8 15,-1 2 172-15,0 1 242 0</inkml:trace>
  <inkml:trace contextRef="#ctx0" brushRef="#br0" timeOffset="82174.52">25253 6053 94 0,'10'2'661'0,"-3"0"454"0,-4 1 134 16,0 0-126-16,1-2-384 0,-3 1-326 15,-1-1-175-15,2 0-85 0,-1 1-51 0,1-2-32 16,-2 0-25-16,2 0-20 0,-1 0-18 0,3-2-31 15,-3-2-37-15,4-1-117 0,2-5-186 16,-2 0-293-16,2-6-275 0,-1 2-243 0,3-4-105 16,-2-3 354-16,-2-3 507 0</inkml:trace>
  <inkml:trace contextRef="#ctx0" brushRef="#br0" timeOffset="82528.88">25099 5082 12 0,'-1'-17'466'16,"2"0"405"-16,-1 3 224 0,2 0-29 15,1-1-304-15,2 2-318 0,3-1-164 0,1 2-83 16,4 0-42-16,3 1-16 0,0 3-25 16,4 1-26-16,5 1-8 0,1 1-14 0,-1 3-11 15,5 4-9-15,-3 1-5 0,0 1 28 0,-3 6 33 16,-2-1 41-16,-5 5 37 0,0 2 12 0,-5 3 3 15,-7 3-28-15,-2 2-39 0,-6 5-40 16,-4 1-30-16,-3 1-16 0,-4 5-14 0,0 2-2 16,-3 1-1-16,1-1 1 0,-5 3-5 15,5 0-1-15,-2-2-2 0,5-3-4 0,-1 0-7 16,6-5-2-16,1-4-4 0,6-1-2 0,1-5 0 16,4-1-1-16,3-4 0 0,4-3 0 15,5-3-2-15,1-2-9 0,5-2-27 0,2-2-67 16,1 1-67-16,-1-5-114 0,3 2-181 15,-2 1-307-15,2 0-315 0,0 2-234 0,-2 1-134 16,0 1 310-16,-1 0 594 0</inkml:trace>
  <inkml:trace contextRef="#ctx0" brushRef="#br0" timeOffset="83706.7">21468 7126 18 0,'1'-9'407'0,"3"3"344"0,-4 2 240 0,-2 4 53 0,0 0-303 15,2 3-227-15,-1 1-136 0,1 4-87 16,1 2-46-16,-1 0-15 0,4 7 3 0,-3 0 3 15,2 2-5-15,2 3-10 0,-2 4-14 16,0 3-35-16,0 2-39 0,1 4-39 16,-1 4-26-16,-2 0-15 0,1 2-5 0,-2 3-8 15,0-1-10-15,0-1-6 0,0 1-2 0,0-3-8 16,2 1-7-16,-2-5-2 0,1-2-3 0,2-4 0 16,3-4-1-16,-1-1-1 0,3-5-3 15,0-4-1-15,5-2 1 0,-1-6 0 0,4-5 1 16,2-3 0-16,0-9 2 0,3-2 3 0,3-6-2 15,1-4 0-15,2-5 0 0,1-2 0 16,-1-2-1-16,2-1 1 0,-4-4 2 0,2 2-1 16,-2 1 1-16,-3 0 2 0,-4 3 0 0,-2 2 0 15,-7 2 0-15,-2 5 2 0,-3 3 3 16,-7 1 2-16,-2 5 1 0,-3 2-1 0,-4 5-2 16,-6 4-1-16,2 7-4 0,-6 5-4 15,0 2-2-15,-1 9-1 0,0 3 0 0,0 2 2 16,1 5 0-16,2 1 0 0,2 4 1 0,2 2 0 15,3 1-1-15,3-1-3 0,3-3 1 16,4 0-1-16,4-4-1 0,4-5-1 0,3-4-11 16,1-6-34-16,7-4-64 0,0-3-63 0,1-9-88 15,2-4-148-15,2-7-205 0,-1-3-293 16,3-3-219-16,0-2-194 0,-1-3 33 0,3-1 442 16</inkml:trace>
  <inkml:trace contextRef="#ctx0" brushRef="#br0" timeOffset="84723.31">22081 7671 213 0,'5'-3'631'0,"-3"3"352"16,-2 3 157-16,0 1-199 0,-2 2-290 16,0 4-201-16,2 0-121 0,-1 3-54 0,-1 2-22 15,2 2-12-15,2 3-14 0,-2-1-20 0,1 0-30 16,1 1-40-16,1-2-46 0,0-2-36 16,3 0-26-16,2-5-14 0,-1-2-8 0,2-4-5 15,2-4 0-15,0-4 0 0,2-4 0 16,1-5 0-16,2-3-1 0,0-1-1 0,-2-4-1 15,4-1 0-15,-1 0 0 0,-4-1 1 16,1 3 0-16,0 1 0 0,-3 2-2 0,0 3 2 16,-3 0-1-16,-2 6 1 0,-1 1 8 0,-2 3 13 15,2 3 8-15,-2 3 9 0,-1 4 4 16,-1 3 1-16,1 7-7 0,-2 0-9 0,1 2-7 16,1 1-9-16,1 4-4 0,0-3 0 0,2 1-5 15,0 1 0-15,3-2-2 0,0 0 1 16,0-3 0-16,0-1-2 0,4-2 1 0,-1-4 1 15,2-4 0-15,0-2-1 0,1-5 0 0,2-6 0 16,0-3 2-16,-1-4-2 0,1-3 0 16,1-1 0-16,1-3 0 0,-6-1-2 0,6-1 2 15,-5-2 0-15,-1 0 1 0,2-3 2 0,-1 0-1 16,1 0 2-16,-3-5-1 0,1 1 1 16,0-3-2-16,-2-1 0 0,-1-2 0 0,4 1 1 15,-5 4-1-15,-2 5 6 0,0 4 7 16,-3 5 3-16,-3 7 2 0,0 7-1 0,-1 5 0 15,-7 9-6-15,3 5-5 0,-3 4-3 16,2 4 0-16,-2 5-1 0,3 0-1 0,1 2 1 16,0 1 1-16,3-2-1 0,-1 2-2 0,4-3 0 15,-1-2 0-15,4-2-3 0,3-5-1 16,1-4 0-16,3-4-2 0,3-3 2 0,0-3 1 16,2-5 1-16,1-2-2 0,-1-4 2 0,2-5 0 15,1-1-1-15,-1-3 1 0,0-2-3 16,0-1 2-16,2-3 1 0,-4-1 1 0,4-2 0 15,-4-3 0-15,2-3 1 0,1-3-1 0,-2 0-1 16,1-7 0-16,-1 1 1 0,0-6-1 16,1-1 1-16,-1-2-1 0,1-1 0 0,-3 4-1 15,-1 0-1-15,-2 4 1 0,1 3 1 0,-6 6 3 16,-1 3 0-16,-3 7 2 0,-4 1 3 16,0 5 2-16,-3 3 4 0,-2 0 2 0,1 2 1 15,-5 5 2-15,0 0-2 0,-2 3-2 0,1 2-5 16,-2 1-2-16,-1 3-1 0,2 3-3 15,-1 2-1-15,-1 4 0 0,2 6 3 16,0 4 3-16,1 5 1 0,1 5 3 0,1 9 2 16,2 6 1-16,-1 4-2 0,0 7-2 0,2 4-2 15,2 4-2-15,3 0-1 0,1 0-2 0,4-2 0 16,4-3-3-16,4-2 0 0,4-6-2 16,4-8-3-16,4-5-1 0,4-9-1 0,1-6 2 15,1-7-2-15,1-7 1 0,0-6-1 16,-2-6-1-16,0-6-1 0,-5-2-1 0,-2-5-2 15,-2-3 2-15,-3-2 1 0,-6-1 3 0,-1-2 1 16,-4 1 2-16,-3-2 1 0,-4 1 1 16,0-2 1-16,-3 1 1 0,0-1 1 0,-3 3 2 15,-4-1 1-15,2 2 1 0,0 1 2 0,-1 3 0 16,-2 1-1-16,3 4-1 0,-2 3-2 0,1 3-2 16,3 5-1-16,-2 5-3 0,0 6 0 15,0 1 0-15,3 7-1 0,0 2 1 0,2 3 1 16,2 4 0-16,-3 1 1 0,4 5 1 15,-1-1-1-15,2 2-1 0,1-1 1 0,1 0-2 16,2-4 1-16,2-2-1 0,3-2-1 16,2-2 1-16,0-5-2 0,6-2 1 0,0-6-4 15,2-1-8-15,2-5-22 0,-2-5-64 0,-1-3-78 16,3 1-166-16,-1-4-279 0,0 1-329 0,-1 0-392 16,0 3-279-16,1-4 42 0,0 3 742 15</inkml:trace>
  <inkml:trace contextRef="#ctx0" brushRef="#br0" timeOffset="89090.47">21185 9487 115 0,'1'-9'668'15,"-4"2"443"-15,-3-1 125 0,-4-1-121 0,-2 0-391 16,-2 2-240-16,-1 1-96 0,-4 0-62 0,2 6-42 16,-4-2-33-16,-2 4-40 0,0 5-64 15,-2 4-57-15,-2 5-30 0,0 4-20 0,2 5-14 16,-2 3-3-16,3 6-3 0,1 5-2 0,1 1-6 16,4 2-1-16,2 2 0 0,5-2-3 15,2-4-3-15,6-1-3 0,4-6 1 0,4-4-1 16,6-6-1-16,0-5-3 0,8-6 1 0,0-7 2 15,7-9-2-15,0-3 1 0,4-8 1 16,4-7 4-16,-1-3-1 0,3-9 0 0,2-1 1 16,-2-6-1-16,-1-2-1 0,-2 1-3 0,1-3 0 15,-6-1-2-15,1 2-1 0,-6 0 1 16,-4 3-2-16,0 0 2 0,-4 4 1 0,-5 1 3 16,-3 2 0-16,-2 4 1 0,-5 5 2 0,-4 2 0 15,0 2-1-15,-3 5-1 0,0 7 0 16,-1 2-3-16,0 4-1 0,-2 7-1 0,1 2 1 15,1 6 0-15,1 4 1 0,1 4 1 0,3 2 0 16,-2 5 2-16,5 4-2 0,0 1 2 16,5 4-1-16,-4 4-1 0,6 2 1 0,-2 2 0 15,1 0-2-15,2 3-3 0,4-3 0 16,0 0-1-16,3-3-1 0,0-5-1 0,5-4 2 16,2-6 1-16,1-4-1 0,3-8 3 0,1-5 0 15,3-5 3-15,0-5-2 0,0-7 1 16,0-5-1-16,2-5 2 0,0-5-1 0,-2-4 1 15,0-3-1-15,-2 0 1 0,0-4-1 16,-1 1 0-16,-4-1-1 0,-1 0 0 0,-4 4 0 16,-5 0 0-16,0 2 0 0,-7 4 1 0,-4-1 2 15,-4 4 0-15,-3 0 0 0,-2 4 1 0,-4 5-2 16,-2 2 0-16,-3 5-2 0,-3 2-1 16,2 6 1-16,-4 7 0 0,-1 4-2 0,5 5 2 15,-4 6 2-15,4 5 3 0,-1 6 1 16,5 2 2-16,1 3 2 0,3 4-1 0,2 1-1 15,2 1-3-15,4 1-2 0,1-3-3 0,1 1 0 16,6-2-1-16,-1-8-2 0,5-2 1 0,5-6-2 16,0-5-5-16,4-7-19 0,1-2-71 0,0-6-72 15,2-4-132-15,1-4-234 0,-1-5-314 16,3-2-349-16,-4-3-235 0,0-4-52 16,0-2 499-16</inkml:trace>
  <inkml:trace contextRef="#ctx0" brushRef="#br0" timeOffset="89340.51">22171 8847 249 0,'2'-23'887'16,"-4"11"401"-16,1 3 2 0,-1 6-112 0,0 6-416 16,1 6-271-16,1 3-137 0,1 8-75 15,1 2-45-15,1 5-64 0,0 5-55 0,2 4-30 16,0 2-15-16,3 4-12 0,-2 2-11 15,0 8-9-15,1 2-9 0,-1 4-11 0,0 3-7 16,-3 3-6-16,2 0-2 0,0-1-4 0,0-1-4 16,1-3-14-16,0-5-27 0,2-6-73 0,-3-4-82 15,2-5-161-15,-4-6-287 0,-2-5-321 16,-1-5-363-16,0-4-218 0,-3-4 95 0,-2-6 678 16</inkml:trace>
  <inkml:trace contextRef="#ctx0" brushRef="#br0" timeOffset="89542.96">22061 9391 378 0,'-7'-15'971'0,"-1"2"312"0,-1 1-52 16,1 5-219-16,3 1-503 0,1 4-247 0,2-2-115 16,2 3-67-16,3 1-42 0,5 1-13 15,3 1-13-15,3 1-7 0,3-2-4 16,4 3 0-16,5 0-2 0,0-1-18 0,4 2-22 15,0-1-95-15,2 1-149 0,-2-2-246 0,2 1-281 16,-1 1-260-16,-1 1-186 0,0-2 194 0,-1 1 472 16</inkml:trace>
  <inkml:trace contextRef="#ctx0" brushRef="#br0" timeOffset="90172.33">22583 9399 98 0,'0'2'683'0,"-4"8"459"0,-2 0 146 15,-1 4-55-15,3 2-333 0,-4 2-327 0,5 1-172 16,0 3-94-16,1-1-65 0,0-1-80 15,4-2-69-15,1 0-40 0,5-4-25 0,1-2-13 16,4-3-5-16,1-3-4 0,4-3-2 16,2-4-1-16,2-3-2 0,2-1-1 0,2-4-4 15,-3 0-2-15,2-1-5 0,-2-1 0 0,1-2-2 16,-6 3-1-16,3 0 4 0,-7-1 3 16,1 2 5-16,-1 2 0 0,-5 1 2 0,-1 0 1 15,1 1 0-15,-4-1 0 0,2 0-3 16,-2 0 4-16,-1-5-2 0,2 1 0 0,1-6 0 15,-1-2-1-15,1-5 2 0,2-1-3 0,-3-4 2 16,2-5 1-16,0-3 1 0,3-5 0 16,-1-5-1-16,-1 1 0 0,7-8 1 0,-5 1-2 15,3-4 0-15,-1 1 0 0,-2 2 0 16,-2 5 1-16,-1 6 3 0,-1 8 5 0,-6 5 3 16,2 5 4-16,-3 9 3 0,-3 7 6 0,2 3 0 15,-3 10 4-15,0 3 3 0,0 7 0 0,0 7 5 16,-2 6-1-16,1 3 3 0,0 8-4 15,0 5-1-15,-3 4 0 0,1 6-2 16,-1 2-6-16,-2 6-5 0,0 2-4 0,1 6-5 16,1 1-5-16,2-2-4 0,4-2-3 0,2-3-1 15,3-7-2-15,5-5-2 0,6-6-1 0,2-7-4 16,5-8-8-16,1-6-11 0,7-8-16 0,1-7-29 16,1-5-38-16,5-8-44 0,-1-6-38 15,2-6-24-15,-3-4-5 0,1-4 17 0,0-2 49 16,-5 0 57-16,-1-5 45 0,-7 1 28 15,-5 0 12-15,-3-1 9 0,-4-2 17 0,-4 1 49 16,-3 0 75-16,-6 0 53 0,-1 3 31 0,-3 3 13 16,-3 3-11-16,-4 4-36 0,2 7-44 15,-4 4-39-15,2 5-25 0,1 6-20 0,-1 5-15 16,2 6-12-16,2 5-12 0,2 4-6 16,0 5-5-16,1 7-3 0,1 1-2 0,3 3-1 15,2 2-1-15,-3 0 0 0,6 0-1 0,1-3-1 16,2 0-6-16,2-9-11 0,3-2-29 15,0-3-78-15,0-7-94 0,2-5-188 16,-1-2-292-16,0-7-342 0,-2-2-387 0,1-4-190 16,-1-2 215-16,-1-2 751 0</inkml:trace>
  <inkml:trace contextRef="#ctx0" brushRef="#br0" timeOffset="92690.2">24690 8888 122 0,'3'-20'676'0,"-1"3"434"16,-1 4 119-16,-1 4-131 0,0 4-426 0,0 2-310 15,0 6-150-15,3 8-70 0,-1 7-22 16,1 4 4-16,2 8 3 0,3 3 42 0,-2 5 4 16,2 5-9-16,0 1-21 0,1 4-23 0,1 1-15 15,0 3-39-15,-1-1-21 0,-1 1-16 0,0-1-12 16,0 0-4-16,1-5-7 0,1-1-5 15,-2-3-4-15,0-3-2 0,-1-2 0 0,0-3 0 16,1-6-25-16,-3-1-65 0,-1-5-54 16,1-3-106-16,-4-4-165 0,-2-6-316 0,-1-3-292 15,-2-5-214-15,-3-4-132 0,-1-6 285 0,-1-4 548 16</inkml:trace>
  <inkml:trace contextRef="#ctx0" brushRef="#br0" timeOffset="92922.07">24536 9244 90 0,'-4'-11'599'16,"-1"4"408"-16,4 1 140 0,-1 2-92 0,5 0-394 15,2-1-328-15,3 3-160 0,1 2-88 0,5-1-42 16,2 1-19-16,5 0-13 0,0-3-7 16,4 3-2-16,3 0-4 0,1-2-2 0,2 2-2 15,3-5-2-15,-3 3-4 0,2-2-11 0,-2 2-60 16,-3-2-121-16,-1 3-194 0,-5 1-276 15,-3 1-237-15,-2 3-169 0,-6 1 93 16,0 0 365-16</inkml:trace>
  <inkml:trace contextRef="#ctx0" brushRef="#br0" timeOffset="93240.1">25061 9565 252 0,'12'17'470'0,"2"-2"169"15,-3-4 102-15,2-1-242 0,2-4-157 0,1-4-58 16,2-2-10-16,0-2 7 0,2-7 8 16,0-2 1-16,-1-4-27 0,2-3-26 0,1-3-38 15,-5-3-27-15,4-1-28 0,-6 0-28 0,0 0-20 16,-6 0-12-16,0 5 24 0,-4 2 21 16,-5 0 0-16,-1 3-9 0,-6 3-10 0,-3 0-13 15,-3 5-14-15,-3 1-16 0,0 3-10 16,-3 4-5-16,2 4-4 0,-4 2-5 0,4 7-17 15,-1-1-14-15,1 6-7 0,3 1-2 16,0 3-1-16,3 3 0 0,2 0-2 0,2 4-1 16,2-1 3-16,4 0-2 0,-1 1-2 0,4 1 1 15,-1-5-2-15,7 0-1 0,-4-2-6 16,6-3-42-16,-2-1-40 0,5-4-43 0,-4-4-78 16,2-1-130-16,2-3-210 0,-2-2-252 0,0-2-238 15,2-4-196-15,-5-2 53 0,1-1 413 16</inkml:trace>
  <inkml:trace contextRef="#ctx0" brushRef="#br0" timeOffset="94021.78">25710 9360 209 0,'0'-5'692'16,"0"-1"376"-16,-4 1 115 0,0 1-183 15,-4 1-359-15,2 0-230 0,-1 0-137 0,-1 3-72 16,1 0-50-16,-1 3-38 0,0 1-10 0,1 2-2 16,-2 1-8-16,3 5-15 0,-2 0-14 15,1 1-4-15,1 2-14 0,1 6-17 0,2-2-13 16,2 4-4-16,-1 1-2 0,0 4-2 16,4 0-5-16,0 0-4 0,1 1 0 0,2-4-3 0,1-2-2 15,2 0-1-15,0-6 3 0,0-1 0 16,2-4 1-16,0-1 0 0,1-4 2 15,2-5 4-15,-4-4-1 0,4 0 4 0,0-7-1 16,-4-4-2-16,5 0 0 0,-3-6-5 0,1-2 1 16,-2-2-2-16,2-4 3 0,0 0 3 15,-2-3 0-15,-1 1 1 0,-1-5-3 0,1 1-4 16,-1 0-1-16,-3-8 1 0,2 2 1 0,-3-4 1 16,-1-2 1-16,-3-4 4 0,0 0 2 15,0-3-1-15,-3 1-6 0,-1-1 1 0,-3 0 3 16,2 2-2-16,-1 2-2 0,0 2 28 0,-2 5 29 15,2 3 11-15,2 7 17 0,0 3 5 16,0 8-1-16,4 3-22 0,-1 4-23 0,-2 2-14 16,3 4-14-16,3 7-9 0,0 6-3 0,2 5 0 15,1 4-2-15,2 9 3 0,1 4 6 16,-1 5 5-16,1 3 6 0,-2 3 1 0,-1 1 0 16,-1 3 0-16,-2 1-6 0,2 2-5 15,0-4-3-15,0 1-2 0,1-4-3 0,0-3-1 16,1-2 0-16,2-3-3 0,2-4 0 15,0-5 0-15,3-3 0 0,-1-2 1 0,2-2 1 0,0-2 0 16,0-2-1-16,0-1 1 0,0 1-1 16,-1-3 0-16,-1 3 0 0,-1 0 1 0,-2-1 0 15,-1 2 1-15,-1 1 0 0,-4 3-1 16,0-1-1-16,-4 3 0 0,0 1-1 0,-4 2-1 16,1 1-1-16,-4 1 1 0,0 1-3 0,1 2-8 15,-2-1-26-15,0 1-64 0,0-2-65 16,2-2-104-16,1-3-176 0,0-3-306 15,5-7-307-15,2-2-233 0,3-5-146 0,3-4 272 16,1-5 594-16</inkml:trace>
  <inkml:trace contextRef="#ctx0" brushRef="#br0" timeOffset="94889.24">26309 9721 22 0,'3'-3'364'0,"2"0"257"0,-4-3 185 15,2 0 69-15,1-4-262 0,1-4-154 16,3-1-74-16,0-5-29 0,2-3-18 0,2-3-44 15,3-6-58-15,0 1-50 0,0-2-45 0,1-4-27 16,5-1-7-16,-5 2 3 0,3-1 2 0,-2 4 16 16,-1 2 10-16,-3 3-3 0,-3 2 6 15,0 9-3-15,-4 0-2 0,-1 5-24 0,1 1-23 16,-3 6-13-16,-3 0-26 0,0 7-17 16,0 2-16-16,-1 5-8 0,-1 6-4 0,1 5-4 15,-1 2-1-15,-1 5 1 0,6 2 0 0,-1 2 0 16,1 1 0-16,2 2 2 0,-2-1-2 15,2 1-1-15,1-4 0 0,2 0-2 0,-2-4 0 16,2-3 1-16,2-5-1 0,-1-3 2 16,0-7 0-16,3-1 1 0,2-6 1 0,-1-4-2 15,0-6 2-15,0-4-1 0,1-4 0 16,1-6 0-16,-2 0-1 0,1-4 1 0,-3 1-1 0,1 0 0 16,-4 1 0-16,0-2 0 0,-1 4 0 15,-1 0 2-15,-5 0-1 0,2 5 0 0,-3 2 1 16,2 1 1-16,-2 3 0 0,2 2-1 15,-2 3 1-15,0 3-1 0,0 4-1 0,0 3-1 16,0 4-1-16,0 5-2 0,0 2-1 0,1 4 3 16,1 3 1-16,1 0 1 0,0 3 1 15,4 1 0-15,-4 1 0 0,3 0-3 0,-1 0-2 16,0-1 0-16,-1 0-1 0,4-3 0 16,-2-4-24-16,2-1-65 0,0-4-59 0,-1-3-98 15,2-6-166-15,-3-3-306 0,1-2-312 0,1-3-231 16,-1-4-170-16,3-3 216 0,0-4 585 15</inkml:trace>
  <inkml:trace contextRef="#ctx0" brushRef="#br0" timeOffset="95059.3">27186 9222 334 0,'5'11'760'0,"-2"5"290"0,-1 3 79 15,0 4-260-15,-2 2-299 0,-4 5-193 16,1 3-128-16,0 1-64 0,-2 4-65 0,-1 1-45 15,2-1-31-15,-1-4-21 0,1-1-19 0,1-4-40 16,3-9-97-16,0-2-164 0,2-6-298 16,1-7-267-16,0-5-257 0,2-5-128 0,1-7 274 15,-1-6 490-15</inkml:trace>
  <inkml:trace contextRef="#ctx0" brushRef="#br0" timeOffset="95222.67">27176 8976 139 0,'-8'-25'702'0,"0"7"416"0,-2 5 85 16,-1 6-135-16,2 4-422 0,-3 3-317 16,3 4-162-16,3 4-84 0,3 2-42 0,-1 2-25 15,4 1-33-15,4 4-49 0,0-2-71 0,3 2-98 16,4 1-147-16,3 0-283 0,3 0-236 16,1 0-147-16,4 3 51 0,1-3 291 0</inkml:trace>
  <inkml:trace contextRef="#ctx0" brushRef="#br0" timeOffset="96239.73">27454 9324 38 0,'4'-8'455'0,"-2"2"382"0,-1 2 234 15,-1 1-8-15,0 0-355 0,2 3-233 0,0 1-148 16,-2 2-95-16,1 3-49 0,-1 2-25 0,4 2-19 15,-3 4-32-15,2-1-21 0,1 2-19 16,0 2-18-16,2-1-10 0,-1-1-19 0,0-1-8 16,1-1-6-16,1-1-4 0,0-1 4 15,1-3 2-15,0-2-1 0,2-1 0 0,2-4-2 16,0-2 3-16,3-4-7 0,0-1-1 0,2-4-3 16,2 0 3-16,2-5 4 0,0 0 2 15,0 0-1-15,1 0-3 0,0 1-2 0,-1 1 4 16,0 1-3-16,-4 4-3 0,-1-3 1 0,-1 7-1 15,-2 1 4-15,1 2 2 0,-2 2 1 16,-3 4-1-16,4 1 6 0,-5 1-2 0,0 4-4 16,0 3 1-16,1-1-2 0,-1 0-2 0,2 2-4 15,0 0 1-15,0 0-2 0,1-2 3 16,1 0-3-16,0-3 4 0,2-3 4 0,-3 1-4 16,2-3 2-16,1-1-5 0,-1-2 1 15,1-2-2-15,-2-2-1 0,1-2 0 0,1 2 6 16,-3-4 0-16,3 0-3 0,-2 1 4 15,2 1-4-15,-3 0 2 0,0 1-4 0,1 0 1 16,1 0 1-16,0 1-4 0,-2 2 4 0,0 0 3 16,3 3-1-16,-3 0-1 0,3 0-1 15,-2 3-1-15,-1 0 3 0,1 2-5 0,-1-1 3 16,1 1 3-16,0-3 2 0,-1 3 1 0,2-2-3 16,0 0 0-16,-2-1-1 0,3-4 2 0,-1-1 0 15,4-5 2-15,-3-2 0 0,3-3 4 16,1-5-3-16,1-2-4 0,1-2 2 0,0-5-3 15,1 0 0-15,1-5-5 0,-2 1 0 16,-1-1-1-16,-1-1 0 0,-3 3 4 0,-2-3 0 16,-3 4 9-16,-3-1 5 0,-2 2 2 0,-4 3-3 15,-2 2-5-15,-4 2 5 0,-3 5-5 16,-5 1 25-16,2 5 54 0,-4 3 45 0,-1 3 32 16,-2 6 8-16,1 2 1 0,-4 5-20 0,2 2-40 15,-1 5-29-15,1 6-22 0,1 5-10 16,3 3-7-16,0 4-4 0,1 5-2 0,5 2-4 15,0 2-5-15,5 3-6 0,1 0-6 16,7-2-4-16,3-4-5 0,2-2-3 0,9-4-2 16,-1-8 0-16,8-4 0 0,2-4-2 15,3-2-1-15,0-6-2 0,4-4-6 0,0-2-19 16,-2-3-48-16,0 0-74 0,-6-3-100 0,0-1-187 16,-3 0-298-16,-5-1-337 0,-1-1-307 0,-4 2-158 15,-3 0 260-15,-1 0 675 0</inkml:trace>
  <inkml:trace contextRef="#ctx0" brushRef="#br0" timeOffset="103671.51">24666 7420 168 0,'-3'9'546'0,"-2"0"284"0,2-1 137 0,0-2-74 15,3 1-325-15,5 1-160 0,-1-1-88 0,4-1-51 16,2 0-34-16,2-1-49 0,1-1-56 16,4 1-40-16,0-2-31 0,3-3-18 15,0 0-18-15,1-3-9 0,0 0-1 0,1 0-8 16,-5-2-1-16,4 2-8 0,-7 0-17 0,2 0-76 15,-7 1-144-15,-2-2-259 0,-1 2-273 16,-5-1-266-16,-1 2-192 0,-1-4 133 0,-7 3 478 16</inkml:trace>
  <inkml:trace contextRef="#ctx0" brushRef="#br0" timeOffset="103904.54">24979 7285 154 0,'12'5'481'15,"-2"-1"267"-15,3 1 192 0,1-1-54 16,1 2-301-16,3-2-140 0,2 2-67 0,2-1-70 16,0-1-66-16,0 0-58 0,0 0-46 0,0 1-42 15,2-1-37-15,-3 1-19 0,-3 1-10 16,-2-1-10-16,-5 5-5 0,-3 1-6 0,-3 4 1 16,-6 2-7-16,-4 5-5 0,-5 3-3 15,-5 5-9-15,-3 3 7 0,-3 1-2 0,-1 4 4 16,-2-2-20-16,2 0-70 0,0-1-132 0,2-5-216 15,2-2-284-15,4-3-269 0,5-5-200 16,1-7 91-16,4-4 422 0</inkml:trace>
  <inkml:trace contextRef="#ctx0" brushRef="#br0" timeOffset="104590.3">25939 7236 28 0,'0'-15'421'0,"0"1"397"15,-1 2 304-15,-1 3 38 0,0 2-376 16,-1 0-232-16,0 4-135 0,0 3-82 0,-1 3-48 16,1 5-22-16,-1 3-18 0,1 4-17 0,0 6-31 15,-1 3-37-15,4 4-40 0,-1 4-28 16,1 6-18-16,1-1-14 0,1 5-7 0,1-2-10 15,0 0-6-15,5-1-10 0,-2-3-7 0,4-2-7 16,2-4-7-16,1-3-3 0,2-7-2 16,3 0-2-16,4-8-1 0,4-5 0 0,4-5-1 15,1-5 0-15,4-5 0 0,2-8 1 0,2-4 0 16,-1 0 1-16,1-3 1 0,0 2-1 16,-1 0 0-16,-3 3 0 0,-2 3-1 0,-3 3-1 15,-3 5 1-15,-2 0-1 0,-5 6 1 16,-2 2 0-16,-1 4 1 0,-3 1-1 0,-1 5 1 15,-2-1 0-15,-1 2 0 0,-1 0 5 0,-3-1 1 16,2 0 3-16,-1-3 2 0,0 0 2 16,0-3 2-16,-1-3-2 0,1-2-1 0,-1-4 2 15,5-5-1-15,-3-6 0 0,1-2-1 16,2-5-1-16,-1-5-1 0,-2-3-2 0,1-3-1 16,-1-3-1-16,-2-2-2 0,-2 1 1 0,-3-2-1 15,-1 0-2-15,-5 1-1 0,1 2 0 16,-3 0-2-16,-4 6-1 0,2-1 1 0,-2 6-1 15,0 1-1-15,3 5 2 0,0 4-2 0,1 2-1 16,1 3-2-16,2 4-6 0,2-1-11 16,2 4-18-16,2 3-41 0,1 3-79 0,3 1-75 15,-2 5-142-15,3 1-237 0,1 0-316 0,4 5-308 16,3 2-181-16,0 1-18 0,1 1 520 0</inkml:trace>
  <inkml:trace contextRef="#ctx0" brushRef="#br0" timeOffset="104855.47">27406 7077 260 0,'-5'-16'1104'0,"-4"5"561"0,-2 0-112 16,0 2-320-16,-5 1-481 0,2 4-280 0,-5 3-190 15,1 2-101-15,-4 7-54 0,-1 5-32 16,-4 8-19-16,-1 5-12 0,1 8-7 0,-3 7-6 15,4 5-3-15,1 7-6 0,0 4-8 0,3 1-7 16,7 2-7-16,3-3-6 0,5 0-5 0,7-4-4 16,7-5-2-16,7-6-3 0,3-6-2 15,9-8-6-15,4-5-14 0,1-8-19 0,4-8-35 16,3-5-77-16,-2-6-100 0,1-6-182 16,-1-1-290-16,-1-6-347 0,0-1-387 0,-5-1-177 15,0-2 183-15,-3-1 750 0</inkml:trace>
  <inkml:trace contextRef="#ctx0" brushRef="#br0" timeOffset="105438.82">25564 8393 436 0,'-4'-2'1207'16,"-3"-2"371"-16,2-1-179 0,5-1-302 0,3 2-530 16,10-1-226-16,9 0-163 0,13-2-91 0,10-1-40 15,8 1-3-15,15-2-3 0,10 0 2 16,12-3 2-16,8-1-2 0,10-3-6 0,5-2-13 15,7 0-9-15,5-3-6 0,4-2-3 16,0 0-2-16,0 2 1 0,-7-2-37 0,-6 4-79 16,-7 1-165-16,-9 3-269 0,-9 5-297 15,-10 1-375-15,-12 5-357 0,-7 2 0 0,-11 4 703 16</inkml:trace>
  <inkml:trace contextRef="#ctx0" brushRef="#br0" timeOffset="111500.3">21616 12001 88 0,'0'7'579'0,"0"-1"427"0,0-1 190 16,-1-1-80-16,-3-1-406 0,3 1-281 15,1-3-142-15,-2-2-73 0,2-1-25 16,0-4 1-16,0-2 1 0,0-5-11 0,3-4-21 15,2-2-5-15,0-5-23 0,2-5-27 0,2-2-23 16,-1-3-7-16,1-2-4 0,4 0-24 0,-4 1-6 16,-1 3-3-16,2 0 0 0,-1 7-5 15,-2 3-1-15,-3 5 2 0,0 2-5 0,-1 5-6 16,0 4-3-16,-1 3-3 0,2 5-3 16,-1 7-3-16,0 5-3 0,2 9 0 0,2 6-1 0,-3 3-2 15,1 6 0-15,3 1-2 0,-2 3 0 16,2-1-2-16,3 1-1 0,-1-3-1 0,-1-2-1 15,1-4 0-15,1-3 1 0,0-6 0 16,0-3 0-16,0-5 1 0,0-5 1 0,1-5 0 16,0-3 1-16,-1-7 3 0,1-7 1 15,0-4 0-15,2-5 1 0,-3-3 0 16,0-4 0-16,3-1-3 0,-4-2-1 0,-1 2-1 0,0 1 0 16,0 4-2-16,-5 4 1 0,1 4 1 15,0 2-1-15,-1 5 1 0,-1 2-1 0,1 5 1 16,-3 4 0-16,3 4-2 0,-3 4 2 15,4 2 0-15,-2 4-1 0,2-1 0 0,1 2 1 16,0 2-2-16,-1-2-1 0,2-1 0 16,-1-2-1-16,2 1 1 0,0-7 0 0,0 1-1 15,-2-5 2-15,3-3 1 0,-1-6 1 0,2-3 2 16,-1-3-1-16,1-7 1 0,-1-2-1 0,-1-1-1 16,5-2-1-16,-5 0 0 0,1-1-1 15,2 0 0-15,-3 2-1 0,0-1 1 0,3 7-1 16,-5-1 0-16,2 5-1 0,-3 1 1 0,2 3 0 15,-1 2 0-15,0 2 2 0,0 5 0 16,2 2 0-16,2 4 0 0,-1 0 2 0,-1 6 0 16,3 2-2-16,-1-1 0 0,-1 5 1 15,2-1-2-15,-1 2-1 0,-1-3-1 0,-1 2 0 16,5 0 0-16,-5-2-2 0,1-2-11 16,0-2-38-16,0-2-74 0,-1-1-80 0,-4-1-147 15,2-4-274-15,-2 0-322 0,-3-3-324 0,-1-1-189 16,0-4 58-16,-1-2 581 0</inkml:trace>
  <inkml:trace contextRef="#ctx0" brushRef="#br0" timeOffset="112203.35">22658 11301 85 0,'3'-25'607'16,"-3"6"464"-16,-1 1 171 0,-3 5-101 16,1 2-399-16,3 3-298 0,-1 4-107 0,2 6-48 15,1 4-27-15,1 5-17 0,4 8-22 0,-3 5-28 16,4 7-44-16,3 4-43 0,0 3-29 16,1 7-23-16,2-1-10 0,-3 1-9 0,4 2-11 15,-2-2-11-15,3-1-6 0,-2-7-4 16,3 1-1-16,0-7-4 0,0-4-1 0,-3-5 0 15,3-2-2-15,-4-6-1 0,1-1 0 0,-3-4-3 16,-2-3-13-16,-5-3-32 0,1-4-63 0,-5-3-58 16,-2-3-83-16,-5-3-132 15,-2-1-175-15,-2-4-280 0,-3 0-215 0,1 0-203 16,-5-2-20-16,-2-1 371 0,-2-3 466 0</inkml:trace>
  <inkml:trace contextRef="#ctx0" brushRef="#br0" timeOffset="112387.63">22566 11364 156 0,'-6'-23'578'0,"-1"0"337"16,2-1 164-16,1 3-92 0,1 1-338 0,3-1-202 16,3 1-137-16,1 1-79 0,1 1-63 0,4-1-56 15,-1 2-42-15,5-1-28 0,0 0-15 0,4 2-13 16,1 0-6-16,3 1-1 0,0 3-3 16,1 0-2-16,1 5-4 0,1 2-23 0,0 4-80 15,-2 4-129-15,0 3-201 0,-4 3-288 16,0 5-272-16,-2 3-203 0,2 2 83 0,-6 4 406 15</inkml:trace>
  <inkml:trace contextRef="#ctx0" brushRef="#br0" timeOffset="112824.89">23044 11606 467 0,'7'38'916'0,"-1"0"233"0,-5-5-35 0,2-2-268 16,-1-4-374-16,1-3-194 0,-1-5-104 15,1-3-45-15,0-7-15 0,0 0-11 0,7-8-8 16,-2-7-4-16,1-5-5 0,5-3-10 0,1-9-18 15,0-2-24-15,3-2-19 0,1-3-15 16,-2-1-4-16,1 3 3 0,-2 1-4 0,-1 4 5 16,-2 3 0-16,-1 2-1 0,-2 4 5 0,-2 4-3 15,0 3 5-15,-2 2-2 0,-3 4-2 0,2 3 8 16,-2 2-3-16,1 4 4 0,-3 3-2 16,1-1 2-16,-1 5 4 0,4 0 0 0,-4 1 3 15,1 0-8-15,1 0-2 0,-1 1-3 16,1-2 1-16,2 0-3 0,-2-3-7 0,2-1 3 15,2-3 1-15,0 0 0 0,2-1-4 0,-1-1 4 16,5 0 0-16,-2 1 2 0,1-1 2 16,1 1 2-16,0 2 2 0,-1 3-7 0,1 1 2 15,1 4-2-15,-1 0 3 0,-2 5-4 16,2 2-3-16,-5 2 7 0,1 5 0 0,-3 1 59 16,-1 6 45-16,-3 1 33 0,-6 3 16 0,0 1 6 15,-5 1 1-15,-3 1-41 0,-2 2-36 16,-2-3-22-16,1-2-18 0,-1-2-15 0,-2-4-10 15,1-4-7-15,0-7-7 0,4-6-4 0,-3-4-4 16,3-7-1-16,1-5-9 0,2-6-22 0,1-5-54 16,-1-7-74-16,1-3-125 0,2-4-220 15,1-2-304-15,1-5-341 0,5 1-289 0,0-1-99 16,2-1 446-16,1-1 652 0</inkml:trace>
  <inkml:trace contextRef="#ctx0" brushRef="#br0" timeOffset="113436.26">23748 11762 150 0,'6'5'599'16,"-1"0"364"-16,1-1 128 0,-3-2-121 0,0-1-310 15,2-2-213-15,-2-4-134 0,2-1-41 0,3-3 6 16,0-4 4-16,-2-2-14 0,4-3-22 15,1-3-25-15,-2-3-42 0,2 1-45 0,0-1-41 16,-1 0-36-16,-1 3-19 0,1 4-13 16,-4 2-7-16,-1 3-2 0,0 3-2 0,-2 4 0 0,0 2 0 15,0 3-1-15,2 6-2 0,-2 5 5 16,0 5 1-16,0 3 1 0,2 4-1 0,0 4 0 16,1 0-2-16,3 2-6 0,0 2-3 15,0-3-3-15,5-1-2 0,-3-2-1 0,5-7-1 16,0-3 0-16,1-3 0 0,-1-6 1 15,5-6 1-15,-4-3 1 0,4-10 1 0,1-4 1 16,-3-1-1-16,3-7 0 0,0-2-2 0,0 0-1 16,-1-1 0-16,-1 0-1 0,2 3 0 15,-4 1 0-15,1 3 0 0,-5 3 1 0,2 3-1 16,-3 4 1-16,0 3-1 0,-3 3 1 16,0 4 1-16,1 3 1 0,-3 2 0 0,0 7 2 15,-2 3 0-15,2 3-1 0,-4 2 1 0,3 2-1 16,-1 0-1-16,2 1-2 0,1 1 0 15,3-2-2-15,2-1 0 0,0-4-3 0,3 0-11 16,1-4-48-16,2-2-75 0,0-4-113 16,2-2-202-16,0 0-301 0,3-4-350 0,2-2-315 15,-2-1-138-15,10-3 367 0,-4-2 674 0</inkml:trace>
  <inkml:trace contextRef="#ctx0" brushRef="#br0" timeOffset="114236.71">25895 11468 33 0,'6'-2'487'0,"-1"4"382"16,-2 0 199-16,0 3-12 0,3 4-300 0,-3 3-302 15,4 3-141-15,-1 5-49 0,1 3 36 0,4 6 7 16,-2 4-13-16,-1 2-25 0,3 5-31 0,-3 5-43 16,-2 3-57-16,1 1-40 0,-2 1-35 15,-1 1-19-15,-1-2-13 0,-1-2-6 0,1-4-10 16,0-7-6-16,-1-4-5 0,1-5-3 16,-1-6-1-16,-1-7 0 0,-1-1-1 0,0-9 0 15,0-5 1-15,0-9 2 0,0-8 0 0,0-7-1 16,0-9 3-16,-1-7-3 0,1-5 0 0,0-5-1 15,0-4 0-15,0-4 0 0,0-1-3 16,1-3 3-16,3 3 1 0,0 0-1 0,5 4-1 16,-1 6 1-16,4 3-1 0,-2 5-1 15,2 8 0-15,-3 2 0 0,4 9-1 0,-2 5 1 16,1 5 0-16,3 5 0 0,0 6 0 0,0 4-1 16,2 7 1-16,-3 3 2 0,4 6-1 15,-4 3 3-15,2 3 1 0,-2 4 2 0,-1 3-1 16,1-1-2-16,-3 0 1 0,5-2-1 15,-5-2 0-15,3-2-4 0,-1-7 2 0,0-6 0 16,2-6 0-16,0-7 0 0,0-8 0 0,1-9 0 16,1-5 2-16,1-8-1 0,-1-8 0 15,0-4 0-15,1-7 1 0,-1-7-1 0,-1-3 1 16,2-4-2-16,-6-1 0 0,1-3 0 0,-4 2 0 16,0 1 0-16,-6 3 3 0,-2 4-1 15,-1 8 0-15,-1 5 1 0,-4 10 4 0,0 3 1 16,-1 11 0-16,-1 9 0 0,0 6 0 0,-3 9-1 15,2 13-3-15,0 4-1 0,-1 9-2 16,1 8 1-16,1 5 0 0,1 9 0 0,-2 5-1 16,5 6-1-16,-2 2 0 0,4 7-2 0,-2-2 1 15,3 1 2-15,0 1-2 0,3-4-1 16,3-3-22-16,3-5-70 0,3-7-73 0,-1-7-138 16,6-8-252-16,1-7-319 0,4-8-344 15,3-9-234-15,2-4-24 0,-1-9 547 0</inkml:trace>
  <inkml:trace contextRef="#ctx0" brushRef="#br0" timeOffset="114561.1">27116 11232 153 0,'-4'-11'776'0,"-4"8"486"0,-5 4 104 0,-4 6-117 16,-3 4-394-16,-3 6-319 0,-2 2-159 0,2 5-96 16,-3 1-70-16,2 0-67 0,4 0-52 15,1 0-35-15,5-4-23 0,6-5-16 16,0-1-6-16,8-5-6 0,5-5-3 0,6-7-2 15,3-4 1-15,8-8 1 0,3-6-1 0,4-5 0 16,2-5 0-16,4-2 0 0,0-2-1 0,0 2-2 16,-2 0 1-16,1 2 1 0,-6 4-2 15,-1 3 2-15,-5 4-2 0,-5 6 2 0,1 3-1 16,-6 8 3-16,-2 2 8 0,-2 5 2 16,-4 6 3-16,-2 1-1 0,-2 5 1 0,0 5-2 15,-2 0-5-15,1 1-4 0,-2 5-3 16,-1-1-1-16,3 0-1 0,1 0-1 0,0 0-1 15,1-2 0-15,3 0-2 0,0-3-11 0,3 0-34 16,-1-5-76-16,3-1-76 0,-1-4-151 16,0-1-263-16,2-5-321 0,-1 0-328 0,-1-4-196 15,5-2 28-15,-5-2 589 0</inkml:trace>
  <inkml:trace contextRef="#ctx0" brushRef="#br0" timeOffset="115598.62">27749 11539 226 0,'7'-8'591'0,"-2"-6"268"0,2-2 127 0,0-2-140 15,1-6-276-15,1 1-136 0,5-4-93 16,-2-1-33-16,3-2-23 0,0 2-44 16,0 2-54-16,0 2-40 0,-1 5-32 0,-2 2 8 15,0 4 13-15,0 7 9 0,-2 3 3 16,-1 6-4-16,2 5-8 0,-1 7-35 0,-2 3-37 15,1 3-29-15,0 0-17 0,1 4-7 0,1-1-3 16,0 0-2-16,0-3 0 0,2 0-1 16,0-4-1-16,1-4-2 0,-2-1-2 0,4-4 1 15,0-5 0-15,1-4-1 0,-1-5 0 0,1-3 1 16,3-4 1-16,0-1-1 0,0-3-1 0,0-1 0 16,2-1 0-16,1-2 3 0,-2 4-2 15,5-3-1-15,-3 2 0 0,2 2 1 0,-1 0 0 16,-2 3 0-16,2 3-2 0,-2 2 0 0,-3 3 0 15,0 3 1-15,0 7 0 0,-5 1-2 0,2 1 2 16,-5 3 2-16,2 0 1 0,1-1-2 16,-1 2 0-16,1-2 2 0,0-3-2 0,2 1-1 15,0-6 0-15,3-2 1 0,-2-6-1 16,2-2 0-16,0-3 1 0,-1-2 0 0,0-5-1 16,-2 0 1-16,0-2 2 0,-3 0 0 15,-2-1 0-15,-2 2-1 0,-2 0-1 0,-3 4 10 16,-2 1 9-16,-2 0 9 0,-2 7 3 0,-2 1 3 15,-1 2 1-15,-3 4-8 0,-1 2-9 16,1 5-8-16,-4 5-4 0,-2 0-3 0,3 6-2 16,-2 3 0-16,-1 1-1 0,5 5 1 15,-4 0-2-15,5 2 1 0,0 1 0 0,3 1-1 16,2-2 1-16,2 0-2 0,4-3 2 0,2-4-1 16,4-4 0-16,5-3-2 0,2-9 0 0,3-3 2 15,0-5-1-15,3-7 0 0,4-5 0 16,-4-6 2-16,2-3 0 0,-2-5-2 0,1-6 0 15,-1-2 0-15,-2-5 1 0,0-5 0 0,0-2-1 16,-4-4 1-16,2-2-1 0,-4-1-2 16,0-2 3-16,-4-3 0 0,-1 2 1 0,-2 0 1 15,0 2 0-15,-2 5 3 0,-2 4-3 0,0 7-1 16,-1 12 1-16,-2 4-2 0,-2 10 0 16,1 9 0-16,-2 9 0 0,1 9 3 0,-1 9 2 15,1 8 2-15,-1 7 4 0,0 7 1 16,2 6 1-16,-2 7-5 0,-1 6 0 0,1 8-2 15,-2 4-4-15,0 2-3 0,1 1-2 0,-1-1 1 16,4-4-2-16,2-4-10 0,2-7-36 0,2-5-72 16,-4-9-79-16,4-4-160 0,-2-9-284 15,1-6-329-15,-3-3-335 0,-1-6-198 0,0-4 80 16,-3-7 647-16</inkml:trace>
  <inkml:trace contextRef="#ctx0" brushRef="#br0" timeOffset="115802.5">28828 11048 44 0,'-10'-28'541'16,"4"4"442"-16,0 4 196 0,3 3-60 0,3 2-350 15,9 3-312-15,0 1-148 0,9 2-33 0,4 2 4 16,3-1-5-16,4 2-25 0,2-1-25 16,3-1-42-16,-1 1-60 0,0 0-48 0,0 2-33 15,1-1-19-15,-4 6-10 0,0-2-22 16,-4 4-78-16,-2-2-75 0,-6 6-149 0,-1 1-239 15,-4 3-316-15,-3 0-352 0,-2 0-198 0,-3 2 14 16,0 0 545-16</inkml:trace>
  <inkml:trace contextRef="#ctx0" brushRef="#br0" timeOffset="116802.73">29759 11115 119 0,'-6'-6'698'0,"-2"1"450"0,-6 4 94 0,-2-1-136 16,-5 2-411-16,-1 5-291 0,0-1-105 15,-3 5-22-15,3 3-12 0,-4 0-16 0,7 3-21 16,-1 3-36-16,2 0-54 0,2 2-53 0,5 0-33 15,2 3-17-15,4-2-10 0,4 0-8 16,1 0-8-16,4-2-3 0,6-3-2 0,-1-3-3 16,6 0 0-16,3-7-1 0,3 0 1 15,1-6-2-15,4-6 2 0,-1-3 0 0,2-4-1 0,1-1 1 16,-1-3-1-16,0-1 1 0,-3-1-1 16,-2 2 1-16,0-1-1 0,-5 1 0 15,1 3 2-15,-6 1-2 0,1 4 0 0,-5 0 1 16,-2 3 0-16,-2 3 0 0,-1 3 2 0,-3 3-1 15,0 1 2-15,-3 3-1 0,-1 2-1 0,3 1-1 16,-3 3-2-16,3 1 2 0,1 0-1 16,-2-1-1-16,4 2 1 0,-1-1 0 0,3-2-1 15,1-2 1-15,2 0-1 0,1-5 0 16,2-1 1-16,2-4 1 0,-1-2-1 0,4-3 0 16,-1-2-2-16,0-4 0 0,2 0 1 15,-2-2 1-15,2 3 1 0,-3-3-1 0,-1 3 1 16,-2 3 0-16,-1-1-3 0,-2 1 1 0,2 4-1 15,-4-1 1-15,-1 4 0 0,0 0 0 0,-1 2 1 16,0 3 0-16,-1 2 1 0,-1 1 1 0,-1 1-2 16,3 1 0-16,-1 1 0 0,-1-1-1 15,2 3 0-15,1-3-1 0,2 2 2 0,1-3-1 16,5-1 1-16,-1 0 2 0,5-3 0 0,0-4 2 16,6-1-1-16,-1-1 1 0,5-4-1 0,1-3-2 15,5 1 0-15,0-2-2 0,2 0 1 0,4 1 1 16,-2-1-1-16,-1 1 2 0,2 1 0 15,-2 2 3-15,-2 0 7 0,0 2-1 0,-1 0 3 16,-2 1 5-16,-3 2 2 0,-1 0 1 0,-2 4-2 16,0-3-1-16,-5 2-2 0,1 0-3 0,-1 0-3 15,-3 0-3-15,0 1-2 0,-2 0-3 16,2-2 1-16,-5 2-1 0,2-3 1 0,1 0-2 16,-3 2-1-16,-1-3 0 0,0 2 0 0,0-2-1 15,-4 0 1-15,4 0 0 0,-6 0-1 0,1 2 1 16,0-2 0-16,-2 2-1 0,2-1-1 15,-2 2 0-15,3 0 0 0,-3 3 0 0,4-2-2 16,-4 4 2-16,2 0-1 0,0 2 0 0,2 0 0 16,0 2 1-16,-1-1 0 0,1 1 1 0,-3 0 0 15,4 0 1-15,-2 1 1 0,-1 2-1 0,-2 0 1 16,2 2-1-16,-2 1 0 0,2 0 1 16,-4 7 1-16,2 0 0 0,1 2 0 0,-3 4 0 15,3 0-1-15,-1 2 2 0,-2-1-2 0,-1-4 1 16,0-2 0-16,0-4 1 0,-1-4-1 0,1-3 1 15,-3-6 2-15,1-3 1 0,0-6 2 0,1-4-1 16,-3-7-1-16,3-2-1 0,-1-5-3 16,1-3 0-16,1-4-1 0,0 0 1 0,0-3 0 15,0-3 1-15,1-1-1 0,1 0 1 0,1-2 1 16,2-1 0-16,3 1 1 0,3-2 3 0,2 0 3 16,-1 0 2-16,7 0 0 0,3 0 0 15,1-2-1-15,4 1-4 0,3-2-3 0,4 0-2 16,4 0-3-16,2 1-3 0,3 1-2 0,4 1-9 15,-1 1-16-15,1 2-41 0,1 5-77 0,-1-1-92 16,-1 2-168-16,0 4-292 0,-3 2-336 0,-3 5-334 16,-3 3-171-16,-6 3 173 0,-5 4 663 15</inkml:trace>
  <inkml:trace contextRef="#ctx0" brushRef="#br0" timeOffset="117932.53">20626 13359 78 0,'4'-3'612'0,"-3"3"457"15,-1 2 173-15,0-1-95 0,0 4-358 0,0 0-245 16,3 4-112-16,-1 3-74 0,0 3-51 0,-1 3-37 16,3 3-47-16,-3 3-60 0,1 3-56 15,-1 5-34-15,4-1-21 0,-5 4-14 0,1-1-13 16,1 1-9-16,-1-2-6 0,-1-1-2 0,0-3-5 16,2 1 0-16,-2-2-2 0,2-3-2 15,-2 0-2-15,1-5-2 0,1-2-12 0,-1-2-35 16,1-1-74-16,1-3-75 0,-3-5-129 0,4 0-205 15,-4-7-318-15,1-1-312 0,2-5-202 16,2-5-61-16,-2-2 418 0,0-3 562 0</inkml:trace>
  <inkml:trace contextRef="#ctx0" brushRef="#br0" timeOffset="118143.11">20848 13372 110 0,'6'-10'626'0,"-1"4"410"0,3 2 160 15,-7 8-86-15,2 2-403 0,2 3-243 0,-1 6-95 16,2 1-46-16,0 7-41 0,0 0-21 0,-1 5-32 16,2 2-48-16,-3 3-60 0,3 1-39 15,-2 1-26-15,1 1-25 0,-2-2-15 0,0-1-7 16,0 0-5-16,0-5-41 0,-1-2-71 0,0-2-91 16,-1-6-162-16,0-3-293 0,-2-1-330 15,0-6-319-15,-4-1-175 0,2-4 180 0,-2-1 628 16</inkml:trace>
  <inkml:trace contextRef="#ctx0" brushRef="#br0" timeOffset="118371.61">20533 13191 298 0,'-2'-2'893'16,"2"2"332"-16,0 2-28 0,0 2-161 0,7 4-501 15,1 1-253-15,4 0-121 0,1 1-58 16,3 0-30-16,5 1-29 0,2 1-15 0,1-3-13 16,3 1-8-16,0-2-5 0,3 1 2 15,0 0 1-15,2-2 1 0,-1 4-1 0,4 1-4 16,-5-1-2-16,-3 3-14 0,0 0-24 0,-4 3-98 16,-4 2-168-16,-4 1-294 0,-6 1-269 15,0 2-262-15,-5 1-152 0,-3 1 266 0,-2 0 518 16</inkml:trace>
  <inkml:trace contextRef="#ctx0" brushRef="#br0" timeOffset="118586.33">20682 14152 175 0,'0'17'689'16,"-3"-2"345"-16,1-3 75 0,4-2-108 15,1-1-459-15,1-2-253 0,1-1-117 0,3-1-45 16,2-4-11-16,2-1-10 0,3-1-3 0,4-2-30 15,-2-1-14-15,7-4-16 0,1 1-19 16,3-2-4-16,3-2-5 0,2-3-5 0,2 3-1 16,1 0-2-16,3 1-4 0,-2-2-30 15,-1 1-87-15,1 1-150 0,-6 0-296 0,1-1-267 16,0 0-259-16,-2 1-152 0,-4-2 223 0,1 0 488 16</inkml:trace>
  <inkml:trace contextRef="#ctx0" brushRef="#br0" timeOffset="118985.88">21681 13134 32 0,'-5'-14'593'0,"-3"8"503"16,-2-1 219-16,2 3-38 0,-4 6-271 15,3 2-374-15,1 3-190 0,2 6-107 0,-1 2-73 16,0 3-72-16,2 6-70 0,2 5-43 0,1 3-23 15,0 8-13-15,4 3-9 0,1 4-10 0,1 3-7 16,0 6-2-16,2 1-6 0,2 1-3 16,4 0 0-16,1-5-1 0,2-1 0 0,4-7-1 15,0-6-2-15,5-7 0 0,1-10-2 16,2-5 1-16,-1-7-1 0,1-6-1 0,-3-7 0 16,0-4 0-16,-2-4 1 0,-2-5-1 0,-4-3 2 15,-4-2-1-15,-2 1 3 0,-5-3-1 16,-2 2 2-16,-3 2 1 0,-4-1 0 0,-4 4 2 15,-5 1 0-15,-1 1-2 0,-3 2 0 16,-3 2-1-16,-2 2-1 0,0 4-2 0,-1 2-1 16,0 4 0-16,1 2-2 0,-1 5-1 0,3 6 1 15,2 2 0-15,0 4-4 0,6 0-23 0,3 3-74 16,5 0-83-16,4 0-162 0,3-1-285 16,3 1-334-16,7 2-376 0,4-3-207 15,5 0 103-15,4-1 683 0</inkml:trace>
  <inkml:trace contextRef="#ctx0" brushRef="#br0" timeOffset="119420.11">23171 14027 360 0,'6'-3'690'0,"-2"1"280"0,1-4 129 0,3-1-273 16,5-1-253-16,-2-6-138 0,3-1-40 15,5-5-39-15,2-2-67 0,-1-5-51 0,6-3-7 16,0-3-21-16,3-5-50 0,3-2-41 0,-1-3-23 16,2-4-15-16,1 1-33 0,1-1-21 0,-1-1-13 15,1 0-5-15,-4 4-6 0,-3 0-3 16,-5 3-3-16,-2 3-40 0,-7 6-67 0,-5 3-75 15,-4 4-145-15,-8 5-234 0,-6 5-324 0,-4 3-296 16,-4 5-202-16,-6 2 11 0,-2 4 520 16</inkml:trace>
  <inkml:trace contextRef="#ctx0" brushRef="#br0" timeOffset="119621.91">23240 13330 171 0,'3'15'648'0,"0"2"368"0,2 2 147 15,3 3-71-15,5 2-455 0,-1 4-223 0,6 0-66 16,-1 1-57-16,5 0-59 0,0 3-46 0,2-3-36 16,3-1-31-16,3 0-54 0,0-5-29 15,2 1-16-15,1-2-4 0,0 0-6 16,2-5-4-16,-2 1-2 0,-1 0-3 0,-2-4-35 16,-5 0-48-16,1-3-89 0,-4-1-167 0,-2-2-297 15,-2-1-301-15,-1-3-270 0,-6-1-180 0,1-3 219 16,-4-3 583-16</inkml:trace>
  <inkml:trace contextRef="#ctx0" brushRef="#br0" timeOffset="120168.56">24261 13177 241 0,'7'5'835'0,"-4"2"375"0,-1 7 21 16,-2 5-107-16,1 6-383 0,-1 5-223 0,2 2-118 15,0 4-64-15,-2 3-49 0,0 4-58 0,1 0-79 16,1 5-46-16,-1 0-32 0,2 4-21 0,0 2-12 16,-1 1-11-16,1 0-6 0,-1-3-9 15,1 1-6-15,2-7-2 0,0-5-3 0,-1-7-2 16,2-5-1-16,1-7 1 0,-4-5-1 16,2-4 0-16,-4-11 1 0,-1-2 0 0,0-7 1 15,-1-6-1-15,-3-6-1 0,0-6 0 0,-1-7 0 16,-3-3-2-16,2-4 0 0,-1-5 1 15,1-3 2-15,0-5 0 0,0-3 0 0,4-2 1 16,4-3 0-16,2 1-2 0,4 3 0 16,3 0 0-16,5 4-1 0,2 3 1 0,4 6-1 15,-1 4 0-15,4 5 1 0,1 5-1 0,0 5 1 16,-1 3 0-16,0 5 1 0,-1 4 1 16,-3 4-1-16,-3 2 0 0,2 6 1 0,-3 1 0 15,-2 5-1-15,-2 1 1 0,-2 5 0 16,0 1 0-16,-4 2 1 0,-3 3-1 0,1 3 2 15,-5 2-1-15,-1 2-1 0,-6 2 0 0,-1 5 1 16,-4-1 0-16,-3 4 0 0,-5 0 0 0,-4 3 0 16,-1 3 4-16,-4-1 8 0,1 2 7 15,-1 0 5-15,4 0 2 0,2-3 4 0,3 1-5 16,5-5-6-16,3 0-8 0,3-4-4 16,6-1-3-16,5-4-4 0,4-4 1 0,3-4-3 15,6-1 0-15,4-6-1 0,4-4-1 0,4-4-1 16,5-3-5-16,-1-4-17 0,2-5-35 15,2 1-82-15,-1-6-132 0,-3 2-258 0,2-1-310 16,1 0-379-16,-3 1-406 0,1-1-68 0,-4 1 606 16</inkml:trace>
  <inkml:trace contextRef="#ctx0" brushRef="#br0" timeOffset="120580.86">25109 13287 8 0,'16'-9'494'16,"-3"6"477"-16,-1 3 263 0,-1 6-22 16,0 6-233-16,2 4-288 0,-4 5-185 0,1 5-120 15,-1 4-74-15,-2 3-65 0,-3 4-86 16,1 2-65-16,-3 3-37 0,-2 0-24 0,-2 1-15 15,2 0-8-15,-1-3-5 0,-3 1-4 0,1-4-23 16,2-2-76-16,-3-4-80 0,0-3-155 0,-4-3-275 16,2-5-329-16,-2-1-370 0,1-2-212 15,-4-9 68-15,3-2 646 0</inkml:trace>
  <inkml:trace contextRef="#ctx0" brushRef="#br0" timeOffset="120902.26">25158 13114 296 0,'10'-31'779'0,"-2"6"307"0,1 6 33 16,-3 4-200-16,2 6-353 0,5 3-210 15,-1 6-78-15,4 3 5 0,0 5-7 0,4 2-4 16,1 1-11-16,5 4-25 0,0 0-48 0,3 1-56 16,1 2-34-16,1 0-35 0,4 3-26 15,-1 1-7-15,2 3-5 0,0 2 2 0,-1 1-3 16,-2 4-1-16,-1 1-4 0,-4 3-8 15,-3 1-4-15,-4 2-3 0,-2 3-1 0,-6-1 0 16,-2 0 8-16,-7 2 4 0,-4 0 7 0,-6-1 3 16,-3 2 3-16,-6-1 0 0,-2 1-7 15,-4-3-3-15,-6 2-8 0,1-3-4 0,-8-1-3 16,1-1-3-16,-4-5-2 0,0-5-8 0,2-5-19 16,0-5-54-16,2-5-71 0,2-5-104 15,1-7-189-15,3-1-300 0,3-4-331 0,5-1-291 16,0-3-156-16,3 0 287 0,0-1 655 0</inkml:trace>
  <inkml:trace contextRef="#ctx0" brushRef="#br0" timeOffset="122422.53">21246 15398 273 0,'0'0'551'0,"0"0"237"0,0 0 115 0,0 1-266 15,0 0-190-15,0 4-64 16,4-1-30-16,-3 2-30 0,2 5-23 0,4 0-8 0,0 6-14 16,1 4-11-16,4 5-11 0,-2 2 0 15,2 4-18-15,-3 3-28 0,4 3-30 0,-2 2-45 16,-2 2-42-16,2 4-36 0,-3-3-19 15,-1 1-10-15,-1 0-10 0,-3-1-4 0,3-2-3 16,-4-6-2-16,-1 0-2 0,3-3-2 0,-4-6-1 16,0-4-1-16,0-3 6 0,0-6 7 0,0-2 10 15,0-4 1-15,-4-3 2 0,1-5-1 16,0-5-6-16,-3-7-10 0,1-6-8 0,0-7-2 16,1-6-2-16,-1-5 2 0,0-6 0 0,-1-6-4 15,1-4-3-15,2-3 3 0,0-4 1 0,1-3 0 16,4 0-2-16,-1 0 5 0,4 3 2 0,0 2-3 15,4 3-2-15,-1 4-1 0,0 8 2 16,0 2 0-16,1 6 0 0,-1 4 0 0,1 6 0 16,0 4-1-16,-1 3 1 0,-2 2-1 15,2 6 0-15,1 3 0 0,-2 1-2 0,1 2 1 16,1 3 0-16,0 2 1 0,1 3 0 0,0 2 0 16,1 0 0-16,0 3 1 0,-2-1 1 15,2 5-1-15,0-1 3 0,-3 2-1 0,3 2 2 16,-4 1 0-16,1 2 0 0,-3 2 2 0,-2 3 0 15,-2 3 1-15,2 1 1 0,-6 3-1 16,2 0 0-16,-2 3-3 0,-1 3-2 0,-2-2 1 16,-1 0-2-16,1-2-1 0,-3-3 0 15,1-2 3-15,-2-4-1 0,3-5-1 0,-1-2 1 16,1-5 0-16,-1-3-2 0,-1-6 0 0,3-5-2 16,-1-3 0-16,1-7-6 0,2-6-12 15,0-1-31-15,1-3-64 0,1 0-62 0,-1-3-84 16,3 2-141-16,3-3-203 0,-1 3-294 0,2 1-222 15,1 2-205-15,2 1 5 0,1 2 435 0,0 1 498 16</inkml:trace>
  <inkml:trace contextRef="#ctx0" brushRef="#br0" timeOffset="122719.31">21877 15402 367 0,'14'18'782'0,"-2"1"263"0,-4 0 23 15,2-3-254-15,-2 0-299 0,2-4-187 16,2-2-100-16,-2-4-46 0,0-2-27 0,4-4-35 16,-3-6-33-16,3-2-23 0,-3-5-15 0,2-2 1 15,-1-5 25-15,0-1 43 0,-2 0 40 16,-2-1 29-16,-1-1 12 0,-4 2-12 0,-3 2-24 16,-3-1-38-16,-4 5-36 0,-2 2-31 15,-4 1-17-15,-3 1-14 0,-1 5-12 0,-2 2-8 16,0 4-3-16,-1 2-1 0,-1 3-4 0,4 4-1 15,-4 5 1-15,7 2-1 0,-2 4 1 0,5 3-2 16,1 2 2-16,3 3-1 0,4 2-1 16,3 0-21-16,0-1-52 0,4-1-56 0,5 1-54 15,0-4-93-15,3-3-151 0,6-3-210 16,0-2-248-16,3-7-222 0,1-3-193 16,3-7 98-16,1-6 456 0</inkml:trace>
  <inkml:trace contextRef="#ctx0" brushRef="#br0" timeOffset="123076.99">22334 15212 59 0,'3'-25'516'16,"-1"4"440"-16,-4 2 245 0,-1 2-68 15,-2 5-355-15,1 3-218 0,-3 6-124 0,-2 6-73 16,1 4-64-16,-2 9-45 0,2 4-41 0,-2 3-55 16,2 7-52-16,1 3-48 0,1 6-23 0,1 3-13 15,2 3-7-15,3 0-5 0,2 0-5 16,4-4-4-16,0-5-2 0,4-6-3 0,3-6-2 15,4-10 0-15,2-7 0 0,-2-7 1 0,4-8 1 16,-1-7-8-16,-1-6-21 0,0-4-33 16,-3-7-32-16,0-4-19 0,-2-1-13 0,-1-4-4 15,-4 2 20-15,-1-1 37 0,-1 1 36 0,-3 1 20 16,-4 4 11-16,-2-1 12 0,-2 3 2 16,-1 4 2-16,-3 5 5 0,2 2-1 0,-1 6-2 15,-2 6-5-15,0 7 0 0,0 7-6 16,0 6-5-16,1 5-3 0,2 9-4 0,-1 3 8 15,3 3 0-15,-2 5 6 0,4 3 1 0,2 4 0 16,0 0 2-16,2 2-4 0,4-1-22 0,-2 0-34 16,1-4-44-16,2-5-100 0,-1-6-156 15,5-3-290-15,-1-9-262 0,2-4-237 0,2-6-117 16,2-8 268-16,2-7 486 0</inkml:trace>
  <inkml:trace contextRef="#ctx0" brushRef="#br0" timeOffset="123621.55">22729 15187 157 0,'4'-21'767'16,"-4"4"472"-16,0 4 142 0,-2 6-110 0,0 2-413 16,-1 5-321-16,3 3-165 0,-1 4-99 15,1 5-81-15,0 0-73 0,3 4-51 0,2 0-20 16,3 3-13-16,2 3-6 0,2-1-4 16,2 3-1-16,0-1-2 0,3 3-8 0,-1 0-5 15,3 0-2-15,-3-1-1 0,3 0-3 16,-1 2 0-16,-3-2 0 0,1-2 0 0,-2 2-1 15,-1-3-2-15,-1-3 0 0,-4-1 0 0,-3-2 1 16,0-2 0-16,-2-1 1 0,-3-4 1 0,-3-1-1 16,0-2 0-16,-4-2 0 0,1-2-2 15,-2 0 0-15,-3-2-2 0,2-2 2 0,-1-2 0 16,-1-1-1-16,2-1 0 0,1-1-1 16,0 0-1-16,3-3-1 0,0 1-1 0,4-2-1 15,-1 1 0-15,2 0-1 0,0-3 1 0,0 1 2 16,2-2-1-16,-1-3 0 0,3 2 2 15,-1-3-1-15,0-3 2 0,0-2-1 0,3-3-1 16,-3-1 1-16,2-5 2 0,2 0 2 16,-1-6 0-16,0-4 1 0,0-3 1 0,1-3 1 15,-1-2-1-15,-1-1-2 0,-2-2 0 0,3 1 1 16,-3 3-1-16,1 0-1 0,-3 3 2 0,-1 6 2 16,2 3 10-16,-2 5 11 0,0 5 12 15,0 6 5-15,0 5 1 0,1 1 0 0,-1 8-9 16,2 4-6-16,0 9-4 0,1 3 0 15,0 9 0-15,5 6 2 0,-4 7 2 0,1 4-3 16,2 6-4-16,-1 3-3 0,2 3-5 0,-4 4-4 16,3 1-4-16,-1 1-3 0,1 0-1 15,0 1-2-15,0-3 0 0,-1-4 0 0,2 0-1 16,0-3-10-16,1-5-19 0,-1-5-39 16,-1-4-79-16,-2-7-102 0,-1-1-182 0,-2-6-294 15,-2-5-343-15,-2-5-359 0,-2-4-164 0,-3-5 238 16,1-5 687-16</inkml:trace>
  <inkml:trace contextRef="#ctx0" brushRef="#br0" timeOffset="123836.29">22854 14938 5 0,'-8'-11'573'16,"0"5"535"-16,-1 1 224 0,1 5-127 0,3 5-320 15,4-2-407-15,1 4-170 0,1-1-89 16,4 1-55-16,5-1-28 0,4 0-15 0,-1 1-28 15,5 0-41-15,3-1-24 0,5-2-12 0,0 0-11 16,3 3-58-16,-1 0-54 0,2-1-113 0,2-1-192 16,-1 1-297-16,3 0-316 0,-3 0-240 15,-1 0-122-15,4 1 347 0,-4 0 569 16</inkml:trace>
  <inkml:trace contextRef="#ctx0" brushRef="#br0" timeOffset="124269.9">24076 15139 127 0,'0'-6'667'0,"0"2"429"16,0-1 113-16,0 2-121 0,0 2-419 16,4 2-226-16,-1 4-81 0,3 2-32 0,2 6-20 15,1 3-23-15,-1 2-27 0,2 4-48 0,1 3-70 16,-1 4-51-16,-1 1-33 0,0 0-17 16,-2 3-18-16,-1-1-10 0,1-4-7 15,-3 0-4-15,2-2-4 0,-1-3-19 0,-3-5-60 16,-1-4-71-16,-1-1-146 0,-1-6-265 0,-3-1-314 15,0-4-357-15,-4-4-274 0,2-4-21 0,-2-3 613 16</inkml:trace>
  <inkml:trace contextRef="#ctx0" brushRef="#br0" timeOffset="124451.21">24110 14949 353 0,'1'-25'951'15,"-1"5"363"-15,0 3-4 0,-1 4-245 16,-1 2-425-16,0 6-271 0,2-1-132 0,-1 6-81 15,-1 2-60-15,2 3-46 0,2 2-29 0,1 4-13 16,2 2-8-16,0 1-31 0,1 3-51 0,3 0-78 16,-2 3-147-16,2 2-265 0,1 0-293 15,2 1-281-15,0 3-194 0,1-4 122 16,-1 2 534-16</inkml:trace>
  <inkml:trace contextRef="#ctx0" brushRef="#br0" timeOffset="124881.28">24476 15593 111 0,'4'3'687'0,"-3"-3"444"0,-1-5 113 16,0-6-125-16,3-3-387 0,1-3-243 0,2-5-115 16,3-3-57-16,1-2-39 0,1-2-32 0,5-4-41 15,-3 3-62-15,4-2-49 0,-3 2-27 16,2 2-21-16,-2 5-11 0,0 3-7 0,1 4-4 15,-1 4-1-15,-5 2-3 0,3 7 0 0,-2 3-1 16,-2 3 2-16,2 6 1 0,-4 1-1 16,3 5 0-16,-4 1-1 0,2 4-3 0,-2 0-1 15,1 1-3-15,1-1-6 0,0-1-4 0,-1 0-1 16,2-2-3-16,0-4 1 0,2-4-1 16,-2-3 1-16,2-6 0 0,2-3-1 0,-1-8 2 15,3-2 0-15,-1-5-2 0,2-3 0 16,-2-1 0-16,0 0 0 0,-1 3 0 0,0 1 1 15,-2 2-1-15,0 5 0 0,-2 0-1 0,-2 5 2 16,2 4-1-16,-2 2 0 0,-2 4 1 0,0 3 2 16,0 4-1-16,-3 2 0 0,-1 6 0 15,3 4-1-15,-3 3 0 0,4 0-7 0,-2 3-23 16,3 0-77-16,2-3-86 0,-1-3-171 0,2-1-287 16,1-3-339-16,6-2-381 0,0-3-210 15,5-1 139-15,1-6 716 0</inkml:trace>
  <inkml:trace contextRef="#ctx0" brushRef="#br0" timeOffset="125401.4">25675 15280 324 0,'27'-15'777'0,"-6"-1"334"16,-1-4 56-16,-2-2-257 0,0-4-312 0,0-3-125 15,-1-1-74-15,0-4-54 0,0-2-44 16,-4-3-35-16,0-2-41 0,-3 2-59 0,-1-3-51 16,-6 3-32-16,1-2-14 0,-6 3-16 0,-1 2-6 15,-5 5-8-15,-5 1-7 0,2 3-6 16,-4 2-7-16,2 5-4 0,-5 3-5 0,6 4-2 16,-2 3-2-16,2 5-1 0,0 4-2 15,1 2-1-15,1 5 0 0,2 3-2 0,2 4 0 16,-2 5 0-16,3 4 0 0,4 5 0 0,-1 5 1 15,2 6-1-15,2 6 1 0,1 4 0 16,0 8-1-16,0 3-1 0,2 3 6 0,-2 3 5 16,2 3 2-16,-2-3 0 0,2 5 3 0,1-4-1 15,1-2-8-15,2-3-4 0,0-8-3 16,3-4-1-16,0-6-2 0,-1-4 0 0,3-7-5 16,-1-2-20-16,-2-8-51 0,2-1-74 0,-5-6-104 15,-3-3-179-15,-2-1-303 0,-2-7-333 0,-2-1-298 16,-2-5-157-16,-6-2 267 0,-2-7 640 15</inkml:trace>
  <inkml:trace contextRef="#ctx0" brushRef="#br0" timeOffset="125585.58">25481 15456 53 0,'-2'-10'487'0,"1"0"343"0,2 4 182 15,2 2 46-15,5-2-328 0,3 2-247 0,5 0-145 16,1-2-66-16,7-1-8 0,3-2-26 0,3-2-42 15,1-2-25-15,4-1-26 0,2-1-21 0,1-1-31 16,3-1-41-16,-2 0-16 0,1 1-17 16,1 3-5-16,0 1-19 0,-1 1-54 0,-2 3-85 15,1 3-178-15,-4 1-289 0,0 4-297 16,-4 3-310-16,1-1-191 0,-4 4 182 0,1 0 613 16</inkml:trace>
  <inkml:trace contextRef="#ctx0" brushRef="#br0" timeOffset="126518.16">26679 15237 54 0,'-5'-4'497'0,"2"2"385"0,-2 2 194 16,4 2-21-16,-3 2-352 0,4 3-248 0,4 4-140 15,1 4-70-15,1 4 4 0,5 5 17 0,0 3-23 16,3 4-24-16,4 0-32 0,-2 0-30 16,4-2-49-16,0-1-47 0,6-6-24 0,-2-3-16 15,3-7-8-15,-1-6 30 0,4-6 12 0,0-6 7 16,0-8 8-16,0-5 5 0,-3-7-1 0,-2-2-19 15,-4-5-6-15,-3-2 1 0,-6 1-3 16,-1-1 0-16,-8 3 0 0,-4 4-6 0,-10 3-8 16,-3 0-8-16,-8 6-9 0,-7 4-5 15,-2 3-7-15,-4 3-2 0,-3 7-4 0,-1 2-1 16,-3 8-1-16,4 6-2 0,-2 2 2 16,4 6-5-16,0 4-12 0,3 4-30 0,1 4-76 15,-1-2-109-15,0 6-233 0,-1 1-295 0,0 2-348 16,-1 5-379-16,-3 0-141 0,-5 3 407 0,0 3 766 15</inkml:trace>
  <inkml:trace contextRef="#ctx0" brushRef="#br0" timeOffset="130533.77">21151 17454 85 0,'0'-2'306'0,"0"-1"154"0,0 0 135 16,4 0-119-16,-4-2-112 0,1 1-30 0,-1 0 29 16,3 1 39-16,-3-1 50 0,2 0 3 15,0 2-39-15,-2 2-62 0,0 0-73 0,1 0-12 16,1 0 11-16,1 6-15 0,3-2-16 0,-1 6-18 16,0 4-13-16,-1 3-55 0,1 4-59 15,0 7-33-15,-2 2-20 0,2 6-12 0,-2-1-14 16,-2 5-4-16,3-1-7 0,-4-2-4 0,1-1-3 15,1-4-4-15,1-4-3 0,0-2-1 0,1-8-1 16,0-2-1-16,2-4 0 0,-1-3-1 0,2-6 3 16,2-5 0-16,2-4 0 0,0-4 1 0,2-5 0 15,3-2 0-15,0-2 0 0,1 0 0 16,3 1 1-16,0-1-3 0,-2 3 1 0,4 1 6 16,-1 3 2-16,0 2 2 0,0-1 2 0,-3 3 2 15,-1 4-2-15,-1 0-6 0,-2 1-2 0,-1 3-2 16,-2 0-1-16,-1 4 0 0,-4 0 2 0,1 3 2 15,-4 1-1-15,3-3 0 0,-5 1 0 16,1 0 1-16,-1-1-2 0,3-1-2 0,-4-1 1 16,0 0 0-16,0-3 0 0,0 1 1 0,-4-1-1 15,1-1 1-15,2-2 0 0,-5-1-2 16,3-2-1-16,-2-2-2 0,-2 1-7 0,2-5-19 0,-4 0-45 16,3 0-60-16,-2-2-59 0,-2 1-91 15,-1-2-137-15,0-2-167 0,2 2-245 0,-5-2-220 16,2 1-200-16,3 1 20 0,-2-1 367 0,1-1 436 15</inkml:trace>
  <inkml:trace contextRef="#ctx0" brushRef="#br0" timeOffset="131034.23">21473 17380 81 0,'13'-3'375'0,"-1"2"292"16,3-1 267-16,1 1-17 0,3-1-209 0,0 1-118 15,3 1-105-15,0-3-107 0,1 1-60 0,2-1-32 16,4 0-19-16,-1 0-20 0,0-1-18 0,2 0-20 15,-3 0-39-15,2 2-41 0,-4 0-40 0,-3 0-21 16,-1 2-13-16,-2 2-7 0,-3 0 2 0,-4 4 3 16,-1 0 3-16,-3 2-5 0,-3 3 1 15,-3 3-2-15,-4 3-6 0,1 2-9 0,-4 1-6 16,-2 1-3-16,-1 2-10 0,-3 1-10 0,3 1-6 16,-1-1-3-16,0 0-1 0,1 0-3 15,0-1-3-15,1-2 5 0,2-2 2 0,-1-1 0 16,3-1 0-16,3-4-1 0,0-2 0 0,3-1-2 15,2-4 1-15,1-1-7 0,2-2-13 0,0-5-19 16,5 1-34-16,-1-5-50 0,0-2-56 0,2 1-48 16,-1-4-41-16,0-2-33 0,0 2-2 0,3-3 37 15,-3 1 55-15,1 0 45 0,-1 0 47 16,-1 0 40-16,1 2 33 0,-2 4 20 0,1-2 9 16,0 6 25-16,-3 2 36 0,4 1 34 0,-4 4 26 15,4 2 22-15,-1 2 23 0,0 5 31 0,2 0 24 16,-2 3 7-16,3 0-11 0,1 2-17 0,-2-1-23 15,2-2-40-15,0 1-46 0,-1-4-33 16,1-2-15-16,-2-2-9 0,1-4 15 0,0-4 15 16,-2-2 10-16,-1-4 10 0,0-5 0 0,-4-2 5 15,2-5-13-15,-5-2-8 0,0-4-3 0,-2-2-4 16,-1-2 0-16,-2 0-5 0,-3 1-7 0,-2 1-5 16,-2 1-8-16,-5 3-3 0,-1-2-5 15,-2 5-1-15,-1 0-2 0,-5 2-3 0,-1 2-6 16,0-2-22-16,-3 6-70 0,-2 0-73 15,-2 1-155-15,1 3-278 0,-4-1-320 0,2-1-378 16,2 1-244-16,1-1 22 0,3 0 668 0</inkml:trace>
  <inkml:trace contextRef="#ctx0" brushRef="#br0" timeOffset="131200.51">22132 17123 247 0,'17'-10'944'15,"-3"6"462"-15,-4 1-32 0,-2 3-239 0,-3 4-422 16,1 3-271-16,-3-1-151 0,-2 2-89 0,1 1-46 15,0 2-31-15,1-1-48 0,0-1-35 0,2 2-22 16,1 0-12-16,5-3-38 0,-3 3-67 16,3-2-71-16,2 0-132 0,0-1-210 0,-1 0-317 15,1 1-309-15,0-3-216 0,1 1-46 0,-2-1 443 16,4 1 557-16</inkml:trace>
  <inkml:trace contextRef="#ctx0" brushRef="#br0" timeOffset="131534.59">22562 17349 336 0,'4'16'914'16,"0"0"349"-16,-1 1 13 0,2 4-176 0,1-2-343 15,2 4-244-15,0 1-138 0,-2-1-78 0,1 2-66 16,2-2-76-16,-1 1-62 0,1-2-37 0,4-1-22 16,-4-2-21-16,3-3-4 0,-2-3-3 15,0-3 2-15,0-2 4 0,-2-4 5 0,2-4 11 16,-3-1 0-16,-1-6 2 0,1-2-2 0,0-5-5 15,-2-2-4-15,-2-4 0 0,2-1-1 0,-3-1-1 16,-1-5 0-16,-1 4 0 0,-1-4-1 16,-1 0-5-16,-3-3-1 0,0 0-2 0,1 2-2 15,-4-1-2-15,3 4-2 0,-1-1 0 0,1 5-2 16,0 2 0-16,2 2-1 0,0 5-1 0,2 1-1 16,1 3 0-16,1 2-1 0,4 2 0 0,-1 2 1 15,3 2-3-15,3 0-10 0,0 1-16 16,3 2-27-16,0 2-48 0,2-1-64 0,3 1-68 15,-4 1-103-15,3 1-163 0,-1 0-258 0,3 3-260 16,0-2-214-16,0 2-148 0,3 0 242 0,-2-1 548 16</inkml:trace>
  <inkml:trace contextRef="#ctx0" brushRef="#br0" timeOffset="148949.34">23955 17076 263 0,'1'-9'520'0,"1"3"251"16,-2 0 173-16,0 0-175 0,-2 0-135 16,2 0-102-16,-1-2-78 0,-1 2-26 0,0 1-18 15,-1 1-56-15,2 1-67 0,-5 0-38 0,3 0-36 16,-1 0-51-16,1 0-52 0,0 2-40 0,0-2-11 15,-1 1-12-15,1-1-7 0,0 1-3 16,0 1-4-16,0 1-3 0,2-1-4 0,-1-1-2 16,0 2-2-16,2-1-6 0,0 1-2 0,-1 0-4 15,1-2-3-15,0 2-1 0,0 0-1 0,0 0 2 16,0 0 2-16,0 0 0 0,0 0 2 16,0 0 0-16,0 0-1 0,0 2-5 0,0-2-1 15,0 0-2-15,0 0-1 0,0 0 1 0,0 0 0 16,0 0 1-16,0 1 0 0,1-1 4 0,-1 0 3 15,0 0 2-15,0 0 2 0,0 0 3 0,0 0 5 16,0 0-3-16,0 0-1 0,0 0 1 16,2 0 0-16,-2 0-3 0,0 0-2 0,0 0-1 15,0 0-2-15,0 0-1 0,0 0-4 0,0 0-1 16,0 0-1-16,0 0 1 0,0 0-2 0,2 0-1 16,-2 0 0-16,0 0 0 0,0 0 0 0,0 0 0 15,0 0 1-15,0 0 2 0,0 0 4 16,0 0 0-16,0 0 3 0,0 0 1 0,0 0 4 15,0 0-2-15,0 0 0 0,-2 0 3 0,2 0 0 0,-2 0-1 16,1 0-2-16,-3 0-4 0,1 0-3 16,0 0-3-16,-2 0-2 0,-1 2-1 15,0-1-2-15,-1 0 0 0,-1 3 0 0,0-1 0 16,-2 3 0-16,0-2-1 0,-2 3 1 0,0 3 0 16,1-1-1-16,-3 2 1 0,1 1-1 0,1-1 0 15,1 3 0-15,-1-1-1 0,0 1 0 16,2-1 0-16,2 1 0 0,-1-1 1 0,4 1 0 0,1-1 1 15,0 1-1-15,4 1 0 0,2 0 0 16,1-1 1-16,2 2-1 0,3-3-1 0,0 1 2 16,1-1-2-16,4-1 1 0,-1 0 0 0,3-1 1 15,2-2 1-15,0 0-1 0,1-1 1 0,2-2-1 16,2 1 1-16,-2-1-2 0,2-2 4 0,0 2 2 16,-1-2 0-16,1 1 1 0,-4 0 1 15,0 1-1-15,-1 1-3 0,-2-2-1 0,-1 1-2 16,-5 2 0-16,1-1 0 0,-4 0 0 0,2 2 0 15,-3 1-1-15,-4 1 1 0,-1 1-1 16,0 1 1-16,-1 0 0 0,-3-1 1 0,0 1 0 16,-2 2 1-16,-2-1 1 0,0 0 0 0,-2-1 0 15,-1 0 0-15,-2-1-3 0,1 0-3 0,-2-4-2 16,1 3-1-16,-3-4-1 0,2-1 0 16,-4-2 2-16,1-2 3 0,1-2 0 0,-1-2 1 15,3-1 0-15,0 1 0 0,-1-3-1 0,6-2 1 16,-2 3 3-16,1 0 2 0,4 1 1 0,1 1-4 15,2-1-5-15,-2 0-14 0,2 2-18 16,2-1-17-16,1 0-22 0,1 0-31 0,1 0-66 0,1-1-58 16,3 0-94-16,-1 0-164 0,1 0-297 15,2 2-308-15,1-1-223 0,3 1-149 0,-3 1 255 16,4 0 608-16</inkml:trace>
  <inkml:trace contextRef="#ctx0" brushRef="#br0" timeOffset="154131.94">24464 17239 226 0,'3'-2'432'0,"0"1"192"0,-1 1 86 16,-2-1-118-16,1-1-93 0,-2 2-43 0,1 0 1 15,-5 2-23-15,2-1-45 0,-2 0-55 0,0 3-53 16,2-3-32-16,-2 2-21 0,1-1-6 0,-1 0-17 16,0 3-16-16,-1-3-14 0,0 4-31 15,1-1-42-15,-2 1-36 0,-2 1-21 0,3 0-12 16,-1 4-15-16,2-1 0 0,-4 2 7 0,5 2 1 16,-1 0 4-16,-2 1-1 0,4 2-1 0,0-2-8 15,0 3-10-15,0-2-6 0,3 0-4 16,0-1-2-16,3-2 0 0,-2 2 2 0,2-3 0 15,2 0 0-15,2-1 1 0,-1-1 2 0,3-2 1 16,-1-2-2-16,4-2 1 0,-2-1 0 16,3-3-2-16,2 0-1 0,0-6 0 0,4 1-1 15,-3-2 0-15,1-2 0 0,-1-1 2 0,1-1 0 16,0 1-1-16,-4-1 0 0,-1 0-1 0,-1 3-27 16,0-2-69-16,-5 2-62 0,1-2-123 0,-3 2-176 15,0-1-318-15,-2 0-311 0,2-2-227 0,-4 1-131 16,1 0 364-16,-1 2 558 0</inkml:trace>
  <inkml:trace contextRef="#ctx0" brushRef="#br0" timeOffset="154708.65">24532 16787 152 0,'1'-4'496'16,"1"-2"295"-16,-1 3 198 0,-1-1-92 15,2 1-231-15,-2 1-153 0,0 0-109 0,0 1-47 16,2 0-22-16,-2-1-21 0,0 2-35 0,1 0-29 16,-1 0-31-16,2 2-38 0,0 0-43 0,1 3-40 15,-2 4-28-15,4 3-13 0,0 3-15 0,1 4-9 16,0 1-4-16,2 4-3 0,-1 3-2 0,4 2-1 15,-3 2 7-15,1 2 1 0,4 2-7 0,-4 1-3 16,2 1-2-16,0 1-7 0,0-1-6 16,-1 1-3-16,1-4 1 0,-2-2-3 0,3-2-2 15,0-3 5-15,-2-4 3 0,1-4 1 0,1-5 1 16,-2-3 0-16,2-3 2 0,-2-5-5 16,1-6-2-16,0-2 0 0,0-7-1 0,0-3-1 15,0-4-1-15,2-2-1 0,-2-5 0 0,0 2 0 16,-1-1 0-16,-4 1-1 0,3 1 1 0,-2 1 0 15,-3 2 2-15,0 2-1 0,-1 4 1 16,0 3 1-16,-1 2-1 0,-1 1 1 0,-1 4-1 16,5 2-1-16,-5-1 0 0,0 6-1 0,0 5 0 15,0 3 0-15,0 0 0 0,-3 4 0 0,1 3 0 16,2 2 0-16,0 1 0 0,0 0-2 16,2-1 1-16,1 2 0 0,-3-1-1 0,1-1 0 15,2 2-1-15,-1-2 0 0,1-1-1 0,1-1-1 16,-1-3 1-16,2 0-2 0,-1-3 0 0,2-2-9 15,2-2-27-15,-3-4-61 0,2-3-64 0,-3-1-90 16,0-2-159-16,3-3-241 0,-2-2-303 16,1-4-243-16,1 1-193 0,-1-1 91 0,3-1 518 15</inkml:trace>
  <inkml:trace contextRef="#ctx0" brushRef="#br0" timeOffset="155064.84">25093 17311 127 0,'2'9'377'0,"-1"0"153"16,4-1 112-16,0-3-145 0,1 1-186 0,3-4-88 16,0 0-32-16,0-5 25 0,3 0 23 0,-2-3 36 15,3-5 27-15,1-1 3 0,-3-1-1 16,3-3-8-16,-3-1-19 0,-1-3-34 0,-1 2-9 15,-1-2 18-15,0 3 19 0,-1 0-11 0,-1 0-17 16,-5 1-17-16,-1 3-37 0,-1 1-47 0,-4 0-45 16,1 2-26-16,-3 3-18 0,1 1-13 15,-2 3-12-15,-2 1-8 0,2 4-6 0,0 1-6 16,-1 4-3-16,1 4-2 0,3 3 0 0,-1 2-2 16,3 2-2-16,-2 3 0 0,3 2 0 0,0 1 6 15,2 1 3-15,2 3-1 0,0-3 2 16,3-1-1-16,0-2 0 0,-1-3-8 0,4-2-3 15,2-2-8-15,-1-4-20 0,1 0-53 0,1-4-66 16,-2-2-73-16,1-3-134 0,1-2-191 0,-3-1-306 16,1-2-258-16,4-3-215 0,-4 0-55 15,1-3 400-15,1 0 523 0</inkml:trace>
  <inkml:trace contextRef="#ctx0" brushRef="#br0" timeOffset="155429.37">25403 17208 309 0,'2'-12'632'0,"-2"3"345"0,0 1 103 0,0 1-234 0,0 3-206 15,0 2-155-15,0 2-124 0,0 2-94 16,0 2-60-16,0 3-40 0,1-2-27 0,1 1-27 16,1 3 10-16,0 0-11 0,0 0-15 0,2 1-9 15,1 2-11-15,-1 0-2 0,1 0-26 0,-1-1-22 16,2 1-11-16,0-2-12 0,0-1-2 16,-1-3-4-16,1 0 2 0,-3-1 25 0,4-4 21 15,-3-1 10-15,0-3 7 0,-1-5 1 0,1 1-5 16,-2-5-21-16,3 0-17 0,-3-2-6 0,1-4-4 15,-1 0 2-15,2 0 0 0,-4-1-1 16,3-1 0-16,-3 0-3 0,2 0 4 0,2 1 5 16,-1-1 4-16,0 2 1 0,1 0 0 0,-1 5 0 15,0-2-7-15,-1 7-9 0,2-1-4 0,-1 3-3 16,1 2-1-16,0 1 0 0,-1 0-1 16,1 1 2-16,2 2-1 0,-1 2 2 0,0 1-2 15,0-2 0-15,3 3-1 0,0 1 0 0,-3-2-2 16,2 1-12-16,-1 1-40 0,2 1-66 0,-1-4-60 15,-4 1-105-15,3-2-178 0,-2 1-295 16,1-2-274-16,-2 1-223 0,0-1-165 0,-1 0 252 16,0 0 570-16</inkml:trace>
  <inkml:trace contextRef="#ctx0" brushRef="#br0" timeOffset="156030.74">25689 17008 175 0,'0'-3'595'0,"-1"0"384"0,-1 2 170 0,0-1-178 16,2 2-287-16,-1 0-203 0,1 3-112 16,1 0-46-16,-1 4-32 0,4 1-26 0,-3 1-23 15,1 4-30-15,1 0-46 0,0 0-46 0,2 5-35 16,-4 0-29-16,2-1-17 0,2 0-11 0,-1 3-4 16,0-4-11-16,0 2-6 0,-1-2-4 15,0-3-2-15,1-1-1 0,-1 0 0 0,1-3-1 16,-1-1 0-16,0-3 0 0,-1 1 0 0,1-5 1 15,-1-1-1-15,-1 0 0 0,2-1 1 0,-3-5 2 16,2 1-1-16,-2-3 0 0,0-1 0 16,0-1 2-16,0-1-1 0,-2-1 0 0,2-2-1 15,0-3 0-15,0 3 0 0,0-2-2 0,0-1 0 16,2 2 0-16,0 0-1 0,0 3 1 0,2 0 0 16,-1 3 1-16,0 0-2 0,0 3 0 0,2 2 1 15,0 0-2-15,1 2 2 0,3 0-1 16,-1 2 2-16,0 2-1 0,3 0 2 0,0 0 0 15,2 0 1-15,1 1 0 0,-1-3-2 16,3 0 1-16,-2-1-1 0,2-4-1 0,-2-1 4 16,3-2-1-16,-1-3 0 0,2-1-2 0,-6 1 2 15,4-3-2-15,-1 0-2 0,-2-3 1 0,-1 2 0 16,-3-2 0-16,2 1 0 0,-3 1 2 0,-1 1 1 16,-3-3-2-16,1 3-1 0,-2 0 1 0,-2 1-1 15,-1 1 1-15,-1 1 0 0,-1 0 4 0,-2 4-1 16,-1 1 0-16,0 2 5 0,-1 2 2 15,-1 4 7-15,3 1-1 0,-5 1 2 0,4 4 2 16,-2 3-2-16,2-1 2 0,-1 7-3 0,0-2 0 16,1 5-1-16,0 1 5 0,2 2 1 0,0 2-3 15,0 2-1-15,1 0-3 0,2 2 0 0,0-1-6 16,0-1-4-16,2 1-2 0,-1-2-2 16,4-2 1-16,0-1-3 0,0-5 1 0,1 0-1 15,3-3-1-15,-1-3-2 0,4-2-5 0,-2-2-19 16,2-4-65-16,-1-1-69 0,1-3-136 0,1 0-240 15,3-3-312-15,-2 0-358 0,3-2-260 16,3-1-80-16,-2-1 531 0</inkml:trace>
  <inkml:trace contextRef="#ctx0" brushRef="#br0" timeOffset="156782.76">26163 17073 211 0,'5'-15'514'0,"-2"-1"300"16,1-2 198-16,0 0-156 0,0-1-201 15,2-1-131-15,0 0-88 0,-1 0-41 0,0 4-42 16,-1 1-51-16,3 3-53 0,-2 1-29 0,-1 4-35 15,-1 2-38-15,2 2-37 0,1 1-19 0,1 6-7 16,4 2-13-16,-3 2-7 0,1 5-16 16,4 2-9-16,-2 3-13 0,0 1-9 0,3 2-3 15,-1 0-4-15,1 0-3 0,-1 0-1 0,0-1-2 16,1-2-1-16,-1-2-2 0,-1-1-1 0,1-3 1 16,-4-1-1-16,0-3-1 0,1-4 7 15,-3-1 13-15,2-6 7 0,-5-1 3 0,5-7 1 16,-5-2 1-16,1-3-3 0,3-4-8 0,-4 0-5 15,0-3-2-15,1 1-2 0,-2-2-1 0,-2 4-3 16,3-3-2-16,-3 4-2 0,2 3 0 16,-1 1-2-16,0 1-1 0,0 3-1 0,0 3 0 15,1 2 0-15,-1 1-1 0,3 1 0 0,-1 2 0 16,1 4-1-16,2-1 2 0,2 3-1 0,0 1-1 16,3 3 1-16,0-3-1 0,1 3-3 0,2 1-11 15,0-1-16-15,4-2-38 0,-3 0-65 16,3-1-73-16,-1-3-113 0,2-2-169 0,-2 0-267 15,2-2-293-15,0-2-226 0,0 0-140 0,1-5 258 16,0 1 544-16</inkml:trace>
  <inkml:trace contextRef="#ctx0" brushRef="#br0" timeOffset="157097.2">26931 16786 42 0,'0'-12'543'0,"-5"0"484"0,-2 2 257 16,-1 1 55-16,-1 1-338 0,-4 2-283 0,-3 3-213 16,1 1-122-16,-6 4-77 0,4 3-97 0,-4 2-66 15,4 3-41-15,-1 1-27 0,4 3-18 0,2 0-16 16,0 5-13-16,4-1-8 0,2 0-6 15,5 1-5-15,2 1-3 0,3-2-2 0,2 0-2 16,2-4-1-16,1 0-1 0,7-3 0 0,0-5-1 16,4-5 0-16,4-2 0 0,0-5-1 0,3-5 0 15,1-1 1-15,1-3-1 0,-3-1 0 0,4 1 1 16,-3-4 0-16,-2 5 0 0,-4 0 0 0,0 1 1 16,-4 3-1-16,-3 2 1 0,-2 3 1 15,-2 2 0-15,-3 3 1 0,-2 3 1 0,-2-1 0 16,-2 5 1-16,-1 3-1 0,0 0-1 0,-1 2 1 15,-1 1-1-15,1 1-2 0,1 1 0 0,0-2-6 16,1 0-12-16,2 1-26 0,2-4-63 16,3 1-75-16,-3-3-136 0,3 3-210 0,1-3-310 15,4 0-353-15,0-1-270 0,0 1-104 0,4-2 463 16,0 0 635-16</inkml:trace>
  <inkml:trace contextRef="#ctx0" brushRef="#br0" timeOffset="157815.28">27908 16923 105 0,'1'-2'693'16,"-2"1"464"-16,-3-1 122 0,0 2-123 0,0 0-355 15,0 2-296-15,0-1-133 0,0 2-74 16,2-1-51-16,-1-1-45 0,2-1-50 0,-1 2-54 15,0-2-45-15,2 0-29 0,0 0-13 0,0 0-9 16,2-2-41-16,0 2-64 0,-1-1-52 0,-1-2-97 16,0 0-152-16,2 0-250 0,-4-2-279 15,2 2-218-15,0-1-189 0,-1 1 150 0,-3 0 484 16</inkml:trace>
  <inkml:trace contextRef="#ctx0" brushRef="#br0" timeOffset="158219.25">27659 16284 288 0,'0'-26'665'0,"0"4"292"16,0-1 105-16,0 3-213 0,2 1-283 0,0 1-164 15,-1 0-107-15,1 2-68 0,4-1-51 16,-2 2-46-16,3 0-33 0,3 2-6 0,0 0 19 15,3 1 5-15,2 2-3 0,0 1-8 0,1 2 4 16,5 1 6-16,-3 0-20 0,2 5-13 16,-1-1-4-16,-1 4 20 0,0 0-2 0,-2 6-6 15,-5 1-6-15,-2 3 3 0,-4 2 0 16,0 6-18-16,-5 1-7 0,-5 5-12 0,0 1-7 16,-1 1-7-16,0 0-4 0,-4 3-4 0,-1-1-6 15,3 0-3-15,2-1-4 0,-2 0-4 0,2-2-5 16,3-1-2-16,1-5-2 0,4-2-2 15,2-2-2-15,4-4 0 0,5-2-1 0,0-4-1 16,5-3-13-16,4-4-40 0,4-1-78 0,-2-6-105 0,6-2-183 16,0-2-301-16,1 0-344 0,3-2-343 15,0-1-151-15,-1 1 284 0,0 0 674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1-08T09:00:32.20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1763 1352 232 0,'-2'-2'602'0,"0"-2"346"0,-1 3 166 16,0 1-203-16,-2-1-282 0,0 1-150 0,-1 1-79 15,5 0-57-15,-1 3-53 0,2 2-39 0,0 0-28 16,0 1-37-16,2 4-48 0,1 3-38 0,1 2-26 16,-1 3-19-16,2 2-6 0,2 3-4 0,-1 2-2 0,3 2-7 15,-1 4 2-15,0-1 2 0,2 4-4 0,-1-1-2 16,1 2-3-16,-1 1-1 0,2 0-7 0,-1-1-5 16,-2 0-4-16,1-1-4 0,1-1-2 0,-4 0-2 15,2-2-2-15,-2-2-2 0,0-4-1 0,-1 0-1 16,0-3-2-16,-2-4 1 0,2-1 0 0,-3-5-3 15,1-1-1-15,1-4-1 0,-2-2-5 0,-1 0-6 16,1-4-11-16,1-4-28 0,-1-5-63 0,1-2-60 0,-1-7-77 16,-2-3-127-16,3-3-172 0,-3-2-260 0,0-4-223 15,0-1-199-15,0-3-31 0,-2-1 343 0,1-3 453 16</inkml:trace>
  <inkml:trace contextRef="#ctx0" brushRef="#br0" timeOffset="217.83">2041 1307 312 0,'6'-5'681'0,"0"3"263"16,-3 4 78-16,1-1-233 0,-3 4-243 0,2 1-156 15,-1 1-85-15,1 4-8 0,2 2 12 0,1 3-10 0,2 1-27 16,-2 3-32-16,3 2-16 0,-3 2-46 0,5 1-43 16,-3 2-37-16,0 4-24 0,2 2-15 0,0 3-20 15,0 1-8-15,0 1-9 0,2 1-6 0,-3-3-5 16,4 3-4-16,-2-3-1 0,3-2-4 0,-3 0-2 15,2-2-3-15,-2-2-17 0,0-1-52 0,-1-4-71 16,-1-3-112-16,-3-3-171 0,1-1-301 0,-2-4-320 16,-2-1-281-16,0-6-142 0,1-3 311 0,-2-4 585 15</inkml:trace>
  <inkml:trace contextRef="#ctx0" brushRef="#br0" timeOffset="651.88">2536 1174 320 0,'9'20'655'0,"-1"0"303"16,-2 6 143-16,4 3-261 0,-1 1-217 0,1 3-70 15,1 1-44-15,1 3-73 0,-2 4-81 16,1 0-64-16,0 1-59 0,-3 1-77 0,3 1-65 16,-2 0-36-16,-1 0-22 0,2 0-12 0,-1-4-9 15,-1 1-4-15,2-2-5 0,-2-3-1 0,1-2-3 16,-1-1-7-16,-1-3-31 0,-3-4-59 0,2-5-71 16,-6-3-132-16,2-4-194 0,-4-1-309 0,-2-6-305 0,1-1-232 15,-4-4-68-15,1-4 421 0,-4-4 546 16</inkml:trace>
  <inkml:trace contextRef="#ctx0" brushRef="#br0" timeOffset="918.92">1862 1271 341 0,'-6'-11'703'0,"-1"0"247"0,4 4 48 0,2-1-301 15,2 2-281-15,4-1-87 0,1 0-71 0,7-1-17 16,3-2 15-16,4 2-3 0,7-2 51 0,3 2-24 0,5 1-30 16,1 1-30-16,6-2-39 0,3 0-27 0,3 3-53 15,2-2-42-15,4 1-23 0,1 2-15 0,-1-1-9 16,2 2-1-16,-3 2-5 0,1-1-2 0,-2 2-3 16,-1 2-2-16,-2 1 0 0,-6 1-1 0,-4 4 2 15,-2-1-37-15,-7 7-60 0,-5-1-96 0,-5 2-168 16,-7 6-292-16,-4-2-323 0,-4 6-311 0,-5-3-187 15,-5 4 216-15,-7 0 623 0</inkml:trace>
  <inkml:trace contextRef="#ctx0" brushRef="#br0" timeOffset="1136.06">1988 2151 161 0,'-9'25'640'0,"3"-5"322"0,6-2 93 16,3-4-78-16,3 2-398 0,8-3-223 0,-1-1-90 15,6 1-33-15,3-3-1 0,4-3 49 0,2 1-23 16,7-1-49-16,2-2-34 0,3-4-25 0,5-2-27 16,2-4-57-16,3-4-31 0,3-1-9 0,0-3-7 15,4-5-4-15,-1 4-5 0,2-4 3 0,-2 0-1 16,2 0-48-16,-1-1-62 0,-2 3-154 0,0 0-283 16,-2 1-298-16,2 1-346 0,-1 4-268 0,-2-1-10 15,-1 2 631-15</inkml:trace>
  <inkml:trace contextRef="#ctx0" brushRef="#br0" timeOffset="1900.82">4143 1144 315 0,'2'0'681'0,"0"0"329"16,-1 0 107-16,-1-3-274 0,-1 1-247 0,1 2-124 15,-2-1-56-15,2 2-41 0,2 1-47 0,-2 1-47 16,1-3-38-16,-1 0-50 0,0 0-57 0,2 2-49 16,-1-2-25-16,-1 0-16 0,0 0-10 0,0 0-10 15,2 0-6-15,-2 4-7 0,0 3-4 0,0 1-3 16,0 5-2-16,0 4 0 0,0 4-1 0,0 7-2 16,2 1-1-16,-1 6 0 0,1 2 0 0,1 4 0 15,2 0 1-15,0 3 2 0,4-1 0 16,-1 0 0-16,3-1-2 0,1-5-1 0,1-4 0 15,3-1-2-15,0-7-1 0,1-5 1 0,1-2 1 16,4-6 0-16,0-5 0 0,-1-4 0 16,2-3 0-16,1-1-2 0,-2-4 1 0,2 1 0 0,0-1-2 15,1 1 1-15,-2-2 0 0,1 3 1 16,-3 0 1-16,1 0-1 0,0 1 2 0,-4 1 0 16,0-2 0-16,-3 3 0 0,0 0-1 0,-2-2 2 15,-2 2 3-15,-3-5 3 0,0-1 2 0,-2-2 5 16,0-6 5-16,-1-2 3 0,0-5 9 0,-3-7 2 15,-1 1 0-15,1-6 0 0,-4-2 1 16,1-3-1-16,-3 1-7 0,-2-3-1 0,-2 0 1 16,-1 0-2-16,-1 1-5 0,-4-1-2 0,1 3-3 15,1 3-5-15,-1 4-4 0,2 4-4 0,-1 3-2 16,3 6-3-16,3 3-3 0,1 4-4 0,2 6-8 16,0 2-18-16,6 5-42 0,-1 6-76 0,1 1-99 0,0 4-167 15,5 2-294-15,0 4-328 0,3 1-326 16,3 1-154-16,2 2 216 0,3 1 636 0</inkml:trace>
  <inkml:trace contextRef="#ctx0" brushRef="#br0" timeOffset="2393.63">5103 1566 191 0,'0'0'980'15,"-1"1"573"-15,-1 1-51 0,0 0-294 0,-2 4-445 16,1 0-311-16,1 5-189 0,-1 3-102 0,1 1-46 15,-1 4-25-15,2 3-19 0,1 3-17 16,0 0-15-16,1 0-10 0,2 1-11 0,2-3-9 16,4-3-5-16,1-1-4 0,1-4-3 0,3-6-1 15,2-5 2-15,3-4 0 0,-1-6 0 0,2-7 0 16,0-4 1-16,0-8 0 0,0-5-2 0,1-3 6 16,-4-3 2-16,0-2-1 0,-2 2-3 0,-1-2 0 15,-6 4 3-15,0 1-6 0,-3 2-1 16,-4 3 4-16,-1 2 2 0,-1 3 2 0,-2 4 1 15,-1 1 0-15,-1 3 1 0,2 4 1 0,-2 1-1 16,2 3 0-16,0 6-2 0,0 2-1 0,2 4-2 16,-1 6-3-16,2 2-1 0,0 5-1 0,3 5 1 15,0 0 2-15,0 5 0 0,0 1 1 0,2 6 1 16,0 1 3-16,0 2-2 0,1 3-1 0,-1 5 1 16,-2-1 1-16,0 3-1 0,0-1 4 15,-1 3 5-15,-1 1 7 0,-2 0 7 0,-1-1 2 16,-1-2 2-16,-3-2-3 0,-2-4-2 0,0 0-6 15,-2-8-6-15,-2 1-8 0,-2-4-5 0,-4-5-3 16,1 0-3-16,-4-5-3 0,1-6-3 0,1-2-1 16,-2-4-13-16,2-5-26 0,2-5-79 15,-2-4-96-15,3-5-187 0,-1-3-289 0,2-7-333 16,0-1-387-16,2-7-180 0,3-4 234 0,1-1 725 16</inkml:trace>
  <inkml:trace contextRef="#ctx0" brushRef="#br0" timeOffset="3184.39">5671 1824 201 0,'5'3'522'0,"-2"0"255"16,-1-1 132-16,2-1-190 0,-2 0-179 0,1-1-106 0,-2-1-75 15,3-4-15-15,-1-4-20 0,0-2-18 16,2-3-12-16,4-6-40 0,1-2-15 0,-1-5-35 16,2-2-18-16,0-4-35 0,2-2-39 0,-1 1-25 15,1-2-30-15,0 3-9 0,-2 2-14 0,-3 2-1 16,0 8-1-16,1-2 4 0,-6 9 1 0,2 2-6 16,-3 3-4-16,1 1-3 0,-1 5-5 0,-1 3-6 15,1 5-6-15,-2 5-3 0,1 5-3 0,1 5-1 16,2 4 0-16,-2 4 1 0,3 1 0 0,0 4 1 15,1-1 1-15,2 2 0 0,0-3-1 16,1 2 0-16,-1-6 1 0,0-2-3 0,3-2 1 16,-3-3-1-16,2-6-1 0,0-1 1 0,2-6 0 15,-1-4 0-15,1-4-2 0,0-8 2 16,1-4 1-16,0-4-2 0,3-6 0 0,-2-4-2 16,0 0 8-16,1-3-3 0,-2 0-1 0,-1 0 1 15,-1 2-1-15,0 1 1 0,-3 2-8 0,0 3 4 16,-3 4 0-16,0 2 2 0,-2 4-1 0,1 2 1 15,-2 1 1-15,1 3-2 0,-1 2 0 0,-1 3-1 16,-1 1 2-16,2 3-3 0,1 1 2 0,0 4-1 16,-1-1 2-16,1 4 0 0,2-1 4 0,2 4 4 15,0-1 3-15,1 3-6 0,0 1-2 0,1-2-2 16,-1 3-5-16,2 0-2 0,1 0-3 0,-2 1 4 16,1-2 4-16,-1 0 1 0,2-2 5 15,-3-2 3-15,3 0 3 0,-3-3 2 0,2-3-2 16,-2-1 0-16,1-1-18 0,-3-2-64 0,-1-3-76 0,0-3-157 15,-2 0-276-15,0-1-313 0,-3 0-382 16,0-1-276-16,0-1 11 0,-3-2 678 16</inkml:trace>
  <inkml:trace contextRef="#ctx0" brushRef="#br0" timeOffset="3649.53">6654 1414 127 0,'2'6'754'0,"1"0"473"0,-3 1 69 16,2 4-98-16,1 2-335 0,0 0-321 0,2 2-158 15,-1 2-88-15,-2 2-50 0,3 2-68 16,-2 1-69-16,-1 2-42 0,1-1-30 0,0 1-17 16,0-3-10-16,3 0-6 0,-3-2-3 0,2-1-3 15,0-1-28-15,0-4-73 0,-2 0-113 0,0-6-198 16,0-1-290-16,-3-3-346 0,0-3-366 0,-3-4-171 16,0-6 348-16,-2-3 706 0</inkml:trace>
  <inkml:trace contextRef="#ctx0" brushRef="#br0" timeOffset="3816.79">6591 1146 402 0,'-3'-7'1259'0,"-2"1"379"16,2 4-194-16,0 0-307 0,-2-1-491 16,4 2-269-16,-2-1-161 0,1 0-85 0,0 1-49 15,2 1-33-15,0-1-21 0,0 1-16 0,2 1-9 16,1 0-4-16,2 4-6 0,2 0-35 0,0 0-77 15,-1 0-97-15,2 3-165 0,-2 0-294 0,2-1-339 16,-1 2-336-16,1 1-173 0,3-1 213 0,-3 1 645 16</inkml:trace>
  <inkml:trace contextRef="#ctx0" brushRef="#br0" timeOffset="4291.64">6906 1048 197 0,'0'-15'650'0,"0"3"373"0,0-1 138 0,0 1-203 16,0 3-283-16,2-3-215 0,-1 4-134 0,1 1-86 16,-1 4-62-16,-1 1-25 0,5 2 8 0,-2 2 21 15,0 2 1-15,2 2 5 0,1 3 1 0,-2 3-14 16,0 3-32-16,1 5-39 0,-2 2-25 0,-3 4-15 15,0 4-14-15,0 2-10 0,0 6-10 0,-2 2-6 16,1 1-8-16,-2 1-6 0,3 0-3 0,0-1-3 16,0-2-1-16,0-3 0 0,4-2-3 0,-2-4 0 15,3-4-2-15,0-4-1 0,1-4-1 16,0-4-1-16,3-1 1 0,1-3 0 0,-2-6-1 16,4-3 7-16,0-2 2 0,-1-5 3 0,3-4 0 15,-1-3 0-15,2-4 1 0,-2 1-6 0,0-1-1 16,-2-3-1-16,0 2 2 0,0-2 0 0,-2 4-1 15,1 1 1-15,-1 1-2 0,-4 4 0 0,2-1-1 16,-3 5 1-16,0 2 0 0,-1 2 1 0,0 4 1 16,0 2 1-16,-2 3 0 0,-1 8 1 0,2-2 0 15,-2 5-1-15,1 1-1 0,1 3 0 16,1 2-1-16,-1 1 0 0,4 0-1 0,-1 1 0 16,4-1 0-16,1-1-1 0,1 2 0 0,3-6-13 15,1 2-31-15,0-3-78 0,1-4-90 0,-2-3-175 16,2-1-295-16,-2-4-339 0,2 0-370 15,0-3-192-15,0-2 172 0,1-3 708 0</inkml:trace>
  <inkml:trace contextRef="#ctx0" brushRef="#br0" timeOffset="4452.59">7681 1627 127 0,'1'9'761'15,"2"5"477"-15,-6-1 69 0,3 6-171 0,-3-2-375 16,0 4-321-16,0-2-164 0,-2 3-86 0,3-3-49 15,-3 1-29-15,4-6-86 0,-1 2-90 16,1-6-171-16,1-1-250 0,0-6-290 0,0-3-323 16,1-3-243-16,2-6-42 0,-1-4 533 0</inkml:trace>
  <inkml:trace contextRef="#ctx0" brushRef="#br0" timeOffset="4607.22">7701 1139 504 0,'-6'-18'1321'0,"-2"7"283"15,-3 3-232-15,1 4-338 0,2 2-466 16,-3 5-263-16,3 1-152 0,0 3-77 0,2 0-38 16,0 2-19-16,3 1-24 0,3-2-60 0,0 1-93 15,3-1-166-15,1 0-284 0,1-1-307 0,3 0-346 16,2-1-232-16,2-1 155 0,1-3 644 0</inkml:trace>
  <inkml:trace contextRef="#ctx0" brushRef="#br0" timeOffset="5782.59">10267 857 191 0,'-6'-5'748'0,"-4"5"431"0,-4-2 91 15,1 2-121-15,-1 3-429 0,2 2-218 0,-1 6-126 16,-1 0-76-16,1 7-50 0,2 5-41 0,0 5-48 15,3 6-46-15,2 7-28 0,2 6-19 0,0 7-12 16,2 6-9-16,4 3-4 0,2 6-1 0,1 3-5 16,2 2-7-16,1-1-7 0,1 0-5 15,5-2-8-15,-1-5-6 0,4-5-3 0,2-5-2 16,2-5-1-16,1-7-4 0,1-3-22 0,2-7-79 16,0-3-87-16,0-7-171 0,-1-5-286 0,-2-2-341 15,-1-7-397-15,-1-5-202 0,-4-2 153 16,1-3 712-16</inkml:trace>
  <inkml:trace contextRef="#ctx0" brushRef="#br0" timeOffset="6666.68">10854 1146 423 0,'0'0'808'0,"0"3"241"0,0 0 0 0,0 2-264 16,0 1-306-16,3 2-148 0,1 6-49 0,1 3 16 16,3 5 20-16,6 2-13 0,-2 4-37 0,2 4-26 15,3 2-43-15,-1 4-53 0,0 2-35 0,-2 1-29 16,2 0-14-16,-5 3-13 0,3-2-11 0,-3 0-7 15,-1-3-11-15,1-3-7 0,-3-3-4 0,-2-2-6 16,1-6-2-16,-1-5-3 0,-2-2-1 0,-2-4-1 16,1-3 13-16,-1-4 11 0,-2-1 4 15,-2-3 1-15,-1-5 2 0,-2-2-1 0,0-3-14 16,-2-7-9-16,-1-4-6 0,0-4-2 0,0-4-3 16,-1-4 0-16,1-4-1 0,-1-4 1 0,2-1 1 15,2-4 0-15,4 0 1 0,1 1-1 0,3-2 1 16,4 0-1-16,1 3-1 0,2 1 0 0,5 3 0 15,0 2-1-15,2 1 1 0,2 4-1 0,0 1 1 16,0 4 0-16,2 0 0 0,-1 5 1 0,-2 1-2 16,2 2 1-16,-3 2 0 0,-2 3 0 0,0 1 1 15,-5 4 0-15,0 1 2 0,-3 1 1 16,-2 4 3-16,-2 1 1 0,-1 3 0 0,-4 3 1 16,-2 4 1-16,-4 3-2 0,-2 4-1 0,-3 3-1 15,0 4-1-15,-2 1 0 0,-2 4 0 0,2 2 4 16,0 1 1-16,2 1 1 0,2 1 0 0,3 2 1 15,0-1 0-15,3-1-3 0,4-1-1 0,-1-1 0 16,4-1 0-16,1 1 0 0,3-4-1 0,1-3-1 16,2 0-1-16,-1-3 0 0,3-2 1 0,3-4-1 15,-1-1-2-15,0-1 1 0,4-4-1 0,0-2-1 16,-1-1 0-16,3-2 4 0,-1-4 1 16,1 0 1-16,1-2-1 0,-1-2-6 0,3-3-14 15,0 2-35-15,-1-4-79 0,1 1-96 0,-1-1-187 16,-1-1-288-16,-1 0-340 0,3 0-387 0,-2-2-184 15,0 3 208-15,0-3 732 0</inkml:trace>
  <inkml:trace contextRef="#ctx0" brushRef="#br0" timeOffset="8233.62">11736 1419 80 0,'3'-6'410'0,"-1"1"306"0,-2 0 253 0,0 3-7 16,0 0-225-16,-2-1-158 0,1 3-115 0,-3 0-83 16,1 2-67-16,0 1-69 0,1 3-52 0,1 3-47 15,-1 2-36-15,2 6-3 0,2 0-11 16,1 4-6-16,0 4-10 0,4 2-11 0,-2 3-3 16,2 2-26-16,1 0-2 0,-2 0-4 0,3 0 3 15,1-4 1-15,-2-2 0 0,2-3-2 0,2-6-16 16,-2-2-11-16,1-4-3 0,1-4 0 0,-2-2 0 15,1-8 0-15,2-2 0 0,-2-5 0 16,0-7 0-16,0-3-3 0,0-5 0 0,0-2 7 16,-3-1 2-16,2-1 4 0,-4 2 8 0,-1 2 6 15,-1 3 2-15,1 0-1 0,-5 4-1 0,3 5-1 16,-3 1-4-16,0 3-5 0,2-1-2 0,-2 4-8 16,0 4-4-16,0 0-4 0,2 2-2 0,-1 3 0 15,2 4 0-15,2 3 0 0,-2 2 1 0,5 3 1 16,-3 3-1-16,1 1-1 0,1 1 1 15,-1 3-1-15,3 0 1 0,-1-2 0 0,0 2-1 16,1-4 0-16,-1-1-2 0,2-2-2 0,-2 0-15 16,1-4-43-16,1-2-68 0,-4-2-77 0,1-4-144 15,0-1-226-15,-2-4-315 0,1-2-290 16,-1-2-205-16,0-4-6 0,1-1 501 0</inkml:trace>
  <inkml:trace contextRef="#ctx0" brushRef="#br0" timeOffset="8516.51">12223 900 395 0,'5'-2'798'0,"-2"2"243"0,0 4 71 0,2 1-258 16,-1 2-298-16,1 3-170 0,0 2-35 0,1 3-10 0,2 3-30 15,0 2-40-15,0 5-36 0,2 0-43 0,-1 5-48 16,0-3-34-16,-1 8-31 0,1 1-17 0,-2 3-6 15,-1 1-3-15,-1 3-12 0,0 1-7 16,2 1-8-16,-3 0-6 0,4 1-7 0,-3-4-5 0,1-1-1 16,-1 1-11-16,1-6-4 0,2-2-3 15,-2-2-1-15,1-2-19 0,-4-6-50 16,2-1-57-16,-4-5-60 0,1-3-113 0,-4-7-186 16,1-1-263-16,-2-7-261 0,-1-2-216 0,1-4-137 15,-2-6 268-15,0-4 526 0</inkml:trace>
  <inkml:trace contextRef="#ctx0" brushRef="#br0" timeOffset="9800.37">12130 1328 57 0,'3'0'591'0,"0"2"457"16,0 0 128-16,-1-1-104 0,1 1-377 0,3-1-289 0,2 2-178 16,0 0-78-16,3 0-17 0,2 0-18 15,0 0-4-15,4 0-40 0,-1-1-11 0,3-1-5 16,-2-1-8-16,5-1 3 0,-1-1-7 0,1-1 10 16,-1 0-17-16,1-1-16 0,-1-1-2 0,-1 1-6 15,-1-1-12-15,-1 2-43 0,-2 0-72 0,-4 0-156 16,-2 1-283-16,-2 2-281 0,-3 0-283 0,0 2-213 15,-3 1 137-15,-4 1 544 0</inkml:trace>
  <inkml:trace contextRef="#ctx0" brushRef="#br0" timeOffset="10348.93">12672 1477 42 0,'9'3'565'0,"-1"3"466"15,-3 0 181-15,0 2-74 0,1 3-345 16,-3 2-282-16,2 3-107 0,-2 4-54 0,0 2-48 16,-3 4-46-16,2 1-40 0,-2 0-55 0,-2 1-72 15,2 2-46-15,0-4-19 0,2 2-11 0,0-2-5 16,-1-2-5-16,4-4-4 0,0-4-1 0,4-3-3 15,1-5 1-15,1-6 1 0,1-6 3 16,1-6 7-16,4-7 1 0,-2-5-3 0,2-4-4 16,-3-2-6-16,2-2-5 0,-1-2-9 0,-3 2-5 15,-1 0 3-15,-1 0 6 0,0 2 7 0,-2 2 8 16,-1 2 4-16,-2 2 0 0,1 0 2 0,-2 5-1 16,-2 1 1-16,3 2-4 0,-3 5 0 0,-1 0 0 15,2 3 1-15,-1 2-2 0,0 2-1 0,-1 3 1 16,2 4-1-16,3 0-2 0,-3 3-1 0,1 3 0 15,-1 3 9-15,2-1 7 0,-2 3 3 0,0 5 5 16,2-1 10-16,-1 2 7 0,1 4-4 0,-2 1-4 16,-1 1 1-16,0 1 4 0,-1 2-5 15,-2 2-6-15,-1 2-2 0,-1 1 4 0,0 0 0 16,-5-1-4-16,0 3-2 0,-2-2-1 0,-2 2 2 16,1-2-2-16,-4-2-3 0,0-1-1 0,-1 0-2 15,-2-3-2-15,1-3-3 0,1-2-4 16,-1-5-2-16,4-3 0 0,-2-4-1 0,3-1-1 15,1-7-4-15,2-1-4 0,1-4-11 0,3-4-19 16,2-1-37-16,1-7-64 0,2 0-61 0,0-5-94 16,0-2-159-16,4-5-261 0,-3-1-276 15,4-3-224-15,3-4-183 0,-1-1 157 0,2-3 555 16</inkml:trace>
  <inkml:trace contextRef="#ctx0" brushRef="#br0" timeOffset="10666.42">13131 1030 280 0,'1'-6'764'0,"1"1"377"0,-2 0 65 16,0 2-269-16,0-1-299 0,0 0-164 0,0 4-98 16,0 0-56-16,3 4-43 0,-3-2-28 0,0 3-32 15,0 1-51-15,0 0-43 0,1 3-33 0,-1 1-11 0,0 2-10 16,2 6-6-16,-2 2-1 0,0 5-4 0,0 4-5 15,-2 2-6-15,2 5-3 0,0 3-7 16,0 2-6-16,0 5-6 0,0 0-4 0,2-1-4 16,-1 4-4-16,1-3-2 0,3 1-3 0,0-3-2 15,1-3-1-15,3-2-1 0,3-5-2 0,-3-2-1 16,7-5-2-16,-2-3-1 0,5-4-1 0,0-7 1 16,3-2-2-16,2-5-4 0,1-5-14 0,0-2-33 15,-1-5-80-15,0-3-118 0,-2-2-247 16,2-2-306-16,-3-1-374 0,0 1-415 0,0-4-125 15,-2 1 511-15,0-1 803 0</inkml:trace>
  <inkml:trace contextRef="#ctx0" brushRef="#br0" timeOffset="11433.3">13898 511 144 0,'6'-3'440'0,"0"1"207"0,0 2 158 16,4 4-43-16,2 3-141 0,4 5-95 15,2 5-38-15,1 6 2 0,4 3-31 0,3 9-30 16,2 4-79-16,2 6-59 0,2 4-45 0,-1 2-50 16,1 5-35-16,-2 1-49 0,0 4-31 0,0 2-25 15,-3 3-18-15,-3 2-5 0,-2 0-15 0,-2 3-8 16,-4 1-2-16,-2 1-2 0,-4 0-1 0,-2 2-5 16,0 0 8-16,-5 0 1 0,-2 0-1 15,-2-3-2-15,-1 0-9 0,-1-3-35 0,-4-5-79 16,0-6-85-16,-1-3-154 0,-3-5-293 0,0-7-325 15,0-5-333-15,-3-6-194 0,-1-8 108 0,-3-5 639 16</inkml:trace>
  <inkml:trace contextRef="#ctx0" brushRef="#br0" timeOffset="29046.29">5671 3651 134 0,'0'-2'287'0,"0"1"124"15,0-2 7-15,2 1-81 0,-1-1-77 0,-1 1-58 16,0-2-27-16,2 2-23 0,-2-3-7 0,0 1-10 16,1 2 3-16,-1-2 14 0,2 3 16 15,-2-2 8-15,0 2 6 0,2-1-8 0,-2 1-5 16,2-1-21-16,-2 2-7 0,0 0-10 16,2-1-12-16,-2 1 2 0,0 0-10 0,2 0 6 15,-2 0-2-15,1 0-4 0,-1 0-4 0,0 0-16 16,2 0 11-16,-1 0-12 0,-1 0-19 15,0 1-8-15,0-1-28 0,0 0 7 0,0 2-15 16,0-2 3-16,0 1 8 0,0 2 7 16,-1 0 25-16,1 2-2 0,0 0 2 0,0 1 0 15,1 1 3-15,-1-1-7 0,0 1-4 0,2 1-12 16,-2-1-3-16,3 1-16 0,-3 1-16 16,0-1-5-16,2 1-5 0,-2 1-3 0,0-1-2 15,1 0 35-15,1 1 32 0,0 2 17 0,-1-1 6 16,-1 0 2-16,2 2 1 0,-2 0-28 15,0 1-25-15,1-1-15 0,-1 2-8 0,0 1-1 16,0-2-5-16,2 3-2 0,-2-2-1 0,0-1 0 16,0 3 0-16,2-2-8 0,-2 2-8 15,1-1-1-15,-1 0-3 0,3 0-1 0,-1-1-2 16,-1 1 7-16,-1 1 8 0,3-2-1 16,-1 0 2-16,0 0 3 0,-1-1 0 0,1 2 0 15,-1-1-2-15,1 0 17 0,1 2 12 16,-1-1 6-16,0 0 1 0,-1 2 3 0,1 1 1 15,-1-2-16-15,2 4-11 0,-3-1-8 0,3 1-2 16,-3 0-3-16,0-3 6 0,2 3 4 0,-2-2 2 16,1-1 1-16,1 0-1 0,-2-1-1 15,2-1-8-15,-1 1-6 0,-1-1-1 0,2-1 1 16,-1 0 1-16,1 1 2 0,-2 0 4 16,3-1 0-16,-3 2-9 0,0 0-2 0,2 0-4 15,-2 2-1-15,0 0-3 0,2 1 5 0,-1 1 15 16,-1 0 9-16,0-1 5 0,0 3 2 15,0-3 2-15,0 3-6 0,2-2-8 0,-1 1-4 16,-1-1-3-16,3-1-3 0,-1 1 0 0,-1-2 0 16,-1 1 0-16,2-1-1 0,-1 1 0 0,1 1 0 15,1-1 1-15,-1 1 0 0,-2-2-1 16,3 0 0-16,-3 0 0 0,3 1 6 0,-3-1 3 16,2 1 1-16,0-2 2 0,-1 0 0 15,1-3 1-15,-1 3-8 0,-1-3-2 0,2-1-1 16,1 3 0-16,-3-3-1 0,1 0 2 15,-1 1 0-15,0-2-6 0,0 1-3 0,0 1-2 16,0 0-2-16,0-1 0 0,0 3-2 0,0-2 5 16,0 2 3-16,0-1 2 0,0 0 0 15,0 3 2-15,0-1 0 0,0 0 2 0,0 0-2 16,-1 0 0-16,1-2 1 0,0 2-1 16,0-1 0-16,0-1 0 0,0 1 0 0,0-1-1 15,1 1 1-15,-1-1-1 0,0 1 0 0,2-1 0 16,-2-1 2-16,0 1 0 0,1 1 0 0,-1 0-1 15,0-2 1-15,0 1-1 0,0-1-1 16,0 3 0-16,0-5 0 0,0 4 7 0,0-2 4 16,0 2 1-16,0-2 1 0,0 2 0 0,0-3-1 15,0 3-6-15,0-1-3 0,0 1-2 16,0 0 0-16,0-1 1 0,0 1-5 0,0 0-3 16,2 2-3-16,-2-2-2 0,0 3 0 15,0-1 1-15,2 1 5 0,-2 1 3 0,0 0 3 16,0 0 2-16,-2 1-1 0,2 0 0 15,-2 3 0-15,1-1 1 0,-1 1 9 0,1 1 4 16,-2 1 5-16,1 0 1 0,-1 1 1 0,0 2 0 16,1 0-9-16,-1 1 1 0,0 0 0 0,1 1-2 15,1 0 1-15,-1 0 0 0,0 1 0 16,1-2-4-16,1-1-8 0,-2 0-4 0,2-2-1 16,0 1-2-16,2-2-2 0,-2 1-2 0,0-3 6 15,1-1 2-15,-1-1 2 0,2 2 1 0,-2-2 0 16,2 3 1-16,-1-2-1 0,-1 1 0 15,2 0 0-15,-2-3-1 0,0 0 0 0,1 1 0 16,1-4 0-16,-2-2 1 0,0-1-1 16,0 0 1-16,0-7-1 0,0 2-1 0,0-3-1 15,0-2 0-15,0-1-1 0,-2-2-3 16,1-2-7-16,1-4-11 0,-3-1-49 0,-2-6-72 16,0-5-95-16,-1-6-173 0,-2-1-292 15,0-5-338-15,0-6-303 0,-3-1-164 0,3-8 209 16,-3-6 656-16</inkml:trace>
  <inkml:trace contextRef="#ctx0" brushRef="#br0" timeOffset="30681.18">5556 3769 147 0,'0'2'397'0,"0"3"206"16,0-4 136-16,1 0-141 0,-1 3-149 0,0-4-95 15,3 0-62-15,-3 2-37 0,2-2-27 16,-1 0-17-16,-1 0-10 0,2 0-6 0,-2 0-2 16,1 0-7-16,-1 0-9 0,0 0-21 0,0 0-22 15,0 0-29-15,-1 0-21 0,1 0-11 16,0 0 0-16,0 0 12 0,0 0 15 0,0 0 12 16,0 0 1-16,1 0 13 0,-1 0-4 15,2 0-14-15,-2 0-13 0,0 0-7 0,2 0-8 16,-1 0-19-16,-1 0-11 0,0 0-10 15,0 0-7-15,0 0-10 0,0 0-9 0,0 0-4 16,0 0-4-16,0 0 1 0,0 0-5 0,0 0 0 16,0 0-1-16,0 0 4 0,0 0 5 15,0 0 5-15,0 0 4 0,0 0 2 0,0 0-1 16,0 0-1-16,0 0-6 0,0 0-6 0,0 0-5 16,0 0-1-16,0 0 1 0,0 0-3 0,0 0 3 15,0 0 0-15,0 0 0 0,0 0 0 16,0 0 0-16,0 0 1 0,0 0-1 0,0 0-1 15,0 0 0-15,0 0 2 0,0 0-1 16,0 0 0-16,0 0 0 0,0 0 0 0,0 0 1 16,0 0 0-16,0 0-4 0,0 0 2 0,0 0-1 15,0 0 0-15,0 0-1 0,2 0 0 16,-2 0 1-16,0 0-1 0,0 0 0 0,0-2 1 16,3-1 2-16,-1 1 2 0,-1-4 3 15,3-1 1-15,-1-1 2 0,0-3-3 0,3 0-2 16,0-3-1-16,-1-2 1 0,0 1-2 15,1 1-1-15,2-4 3 0,0 1-1 0,-2-2-1 16,1 4-1-16,2-2 1 0,-3 2 0 0,2 0-2 16,-1 2 2-16,-2-1 0 0,2 2 1 0,-2 2-1 15,0-1 1-15,0 2-1 0,-2 1-1 16,2 2 0-16,-1-2 1 0,-1 0-2 0,0 4 1 16,1-2-2-16,-1 1 0 0,-2 1 0 0,1 1 0 15,0 0 0-15,-1 2 1 0,1-1 0 16,-2 0 0-16,2 1 0 0,-2 1 0 0,1-2-1 15,-1 2 0-15,0 0 0 0,0 0 1 16,0-1-1-16,0 1 3 0,0 0-1 0,0 0 1 16,0 0-1-16,0 1 0 0,0-1 0 0,0 0 1 15,0 0 0-15,0 0 0 0,0 0 0 16,0 0 1-16,0 2 1 0,0-2-2 0,2 3 4 16,-1 0 0-16,2 0 1 0,-3 2 1 0,3 2-1 15,-1 0 1-15,-1 2-2 0,3 1-1 16,-3-2-1-16,2 3 1 0,-1 1-1 0,1-1-1 15,1 2 0-15,-1 0 0 0,1 0 0 16,-1 0-1-16,0-1 0 0,-1 1-1 0,1-2-1 16,-1 0-1-16,1 0 0 0,0-1 0 0,-1-2-1 15,1 0 1-15,-1-1 0 0,-1-1 0 16,1-2 0-16,-2 2-2 0,3-2-1 0,-2-1 0 16,-1 0-1-16,0-1-1 0,0 0 0 0,0 1-1 15,0-1-11-15,0 0-28 0,0 1-74 0,0-1-89 16,-4 2-181-16,2-2-291 0,-2 2-325 15,0 0-357-15,-2 0-191 0,1 2 191 16,0-1 703-16</inkml:trace>
  <inkml:trace contextRef="#ctx0" brushRef="#br0" timeOffset="33013.46">5816 7209 182 0,'-8'0'349'0,"-1"0"155"0,1 0 48 16,2-2-105-16,-1 2-65 0,1-1-12 0,3 1 33 15,-2 0 22-15,4 0 8 0,-3 0-26 0,3-2-48 16,-1 2-57-16,1-1-71 0,-1 1-64 16,0 0-49-16,2 0-37 0,-1 0-29 0,1 0-15 15,0 0-16-15,0 0-7 0,1 0-4 16,-1 0-3-16,2 0-1 0,0 1-5 0,-1-1 6 16,4 2-3-16,0-1-2 0,1 1-4 0,2-1 0 15,0 4 4-15,3-3-2 0,1 2 4 16,3 0-2-16,-1 0 1 0,2 1 1 0,3-3-2 15,-3 3-2-15,4-3 73 0,2 2 46 16,-2-2 19-16,1 2 6 0,3-2 3 0,-3 0-8 16,3-2-57-16,-1 1-39 0,2-1-20 0,-1 0-12 15,0 0-8-15,1-1-2 0,1 1-5 16,-1 0 2-16,0-2-4 0,-3 1 1 0,4 0 0 16,-3 1 4-16,2 0 2 0,-2 1 0 0,2 0 4 15,2-1 1-15,-2 2 3 0,2-1-4 0,3 1 2 16,-2-1 0-16,2 2-7 0,2-1-6 15,1-1-5-15,2 2-4 0,0-3-2 0,0 2-1 16,3 0 21-16,-1-2 9 0,2-2 6 16,0 0-1-16,-1 1-3 0,5-2-1 0,-2 0-13 15,1 0-7-15,-2 0-1 0,1-1 5 16,-1 0 8-16,2-1 3 0,-2 3 4 0,1-2 1 16,0 0-3-16,0 1-3 0,-1 1-12 15,2 0-6-15,-2 0-4 0,1 1 6 0,-2-1 4 0,1 1 2 16,-2 1 8-16,0-2 5 0,1 0 1 15,-2 1-8-15,-1 1-4 0,1-1-1 0,-1-1-2 16,0 0-3-16,-1 1-2 0,-2 0 3 16,2 1 5-16,-2 0-2 0,-1 0 3 0,1 0 4 15,1 1 2-15,-3-1 4 0,1 3-3 0,1 0-2 16,0-2 1-16,2 3 1 0,-4-1-2 16,2 0-4-16,1-1 0 0,-1 2 0 0,0-1 0 15,-1-1-2-15,1 2 0 0,0-2 0 16,1 1 0-16,-1-1-4 0,2 2 0 0,-2 0-5 0,3-1 1 15,0 0 0-15,-2-2 1 0,0 2 5 16,1-1 6-16,0-1 1 0,0 1 4 0,1 0 1 16,2-1 0-16,-2-1 3 0,3 0-3 15,1 1-2-15,-2-1 0 0,2 0-1 0,0 2-5 16,0-2-1-16,0 0-3 0,0 1-1 16,1-1-1-16,-2 2-1 0,1-1 1 0,0 0-5 15,2-1 1-15,-4 2 4 0,3-1 0 0,0 1 3 16,-1-2 5-16,-1 2 2 0,4-1 3 15,-2-1-3-15,0-1 4 0,3 1-4 0,-2-2 1 16,2 0-1-16,-1 1-1 0,-1-1 1 0,2 0-2 16,-1-1-2-16,1 1-3 0,-2 0-3 15,0 0-1-15,4 0-5 0,-3-1 2 0,2 3 4 16,-2-1 38-16,0-1 21 0,1 2 11 16,-1 0 0-16,1 0-4 0,-1-1-4 0,4 1-35 15,-4 0-15-15,3-2-8 0,-2 1-1 0,-1-1 2 16,1 1 0-16,-1-1 0 0,3 1 7 15,-5 0 2-15,0-3 0 0,3 4 0 0,-3-2-1 16,1-1 1-16,0 3-4 0,-1-1-1 0,-1 0 1 16,2 0 1-16,-2-2-6 0,0 3-3 0,0 0-3 15,0-2-5-15,0 2-1 0,1 0-1 16,-2-2 7-16,1 1 4 0,-2 1 0 0,1-2 2 16,-1 2-1-16,-1-2 6 0,-1 2 4 15,3-1 2-15,-4 1 0 0,3 0 0 0,-3 0 1 16,2 0 5-16,-1 0 4 0,1 1 2 0,-2 1 3 15,0-2 1-15,2 2 1 0,-1-1-10 16,-1-1-13-16,3 2-6 0,-4-2-5 0,1 0-1 16,3 0-2-16,-3 0-2 0,4 2 7 15,-4-2 4-15,2 0 2 0,-1 0 0 0,-3 0 9 16,2 0 3-16,0 0 1 0,1 0 1 16,-3 0-2-16,2-2 0 0,-2 2-7 0,1 0-4 15,-3 0 0-15,2-2-1 0,-3 1 1 0,0-1-1 16,1-1 2-16,-3 2 0 0,-1-2-2 0,-2 1 1 15,-1 1-1-15,-2-3 0 0,-2 3-1 16,-3 1 1-16,-4-1 0 0,-3-1-2 0,0 2 0 16,-3-2 1-16,-2 2 1 0,-3-1-2 0,-2 1 1 15,-2 0-2-15,-3 1-5 0,-4-1-20 16,-2 0-62-16,-3 0-71 0,-1-1-125 0,-2 0-199 16,1-4-309-16,-1 1-346 0,1-4-262 15,2 0-121-15,0-2 401 0,0-3 626 0</inkml:trace>
  <inkml:trace contextRef="#ctx0" brushRef="#br0" timeOffset="33330.4">13143 7006 108 0,'3'-2'685'0,"-1"4"453"16,0-2 106-16,-2 0-138 0,1 0-408 16,-1 0-321-16,3-2-154 0,-1 2-59 0,4-1-5 15,2 0 6-15,2-1-2 0,-1 1-13 0,7-2 15 16,-2-1-11-16,5 3-22 0,3-2-23 15,-1 1-13-15,2 2-8 0,3 0-33 0,0 2-23 16,0 1-13-16,-1 2-8 0,2-1-5 0,-2 2-1 16,-1 1-2-16,-3 2 0 0,-1-2 1 0,-1 2 11 15,-6 2 9-15,-1-1 12 0,-4 2 13 16,-3-2 12-16,-5 3 0 0,-1 3-7 16,-8-1-3-16,-6 2-8 0,-1 2-11 0,-8 5-12 15,-3 1-4-15,-3 1-2 0,-3 2-9 16,0-1-5-16,-2 1-3 0,3 2-2 0,-1-2-2 15,6-2-9-15,2-4-23 0,3 0-77 0,6-2-104 16,2-5-177-16,6 0-292 0,3-4-344 0,5-2-403 16,5-2-199-16,2-4 263 0,5-2 713 15</inkml:trace>
  <inkml:trace contextRef="#ctx0" brushRef="#br0" timeOffset="34162.33">13263 7740 205 0,'3'-7'471'0,"-1"2"200"15,1-1 118-15,-3 2-176 0,3-1-164 0,1 2-85 16,-3 0-34-16,3 1-19 0,-3 0-22 16,2 0-37-16,0 0-40 0,-3 2-43 0,2 0-28 15,-1-2-22-15,-1 2-15 0,0 0-10 0,0 0-12 16,-1 0 9-16,1 0 20 0,0 0 23 16,1 0 15-16,-1 0 14 0,0 0-5 0,2 0-18 15,-1 2-8-15,-1-2-15 0,2 0-9 0,-2 2-13 16,3 0-10-16,-3 0-8 0,3 0-13 15,-1-1-7-15,0 2-10 0,-1 2-3 0,3-2-3 16,-4 2-2-16,1-1-8 0,2 1-8 0,-1 2-6 16,2-1-6-16,-1 1-3 0,-1-1-1 15,0 2 4-15,-1 1 4 0,1 1 2 0,0 3 2 16,-2-2-1-16,0 4-1 0,0 2-6 16,0 4-3-16,-2 1-3 0,0 4-2 0,-1 2 0 15,1 4-2-15,-1 2 0 0,2 4-2 0,-2 1-1 16,3 1 1-16,-2 1-2 0,4-3 0 15,-2 0 1-15,4-5 0 0,-1-4 1 0,-1-2-1 16,1-6 0-16,2-3 0 0,-2-3-2 16,1-4 0-16,-1-1 0 0,0-5-1 0,1 0 2 15,-1-3-3-15,1-4-9 0,1 1-14 0,-4-4-28 16,2-1-62-16,-3 0-68 0,0-1-87 16,-1-2-142-16,-1 2-195 0,-3-3-301 0,0 3-234 15,1-2-198-15,-4 0 23 0,3 0 449 0,-1 0 485 16</inkml:trace>
  <inkml:trace contextRef="#ctx0" brushRef="#br0" timeOffset="34399.93">13191 8108 449 0,'0'-2'891'0,"1"-1"268"15,-1 0-5-15,2 2-329 0,-2 1-308 0,0-2-197 16,2 0-110-16,0 1-28 0,2 0-21 15,-1 1-15-15,3-2-19 0,1 0 42 0,3 1 7 16,2-1-26-16,0 1-23 0,2-1-13 16,-1 1-10-16,4-1-46 0,1-2-25 0,3 4-15 15,0-4-6-15,2 4-6 0,2-3-1 0,2 1-3 16,1 2-3-16,-1-1-56 0,3-2-65 0,-1 3-133 16,-1 3-215-16,1-2-297 0,1 1-350 15,-2 1-266-15,-1-3-108 0,0 0 467 16,-2-3 612-16</inkml:trace>
  <inkml:trace contextRef="#ctx0" brushRef="#br0" timeOffset="35852.86">14207 7708 139 0,'-3'-9'677'0,"-2"2"430"0,-1 1 131 16,0-2-107-16,-4 2-358 0,2 0-207 0,0 1-139 16,-1 0-90-16,-2 0-53 0,0 1-46 0,-2 0-69 15,2-1-64-15,1 0-30 0,-2 2-17 0,2 1-16 16,2-2-8-16,-2 2-9 0,3-1-3 15,1 1-7-15,1 2-6 0,0-1-2 16,2-2-2-16,0 3 0 0,0 0-3 0,1 3 0 16,1-1-2-16,-1 2 2 0,2 4-1 0,0 0-1 15,-1 3 0-15,-1 1 0 0,2 4 1 0,0 0 0 16,0 2-1-16,0 2 2 0,0 2 0 16,0 1 0-16,-2 2 0 0,1 2 1 0,-1 0-2 15,-1 3-1-15,0 2 0 0,0 1-1 0,-1-1-1 16,0 2 1-16,1-1-1 0,0 0 0 15,1-2 1-15,0-1 1 0,1-1 2 0,-1-2-2 16,2-2 1-16,2 0-1 0,-1-3 0 0,1 0-1 16,0-1-1-16,-1-2 0 0,4-1 2 0,-1-1 2 15,1-2 0-15,0 2-2 0,1-4 0 16,4 0 0-16,-1 2 1 0,2-5-1 0,1 2 1 16,2-1 0-16,0-3 2 0,2 0-1 15,-2-2 1-15,5-2-1 0,-3-1-1 0,4-1 1 16,-1-2 0-16,0-2-2 0,3-1 0 15,-3-1 1-15,1-2-3 0,0-2 1 0,0 1-2 16,-4-2 0-16,3 0-1 0,-3 1-7 0,-2 0-35 16,1-1-77-16,-3 3-105 0,-2 1-173 0,-2 0-292 15,-2 1-349-15,3 0-344 0,-6 2-164 0,2-1 263 16,-2 3 653-16</inkml:trace>
  <inkml:trace contextRef="#ctx0" brushRef="#br0" timeOffset="36713.16">14536 8243 96 0,'2'-2'504'0,"-1"-1"346"0,1 3 198 16,0-1-63-16,-1-1-307 0,-1 0-207 0,3-1-140 15,-3-1-83-15,2 0-51 0,2-1-45 16,0-3-27-16,-1-2 2 0,2-4 15 0,-1-1 8 16,1-1 18-16,2-4 11 0,-1 1-13 0,0-3-30 15,0-2-33-15,-1 2-24 0,0 0-31 16,1 2-18-16,-3 1 7 0,0 2 3 0,1 4 11 16,-3 1 6-16,1 3 7 0,-1 3 0 15,-1-1-16-15,2 3-8 0,-2 3-14 0,0 1-7 0,-2 2-9 16,2 5-5-16,0 2-2 0,0 6-1 15,0 1-2-15,2 2 1 0,0 3-3 0,-1 0 1 16,3 2 0-16,0 0-2 0,2 0 0 16,-1-2 0-16,0-3 0 0,1-1 0 0,-1 0 0 15,0-6-1-15,2-2 1 0,2 0-1 16,-5-3 1-16,4-4 1 0,0-4 2 0,-2-2 0 16,2-5 2-16,0-3-1 0,1-3-1 0,1-5 1 15,-2-1 0-15,3-1 0 0,-3 2 0 16,0-1-1-16,0 3 1 0,0 2 1 0,-2 2-3 15,-3 4 0-15,2 2-2 0,-2 1 0 16,1 3-1-16,-1 4 2 0,1 2 3 0,-1 5 0 16,2-1 2-16,-2 2 0 0,0 3 0 0,-1 1-2 15,1 1-1-15,1-1-1 0,0 2 0 16,-2-1 1-16,2 1-1 0,-1-2 0 0,1 1 1 16,-1-2 0-16,0 0-1 0,0-3-1 15,1 0 2-15,-3-2-2 0,2-1 1 0,2-3-1 0,-2 0 1 16,0-2 1-16,0-2 0 0,1-2-1 15,0-4 1-15,1-1-14 0,0-2-40 0,2-1-70 16,-2-1-62-16,0-1-104 0,-2 0-158 16,2 1-220-16,0-3-279 0,1 3-209 0,0 1-177 15,1 0 138-15,-1 1 457 0</inkml:trace>
  <inkml:trace contextRef="#ctx0" brushRef="#br0" timeOffset="36879.75">15031 7992 227 0,'7'7'434'0,"-3"-1"181"0,1 0 105 16,-1 1-147-16,1-1-106 0,0 1-49 15,-2-3-11-15,2 2-15 0,0 2-34 0,2-2-50 16,-2 0-61-16,0 2-61 0,0 2-56 0,1 0-40 16,2 1-35-16,-3 0-26 0,1 2-16 0,-1-1-6 15,1 3 0-15,0 2-24 0,-1-2-92 16,-2 1-172-16,1-2-295 0,-4 2-263 0,0-1-260 16,-4-3-153-16,1-2 263 0,-2 0 511 15</inkml:trace>
  <inkml:trace contextRef="#ctx0" brushRef="#br0" timeOffset="37313.5">15063 7643 317 0,'0'-2'1004'0,"-2"2"446"15,2-2-18-15,0 2-232 0,0 0-511 0,0 0-268 16,0 0-152-16,0 0-101 0,2 0-71 0,-2 0-49 16,1 0-25-16,1 2-11 0,1-2-6 15,0 2-3-15,3-1-2 0,-1 0 0 0,0 3-18 16,1-2-63-16,1 1-56 0,-1 0-96 15,-2 0-154-15,1 2-267 0,-1 1-312 0,-1 0-235 16,0 1-181-16,2 3 164 0,-2 1 527 16</inkml:trace>
  <inkml:trace contextRef="#ctx0" brushRef="#br0" timeOffset="37812.8">15347 8200 48 0,'4'0'433'0,"0"0"319"0,-2-3 223 0,-2 0 28 16,1-3-264-16,2 0-212 0,-1-1-140 0,1-2-80 15,0-3-53-15,2-4-35 0,2 3-27 16,0-4 4-16,3 2-8 0,-2-4-10 0,3 0-18 15,-3 0-30-15,1 2-37 0,-1-1-39 16,1 3-24-16,0 3-14 0,-5 1-7 0,3 1-5 16,-1 2 2-16,-2 2-1 0,1 2 18 0,0 2 12 15,0 1 16-15,0 4 10 0,2 0 1 16,-4 4 3-16,2 2-17 0,0 2-12 0,-2 0-12 16,2 5-9-16,0-3-6 0,1 2-2 15,-1 3-1-15,1-3 0 0,-1 1-2 0,1 0-2 16,2-1-1-16,-2-2-1 0,2-2-3 0,-1-4-1 15,-1 0 0-15,3-2 1 0,-2-1 2 0,1-4 2 16,-2-4 1-16,3-3 1 0,-1-1 1 16,2-4-1-16,-1-4 1 0,-1-1-3 0,2 1 0 15,-2-1 0-15,1 2-2 0,-1 0 3 16,0 5-2-16,1 1-1 0,-4 1 1 16,2 3 0-16,-1 5 0 0,0 4-1 0,-1 1 1 0,0 6 0 15,-1 5-1-15,0 1-2 0,0 3-18 16,0 1-71-16,-1 3-69 0,0-2-139 0,-1 1-228 15,2-4-319-15,-1 1-344 0,0-3-229 16,2-2-53-16,0 1 512 0</inkml:trace>
  <inkml:trace contextRef="#ctx0" brushRef="#br0" timeOffset="38486.58">15929 7692 104 0,'-5'-6'687'16,"1"4"459"-16,0-1 122 0,0 2-128 16,0-1-378-16,2 2-320 0,0-1-165 0,2 1-85 15,2 0-48-15,4-2 0 0,-2 1 1 0,4-2-18 16,2 0-9-16,2-2-13 0,1-1-5 15,3 0-32-15,-2-1-31 0,3-1-18 0,0 1-9 16,1 0-1-16,-2-2-6 0,0 2-1 0,-2 0 0 16,-1 0-1-16,-2 1 2 0,1 2-3 0,-4 0 0 15,-1 1 2-15,-1 2 1 0,-1-1 0 16,-2 4 2-16,3 0 0 0,-3 3 0 0,1 2 0 16,-1 2-2-16,-2 1 1 0,3 2-4 15,-1 4 0-15,0-1 0 0,3 3 2 0,0 0 0 16,-1 4 2-16,3 1 0 0,0 1-2 0,3 1 1 15,0 3-4-15,2 2 2 0,0 4-3 16,1 0 1-16,2 3 1 0,-2 0-2 0,3 2 0 16,-2-1-1-16,0 2 3 0,1-3 0 15,-2 1 1-15,-1-4 1 0,-1 1 1 0,-4-2 4 16,1-3-2-16,-6-2 8 0,-2-1 15 16,-1-3 18-16,-1-1 12 0,-2-5 8 0,-4 0 8 15,-1-3-3-15,-1-3-11 0,-2 0-13 0,-1-5-11 16,-5-1-12-16,1-1-8 0,-1-1-8 0,-1-2-4 15,-4-2-3-15,2-2-4 0,-4 0-9 16,3 0-23-16,-2-1-60 0,-1-2-74 0,-1-1-125 16,3 0-225-16,-2 1-308 0,0-3-349 0,2 2-274 15,1-3-95-15,-2 1 456 0,-1-4 659 0</inkml:trace>
  <inkml:trace contextRef="#ctx0" brushRef="#br0" timeOffset="40194.71">5429 4221 300 0,'0'0'714'0,"-3"0"319"0,3 0 79 15,-2 0-269-15,2 0-283 0,0 0-172 0,2 0-130 16,-2 0-70-16,3 2-33 0,5 2-24 0,-2-2-26 15,2 3 9-15,5-3 13 0,1 4 42 16,2-3 7-16,4 0 12 0,2 0-1 0,2 0-29 16,0-2-27-16,1 1-43 0,2-2-22 15,2 0-23-15,-1 0-13 0,0-2-5 0,1 1-5 16,-1 0-7-16,1-3-4 0,-2 1-3 0,-2 0-2 16,0 0-1-16,-3-1-1 0,-1 2-2 15,-2 0-2-15,-2 2-15 0,-4 0-71 0,-2 4-80 16,0 0-173-16,-6 2-281 0,-2 1-319 15,-1 0-382-15,-4 0-219 0,1 2 111 0,-4 0 706 16</inkml:trace>
  <inkml:trace contextRef="#ctx0" brushRef="#br0" timeOffset="41752.78">3616 3992 47 0,'-2'-2'441'0,"-3"0"373"15,2 1 306-15,-3-1 10 0,-1-1-337 0,0 2-232 16,-1 1-123-16,0 0-68 0,-2 0-64 0,-1 1-55 16,0 2-35-16,0 0-30 0,-2 0-41 0,0 2-47 15,1 0-38-15,-1 1-21 0,1 2-11 16,2 1-11-16,-1 2-5 0,3-1-2 0,-1 1-4 15,2 0-2-15,4 4-3 0,2-1 1 0,1 3-3 16,1 1 2-16,2 3-1 0,4 1 0 0,-1 0 0 16,3 1 0-16,1 0 0 0,0-2-3 0,2-2 1 15,-1-3 0-15,3-3 0 0,-1 0 2 16,3-7 0-16,-2-1-2 0,-1-6 0 0,3-4 2 16,-2-3 2-16,0-4-2 0,-3-5 3 0,2 0 2 15,-4-4 2-15,-2-1 3 0,-1-3 2 0,0 3 6 16,-3-1 5-16,-1 2 5 0,-2 1 4 0,0 2 3 15,-2 1-1-15,-1 2-2 0,-1 3-5 16,-1-1-3-16,2 5-5 0,-2-1-3 0,0 1-3 16,0 2-2-16,2 2-1 0,-1 0-4 0,2 0-3 15,1 3-3-15,-1 0-2 0,2-2-2 0,0 3-2 16,2 3 3-16,-1-1 0 0,2 2 2 0,3 4 1 16,-1 3 1-16,0 1 1 0,1 0-1 15,2 3 0-15,0 2-1 0,0-3-1 0,2 4 1 16,0 0 0-16,-2 1-1 0,2 0 1 0,1 0 1 15,-2-1 0-15,1 2 5 0,2-1 4 0,-2-1-1 16,0 2 0-16,2-1-2 0,-4-1-5 0,3 0-22 16,-3-3-55-16,0 0-70 0,-2-2-95 15,1-2-162-15,-4 0-290 0,0-4-323 0,0-1-286 16,0-2-174-16,-3-4 186 0,0 0 602 16</inkml:trace>
  <inkml:trace contextRef="#ctx0" brushRef="#br0" timeOffset="42412.95">4031 4216 294 0,'2'0'711'16,"1"0"314"-16,-1 0 107 0,-1 0-266 15,1 1-258-15,-2 1-203 0,2 0-131 0,-2 5-64 16,1 1-50-16,1 2-31 0,-1 1-21 15,4 2-16-15,-4-1-16 0,2 2-17 0,-1 1-19 16,1 3-17-16,-1-1-11 0,1 2-9 0,-1-2-1 0,-1 0 1 16,-1 1-4-16,0-1 1 15,0-3 1-15,0 2-4 0,0-4-22 0,2-2-25 16,-2-1-50-16,-2-4-121 0,2-2-150 0,-1-2-238 16,-1-2-269-16,2-4-253 0,0-2-107 15,2-4 279-15,-1 1 432 0</inkml:trace>
  <inkml:trace contextRef="#ctx0" brushRef="#br0" timeOffset="42895.87">4528 3982 229 0,'3'-4'627'0,"-1"-1"368"0,-2 2 164 16,0-1-222-16,-2-1-252 0,-1 3-114 16,0-2-82-16,-2 3-86 0,-2 0-74 0,0-1-57 15,-1 0-45-15,-2 4-72 0,-1 0-64 0,0 0-37 16,-2 3-18-16,-1 1-10 0,-2 3-12 16,-1 1 0-16,1 3 7 0,-1 2 4 0,1 1-2 15,2 1 0-15,1 3 0 0,-1 3-4 0,4-1-6 16,2 5-6-16,-1 0 2 0,4 3 2 0,2 1 1 15,3 2 4-15,3-1 2 16,2 1 0-16,3-3 4 0,1 0-1 0,3-3-1 16,3-4-4-16,3-3-1 0,2-2-2 0,2-6-8 15,5-5-4-15,-3-3-4 0,5-6 0 0,-1-3-3 16,2-4-15-16,-2-3-43 0,1-2-81 16,-1-3-144-16,-1 1-272 0,-2 1-315 0,-1 0-377 15,-2 3-361-15,0 1-15 0,-4 1 678 16</inkml:trace>
  <inkml:trace contextRef="#ctx0" brushRef="#br0" timeOffset="46415.98">6759 5982 220 0,'-2'11'869'0,"-1"0"449"0,-2 0 25 16,2-3-181-16,0 0-413 0,1-3-282 16,2 2-145-16,-1-3-91 0,1 0-55 0,0-2-43 15,0 0-56-15,1-2-37 0,-1 2-20 0,3-2-10 16,1-2-7-16,-1 1-2 0,3-2 3 16,2-4 3-16,0-1 1 0,-2-1-6 0,2-5 3 15,-2 2 3-15,-1-1 8 0,0-1 11 16,-2 4 13-16,-1-1 20 0,-1 2 11 0,-2 3 2 15,-1 2-6-15,-1 1-10 0,-2 0-12 16,0 3-15-16,-4 1-10 0,1 2-9 0,2 1-4 16,-2 2-5-16,0 2-2 0,3 1-1 0,-1-3-2 15,3 3 1-15,-1-1-1 0,3-1 5 0,1 1 3 16,1-2-1-16,1 0 2 0,3 0-1 16,0-4-1-16,1 2-9 0,3-3-17 0,1-1-29 15,1-1-73-15,0-4-80 0,2-1-163 16,-2 0-285-16,3-1-326 0,-1-2-357 0,4 1-213 15,-1-2 79-15,6-1 680 0</inkml:trace>
  <inkml:trace contextRef="#ctx0" brushRef="#br0" timeOffset="47128.14">8212 5017 362 0,'1'9'925'0,"2"-1"303"0,-3-1-37 0,2 3-220 16,1 0-404-16,0 1-186 0,2 1-85 0,0-3-52 15,1 2-34-15,0-2-30 0,-1-1-42 0,2-1-59 16,-1-1-29-16,2-1-12 0,-2-2-7 16,0 0 0-16,1-3 14 0,-1 0 6 0,-1-2 9 15,-1 1 1-15,-2-1 12 0,0 1 4 16,-2-2-2-16,0 1-3 0,-2 2-10 15,0-3-3-15,1 1-15 0,-2 2-8 0,-2-1-13 16,1 1-10-16,0 1-6 0,-1 1-5 0,2 1-5 16,0-1-3-16,1 1-17 0,1 3-41 0,1-2-75 15,1 4-123-15,1-2-218 0,3 1-303 16,3 1-358-16,4-2-348 0,3 0-130 0,3-2 446 16,3-1 709-16</inkml:trace>
  <inkml:trace contextRef="#ctx0" brushRef="#br0" timeOffset="47978.06">10337 4804 337 0,'-6'6'1157'0,"-1"1"461"16,-1 3-135-16,0-1-301 0,-1 0-502 0,1 1-253 16,0 2-172-16,1-1-92 0,0 1-54 0,2 0-34 15,0 0-22-15,2-2-18 0,0 0-13 0,3-2-9 16,2 0-6-16,-1-2-2 0,4-2-2 16,0-1-2-16,2 0 0 0,1-3 4 0,2-1-2 15,0-4 2-15,2-2 3 0,-1-1 1 16,2-2 1-16,-2-1-4 0,-2 1 3 0,-1 0-3 15,0 3-2-15,-3 1-2 0,-2 0-2 0,0 3-7 16,-3 2-11-16,0-1-19 0,-3 2-46 16,0 2-69-16,-2 2-82 0,0-1-151 0,-2 5-283 15,0-3-316-15,4 0-299 0,-2 0-197 16,2 1 83-16,1-3 613 0</inkml:trace>
  <inkml:trace contextRef="#ctx0" brushRef="#br0" timeOffset="49311.94">12616 5004 192 0,'-3'1'810'0,"-3"1"416"0,2 0 52 16,0 0-116-16,1 1-380 0,0 0-270 0,3 0-147 16,-2 0-76-16,2 0-57 0,0 0-60 15,0 0-67-15,2 1-41 0,0 0-23 0,-1-2-12 16,4 2-6-16,-2-3-1 0,2-1-4 15,2-1-3-15,2-3-3 0,-1-2-1 0,2-2-1 16,0-2-1-16,-2-1 0 0,0-3-1 0,1 0 7 16,-4 2 10-16,-2 1 13 0,-1 0 8 0,-2 4 3 15,-2-1-1-15,-3 2-8 0,-1 4-11 16,-2 0-12-16,0 4-8 0,-1 2-6 0,-2 4-3 16,1 1-3-16,1 4 0 0,-2 0-2 15,3 2-2-15,3 0-13 0,0 2-38 0,2-2-79 16,1-2-113-16,1 2-204 0,1-4-303 0,3-2-353 15,0 0-361-15,2-5-142 0,0-1 373 16,1 0 714-16</inkml:trace>
  <inkml:trace contextRef="#ctx0" brushRef="#br0" timeOffset="49845.22">12613 4591 352 0,'3'-5'728'16,"-3"3"281"-16,0-1 64 0,0 3-297 0,2-2-253 16,0 4-157-16,-1-1-101 0,1 5-57 15,1 2-30-15,0 5-12 0,2 1 14 0,4 4-1 16,-4 4-8-16,3 4 21 0,0 1-4 16,0 3-21-16,1 3-36 0,-1 4-31 0,1 1-20 15,-2 2-36-15,-1 4-23 0,-1 2-12 0,0-2-6 16,-2 1-3-16,1-1-3 0,0-1 0 15,-2-5 0-15,2-1 2 0,1-6-2 0,-3-5-11 16,-1-4-39-16,1-4-60 0,-2-4-65 16,-3-4-138-16,-1-2-204 0,-3-2-302 0,1-4-276 15,-3-4-214-15,-2-1-44 0,-1-3 445 0,-4-2 516 16</inkml:trace>
  <inkml:trace contextRef="#ctx0" brushRef="#br0" timeOffset="50077.79">12368 5374 28 0,'13'14'428'0,"0"-2"351"0,1-1 276 16,2 1 60-16,1 1-332 0,0-2-279 0,-1-3-139 15,3 1-99-15,1-3-82 0,1-1-67 0,1-2-47 16,4-3-29-16,-2-2-20 0,3-1-14 15,-1-3-7-15,0-2-6 0,0-2-16 16,-3-3-112-16,-1 0-227 0,-2-3-279 0,-2 0-263 16,-4-1-256-16,-1-1-116 0,-4-2 374 0</inkml:trace>
  <inkml:trace contextRef="#ctx0" brushRef="#br0" timeOffset="50362.39">12392 4454 98 0,'6'-10'638'0,"-1"1"402"0,3 2 130 0,0 0-99 16,6 3-364-16,2 1-319 0,3 2-158 0,5 1-75 15,1 1-40-15,5 2-26 0,5 0-35 16,-1 0-22-16,3-1-17 0,-1 1-6 0,1-2-6 15,1 1-5-15,-1-1 1 0,-2 2-5 16,0-3-10-16,-3 1-76 0,-4 1-153 0,-3 1-292 16,-4 0-267-16,-2 1-267 0,-6 1-201 0,1-1 174 15,-8 0 518-15</inkml:trace>
  <inkml:trace contextRef="#ctx0" brushRef="#br0" timeOffset="51162.96">10242 4630 246 0,'3'6'535'0,"-2"-1"225"15,-1 2 143-15,2-1-147 0,0 1-157 0,-1 3-107 16,-1-2-71-16,2 5-42 0,0 0-35 16,-1 2-54-16,2 5-50 0,-1-1-47 0,1 4-32 15,-1 1-25-15,-1 1-34 0,1 3-37 0,-2 1-26 16,0 3-17-16,0 1-11 0,-2 0-7 0,2 1-7 16,0-2-7-16,-1 0-5 0,-1-5-51 15,2-2-74-15,0-2-162 0,-3-4-287 0,1-5-288 16,-1-2-330-16,0-2-207 0,-2-4 130 15,-4-3 614-15</inkml:trace>
  <inkml:trace contextRef="#ctx0" brushRef="#br0" timeOffset="51411.47">10068 5323 174 0,'2'15'685'16,"-1"0"348"-16,1-1 76 0,1-1-79 0,3-1-435 16,3 0-265-16,1 0-113 0,3-1-55 0,1-2-31 15,0 0-32-15,4-1-33 0,-1-1-23 0,2-3-20 16,1-1-10-16,0-3-4 0,2-3-4 16,0-1-2-16,1-2 1 0,-2-3-5 15,1-2-21-15,-1-1-69 0,-4-1-121 0,0-1-205 16,-2-1-283-16,-3 2-266 0,-2-2-214 0,-4-1 54 15,-2 2 390-15</inkml:trace>
  <inkml:trace contextRef="#ctx0" brushRef="#br0" timeOffset="51712.68">10057 4472 32 0,'6'-4'359'0,"1"1"231"15,1 2 158-15,5 1 74 0,0 0-259 16,6 0-172-16,0 1-43 0,3 1 13 0,2 1-10 16,1-1-37-16,-1 0-85 0,3 0-44 0,2 0-44 15,-1-2-48-15,2 0-27 0,0-2-11 16,0-1-13-16,0 0-8 0,-1-2-17 0,-1 1-12 15,0 0-6-15,-4-1-1 0,-1-1-28 0,-3 1-115 16,-4-1-179-16,-2 3-286 0,-3 0-271 16,-2 2-263-16,-6 1-108 0,-3 3 338 0,-4 0 491 15</inkml:trace>
  <inkml:trace contextRef="#ctx0" brushRef="#br0" timeOffset="52463.04">8183 4806 342 0,'3'0'731'0,"1"0"281"16,-3 0 65-16,2 1-301 0,-1 2-239 15,1 0-171-15,-3 0-109 0,2 3-55 0,-2 1-40 16,1 4-23-16,1 2-21 0,2 1-14 0,-2 4-21 16,1 3-10-16,0 2-12 0,2 4-14 15,-2 1-11-15,-1-1-20 0,1 3-7 0,-1 3-9 16,-2 0 0-16,0 3-5 0,0-1 2 0,-2-2-4 15,2 4-20-15,-3-4-40 0,1 0-127 16,-1-1-178-16,-2-4-293 0,1-2-280 16,0-3-254-16,-2-3-97 0,3-4 372 0,-2-5 501 0</inkml:trace>
  <inkml:trace contextRef="#ctx0" brushRef="#br0" timeOffset="52729.52">8043 5466 78 0,'3'9'374'0,"2"0"202"16,-1-1 141-16,2 3-24 0,1 1-242 0,1 2-165 15,3-1-82-15,-2 1-66 0,4-3-36 16,3 0-50-16,0 1-42 0,1-3-23 0,3-1-16 15,1-1 16-15,1-3 10 0,2-2 4 16,1-2 3-16,-1-2 2 0,3-3 4 0,-2-3-23 16,2-2-89-16,-3-1-227 0,-2-6-238 0,-2 3-152 15,-4-1-59-15,-3-3 116 0,-2 0 257 16</inkml:trace>
  <inkml:trace contextRef="#ctx0" brushRef="#br0" timeOffset="52994.62">8106 4653 288 0,'5'0'519'15,"2"0"176"-15,1 0 81 0,2 1-202 0,4 1-189 16,4-2-97-16,0 1-52 0,4 1 25 15,-1-1-2-15,4 0-66 0,1 1-41 0,0-2-23 16,1 0-15-16,3 0-53 0,-4-3-25 0,2 2-15 16,1-2-6-16,-1-2-6 0,-1 2-3 15,0-3 0-15,-2 3-42 0,-4 0-111 0,-1 2-180 16,-1 1-285-16,-6 3-240 0,-3 0-191 0,-4 4 19 16,-5 1 334-16</inkml:trace>
  <inkml:trace contextRef="#ctx0" brushRef="#br0" timeOffset="53793.54">6636 5485 196 0,'4'0'465'15,"-2"3"214"-15,-1 0 152 0,2 2-159 16,-1 2-162-16,0 1-82 0,-1 5-12 0,2-1-22 15,-1 5-50-15,1-1-54 0,0 4-51 16,2 1-36-16,0 3-31 0,1 1-25 0,-1 4-15 16,1-1-14-16,-1 3-12 0,1 0-31 0,-1 2-29 15,-2 4-23-15,0 1-13 0,-1-1-7 16,-2 1-7-16,1 1 4 0,-1 0-4 0,0-2 2 16,-1-2-20-16,1-1-33 0,-2-2-62 0,-1-6-150 15,1-6-234-15,-1-3-295 0,0-7-277 16,-3-4-238-16,3-9 14 0,-2-4 508 15</inkml:trace>
  <inkml:trace contextRef="#ctx0" brushRef="#br0" timeOffset="54077.65">6555 5370 331 0,'6'-2'579'0,"-1"1"184"16,1-2 148-16,2 3-212 0,0-3-153 0,0 3-102 16,0-2-52-16,3 2-26 0,0 0-75 0,1-3-86 15,4 3-63-15,0-2 2 0,2 2-6 0,2 0-16 16,2 0-12-16,-1-1-7 0,4 0-11 16,0 0-40-16,-1-4-23 0,0 0-11 0,1-1-8 15,2 2 5-15,-2-4-8 0,0 2-3 16,-2 0-4-16,-1 0 2 0,-2 4-33 0,-5 0-49 15,-1 2-92-15,-5 3-169 0,-5 4-292 0,-3 2-302 16,-2 3-263-16,-4 4-174 0,-3 1 243 16,-3 4 577-16</inkml:trace>
  <inkml:trace contextRef="#ctx0" brushRef="#br0" timeOffset="54394.26">6542 6342 317 0,'0'7'612'15,"3"-1"214"-15,-1-1 75 0,1 1-230 16,0 1-143-16,2 1-102 0,1 1-68 0,2-1-39 15,0 3-39-15,3-3-52 0,0 1-71 16,5 0-56-16,0-2-26 0,4 1 15 0,2-2 11 16,-1-3-4-16,5-1-15 0,0 0-7 0,1-5-9 15,3 0-28-15,2-4-15 0,-1-1-17 0,1-4-1 16,1 1-36-16,-1-2-66 0,-2-1-167 16,2 3-292-16,-4-1-280 0,-1 2-310 0,-4 0-235 15,-2 3 104-15,-2 1 606 0</inkml:trace>
  <inkml:trace contextRef="#ctx0" brushRef="#br0" timeOffset="60793.68">3514 4810 108 0,'2'3'489'16,"-2"-3"290"-16,0 2 137 0,0-1-87 0,0-1-361 15,3 0-199-15,0 1-145 0,5-1-73 0,2 0 20 16,1 2 22-16,6-2 13 0,2 2 7 0,3-2 48 16,3-2 55-16,4 0-22 0,4 1-20 0,0-2-18 15,5-1-4-15,5-2-45 0,1-2-50 16,5 1-36-16,2-3-7 0,4-1-1 0,2-3-9 16,0 2-3-16,0-1-2 0,0-1 14 15,-3 4-12-15,1-1-50 0,-3 2-115 0,-1 3-168 16,-2 1-289-16,-5 4-269 0,0 2-252 0,-4 3-59 15,-5 3 331-15,-5 1 457 0</inkml:trace>
  <inkml:trace contextRef="#ctx0" brushRef="#br0" timeOffset="63007.27">5856 8920 78 0,'2'-2'325'0,"-1"-2"178"0,-1 3 145 15,0 0-86-15,2-1-127 0,-1 0-88 0,1 2-31 16,-2 0 4-16,4 4 12 0,-2 0 13 15,1 4-13-15,0 3-26 0,1 3-38 0,0 4-38 16,1 4-13-16,2 5-3 0,0 6 24 0,1 5 5 16,0 7-15-16,-3 4-18 0,1 8-36 15,-1 8-39-15,-2 6-49 0,-3 4-26 0,0 7-9 16,-2 6-14-16,-1 5-7 0,-3 2-10 16,1 4-6-16,-1 2-6 0,-2 4-5 0,2 2 5 0,-2 0-4 15,0 2-2-15,3-1-2 0,0-1-6 16,1-6-1-16,0-3 0 0,4-6 7 0,0-7 4 15,2-8 4-15,1-8 1 0,0-10 0 16,4-9-5-16,-1-8-5 0,1-8-11 0,0-7-28 16,-2-7-52-16,0-8-55 0,0-10-60 15,-4-8-113-15,-1-11-163 0,0-7-207 0,-5-8-244 16,1-11-226-16,-3-5-158 0,-5-9 211 0,2-6 478 16</inkml:trace>
  <inkml:trace contextRef="#ctx0" brushRef="#br0" timeOffset="63376.72">5628 9081 312 0,'0'-7'549'0,"-3"-3"183"16,3 1 109-16,0-3-219 0,3-1-161 0,-1-2-66 15,1-3-32-15,2-3-25 0,1-2-32 16,-1-2-64-16,2-4-59 0,2-4-44 0,-1-1-18 16,2-2-6-16,0-2-16 0,1-1-16 0,3 3 37 15,-3-1 35-15,2 4 3 0,0 0-9 16,-2 4-7-16,1 4-11 0,-4 5-35 0,-1 4-46 16,-1 4-23-16,-1 2-11 0,1 2 4 15,-1 3 7-15,1 4 4 0,1 1 2 0,3 3-6 16,-2 3-5-16,0 3-14 0,2 1-9 0,2 4-8 15,-2 2 1-15,4 4 4 0,-3 4 4 16,2 4 0-16,-1 4 2 0,1 3-1 16,1 5-4-16,-3 5 7 0,2 4-1 0,1 5-50 15,-1 6-63-15,-1-2-112 0,1 6-194 0,1 3-303 16,-1-1-342-16,0 4-280 0,-1-5-149 16,1 0 349-16,1-2 641 0</inkml:trace>
  <inkml:trace contextRef="#ctx0" brushRef="#br0" timeOffset="64626.15">5718 10957 180 0,'-9'2'405'0,"1"-1"186"15,-2 3 160-15,2-2-136 0,1 0-108 0,2-1-33 16,0 1-26-16,2-1-35 0,0 1-67 0,1-1-85 16,0-1-79-16,2 1-72 0,0-1-53 15,2 0-34-15,3 2-15 0,3 0-9 16,0-1-19-16,6 0-7 0,2 1-3 0,3 1-1 15,4-1-2-15,3 1 2 0,1-2 16 0,3 0 6 16,2-1 6-16,2-1 3 0,2 0 67 0,2-4 34 16,4 0 17-16,0 1 4 0,-1-2 2 15,2 0-4-15,1 0-56 0,-1 0-25 0,1 1-18 16,-1-1-7-16,0 0-3 0,1 0-1 16,-1-1-2-16,2 2-1 0,0 1-3 0,0 1 3 15,0 0 75-15,1 1 47 0,-4 2 21 0,1 4 4 16,1-1-1-16,-2 1-8 0,2 2-41 0,0-4-29 15,-1 3-18-15,3-3-9 0,-2-1-3 16,0 2-1-16,2-1-19 0,0 0-10 0,-2-2-10 16,5 0-5-16,-3-4-6 0,5 1-1 15,-1 1-2-15,-1-4-3 0,3 1 4 0,0-2 11 16,1 0 4-16,-1 0 0 0,1-2-1 16,0 2 2-16,1-3 0 0,-1 2-3 0,-1 0-2 0,-2-1 0 15,2 3 4-15,-3-1-1 0,3 2 1 16,0 0-3-16,0 1 1 0,-1 3-2 0,-1-1-3 15,0 2 0-15,-2 2-2 0,3-1 0 16,-3 2-3-16,2 0-1 0,-2 0-1 0,2 2 3 16,-1-1 2-16,-1 0 2 0,2 1 2 0,-2-1 2 15,1 2 4-15,1-1-7 0,-1 0-7 16,0 0-1-16,0-1-2 0,0 0-2 0,-1-1 4 16,1 1 10-16,-2-2 6 0,1 0-1 15,0-1 0-15,-3 1 2 0,4-2-9 0,-3 0-2 16,1 0-1-16,-1 0 2 0,1 1 4 0,-2 1 0 15,2 0 3-15,-2 0 0 0,2 1-8 16,0 0-5-16,1 0-1 0,-1 2-5 0,2-3 0 16,-3 3 5-16,3 2 18 0,-2-4 13 0,1 2 3 15,2 1 2-15,-2 0 4 0,1-1-6 16,0 3-10-16,-2-3-6 0,4 2-3 0,-2-1-6 16,2 1-7-16,-1-2-2 0,1 2 0 0,3 0-2 15,-1-1-1-15,-2 0 6 0,1 0 8 16,0-1 4-16,-3 1 1 0,3 1-2 0,0-1 1 15,-2 0 3-15,0 0-8 0,-1 0 1 0,0-1-1 16,0-2 2-16,-3 3-5 0,3-1-5 16,-3-3-1-16,1 0-2 0,-1 0-3 0,-2-1 1 15,-1 0 4-15,-3-1 1 0,-1 2 9 16,-2-2 5-16,-3 1 2 0,-2-1 1 0,-2 2 1 16,-1-1-1-16,-4 1-6 0,-4-1-3 0,-1 1-3 15,-3 1 0-15,-2-2-1 0,-3 3 1 16,-1-2 1-16,-3 0 0 0,-3-1-1 0,1 1 3 15,-4 0 0-15,-1 1 1 0,-1 1-2 0,-3-3 1 16,-1 4 0-16,-3-2-2 0,-1 2-2 16,0 2-1-16,-2-1-1 0,-2-1-4 15,1 3-12-15,-1 0-35 0,0-1-67 0,2-1-71 16,-2 0-132-16,3-2-208 0,-2 0-308 0,3-3-307 16,0-1-216-16,1-5-73 0,-2 0 439 15,3-2 570-15</inkml:trace>
  <inkml:trace contextRef="#ctx0" brushRef="#br0" timeOffset="64926.26">11991 10906 356 0,'7'-7'911'0,"-2"1"295"0,0 2-33 0,1 0-248 16,-1 1-416-16,4 0-259 0,-1 2-114 16,2 1-46-16,2 0-26 0,1 0-1 0,3 1 1 15,1 1 7-15,2 1-11 0,2 2-8 16,-1-3-8-16,2 3-11 0,-1 0-13 0,1 0-11 15,0 1-1-15,-1 0-2 0,0 2 1 16,-1 0 2-16,-4 1 1 0,3 1 65 0,-5 1 47 16,0 0 36-16,-4 3 13 0,-2 0-2 0,-1 2-6 15,-7 0-54-15,0 4-42 0,-4-1-31 16,-5 4-17-16,-1-1-10 0,-4 1-5 0,-1-1-2 16,-2 3-2-16,-2-2 0 0,0-1-1 0,-3 3-23 15,3-3-64-15,-3-2-62 0,0-1-118 16,4-2-183-16,-2-3-311 0,2-3-310 0,4-1-231 15,1-4-122-15,4-1 349 0,3-4 570 0</inkml:trace>
  <inkml:trace contextRef="#ctx0" brushRef="#br0" timeOffset="65576.52">12943 11237 321 0,'3'-11'641'0,"0"4"287"0,1 0 130 16,-2 2-266-16,-1 1-209 0,-1 1-137 0,2 0-117 15,1 2-81-15,-1 2-65 0,0 2-22 0,2 3 15 16,1 3 24-16,0 2 18 0,4 6-2 16,-1 2-9-16,0 3-33 0,1 6-47 0,-1 1-40 15,0 4-30-15,0 2-15 0,0 2-12 0,-2 1-9 16,1 2-6-16,-1 1-6 0,-1 0-2 0,1-1-3 16,-1-2-4-16,0 0-3 0,-1-2 1 15,1-3-1-15,-1-2 0 0,0-3 0 16,-1-5-9-16,0 0-32 0,0-3-63 0,-3-5-59 15,-1-2-106-15,-1-4-169 0,-4-1-288 0,2-5-292 16,-5-3-216-16,1-2-157 0,-4-4 254 16,1-4 545-16</inkml:trace>
  <inkml:trace contextRef="#ctx0" brushRef="#br0" timeOffset="66039.53">12808 11393 35 0,'3'2'454'0,"0"3"337"0,-1-1 188 15,0 1-10-15,2 0-355 0,4 0-223 16,0-1-106-16,6 4-43 0,2-2-19 0,3-1 0 15,3-1 13-15,3-1-48 0,2-1-45 16,2-2 33-16,1 0 17 0,1-4-4 0,1 0-22 16,1-3-16-16,1-1-11 0,-3-1-58 0,-1-1-36 15,0-1-18-15,-1 0-12 0,-3 0-7 16,0 3-4-16,-4 1-62 0,-1-1-69 0,-4 2-150 16,-3 0-278-16,-3 2-294 0,-1 1-360 15,-4 0-241-15,-3-2 20 0,-3-1 603 0</inkml:trace>
  <inkml:trace contextRef="#ctx0" brushRef="#br0" timeOffset="71341.3">14225 11339 317 0,'-2'-5'803'0,"-3"-1"338"0,-1 0 43 0,-2 2-228 15,2-2-386-15,-2 2-153 0,1 2-58 16,-2-3-45-16,1 0-37 0,-2 1-31 0,0 1-35 16,0-2-50-16,0 2-57 0,1 0-38 0,0 1-18 15,1-1-12-15,-3 2-5 0,5 0-7 16,-3 1-3-16,3 0-1 0,-2 0-6 0,2 0 0 15,0 0-2-15,-1 0-3 0,2 0-2 16,1 1-2-16,-4 0-1 0,3 1-2 0,0-1-1 16,-1 4-1-16,0 0-1 0,-2 1 0 0,2 1 0 15,-1 3 1-15,1 1-1 0,-1 4 1 16,-2-2-1-16,3 4-1 0,-1 2 2 0,2 0 1 16,-2 3-1-16,2 0 1 0,0 1 1 15,2 1 2-15,0 2 0 0,0-2-1 0,1 1 1 16,0 1-1-16,2-1 0 0,0 1-2 0,0-1-1 15,0 1-1-15,0-2 0 0,0 2 2 16,0-3-1-16,2 1-1 0,0 0 0 0,-1-3 1 16,4 2 0-16,-2-4-4 0,2 1 0 0,0-2 1 15,2 0-1-15,2-2-1 0,0-1 1 0,2 0 2 16,0-3-1-16,2 1 2 0,1-3 2 16,0-2 2-16,2 2-2 0,-1-5 1 0,2 1-1 15,0-2 2-15,1-3-3 0,0 0 0 16,-2-2 3-16,3-2-2 0,-3 1 1 0,1-2 0 15,-1 0-2-15,0 1 0 0,0-2-21 16,-4 0-64-16,0 2-62 0,-4 1-91 0,-1-1-154 16,-2 1-277-16,-2 2-315 0,0 0-240 0,-3 0-193 15,0 0 137-15,-3 0 550 0</inkml:trace>
  <inkml:trace contextRef="#ctx0" brushRef="#br0" timeOffset="71991.48">14323 11886 77 0,'5'-5'634'0,"-2"2"445"0,-2-2 136 16,1 0-119-16,2-3-370 0,-2-2-336 0,-1-3-173 15,4-2-78-15,0-1-38 0,0-1-20 16,3-5-16-16,3 0-15 0,-2-2-17 0,3-2-11 16,2 1-6-16,-1-1-3 0,-1 4-6 15,-1-1-3-15,0 5-2 0,0 1-2 0,-3 4 0 16,0 3 8-16,1 3 63 0,-2 5 46 16,-1 3 21-16,1 5 28 0,-3 5 11 0,4 3-7 15,-3 2-47-15,0 3-35 0,-1 2-20 0,1 2-28 16,-2-1-15-16,3 0-13 0,-1 0-7 0,-2-5-3 15,2 2-2-15,0-5 1 0,0-3-4 16,-2 0 1-16,3-3-1 0,-1-4-1 0,1-3 3 16,-1-4-2-16,3-3 3 0,1-3 3 0,-1-5-1 15,0 1 1-15,3-2-3 0,-1 0 2 16,-1 2-2-16,-1 0-4 0,3 2 0 0,-3 1-2 16,0 2 1-16,0 3 1 0,0 1 0 15,-2 2 4-15,2 2 0 0,0 3 3 0,-2 0 1 16,2 3 0-16,-3 0-1 0,3 1 0 0,0 2-3 15,-4-2 0-15,3 0-1 0,-1-2-1 16,1 1-1-16,0-3 0 0,0-2 3 0,-1 1 2 16,2-4-1-16,1-2 1 0,-1-2 0 15,2-2 0-15,-2-3 0 0,3 0-2 0,-2 0-2 16,-1 1 0-16,1 1 0 0,1 0-1 16,-2 3 1-16,3 1 2 0,-1 2 1 0,-2 3-2 0,2 5 3 15,-2 1 1-15,0 4 0 0,2 5-2 16,-1 2 3-16,-2 4 0 0,-1 1-2 0,2 4-1 15,0 1-1-15,-4-1-3 0,1 2-39 16,2-3-70-16,-2-1-97 0,-2-2-176 0,3-3-297 16,-2-4-330-16,1-3-306 0,0-5-163 0,0-6 244 15,0-2 637-15</inkml:trace>
  <inkml:trace contextRef="#ctx0" brushRef="#br0" timeOffset="72141.99">15129 11472 8 0,'-9'-15'796'0,"-3"4"756"16,-6 4 61-16,0 4-305 0,-1 3-360 0,2 1-428 16,-1 1-257-16,3 1-119 0,2 0-56 15,2-1-34-15,3 0-22 0,3 0-19 0,4 3-7 16,2-4-10-16,4 1-39 0,1 1-75 0,5-1-108 16,0 0-183-16,1 1-297 0,3 0-340 15,-2 1-333-15,4 3-153 0,-4 0 304 0,4 1 655 16</inkml:trace>
  <inkml:trace contextRef="#ctx0" brushRef="#br0" timeOffset="72522.44">15270 11791 90 0,'1'17'686'16,"-1"-3"477"-16,0-2 110 0,0-1-149 16,2-5-381-16,0-3-327 0,-1-4-142 0,4-4-55 15,1-4-33-15,2-4 3 0,0-5 3 0,0-1-27 16,4-3-39-16,0 0-33 0,-3-2-15 0,4 1-16 15,-2 1-20-15,-2 4-11 0,4 0-7 16,-4 3-2-16,1 2-4 0,1 2 0 16,-2 5 8-16,0 1 7 0,1 4 11 0,-2 1 9 15,0 4 7-15,0 2-2 0,1 3-5 16,0 3-6-16,-3 1-9 0,2-2-8 0,1 3-10 16,-1-2-6-16,0 0-7 0,1-3-4 0,1 0-3 15,0-5-1-15,2 0-1 0,-1-6 0 0,2-3 0 16,1-2 1-16,1-3 1 0,-3 2 0 15,-1-1 0-15,2 0 0 0,-2 2 0 0,0 2-1 16,0 3 0-16,-2 4 0 0,1 2 1 16,-2 5 1-16,0 4 1 0,-2 4-1 0,-3 4-2 15,0 2-6-15,-1 2-22 0,-2 1-57 0,-3-2-83 16,-2 0-160-16,-1-3-277 0,-5-1-323 0,1-2-386 16,-4-2-299-16,-2-4 41 0,-3-5 720 15</inkml:trace>
  <inkml:trace contextRef="#ctx0" brushRef="#br0" timeOffset="74081.1">3214 8157 203 0,'6'-6'522'0,"-3"2"280"16,-1-2 190-16,1 1-158 0,-3 1-163 0,2 2-124 16,-2-2-70-16,1 3-29 0,-1 0-44 0,2 1-65 15,-2-2-65-15,1 2-44 0,-1-1-51 0,2 1-51 16,-2 0-37-16,0-2-23 0,2 2-16 16,-1 0-10-16,-1 0-9 0,0 0-7 0,0 0-8 15,0 0-5-15,2 0-2 0,-2 0-4 0,0 0-2 16,0 0-2-16,0 0 0 0,0 0 0 0,0 0 6 15,0 2 2-15,0-2 3 0,2 0 0 16,-1 1 9-16,-1 2 5 0,3 0-4 0,0 0-2 16,0 2-1-16,0 1 0 0,2-1-9 0,0 3-3 15,2 0 1-15,-1 1 1 0,1 0 2 0,0 1 1 16,3 0 1-16,0 2-1 0,-2 1-4 16,2 0-3-16,2 1-2 0,0-1-2 0,-1 2 1 15,1 1 1-15,1 0 7 0,-2 0 0 0,3 1 1 16,-2-1-1-16,1 2 1 0,0 1-2 0,1-2-7 15,-1 3 0-15,-2-5-1 0,3 4-1 16,-4-2 1-16,2-1-2 0,0-1 1 0,-3 0-2 16,4-1 0-16,-5-3 0 0,1 2 0 0,-2-4 0 15,0-1 1-15,0-2-1 0,-3 1 1 0,1-1 1 16,-1-1 1-16,-1-3 0 0,-2 0 0 0,2 1 1 16,0-2 0-16,-3 1-1 0,0 0 0 15,2-2 0-15,-2 0 0 0,0 1 1 0,1-1-1 16,-1 0 0-16,0 0-1 0,2 0 1 0,-2 0-1 15,0 0 1-15,0-1 0 0,0 1 1 0,0 0-1 16,0-2 2-16,0 2-2 0,0-2 0 0,0 2 0 16,0 0 0-16,0-1 0 0,2-2 0 15,-1 0 1-15,1 0-1 0,-2-2 1 0,1-1-1 16,1 1 0-16,0-1 0 0,-1 2-1 0,-1-2 0 16,2 2 0-16,0-2-1 0,-1 0 0 0,-1 0 0 15,3 0-1-15,-3 0 0 0,3 0 5 0,-3 0 2 16,3 0 2-16,-3-1 0 0,2 1 1 0,-2 0 0 15,3 0-6-15,-3 2-1 0,2-2-2 16,-1 0 0-16,1 0-2 0,-1 1 1 0,1-3-1 16,1-1 1-16,-1-1-1 0,1-1 1 15,2-3 0-15,-1 0 1 0,-1-3 0 0,2-2 1 0,0-2 1 16,0-1 0-16,-2-2-1 0,2 0-3 16,1-3-3-16,-3-1-1 0,2 2-1 0,0 1-1 15,0 1 1-15,-2 1 4 0,0 2 10 0,1 5 5 16,-2 1 5-16,1 0 3 0,-3 5 0 0,2 2 0 15,-1 1-6-15,-1 2-4 0,2 0-3 16,-2 3-3-16,0 0 0 0,0 0-2 0,0 0-1 16,0 2-3-16,0-2 0 0,0 2 0 0,0-2 0 15,0 2 1-15,0 0-1 0,0 0 3 0,0 0-1 16,0 0-1-16,0 0 0 0,0 0-2 16,0 0 0-16,0 0 0 0,-2 0 0 0,2 0-1 15,0 0-2-15,-1 0-8 0,1 0-11 0,-2 2-16 16,2-2-25-16,-3 0-48 0,1 0-76 0,0 0-132 15,-2 0-232-15,1 2-302 0,0-1-361 16,0 0-343-16,0-1-102 0,1-1 554 0,0 0 711 16</inkml:trace>
  <inkml:trace contextRef="#ctx0" brushRef="#br0" timeOffset="77981">6670 9678 386 0,'2'-4'759'0,"-1"-2"267"0,2 2 49 16,-3 2-287-16,2 0-236 0,-2 0-160 0,0 2-106 15,2 0-51-15,-1 0-11 0,1 2-40 16,-1-2-32-16,3 0-10 0,-1 2-7 0,0-2-11 15,0 0-12-15,3 0-7 0,-3 0 2 16,-1 0-14-16,3 0-7 0,-2-2-7 0,0-1-17 16,-1-3-8-16,1 4-7 0,0-5-5 0,0-1-4 15,-3 0-4-15,0 1-1 0,0-2-3 0,0 3-4 16,-3 1 0-16,2-1-4 0,-1 0-4 16,1 4-3-16,-1 0-2 0,2 1-5 0,-2-1-3 15,2 2-3-15,0 0-3 0,0 0-1 16,0 3-2-16,0 1 0 0,0 4 2 0,2 0-1 15,1-1 0-15,0 4 0 0,3-2 0 0,-3-1-7 16,2 3-12-16,0-2-21 0,0-1-54 16,0 0-58-16,1-1-69 0,-3-3-124 0,3 2-163 15,-1 0-266-15,0-2-246 0,1 1-223 16,3-2-110-16,-2-1 323 0,3-1 488 0</inkml:trace>
  <inkml:trace contextRef="#ctx0" brushRef="#br0" timeOffset="78657.47">8213 9654 59 0,'-3'8'653'0,"1"-1"494"15,0-1 144-15,0 0-146 0,0 0-359 16,1-2-385-16,1 1-190 0,1 0-93 0,1-1-48 16,2 0-22-16,0-1-9 0,0-2-14 15,1 1-10-15,2-2 1 0,-1-2-4 0,3 0 12 16,1-3 9-16,-2-1 9 0,1-3 36 0,1 1 29 15,-2 1 36-15,-2-1 20 0,-1 2 14 16,1-1 7-16,-5 3-22 0,-1 2-22 0,0-3-31 16,-1 3-28-16,-1 0-25 0,-2 0-20 15,2 2-14-15,-1 0-12 0,0 0-6 0,0 4-4 16,-1-2-4-16,1 3-12 0,0 1-36 16,1 1-75-16,1 5-102 0,1-3-167 0,1 4-295 15,1 0-339-15,3 2-351 0,1-2-178 0,4 3 230 16,2-1 658-16</inkml:trace>
  <inkml:trace contextRef="#ctx0" brushRef="#br0" timeOffset="79191.72">9614 9706 23 0,'2'-1'540'16,"3"-1"486"-16,-4 2 214 0,2-2-86 15,-1 2-348-15,-1 0-337 0,2 0-210 0,-1 0-113 16,0 2-58-16,-1-2-18 0,1 2-9 16,1-1-7-16,2-1-2 0,0 1-6 0,-2 1 0 15,4-2 13-15,-5-2 12 0,3 1 21 0,-2 1 23 16,0-1 15-16,1-1 8 0,-3 0-15 16,1 1-18-16,-1 1-22 0,-1-1-22 0,0 1-17 15,0 0-11-15,0 0-13 0,0 1-12 0,-1 0-12 16,-1 1-54-16,1 2-66 0,-1 2-121 15,2 5-202-15,0-2-295 0,0 2-336 0,3-1-277 16,0-1-134-16,5 0 383 0,-2-3 632 16</inkml:trace>
  <inkml:trace contextRef="#ctx0" brushRef="#br0" timeOffset="79674.87">10814 9681 125 0,'-3'-5'734'0,"1"3"456"16,1-2 85-16,-2 2-162 0,1 2-397 0,2-2-350 16,0 2-145-16,0 2-60 0,2 0-30 0,-1 4-13 15,2-1-17-15,-1 2-9 0,1 1-28 16,1 1-25-16,0-1-18 0,1 3-14 0,-1-5-6 16,1 5-5-16,0-3-4 0,0-1-43 15,1-1-45-15,0-2-107 0,-1-1-163 0,0-1-299 16,0-2-291-16,-2-3-240 0,-1-2-139 0,1 0 303 15,-2-2 524-15</inkml:trace>
  <inkml:trace contextRef="#ctx0" brushRef="#br0" timeOffset="80010.28">10938 9124 27 0,'1'-3'483'0,"1"1"400"0,-2 2 210 16,0 2 9-16,0 1-322 0,0 3-277 0,0 2-136 15,1 4-25-15,-1 3 5 0,2 6-37 0,0 3-34 16,-1 4-33-16,2 8-42 0,-1 0-58 0,-2 5-46 15,1 4-26-15,-1 3-22 0,0 1-16 16,0 1-14-16,0 0-10 0,0-3-8 0,2 0-5 16,-1-4 0-16,3-2-1 0,-3-4 1 15,4-2 0-15,-3-4-3 0,-1-6-18 0,1-3-53 16,-4-3-63-16,1-4-79 0,-4-2-150 0,0-5-241 16,-3-2-303-16,0-3-265 0,0-1-198 15,0-7 48-15,-1-2 510 0</inkml:trace>
  <inkml:trace contextRef="#ctx0" brushRef="#br0" timeOffset="80259.84">10703 9094 202 0,'5'-11'780'15,"-2"3"378"-15,2 2 38 0,0 3-148 0,3 0-448 16,1 3-282-16,2 1-131 0,2 3-64 0,4-2-34 15,2 2-18-15,2-2-21 0,4 3-17 16,2-1-15-16,0 1-9 0,1-1-6 0,1-1-3 16,-1 1-4-16,-2 1-4 0,-1 1 1 15,0 0 0-15,-1 0 3 0,-4 2-9 0,-2 1-41 16,-1 0-123-16,-6 1-182 0,-4 4-289 0,-1 0-274 16,-3 3-249-16,-3 3-70 0,-4 1 373 15,-3 1 474-15</inkml:trace>
  <inkml:trace contextRef="#ctx0" brushRef="#br0" timeOffset="80475.02">10681 10075 79 0,'4'15'557'0,"0"0"367"0,3-2 149 15,0-3-58-15,3-1-330 0,0-2-287 0,2-1-132 16,-1-3-61-16,4-1-36 0,0-2-19 15,4-2-49-15,-3-1-40 0,4-3-26 0,1 0-18 16,0 0-8-16,1-1-4 0,-3 0-12 0,1-2-43 16,-4 1-123-16,-2 1-172 0,-4 1-289 15,-2 2-272-15,-2 0-246 0,-6 0-61 0,0 2 355 16,-6-1 458-16</inkml:trace>
  <inkml:trace contextRef="#ctx0" brushRef="#br0" timeOffset="80974.5">9742 9349 179 0,'2'-5'584'0,"-4"3"351"0,1-2 182 16,-1 2-155-16,-1 0-285 0,0-1-210 16,0 0-138-16,-1 3-95 0,1 0-70 0,0 0-49 15,-1 3-39-15,0 2-24 0,1-1-6 0,2 5-2 16,-1 0-4-16,0 5 32 0,1 2 24 16,1 5 9-16,1 5-7 0,-1 4 6 0,4 4 21 15,-1 2-23-15,0 5-16 0,3 2-11 16,-3 2-5-16,2 2-12 0,0-2-23 0,-2 0-14 15,3 0-9-15,-2-4-6 0,2 0 1 0,-2-1-5 16,0-5-5-16,-1-1-26 0,-2-5-61 0,1-3-52 16,-2-2-89-16,-2-6-146 0,-1-3-262 15,-2-3-294-15,1-5-223 0,-4-1-186 0,0-6 119 16,0-5 504-16</inkml:trace>
  <inkml:trace contextRef="#ctx0" brushRef="#br0" timeOffset="81208">9481 9944 298 0,'7'11'508'0,"2"2"271"16,2 0 174-16,2 3-215 0,3 2-167 0,0 0-102 16,2 0-49-16,0 0-112 0,4 0-84 15,0-4-84-15,2 3-63 0,0-6-34 0,1 0-18 16,0-2-12-16,0-5-2 0,2-1 1 0,0-3-1 15,-3-3-6-15,0-1-16 0,-2-5-78 16,-5-2-150-16,1-2-297 0,-6-2-264 0,-1 0-252 16,-4-2-173-16,-3-1 194 0,-4 0 485 15</inkml:trace>
  <inkml:trace contextRef="#ctx0" brushRef="#br0" timeOffset="81455.52">9526 9176 203 0,'7'-1'533'15,"3"0"227"-15,1-1 98 0,5 4-51 0,1-1-256 16,5 0-137-16,2 1-73 0,4 1-37 0,1-3-27 16,1 1-80-16,3-2-90 0,0 0-41 15,2-3-22-15,0-1-17 0,-2 0-6 0,1-1-9 16,-1 0 1-16,-3 1-55 0,-2-1-131 0,-4 2-207 15,-4 2-284-15,-4 2-259 0,-3 1-237 0,-7 2 11 16,-3 1 397-16</inkml:trace>
  <inkml:trace contextRef="#ctx0" brushRef="#br0" timeOffset="82020.62">8253 9349 256 0,'-3'5'623'15,"-1"1"278"-15,1 2 135 0,3 2-188 0,-3 2-220 16,3 1-173-16,-3 5-96 0,3 2-28 15,0 2-26-15,0 5-53 0,3 3-46 0,-1 1-35 16,-1 3-32-16,-1 2-45 0,0 3-41 0,0-2-21 16,0 3-17-16,0-3-6 0,-3 1-8 15,3 0 0-15,-3-1-22 0,0-3-52 0,0-1-63 16,0-3-144-16,-2-3-231 0,0-5-301 16,0-2-294-16,0-5-225 0,-2-5 0 0,0-1 504 15</inkml:trace>
  <inkml:trace contextRef="#ctx0" brushRef="#br0" timeOffset="82243.47">8011 10037 256 0,'6'10'570'0,"-1"-1"218"0,4 0 86 16,3 1-109-16,0 2-234 0,4 2-146 0,3-1-71 15,-1-1-9-15,2 0-14 0,2-1-88 0,0-3-67 16,2 0-34-16,1-2-19 0,0-3-40 16,-1-3-21-16,3-3-10 0,-1-3-5 0,0-2-4 15,-2-2-32-15,-2-3-101 0,-3-2-151 16,-3 0-286-16,-5-2-269 0,-1 2-262 0,-3-1-126 16,-2-1 258-16,-3-3 468 0</inkml:trace>
  <inkml:trace contextRef="#ctx0" brushRef="#br0" timeOffset="82473.73">8148 9184 84 0,'0'0'554'0,"2"2"352"0,1 0 149 0,2 2-53 15,3 3-389-15,6-2-309 0,0 4-146 16,4-2-73-16,1 2 7 0,4 0 14 0,3-1 1 15,2-1 1-15,2-1-5 0,2-2-1 0,-1 0-31 16,1-2-35-16,-2 0-12 0,2-2-22 16,-2 0-81-16,-4-2-155 0,1 1-307 0,-6 1-259 15,-2 0-251-15,-1 1-163 0,-3 4 206 16,-5-3 484-16</inkml:trace>
  <inkml:trace contextRef="#ctx0" brushRef="#br0" timeOffset="83175.09">6776 9306 90 0,'0'-2'483'0,"0"1"365"0,-1 1 242 16,-1 0-39-16,0 0-310 0,2 0-229 15,-1 0-137-15,-1 0-100 0,0 3-79 0,2 1-62 16,0 2-11-16,0 4 12 0,2 4 9 16,0 3 1-16,-1 4 4 0,3 2-7 0,-3 2-32 15,2 5-34-15,-1 0-26 0,0 3-14 0,-1 1-11 16,-1 4-6-16,0-1-5 0,0 1-1 16,0 1-4-16,0-1-11 0,-1 0-1 0,1-1-4 15,-2-2-43-15,0-1-52 0,1 0-70 0,-2-6-137 16,-1-2-198-16,1-4-319 0,0-4-261 15,-3-3-222-15,1-4-28 0,0-3 456 0,-3-6 494 16</inkml:trace>
  <inkml:trace contextRef="#ctx0" brushRef="#br0" timeOffset="83423.56">6493 10092 264 0,'5'7'499'0,"1"-5"175"0,-1 4 80 0,1-1-277 15,4 1-186-15,-1 0-39 0,5-2-20 0,-1 2-12 16,4-2-9-16,-1 1-7 0,5-2-35 16,-2-2-77-16,6-2-38 0,-1-4-23 0,-1-1-8 15,3-1 17-15,-2-3 6 0,-1-7 3 16,1 3-25-16,-2-2-90 0,-3-1-142 0,-2 0-322 15,-2-1-241-15,-3 4-191 0,-4-1-27 0,-1-1 266 16</inkml:trace>
  <inkml:trace contextRef="#ctx0" brushRef="#br0" timeOffset="83706.28">6608 9212 121 0,'3'-4'569'15,"2"3"318"-15,-1-1 124 0,2 2-55 16,2-4-427-16,4 4-203 0,1-2-102 0,4 2-47 16,1-3-23-16,4 0-12 0,0 1-19 15,3-2-55-15,1 1-28 0,1-3-14 0,1 2-9 16,1-2-7-16,1-2 0 0,0 2-1 0,1 1-3 15,-1-1-4-15,0 1-6 0,-1 2-61 0,-2 0-127 16,-1 3-193-16,-3 0-283 0,1 5-250 16,-2 2-212-16,-2 2 52 0,-4 4 382 0</inkml:trace>
  <inkml:trace contextRef="#ctx0" brushRef="#br0" timeOffset="91305.02">5960 14102 194 0,'3'-4'427'0,"-1"1"196"0,1 2 123 0,-1-2-141 16,-1 3-106-16,1 0-66 0,-2 0-32 0,1 0-26 16,1 0-46-16,-2 0-45 0,2 0-53 0,-1 0-27 15,-1 0-5-15,2 3 4 0,-2 0 22 16,3 2 2-16,-3-3-7 0,3 3-29 0,-1 0-34 16,1 0-30-16,-2 1-41 0,1 3-25 15,1 0-13-15,-1 3-8 0,1 2-9 0,0 2-7 16,2 2-2-16,0 5 5 0,2-1-2 0,0 5 4 15,-1 3 9-15,2 2 4 0,-1 1 2 0,0 3-4 16,0 3-3-16,-1 1-1 0,-1 5-8 16,2 2-2-16,-2 3-4 0,-2 3-1 0,1 1-3 15,-1 3-3-15,0 1-2 0,0 1 6 16,-1 1 2-16,1-1-4 0,0 1-2 0,0-1-2 16,0-3-4-16,2 1-7 0,-2 0-5 15,2 0 3-15,-2-3 0 0,-1-1 0 0,1-2 1 16,0-2 0-16,0-2-1 0,0-2 0 0,-1-2 0 15,1-4 4-15,-3-2 2 0,3-1 1 0,-3-4 1 16,0-4 0-16,0 0 2 0,0-5-5 16,-1-1-2-16,-1-5-1 0,2-2 0 0,-2-3-2 15,1-4-1-15,1 0-2 0,-2-2-1 0,2-3-1 16,-3-3-5-16,0-3-10 0,2-3-13 16,-2-6-27-16,-1-3-66 0,1-4-71 0,-2-4-130 15,-1-4-197-15,-2-6-305 0,0 0-333 0,0-7-244 16,-1-1-113-16,-4-6 436 0,2-4 609 15</inkml:trace>
  <inkml:trace contextRef="#ctx0" brushRef="#br0" timeOffset="91756.55">5789 14209 315 0,'-1'2'690'0,"-1"-2"317"0,-1 1 147 16,1-1-265-16,-1 0-259 0,2 0-168 15,-1 0-118-15,-1 0-91 0,2-4-90 0,1-2-59 16,0-2-6-16,1-3 18 0,2-6 22 16,0 0 10-16,2-5 4 0,0-1-2 0,1-4-21 15,2-3-32-15,0-3-29 0,2 0-13 0,-1-1-7 16,2-1 0-16,-1 2 2 0,1 1-9 16,1 6-3-16,-2 0-5 0,-2 5-3 0,3 3-6 15,-2 3-9-15,-1 3 0 0,3 5-3 16,-3 1 1-16,0 4 2 0,2 2-1 0,-1 2 0 15,0 2-1-15,1 3-2 0,-1 3-2 0,1 0-2 16,-2 2-2-16,3 3-2 0,-2 2 0 0,-1 0-2 16,0 2 0-16,2-1-3 0,-2 1 0 15,-2 2 0-15,2 0-1 0,1 1-12 0,-2 2-29 16,-3 4-77-16,1-3-139 0,-2 4-260 16,1 2-304-16,-3 2-370 0,2 3-406 0,0 2-83 15,0 2 633-15</inkml:trace>
  <inkml:trace contextRef="#ctx0" brushRef="#br0" timeOffset="93026.18">5984 15937 135 0,'0'6'481'0,"-3"-1"283"0,0-1 193 15,-1-1-39-15,3-2-243 0,-1 1-172 0,2 0-113 16,0-1-77-16,0 0-69 0,0 1-82 16,2-2-63-16,-1 2-30 0,4-2-4 0,2 0 2 15,2 1 32-15,2-1 14 0,5 1 11 0,0-1-10 16,4-1 20-16,-1 0 15 0,5-1-22 16,1 0-11-16,-1-2-5 0,4 1-1 0,-2-1-32 15,4-1-20-15,-2-1-11 0,2 2-4 0,1-2-10 16,-1 1-12-16,0 1-6 0,1 0-6 15,-1 0-6-15,2 1-5 0,-2 2-2 0,3-2 5 16,-1 3 3-16,1-2-1 0,1 2 2 0,-2 2-1 16,1-2-1-16,2 3 1 0,-2 0 0 15,-1-2-2-15,3 3-2 0,0-2 1 0,0 2 7 16,-1-3 1-16,2 2 0 0,-3 0 0 16,2 0 0-16,-1 0 1 0,-1-1-3 0,2 2-4 15,-2-1 0-15,2 0 2 0,0-2 2 0,2 2-8 16,-2-1-2-16,2 0-3 0,1 0-2 0,1 1-2 15,2-2-2-15,0 3 6 0,2-2 2 16,-2 1 8-16,2-1 3 0,-1 2 2 0,3-4 0 16,-1 2 0-16,0-2 0 0,1 2-6 15,0-2-2-15,-2-2 0 0,3 0 1 0,-2 2 1 16,2-5 2-16,-2 1-1 0,4 2-6 0,-2-2-4 16,1 0-1-16,-3 1-3 0,2 0-2 15,0 0-1-15,-2 0 7 0,1 0 9 0,-1 2 3 16,0-1 3-16,-1 2 1 0,-1-2-2 15,1 2 0-15,-2-1-3 0,3 1-3 0,-2-1 0 16,-1-1 1-16,3 1 3 0,-1-2-5 0,-1 2-6 16,3-1-1-16,0-1-2 0,-2 2-4 0,2-1-1 15,0 0 5-15,-2 2 3 0,3 0 7 16,-2 0 7-16,0 2 0 0,1 0 1 0,-1-1 0 16,0 2-1-16,-1 0-6 0,1 1-3 15,-3-1 2-15,3 0-1 0,-1-1 0 0,-1 1 2 16,1-2 1-16,-1 1 0 0,1-1-9 0,1-1-1 15,-3 0-3-15,3 0-1 0,-3-1 0 16,-1 1 4-16,-1-2 8 0,-1 1 6 0,0 1 1 16,-3-2-1-16,1 1 1 0,-2 1-5 0,0-2-3 15,-5 2-3-15,1 0-1 0,0-2 2 16,0 2 0-16,-3 0 0 0,0 2 2 0,-2-2 1 16,0 2 2-16,-4-1 0 0,3 1-1 15,-4-1 0-15,0 2 1 0,-2-1 0 16,-1 1-1-16,-1-2-1 0,-2 2 0 0,-1-1 0 0,-2-1 0 15,0 0 0-15,-3 1-2 0,0 0 2 16,-3-2-1-16,1 0-1 0,-3 0 0 0,-1 0 1 16,-1 0 2-16,1 0 0 0,-2 0 2 15,0 0 0-15,0 0 0 0,-2 0-2 0,2 0-3 16,-3 1-2-16,1-1-6 0,-1 1-14 0,-1-1-45 16,-1 3-72-16,-3-3-111 0,2 1-191 15,-4 1-297-15,1 1-339 0,-1-3-320 0,2 0-149 16,-2 0 326-16,0-4 665 0</inkml:trace>
  <inkml:trace contextRef="#ctx0" brushRef="#br0" timeOffset="93480.75">10699 15677 173 0,'0'-4'764'16,"0"2"413"-16,-2-3 54 0,2 5-159 15,0-2-446-15,0 0-306 0,0 1-151 0,0 0-72 16,2 1-21-16,2 0 35 0,1-2 35 0,2 2 39 16,2 0 19-16,4 0 1 0,-1-2-3 15,1 2-47-15,3-1-33 0,1 1-31 0,-1 0-22 16,3 0-8-16,0 0-13 0,5 0 4 0,-1 0-1 16,4 1 1-16,0 1-2 0,-1 1-2 15,2 0-2-15,2 1-3 0,0 1 0 0,0 1-3 16,0 2-4-16,2 1-3 0,-2 0-5 0,0-1-4 15,0 3-8-15,0 0-5 0,0 0-3 16,-2-1-2-16,-1 0-2 0,0 1 0 0,-3-1-1 16,-2 1 1-16,0-3 1 0,-3 2 4 15,-3 1 1-15,0-1 2 0,-4 1 2 0,-2-1 0 16,-1 0 1-16,-4 2-2 0,-2 1-1 16,-4 0-2-16,-3 4-1 0,-2-2-2 0,-5 3-1 15,0 0-3-15,-3 1 0 0,-2-1-2 0,-1 1 1 16,-1-2 0-16,-4-1-2 0,0 1 2 0,1-4-2 15,-4-1-4-15,1-1-10 0,-1-3-15 0,-2-1-25 16,-1-1-55-16,-2-5-83 0,-2-1-150 0,-1-1-271 16,0-2-317-16,0-2-388 0,-2-1-316 0,-2 0 1 15,-1-1 692-15</inkml:trace>
  <inkml:trace contextRef="#ctx0" brushRef="#br0" timeOffset="95672.51">3778 13622 160 0,'0'0'472'0,"-1"-1"316"0,-1 0 253 0,-4-1-116 16,3 0-197-16,0 2-111 0,-2 0-33 0,0-1-73 16,0 1-93-16,-4 0-81 0,1 0-57 15,0 0-59-15,0 0-81 0,-3 0-50 0,0 0-29 16,0 0-19-16,-2 0-11 0,-1 0-8 0,-2 1-1 0,0 3-2 16,-3-2-1-16,1 2-3 0,-2 0-4 15,0 2-4-15,-2 2-2 0,4 0-3 16,-4 0-1-16,2 1-3 0,4 0 1 0,-1 0 0 15,2 1 0-15,1 0-2 0,3-1 0 0,3-2-1 16,0 4-1-16,2-4 0 0,3 2 0 0,3 0 1 16,3 2 0-16,1-1 1 0,3 1 0 0,1 0 0 15,1-3 1-15,4 3-2 0,1-2 0 16,2 0 2-16,0-1-1 0,4 0 1 0,-2 1-1 16,4-4 2-16,0-1-1 0,0 0 1 0,-1 2 0 15,1-2 0-15,0-1 1 0,-1 0-1 0,-3-2 0 16,1 2 0-16,-6 0 6 0,0-1 4 0,-1 1 2 15,-5 0 3-15,-1 0-4 0,-3 1-3 16,-1 1-6-16,-2 2-3 0,-2 0-3 0,-1 3-3 16,-3-2 4-16,1 5 3 0,-3-1 2 0,-1 0-2 15,-1 1 1-15,-1-1 0 0,0 1 0 0,0 1-1 16,1-2 0-16,-2 1-1 0,1-2 0 0,1 1-1 16,-1-3 0-16,3-1 0 0,2 0-3 15,1-3-11-15,-1 0-23 0,3-2-54 0,-2-2-65 16,3 1-110-16,1-5-167 0,1 0-262 0,1-3-313 15,3-3-271-15,-1-3-187 0,3-3 217 0,2-2 572 16</inkml:trace>
  <inkml:trace contextRef="#ctx0" brushRef="#br0" timeOffset="95906.06">3946 13600 65 0,'12'-3'559'16,"-2"3"418"-16,-2 3 216 0,-3 3-46 0,1 4-327 15,2 4-202-15,-3 3-132 0,1 2-89 16,-1 4-71-16,0 2-58 0,-1 1-64 0,1 2-90 16,-2 2-54-16,2 0-28 0,-2 0-20 0,2-1-11 15,-2-1-8-15,2-2 2 0,1-3 0 16,-3-3 0-16,2-2-18 0,-2-4-62 0,0 1-61 16,-1-6-130-16,-2 0-191 0,0-3-310 15,-2-3-328-15,1 0-241 0,-1-3-120 0,-1-3 414 16,-2-3 578-16</inkml:trace>
  <inkml:trace contextRef="#ctx0" brushRef="#br0" timeOffset="96454.54">4237 13512 6 0,'22'-4'274'0,"-3"0"222"15,1 2 263-15,-2 2 177 0,-1 0-115 0,-1 0-110 16,-2 0-61-16,1 4-46 0,-3-1-68 15,-1 0-118-15,-1 0-94 0,-1 0-61 0,-1 0-58 16,-3-2-58-16,1 2-39 0,-4-1-17 0,3 2-4 16,-4-1 2-16,1 3-6 0,1 0-8 0,-6 1-10 15,0 4-12-15,1 2-11 16,-3 3-13-16,-1 2-8 0,-1 1-4 0,1 3-1 0,0 3-3 16,1 0 0-16,0 0-2 0,2 3-6 15,0-3-4-15,0 1-3 0,1-1-3 0,2-1-2 16,0-2 0-16,0 0 3 0,2-1 2 0,1-2 1 15,-3-4 0-15,3 2 1 0,-1-2 0 16,-1-2-1-16,1 2 1 0,1-2 0 0,-3 1 0 16,2-2-1-16,-2 1 1 0,0-2-1 15,0 1-1-15,0-3 0 0,2 2-1 0,-2-4-1 16,1-1 0-16,2 2-1 0,0-4 1 16,0 1 5-16,2-3 1 0,1 2 3 0,3-4 0 15,1-2 1-15,0-1-4 0,1-1-13 0,3-2-12 16,1-2-16-16,0-2-20 0,0 0-50 15,2-3-72-15,-3 1-94 0,2-1-159 0,0-1-290 16,1 1-331-16,-2 0-306 0,0 0-168 0,-2-1 206 16,2 3 639-16</inkml:trace>
  <inkml:trace contextRef="#ctx0" brushRef="#br0" timeOffset="97040.82">4773 13462 192 0,'3'-6'602'15,"0"2"347"-15,-1-2 154 0,1 3-173 16,-1 0-266-16,-2 2-201 0,0-1-138 0,0 0-70 16,1 1-27-16,-1 1-13 0,3 0 0 0,-3 0 1 15,2 0-11-15,-1 0-17 0,-1 0-36 0,0 0-36 16,2 1-30-16,-2 3-23 0,1-2-11 15,-1 3-9-15,2 2-2 0,-2-1 0 0,0 3-6 16,2 0-3-16,-1 0-3 0,-1 0-2 0,0 2-1 16,0-1-4-16,0 1 0 0,0 2 1 15,0-1-4-15,-1 2-3 0,-1-1-1 0,2 2 0 16,-2 3-2-16,1 0-1 0,1 2 1 16,-2 1-1-16,1 3 0 0,-1-3 0 0,-1 6-2 15,3-4-2-15,0 2 1 0,3 0 0 16,-1-1-2-16,-1 0 0 0,2-1 0 0,2-2-2 15,0-2-2-15,0-1 0 0,1 1 0 0,2-3-2 16,0-3 1-16,0 1-2 0,0-1 0 0,1-2-5 16,1-3-3-16,-2-1 2 0,4-1-4 15,-2-3 3-15,-1-2 3 0,2-2 7 0,0-2 3 16,1-3-3-16,0-3 3 0,-1-1-5 16,2-3-4-16,-2 0-15 0,0-1-25 0,0-1-64 15,0 2-71-15,-3-2-130 0,0-1-203 0,0 3-305 16,-2 1-344-16,2 0-259 0,-3 0-117 15,4 2 417-15,-4-1 631 0</inkml:trace>
  <inkml:trace contextRef="#ctx0" brushRef="#br0" timeOffset="97307.14">4833 13435 158 0,'-5'-4'797'0,"2"0"476"0,0 4 39 16,0-2-191-16,1 2-427 0,2-2-338 0,0 2-129 15,2 0-69-15,2-1-31 0,3-1-12 16,1 1-6-16,0-2-11 0,4 3-33 0,-1-2-28 16,5-3-12-16,-2 4-13 0,2-2-5 0,0 1-2 15,1 1-6-15,-1 0-2 0,0-1-32 0,0 2-42 16,-2 0-82-16,-3 3-169 0,-1 2-292 15,-1 2-296-15,-3-2-283 0,-1 3-204 16,-2-1 173-16,-1 2 607 0</inkml:trace>
  <inkml:trace contextRef="#ctx0" brushRef="#br0" timeOffset="97530.53">4779 13645 315 0,'-5'11'954'0,"2"-2"342"15,0-2-54-15,3-1-202 0,2-1-503 0,1-1-267 16,2 2-136-16,3-2-67 0,1 0-34 16,5-2-11-16,2 0-11 0,3 0-4 0,6-1-3 15,4-1 1-15,1 0-15 0,5 0-60 16,1 1-147-16,3 4-255 0,1-3-272 0,3 5-280 16,-1 1-236-16,3 0 42 0,0 2 498 0</inkml:trace>
  <inkml:trace contextRef="#ctx0" brushRef="#br0" timeOffset="98790.57">6708 13968 116 0,'-2'7'657'0,"-1"4"413"0,3-2 136 16,0 3-91-16,3 1-374 0,-1 2-225 0,4 0-122 16,1 3-72-16,2-2-54 0,-1 2-48 0,0-4-56 15,2 0-64-15,-1-3-48 0,1-1-25 0,-1-2-13 16,0-1-6-16,-1-4-2 0,0 0 8 16,-1-3 6-16,0-1 15 0,-2-1 10 0,-2-3 9 15,-1-2 8-15,0-1 1 0,-4 0 3 16,0 0-3-16,1-1 1 0,-4 1-3 0,-1 1-5 15,1 0-7-15,0 0-8 0,-1 3-10 0,-1-3-7 16,0 5-6-16,2-2-6 0,0 2-4 16,2 0-2-16,0 0-2 0,0 2-3 0,1 0-2 15,-1 2-2-15,1 1-2 0,2 2 0 16,-1 2-1-16,-2-2 1 0,3 3-1 0,3 2 0 16,-2-1-7-16,1 1-13 0,1 0-24 0,0 1-59 15,-1 1-71-15,1 1-152 0,-1 1-259 0,1 3-307 16,0 1-356-16,0-3-278 0,3 4-35 15,-1-1 633-15</inkml:trace>
  <inkml:trace contextRef="#ctx0" brushRef="#br0" timeOffset="99790.56">8139 14428 387 0,'5'5'696'0,"4"1"253"16,-2 0 111-16,2 0-267 0,0 1-235 16,-1 1-154-16,2 0-83 0,-2-1-65 0,3 1-81 15,-2-3-64-15,1 0-10 0,2-2 16 0,-2 0 26 16,-2 0 32-16,3-3 30 0,-3-3 7 0,-2 0-21 15,-1-2-28-15,-2-2-27 0,-1 1-23 16,1-1-20-16,-6-2-10 0,1 5-9 0,-2-3-10 16,0 1-11-16,-2 2-13 0,-1 2-10 15,-2-2-11-15,1 4-8 0,0 0-7 0,0 4-3 16,1-2-3-16,0 3-3 0,2 2-2 0,2 2-10 16,0 4-21-16,3-3-67 0,0 4-76 0,0 1-150 15,3-1-284-15,2 4-319 0,1-4-379 16,5 3-251-16,0-3 18 0,2 3 676 0</inkml:trace>
  <inkml:trace contextRef="#ctx0" brushRef="#br0" timeOffset="100396.11">8833 15045 55 0,'10'0'293'16,"-1"0"180"-16,-1 1 206 0,-2-1 45 15,-4 0-15-15,1 0-38 0,0 0-8 0,-3 0 36 16,0 0-58-16,-3 1-115 0,0 1-118 0,0 0-83 16,-2-1-73-16,-3 1-83 0,2 1-52 15,-1-1-29-15,1 1-21 0,1 1-16 0,-1-2-13 16,1 1-11-16,2-1-8 0,0 2-8 0,0 0-5 15,1-2-4-15,1 0-2 0,1 1-1 16,1 0-2-16,-1 2-1 0,3-1-1 0,-1 1 2 16,1-1-2-16,2 0 1 0,1 3-5 15,2-3-15-15,-2 1-41 0,3-1-80 0,0 0-127 16,-3 2-231-16,4 3-305 0,-1-3-358 0,2 1-357 16,2-1-96-16,-1 0 499 0,1 1 704 15</inkml:trace>
  <inkml:trace contextRef="#ctx0" brushRef="#br0" timeOffset="101387.59">9889 15484 451 0,'-1'2'969'15,"-4"-1"282"-15,3 0-37 0,-3 2-255 0,2 1-266 16,-1 0-207-16,2 2-120 0,1 0-76 0,-1 1-54 16,2-1-69-16,0 3-70 0,0-4-43 15,2 3-25-15,1-2-11 0,1-2-9 0,-1 1-1 16,4-3-5-16,-2 0 1 0,1-2-1 16,3 0-1-16,-1-3 6 0,0-1 4 0,0-4 3 15,2 1 1-15,-2-2 2 0,-2-3 0 0,0 1 2 16,2 1 1-16,-5-1 3 0,0 2 5 0,-1 1 7 15,1 0 6-15,-3 2-3 0,0 1-2 16,-3 0-4-16,1 3-7 0,1 1-8 0,-2 1-7 16,-2 0-6-16,0 2-3 0,1 2-3 15,0 3-2-15,-2 0-5 0,3 4-14 0,0 2-33 16,-1 2-76-16,0-2-91 0,2 3-172 0,-1-1-292 16,3-2-333-16,0 1-361 0,3-3-189 15,-1-1 172-15,4-1 685 0</inkml:trace>
  <inkml:trace contextRef="#ctx0" brushRef="#br0" timeOffset="102073.17">9971 15172 293 0,'0'-6'641'0,"0"2"311"15,0-2 147-15,0 2-253 0,0 4-224 16,0-4-160-16,0 4-121 0,0 0-76 0,0 4-42 16,0 0-21-16,2 3-8 0,-2 4-16 0,3 1-15 15,-3 3-20-15,3 2-32 0,-1 6-22 16,1 1-13-16,1 4-10 0,-1 3-5 0,1 2-5 16,-1 1-4-16,0 1-14 0,1 1-16 0,-1-2-10 15,0-1-6-15,0-1-5 0,-1-2-1 16,1-2-14-16,0-4-48 0,-3-1-56 0,0-5-62 15,0-3-136-15,-3-5-188 0,0-3-313 0,0-3-260 16,-1-3-223-16,-2-6-85 0,1 0 419 16,-2-7 520-16</inkml:trace>
  <inkml:trace contextRef="#ctx0" brushRef="#br0" timeOffset="102321.49">9721 15073 176 0,'10'1'620'0,"-2"2"323"0,3-1 151 0,0 2-98 15,0 1-333-15,5 3-244 0,-1 0-128 16,2-1-60-16,-1 2-63 0,3-2-64 0,1 0-36 16,-1 0-33-16,3-1-13 0,0-1-11 0,1 1-5 15,-1-2-7-15,1 0-4 0,-5 2-29 16,2-1-132-16,-4 2-227 0,-5 0-282 0,-3 4-264 15,0-1-261-15,-7 1-69 0,-2 3 423 0</inkml:trace>
  <inkml:trace contextRef="#ctx0" brushRef="#br0" timeOffset="102479.81">9810 15706 50 0,'5'10'450'0,"0"1"304"0,-1-3 177 0,3-2 2 15,4-1-377-15,-2-4-263 0,4-1-138 0,-1-1-68 16,3-4-52-16,2-3-28 0,-1-1-17 16,3-2-7-16,0 0 13 0,0-3-73 15,-2-1-113-15,-2 3-294 0,-1 0-214 0,-5 1-148 16,-1 3-56-16,-3-1 222 0</inkml:trace>
  <inkml:trace contextRef="#ctx0" brushRef="#br0" timeOffset="103170.04">8982 14984 137 0,'-10'0'387'15,"1"-1"200"-15,1 1 145 0,1 0-141 0,-2 0-169 16,4 0-96-16,2 0-39 0,0 0-27 0,1 0-14 16,1 0-16-16,-1 0-21 0,2 0-14 0,0 0-15 15,0 0-8-15,0 0-7 0,-2 0-13 16,1 0-16-16,1 1-19 0,0-1-24 0,0 0-22 16,-2 0-14-16,2 0 0 0,0 0 3 15,0 0 16-15,0 0 10 0,2 0 7 0,-2 0-1 16,0 0 0-16,0 0-9 0,1 0-17 0,1 0-10 15,-2 0-11-15,2 0 16 0,-1 3 10 16,1-1 9-16,0 2 8 0,-1 1 0 0,2 3 0 16,-1-1-21-16,-2 2-21 0,3 2-15 15,-3 2-15-15,2 2-5 0,-1 1-7 0,1 3-5 16,-2 0-1-16,0 3 1 0,0 1-2 16,0 0 1-16,-2 1-1 0,1-2 0 0,-1 1-41 15,-1-4-67-15,-2 1-87 0,0-5-156 0,-1-2-292 16,0-1-326-16,0-2-303 0,-1-2-189 0,-1-3 163 15,2-2 608-15</inkml:trace>
  <inkml:trace contextRef="#ctx0" brushRef="#br0" timeOffset="103387.47">8768 15412 162 0,'11'3'448'0,"-1"2"274"0,1-1 238 16,0 2-90-16,3-1-196 0,0 1-158 0,-1 1-91 16,3-3-100-16,-2 2-99 0,4-2-89 15,0-1-58-15,-2-2-36 0,2-1-19 0,-1-1-11 16,0-4-6-16,-2-1-28 0,2-2-103 0,-6-3-156 16,0-1-298-16,-1-2-263 0,-4 1-261 15,-1 0-123-15,-2-2 281 0,-3-1 469 0</inkml:trace>
  <inkml:trace contextRef="#ctx0" brushRef="#br0" timeOffset="103620.78">8901 14935 93 0,'5'-4'578'0,"-2"0"369"0,2 0 135 0,4 2-67 16,-2-3-405-16,2 2-296 0,2-2-123 0,0 1-49 15,4-1-24-15,0-1-16 0,4 0-5 16,-1 0-8-16,2-1-33 0,1-1-27 0,1 1-12 16,0-3-6-16,-2 2-5 0,1-1-28 15,-4-1-114-15,-2 2-165 0,-3-1-294 0,-4 1-260 16,-3 1-245-16,-2 2-91 0,-4 1 326 0,-3 0 450 16</inkml:trace>
  <inkml:trace contextRef="#ctx0" brushRef="#br0" timeOffset="104087.58">8188 14244 99 0,'2'0'516'0,"-1"0"383"0,-1 2 226 16,0-2-103-16,0 2-290 0,0 2-218 0,0 2-160 16,0 2-81-16,0 3-29 0,2 2-30 0,-1 5-27 15,1 1-28-15,1 3-24 0,-1 3-34 0,1 3-41 16,1 0-22-16,0 1-16 0,-1 2-7 15,-2-1-3-15,3-1-4 0,-1-1-4 0,-2-3-24 16,1-4-49-16,-2-1-70 0,0-5-161 16,-2-1-254-16,-1-2-297 0,0-3-308 0,1 0-221 15,-1-1 61-15,-2-2 577 0</inkml:trace>
  <inkml:trace contextRef="#ctx0" brushRef="#br0" timeOffset="104292.85">8114 14820 112 0,'11'4'325'0,"-2"-1"158"15,1 0 139-15,2 0-138 0,1-2-179 0,1 1-14 16,1-2 4-16,0 0-17 0,1-2-37 16,1 1-23-16,-2-2-15 0,0 0-85 0,-2 0-48 15,1-1-28-15,-1-1-50 0,-5 1-105 0,1-2-180 16,-4 0-275-16,-2 0-196 0,-1 0-110 15,-2-2 83-15,-2 1 283 0</inkml:trace>
  <inkml:trace contextRef="#ctx0" brushRef="#br0" timeOffset="104520.96">8108 14145 55 0,'3'-8'518'0,"0"4"369"0,4-1 170 0,0 2-45 16,1 0-390-16,4 0-319 0,1 2-167 16,2-1-83-16,3 1-38 0,1 0-20 0,0 1 6 15,3-2 6-15,0 2-2 0,1-2-1 16,-1 1 1-16,0 0-1 0,0-1 4 0,-3-2-30 16,0 4-100-16,-6-3-139 0,-1 2-292 0,-4 2-233 15,-3 2-180-15,-3-3-4 0,-4 4 289 16</inkml:trace>
  <inkml:trace contextRef="#ctx0" brushRef="#br0" timeOffset="105395.11">6678 13797 287 0,'-5'2'649'0,"-1"1"297"0,0 1 133 16,4-1-238-16,-1 2-217 0,-2-3-175 0,4 3-103 16,-1-1-48-16,0 2-13 0,2 0-15 15,0 2-18-15,0-1-19 0,0 0-34 0,2 4-37 16,0 0-52-16,-1-1-40 0,2 4-29 0,-1 1-19 15,-2-1-5-15,3 1-6 0,-1 2-3 0,1 0-4 16,-1-1-1-16,-1 1-1 0,2 2-2 16,0 1 0-16,-1-3-1 0,-1 2-1 15,-1 2-14-15,0-2-64 0,0 1-66 0,-3-2-140 16,-3 2-212-16,1-4-310 0,-1 1-339 0,1 0-244 16,-1-4-72-16,1-1 493 0,-4-2 578 0</inkml:trace>
  <inkml:trace contextRef="#ctx0" brushRef="#br0" timeOffset="105619.63">6568 14447 27 0,'6'6'430'15,"1"2"330"-15,0-1 194 0,-1-2 9 0,2 1-357 16,0 0-261-16,2 0-120 0,-1 0-61 0,2-1-30 15,0-2-18-15,2-2-8 0,-1-1-7 16,3-1-46-16,0-4-21 0,0-1-25 0,-1-1-76 16,-1-3-126-16,-2-3-234 0,0 1-269 0,-2 0-231 15,-1-1-149-15,-2 0 142 0,-4-3 370 16</inkml:trace>
  <inkml:trace contextRef="#ctx0" brushRef="#br0" timeOffset="105866.89">6506 13723 260 0,'-3'-7'852'0,"-1"0"365"0,1 3-1 16,2 1-202-16,1 0-444 0,1 1-283 0,2 0-142 15,4 0-68-15,2-1-38 0,4 3-17 0,1-1-9 16,5-1-6-16,3 2-7 0,3 0 0 0,-1 0 0 15,5 0 1-15,-1 0-1 0,2 0 2 16,0 0 0-16,0 2-10 0,-1-1-71 0,-4 4-141 16,0-1-245-16,-2 2-276 0,0 3-265 0,-1 1-220 15,-4 5 98-15,2-2 462 0</inkml:trace>
  <inkml:trace contextRef="#ctx0" brushRef="#br0" timeOffset="107154.71">11863 16233 148 0,'3'-6'553'0,"-2"3"347"15,1 0 187-15,-2-1-93 0,0 2-288 0,0-1-202 16,0 1-72-16,2 1-35 0,0 1-43 0,-2 0-60 16,0 0-50-16,0 0-41 0,2 1-65 0,-2 1-52 15,3 1-31-15,0 5-19 0,-1 0-1 16,1 6 0-16,2 3-2 0,-2 5-2 0,2 3-6 15,1 2-4-15,0 5-7 0,-1 1-6 0,0 1-1 16,0 2-4-16,0-1-2 0,1 1-1 0,-2-2 4 16,1-2 3-16,0-1-1 0,0-2 6 15,-2-4-2-15,0-1-5 0,2-3-11 0,-2 0-5 16,-2-4-5-16,1-1-28 0,-2-2-62 0,0-3-54 16,-2-3-111-16,-1 0-164 0,-3-4-299 0,2-3-309 15,-3-1-236-15,2-1-163 0,-3-3 293 16,1-4 559-16</inkml:trace>
  <inkml:trace contextRef="#ctx0" brushRef="#br0" timeOffset="107424.59">11649 16392 308 0,'9'0'548'15,"1"1"280"-15,0 1 186 0,4-1-238 16,-2 1-175-16,4 1-85 0,-2-2-32 0,4 2-84 16,-1-2-89-16,4 1-61 0,-2-2-50 0,1 0-50 15,-1 0-48-15,0-2-34 0,2 1-17 0,-1-2-21 16,0 2-4-16,-2-1-2 0,3 1-3 16,-2-1 0-16,0 2-3 0,-2-1-17 0,2 2-61 15,-2 1-72-15,-1-1-134 0,0 2-199 0,-2 0-305 16,2 0-307-16,-2 1-230 0,-1 0-41 0,3 1 429 15,-3 0 523-15</inkml:trace>
  <inkml:trace contextRef="#ctx0" brushRef="#br0" timeOffset="109437.47">6417 17248 90 0,'5'-5'409'0,"-4"3"286"0,1-2 237 0,-1 2-13 15,1-2-201-15,-2 3-130 0,0 1-94 16,0-1-28-16,0 1-30 0,0-2-60 0,2 2-64 16,-1 0-60-16,-1 0-50 0,0 0-64 0,0 0-55 15,0 3-35-15,0 2-21 0,0 2-11 0,0 2-7 16,0 7-2-16,2 1 4 0,0 7 2 0,-1 3 1 15,4 5 7-15,-2 5-3 0,0 2 0 0,1 5-4 16,0 4-3-16,-1 3-1 0,0 5-8 16,-1 6 1-16,-2 1-2 0,0 5-4 0,-2 2 1 15,2 4 0-15,-3-2 1 0,0 1 0 0,1-2 2 16,-2-4 1-16,1-5 1 0,1-5-2 0,2-5-2 16,-3-8-1-16,3-9-4 0,0-3-2 15,0-9-3-15,0-5 0 0,0-6-12 0,0-8-37 16,-2-7-68-16,1-8-65 0,-4-7-130 0,2-7-181 15,-2-7-311-15,-1-1-285 0,0-7-203 0,-1 0-70 16,-1-4 389-16,-3 1 517 0</inkml:trace>
  <inkml:trace contextRef="#ctx0" brushRef="#br0" timeOffset="109871.54">6183 17342 28 0,'3'-2'347'0,"-1"-1"253"0,0 0 209 0,-2 0 25 16,0 1-188-16,0-3-139 0,0 1-91 0,0 0-56 15,1-2-45-15,-1-2-52 0,2 1-54 0,-1-2-43 16,1-3-25-16,1 0-2 0,2-3 4 16,1-3 0-16,-1 0-13 0,1-1-21 0,2 0-20 15,1 0-30-15,-1 1-24 0,2 1-14 0,0-1-3 16,0 3 7-16,0 0 24 0,-2 3 13 0,4 1 5 16,-4 1 2-16,1 1-3 0,0 3-4 15,-3 1-20-15,2 3-8 0,0 0-3 0,1 4-2 0,-1 0 6 16,-1 3 0-16,1 3-5 0,1 4-2 15,-3 1-2-15,2 2-4 0,2 5-6 0,-1 2-7 16,-1 2-1-16,0 5-3 0,1-1-3 0,-1 2-1 16,0 2-3-16,0-1 1 0,0-1-4 15,0 1-1-15,-2-5-9 0,-1-1-47 0,0-1-69 16,-2-4-154-16,0-3-271 0,-3-3-301 0,0 0-361 16,-4-4-298-16,-1-6-16 0,-2-2 660 0</inkml:trace>
  <inkml:trace contextRef="#ctx0" brushRef="#br0" timeOffset="111971.11">4123 17199 50 0,'0'-7'421'15,"0"-1"328"-15,-2 0 255 0,1 2 2 16,-1-2-270-16,-1 4-197 0,1-3-139 0,-2 1-75 16,1-1-21-16,1 3-14 0,2 0-19 0,2-1-28 15,-2 3-26-15,0-2-29 0,1 2-47 0,1-3-45 16,1 2-34-16,-2 0-20 0,-1 1-13 0,2 2-12 15,-1-3-2-15,1 1 2 0,1 1 2 16,2 1 7-16,0 0 5 0,3 1 3 0,4 1 2 16,0 3-3-16,3 1 1 0,0 1-7 0,2 1 0 15,1 2 1-15,0 1-3 0,4 2-2 0,-2 0 0 16,0 1-1-16,0 2-1 0,-2-2-1 16,1 1-2-16,-3 0-1 0,-2 0 0 0,0-1 0 15,-1 2-2-15,-4-1 1 0,-1 0 2 0,-1-1 1 16,-1 1 0-16,-3 0 0 0,-3-2-3 0,0 0 3 15,-2 0-2-15,-5 0-1 0,0-1 0 16,-1 0-2-16,-3-1-1 0,-3-3-3 0,0 2-3 16,-4-1-2-16,0-2-1 0,-2-1-1 0,0-1 0 15,-4-2-2-15,2-1 0 0,-3-2-1 0,-2-2 0 16,2-1-2-16,1-2 1 0,0 0-1 0,2 0 1 16,3-3 0-16,3 0-2 0,-1 1 2 15,4-2-1-15,-1 2 1 0,3-4-2 0,3 0 1 16,-1-2-1-16,2-2 1 0,1 0-1 0,4-2 1 15,1 0-1-15,1 0 2 0,1-4 0 0,2 1 0 16,2-1 0-16,2 1 0 0,2-1 0 16,-1 1 0-16,3-1 0 0,0 2-1 0,0 1 2 15,2 1-1-15,1 1 1 0,0 0 0 0,2 3 0 16,-2 0 0-16,2 2 0 0,0 4 1 0,0 0-1 16,0-1 1-16,1 3 0 0,-1 1 0 15,1 2 0-15,0-1 0 0,-1 1 1 0,0 1-1 16,0 1-1-16,1 1 0 0,-1 1-1 0,0-2-1 15,-2 3-2-15,2-1 0 0,-2-2-1 0,2 3-8 16,-2-2-14-16,2 1-24 0,-2-2-57 0,0 0-87 16,-1-2-163-16,0-2-276 0,3 4-316 15,-2-2-381-15,0-1-289 0,-1-1 72 0,-1-1 715 16</inkml:trace>
  <inkml:trace contextRef="#ctx0" brushRef="#br0" timeOffset="113071.61">5094 16993 36 0,'-3'5'334'0,"-2"-2"242"0,2 0 229 15,-2-1 49-15,2 2-185 0,1-2-128 0,-1 0-92 16,1 1-82-16,2-2-81 0,0 3-73 0,0-2-71 16,2 3-59-16,1-3-39 0,0 4-21 15,1-3-11-15,0 1-7 0,1 0-2 0,-2-2-1 16,3 2-3-16,-1-3 1 0,-2 0 1 0,1 1 2 16,-1-2-4-16,2 0 1 0,-2 0 6 0,0 0-2 15,0-2-1-15,0 1-1 0,-3 0 2 0,2-1 0 16,-1 2-4-16,-1-2-10 0,0 2-54 0,0 0-97 15,0 0-139-15,0 2-230 0,0 0-275 16,0 0-231-16,3 3-63 0,-3 1 229 0,2 3 382 16</inkml:trace>
  <inkml:trace contextRef="#ctx0" brushRef="#br0" timeOffset="113277.54">5432 17292 346 0,'2'1'941'16,"-2"1"358"-16,0-2 26 0,-3 0-202 0,3 1-384 16,-2-1-259-16,1 0-146 0,-1 0-85 0,0 0-74 15,-1 0-74-15,3 0-47 0,-1 0-29 16,-1 0-16-16,2 0-11 0,0 0-7 0,0 0-22 16,2 0-62-16,-1 0-72 0,1 0-125 0,-1 0-171 15,-1 0-311-15,0 0-321 0,0 0-234 0,0 0-76 16,0-1 383-16,-3-1 532 0</inkml:trace>
  <inkml:trace contextRef="#ctx0" brushRef="#br0" timeOffset="113761.07">4885 16781 228 0,'-6'-1'589'0,"1"1"313"0,-1-1 194 15,-2-1-178-15,0 1-261 0,-3-2-176 0,0 1-107 16,-2 1-44-16,2-1-46 0,0 1-36 0,-3-1-31 15,4 0-15-15,-1 1-27 0,-3 1-44 0,3 0-41 16,-2 0-31-16,2 1-19 0,2 1-18 0,-2 0-10 16,4 1-7-16,1 1-5 0,-1 1-4 15,4 1 2-15,-1 2-5 0,2 3 2 0,2 0 2 16,2 3 4-16,1 2 2 0,0 0-1 0,0 4-6 16,2 1-2-16,1 1-4 0,-1 2-4 15,2 2 0-15,0 1-3 0,1 1 9 0,-1 2 1 16,1 2 3-16,-1 0 3 0,3-3-1 0,-2 4 2 15,1-1-2-15,1 0 3 0,-1-1-2 0,2-3 0 16,-1-2-1-16,-1-2-1 0,1-3-2 0,-1-3-1 16,2-2 1-16,-3-2 0 0,3-3 2 15,-1 0-1-15,-1-2 2 0,2-1-4 0,-3-4-44 16,0 2-58-16,1-3-69 0,-1-1-120 0,2 1-181 16,-2-3-315-16,1-3-258 0,1 1-209 0,1-3-41 15,1 1 368-15,1-4 494 0</inkml:trace>
  <inkml:trace contextRef="#ctx0" brushRef="#br0" timeOffset="114186.64">5320 16659 363 0,'-2'-5'748'0,"1"0"251"0,1 2 19 0,0 0-301 16,0 1-303-16,1 2-205 0,2-2-109 0,2 2-59 15,2 2-23-15,1-1-9 0,2 3-3 16,2-2-1-16,2 1-1 0,0 2 24 0,5-2 72 16,0 1 35-16,3 2 14 0,0-1 5 0,3 0-1 15,1-3-20-15,1 1-62 0,1 0-28 0,2 0-4 16,-1 0 0-16,-1 2 0 0,-1-2 1 15,1 1-2-15,-1 2 18 0,-3 1 4 0,-2 1 26 16,0 1 26-16,-1 4 32 0,-5 0 18 0,-1 2-9 16,-2 2-11-16,-3 3-25 0,-4 1-22 0,0 3-28 15,-3 2-21-15,-3-1-13 0,-3 2-9 0,0 2-9 16,-3-1-6-16,0-1-4 0,-1 2-3 0,-1-4-2 16,-1-1 1-16,1-3 0 0,2-2 0 0,-4-1-2 15,1-4-4-15,1 0-35 0,-4-4-67 16,2 1-65-16,-3-4-126 0,2 1-175 0,-3-2-315 15,2-3-284-15,-1-1-213 0,1 0-88 0,1 0 370 16,-1-1 521-16</inkml:trace>
  <inkml:trace contextRef="#ctx0" brushRef="#br0" timeOffset="114453.86">5170 17145 257 0,'-2'-5'514'16,"-1"-1"194"-16,1 2 80 0,2-3-242 15,-1-3-200-15,1 1-120 0,1-3-62 0,1 0-31 16,1-1-13-16,2-2-32 0,1 1-36 0,2-2-19 15,3 0-12-15,0 0-11 0,2 0 1 0,0 1-32 16,-1-2-83-16,4 2-135 0,-3 1-287 0,2 3-200 16,-3 1-121-16,0-1 61 0,-1 4 246 15</inkml:trace>
  <inkml:trace contextRef="#ctx0" brushRef="#br0" timeOffset="115816.66">6594 18496 309 0,'-13'10'525'0,"1"-2"170"0,4-2 74 15,0 0-322-15,3-1-207 0,2 0-107 16,0-2-49-16,3 2-19 0,3-1-8 0,0 0-7 15,2-1-1-15,3 1 97 0,3-1 32 0,3-1 57 16,1-1 43-16,2 1 15 0,-1-4 24 0,6-1-70 16,0 0-43-16,3 0-28 0,4-1-7 0,1-2-9 15,1-1 20-15,4 1 7 0,2 2-1 0,2-5-25 16,5 0-32-16,-1 0-4 0,4-1-35 0,-1 1-20 16,3-1-10-16,-1-1-6 0,4 0-6 0,0-1-20 15,-1 2-11-15,3-2-6 0,-1 1-5 0,4-1-4 16,-3 1-2-16,3 1 2 0,3 1-2 0,-1 1-1 15,-1 1 7-15,2 3-1 0,0-1-2 0,2 2-1 16,-1 0-1-16,-1 3 2 0,2 2-7 0,-2 1 2 16,0 0 2-16,0 0 2 0,0 1-1 0,-2 1-1 15,0-1 0-15,2-1-1 0,-1 0-1 0,-1-1 2 16,2-2 0-16,0-4 0 0,2 2 2 0,-2-4 2 16,2-2-1-16,-1-1 0 0,-1-3-1 0,2-1-1 15,-2-2 1-15,3-2-1 0,-1-1-1 16,1 0 0-16,-1 0 1 0,-2 2 0 0,0-1 1 15,-2 3 0-15,1-2 1 0,-2 4-1 0,0 3-1 16,-2 0-1-16,-1 3-1 0,0 2 1 0,-5 2-2 16,1 2 1-16,-4 2-2 0,0 1 0 0,-3 1 1 15,-1 3-2-15,-4 1 0 0,-1 1 7 16,-4 1 3-16,0 0 2 0,-3 0-2 0,-1-1 0 16,-2 0 2-16,-1 0-6 0,-2-2 0 0,-3 1 1 15,1-3 1-15,-2 1 1 0,0-1 1 0,-2-1-2 16,-2-1-1-16,2 0 1 0,-4 0-1 0,2 0 1 15,-4-2-4-15,2 2 0 0,-2-1 1 0,-3-1-8 16,2 1-4-16,-1-1-3 0,-1-1 2 16,0 2-2-16,-1-2 6 0,-1 0 4 0,-1 1 3 15,3-1 0-15,-2 2 2 0,1-2 2 0,3 0-7 16,0 0 3-16,0 1 2 0,3-1 1 0,-1 0-1 16,4 0 1-16,-1 2 0 0,1-2 10 0,0 0 8 15,3 0 1-15,-1-2 4 0,0 2-1 0,1-1 1 16,2-1-10-16,-1 1-4 0,1 1-4 0,0-2-3 15,-1 1 0-15,1 1 0 0,0-2 5 16,-3 2 3-16,-1 0 2 0,0 2 1 0,-5-2-1 16,0 1 0-16,-1-1-7 0,-4 2-3 0,0-2-2 15,-3 0 1-15,0 1 1 0,-4-1-1 0,-1 2 1 16,0-1-1-16,-3 2 0 0,-1 0-2 0,-1 2-3 16,-2-1-5-16,-1 0-13 0,0 2-33 0,-1 1-59 15,-2-1-63-15,1-4-106 0,-2 1-165 0,1-1-282 16,-2-2-293-16,4 0-241 0,1-2-168 15,1-2 227-15,0-1 570 0</inkml:trace>
  <inkml:trace contextRef="#ctx0" brushRef="#br0" timeOffset="116052.57">11314 18049 160 0,'12'-6'532'0,"-5"2"282"15,-1 1 160-15,2 1-64 0,-2 2-230 16,2 0-186-16,-1 3-89 0,-1 0 16 0,3 2-7 15,-2 1-59-15,-1 1-60 0,2-1-46 0,1 2-42 16,-1 1-65-16,-1-1-50 0,1 2-34 0,-1 0-18 16,1-1-10-16,-3 2-8 0,2-1-2 15,-3 0-1-15,2 2-2 0,-4 0-2 0,1-1-2 16,-3 1-5-16,0 0-4 0,-3 3-3 0,1-1-2 16,-4-1 1-16,0 2-1 0,0-1 0 0,-3-2-6 15,0 1-17-15,-2-3-48 0,1 1-60 0,-5-2-61 16,0 0-113-16,-2-3-160 0,1-1-218 0,-4-1-262 15,-1-2-224-15,2-1-165 0,-3-2 190 0,0-3 472 16</inkml:trace>
  <inkml:trace contextRef="#ctx0" brushRef="#br0" timeOffset="117665.03">7086 17479 242 0,'2'2'792'0,"-1"-2"394"0,-1 3 54 0,0-2-226 16,0 1-315-16,0 0-202 0,0 3-116 16,2 0-75-16,0 0-49 0,-1 0-38 0,2 1-53 15,2 2-65-15,-2-2-42 0,0 0-21 0,0-2-16 0,2 0-9 16,0 0-4-16,0-2 0 0,1 0-3 16,0-2-5-16,-3 0 2 0,2-3 5 0,-2 0 4 15,1-3 4-15,-1 0 4 0,-2-1 7 0,-1-1 5 16,0 2-7-16,0-1 3 0,-3 1-1 0,2-1 2 15,-1 3-5-15,-1 1-3 0,-1-1 1 16,1 4-5-16,0-2-5 0,0 2-5 0,0 0-3 16,-2 2-2-16,2 2-4 0,2 0-2 0,-1 1 0 15,0 0 4-15,2 1 1 0,0 0-7 0,0 1-14 16,2-1-49-16,0 0-69 0,-1 0-106 16,1 0-178-16,-1 0-297 0,1 0-333 0,2 0-301 15,-2 1-174-15,1-1 237 0,2 0 654 0</inkml:trace>
  <inkml:trace contextRef="#ctx0" brushRef="#br0" timeOffset="118218.69">7867 17950 256 0,'6'2'836'0,"-3"0"393"16,-1-1 96-16,1-1-139 0,-3 1-370 16,2-1-272-16,-2 0-153 0,1 0-91 0,1 0-82 0,-2 0-85 15,0 0-56-15,0 0-35 0,0 0-22 16,0 0-12-16,0 0-8 0,2 0-12 0,-2 0-56 15,0-1-79-15,1 0-151 0,-1 1-275 0,0 0-308 16,2-2-376-16,1 2-295 0,0 0 28 16,2 0 662-16</inkml:trace>
  <inkml:trace contextRef="#ctx0" brushRef="#br0" timeOffset="119187.57">9018 17879 8 0,'2'0'487'0,"-1"0"505"0,-1 0 291 0,0 0 28 16,2 0-301-16,-2 1-285 0,1-1-215 0,-1 1-137 15,0-1-83-15,0 0-85 0,0 0-72 0,0 0-45 16,0 0-31-16,0 0-18 0,0 0-15 0,0 0-9 16,0 0-8-16,0 0-5 0,0 0-4 15,0 0-4-15,0 0-1 0,2 2-11 0,-2-2-29 16,3 0-68-16,-3 0-93 0,2 0-160 0,0 0-290 15,-1 0-324-15,5-2-353 0,-3 1-215 0,2-2 165 16,-2 0 654-16</inkml:trace>
  <inkml:trace contextRef="#ctx0" brushRef="#br0" timeOffset="119935.6">9946 17539 241 0,'2'-4'566'0,"-1"-1"319"0,-1 1 187 16,0-2-212-16,0 3-196 0,-3-2-135 0,3 1-88 15,-1 1-33-15,-1 0-36 0,2 0-42 16,0 2-36-16,0-1-34 0,-2 0-48 0,2 0-58 15,0 2-48-15,0 0-34 0,0 0-24 0,0 0-16 0,0 0-12 16,2 2-9-16,-2 2-4 0,2-2-4 16,-1 3 0-16,-1-1-2 0,3 0 0 0,-1 1 1 15,0-2-1-15,-1 2 1 0,2-4-6 0,-3 2-3 16,2 0 3-16,0-1 1 0,-2-1 0 0,1-1 2 16,-1 1 5-16,0-1 3 0,0 0-3 15,0 0-4-15,0 0-2 0,0 0 0 0,-1 0-4 16,1 0-7-16,0 0-33 0,-2 2-76 0,0-4-116 15,1 2-269-15,-2 0-297 0,-1 0-366 0,1 0-389 16,2 0-102-16,-3 2 533 0</inkml:trace>
  <inkml:trace contextRef="#ctx0" brushRef="#br0" timeOffset="121019.08">7110 17392 45 0,'1'-5'311'0,"1"1"219"0,-2 1 223 0,0 0 36 16,0 2-154-16,-2-1-104 0,2 2-64 0,-1 2-64 15,-1-1-77-15,0 3-59 0,1 2-54 16,-1 2-49-16,2 1-42 0,-1 4-39 0,1-1-21 16,1 4-29-16,-1 0-15 0,2 2-11 0,-1 2-6 15,1-1 1-15,0 4 1 0,-1-2 2 0,1 0-1 16,1-2 0-16,-1-1-35 0,-1 0-79 16,-1-2-124-16,0-3-169 0,-1-3-294 0,-1 0-281 15,-1 0-186-15,1-6 63 0,-1-1 370 0</inkml:trace>
  <inkml:trace contextRef="#ctx0" brushRef="#br0" timeOffset="121267.69">6939 17279 226 0,'5'1'442'0,"1"0"164"15,2 1 91-15,0 1-252 0,3 1-210 0,-2 1-111 16,4-2-56-16,1 1-29 0,1 0-13 16,0 1-10-16,3-2-3 0,-1 1 0 0,1 0 0 15,-1 0-2-15,-1-1 2 0,1 2-35 0,0 1-89 16,-4 0-276-16,-2 2-174 0,0 0-76 0,-3 1 26 16,-1 0 156-16</inkml:trace>
  <inkml:trace contextRef="#ctx0" brushRef="#br0" timeOffset="121436.54">7102 17748 182 0,'8'4'332'16,"1"-1"133"-16,1 0 35 0,2-1-189 15,0-2-122-15,1-2-72 0,2 0-36 0,0 1-32 16,3-3-22-16,1 1-3 0,3-2-9 0,-1-1-7 15,4 2-33-15,0-2-108 0,0 3-233 0,2 2-111 16,-1-1-23-16,1 4 66 0,1-2 131 0</inkml:trace>
  <inkml:trace contextRef="#ctx0" brushRef="#br0" timeOffset="121952.24">7927 17773 226 0,'-1'1'544'0,"-1"4"246"0,-1-3 128 16,3 1-184-16,-2 2-175 0,2 2-124 0,0 1-84 16,0 0-52-16,2 3-47 0,-2-1-59 0,3 2-62 15,-1 3-52-15,-1-1-34 0,1 2-17 0,2-1-13 16,-2 2-7-16,-1 0-5 0,1 0-2 15,0 0-1-15,-2 1-1 0,0-3-15 0,-2 3-66 16,0-2-122-16,-1-1-188 0,-3 2-288 0,2-3-266 16,-1-1-212-16,-2-3 49 0,-1-2 381 15</inkml:trace>
  <inkml:trace contextRef="#ctx0" brushRef="#br0" timeOffset="122169.56">7721 17787 272 0,'2'0'602'0,"0"0"236"15,-1 0 70-15,1 0-261 0,0 0-256 0,2 0-194 16,0 1-100-16,2-1-47 0,3 0-24 16,-1 0-7-16,3 0-7 0,3-1-1 0,-1 1-2 15,1 0-17-15,2 0-63 0,-2 1-118 0,-1 0-246 16,1 4-230-16,-3 0-160 0,1 1-19 15,-3 1 192-15,-3 1 290 0</inkml:trace>
  <inkml:trace contextRef="#ctx0" brushRef="#br0" timeOffset="122354.39">7845 18231 7 0,'6'2'204'15,"-1"1"98"-15,3-3 93 0,0-3-73 0,-2 1-142 16,4-3-105-16,-1 1-140 0,2-6-195 16,0 3-84-16,3 0 2 0,-2-2 52 0</inkml:trace>
  <inkml:trace contextRef="#ctx0" brushRef="#br0" timeOffset="123018.85">9023 17683 219 0,'0'2'429'15,"0"0"182"-15,0 2 93 0,0-2-168 0,1 4-107 16,-1 1-49-16,4 1-10 0,-1 2-1 0,0 2-17 15,3 0-36-15,-1 1-50 0,0 2-49 0,-1 1-50 16,3 0-41-16,-1 2-37 0,2-1-25 16,-2 2-22-16,-1-1-14 0,3 0-11 0,-3-4-10 15,2 3-6-15,0-4-5 0,-2 0-3 0,0-3-9 16,-2-1-35-16,-2-2-104 0,-1-1-142 16,-3 0-235-16,-2-2-274 0,-1-2-256 0,-1 0-129 15,-2-2 231-15,1-2 426 0</inkml:trace>
  <inkml:trace contextRef="#ctx0" brushRef="#br0" timeOffset="123292.27">8903 18062 260 0,'9'4'510'0,"-1"-4"247"15,0 1 204-15,0 0-164 0,0 1-154 0,1 0-115 16,-1-1-76-16,0 2-80 0,1 0-96 0,-1-3-99 16,0 2-63-16,0-2-37 0,3 0-29 15,-1 0-20-15,-2 0-14 0,4-2-4 0,-4 2-4 16,2-3-6-16,2 1 0 0,-2 1-1 0,1 0-21 16,1-3-27-16,-2 2-63 0,-2-2-126 0,1 3-184 15,-2-2-296-15,-1 1-250 0,-1 1-224 16,1 0 16-16,0-2 389 0</inkml:trace>
  <inkml:trace contextRef="#ctx0" brushRef="#br0" timeOffset="123545.29">8918 17679 346 0,'2'-2'716'0,"-2"1"246"0,3-2 37 16,-1 1-272-16,1 1-232 0,3-1-176 0,2-1-93 16,0-1-47-16,0 1-25 0,3-3-37 15,2 2-38-15,-1-2-37 0,1 1-21 0,3-1-8 16,1 1-4-16,-1-1-2 0,3 2-6 0,-3-1-29 16,1 2-107-16,-1-1-162 0,1 1-295 0,-2 3-255 15,0 0-238-15,0 0-73 0,2 1 312 0,-2 1 436 16</inkml:trace>
  <inkml:trace contextRef="#ctx0" brushRef="#br0" timeOffset="124119.45">9873 17283 139 0,'5'3'420'0,"0"1"199"0,1 1 166 16,-1 2-84-16,4 2-174 0,-1 3-92 15,0 0-13-15,0 3-16 0,0 2-52 0,0 1-67 16,-2 1-69-16,2 0-66 0,-3 0-67 0,3-1-40 16,-2 1-19-16,-1 0-16 0,0-2-4 0,-2 1-3 15,3-3-25-15,-3 1-81 0,-3 0-130 16,0-3-169-16,-3-1-293 0,0-1-270 0,0-1-192 16,0-1 85-16,-2-2 376 0</inkml:trace>
  <inkml:trace contextRef="#ctx0" brushRef="#br0" timeOffset="124355.02">9752 17304 273 0,'8'-2'487'0,"1"2"213"16,2 0 132-16,2 0-281 0,1 0-198 15,3 0-101-15,1 0-56 0,-1-1-67 0,4 1-53 16,-2-2-29-16,1 1-13 0,2 1-11 0,-1-2-4 16,0 2-5-16,-1 2-3 0,-4 1-75 0,1 1-129 15,-5 3-297-15,-2 3-209 0,-3 2-133 0,-2 2-1 16,-4 0 231-16</inkml:trace>
  <inkml:trace contextRef="#ctx0" brushRef="#br0" timeOffset="124535.96">9931 17762 199 0,'7'6'393'0,"0"-1"144"0,2-2 91 16,-1 0-259-16,6-3-176 0,-2 0-92 0,3 0-48 16,0 0-23-16,3-5-9 0,0 3-19 15,1-3-42-15,1 0-127 0,1 1-234 0,1 0-120 16,-2 1-25-16,1 0 77 0,1 0 152 0</inkml:trace>
  <inkml:trace contextRef="#ctx0" brushRef="#br0" timeOffset="139499.42">19749 3094 179 0,'2'0'324'0,"-1"0"126"0,-1-3-10 0,2 3-110 15,1 0-84-15,-3 0-58 0,1 0-29 0,1 0-14 16,-1 0-3-16,-1 0-7 0,0 0-8 16,0 0-5-16,2 0-8 0,-2 0-3 0,0 0-1 15,0 0 6-15,0 3 10 0,0-3 12 16,0 0 9-16,0 0 6 0,0 0 6 0,0 2 0 15,0-2-2-15,0 0-2 0,0 0-10 0,0 2-11 16,0-2-17-16,0 3-20 0,0-3-13 16,0 0-23-16,0 1-14 0,0-1-13 15,2 1 10-15,-1 0 12 0,-1 2 3 0,0 1 1 16,2-1-4-16,0 2 2 0,-1-3-17 0,1 4-9 16,-1-1-1-16,1 2-1 0,0 0-2 0,-1 1 13 15,2 0 17-15,-1 1 3 0,2 2-1 16,-4-1 5-16,4 2 2 0,-3-2-11 0,1 2-22 15,-1 0-6-15,3 1-12 0,-3 0-6 16,2 2 39-16,1-2 20 0,-1 2 14 0,0 1 0 16,0-1 6-16,2-1-5 0,-2 1-37 0,0 2-22 15,0-3-10-15,0 2-7 0,1 0-6 16,1 0 1-16,-2 2 0 0,1 0 9 0,1 1 19 16,0-2 6-16,-1 3 6 0,0-1 1 15,-1 0-1-15,0 0-7 0,2 0-16 0,-1 1-11 0,-1 0-4 16,1-1-2-16,-3 0-2 0,2 0-1 15,-1 0-4-15,1 1 3 0,1-3-1 0,-3 2 3 16,2 0-1-16,2-1 3 0,-4 1 1 0,2 0 1 16,1 0-2-16,-1 1-1 0,-1 1 2 15,1-2 0-15,-2 1-1 0,3 1-1 16,-3-1-1-16,1 0 1 0,-1 1-1 0,1 0 0 16,1 2 1-16,-2 0 2 0,-1 0 12 0,0 2 5 15,0 0 1-15,0 0 1 0,0 0 1 0,0 3-2 16,0-2-10-16,-1 2-6 0,1 0-4 15,0 1-1-15,-3-1 1 0,3 1-1 0,0 0 1 16,0-1 2-16,0-2-2 0,3 2 2 16,-3-3-4-16,0 1 0 0,1-1 1 0,1-1 0 15,-1 0 1-15,1-1 0 0,0 1 2 0,-1-2 1 16,3-1 0-16,-4 2 5 0,1-2 4 0,2-1 4 16,-3 3 1-16,2 0 1 0,0-1 0 15,-1 2-5-15,-1-1-5 0,2-1-4 0,-2 2 0 16,1 1 1-16,-1-2 1 0,0 2 2 15,0 0 1-15,0-1 0 0,0 2-1 0,0-3-1 16,0 3-4-16,0-3-1 0,2 3-1 0,-2-2 0 16,0 0-1-16,2 2 1 15,-2-2 2-15,2 1-1 0,0 0 1 0,0 1-1 0,-2 1-1 16,1 1 2-16,1 0-2 0,-1 0 0 16,3 1 0-16,-3 0 0 0,1 1 0 0,-1-1-1 15,3 1 1-15,-3-1-1 0,2-1 0 0,-1 1 0 16,1 1 1-16,2 0 1 0,-4 0 2 0,1-1 2 15,-1 3 2-15,1 1 1 0,0 2 2 16,-1-1 0-16,-1-1 0 0,0 3-1 0,0 3 0 16,0 0 0-16,2 3 0 0,-2 0-2 15,1 1-2-15,-1 1 0 0,4 3-2 0,-3-3-2 16,3 2-1-16,-3-2 0 0,5 3-1 0,-1-3-1 16,0 0-2-16,-1 0 1 0,1 0 1 15,2-2 0-15,0-4-1 0,0 3 2 0,-1-3 0 16,1-1-1-16,-3-1 1 0,2 0 0 15,-1-2-2-15,0 0 1 0,-2-1-1 0,-1 1 0 16,-2 2-3-16,0-1-2 0,-2 2-4 16,-1-1-4-16,-2 2-8 0,0-1-11 0,-2-2-13 15,2-4-26-15,-2-4-60 0,3-6-67 0,-3-7-115 16,0-9-171-16,0-5-299 0,1-11-322 16,-1-10-251-16,1-12-137 0,-1-11 333 0,-3-13 595 15</inkml:trace>
  <inkml:trace contextRef="#ctx0" brushRef="#br0" timeOffset="140352.6">19678 3407 96 0,'-2'-4'379'16,"2"3"258"-16,-1 0 243 0,-3-2-28 0,1 1-144 15,2 2-114-15,-1-2-94 0,-1-4-93 0,2 3-89 16,-1-3-69-16,2 2-62 0,2-4-12 0,-1 1-2 16,4-2-2-16,-4-4 5 0,6-2-9 15,-1-2-13-15,2-5-30 0,4-5-24 0,1 1-23 16,1-6-19-16,1-3-10 0,2 0-7 15,1-3-14-15,-1 1-10 0,0-1-3 0,1 1-3 16,-2 2-1-16,-1 1-2 0,-3 3 4 0,0 6 7 16,-3 3 6-16,-2 4 6 0,-1 3-4 0,-1 3-2 15,-2 4-2-15,0 4-5 0,-3 4-1 0,2 6-1 16,-1 7-3-16,-1 4-2 0,0 5-1 16,2 5-1-16,0 5-6 0,-1 1-4 0,4 5 0 15,0 0 0-15,2 1 1 0,1 2 2 0,4-2 1 16,-2-1-7-16,3 0-3 0,0-2-3 0,4-1-8 15,-1-2-15-15,1-1-41 0,2-3-66 16,-3-1-90-16,1 0-165 0,-2-2-292 0,0 2-322 16,-2-1-324-16,3 0-185 0,-3 1 178 0,0 1 649 15</inkml:trace>
  <inkml:trace contextRef="#ctx0" brushRef="#br0" timeOffset="142465.87">19877 7219 36 0,'-1'2'379'0,"-2"-1"291"15,-1-1 231-15,1 2 54 0,-2-2-373 0,4 0-223 16,-1 0-111-16,0 0-99 0,2 0-70 0,0 0-37 16,0 0-23-16,4 0-8 0,-3 0 40 0,4 0 47 15,3 0 23-15,1 0 13 0,1 1 3 16,1 1 34-16,5-1-24 0,-2 0-37 0,3 4-16 15,1-3-2-15,4 4 6 0,0-4-28 16,3 3-16-16,-1 3-3 0,6-2-7 0,0-2-13 16,6 3-12-16,1-2-4 0,1 1-1 0,2-1-9 15,0 1-1-15,2-2-1 0,0 0 10 16,6 1 47-16,-4-3 24 0,5 4 16 0,0-1 8 16,0-3 3-16,3 2-12 0,-3 0-42 15,7 0-19-15,-3-1-8 0,4 2-11 0,2 0-5 16,1-1-4-16,0 1-3 0,-1 2-3 0,1-1-8 15,1 0-2-15,1-1-4 0,-2 1 4 0,2 0 0 16,-1-1 3-16,1 0 46 0,6-2 29 16,0-3 13-16,1 0 2 0,4-2 0 0,5-2-7 15,-4 0-36-15,7-1-25 0,-4-3-10 16,2 2-5-16,3-1-2 0,1-1 4 0,0 2 0 16,3-1 0-16,-1 1 1 0,-1 1-6 15,1 2-3-15,1 0-5 0,-3 3 3 0,-2 0 1 0,1 3 1 16,0 0 4-16,-1 0 2 0,3 2 3 15,-5-1-4-15,3 2-1 0,0 0-2 16,-4-2-4-16,3 3-1 0,1-2 2 0,-5 0 3 16,4-1 2-16,-2 0 1 0,2 1 4 0,1-3-2 15,-1 3-2-15,-1-2-3 0,-1 3-2 0,0 0-3 16,0 0 0-16,-4 1 1 0,1 1 2 16,-2 1 2-16,0-1 0 0,0 2 2 0,1-1-2 15,-2 0 1-15,1 1-2 0,-5-1-1 16,3 0-1-16,-2 0-1 0,-1-2 2 0,-5 2 2 15,3 0-1-15,-4-2 1 0,2-1 1 0,-2 0 1 16,3 2 0-16,-1-4-3 0,0 3-1 0,-2-1 1 16,1-1 0-16,-3 1 1 0,-1 1-1 15,0 0 0-15,-3 1 2 0,-1 0 0 0,-1-1-1 16,-1 3 0-16,-1-2 0 0,-2 3 0 16,1-2 0-16,2 0 2 0,-3 2 1 0,1 0-1 15,-2 0 0-15,0-1 2 0,-1-1-2 0,-1 2-3 16,-2-1-1-16,2-1 1 0,-4 1-2 0,1-3 0 15,0 1 2-15,-3-1-1 0,1 1 2 16,0-1 0-16,-1 0 3 0,2 1 0 0,-3-2 1 16,1 1 0-16,3-1 0 0,-2 0 0 0,1 0-2 15,-1 1-1-15,0-3-1 0,2-1 0 16,-1 0 0-16,-3 0-1 0,2-1-1 0,0-2-2 16,-1 2-1-16,0-2 1 0,2 0 1 15,-5 0 0-15,3 0 3 0,-2 0 1 0,0 0 1 16,1 0 2-16,0 0-1 0,-1 0 2 0,1 0 0 15,1 0 1-15,0 0-2 0,-3 0 0 16,4 0 0-16,-4-2-1 0,1 1-3 0,1 0-2 16,-1-1 1-16,-2 1-3 0,0 1-2 0,-1-2 0 15,1 1 0-15,0 0-1 0,0 1 2 16,2-2 3-16,-4 0 3 0,1 2 0 0,1 0 4 16,-2-1 1-16,2 1 0 0,-2-1 1 15,1-1-2-15,-1 2 0 0,0-3-2 0,2 3-1 0,-3-2 0 16,0 1-2-16,-2-1 1 0,0 1 0 15,-1 1 0-15,-1-2-1 0,-1 2 0 16,1-1-1-16,-5 1-1 0,1-1 2 0,0 1-3 16,-3 0 1-16,1 0-1 0,0 0 0 0,1-2 0 15,-1 2-3-15,-3 0 3 0,4 0 0 0,-3 0 0 16,1 0 2-16,-3 2 2 0,2-2 2 0,1 1 1 16,-1 0 1-16,-2-1 0 0,3 2-1 15,0-1 1-15,-1 1 1 0,0 1-4 0,2-2 2 16,-2 1-7-16,3 0 2 0,-3 0-4 0,1 0-6 15,2 0 0-15,-1-1-1 0,0-1 4 0,-1 0 4 16,0 0 10-16,-1 0 4 0,3-1 4 0,-1-1 10 16,0-1 7-16,-1 0-3 0,1 0-2 15,2-2-3-15,-2 1-1 0,0-1-9 0,1 0-6 16,-2 2-3-16,-1-2-2 0,3 0-2 0,-3 1 0 16,0-2 0-16,-3 3 1 0,2 0 1 15,-3-1 1-15,2 3 1 0,-2-1 0 0,0 1-1 0,-2 0 0 16,-1-1-2-16,1 1 1 0,-2 1 1 15,0-2 0-15,-2 1 0 0,1 1-1 0,-3-1 1 16,2 1 0-16,-4-2-2 0,-1 0-1 0,0 2 0 16,0-1 1-16,-3 0 0 0,0 1 0 15,-2-2 1-15,-2 2 1 0,1 0 0 0,0 0 3 16,-2-2 8-16,0 2 5 0,0-1 0 0,-2 1 2 16,0 0 0-16,1-2-5 0,-2 2-8 0,-2-1-5 15,-2 1-6-15,0 0-4 0,-1-2-8 16,0 2-10-16,-5 0-20 0,2 2-37 0,-3-2-62 15,-2 1-59-15,0 1-53 0,-3-1-74 0,-1 1-102 16,1-2-86-16,-2 2-58 0,1-1-118 0,2 0-241 16,-1 1-133-16,3 0 73 0,1-2 243 15,2 0 312-15</inkml:trace>
  <inkml:trace contextRef="#ctx0" brushRef="#br0" timeOffset="142766.6">30868 7707 25 0,'4'-15'163'0,"2"1"58"0,-1-1-3 0,-2 1-26 16,2-2-23-16,0 1 1 0,0 1 23 0,-4 1 29 15,4 3 34-15,-2-1 17 0,-2 4 20 16,1-1 23-16,0 2 25 0,-2 1 24 0,1 3-3 16,1-2-25-16,0 2-49 0,-2 2-62 0,1-2-66 15,1 2-16-15,-1 2-10 0,4 3-10 0,0-2 0 16,1 6 10-16,0-2 18 0,1 0-12 0,1 2 17 16,3 3 9-16,0-1 2 0,-2 1 16 0,4 1-13 15,-2 1-21-15,0-1-21 0,2 2-20 0,0-1-14 16,-1-1-26-16,-1 1-16 0,-1-1-8 15,2-1-17-15,-4 0-10 0,2 0-5 0,-3-2-4 16,-2-2 0-16,0 1 5 0,0-1 5 16,-4 0 3-16,1-3 0 0,-4 1 1 0,1-1-3 15,-2 1-6-15,-2 0-7 0,-2-2-4 0,-3 1-4 16,-2 1-6-16,-3-1-26 0,-5 1-61 0,-2-1-69 16,-4 0-117-16,-1 2-206 0,-3-1-309 15,0 0-324-15,0 2-250 0,0-1-115 0,0 2 376 0,1-2 630 16</inkml:trace>
  <inkml:trace contextRef="#ctx0" brushRef="#br0" timeOffset="143282.75">30866 8374 283 0,'6'0'849'15,"2"-2"331"-15,-2-2 3 0,1-1-193 16,2-1-457-16,7-2-262 0,0 0-129 0,4-2-52 16,2 1-25-16,7-3-10 0,-1 1-6 0,4-1-7 15,1 3-5-15,0-1-14 0,1 2 1 0,-1 4 3 16,-3-1 22-16,-3 4 49 0,-5 4 59 0,-3 0 43 16,-4 4 13-16,-6 5-10 0,-6 1-24 15,-6 6-42-15,-6 2-43 0,-4 2-34 0,-4 5-23 16,-3 1-12-16,-3 4-2 0,-3 1-2 0,4 3-5 15,-3 1-3-15,3-1-1 0,1 4 0 0,-1-2-6 16,3 2-2-16,3 0-2 0,0-2-2 0,3-1-2 16,4 1 0-16,1-5 0 0,3-4 0 15,5-4-1-15,4-5 1 0,2-3-2 16,5-5-15-16,3-7-40 0,7-3-67 0,1-4-58 16,-1-6-78-16,5-2-130 0,4-5-153 0,-1-2-151 15,2-2-142-15,-1 0-228 0,2-2-108 0,-3 0 164 16,-1-2 352-16,-1 1 330 0</inkml:trace>
  <inkml:trace contextRef="#ctx0" brushRef="#br0" timeOffset="143593.25">31466 8781 4 0,'20'-11'241'0,"-1"5"217"16,-7 2 238-16,2 6 76 0,-6 2-71 16,-1 5-107-16,0 1-88 0,-3 6-72 0,-1 2-63 15,-2 4-64-15,1 0-45 0,0 2-6 0,1 2 6 16,2-1-1-16,-2 3-5 0,2-5-17 0,2 1-27 16,0-3-48-16,1-4-47 0,1 1-36 0,4-6-21 15,0-3-13-15,2-5-3 0,1-5-2 16,3-4 0-16,1-5-1 0,1-4-4 0,3-6-2 15,1-2-4-15,2-5-3 0,0-2-4 0,-2-6-3 16,4-2-6-16,-6 0-4 0,3-1-2 0,-8 0-5 16,-2-1-2-16,-4 0-2 0,-3-1-1 0,-6 5 0 15,-5-1-1-15,-7 2-1 0,-2 2 0 16,-5 6 0-16,-4 2 0 0,-4 5-1 0,-1 6 1 16,-4 5 1-16,2 3 0 0,-1 6 1 0,1 5-1 15,-2 3-3-15,3 2-7 0,-1 3-13 0,3 1-18 16,2-1-37-16,3 3-65 0,0 0-61 0,1-2-82 15,4-2-142-15,2 0-222 0,0-2-279 16,3-2-217-16,3-1-188 0,1-2 62 0,2-3 481 16</inkml:trace>
  <inkml:trace contextRef="#ctx0" brushRef="#br0" timeOffset="143798.94">31577 8511 509 0,'5'1'1220'0,"0"0"301"15,-2 4-178-15,2 1-329 0,-1 0-419 0,4 3-209 16,5 1-146-16,0-3-74 0,2 2-39 16,5-2-25-16,0-1-33 0,3 0-23 0,4-2-19 15,-3 1-10-15,5-2-7 0,-2 2-2 0,-1-5-5 16,0 4-1-16,-3-2-3 0,-2-1-16 0,-4 1-60 16,-2 0-67-16,-4-2-111 0,-7 1-190 15,0 0-306-15,-8 1-337 0,0 0-265 0,-6-1-145 16,-2-1 328-16,-9-1 631 0</inkml:trace>
  <inkml:trace contextRef="#ctx0" brushRef="#br0" timeOffset="145126.42">20321 2374 172 0,'0'-7'388'0,"-1"-3"186"0,-1 2 162 16,2 3-151-16,-2-2-107 0,2 2-6 15,0 2-6-15,0 0-24 0,0 2-51 0,0-1-69 16,0 2-61-16,0 0-75 0,2 2-50 0,1 4-18 16,1 1 13-16,0 5 5 0,3 7-17 0,0 1-5 15,0 4-16-15,1 2-26 0,-2 2-38 0,5 1-21 16,-3-2-3-16,2 0-8 0,-2-2 2 0,1 1-1 15,-1-2-3-15,0-3 12 0,1 2 5 16,-3-4 4-16,1-1-5 0,-2 0-36 0,0-2-38 16,-4-2-95-16,-1-1-148 0,0-3-221 0,-1 0-304 15,-3-3-262-15,-1-5-218 0,1 1 83 0,-4-3 467 16</inkml:trace>
  <inkml:trace contextRef="#ctx0" brushRef="#br0" timeOffset="145377.62">20163 2263 49 0,'3'1'471'16,"1"-1"324"-16,0 0 182 0,1 0 41 0,3 0-320 16,5 2-225-16,-1-2-122 0,6 3-51 0,-1-3-24 15,5 2-42-15,0-2-38 0,3 4-44 0,0-1-25 16,1 1-27-16,3 0-24 0,1-1-23 0,-2 2-19 15,2-1-14-15,-3 0-14 0,2 1-7 16,-4-1-3-16,-4 1-3 0,-1 0-38 0,-4 3-48 16,-5 0-116-16,-5 1-179 0,-2 2-295 0,-8 2-291 15,-4 0-245-15,-6 2-112 0,-5 1 358 0,-5 2 524 16</inkml:trace>
  <inkml:trace contextRef="#ctx0" brushRef="#br0" timeOffset="145566.75">20114 2953 238 0,'5'21'454'16,"4"-3"237"-16,-1-3 156 0,5 1-192 0,1-1-131 15,4-2-43-15,1-1-20 0,-2 0-70 16,5-4-59-16,0 3-69 0,3-4-77 0,2-1-62 16,1-2-49-16,0-1-32 0,2-3-22 0,2 0-13 15,-1-3-5-15,4 1-7 0,-4 0 0 16,-1-2-20-16,-4 2-71 0,-2-3-133 0,-2 5-228 15,-5 0-277-15,0 5-270 0,-4-2-211 16,-4 6 88-16,0 1 435 0</inkml:trace>
  <inkml:trace contextRef="#ctx0" brushRef="#br0" timeOffset="151166.94">20658 6467 55 0,'2'0'262'0,"-2"0"143"0,0 2 86 16,0-2-63-16,0 0-104 0,-2 0-91 16,0-2-57-16,2 2-29 0,-3-1-16 0,2 0 7 15,-4-1 9-15,2-1 14 0,0 0 24 0,-2 0 23 16,0 0 16-16,0 2 11 0,1-2 6 0,-2 1 14 16,3 1-10-16,-1-1-20 0,-1 1-20 15,4-1-26-15,-1 1-29 0,1 1-43 16,-1-2-31-16,2 2-24 0,-2 0-25 0,2 0-11 15,0 0-9-15,2 0-2 0,0 0-5 0,-1 3 0 16,2-1 2-16,1 1-5 0,1 1 1 0,2-1-2 16,-1 2 4-16,4 0-4 0,1 0 5 15,3 0 8-15,-1 1 1 0,4 1 6 0,1-5-3 16,-1 4 4-16,4-1 2 0,-1-3 8 16,2 2 24-16,2-2 11 0,0 0 5 0,0-2-1 15,1 0 3-15,0-2-8 0,2 0-24 0,0-4-14 16,1-2 42-16,1 0 32 0,-4-4 11 15,4-1 0-15,-1-2 0 0,-3-2-2 0,2-1-40 16,-2-2-29-16,1 0-16 0,-5-2-9 16,2 1-5-16,1-1-2 0,-5 1-5 0,3 0-2 15,-2-2 16-15,0 1 6 0,0 1 8 0,0-1 5 16,-2-1 2-16,2 1 2 0,-1-4-16 0,1-1-7 16,-2-3-6-16,2-2-3 0,-2-1-3 15,3-4 0-15,-2-1 2 0,1-6 0 0,-1-4-1 16,1 0-2-16,-2-5-1 0,3-3 0 0,-5-1 0 15,1-5 0-15,-1-3 2 0,-2-2 3 16,-1-4 2-16,-2 2-7 0,0-2 1 0,-3 0 0 16,-2 1-2-16,-2 0-5 0,-3 0-1 15,2 6 8-15,-3-1 0 0,0 3-8 0,0 2 0 16,0 2-1-16,0 3 2 0,0 3 2 16,0 3 0-16,3 1 7 0,-1 4 2 0,1 1 4 0,0 5-1 15,2 1-2-15,1 4-3 0,2 1-2 16,1 1-2-16,3 1 1 0,2 2 0 0,0 2-1 15,3-1 2-15,3 5-1 0,2-3 2 16,0 6-2-16,-1-2 1 0,4 2 0 0,-3 2-3 16,1 2 2-16,-2 3 0 0,1 0 0 15,0 2-1-15,-3 4-1 0,0 1 8 0,-3 0 5 0,1 4 0 16,-4 1 3-16,3 1 2 0,-5 4 2 16,3 0-3-16,-3 1-11 0,-1 4-3 0,1 3-4 15,-2 2 0-15,-2 3 3 0,0 3 2 0,1 4 8 16,-3 3 5-16,0 5 3 0,-2 3-1 15,0 4-3-15,1 6-2 0,-3 4-1 0,4 4 3 16,-4 4 0-16,6 5 4 0,-3 4 1 16,4 3-2-16,2 2 2 0,-1 3-7 0,3 2-3 15,0 1-6-15,2 0-3 0,0-2-3 0,1-1 0 16,2-3 2-16,-3-1 1 0,5-4 3 16,-3-1 1-16,1-1 3 0,1-2-2 0,2-2 1 15,-1-1-2-15,-3-3 0 0,1-1-1 16,1-4-3-16,-1-1 0 0,-2-1-2 0,0-3 0 0,0 0 0 15,0-3 2-15,-2-2 2 0,1-4-1 16,-1 2 3-16,-2-2-1 0,2-3 1 0,-2-2 0 16,0 0-2-16,-2-2 1 0,-1 0-1 15,2-3 0-15,-3 1 0 0,2-4-2 0,-1-1 1 16,-4-4-1-16,5 1 0 0,-4-3 0 0,0-2-1 16,2-3 2-16,-3 0-2 0,6-2 2 15,-4-3 0-15,0 0-1 0,2-1 0 0,2-1-2 16,-2-2 2-16,0 0-1 0,1-2 0 15,4 0 1-15,-2 0 1 0,1-1 0 0,3-1 0 16,-1 1 0-16,0-1 0 0,3 0-1 0,-1 0-1 16,2 2-1-16,-2-2 0 0,2 2 1 15,-2-2-1-15,3 1 0 0,2-1 1 0,-4 0-1 16,4 0 2-16,1-1-2 0,-3-1 2 16,3 0 0-16,0-2 2 0,0 1 0 0,4-3 1 15,-1 2-2-15,2-4 1 0,-1 1 0 0,1 1 0 16,3-1-2-16,-1-2 2 0,1 1 0 0,5 1 0 15,-4 1 0-15,2 0 0 0,2 0-1 16,-1 4 0-16,0-1-2 0,1 1 0 0,0 4 0 16,0-1 0-16,3 2-1 0,-4 2 1 15,4-1-1-15,1 2 0 0,1 0 3 0,0-1 0 16,1 1 2-16,5-4 1 0,-2 1-2 0,5-1 2 16,1-2-1-16,0-2-1 0,3-1 0 15,-2 1 0-15,0-1-1 0,-1-2 0 0,1 0-1 16,-2-1-2-16,-1 2 0 0,1 0 1 0,-5-1-2 15,2 2 3-15,-3-1 1 0,-1-1 1 16,-1 2 1-16,-1-3 0 0,1 2-1 0,0-2-1 16,-1-1 1-16,0-1 0 0,2-3 0 15,0-1 0-15,-1-1 1 0,4-4 0 0,-6-4-1 16,5-2-1-16,-2-2-2 0,-3-6 1 16,4 1-1-16,-4-4 2 0,-2-3-1 0,-1-1 2 15,-1-3 0-15,-2-4 1 0,-3-2-2 0,-2-1 1 16,-4-4-2-16,0-2 1 0,-4-2-1 0,0 0 0 15,-3 0-1-15,-3-1-1 0,0 3 2 16,-1 2 0-16,-1 3 0 0,-2 3 2 0,-2 4 1 16,-1 3-1-16,0 3 0 0,0 4-2 15,-3 6 0-15,1 1-1 0,0 6 0 0,1 2 0 0,-1 4 0 16,0 2-1-16,-1 2 1 0,3 3 1 16,-1 3-2-16,3 1 2 0,3 4-1 15,2 3 1-15,-2 2 0 0,6 3 0 0,-1 1 0 16,4 4-1-16,-2 2-1 0,5 1 2 0,-2 2 0 15,1 0 0-15,0 3 0 0,-1 1 2 0,0 0 1 16,0-1 0-16,-5 3 0 0,4 3 1 16,-5-1 0-16,-1 4 0 0,0-1 1 0,-1 3 1 15,-5 1 4-15,1 1 2 0,-1 1 2 16,-2 3 2-16,-3-1 3 0,1 1-1 0,2 1-1 16,-1-1-4-16,0 1-3 0,0-4-3 0,3 2-3 15,1-4-1-15,3 0-2 0,3-1 0 0,0-3 0 16,3-1 0-16,1-3 0 0,6 0 0 15,-3-2 0-15,6-2 1 0,-1-2 0 0,4-1 1 16,1-2 0-16,2-3-1 0,1 0 1 0,2-2-1 16,5-1 0-16,-2 1-1 0,3-5 1 15,-3 1-1-15,4 0 0 0,-1-3-1 0,-1-1-1 16,-1-1 1-16,-1-1-1 0,2-3 1 0,0 0-1 16,-4-3 0-16,-1 0 0 0,0-3 1 15,-2-1 1-15,1-2-1 0,-2-3 2 0,-1 0 0 16,1 0 0-16,-1-4-1 0,-3 2 0 15,-1-3 0-15,2 1 0 0,-2-1-1 0,-2-1-1 16,-1 2 1-16,0 0-1 0,-4 3 0 0,0-2 1 16,-3 3 0-16,1 0 0 0,-3 3 0 15,-3 2 0-15,0 0-1 0,-2 2 1 0,0-1 0 16,1 1 0-16,-1 2 0 0,-2-2 0 0,3 3-1 16,-2-2 1-16,0 0 0 0,-1 1 1 15,0 0-1-15,2 0 0 0,-4 0 1 0,3-1 0 16,-2-1 0-16,0-1-1 0,0 0 2 0,0-2-1 15,-2-3 1-15,2-2-1 0,-1-1-1 16,1-3 1-16,0-3 0 0,-1 0 0 0,-1-3 0 16,0-1 1-16,-2 0-1 0,2 0 1 15,-2 2-1-15,1-2 0 0,-3 4 0 0,0 2 0 16,-1 2 0-16,0 4-1 0,1 1 0 0,-2 4 0 16,0 1-1-16,-1 2 0 0,1 4 1 15,-1 4 0-15,3 2 1 0,-1 3 0 0,-2 2 0 16,3 3 0-16,-1 3 0 0,2 1 0 0,-1 3 0 15,1 1 1-15,0 2-1 0,-1 3 0 16,5 1 1-16,-2 4 0 0,1 0 1 0,0 1 1 16,2 1 2-16,2 1 0 0,-1-1 2 15,3 1-1-15,1-2 0 0,0 0-2 0,3 0 1 16,1-1-1-16,2-3-1 0,2 1 1 0,2-3-1 16,2 0 2-16,3-2-2 0,4-3 0 15,0-3 0-15,4-1 0 0,3-5 0 0,2-2-1 16,4-2 2-16,3-3-1 0,2-1 0 15,4-5 3-15,3 0 1 0,4-5 2 0,4-1 1 16,2-1 1-16,4-3 0 0,8-1-1 0,-1-4-3 16,3 0-2-16,2-2-4 0,0 0 0 0,4-1 0 15,-2 0-1-15,-3 1 0 0,1 1 0 16,-5-1 1-16,-2 3-3 0,-4 1-4 0,-7 4-6 16,-6 1-11-16,-5 4-14 0,-9 1-23 0,-5 3-54 15,-11 0-78-15,-7 3-140 0,-9 1-247 0,-5 2-315 16,-8 0-381-16,-7 1-322 0,-8-1-53 15,-9-2 619-15</inkml:trace>
  <inkml:trace contextRef="#ctx0" brushRef="#br0" timeOffset="152247.54">21977 6719 224 0,'4'-6'715'16,"0"2"405"-16,-1-2 102 0,-2 1-227 0,1 1-292 15,0 1-155-15,-1 2-106 0,1-1-79 16,0 0-57-16,-2 1-44 0,1 1-55 0,1 0-66 16,-1 0-53-16,-1 0-27 0,0 3-5 15,5 0-1-15,-2 2 1 0,0 3 3 0,2 4 1 16,-2 1-3-16,0 2-9 0,2 1-8 0,-2 3-8 15,2 1-6-15,-4 3-5 0,2-3-6 16,1-1-4-16,-3 2-3 0,3-5-2 0,-1-3-4 16,0-1 0-16,0-1-2 0,2-7 0 15,-1 1 0-15,1-4 0 0,0-4 0 0,1-4-1 16,1-10 2-16,0 1 0 0,1-6 1 0,-3-4-1 16,2-2 2-16,-4 0 1 0,0-2 0 0,-3 1 0 15,-2 2-1-15,-2 1 2 0,-1 1-3 16,-2 4 1-16,-1 3-2 0,1 3 0 15,-1 4-2-15,1 5-2 0,-1 5 1 0,-1 4-2 16,1 6-1-16,2 4 1 0,-1 8-2 0,1 0 0 16,3 3-10-16,3 3-15 0,0 2-34 15,5-4-70-15,2 1-94 0,3 1-181 0,1-5-286 16,3-1-339-16,4 1-374 0,2-5-219 0,6-1 179 16,4-2 738-16</inkml:trace>
  <inkml:trace contextRef="#ctx0" brushRef="#br0" timeOffset="153081.59">26145 6703 188 0,'0'-6'703'16,"-4"0"420"-16,3 0 106 0,-3 2-162 15,1 1-300-15,2 0-192 0,-2 3-152 0,1 0-88 16,-1 4-55-16,-2 2-47 0,1 5-63 16,-1 2-53-16,-2 2-26 0,1 3-22 0,2 3-13 15,-1 0-12-15,0 2-12 0,2-2-9 0,1-1-8 16,2-1-4-16,2-2-4 0,-1-3-2 0,3-2-3 15,0-3-1-15,3-3 1 0,2-3-1 16,2-6-1-16,0-5 0 0,7-2 3 0,-2-6-1 16,1-6 0-16,2-3 1 0,-3-2 2 15,-1-4-1-15,-2 2 1 0,-3 1-1 0,-1-1 4 16,-4 2 5-16,-2 3 6 0,-3 3 7 0,-2 3 3 16,1 3 2-16,-4 5-2 0,-3 4-7 15,2 5-6-15,-4 3-8 0,-1 6-3 0,-1 7-5 16,-1 4-3-16,0 6 0 0,1 1-1 0,4 4-3 15,2 2-4-15,2-1-14 0,4-3-41 16,6 3-83-16,2-4-148 0,4-5-267 0,5 1-315 16,2-4-390-16,3-1-377 0,3-5-14 0,5 0 694 15</inkml:trace>
  <inkml:trace contextRef="#ctx0" brushRef="#br0" timeOffset="153696.85">27645 6576 284 0,'5'3'839'0,"-2"0"346"0,-1 0 13 15,-1 1-212-15,1 4-387 0,-2 1-180 16,1 1-82-16,1 2-38 0,1 2-33 0,-1 1-32 16,1-2-38-16,0 2-65 0,1-2-42 15,0 0-29-15,1 0-19 0,-1-1-7 0,1-3-5 0,2 0-4 16,2-3-10-16,-1 0-7 0,1-5-1 16,2 1-3-16,-3-4 0 0,4 0 9 15,-3-3 3-15,-1-1 10 0,-2 0 5 0,-1 0 8 16,0-1 8-16,-2 1 3 0,0 1 0 0,-3-1-5 15,0 1-5-15,-3 3-7 0,0 0-10 16,-2 2-9-16,0 0-7 0,-1 4-4 0,-1 2-3 16,-2 3-1-16,-1 2-2 0,2 3 0 0,-2 2 0 15,2 1 0-15,0 6 1 0,1-3 0 0,2 4 2 16,-1 1-2-16,3 0 2 0,2 1-1 16,1-1-2-16,3-1-2 0,4-2-14 0,0 0-24 15,1-6-58-15,3-1-70 0,0-5-111 16,0-1-190-16,0-4-297 0,3-4-328 0,1-1-268 15,-1-3-155-15,-3-5 308 0,1 1 644 0</inkml:trace>
  <inkml:trace contextRef="#ctx0" brushRef="#br0" timeOffset="155726.95">20837 7036 131 0,'-6'0'389'15,"1"-1"209"-15,0 1 145 0,3 0-128 0,1-1-193 16,-1 1-106-16,2 0-56 0,0 1-52 0,0-1-35 15,0 1 3-15,3 1 31 0,-1-1-6 16,1 4-13-16,2 0-9 0,3-1-8 0,0 0-34 16,1-1-34-16,4 0-12 0,0 0-6 15,5-3-9-15,2-3-3 0,2 0-6 0,1-1-25 16,6-1-18-16,-1-1-10 0,1-1-6 0,4 1-2 16,-3 0-5-16,1-1-1 0,1 1 0 15,0 2-2-15,-1-1-1 0,1 3 1 0,-1 0 2 16,0 4-5-16,-3-1 0 0,-2 5-1 15,-1 2 0-15,-2 3 1 0,-1 2 3 0,-4 2 2 16,-1 0-3-16,-1 2 1 0,2 2 1 0,-6 0 0 16,2 1-2-16,-1-3-2 0,3 0 10 15,-3 0 0-15,2-4 2 0,-2-1 1 0,4-5 1 16,1-2 1-16,2-3-8 0,4-7 3 16,0-2-3-16,4-4 0 0,4-2 4 0,1 1-1 15,3-4-3-15,1 3-1 0,-2 3 1 16,1-1 0-16,-3 4-2 0,1 2 0 0,-4 4 0 15,-2 2 0-15,-3 4 0 0,0 2-1 0,-4 2-4 16,0 3 2-16,-3 1 2 0,-1 3 1 16,0-1-1-16,-3-1-1 0,3 2 2 0,-1-2-3 15,2-1-3-15,-1-1-1 0,4-3 0 16,-3 0-3-16,6-3 0 0,-1-2 6 0,2-2 4 16,2-2 0-16,1 0 5 0,2-3 4 0,2-4-1 15,1 3-1-15,0-1-4 0,5 0 3 16,1-3-2-16,-1 2 1 0,4 0 0 0,-3 1-4 15,4-1-2-15,-4 1-3 0,3-1-4 0,2 1 1 16,-5 1 0-16,3 1 0 0,0 0-1 0,-2-1 1 16,-2 4 5-16,1 0 3 0,-3 2 0 15,1 1 4-15,-2 2 4 0,0 1 3 0,-1 2-4 16,2 0-1-16,-2 1-2 0,0 2 0 16,0-1 0-16,0 2-5 0,3-1 2 15,-1-2-5-15,4 2-1 0,-2-5 0 0,0-2-2 0,1-1-1 16,5-3 2-16,-2-3-1 0,3-3-1 15,1-3 1-15,1-2-1 0,0 1 5 0,1-4 2 16,0 2 4-16,3-1 4 0,-4 0-5 16,0 5 2-16,2 0-4 0,-4 2-1 0,-2 3 1 15,-3 3-1-15,0 2 0 0,-2 1-1 0,-3 1 1 16,-1 2 0-16,1 1-2 0,-3-1 0 16,1 2 2-16,-1 0-3 0,-1-4-4 0,3 3-3 15,-3-3 7-15,2 0 1 0,1-1-1 0,-1-3 2 16,0 0 3-16,4-3 7 0,0-1-4 15,3-2 3-15,0-2 0 0,2-1-2 0,1-3 2 16,0 0-2-16,2 0-2 0,-2 0-3 0,1 0-3 16,-3 2 1-16,2-1-2 0,-2 3-3 15,-3 1-1-15,-1 2 0 0,-2 4 0 0,-2 1-3 16,-5 3 3-16,1 2 2 0,-3 1-2 16,0 5 4-16,-4-1 1 0,-2 2 2 0,2 1-1 15,-1 1 3-15,-2 0 4 0,2-1-1 0,-3-1-1 16,3 0 1-16,3-4-1 0,1-2-3 15,0 1 0-15,4-4 3 0,1-3-1 0,1-2 1 16,2 1-1-16,1-4-2 0,1 1-2 16,-1-3 0-16,1 2-2 0,0-1 0 0,-2 1 2 15,1 1 2-15,-3-1-1 0,2 4-3 16,-4-1-2-16,-1 1 1 0,2 2-5 0,-1 1-2 16,-2 1 6-16,1 1 2 0,-1 2 2 0,0-1 3 15,-1 2 6-15,1-1 2 0,3 2-1 0,-2-1 0 16,0 1-2-16,1-1-3 0,2 1-1 15,-1-1 2-15,0 2-2 0,2-2-3 0,0 0 1 16,-1-3-1-16,1 2-3 0,-1-1 0 0,1-2 1 16,0-3-1-16,2 0 2 0,-1-2-1 15,2-1-2-15,-2-1-4 0,4-3 2 0,-1 2 1 16,1-3-2-16,0 1 1 0,0-1 6 16,-2 0 0-16,1 3 5 0,-1-1 1 0,0 1-2 15,1 2 3-15,-5 2-4 0,3 1 2 0,-3 1-3 16,-1 4 3-16,-1 0-4 0,-4 4-1 15,4-2 0-15,-4 3 2 0,0 1 5 0,-1-1-1 16,-2 1 4-16,2 0 0 0,1 1-3 16,0-1-1-16,0-2-6 0,2 1-3 0,1-2 6 15,2 0 5-15,1-2 6 0,4 1-1 0,-1-1 3 16,1-2 4-16,2 2-3 0,1-3-1 16,4 3 4-16,3-4 19 0,0 0 7 0,5 1 4 15,0-2-6-15,4-1-4 0,-3 0-8 0,2 0-20 16,2-1-10-16,-4-2-7 0,3 1-6 15,-4 0-22-15,0 0-21 0,-1-2-48 0,-7 1-139 16,-1 1-260-16,-4 1-271 0,-6-2-252 0,-2 1-217 16,-8 4 27-16,-7 1 489 0</inkml:trace>
  <inkml:trace contextRef="#ctx0" brushRef="#br0" timeOffset="161847.51">20562 5953 288 0,'-4'-11'563'0,"-3"3"249"15,2-1 153-15,-1 0-221 0,1 0-180 16,1 3-106-16,0 2-85 0,-1 0-77 0,4 1-77 16,-1 2-75-16,2 2-59 0,0 4-47 0,3 3-17 15,-1 3-14-15,2 4-4 0,1 2 1 16,2 2-1-16,-3 1-2 0,1-1-4 0,0 0-4 15,3 0 3-15,-2-1-4 0,-1 0 0 16,1-4 5-16,-1 3 1 0,1-4-21 0,-3-1-70 16,0-4-102-16,-3 0-139 0,0-1-286 0,-1-3-271 15,-1 1-204-15,-4-2 10 0,1-1 294 16,-1-2 387-16</inkml:trace>
  <inkml:trace contextRef="#ctx0" brushRef="#br0" timeOffset="164596.45">20367 10006 170 0,'0'-9'452'0,"-1"0"266"0,-1 0 217 0,1 0-111 15,-3 1-188-15,4 1-108 0,-1 1-77 16,1-5-84-16,0 4-54 0,0 1-19 0,1 2-15 16,1-1-18-16,0 2-26 0,-1 0-16 0,2 2-34 15,-1 1-41-15,4 0-34 0,-1 4-25 16,1 2-6-16,2 3-9 0,0 7-2 0,1 2-2 15,1 8-5-15,0 5-10 0,0 6-9 16,-2 6-2-16,1 2-6 0,0 6-6 0,-3 3-7 16,1-3-1-16,1 3-2 0,-2-1-8 0,1-3-5 15,2-1-2-15,-1-6-2 0,1-5-1 0,-1-6 0 16,1-2 0-16,3-8-1 0,2-5 1 16,-2-4-1-16,4-7-1 0,0-7-1 0,1-11 1 15,5-7 2-15,-1-6 0 0,1-7 0 0,0-5 3 16,1-2 0-16,-3-3 1 0,-3-2-1 15,-1 4 0-15,-2 0 0 0,-3 5-1 0,-6 3 0 16,-1 5 0-16,-3 3 0 0,-2 4-1 0,-6 6 0 16,1 3 1-16,-2 5-2 0,-5 8 0 15,0 5 1-15,-1 9-1 0,-2 6 1 0,2 6 0 16,2 5 0-16,0 5-1 0,2 1-3 16,3 4 1-16,4 1-1 0,1-1-1 0,4 1 0 15,1-1 1-15,5-2-1 0,1-4 0 0,1-2 0 16,1-6 0-16,5-4 0 0,0-7-1 15,4-3-7-15,1-9-13 0,1-5-21 0,0-7-53 16,3-3-73-16,-3-8-78 0,-1-3-110 0,0-4-150 16,-5-4-210-16,-1 2-256 0,-2-3-197 15,-1 0-134-15,-5 1 154 0,-2-2 438 0</inkml:trace>
  <inkml:trace contextRef="#ctx0" brushRef="#br0" timeOffset="164932.89">20982 10341 367 0,'-1'-15'733'0,"-1"2"256"0,2 5 32 16,0 2-311-16,2 4-208 0,1 4-140 15,0 2-92-15,3 5-38 0,2 3-7 0,0 1 32 16,5 3 0-16,-1 2-14 0,1 1-10 0,0 3-17 16,0 0-26-16,0 0-51 0,0 3-45 15,1-3-31-15,-1-1-27 0,0-2-17 0,-1-3-7 16,0 1-4-16,-3-5-4 0,0-1-2 16,1-4 10-16,-2-1 12 0,1-5 10 0,-2-2 6 15,-1-4 8-15,2-5 1 0,1-5-7 16,-2-5-9-16,-1-4-9 0,1-2-6 0,-1-3-1 15,-2-1 0-15,-1-1-2 0,1-1 2 0,-4 2 1 16,-4 1-1-16,0-1 0 0,-2 7-1 0,-1 0 0 16,1 6-1-16,-1 4-3 0,-2 4-3 15,0 3-2-15,1 8-4 0,0 5-2 0,-3 5-1 16,4 6-2-16,-1 1-1 0,5 4-2 16,0 3 0-16,5 0-3 0,-1 0-6 0,6 1-15 15,1-3-24-15,1 0-57 0,5-1-67 0,-1-3-67 16,6-3-104-16,1-2-143 0,1-4-197 15,4-3-238-15,2-2-202 0,3-1-161 0,0-5 125 16,0 0 432-16</inkml:trace>
  <inkml:trace contextRef="#ctx0" brushRef="#br0" timeOffset="165113.73">21626 10495 117 0,'19'-11'630'0,"-6"3"468"0,-3-3 280 16,-2 2-32-16,-4 2-359 0,-4-1-287 16,-2 2-207-16,-5-1-126 0,-2 4-109 0,-2 0-98 15,-3 3-58-15,-4 2-35 0,0 2-22 0,-2 2-13 16,-2 1-11-16,0 2-7 0,3 0-6 15,-1 0-3-15,4 2-3 0,-1-3-2 0,4 0-2 16,0 0-2-16,4-2-2 0,2-3-9 16,4 0-15-16,0-5-41 0,6-4-79 0,0-4-114 15,5-5-205-15,0-6-298 0,5-6-355 0,0-6-360 16,-1-2-133-16,2-5 377 0,1-2 707 16</inkml:trace>
  <inkml:trace contextRef="#ctx0" brushRef="#br0" timeOffset="165263.57">21607 9833 510 0,'0'-17'1208'15,"-2"2"338"-15,-2 4-163 0,-3 5-310 16,2 3-482-16,-3 3-217 0,-1 3-148 0,0 3-95 16,1 0-50-16,1 2-38 0,0-2-23 0,3 2-12 15,1-1-8-15,5-1-3 0,1-4-22 16,5 2-70-16,0-6-72 0,3-2-136 0,3-5-208 16,0-5-318-16,7-2-330 0,-4-2-213 15,4-3-31-15,-1-2 469 0,3-1 547 0</inkml:trace>
  <inkml:trace contextRef="#ctx0" brushRef="#br0" timeOffset="165448.6">21906 9526 66 0,'15'0'519'16,"-2"5"419"-16,-2 2 260 0,-1 6-34 0,-1 5-306 15,2 6-183-15,-1 1-139 0,-1 6-109 0,-1 1-82 16,1 6-53-16,-2 3-75 0,-1 4-70 16,-2 3-43-16,-3 3-26 0,-1 2-21 0,0 3-19 15,0 2-15-15,0-3-11 0,0 1-7 0,3-4-4 16,2-2-5-16,-1-5-4 0,1-5-14 0,3-3-37 15,-1-5-77-15,0-7-89 0,-4-1-154 16,-1-5-246-16,-4-4-325 0,-1-5-336 0,-3-3-182 16,-2-1 60-16,-1-4 566 0</inkml:trace>
  <inkml:trace contextRef="#ctx0" brushRef="#br0" timeOffset="165634.69">21877 10317 470 0,'0'-16'973'0,"0"3"259"0,0 4-63 0,5 2-336 0,-4 1-337 15,4-1-210-15,3 5-102 0,0 0-28 16,6 2 3-16,1 2 2 0,0-1-6 0,3 0-23 16,1-1-28-16,3 0-32 0,-1 0-31 15,1-2-19-15,1-1-12 0,0-2-8 0,0-1-34 16,1-1-52-16,-2-3-92 0,-3 2-182 16,1-3-293-16,-1-1-301 0,-4 0-277 0,-1 0-168 15,-1-2 244-15,-4 0 601 0</inkml:trace>
  <inkml:trace contextRef="#ctx0" brushRef="#br0" timeOffset="166039.95">22328 9568 361 0,'0'-11'928'0,"-2"5"313"0,-1 4-29 16,1 4-204-16,-1 4-343 0,2 6-189 0,-4 6-108 15,4 1-59-15,-3 3-40 0,1 5-47 0,-2 3-72 16,1 6-47-16,-3 1-26 0,0 6-13 15,0 2-13-15,-1 2-8 0,2 4-7 0,-1 2-10 16,1 1-7-16,3-4-9 0,2 2-5 0,2-5-4 16,7-5-2-16,0-6-1 0,3-5-1 15,3-6 1-15,0-3-1 0,5-7 1 0,0-6 1 16,3-7 0-16,2-3 1 0,1-8 1 0,-1-3-1 16,3-5-1-16,0-2 0 0,-2-5-2 15,0 3 1-15,-4 0 0 0,1 1-1 0,-3 6 2 16,-3 0-1-16,-2 4 2 0,-3 3-1 0,-3 1 2 15,1 6 1-15,-4 6 2 0,-1 2 1 16,-3 7 0-16,-2 3 1 0,-3 5-1 0,1 4-1 16,-2 1-1-16,1 3 1 0,1 2-2 15,1 3 0-15,2-2-2 0,3 1-1 0,3-4-1 16,1-1-2-16,2-2-3 0,3-4-15 0,2-5-64 16,-3-4-75-16,4-2-156 0,-2-7-261 0,4-3-323 15,0-4-389-15,1-3-279 0,3-4-1 16,-4-5 672-16</inkml:trace>
  <inkml:trace contextRef="#ctx0" brushRef="#br0" timeOffset="166196.6">23068 10134 659 0,'-2'-30'1674'0,"-6"8"119"16,-3 8-383-16,-1 3-365 0,-4 5-473 16,2 5-292-16,-2 2-131 0,1 5-62 0,3 2-32 15,-2 1-22-15,2-1-15 0,3 2-11 0,5-3-3 16,2 1-5-16,4-3-5 0,2 1-19 15,5-4-57-15,-1-2-88 0,4 0-181 0,2-2-275 16,-1 0-340-16,2-2-411 0,0 1-315 16,2-1 124-16,-3 0 807 0</inkml:trace>
  <inkml:trace contextRef="#ctx0" brushRef="#br0" timeOffset="166683.54">23974 10019 11 0,'3'0'484'0,"-2"5"465"0,2 1 269 16,1 5-27-16,1 5-263 0,3 7-274 0,-2 5-158 15,3 4-118-15,-1 4-69 0,0 4-54 16,-1 3-71-16,0 1-68 0,1-2-46 0,0 0-24 16,0-4-22-16,6-6-13 0,1-5-3 0,3-7-4 15,1-6 0-15,2-8-1 0,3-9 1 16,-1-9 0-16,-1-4-1 0,-1-9-1 0,0-3-1 15,-5-5 1-15,-2-3 1 0,-5-1 1 16,-5 2 5-16,-4-2 3 0,-9 5 1 0,-2 1 3 16,-3 1 3-16,-2 5 0 0,-3 5-2 0,-1 3-3 15,1 4-4-15,-3 9 0 0,1 6-4 16,0 5-3-16,1 6-2 0,0 7-1 0,2 5 0 16,1 5-1-16,2 1-1 0,5 2-2 15,3 1 0-15,4-2-1 0,5 0-13 0,1-5-38 16,4 1-72-16,5-6-76 0,0-4-139 0,7-5-201 15,0-3-316-15,2-6-307 0,4-4-196 0,0-4-45 16,4-7 451-16,-1-2 529 0</inkml:trace>
  <inkml:trace contextRef="#ctx0" brushRef="#br0" timeOffset="167115.57">24510 10199 68 0,'11'-16'638'16,"0"7"493"-16,-7 4 189 0,0 7-27 0,-3 3-329 15,-1 10-347-15,0 4-186 0,-3 5-104 16,-2 4-70-16,-1 4-85 0,2 5-60 0,-1 1-35 15,0 5-25-15,0 4-13 0,0 1-10 0,4 3-8 16,-1 0-6-16,-1 2-6 0,6-1-3 16,-1-1-3-16,2-2 0 0,1-10-3 0,2-3 0 15,2-10-2-15,0-4 1 0,0-10 0 0,0-8 0 16,0-7 0-16,3-10 0 0,-4-5 1 16,0-8 0-16,1-8-2 0,-3-3 2 0,1-7 1 15,-3-3 0-15,2-8 1 0,-2-2-1 16,-3-4 1-16,4-2-3 0,-2-3 0 0,0 3 0 15,2 2-1-15,2 5 0 0,-1 6 2 0,0 4-1 16,0 7-1-16,1 6-1 0,-2 6 2 16,2 6-1-16,0 3 0 0,-3 6 2 0,5 3-1 15,-3 3 1-15,3 5 0 0,-2 2 1 16,1 4 1-16,1 2 0 0,-1 4 1 0,-2 2 0 16,2 2 1-16,0 3-1 0,-4 1 0 15,1 4 0-15,0 3-1 0,-2 2-1 0,-3 2 0 0,0 3 1 16,0 2-2-16,-3 1 0 0,-2 1-2 15,2-2 1-15,-2-2-3 0,1-1-6 0,2-7-11 16,1-3-35-16,2-6-68 0,1-3-65 16,2-9-103-16,3-5-162 0,-1-5-246 0,2-7-294 15,5-4-215-15,1-4-173 0,2-3 157 0,0-2 518 16</inkml:trace>
  <inkml:trace contextRef="#ctx0" brushRef="#br0" timeOffset="167259.76">25027 10180 103 0,'9'-4'457'0,"-1"8"357"0,-1 0 256 0,-6 7-85 15,4 3-247-15,-5 3-190 0,0 3-149 0,-6 4-119 16,3 0-88-16,-2 3-66 0,-2 1-44 0,2-2-27 16,-1 0-27-16,2 1-32 0,-3-5-86 15,4-3-157-15,-2-4-283 0,0-2-274 0,4-4-268 16,-1-6-205-16,2-6 152 0,2-3 514 0</inkml:trace>
  <inkml:trace contextRef="#ctx0" brushRef="#br0" timeOffset="167446.7">25263 9739 18 0,'3'-32'724'16,"-3"8"787"-16,-5 7 136 0,-5 5-298 15,-4 7-392-15,1 5-422 0,-4 6-229 0,3 5-146 16,-1 1-67-16,0 3-38 0,3 1-23 16,2 1-14-16,3 4-10 0,3-2-6 0,4 1-3 15,3 1-5-15,3 0-25 0,3 0-80 0,1-1-90 16,1 2-169-16,3 0-288 0,-1-1-332 0,3 2-368 15,1-2-174-15,2 1 184 0,0-3 666 16</inkml:trace>
  <inkml:trace contextRef="#ctx0" brushRef="#br0" timeOffset="167719.13">25533 10039 110 0,'3'-10'922'16,"-1"-1"731"-16,-2 2-8 0,-5 1-335 15,0 3-449-15,-2 0-344 0,-5 2-222 0,3 2-120 16,-4 4-62-16,-1 1-35 0,-1 5-21 15,1 1-16-15,1 6-13 0,1 0-10 0,1 4-6 16,3 2-4-16,1 0-4 0,5 3-2 0,2 0-2 16,0 0 0-16,6 1-2 0,-2 0 0 15,3-4 0-15,-1-1-1 0,5-1 0 0,-3-2-1 16,2-2 0-16,-4 0-1 0,2-2 0 0,-5-1 0 16,0-2 0-16,-3 1 2 0,-3-2 1 15,-2 1 2-15,-2 0-1 0,-2-1 1 0,-2-1 0 16,-1 0-2-16,1 0-6 0,-3-1-14 15,1 0-19-15,-2 1-52 0,1-2-75 0,1-1-98 16,1 0-167-16,3 1-291 0,-1 0-331 0,2 1-297 16,4 0-167-16,2-1 198 0,0 1 646 15</inkml:trace>
  <inkml:trace contextRef="#ctx0" brushRef="#br0" timeOffset="168412.3">26790 9946 161 0,'0'-10'632'16,"-4"0"414"-16,0 0 160 0,-2 1-105 0,2 2-273 15,0 2-189-15,0 1-154 0,1 2-118 16,-2 4-77-16,-1 2-65 0,-2 7-90 0,4 4-56 15,-4 6-29-15,3 6-7 0,0 5-4 0,1 8-4 16,2 1-7-16,0 8-3 0,4 0-3 0,0 2-8 16,0-1-6-16,5 0-4 0,-2-6-1 15,3-3-2-15,6-6 0 0,-2-3-3 0,6-6 0 16,1-5-3-16,3-7-15 0,1-2-46 0,0-11-68 16,2-7-72-16,2-7-124 0,1-4-168 15,-1-10-218-15,3-6-252 0,-3-4-209 0,-2-5-134 16,-2 1 215-16,-3-3 432 0</inkml:trace>
  <inkml:trace contextRef="#ctx0" brushRef="#br0" timeOffset="168670.97">27161 10109 294 0,'7'-23'680'0,"-2"3"340"0,-2 5 102 0,-2 7-253 16,-1 6-239-16,3 4-186 0,-3 8-139 15,2 5-34-15,1 5-9 0,0 10-22 0,3 1-2 16,-1 2-19-16,3 4-27 0,1 1-49 0,1-1-42 16,1 2-27-16,2-1-32 0,0-1-17 15,4-2-7-15,-3-4-7 0,7-5-2 0,-4-5-4 16,4-4-1-16,1-6 0 0,0-3 0 15,-3-7 2-15,1-3-1 0,-2-8 1 0,-1-4 2 16,-2-2-2-16,-1-6 4 0,-6-3 3 0,-2 0 7 16,-4-3 6-16,-6-1 1 0,-4 1 2 15,-3-5-4-15,-8 6-3 0,-3-2-9 0,-6 2-5 16,-1 3-3-16,-5 5-2 0,-3 2-4 16,1 8 1-16,-1 6-2 0,2 8 2 0,4 6-4 15,1 5-29-15,1 5-69 0,7 4-87 0,5 1-170 16,3 0-288-16,2 5-333 0,9 0-361 15,2-1-206-15,5-1 145 0,5-2 690 0</inkml:trace>
  <inkml:trace contextRef="#ctx0" brushRef="#br0" timeOffset="169514.77">28459 10012 227 0,'4'-7'590'0,"-4"1"316"0,0 3 141 16,0 1-193-16,-2 1-258 0,0 1-152 15,-1 0-117-15,-2 1-77 0,0 2-31 0,2 1-2 16,-1 2 18-16,1 2 4 0,0 1-2 16,-1 1-12-16,3 5-31 0,-2-1-38 0,-1 4-44 15,3 2-36-15,1 3-24 0,-2 2-17 0,0 0-7 16,2 4-11-16,2-1-7 0,0-1-1 15,-1 0-4-15,4-1-1 0,-2-4 0 0,4-1-3 16,0-3 0-16,1-3-1 0,2-1 2 16,2-6 1-16,0 1-1 0,2-7 1 0,2-3 2 15,1-4 1-15,0-2-2 0,4-4 0 0,-3-1-1 16,0 0 1-16,0-1-3 0,-2 1 0 16,-2-1 1-16,-2 5-1 0,0-1 1 0,-4 1 0 15,1 2 4-15,-4 2 4 0,-1 1 1 16,0 1 0-16,-3-1 0 0,2 2 0 0,-3-1-3 15,2 2-5-15,0-1 0 0,-2-1-1 0,1 1 0 16,2-2 0-16,0-2-1 0,0-1 1 0,1-5-2 16,0 1-1-16,1-7 0 0,-1 1-2 15,0-1-9-15,2-2-24 0,-4 2-57 0,1 0-63 16,-1 0-75-16,-2 2-139 0,0 0-208 16,0 3-300-16,0 1-241 0,1 3-205 15,-1 0-20-15,3 4 441 0,1 1 514 0</inkml:trace>
  <inkml:trace contextRef="#ctx0" brushRef="#br0" timeOffset="169922.54">28885 10120 117 0,'9'17'654'0,"-2"1"443"0,-1 1 144 15,-5 4-109-15,1 1-391 0,-1 4-204 0,-1-1-124 16,0-2-81-16,0 3-58 0,0-4-45 16,0-3-51-16,4-2-68 0,-3-4-49 0,6-3-28 15,-1-3-12-15,5-4-8 0,-2-8-6 16,6-3 0-16,2-5-2 0,3-4-1 0,0-6-4 15,2-3 2-15,0-1-1 0,-1-3-1 0,-1 2-3 16,-1 0 2-16,-5-1 2 0,2 5-1 16,-3 1-1-16,-4 3 10 0,0 3 10 0,-4 3 6 15,2 3 4-15,-4 2 0 0,0 1 1 16,-1 6-7-16,-1 0-10 0,-1 4-5 0,2 4-4 16,-2 2-2-16,0 3-1 0,0 3 0 15,3 5 0-15,-3 4 2 0,0 3-3 0,1 5 2 0,-1 3 0 16,-1 7 0-16,1 2-1 0,-5 7 2 15,2 2 0-15,-3 4 0 0,-2 2 0 0,0 4-1 16,-6 3 2-16,-1 0-3 0,-2 1 0 16,-3-1-1-16,0-4 0 0,-2-3-1 0,-3-4-1 15,4-7 0-15,-2-6 0 0,1-6-1 0,-2-7-10 16,3-10-30-16,-1-4-65 0,2-9-61 16,4-7-100-16,-1-7-166 0,1-6-304 0,3-5-296 15,4-5-227-15,0-4-162 0,5-8 220 16,-1-4 586-16</inkml:trace>
  <inkml:trace contextRef="#ctx0" brushRef="#br0" timeOffset="170712.62">29275 10434 255 0,'5'-3'556'0,"0"-2"234"16,-1 1 124-16,0-2-213 0,-1-3-193 16,2-2-116-16,1-3-64 0,-2-2-33 0,3-3-38 15,-1-4-39-15,2-2-45 0,1 0-26 0,1 0-13 16,0-2 15-16,-1 5 27 0,-1 1 22 15,-2 4 6-15,1 5-10 0,-4 2-25 0,1 2-35 16,-1 5-42-16,1 5-24 0,-3 2-17 16,3 8-12-16,-4 3-4 0,0 5-5 0,0 4 4 15,0 1-5-15,-2 1-5 0,2 2-2 0,2 0-1 16,-2 0-3-16,3-3-5 0,-2 1-6 16,3-4-4-16,0-2-2 0,6-3 0 0,-4-3 0 15,4-3-1-15,-1-5 2 0,5-4 2 16,1-4 0-16,3-6-2 0,1-4 1 0,1-4-1 15,2-4 1-15,-1-2-2 0,0-4 1 0,1 1 0 16,-1-2-1-16,-4 1 1 0,1 2-2 0,-5 3 1 16,-1 3 0-16,-6 2 1 0,2 4 0 15,-4 3 1-15,-1 2 0 0,0 1-2 16,0 2-1-16,-3 3 0 0,0 3 0 0,0 3-2 16,0 1 1-16,-3 3 0 0,3 0 0 15,3 2-1-15,-3-1 0 0,3 0 1 0,2 0 0 0,0-2-1 16,1-2-1-16,0-2 0 0,5-2-2 15,-1-2-1-15,4-4-4 0,-3-2 1 0,3-1-6 16,2-1-14-16,0-3-25 0,1-2-35 16,-1 1-36-16,1-1-36 0,1 0-25 0,-1 0-6 15,-1 4 17-15,-2 1 39 0,2 2 43 0,-3 4 39 16,0 2 24-16,-3 2 14 0,2 4 10 0,-4 4 3 16,1 2 5-16,-1 3 1 0,0 3 2 15,1 1 2-15,-3 4 1 0,2 1 24 0,1 1 6 16,-2 3 7-16,-1 0 1 0,-1-1-3 0,2 1-2 15,-2-1-21-15,-1-1-7 0,2-2-7 0,-1-5-21 16,0-3-39-16,0-4-46 0,-2-4-127 16,-1-5-206-16,-2-3-295 0,0-5-269 0,-4-3-223 15,3-4-68-15,-4-3 405 0</inkml:trace>
  <inkml:trace contextRef="#ctx0" brushRef="#br0" timeOffset="170915.61">30071 9781 154 0,'6'-12'712'0,"-3"3"412"16,-2 5 86-16,-1 2-128 0,-1 5-445 0,-2 3-281 15,-2 2-161-15,2 3-85 0,-2 3-44 0,0 2-30 16,-1 0-19-16,1 0-11 0,-2 2-7 16,2-4-1-16,2 3 0 0,-1-1-4 0,3-4-35 15,1-2-109-15,1-3-168 0,3-1-292 16,0-1-266-16,1-5-251 0,3 0-92 0,0-6 321 15,0 0 466-15</inkml:trace>
  <inkml:trace contextRef="#ctx0" brushRef="#br0" timeOffset="171278.46">30346 9655 193 0,'10'-9'705'0,"-1"1"403"16,-6 2 109-16,-2 5-199 0,3 1-345 0,-4 5-184 15,0 3-81-15,-2 3-59 0,0 4-41 16,1 3-33-16,-2 5-32 0,-1 1-54 0,1 4-55 15,-2 3-31-15,-1 3-18 0,2 0-12 0,-1 4-8 16,-2 0-11-16,4 3-10 0,0 4-10 0,0-4-9 16,4 1-6-16,2-5-6 0,2-1-6 0,3-6-2 15,5-2-2-15,0-7-1 0,4-2-1 0,2-7 0 16,5-6 0-16,-1-6 0 0,1-6 0 16,5-5-1-16,-1-4-1 0,1 0 0 0,-3-8 0 15,1 3-1-15,-2-2 1 0,-4 3-1 0,0 1 2 16,-6 2 0-16,-4 3 0 0,-1 3 0 0,-2 3 1 15,-5 5 0-15,-3 2 1 0,-2 2-1 0,-4 9 1 16,0 2-1-16,-2 3-1 0,-2 6 0 0,0 4 0 16,-2 1-3-16,3 1 1 0,-2 2-2 15,4-4-4-15,3 0-10 0,0-2-15 0,8-3-25 16,-1-5-56-16,3-2-72 0,7-6-86 0,-2-1-138 16,2-7-198-16,4-4-306 0,3-1-258 0,0-3-189 15,3-9 5-15,2 1 446 0,1-5 506 16</inkml:trace>
  <inkml:trace contextRef="#ctx0" brushRef="#br0" timeOffset="171530.4">30929 10219 182 0,'17'-24'572'0,"-5"3"433"0,-2 0 204 16,-3 3-72-16,-6 3-187 0,-1 4-204 16,-3 3-198-16,-4 6-144 0,-3 2-92 0,-1 6-104 15,-6 3-83-15,-1 5-39 0,-3 4-25 0,3 3-15 16,-3 3-11-16,0 0-9 0,3 1-7 0,2 3-6 16,2-2-4-16,2-1-2 0,4 1-3 0,2-2-2 15,4-5-1-15,5 0-1 0,2-6 0 16,7-4-1-16,2-4 0 0,3-4 0 0,4-5 0 15,1-2 1-15,2-3 0 0,-1-1 1 0,4-3 0 16,-2 1 0-16,1 2 2 0,-2 1-2 0,-2 1 0 16,-4 4 0-16,-1 3-1 0,-5 1 0 0,-3 4 0 15,-2 3 1-15,-2 4-1 0,-5 0 0 0,-2 6 0 16,1 0-1-16,-4 2-3 0,1 1-2 16,0 1-10-16,-1 2-21 0,-3-1-63 0,2-1-79 15,-1-1-152-15,-1-1-253 0,2 0-316 0,-3-2-374 16,1 0-269-16,-2-1 1 0,-5-3 630 15</inkml:trace>
  <inkml:trace contextRef="#ctx0" brushRef="#br0" timeOffset="172329.16">21061 12201 375 0,'2'-6'931'0,"-4"1"324"16,1 2-8-16,1-1-191 0,0 1-417 0,0 1-214 15,0 1-102-15,1-1-50 0,6 2-42 0,2 0-49 16,5 0-32-16,2 2-19 0,6-1-23 16,4 2-20-16,4 0-14 0,0 2-13 0,1-3-11 15,1 4-12-15,-2-1-9 0,-2 1-5 0,-1 2-5 16,-4-1 0-16,-5 4-1 0,0-1 4 15,-9 2 0-15,-4 4 0 0,-5 1 1 0,-5 3-1 16,-4 2-3-16,-5 4-2 0,-4 1-2 0,-2 1-2 16,-4 4-4-16,-1 1 0 0,2-1-1 15,0 0-1-15,2-1-1 0,4-1-1 0,1-5 0 16,6-3-3-16,4-1-1 0,2-2-2 16,4-3-1-16,4-1 0 0,2-3-2 0,4-3 1 15,6 0-2-15,-2-5 1 0,6 0-2 0,6-3-6 16,-2-2-10-16,6-1-15 0,2-2-26 15,-1-1-54-15,4-1-76 0,1-1-87 0,0 1-149 16,1 0-254-16,3 0-315 0,0 1-274 0,2 0-165 16,0-1 78-16,2 0 557 0</inkml:trace>
  <inkml:trace contextRef="#ctx0" brushRef="#br0" timeOffset="172728.98">22432 12364 365 0,'13'-17'902'0,"-7"4"354"0,-3 2 78 0,-1 6-223 16,-4 3-338-16,-2 7-248 0,-6 4-141 0,-4 4-88 16,-2 8-80-16,-5 5-74 0,1 4-38 0,-2 6-24 15,0 3-17-15,0 3-12 0,2 2-13 16,2-3-13-16,2 1-8 0,5-8-9 0,4-1-4 16,7-8-4-16,4-8 0 0,4-6 0 15,5-9 0-15,5-8 0 0,4-8 0 0,3-11 0 16,4-5-2-16,2-9 1 0,3-8-2 15,-1-4 1-15,3-4 0 0,-2-2 3 0,1-3-1 16,-4-1 2-16,-2 4 0 0,-3 0 2 0,-4-1 0 16,-6 3-1-16,-2 0-1 0,-4 5 0 0,-5 2-1 15,-4 3 1-15,-2 7-1 0,-4 5 0 16,-1 8 0-16,-2 6 0 0,-5 9-1 0,0 9 1 16,-2 8-1-16,0 8 0 0,-2 10 0 15,3 4 0-15,-2 8-2 0,3 6-1 0,2 5 1 16,0 1 0-16,3 4-1 0,2 4 3 0,3-2 0 15,-2 1-1-15,5-1-1 0,6-2-2 0,2-5-13 16,4-4-31-16,3-7-75 0,1-4-71 16,5-9-128-16,0-6-199 0,0-5-314 0,5-7-324 15,0-3-214-15,1-6-98 0,2-1 388 16,-3-3 586-16</inkml:trace>
  <inkml:trace contextRef="#ctx0" brushRef="#br0" timeOffset="172963.02">22927 12546 152 0,'14'2'600'0,"-4"8"420"0,-4 0 178 16,0 4-180-16,-1 2-284 0,-2 1-163 0,-1 2-123 15,1 3-96-15,-1-3-69 0,1-1-49 16,-1-3-47-16,2-2-69 0,2-3-53 0,-1-7-30 16,2-3-15-16,2-3-7 0,2-8-5 0,-1-4-2 15,-1-5 0-15,4-1-1 0,-5-6-4 16,-4 0-2-16,1 0 3 0,-5-1-1 0,-1 0 1 16,-4 0-1-16,-5 4 2 0,-2 2 2 15,-4 2-2-15,-5 3 1 0,-1 6-4 0,-2 3 1 16,-3 7-2-16,-1 3-3 0,1 8 1 0,2 3-2 15,1 5-2-15,3 3-34 0,4 5-62 16,4 2-65-16,1-2-127 0,6 4-190 0,1 0-315 16,5 0-290-16,5 4-209 0,3-4-72 0,6 0 409 15,5 0 526-15</inkml:trace>
  <inkml:trace contextRef="#ctx0" brushRef="#br0" timeOffset="173697.73">23599 12384 11 0,'-1'-9'484'0,"-1"0"448"0,-3 9 236 16,4 0-34-16,-4 4-309 0,1 7-338 0,4 5-133 16,0 7-22-16,2 5-5 0,1 7-20 0,2 5-25 15,0 5-31-15,0 3-47 0,2 5-66 16,0 2-43-16,-2 2-26 0,-1 3-21 0,1 1-13 16,-2 1-13-16,3-4-8 0,-2 3-5 15,0-7-5-15,0-5-3 0,0-7-1 0,1-6 0 16,0-9-1-16,-2-9 1 0,2-6 0 15,-4-7 1-15,2-11 1 0,-1-9 1 0,0-11-1 16,-1-6-1-16,2-7-1 0,-1-8 1 0,0-5 0 16,-2-3 1-16,0-5-1 0,-4-4 0 0,3-4 2 15,-2-4-3-15,-2 0-3 0,0-1 0 16,-1-1 0-16,3 5 2 0,1 8-1 0,2 4 0 16,0 9 1-16,5 7 0 0,-2 8-1 15,3 8-3-15,1 4 2 0,2 7-2 0,2 3 2 16,0 9 1-16,2 2 1 0,3 4 1 0,-3 5 2 15,2 3 0-15,0 5 1 0,-2 0 1 0,0 5 0 16,-1 2 6-16,-2 3 3 0,-2 1 0 16,-1 1 0-16,-2 2 1 0,-3 1-1 0,-2-1-6 15,0 0-2-15,-2 1 0 0,-2-1-3 0,1 0-1 16,0-5-1-16,0 0-1 0,1-6-2 16,2-2-8-16,3-8-16 0,2-5-35 15,2-5-63-15,2-8-60 0,0-5-62 0,4-9-80 0,1-6-103 16,1-3-89-16,0-5-33 0,1-1-21 15,2-3 2-15,-6 1 86 0,4 3 186 16,-5 2 245-16,0 2 253 0,-5 7 178 0,-1 2 73 16,0 6 25-16,-3 2 54 0,-2 8-8 0,-2 4-72 15,-1 8-77-15,0 4-58 0,-6 4-55 0,2 7-83 16,-3 2-63-16,2 5-39 0,0 2-25 0,1 2-17 16,0 2-11-16,3 2-9 0,2-1-6 15,0-2-2-15,6-1-3 0,-1 1-2 0,3-5-2 16,6-4-3-16,0-1-14 0,3-7-51 15,3-3-76-15,-1-5-105 0,4-7-174 0,-1-3-286 16,4-3-339-16,0-3-301 0,-2-4-152 0,2-5 244 16,-1-1 613-16</inkml:trace>
  <inkml:trace contextRef="#ctx0" brushRef="#br0" timeOffset="174212.88">24378 12328 253 0,'3'-30'813'0,"-6"4"415"15,-1 2 187-15,-2 5-203 0,-1 4-361 0,-1 3-283 16,-3 6-164-16,2 5-101 0,-1 2-110 15,-1 5-76-15,3 4-44 0,3 0-28 0,2 5-16 16,2 0-12-16,2 3-6 0,2 1-4 0,2 2-2 16,0 0-1-16,6 0-2 0,-2 2-1 15,3-2-1-15,2 1 0 0,-1 1-1 0,2-2 0 16,-2 0-1-16,1 2 0 0,-3-1 0 0,0 0 0 16,-1 0-1-16,-6 3 0 0,1-1 0 15,-5 0 1-15,-1 0 0 0,-4 1 2 0,-4-3 0 16,-3 3 0-16,0-2 1 0,-6-1 1 15,2-2 1-15,1-3-1 0,0 0 2 0,1-5-1 16,3-2-1-16,3-2 0 0,1-6-2 0,3-2-2 16,8-6 0-16,0-1-3 0,5-5-11 15,3-2-30-15,2-3-57 0,2-2-62 0,2-1-51 16,2 1-51-16,3 0-40 0,1 0-20 16,0 2 19-16,0 3 36 0,-2 3 26 0,0 2 19 15,0 6 25-15,-5 3 46 0,1 4 63 0,-4 5 70 16,-2 3 64-16,0 2 54 0,-3 1 36 15,-1-1 22-15,1 4 13 0,-4-5-14 0,3-1-30 16,-3-2-27-16,3-2-26 0,-2-6-19 16,2-2-16-16,0-6-1 0,1-4 17 0,1-5 54 15,0-3 67-15,0-2 57 0,-2-3 21 0,-1-3 2 16,-2-2-24-16,-4-2-46 0,-1 0-49 0,-1 0-44 16,-6-2-26-16,-1 2-19 0,-4 3-13 15,-1 0-11-15,-4 3-8 0,1 5-3 0,-5 2-4 16,4 7-4-16,-4 4 0 0,2 3-2 15,3 9-1-15,-1 3-2 0,4 4-15 0,4 4-42 16,0 3-73-16,2 2-79 0,2 5-155 0,2 1-275 16,1 3-321-16,4 0-310 0,3 2-187 15,1 0 62-15,7-3 605 0</inkml:trace>
  <inkml:trace contextRef="#ctx0" brushRef="#br0" timeOffset="175295.6">25028 12258 23 0,'3'-8'342'16,"2"1"284"-16,-3-1 261 0,1 2 81 0,-1 0-215 0,-1-1-164 16,1 3-100-16,0 0-18 0,-2 2 3 15,0-2-44-15,1 3-63 0,1 1-56 0,-4 0-53 16,1 1-80-16,-3 3-69 0,3 4-40 16,-6 1-25-16,4 8-15 0,-2 2-7 0,-1 6-4 15,3 7-2-15,0 1-6 0,1 5-4 16,1 1-1-16,2 1-1 0,1 0-2 0,1-3 0 15,3-2-1-15,0-3-1 0,4-3 0 16,0-4-1-16,4-6 1 0,-1-5 2 0,4-5-1 16,-1-3 0-16,3-7 0 0,-1-5 0 0,3-6 0 15,0-4-1-15,1-5 3 0,-3-4 0 16,1 0-2-16,1-3 1 0,-5 3-1 0,-1 0 4 16,-3-1 3-16,-3 5 5 0,0-1 8 15,-2 4 3-15,-6-1 4 0,1 3 0 0,-4 1-3 16,1 2-5-16,-3 1-5 0,1 3-4 0,-3-2-4 15,3 4-2-15,0-1-2 0,1 2-2 0,1 2-2 16,-2 1-2-16,3 0-1 0,3 2-1 16,-2 1 1-16,4 1 0 0,4 0 1 0,3 2 0 15,0 0-2-15,6 2-7 0,0-1-14 16,2-1-20-16,2 0-41 0,3-3-61 16,-1 0-63-16,1-3-60 0,4-1-84 0,-3-4-108 0,0 0-92 15,0-4-43-15,0-1-20 0,-4 0 22 16,0-1 132-16,-3 0 249 0,-5 3 291 0,0-3 260 15,-6 3 141-15,-1 1 96 0,-6 1 71 16,-1 2-45-16,-3 2-102 0,-3 2-106 0,-5 2-77 16,-3 4-79-16,-4 1-81 0,-3 5-46 0,-1 4-26 15,1 1-16-15,-2 6-10 0,1 4-8 16,2 3-12-16,3 3-8 0,0 5-8 0,8 0-5 16,-2 1-5-16,5 3-4 0,4-2-2 15,2-1-3-15,5-5 0 0,5-6-3 0,3-5 0 16,6-7-1-16,4-7 1 0,3-7-1 0,5-9 0 15,0-4-2-15,2-9 2 0,2-2-1 0,-6-5 1 16,1 0 1-16,0 0 1 0,-7 0 2 16,1 3 0-16,-5 3-1 0,-3 3 0 0,-5 4 0 15,0 4 0-15,-5 4 1 0,-3 2 0 16,-3 6 0-16,-1 6 0 0,-6 4 0 0,2 4-1 16,-4 4-1-16,1 7 0 0,2 0-8 0,3 3-18 15,-1 3-34-15,3-2-73 0,2 4-78 16,3-2-147-16,1 0-258 0,-1-2-316 0,6-1-340 15,2-3-210-15,3-3-3 0,4-6 575 16</inkml:trace>
  <inkml:trace contextRef="#ctx0" brushRef="#br0" timeOffset="175845.64">26183 12711 39 0,'4'7'539'15,"1"1"460"-15,1-3 209 0,-3-2-74 16,2-1-361-16,2-4-301 0,-2 0-161 0,4-4-53 0,0-4-10 16,4-3 1-16,1-3-4 0,1-5-19 15,0 0-30-15,1-5-48 0,3-2-40 16,-1-1-28-16,0 1-23 0,1 0-13 0,-4 2-12 16,0 0-4-16,0 5 2 0,-6 3 1 15,0 1-1-15,-1 6-1 0,-3 2-1 0,2 4 1 16,-1 4 0-16,-2 2-4 0,1 5 0 0,2 4 0 15,-1 3-1-15,3 1-4 0,1 4-5 16,1 1-4-16,0-1-4 0,2 0-5 0,1-4 0 16,3-1-2-16,1-2 0 0,-1-5 0 0,4-5 0 15,1-4 1-15,-1-5 0 0,2-4 0 16,1-3 0-16,-1-1 0 0,-2-2 1 0,1 1-1 16,-3 3-1-16,-3-2-1 0,0 6 1 0,-3 3-1 15,-4 6 0-15,0 4 1 0,-4 6 2 16,-2 4 0-16,-3 6 0 0,-1 8-1 0,-4 4-1 15,-3 4 0-15,0 2-3 0,-1 4-2 16,1-2-12-16,-5 0-27 0,4-2-75 0,1-4-95 16,-1-6-183-16,2-5-291 0,2-6-343 0,2-7-390 15,1-6-202-15,1-7 210 0,-2-6 742 16</inkml:trace>
  <inkml:trace contextRef="#ctx0" brushRef="#br0" timeOffset="176045.47">26644 11743 18 0,'-5'-27'557'0,"4"9"480"0,-1 4 205 15,1 12-72-15,-1 4-261 0,2 9-338 0,2 8-184 16,-1 3-98-16,-1 4-56 0,3 5-48 0,-1 0-63 16,1 3-57-16,1-1-33 0,0 1-17 0,4-3-44 15,-2-3-68-15,1 0-143 0,-1-3-272 16,3-4-284-16,1-1-340 0,0-4-295 0,-2-2-26 15,1-6 567-15</inkml:trace>
  <inkml:trace contextRef="#ctx0" brushRef="#br0" timeOffset="176698.16">27691 12762 190 0,'6'-10'824'0,"0"3"439"0,-6 1 27 0,-2 3-189 16,-2 3-446-16,-2 3-325 0,0 2-161 0,-4 1-90 15,-1 3-65-15,-2 0-83 0,-1 0-189 16,-2 0-299-16,-2 0-268 0,1-2-280 0,-1 0-194 16,0-2 150-16,1-3 577 0</inkml:trace>
  <inkml:trace contextRef="#ctx0" brushRef="#br0" timeOffset="183644.73">15192 18886 151 0,'2'-1'362'0,"-4"-3"155"16,-1 0 110-16,2 0-193 0,-3-2-163 0,3-2-74 15,-2-1-11-15,1-3 28 0,-1-3 38 0,1-3 45 16,1-1 32-16,-1-4 13 0,-1-4-10 0,3-1-35 16,0-6-42-16,0-3-47 0,5-3-37 15,-4-5-6-15,2-2 8 0,2-4 14 0,2-4 7 16,-1-2-5-16,3-4-9 0,-2 0-35 0,-1-3-34 16,1 0-39-16,0-1-26 0,-2-3-15 0,-2 1-6 15,2-2-9-15,-2-2-5 0,0 4 0 0,1-1-3 16,-4 2 3-16,0 4-7 0,-2 2 5 15,0 1 0-15,-3 1-3 0,1 2 1 0,-3 2-3 16,1-2-4-16,-2 1 4 0,2-2 5 0,-1-2-5 16,1 1 1-16,-2-5-1 0,2 0-2 0,1-4-7 15,2 2-3-15,0-2 4 0,1-2-1 0,2 0 8 16,0-1 2-16,0-1 5 0,0 1-6 0,3 0-2 16,1 1 2-16,-1 0-7 0,-2 0-2 15,1 5-4-15,0-1 4 0,-1 2 1 0,-1 0-1 16,-1 3 8-16,-1 0 4 0,0 3-2 0,1 0 6 15,-1 3-6-15,1 2 2 0,-1 0-10 16,0 1-1-16,2 1-1 0,-1 1-2 0,2 2 2 16,-1 2 1-16,2 2 4 0,0 2 0 0,-1 3 0 15,-1-1 0-15,2 4 0 0,-1 0 1 16,1 1-2-16,1-1 0 0,0 1 6 0,2 0 1 16,0 1 2-16,-1-2 0 0,3-1-4 0,-1 0-2 15,2-3-7-15,1 0-3 0,-1 0-1 16,1 1-2-16,1 1 8 0,-2 1 0 0,0 4 1 15,0 4 0-15,-2 3 2 0,-1 3 2 16,0 4 1-16,-2 5-1 0,0 1 1 0,-1 5-2 16,0 0-1-16,-1 1-1 0,-1 1-4 0,3 0 0 15,-3 2-1-15,2 2 1 0,-2-3 1 16,4 3 0-16,-2-2 0 0,1 0 1 0,2-2 3 16,0 1 0-16,1-2-1 0,1-1 2 15,0-1 0-15,3 0 0 0,-2-5-1 0,3 2 0 16,-3 1 0-16,1 1 0 0,-1 0 2 0,1 0 0 15,-2 2-2-15,-1 1-1 0,2-1 1 0,-2 3 0 16,1-3-2-16,-1 5 0 0,1-4 2 16,-1 1 0-16,1-1 1 0,2 0 0 0,0 1 11 15,0-4 10-15,3 0 4 0,-3-1 1 16,5-3 0-16,-3 1-1 0,2-1-11 0,1-2-9 16,1 0-6-16,0-2-2 0,1 2 2 0,0-2 2 15,0 3-1-15,0-1 0 0,-2 1 3 0,2 0 2 16,-4 4-2-16,2 1-2 0,-1 3 2 15,0 0 1-15,-2 2 2 0,0 2 1 0,1 1 0 16,1-1 0-16,1 2-1 0,-1 0 2 0,0 0-4 16,1 2-2-16,0-2 1 0,4 0 1 15,-4 0 0-15,5 0 1 0,0-2 1 0,0 1 3 16,1-1 0-16,4 1-1 0,-2-2 4 0,2 0 0 16,1 0 0-16,0-1 0 0,1 1-1 15,-2 1 1-15,3-1-3 0,-2 0-2 0,2 3-1 16,-1-2-1-16,3 2-1 0,-2-3-1 0,1 1-1 15,-1 2 0-15,3 0-1 0,-3-1 2 16,3 1 0-16,0-1 3 0,2-1 3 0,0-1 1 16,-1 0 1-16,2 0 1 0,3-2-1 15,1 0-8-15,-1-1-4 0,4-1-2 0,1 2-4 16,-2-1-3-16,1 0 0 0,1 0 4 0,0 0 4 16,-1 1 5-16,-1 2 4 0,1 0 2 0,-1 2 1 15,-2 1-2-15,1 1 0 0,1 0-4 16,-1 4-3-16,-2-3-1 0,4 2 1 0,-1 3 2 15,3-3 0-15,-3-1 0 0,5 2-1 16,-1-3 1-16,4 0-1 0,-1-1 0 16,2-1-1-16,-2 0-1 0,2 0 0 0,-1 0-1 15,1-1-1-15,0-1-2 0,1 0 0 0,1 0 0 16,-4 0 2-16,3 1 1 0,1 1 2 0,-2-1 1 16,-2-1 2-16,3 2-1 0,2 0-1 15,-5 0 1-15,3 0-2 0,-3 2 0 0,1-1-1 16,-3 2-1-16,2-1-1 0,-2 0-2 0,-1 0-1 15,3 1 1-15,-5-1-1 0,3 2-1 0,-1-1 2 16,-2 1 2-16,0-1 0 0,-1 3 1 16,0-2 0-16,-1 4 2 0,0-2-1 0,1 2 1 15,0 0 0-15,2 4 0 0,-2-4 1 0,1 3 0 16,0 1-1-16,0 0 0 0,-3 0 0 16,4-2 0-16,-2 2-1 0,0-1 0 15,1-1-3-15,0-1-1 0,0-2-1 0,1 1 1 16,1-3 1-16,0 1 0 0,3-1 3 0,-2-5 1 15,4 2 2-15,-1-2-1 0,2-2 0 16,1 2 0-16,1 0-2 0,1 0 1 0,-1-3-3 16,0 2 1-16,-1 1-3 0,2-1-1 15,-1 1 0-15,1 0 1 0,-1 0 1 0,0 0 2 0,1 0 1 16,1 1 2-16,1-1 1 0,2 0-1 16,0 1 0-16,4-1 1 0,-1-1-3 0,1 1-1 15,-2-1-1-15,4-1-2 0,-2-2-2 16,0 2 0-16,0-1 1 0,-1 1 2 0,-2 0 1 15,1-2 2-15,-1 3 2 0,0 0 1 0,3-1-1 16,-1 0-1-16,-3 2-1 0,1-1 0 0,-2 0-3 16,-2-1 1-16,2 0-1 0,-4 2-1 15,1-1-1-15,0 0 1 0,-2-1 2 0,-2-1 1 16,1 0 0-16,1 2 1 0,-2-4 2 16,2 1-1-16,2-2-1 0,0 0 0 0,1-1-1 15,-2-1 0-15,4-2-1 0,-3 3 0 0,3-2 0 16,-3 0 1-16,1 2-1 0,-1 1-1 15,-2-1 1-15,0 2 1 0,-2-2 0 0,1 4 2 16,-2-1 0-16,2 0 1 0,1 2 0 16,-2-3-2-16,4 3 0 0,-1-2-1 0,0 0 0 15,1 1 0-15,-2 0 0 0,-1-1-2 0,3 1 1 16,-2 0-1-16,0 0-1 0,0 0 2 16,-2 1 1-16,-1 0 0 0,1 1 0 0,-1 1 1 15,-1 0 2-15,2 0-3 0,-1 1 2 0,0-1 0 16,2 4 0-16,-3-3 0 0,3 2-2 15,-1-1-1-15,1 1 0 0,-5 0-1 0,5-1-1 16,-3 2 1-16,1-2-1 0,1 0 3 0,-1 1-1 16,-1-2 2-16,3 1 1 0,-2 1-1 15,1-2 1-15,2-1-1 0,0 2 0 0,0 1-1 16,2-3 0-16,1 0 0 0,0 2-2 0,-1-2 1 16,-1 0-2-16,1 0 1 0,0 0 0 15,-1 0 0-15,1 0 2 0,-1 0 1 0,0 0 0 16,-1 3 1-16,0-3-1 0,1 0 1 15,3 1 0-15,0 1-2 0,-1 0-1 0,-2 1 1 16,1-1 0-16,0 3-2 0,-2-2 0 0,2 1 1 16,-5-1-1-16,5 2 0 0,-1-2 2 15,-2 0 1-15,1 1 0 0,-1-1 1 0,2-1-1 0,0 0 2 16,2 0-1-16,0 0-1 0,0-2 0 16,3 1-1-16,-1 0 0 0,2 1-1 0,-5 0-1 15,3 0 0-15,1 0 1 0,-3 1 0 16,0 3 0-16,0-4 2 0,-1 2 0 0,-1 0 2 15,5 1-1-15,-3 0 2 0,2 0-1 0,0-3 0 16,2 3-1-16,-1-4-1 0,3 1-2 0,-1-1 1 16,1-1-3-16,-3 0-1 0,3-1 0 15,-2-2 1-15,2 0 1 0,-1-1 1 0,2-1 1 16,2 0 3-16,0-1 0 0,3 2 0 16,-2-1-2-16,2 0-1 0,1 1-1 0,-3 0-1 15,2-1-1-15,-2 0 0 0,0 4 1 0,-1-2 2 16,1 2 1-16,-3-1 1 0,4-1 1 15,0 2 0-15,0-1-1 0,1 1 0 0,-1-2-1 16,1 1 0-16,-1-1-2 0,0 0 1 16,-2 1-1-16,-1-2 0 0,-2 2 0 0,1-2 0 15,-1 2 1-15,-1 2 1 0,-1-4 2 0,0 4-2 16,1-1 2-16,-2 1 1 0,-1 0-2 0,1 1 0 16,-1 0-2-16,-2 2 0 0,-2-1-1 0,0 2-2 15,1-2-1-15,-3 2 2 0,2 0 1 0,1 0 2 16,-5 1 1-16,4-1 2 0,1 1 2 0,-1-1-6 15,1 1-5-15,1-1-2 0,1-1-1 16,0-2-2-16,1 3 0 0,0-3 11 0,-2-1 5 16,1 0 4-16,-1 0-2 0,1-1 1 0,-2-1 2 15,0 0-5-15,0 1-6 0,-1 0-4 0,0-3-1 16,1 2 0-16,0 0-3 0,0-1-1 0,2 2 6 16,-3-1 2-16,-1-1 2 0,1 0 2 15,-2 2 0-15,0-2 0 0,0 0 5 0,-3 1 3 16,-2-1 0-16,0 0 1 0,-2 1 1 0,0 0-5 15,-4-1-8-15,0 0-4 0,-1-1-2 0,-3 4-2 16,2-4-2-16,-4 3 4 0,1-2 4 16,-1 0 0-16,-2 1 2 0,0-1 1 0,0 0-1 15,0 0 0-15,0 0-1 0,-3-2-1 0,3 3-1 0,-1-4-3 16,-2 0-12-16,-2 0-45 0,-5-3-81 0,-1 0-187 16,-5-2-269-16,-2-1-320 0,-11-2-398 0,-9-2-360 15,-12-1 68-15,-13-2 836 0</inkml:trace>
  <inkml:trace contextRef="#ctx0" brushRef="#br0" timeOffset="185160.19">16231 14452 8 0,'0'-1'387'0,"-1"-1"348"0,-1 0 302 16,0 2 100-16,-1 0-316 0,1-1-247 16,1 1-131-16,-1 0-75 0,2 1-60 0,-1-1-49 15,1 4-16-15,0 0-17 0,0 5-25 0,0 0-35 16,1 2-30-16,-1 4-24 0,0 1-29 16,2 3-14-16,-1 5-16 0,1-1-10 0,-2 3-5 15,2 2-4-15,-1 1-3 0,-1 0-7 16,2 5 1-16,0-3-3 0,-2 4-3 0,0-2-4 15,0 0-2-15,0-1-3 0,0 0 2 16,0-1 1-16,1-3-1 0,-1-1-1 0,2-2-2 16,-1-1 0-16,1-5-6 0,0-2-5 15,-1-2-2-15,1-3-2 0,-1-3 1 0,1-2-3 0,-2-1-2 16,4-3-3-16,-2-3-8 0,-1-5-14 16,1-2-26-16,1-1-55 0,-1-3-61 0,0-2-62 15,-2-1-110-15,0-1-166 0,0 0-270 16,-2 0-234-16,0 1-216 0,1-2-129 0,-1 0 277 15,0-1 527-15</inkml:trace>
  <inkml:trace contextRef="#ctx0" brushRef="#br0" timeOffset="185609.9">16351 14536 254 0,'10'-6'608'0,"-4"0"251"16,2 3 114-16,-2 2-152 0,2 1-232 0,0 2-161 15,1 3-68-15,1 2 32 0,0 5 17 16,2 2-31-16,-1 3-54 0,2 2-45 0,0 3-39 16,-2 4-63-16,1 1-54 0,-1 1-40 15,2 4-21-15,0 1-14 0,-4 0-13 0,4-3-10 16,-4 2-7-16,3-4-7 0,-3-1-3 0,0-3-2 15,-1-1-2-15,0-5-2 0,1-1-1 16,-2-3 0-16,-1-2-1 0,-1-3-1 0,0-2 0 16,-1 0-1-16,-1-3 1 0,-1-1 0 15,1 0 2-15,-1-3 2 0,0 0 3 0,-1-4 0 16,2-2 1-16,-1-5 0 0,0-1-3 0,-1-1 0 16,1-5-1-16,-1 1-1 0,1-3-2 0,-2-3 0 15,2-3-2-15,-2-2-1 0,-2-2-2 16,2-2-2-16,-2 0-5 0,2-4-8 0,-1 4-11 15,-1-1-16-15,1 0-25 0,-1 5-31 16,-3 0-38-16,4 3-40 0,-4 3-30 0,1 3-22 16,1 1-19-16,-3 3-45 0,-2 0-62 15,2 2-89-15,-2 2-217 0,-1 2-254 0,-1 2-192 16,2 1 5-16,-4 0 285 0,0 0 377 0</inkml:trace>
  <inkml:trace contextRef="#ctx0" brushRef="#br0" timeOffset="185894.47">16261 14130 229 0,'0'1'815'0,"0"2"369"0,2-1 17 0,-1 2-143 15,3 1-459-15,2 2-243 0,1 2-78 16,3 2-18-16,1 1 2 0,2-2-19 0,1 2-15 15,3 0-39-15,3 0-51 0,0-1-42 16,4 0-34-16,1-1-21 0,2-3-16 0,0 1-10 16,3-2-5-16,0-2-2 0,0 0-1 0,0 0-4 15,0-2-1-15,0 2-1 0,-1 0-2 16,-3 0-19-16,-2 3-67 0,-2 1-65 0,-6 2-132 16,-5 3-243-16,-2 1-311 0,-5 1-343 15,-3 5-239-15,-4-1-65 0,-3 2 513 0</inkml:trace>
  <inkml:trace contextRef="#ctx0" brushRef="#br0" timeOffset="186160.7">16310 15348 138 0,'0'18'736'0,"0"-3"443"0,2-2 76 16,-1-2-146-16,2-1-358 0,2 1-253 15,3-2-124-15,0-1-62 0,3 1-40 0,2-1-38 16,2-2-50-16,2 1-64 0,0-3-44 16,2-2-29-16,5-1-15 0,-1-2-7 0,4-3-9 15,1 2-6-15,2-5-2 0,2 1-2 0,1-2-2 16,1 2-2-16,2-4-2 0,2 1-2 16,4 2-3-16,-2-1-39 0,1 1-72 0,0 0-83 15,-1 0-160-15,0 3-292 0,-1 0-334 16,0 0-322-16,-1 2-187 0,1-2 130 0,0 2 645 15</inkml:trace>
  <inkml:trace contextRef="#ctx0" brushRef="#br0" timeOffset="186970.92">17698 14539 226 0,'0'-6'593'0,"-6"-1"300"15,3-1 138-15,1 2-166 0,1 0-273 0,-1 2-147 16,1 1-112-16,-1 1-69 0,2-1-53 0,0 3-48 15,2 0 21-15,2 3 39 0,6 3 19 16,-1 5 3-16,4 5-10 0,4 6-12 0,-1 3-52 16,3 6-61-16,-2 5-34 0,3 4-25 0,-3 5-13 15,0 0-5-15,1 3-7 0,-6 2-2 16,2 0-5-16,-1-2-3 0,0-5-1 0,-4-2-10 16,-1-7-3-16,0-4-2 0,0-7 0 15,-2-2-1-15,-3-6 3 0,2-5 6 0,-5-2 3 16,2-8 3-16,-4-5 2 0,2-6 1 0,-3-9-2 15,0-5-4-15,-2-4-3 0,-1-8-1 0,-3-1-8 16,0-6 2-16,-2-2-1 0,-1-4-1 16,1-4 0-16,-3-1-4 0,2-1 8 0,1 1-3 15,2 1 0-15,4 4 1 0,0 5-5 16,4 5 3-16,2 5-7 0,3 5-4 0,2 5-1 16,3 5-2-16,4 4 11 0,4 2 1 0,1 6 7 15,2 2 3-15,2 2 2 0,-1 4 1 0,3 1-6 16,-1 4-2-16,-1 3-1 0,-2 2-1 15,2 1 0-15,-5 1 0 0,0 2 5 16,1 4 6-16,-7 1 8 0,-1 1 6 0,-4 3 4 16,-2 4 3-16,-5 3-1 0,-7 3-5 0,0 3-5 15,-5 1-4-15,-4 6-4 0,-2-1-4 0,-2 0-3 16,1 0-2-16,-2-5-2 0,4-2-1 16,1-6-2-16,3-3-1 0,1-5 0 0,2-4-2 15,5-6-4-15,-1-1-10 0,4-6-15 16,-1-3-23-16,4-4-51 0,4-2-71 0,1-4-83 15,1-2-143-15,4 1-251 0,1-2-312 0,2 2-279 16,-1-1-190-16,4 0 41 0,-2 5 546 0</inkml:trace>
  <inkml:trace contextRef="#ctx0" brushRef="#br0" timeOffset="187238.69">18342 14991 23 0,'24'22'397'0,"-2"-1"290"15,-2 2 218-15,-1-1 117 0,0-2-269 0,0-1-223 16,-3-3-133-16,0-1-70 0,-5-2-48 15,0-4-39-15,1-3-1 0,-2-4 20 16,1-4 4-16,-2-6-6 0,-2-1-16 0,-2-5-35 16,0-3-51-16,-5-4-43 0,0 0-27 0,-4-5-15 15,0 2-13-15,-5-1-12 0,-3 0-12 0,-2 3-9 16,-3-2-9-16,-3 5-6 0,0-1-3 16,-2 5-3-16,3 3-2 0,-3 3-2 0,1 6-1 15,5 3-1-15,-3 8-1 0,6 4-2 16,0 4-2-16,4 6 1 0,1 1-9 0,5 3-18 15,2 1-47-15,1 0-71 0,3 1-81 0,3-1-145 16,2-1-218-16,5-2-311 0,0-1-281 0,5-3-191 16,2-1 3-16,2-2 475 0</inkml:trace>
  <inkml:trace contextRef="#ctx0" brushRef="#br0" timeOffset="188026.39">18901 14634 43 0,'-3'-25'487'0,"-3"6"414"0,2 1 259 16,-1 5-16-16,-2 1-356 0,4 4-220 0,0-1-108 16,0 5-67-16,3 0-62 0,-2 2-54 15,2-2-48-15,0 3-58 0,0-2-65 0,2 2-46 16,-2-1-19-16,1-1-6 0,2 0 0 0,2-1 6 15,0-2 7-15,0-2 7 0,0 0-4 0,1 2-2 16,-2-4 0-16,0 1-5 0,-1 2-3 0,-2-1-2 16,1 1 0-16,0-1 1 0,-2 2 0 15,0 2 0-15,0 1-4 0,-2 0-5 16,0 3-8-16,-2 2-6 0,-3 0-9 0,1 4-4 0,-2 2-3 16,0 2-1-16,0 1 0 0,1-1 0 15,0 1 0-15,2 0 1 0,-1-1-1 0,1-3 1 16,4 2-1-16,-4-1 1 0,2-1-1 15,1 1 0-15,1 0 0 0,-1 1 1 0,1 2 0 16,1 1 1-16,-4 3 0 0,3 1 0 16,-2 3 0-16,-1 5 1 0,0 1-1 0,-4 3 0 15,0 6-1-15,0 0 1 0,-3 5-1 16,0 2-1-16,0 1-1 0,-2 2 0 0,4-3 0 0,-1-1-2 16,4-3 1-16,0-5 0 0,3-4-1 15,3-6 1-15,0-2-2 0,1-4 2 0,5-5 0 16,-1-4 0-16,1-5 2 0,2-5 1 15,0-8 0-15,3-4 1 0,2-6-1 0,-1-6 1 16,3-2-1-16,0-5-1 0,0 0 0 0,-1-1 0 16,2 1 0-16,-3 1-1 0,1 1-1 15,-1 0 1-15,-3 4-1 0,1 0 0 0,-2 0 1 16,0 2-1-16,-3 1 1 0,1 0 0 16,-3 0 0-16,0 1 0 0,-3-1 1 0,2 0 0 15,-1 3 0-15,1-4 1 0,-3 2 0 0,-3-1 2 16,1-1 0-16,-1 2 0 0,2 1 1 15,-4 0-1-15,0 0 0 0,-2 2-1 0,3 1 0 16,-4 2 0-16,3 2 0 0,-1 3 0 0,1-1 0 16,0 4 0-16,-1 1 1 0,2 1-2 15,-1-3 0-15,0 3 0 0,2-1 0 0,-2-2-1 16,0 1-1-16,-1-1 1 0,3 1 0 16,-4-2 0-16,4 1 1 0,-2 2-1 0,2 0 1 15,2 3-1-15,-1 2 0 0,-1 1-1 0,2 2 0 16,1 5 1-16,1 3-1 0,2 7 0 15,-1 5 0-15,2 7 0 0,0 4-2 0,0 5 0 16,1 6 0-16,0 4 1 0,1 3 2 0,-1 5 2 16,1 2 0-16,-1 3 1 0,0 1 0 15,0-1-4-15,2-2-1 0,3-1-3 0,0-8-3 16,3-3-11-16,0-4-23 0,3-7-67 0,-3-3-89 16,0-3-196-16,1-6-287 0,-2-2-348 0,4-2-420 15,-5-4-259-15,3 2 193 0,-1-5 844 16</inkml:trace>
  <inkml:trace contextRef="#ctx0" brushRef="#br0" timeOffset="188559.79">19555 14558 271 0,'-16'-10'694'0,"-2"1"347"16,1 3 128-16,-2 1-222 0,0 3-325 0,0-2-124 16,3 4-60-16,1 2-58 0,3 1-64 15,0 2-46-15,1-1-41 0,1 1-70 0,4 2-61 16,-1 1-40-16,1 1-26 0,5 1-13 0,-1 1-8 16,4 2-5-16,-1-1-1 0,5 1-2 15,-1 3 1-15,2-1-2 0,1 0 0 0,2 1 1 16,2 0 0-16,-3 4 0 0,5-3 1 15,-3 1-2-15,1-1 2 0,0 2-1 0,-4-1 1 16,0 1 10-16,0 3 6 0,-5-3 7 0,-2 3 2 16,-1 1-1-16,-1 1 1 0,-4 1-12 15,-2 1-5-15,-5 2-3 0,3-1-4 0,-4 0-3 16,0 0-1-16,1-1-2 0,-1-4 2 0,4-1-2 16,-1-4 0-16,2-4 0 0,4-3 1 15,-3-3-1-15,4-5-2 0,1-4-6 0,1-5-22 16,-2-4-61-16,6-6-65 0,-2-4-103 15,2-6-164-15,2-2-289 0,2-3-316 0,2-2-249 16,2 0-177-16,2 0 218 0,3-1 576 0</inkml:trace>
  <inkml:trace contextRef="#ctx0" brushRef="#br0" timeOffset="188909.57">19740 14579 436 0,'9'0'953'0,"-4"1"286"0,-1 6-4 16,-4 3-191-16,-1 4-301 0,-2 4-216 15,-2 5-127-15,0 2-77 0,-1 4-62 0,-1 5-85 16,0 3-56-16,1 1-34 0,-1 3-20 0,2-1-15 16,0-1-11-16,4-2-13 0,1-3-10 15,3-7-8-15,2-3-5 0,3-4-3 0,4-7-1 16,1-4-1-16,3-8 0 0,1-5 1 16,2-8-2-16,2-6 2 0,1-3 0 0,0-6 0 15,-3-5 2-15,3 0-1 0,-3-4 1 0,-3 2-1 16,1-1-1-16,-4 4 1 0,-2 3-1 15,-1 4 1-15,-6 3 0 0,0 5 2 0,-3 3-1 16,-2 3 0-16,-1 6-1 0,-1 4 0 0,-2 8 0 16,0 4-1-16,-2 5 0 0,2 5-1 15,0 6 1-15,0 1-1 0,2 5-2 0,1 0 1 16,2 1-2-16,2 0-4 0,1 0-14 16,4-1-26-16,1-1-76 0,1-3-82 0,0-2-163 15,1-3-288-15,2-1-325 0,1-6-376 0,3-3-204 16,2-5 92-16,0-2 686 0</inkml:trace>
  <inkml:trace contextRef="#ctx0" brushRef="#br0" timeOffset="189718.49">20378 15120 7 0,'0'7'441'0,"0"0"411"0,0 0 276 0,-1 0 15 16,-1-3-323-16,0 0-296 0,2-1-184 16,-4-3-110-16,4-3-73 0,0-4-37 0,0-1-15 15,0-6 22-15,4-5 30 0,0-2 11 0,-1-7 15 16,3-1 2-16,2-3-15 0,-1-1-38 15,2-1-37-15,0 2-21 0,-2 1-22 0,-1 4-21 16,3 1-6-16,-4 5 1 0,-2 4 4 0,1 4 3 16,-1 1 1-16,-1 3 1 0,-1 5-7 15,1 2-4-15,-1 5-8 0,-1 4-4 0,0 7-4 16,0 6-3-16,0 3 0 0,0 3-1 0,2 4-2 16,2 3-2-16,-1 1 7 0,2 1 2 15,2 1 1-15,-1-3 2 0,3 2 1 0,-1-5 0 16,0-2-5-16,0-5-4 0,3-4-1 15,0-4-2-15,-1-3 0 0,2-4-1 0,1-8 2 16,1-6-1-16,1-8 1 0,0-4 1 0,1-8-2 16,1-2 1-16,-2-4-1 0,2-4 0 15,-2 4-1-15,-2-1 1 0,0 3 1 0,-5 5-2 16,2 3 4-16,-6 4 8 0,1 5 4 0,-2 3 3 16,1 4 0-16,-3 1 1 0,1 6-1 15,-2 3-8-15,0 7-4 0,1 3-4 0,-1 4-1 16,0 3-1-16,2 0 0 0,0 4 0 0,2 0 0 15,-1 1 0-15,2-2 0 0,0 0 0 16,1-2-2-16,-1-3-1 0,4-5 0 0,-1 0-1 16,2-3 1-16,1-6 0 0,-2-3 2 0,3-4 0 15,-2-7 2-15,2-1 0 0,0-6 0 16,1-4 1-16,0-3-2 0,-3 2 0 0,2-2-1 16,-4 3 1-16,2 0-2 0,-2 4 0 15,0 2-1-15,-1 1-1 0,-1 5-5 0,3 2-10 16,-2 2-16-16,-1 4-28 0,2 1-58 15,1 6-69-15,-2 0-82 0,-1 4-143 0,2 2-244 0,1-1-299 16,1 1-248-16,1 2-192 0,3-1 55 16,-1-1 526-16</inkml:trace>
  <inkml:trace contextRef="#ctx0" brushRef="#br0" timeOffset="189979.33">21379 15002 56 0,'8'6'553'0,"1"2"441"15,-4 3 201-15,2 3-60 0,-2 2-368 0,2 1-238 16,-1 3-114-16,-1-1-65 0,2 1-51 0,-1-1-44 16,3 1-45-16,-1-5-59 0,0 0-63 0,5-5-41 15,-4-1-21-15,3-7-12 0,0-4 0 16,-1-5 1-16,0-5 6 0,2-4 6 0,-2-5-2 16,-1-3 2-16,0-5 4 0,-2-2 2 15,-3-1-4-15,0-1 4 0,-5 0 4 0,0 2 2 16,-5 1-6-16,-1 1-4 0,-4 2-7 0,-4 4-6 15,0 1-6-15,-3 5-6 0,-1 2-2 0,-2 3-4 16,-1 7-1-16,3 5-8 0,-2 5-23 16,1 3-65-16,3 7-70 0,1 1-150 0,3 6-282 15,3 2-315-15,4 1-359 0,2 1-247 16,8-1 8-16,1 0 653 0</inkml:trace>
  <inkml:trace contextRef="#ctx0" brushRef="#br0" timeOffset="190696.7">21915 14741 265 0,'0'-2'609'15,"-2"-1"317"-15,2 1 163 0,0-1-217 0,-2 2-242 16,0 1-155-16,0-1-109 0,2 2-68 0,-3 0-38 16,3 4-13-16,-1 2-16 0,1 4-15 15,-4 1-21-15,4 3-33 0,0 3-44 0,0-1-44 16,2 5-29-16,0 0-21 0,1 2-2 0,2 0 2 16,1 5 0-16,2-1-2 0,1 3 1 15,2-2-2-15,0 1-10 0,2 0-7 0,4-2-2 16,-2 0-2-16,2-4-1 0,-1-5 0 15,1-1 1-15,3-4-3 0,-2-7 1 0,1-3 3 16,-1-4 1-16,-3-4 2 0,1-5 1 16,1-4 1-16,-4-5 1 0,3-3 0 0,-5-4-2 15,1 0 3-15,-3-3 3 0,-1-1 2 0,-2 3 3 16,-2-1 0-16,-2-1 0 0,-2 3-4 0,-3 3-3 16,-3-1-4-16,-1 3-3 0,-1 2-1 15,0 4-1-15,-1 1-1 0,1 4-2 0,2 3-4 16,-2 4-10-16,2 6-25 0,1 0-52 15,3 7-55-15,1 0-57 0,2 3-101 0,3 3-143 16,0-1-188-16,5 1-245 0,3 0-225 0,2-3-181 16,0 1 117-16,6-5 436 0</inkml:trace>
  <inkml:trace contextRef="#ctx0" brushRef="#br0" timeOffset="191208.86">22516 14905 42 0,'6'-15'605'0,"-1"0"516"0,0 0 286 16,-7 3-29-16,-4 3-369 0,1 2-368 15,-4 2-208-15,-3 5-119 0,-3 3-95 0,0 3-88 16,-2 5-50-16,3 2-33 0,-3 7-18 0,4 1-10 16,0 2-9-16,4 3-5 0,2 4-3 15,1-1-3-15,6 2 0 0,5-3-1 0,-1 1-2 16,6-4-1-16,1-4 2 0,7-2 0 0,0-6 0 16,2-5 2-16,3-5-1 0,2-6 1 15,1-5-4-15,-1-5-6 0,4-6-6 0,-2-3-2 16,-1-3 0-16,1-3-2 0,-3 0 4 15,-2 1 6-15,-1 0 6 0,-3 3 2 0,-1 2 3 16,-4 3 1-16,-3 2 3 0,-2 3 2 0,0 4 7 16,-4 1 6-16,0 3 1 0,-1 3 1 15,-1 1-2-15,-1 5-3 0,-1 2-7 0,3 4-3 16,-1 1-4-16,1 2-1 0,2 2 0 16,2 0 0-16,0-1-2 0,1 1 0 0,4-3 0 15,0 1 0-15,2-3-1 0,3-2 1 0,4-2-1 16,-2-4 0-16,4-3 0 0,3-6 0 15,0-2 1-15,5-4-1 0,-6-2-1 0,5 1 1 16,-1-3-2-16,-1 1 0 0,-1 1 1 0,-2 1 0 16,-1 1 0-16,-5 3 1 0,1 4 1 15,-2 3 0-15,-4 2 0 0,0 6 1 0,-4 3 1 16,-1 4-1-16,-1 2-1 0,-2 3 1 16,1 4 0-16,-2 0-1 0,-2 2 0 0,2 1 0 15,-2 0 0-15,0 1-2 0,1 0-6 0,-1-2-20 16,2-2-51-16,-1-2-72 0,0-3-73 15,0-3-134-15,0-4-210 0,2-6-310 0,1-2-263 16,-1-4-188-16,2-5-44 0,1-6 433 0,-2-1 530 16</inkml:trace>
  <inkml:trace contextRef="#ctx0" brushRef="#br0" timeOffset="191594.52">23556 14518 240 0,'-1'-18'607'0,"-3"7"307"16,0 3 136-16,-5 4-212 0,2 6-240 15,1 4-168-15,-2 3-118 0,0 3-73 0,2 3-61 16,-1 3-50-16,6 1-39 0,-3 2-34 16,1 1-17-16,3 1-18 0,3 3-8 0,1 1 0 15,0 2-7-15,3-1-2 0,4 2-3 0,-2-1 0 16,4-2 3-16,4-4-1 0,4-3-2 16,-2-2 2-16,5-4 4 0,1-4-2 0,0-6-5 15,-1 0-1-15,1-4 3 0,0-5-1 16,1-2-4-16,-4-4 3 0,-5-2 2 0,1-4-2 15,-4-2 1-15,-2 2 32 0,0-2 78 0,-3 1 90 16,-2-1 48-16,-1 3 19 0,-5 1-2 0,-1 3-32 16,-3 1-57-16,-1 1-60 0,-4 4-37 15,0 4-23-15,-4 4-14 0,0 4-10 16,-2 8-4-16,-2 5-4 0,1 5-3 0,2 6-2 16,0 5-5-16,0 1-2 0,7 3-6 0,3 1-3 15,1 2-2-15,4-1-1 0,3 1-1 0,4-2 0 16,0-3 1-16,4 1-1 0,8-5 0 15,-1-1-2-15,2-5-2 0,5-3-10 0,3-3-15 16,0-5-36-16,2-2-71 0,1-4-71 16,0-2-105-16,2-6-172 0,1 1-295 0,-3-6-300 15,4-1-213-15,-4-2-140 0,2 0 240 16,-3-1 583-16</inkml:trace>
  <inkml:trace contextRef="#ctx0" brushRef="#br0" timeOffset="192826.76">18324 16405 28 0,'0'-12'557'0,"-3"0"492"16,-5 0 221-16,-2 3-23 0,0 0-261 15,-1 4-344-15,-2 0-179 0,2 0-106 0,-3 2-67 0,1 3-72 16,-2-2-72-16,3 4-48 0,-1 0-32 16,3-1-22-16,2 4-14 0,1 0-10 0,1 0-7 15,3 3-6-15,-2 0-3 0,5 0-2 0,0 3-1 16,5-1-1-16,-1 2-1 0,3 1-1 0,3-3 2 16,0 5-2-16,2-2 1 0,0 1 1 15,6 0 1-15,0 3 1 0,0 2 0 0,4-4 1 16,2 5-2-16,-2 1 1 0,3-1 0 0,2 1-1 15,-2 2 1-15,1-1 4 0,-4 1 4 0,2 0 3 16,-2 0 2-16,-3 1-1 0,-2-2 1 0,0 4 1 16,-5-2 0-16,-3 1 1 0,-4 1-1 15,-1 1 4-15,-4 0-1 0,-6 1-4 0,2-1-3 16,-3 0-3-16,-3 0-3 0,0-3-2 0,-2 0-2 16,1-1-1-16,-3-4-1 0,3-2 0 0,-3-2-2 15,3-2 1-15,0-5-2 0,-3-3-1 0,2-3-2 16,-2-4-7-16,3-5-13 0,0-5-29 15,-1-3-64-15,-1-6-71 0,-3-4-118 0,0-4-195 16,1-2-308-16,-2-5-324 0,2 0-240 0,-1-2-132 16,-3 1 364-16,1-2 627 0</inkml:trace>
  <inkml:trace contextRef="#ctx0" brushRef="#br0" timeOffset="193060.14">18114 16380 188 0,'8'-3'684'0,"1"0"338"0,-1 2 149 16,4-3-78-16,3 3-442 0,1 1-175 0,6 0-42 16,4 1-33-16,0 1-70 0,3 0-54 0,1 0-46 15,3 0-73-15,2 0-65 0,1-2-38 16,1 0-23-16,-1-2-11 0,3 0-8 0,0 0-4 16,-5-4-3-16,3 1-2 0,-4-3 4 0,0 2 2 15,-1-1 0-15,-4-1-3 0,-2 2-35 0,-4 0-72 16,-8 2-102-16,-2 2-182 0,-4 2-293 15,-8 2-341-15,-3 2-347 0,-6 4-187 0,-7 0 232 16,-6 4 687-16</inkml:trace>
  <inkml:trace contextRef="#ctx0" brushRef="#br0" timeOffset="193759.82">16778 16990 214 0,'-6'-2'613'0,"-3"0"393"16,0-1 182-16,-2 0-204 0,0 2-267 15,0-1-109-15,-2 0-90 0,1 4-112 0,1 1-82 16,-3 1-61-16,1 5-57 0,-1 2-71 0,0 2-55 15,2 7-32-15,-2 1-20 0,5 6-2 0,1 5-3 16,0 2-6-16,3 3-5 0,2 2 1 0,3 1 1 16,3-3-7-16,2-1-5 0,4-5-2 15,2-1-1-15,1-6-1 0,2-3 0 0,0-6 0 16,3-3 2-16,-1-6-5 0,3-4-3 0,2-7 0 16,-4-5-1-16,4-7 0 0,-1-5 0 0,-1-8 5 15,0-4 4-15,-3-5 2 0,1-2 0 16,-4-5 0-16,1 1 1 0,-1-5-1 0,-3-1 7 15,-1 0 3-15,-3-1 2 0,-3 1 1 0,-1 1 1 16,-2 0 6-16,-5 0-2 0,-3 5 0 16,-3-1 3-16,-1 4 2 0,-4 3 2 0,0 5-4 15,0 5 0-15,0 4 0 0,-1 4-3 0,4 6-4 16,-1 4-4-16,3 5-2 0,1 6-6 0,1 6-2 16,1 7-3-16,2 7 4 0,1 5 3 0,3 8 0 15,2 2 3-15,2 6-5 0,1 2-3 0,4 5-5 16,1 1-3-16,2 6 0 0,0 1-3 15,1 0 5-15,2 0-1 0,0-4 2 0,2-1-1 0,1-4-3 16,3-7-8-16,0-4-16 0,0-5-26 16,1-8-57-16,-2-5-63 0,2-3-77 0,-1-7-126 15,-3-8-165-15,1 0-226 0,0-8-243 0,-4-4-215 16,2-1-102-16,-3-4 286 0,0-2 472 0</inkml:trace>
  <inkml:trace contextRef="#ctx0" brushRef="#br0" timeOffset="194014.7">17113 17136 29 0,'8'-6'349'16,"-3"6"280"-16,-2 3 254 0,1 2 51 0,0 8-165 15,2 2-165-15,-1 3-132 0,3 3-93 16,0 3-73-16,4 1-63 0,-2-2-76 0,6 2-35 16,-2-1-7-16,2-1-9 0,0-1-13 0,1-2-16 15,-1-2-10-15,1-3-22 0,1-3-24 0,-1-3-11 16,-1-3-3-16,3-6-6 0,-5-3 3 16,4-5 1-16,-6-3 3 0,1-6-1 0,-4-3 10 15,-1-2 29-15,0-2 25 0,-5 0 17 0,-3-2 4 16,-1 1 5-16,-7 1-9 0,-2 0-23 0,-3 3-27 15,-4 0-14-15,1 2-8 0,-6 2-12 16,0 3-12-16,-1 2-6 0,2 2-5 0,-1 5-7 0,1 2-2 16,5 6-20-16,1 3-48 0,4 5-53 0,2 2-109 15,5 4-169-15,4 2-304 0,4 3-314 16,6 1-263-16,7-1-178 0,6 1 287 0,4 0 601 16</inkml:trace>
  <inkml:trace contextRef="#ctx0" brushRef="#br0" timeOffset="195059.17">20016 17018 390 0,'0'13'845'0,"0"0"265"0,0-2-10 0,0 1-231 16,2-2-343-16,-1-1-204 0,-1 0-99 15,2-3-53-15,0-1 3 0,1-1 39 0,2-4 22 16,2-4-10-16,1-3-14 0,0-5-14 0,3-7-28 16,0-6-60-16,-1-6-42 0,2-4-15 0,0-6-8 15,0-1-3-15,-1-1-14 0,-1-2-7 0,-1 1 0 16,1 5 0-16,-6 3 4 0,0 5 8 16,-3 6 12-16,-1 5 5 0,0 3-5 0,-1 4-5 15,-3 8-11-15,1 2-11 0,-2 9-8 0,1 3 1 16,-1 9-2-16,0 5 0 0,4 4 2 0,-1 3 0 15,4 5-4-15,3-1-6 0,-1 3-5 0,4 1 0 16,0-1-2-16,2 0-1 0,-1-2 4 0,4 0 2 16,-2-4 2-16,1-2 0 0,-1-4-1 15,2-4-1-15,0-4 1 0,0-5-1 0,0-4 0 16,2-7 2-16,-1-6 0 0,0-7 1 0,0-6 0 16,1-7 0-16,0-4 6 0,0-5 2 15,-2-2 0-15,1 0 2 0,-3 1 1 0,0 2 1 16,-3 5-5-16,-2 5 0 0,1 2 0 0,-6 5-3 15,2 4 0-15,2 3-2 0,-4 5 0 0,-1 4-2 16,0 4 0-16,0 6 0 0,0 7 1 16,-1 3-4-16,1 5-2 0,0 2-2 0,1 4-2 15,1-1-2-15,3 0-1 0,0 1 3 0,3-6 3 16,1-3 2-16,0-5 0 0,4 0 1 0,1-7 1 16,1-5 0-16,0-5 6 0,1-5 3 0,3-7 0 15,-3-5 1-15,3-7 0 0,0-1 0 16,-3-6-6-16,-1 2-2 0,0-1 0 0,-1 1 2 15,-5 2-1-15,1 2 2 0,-4 3 1 0,0 5 1 16,-2 2-1-16,-3 3 0 0,1 3 0 0,-4 1-1 16,1 5 0-16,-3 3-1 0,0 6-1 0,-2 2 0 15,-1 4-1-15,2 4 0 0,-1 2-1 0,0 3 0 16,1 2 0-16,4 1-1 0,-3 1-1 16,6 1 0-16,1-1-1 0,0-1-4 0,3 0-12 15,2-1-25-15,0-5-54 0,0 0-69 0,2-4-103 16,1-3-169-16,0-3-295 0,1-2-317 0,1-3-279 15,3-3-171-15,-2-3 231 0,3-3 618 16</inkml:trace>
  <inkml:trace contextRef="#ctx0" brushRef="#br0" timeOffset="195478.94">21148 16763 155 0,'-1'-7'791'0,"-5"3"506"0,-2 1 118 0,-4 3-130 16,-2 3-419-16,2 4-333 0,-6 1-162 0,2 4-106 15,-1 2-71-15,3 3-68 0,-2 2-44 0,5 1-29 16,1-1-18-16,1 5-11 0,3-4-8 0,2 1-14 16,4 0-8-16,2-2-3 0,3-4-3 15,1 1-3-15,5-6 0 0,0-4 5 0,5-3 4 16,-2-3 9-16,7-6 4 0,-2-3 2 0,1-4 1 16,2-5-2-16,0 0 1 0,-2-4-9 0,-2 3-3 15,-1 0-2-15,-2-1 1 0,-4 2 0 0,2 3 2 16,-7 2 3-16,-3 1 2 0,1 3 0 15,-6 1 1-15,-1 2 2 0,-2 4 0 0,-3 2-2 16,0 2 2-16,-1 6 1 0,-4 3-1 0,4 2 0 16,-3 3 0-16,3 0-7 0,3 6-4 0,-1-2-3 15,4 2-2-15,3-1-1 0,0 1-3 16,5-1 7-16,1 1 2 0,2 0 2 0,2-1 0 16,-1 1 1-16,4-2 1 0,-1 1-1 0,1-1 2 15,0 2-1-15,0-1 0 0,-1 0 6 0,-1 1 3 16,-3 2 2-16,0 2 0 0,-5 2-1 15,-2 1 1-15,-1 2-8 0,-3 0-3 0,-3 0-8 16,-2 0-12-16,0-2-29 0,-1-5-46 0,-2-2-58 16,1-7-60-16,1-4-113 0,0-5-160 0,0-9-260 15,3-5-254-15,3-6-220 0,1-5-156 0,2-5 268 16,3-8 528-16</inkml:trace>
  <inkml:trace contextRef="#ctx0" brushRef="#br0" timeOffset="195891.65">21559 16630 412 0,'10'-21'952'0,"-1"5"340"16,-6 2 96-16,1 2-271 0,-4 5-358 15,-4 2-253-15,1 2-139 0,-6 6-92 0,3 2-101 16,-6 3-66-16,-2 5-38 0,0 6-24 0,-3 4-14 16,1 3-7-16,-1 6-5 0,-3 3-4 0,3 4-5 15,-2 3-8-15,6 3-4 0,1 0-2 16,3-2-5-16,4-4-3 0,5-3 4 0,1-7 8 15,7-7 3-15,5-7 2 0,0-6 0 0,4-9 1 16,0-9-6-16,5-6-4 0,0-10-6 0,4-4-9 16,-6-6-4-16,2-6-1 0,0-6-1 0,-4-1 2 15,-1-3 5-15,-2 2 7 0,-3-2 7 0,-4 1 3 16,-3 1 1-16,-3 1 2 0,-4 2-1 16,-3 3 4-16,-1 4 1 0,-2 7 3 0,-3 2 4 15,1 7 2-15,-1 5 0 0,-1 8-2 0,0 6-1 16,0 9-4-16,2 6-5 0,2 3-1 15,4 7-2-15,-2 7-2 0,4 1 0 0,4 6-1 16,2 4-1-16,-1 4-1 0,5 4-1 0,-1 1 1 16,1 0-3-16,2 4-12 0,-2-2-51 0,2-2-69 15,2-2-90-15,-2-4-157 0,6-3-300 0,-3-5-328 16,4-6-289-16,-1-5-179 0,1-4 155 16,1-8 615-16</inkml:trace>
  <inkml:trace contextRef="#ctx0" brushRef="#br0" timeOffset="196341.64">21861 16906 142 0,'4'-14'729'0,"-3"1"467"16,1 0 196-16,-1 3-90 0,-1 5-400 0,0 0-314 0,0 4-182 16,-1 1-104-16,-1 3-92 0,2 0-85 15,0 2-49-15,2 1-29 0,1 2-17 0,0 1-10 16,2 2-8-16,2 1-3 0,0 1-3 0,-1 2-1 16,4 0-2-16,2 2 0 0,0-2-2 0,2 0-2 15,2-3 0-15,-1-4-1 0,1-2 1 16,3-2-1-16,-3-4-1 0,1-2 1 0,1-2-1 15,-2-4 0-15,0-2-1 0,-2-2-1 0,0-3 0 16,0-2 2-16,-1 0 0 0,-1 0-1 0,-1-1 2 16,-1 1-1-16,-1 2 2 0,-2 1 1 15,-1 3 1-15,-1 0 0 0,0 2 1 0,-2 3 1 16,1 2-1-16,-2 2-1 0,-1 4 0 0,-1 1 1 16,2 4 1-16,-2 5 1 0,2 2-1 0,-1 3 2 15,1 3 0-15,1 1-1 0,0 3-1 16,2 3-3-16,3 0 1 0,0 3 0 0,-3 1-2 15,3 0 0-15,2 0 0 0,-2 1-1 0,4-1-1 16,-3-2 1-16,2-1-1 0,-1 1-1 0,-1-2 1 16,2-2 2-16,-3 1-1 0,-1-1-1 15,-3-1 2-15,2 0 1 0,-4-1 1 0,-2 2 1 16,-2-2 1-16,-4 4 0 0,0 0 6 0,-4 0 8 16,1 1 7-16,-5 2 3 0,-2 0 6 0,-2 0 3 15,-2 0-4-15,1-1-6 0,-3-6-6 0,1 0-6 16,4-8-6-16,-2-4-5 0,4-8-4 15,3-6-8-15,2-6-15 0,6-6-26 0,-1-5-65 16,5-4-68-16,1-6-115 0,4-3-174 0,3 1-299 16,3-6-326-16,0 1-242 0,4-3-157 0,3-1 301 15,1 0 604-15</inkml:trace>
  <inkml:trace contextRef="#ctx0" brushRef="#br0" timeOffset="196713.08">22622 16660 149 0,'9'-36'1011'0,"-4"10"688"0,-2 2-70 15,-4 10-344-15,-4 3-453 0,-3 7-329 16,-3 5-217-16,-2 5-115 0,-1 6-56 0,-2 5-35 16,-1 6-23-16,4 3-18 0,-2 4-10 0,3 5-8 15,3 1-6-15,0 6-4 0,2 2-3 0,2-1-2 16,4-1-3-16,2-3-2 0,3-3-2 0,2-8-1 16,3-4-7-16,1-7-8 0,1-8-13 15,3-6-19-15,1-7-33 0,-2-7-62 0,0-8-66 16,1-3-54-16,-1-7-46 0,3-5-26 0,-3-3 14 15,-2-5 84-15,1-1 96 0,-4-4 67 0,0-1 53 16,1 0 77-16,-1-2 125 0,-3 5 86 16,-2 0 38-16,1 7 7 0,-4 3-18 0,-4 5-45 15,4 7-74-15,-3 5-55 0,2 3-37 0,-3 5-25 16,3 5-18-16,-1 7-14 0,1 3-11 0,1 7-6 16,0 4-3-16,1 5-3 0,2 5-1 15,2 2-2-15,2 3 0 0,-1 6-2 0,2 4 1 16,-4 0-1-16,1 2 1 0,0 5-2 0,-2-1-7 15,2-1-16-15,-3 1-33 0,2 0-78 0,-2-6-90 16,-1-1-174-16,2-5-288 0,1-1-333 0,0-6-369 16,5-5-191-16,1-1 147 0,3-5 709 0</inkml:trace>
  <inkml:trace contextRef="#ctx0" brushRef="#br0" timeOffset="197208.81">23461 16602 19 0,'-14'-3'429'16,"5"2"351"-16,2-1 206 0,2-1 9 0,2 0-341 15,5 0-287-15,4-3-143 0,2-1-55 0,8 0 6 16,2-4 6-16,5 0 11 0,2-4 1 15,7 0-3-15,5-3-20 0,1 0-6 0,1-2-1 16,5 4-6-16,-2-1-4 0,-2 3 14 0,-2 6-2 16,-1 2-18-16,-6 4-11 0,-5 7-9 0,-4 2-8 15,-6 6-24-15,-7 3-15 0,-3 5-13 0,-6 2-15 16,-6 6-9-16,-2 1-8 0,-1 2-7 16,-5 1-8-16,-1 3-4 0,1-2-3 0,0 3-6 15,1 0-3-15,1-1-1 0,0 0 0 0,4-3-3 16,2-3 0-16,5-3-4 0,2-5-13 0,5-1-28 15,-1-8-65-15,5-5-71 0,1-4-129 0,5-6-224 16,-2-4-309-16,6-5-337 0,2-2-244 16,-1-4-102-16,6 0 460 0,0-2 640 0</inkml:trace>
  <inkml:trace contextRef="#ctx0" brushRef="#br0" timeOffset="197592.75">24523 16450 20 0,'15'-27'457'0,"-5"2"442"0,-4 1 292 15,-3 4 15-15,-1 1-244 0,-4 4-216 0,-2 6-188 16,-4 4-136-16,-4 8-94 0,-3 5-71 16,-6 8-94-16,0 7-65 0,-1 7-37 0,-4 5-21 15,-1 5-10-15,3 5-4 0,-2 3-5 0,4 2-4 16,5 0 0-16,3-2-1 0,4 0-6 0,4-5-4 16,5-6-2-16,7-7-3 0,3-9-1 15,4-8 0-15,7-8 0 0,2-8-1 0,4-12-2 16,3-5 1-16,1-8 0 0,0-8-1 0,1-6 2 15,4-7 0-15,-5-3 1 0,-1-3 0 0,-4-4 0 16,-2-1-3-16,-1 1 0 0,-5 1 1 16,-4 3 1-16,-5 1 2 0,-1 4 1 0,-5 5 3 15,-2 4 1-15,-2 7-1 0,-3 6 0 0,-3 8-2 16,-3 7 0-16,-2 7-1 0,1 6 0 0,-4 9 1 16,2 6 0-16,-4 7-1 0,4 5 1 0,0 6 0 15,3 6 0-15,3 3 0 0,0 5-2 0,3 4 0 16,4 3-2-16,-2 4-3 0,4 2-1 15,1 0 0-15,3 2 1 0,4-4-2 0,-1-2-7 16,5-5-33-16,1-6-74 0,2-5-89 16,1-7-163-16,2-10-293 0,3-5-335 0,2-8-345 0,-1-5-185 15,3-9 139-15,-1-4 664 0</inkml:trace>
  <inkml:trace contextRef="#ctx0" brushRef="#br0" timeOffset="197876.31">25013 16584 51 0,'4'-29'667'0,"-2"4"762"16,-4 4 214-16,-2 5-253 0,-4 6-429 15,-6 7-371-15,-1 3-204 0,-4 7-159 0,-2 7-81 16,1 4-46-16,-3 5-29 0,3 3-19 0,0 5-16 16,3 0-11-16,5 1-9 0,4 1-4 0,4 1-4 15,0-1-4-15,6-2-1 0,3 1-1 16,1-3-2-16,5-4-3 0,3-8-1 0,3-5-2 16,3-7-9-16,2-6-12 0,0-9-17 0,4-7-24 15,-1-6-20-15,2-3-13 0,-5-4-1 0,0-3 11 16,-2 2 19-16,-2 0 26 0,-6 4 25 15,-2 3 18-15,-1 6 20 0,-2 3 7 0,-6 3 5 16,-1 6 3-16,0 5 0 0,-3 2-4 0,-2 7-12 16,-1 5-6-16,0 3-6 0,-1 3-2 0,3 3-12 15,-1 2-66-15,2 0-71 0,-2 0-155 16,5 2-272-16,3 1-311 0,2-1-376 0,1 2-253 16,2-2 18-16,2-1 649 0</inkml:trace>
  <inkml:trace contextRef="#ctx0" brushRef="#br0" timeOffset="198461.34">25270 17118 137 0,'6'3'610'16,"-1"-3"339"-16,0-3 119 0,2-5-63 0,2-3-378 15,-1-3-239-15,3-8-115 0,3-4-53 0,0-6-12 16,3-4 6-16,1-3 7 0,3-1-2 0,1-4-3 16,-5 2-12-16,4-3-11 0,-5 4-37 0,1 4-32 15,-6 3-28-15,1 5-14 0,-3 5-3 16,-5 6-13-16,1 4-8 0,-2 6-10 0,-3 5-11 16,2 6-10-16,1 4-12 0,-3 5-5 0,3 7-2 15,0 0-4-15,4 3 1 0,-1 1 0 0,2 2-1 16,3-1-1-16,2 0-1 0,1-3 0 15,2-1-1-15,-1-5-1 0,5-3 0 0,-2-5-1 16,4-5-1-16,1-4 1 0,0-5 1 0,4-7 2 16,-2-6 1-16,4-3-1 0,-1-6 2 0,2-1 0 15,0-3-2-15,-2 2 1 0,0 2-3 0,-3 3 0 16,-3 4 1-16,0 6 0 0,-6 5 1 0,0 7-1 16,-6 5 6-16,-2 7 3 0,-4 7 2 15,1 4 0-15,-8 8-1 0,1 2 0 0,-2 4-5 16,-1 3-4-16,-2-1-3 0,2 2-3 0,2-3-18 15,-3-2-53-15,6-5-80 0,-1-5-148 16,2-5-272-16,-1-2-322 0,6-7-382 0,-4-7-320 16,1-4-9-16,-1-5 684 0</inkml:trace>
  <inkml:trace contextRef="#ctx0" brushRef="#br0" timeOffset="198625.79">25912 15971 8 0,'-3'-19'577'0,"2"10"569"0,-3 6 260 16,3 9-92-16,-1 4-306 0,1 7-422 0,1 4-205 16,0 3-124-16,0 1-77 0,3 3-63 0,0-1-48 15,2-1-33-15,2 2-18 0,1-4-61 0,0-2-74 16,4-2-164-16,-2-2-281 0,2-2-296 16,2-2-371-16,-2-1-277 0,1-5 6 0,1-1 681 15</inkml:trace>
  <inkml:trace contextRef="#ctx0" brushRef="#br0" timeOffset="199215.44">26761 16848 318 0,'7'-8'1125'0,"-6"2"442"0,-1 3-141 16,-1-1-292-16,-1 4-487 0,0 0-289 0,-1 2-170 15,0 0-94-15,0 1-44 0,1 0-27 0,1 0-14 16,-3-1-59-16,2 1-68 0,0-3-131 16,0 1-247-16,2-1-293 0,0 0-343 0,0 0-254 15,2-1-63-15,-2-2 500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8AB077B-FC30-F52F-A700-55327D8298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EEC4842-5F6B-CFAF-1C49-716A5F7EF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772132D-C5D9-EA0B-8E83-858C07AD1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0BC8D-D74B-473B-8808-B272A0EED31C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BA72524-ED0A-E853-B9A4-908C82C29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E0A6099-A917-10DA-0804-D7748911F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C968-D609-4D8C-88E2-B89001A21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635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B394D52-C49C-5C5D-5E9F-59B55448D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636FD15-9994-E50A-487B-6B7E80B6C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98A1011-A9CD-0D1D-8E95-316D43553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0BC8D-D74B-473B-8808-B272A0EED31C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E4FC70E-8157-2772-CF56-8E011F4AC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05CCF80-DC7B-25CF-12E7-C8416973C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C968-D609-4D8C-88E2-B89001A21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996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2560614-0AB8-14DC-86A3-251CCA98B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086762D-681E-FBE5-77B7-F0A133413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1DE1213-3A20-2302-67D3-CCEC78612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0BC8D-D74B-473B-8808-B272A0EED31C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95586D-8284-4DEA-A4A2-95F62E18F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6DDAC60-2ED1-0AC3-86D2-EDD84B1FD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C968-D609-4D8C-88E2-B89001A21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677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ADD395-2FFC-4335-CB40-A1AB8363B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8598F38-FBA1-7889-1F22-E340D29490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BB45BE21-5D86-A0EA-B2B7-42346527E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E48503A-E889-9E24-193D-413296DD6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0BC8D-D74B-473B-8808-B272A0EED31C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B159FFC-A3F2-1A08-F787-86C3C1FBB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27CECBF-4966-32E6-9E3F-BBA83FFF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C968-D609-4D8C-88E2-B89001A21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459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ECC30FF-4C40-6579-7E25-55E998868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E87A129-AF1B-82A6-0825-453BA4FE1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95E84CE5-CCAD-AD1B-6122-F462087F9C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6886B945-9FA4-99AB-7169-539E4B2BDF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D460238E-87FB-0410-72EE-F4EDE50A13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C5146489-76EF-FAA0-8654-14752AE8D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0BC8D-D74B-473B-8808-B272A0EED31C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20C6F7B6-28B4-75F2-E06F-A2C997C08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8536176C-C4AA-22FC-DA5A-ECD383707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C968-D609-4D8C-88E2-B89001A21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138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D806263-22EB-6C48-EE5D-E4F652A12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703A6C4C-6F78-70E3-3DFF-DE85AB8CE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0BC8D-D74B-473B-8808-B272A0EED31C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340B9CC-D158-49B9-742B-725773407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99D92A35-FDED-5E36-FD41-E4D9FBF2D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C968-D609-4D8C-88E2-B89001A21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422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2779E06C-C1C9-3344-DF2D-10182828B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0BC8D-D74B-473B-8808-B272A0EED31C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690A70E0-6510-64FA-AAF9-46B40FECB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D93CD0A-C712-C4BB-1C6E-2A5B2A39D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C968-D609-4D8C-88E2-B89001A21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43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63D1547-70BD-1327-FE0B-6C330E92B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5F23FAE-07A0-A41C-846B-72D537CDA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4C15A246-D8B8-2B1C-152D-A5E51683A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B0EFE5A-0AA9-BEB5-7262-16832AAFB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0BC8D-D74B-473B-8808-B272A0EED31C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C6DBAB5-B8BF-DC74-75FF-3C628A63A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EA3DE6A-6217-5402-7D7E-5929F2A1E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C968-D609-4D8C-88E2-B89001A21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044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121EA99-2F93-FAFC-153E-AE0172E11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265AF34E-6E70-9C9F-D8F7-1E02B7356E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C371A70-08D7-F715-D01F-347D02B76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336C2BE-90BF-481F-C849-1839509DD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0BC8D-D74B-473B-8808-B272A0EED31C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339323A-0C22-365A-03C2-FFD344928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63C002B-EAA2-336E-B19D-715D7D56F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C968-D609-4D8C-88E2-B89001A21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437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9F884F-0EC6-B2D8-4340-8A37A0186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62BB89AC-B75B-99DA-21BE-28E84D861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CD96318-2D56-3B81-E4BC-75FD46024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0BC8D-D74B-473B-8808-B272A0EED31C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185BA89-371C-5474-2D4B-6DCD120D8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05286DB-F3D7-97F7-AFAA-02B34D914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C968-D609-4D8C-88E2-B89001A21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084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E13A206A-54FC-194E-2564-F061B5D384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42DA043-70AA-EEC7-C973-C9F5A316A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E36F237-FD10-C9AC-3BCC-F835C9E91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0BC8D-D74B-473B-8808-B272A0EED31C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601D7D1-3EB6-528D-05CA-2910F5B7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3D06057-4DB1-230B-2ECC-15D0DE4F8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C968-D609-4D8C-88E2-B89001A21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55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D3CECCF9-8BBE-ACF3-4D79-4192D4587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0D44509-3B63-3B49-2B16-1D69DB1F5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21CDA01-DDED-C4F2-258D-29C5633882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0BC8D-D74B-473B-8808-B272A0EED31C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C060D97-EF51-C4B7-D7BD-245F5065F1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1552D7B-75AF-CBCA-D348-A22CC34E03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2C968-D609-4D8C-88E2-B89001A21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989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customXml" Target="../ink/ink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customXml" Target="../ink/ink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customXml" Target="../ink/ink10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2.xml"/><Relationship Id="rId5" Type="http://schemas.openxmlformats.org/officeDocument/2006/relationships/image" Target="../media/image15.png"/><Relationship Id="rId4" Type="http://schemas.openxmlformats.org/officeDocument/2006/relationships/customXml" Target="../ink/ink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92D2910D-E488-3F9F-A2BE-4D1F39B12E27}"/>
                  </a:ext>
                </a:extLst>
              </p14:cNvPr>
              <p14:cNvContentPartPr/>
              <p14:nvPr/>
            </p14:nvContentPartPr>
            <p14:xfrm>
              <a:off x="71640" y="156960"/>
              <a:ext cx="11826000" cy="415728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92D2910D-E488-3F9F-A2BE-4D1F39B12E2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280" y="147600"/>
                <a:ext cx="11844720" cy="417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1229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D2256-73AA-B7C4-2075-1ACA849D8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0CCD32CF-2B03-D9D9-AB14-2CD3AB4A5455}"/>
                  </a:ext>
                </a:extLst>
              </p14:cNvPr>
              <p14:cNvContentPartPr/>
              <p14:nvPr/>
            </p14:nvContentPartPr>
            <p14:xfrm>
              <a:off x="601560" y="275040"/>
              <a:ext cx="11067120" cy="624888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0CCD32CF-2B03-D9D9-AB14-2CD3AB4A54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2200" y="265680"/>
                <a:ext cx="11085840" cy="626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8045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5BAF0-A6A5-79BB-7602-A496B794E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1BF08F9C-1366-CD1B-18B9-22B70618B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96" y="153987"/>
            <a:ext cx="6584441" cy="28570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827C6501-61E1-F148-CC0B-FA804A3631CC}"/>
                  </a:ext>
                </a:extLst>
              </p14:cNvPr>
              <p14:cNvContentPartPr/>
              <p14:nvPr/>
            </p14:nvContentPartPr>
            <p14:xfrm>
              <a:off x="245880" y="2701440"/>
              <a:ext cx="5898240" cy="247896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827C6501-61E1-F148-CC0B-FA804A3631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6520" y="2692080"/>
                <a:ext cx="5916960" cy="249768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DDD5EE28-BE74-D803-8A93-16BF50DB3E59}"/>
              </a:ext>
            </a:extLst>
          </p:cNvPr>
          <p:cNvSpPr txBox="1"/>
          <p:nvPr/>
        </p:nvSpPr>
        <p:spPr>
          <a:xfrm>
            <a:off x="7250546" y="2725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General multiplicity:  16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Pismo odręczne 6">
                <a:extLst>
                  <a:ext uri="{FF2B5EF4-FFF2-40B4-BE49-F238E27FC236}">
                    <a16:creationId xmlns:a16="http://schemas.microsoft.com/office/drawing/2014/main" id="{A664EDC0-112D-CE05-E3E5-128D1319BD25}"/>
                  </a:ext>
                </a:extLst>
              </p14:cNvPr>
              <p14:cNvContentPartPr/>
              <p14:nvPr/>
            </p14:nvContentPartPr>
            <p14:xfrm>
              <a:off x="633960" y="608400"/>
              <a:ext cx="11111760" cy="6227280"/>
            </p14:xfrm>
          </p:contentPart>
        </mc:Choice>
        <mc:Fallback>
          <p:pic>
            <p:nvPicPr>
              <p:cNvPr id="7" name="Pismo odręczne 6">
                <a:extLst>
                  <a:ext uri="{FF2B5EF4-FFF2-40B4-BE49-F238E27FC236}">
                    <a16:creationId xmlns:a16="http://schemas.microsoft.com/office/drawing/2014/main" id="{A664EDC0-112D-CE05-E3E5-128D1319BD2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4600" y="599040"/>
                <a:ext cx="11130480" cy="624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2376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5BE2D-3B07-3BDD-0A34-60A617CB6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5A5F3037-2516-0D88-F1BF-EE0D58004CD7}"/>
                  </a:ext>
                </a:extLst>
              </p14:cNvPr>
              <p14:cNvContentPartPr/>
              <p14:nvPr/>
            </p14:nvContentPartPr>
            <p14:xfrm>
              <a:off x="596880" y="487440"/>
              <a:ext cx="1542240" cy="51228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5A5F3037-2516-0D88-F1BF-EE0D58004C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7520" y="478080"/>
                <a:ext cx="1560960" cy="531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Obraz 3">
            <a:extLst>
              <a:ext uri="{FF2B5EF4-FFF2-40B4-BE49-F238E27FC236}">
                <a16:creationId xmlns:a16="http://schemas.microsoft.com/office/drawing/2014/main" id="{1FE3F5C9-7C6C-CEEC-9C77-A693FDB34E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0950" y="120727"/>
            <a:ext cx="4591050" cy="7334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Pismo odręczne 4">
                <a:extLst>
                  <a:ext uri="{FF2B5EF4-FFF2-40B4-BE49-F238E27FC236}">
                    <a16:creationId xmlns:a16="http://schemas.microsoft.com/office/drawing/2014/main" id="{80BBCBF2-091E-7571-DF7B-64E93C6952D3}"/>
                  </a:ext>
                </a:extLst>
              </p14:cNvPr>
              <p14:cNvContentPartPr/>
              <p14:nvPr/>
            </p14:nvContentPartPr>
            <p14:xfrm>
              <a:off x="428400" y="151200"/>
              <a:ext cx="11481840" cy="4381920"/>
            </p14:xfrm>
          </p:contentPart>
        </mc:Choice>
        <mc:Fallback>
          <p:pic>
            <p:nvPicPr>
              <p:cNvPr id="5" name="Pismo odręczne 4">
                <a:extLst>
                  <a:ext uri="{FF2B5EF4-FFF2-40B4-BE49-F238E27FC236}">
                    <a16:creationId xmlns:a16="http://schemas.microsoft.com/office/drawing/2014/main" id="{80BBCBF2-091E-7571-DF7B-64E93C6952D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9040" y="141840"/>
                <a:ext cx="11500560" cy="440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4892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BAD73-81A4-369E-B1C8-52A85D210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2F528DE7-1B1E-BDDD-0160-9271A13B6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950" y="120727"/>
            <a:ext cx="4591050" cy="7334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B469A6A8-494A-F1E5-B85F-17E5A51BE44F}"/>
                  </a:ext>
                </a:extLst>
              </p14:cNvPr>
              <p14:cNvContentPartPr/>
              <p14:nvPr/>
            </p14:nvContentPartPr>
            <p14:xfrm>
              <a:off x="187560" y="146160"/>
              <a:ext cx="10961280" cy="6375240"/>
            </p14:xfrm>
          </p:contentPart>
        </mc:Choice>
        <mc:Fallback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B469A6A8-494A-F1E5-B85F-17E5A51BE44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8200" y="136800"/>
                <a:ext cx="10980000" cy="639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1999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A2855-6202-B1D6-A0F8-C8BADC61D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62677BC5-9FAD-0312-23BB-865C09739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950" y="120727"/>
            <a:ext cx="4591050" cy="7334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F5E44200-276C-CD8E-AB81-D7433095CD8C}"/>
                  </a:ext>
                </a:extLst>
              </p14:cNvPr>
              <p14:cNvContentPartPr/>
              <p14:nvPr/>
            </p14:nvContentPartPr>
            <p14:xfrm>
              <a:off x="81360" y="297000"/>
              <a:ext cx="11320920" cy="5214600"/>
            </p14:xfrm>
          </p:contentPart>
        </mc:Choice>
        <mc:Fallback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F5E44200-276C-CD8E-AB81-D7433095CD8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000" y="287640"/>
                <a:ext cx="11339640" cy="523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588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10036-0D6D-D017-6FC7-7C7D47636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2F2AABCC-1E5A-A593-D270-B8198DF568A8}"/>
                  </a:ext>
                </a:extLst>
              </p14:cNvPr>
              <p14:cNvContentPartPr/>
              <p14:nvPr/>
            </p14:nvContentPartPr>
            <p14:xfrm>
              <a:off x="1677240" y="145080"/>
              <a:ext cx="9721080" cy="610128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2F2AABCC-1E5A-A593-D270-B8198DF568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67880" y="135720"/>
                <a:ext cx="9739800" cy="6120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raz 2">
            <a:extLst>
              <a:ext uri="{FF2B5EF4-FFF2-40B4-BE49-F238E27FC236}">
                <a16:creationId xmlns:a16="http://schemas.microsoft.com/office/drawing/2014/main" id="{33F0948B-E88F-7A0C-328A-AD915C200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7874" y="145080"/>
            <a:ext cx="3819525" cy="19240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272D7E42-9E1A-3358-E55A-52952F12AB72}"/>
                  </a:ext>
                </a:extLst>
              </p14:cNvPr>
              <p14:cNvContentPartPr/>
              <p14:nvPr/>
            </p14:nvContentPartPr>
            <p14:xfrm>
              <a:off x="3510000" y="589680"/>
              <a:ext cx="8445240" cy="593748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272D7E42-9E1A-3358-E55A-52952F12AB7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00640" y="580320"/>
                <a:ext cx="8463960" cy="595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6968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37078-A81F-36ED-335C-5FB1A039C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0BAEC62B-0A1C-1D88-FD25-3F375D2D9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98" y="157739"/>
            <a:ext cx="4638675" cy="409575"/>
          </a:xfrm>
          <a:prstGeom prst="rect">
            <a:avLst/>
          </a:prstGeom>
        </p:spPr>
      </p:pic>
      <p:pic>
        <p:nvPicPr>
          <p:cNvPr id="4" name="Obraz 3">
            <a:extLst>
              <a:ext uri="{FF2B5EF4-FFF2-40B4-BE49-F238E27FC236}">
                <a16:creationId xmlns:a16="http://schemas.microsoft.com/office/drawing/2014/main" id="{7EFACCA6-F116-17BA-F4D0-574EA8BEF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91" y="717734"/>
            <a:ext cx="3819525" cy="19240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Pismo odręczne 4">
                <a:extLst>
                  <a:ext uri="{FF2B5EF4-FFF2-40B4-BE49-F238E27FC236}">
                    <a16:creationId xmlns:a16="http://schemas.microsoft.com/office/drawing/2014/main" id="{5B23ED7A-3013-8443-B91A-A2D0D7EEBD13}"/>
                  </a:ext>
                </a:extLst>
              </p14:cNvPr>
              <p14:cNvContentPartPr/>
              <p14:nvPr/>
            </p14:nvContentPartPr>
            <p14:xfrm>
              <a:off x="1082520" y="199800"/>
              <a:ext cx="10525320" cy="3632760"/>
            </p14:xfrm>
          </p:contentPart>
        </mc:Choice>
        <mc:Fallback>
          <p:pic>
            <p:nvPicPr>
              <p:cNvPr id="5" name="Pismo odręczne 4">
                <a:extLst>
                  <a:ext uri="{FF2B5EF4-FFF2-40B4-BE49-F238E27FC236}">
                    <a16:creationId xmlns:a16="http://schemas.microsoft.com/office/drawing/2014/main" id="{5B23ED7A-3013-8443-B91A-A2D0D7EEBD1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73160" y="190440"/>
                <a:ext cx="10544040" cy="365148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D799502D-12AC-4582-81AD-B67EB1129069}"/>
              </a:ext>
            </a:extLst>
          </p:cNvPr>
          <p:cNvSpPr txBox="1"/>
          <p:nvPr/>
        </p:nvSpPr>
        <p:spPr>
          <a:xfrm>
            <a:off x="738909" y="44104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0.10391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Pismo odręczne 7">
                <a:extLst>
                  <a:ext uri="{FF2B5EF4-FFF2-40B4-BE49-F238E27FC236}">
                    <a16:creationId xmlns:a16="http://schemas.microsoft.com/office/drawing/2014/main" id="{58EABC74-60AA-4801-50EA-E3A95B8F2F5F}"/>
                  </a:ext>
                </a:extLst>
              </p14:cNvPr>
              <p14:cNvContentPartPr/>
              <p14:nvPr/>
            </p14:nvContentPartPr>
            <p14:xfrm>
              <a:off x="142560" y="3691800"/>
              <a:ext cx="11608200" cy="1944360"/>
            </p14:xfrm>
          </p:contentPart>
        </mc:Choice>
        <mc:Fallback>
          <p:pic>
            <p:nvPicPr>
              <p:cNvPr id="8" name="Pismo odręczne 7">
                <a:extLst>
                  <a:ext uri="{FF2B5EF4-FFF2-40B4-BE49-F238E27FC236}">
                    <a16:creationId xmlns:a16="http://schemas.microsoft.com/office/drawing/2014/main" id="{58EABC74-60AA-4801-50EA-E3A95B8F2F5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3200" y="3682440"/>
                <a:ext cx="11626920" cy="196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1691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9D2CF-DC0A-FA98-02A8-01AE403B4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3417AFFC-46A8-C845-FD58-1B77C983CD9A}"/>
                  </a:ext>
                </a:extLst>
              </p14:cNvPr>
              <p14:cNvContentPartPr/>
              <p14:nvPr/>
            </p14:nvContentPartPr>
            <p14:xfrm>
              <a:off x="459720" y="68400"/>
              <a:ext cx="11045160" cy="671112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3417AFFC-46A8-C845-FD58-1B77C983CD9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0360" y="59040"/>
                <a:ext cx="11063880" cy="672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6327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2AAF4-924C-D5DD-2330-B267103D4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BF8C706C-2F99-C664-8C1B-66CF05347A3B}"/>
                  </a:ext>
                </a:extLst>
              </p14:cNvPr>
              <p14:cNvContentPartPr/>
              <p14:nvPr/>
            </p14:nvContentPartPr>
            <p14:xfrm>
              <a:off x="624240" y="182160"/>
              <a:ext cx="11307960" cy="661716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BF8C706C-2F99-C664-8C1B-66CF05347A3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4880" y="172800"/>
                <a:ext cx="11326680" cy="663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8795768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985547ED3869409668EC440E4538BF" ma:contentTypeVersion="11" ma:contentTypeDescription="Utwórz nowy dokument." ma:contentTypeScope="" ma:versionID="bb4d534d5a380a62266c36c4db980fe6">
  <xsd:schema xmlns:xsd="http://www.w3.org/2001/XMLSchema" xmlns:xs="http://www.w3.org/2001/XMLSchema" xmlns:p="http://schemas.microsoft.com/office/2006/metadata/properties" xmlns:ns2="e3df25f3-32c1-478e-a538-0a30a0d666d9" xmlns:ns3="250ee321-c814-41fb-9823-fabd181dae05" targetNamespace="http://schemas.microsoft.com/office/2006/metadata/properties" ma:root="true" ma:fieldsID="520be763d65ea0a02d5fadccb36d1620" ns2:_="" ns3:_="">
    <xsd:import namespace="e3df25f3-32c1-478e-a538-0a30a0d666d9"/>
    <xsd:import namespace="250ee321-c814-41fb-9823-fabd181dae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df25f3-32c1-478e-a538-0a30a0d666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i obrazów" ma:readOnly="false" ma:fieldId="{5cf76f15-5ced-4ddc-b409-7134ff3c332f}" ma:taxonomyMulti="true" ma:sspId="b7b31e59-74a4-4436-bc03-9931855e0d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0ee321-c814-41fb-9823-fabd181dae0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7514712-c841-4c85-bca0-25e594a903ac}" ma:internalName="TaxCatchAll" ma:showField="CatchAllData" ma:web="250ee321-c814-41fb-9823-fabd181dae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df25f3-32c1-478e-a538-0a30a0d666d9">
      <Terms xmlns="http://schemas.microsoft.com/office/infopath/2007/PartnerControls"/>
    </lcf76f155ced4ddcb4097134ff3c332f>
    <TaxCatchAll xmlns="250ee321-c814-41fb-9823-fabd181dae05" xsi:nil="true"/>
  </documentManagement>
</p:properties>
</file>

<file path=customXml/itemProps1.xml><?xml version="1.0" encoding="utf-8"?>
<ds:datastoreItem xmlns:ds="http://schemas.openxmlformats.org/officeDocument/2006/customXml" ds:itemID="{DC9132E6-D85C-4B00-AA01-814D357A5527}"/>
</file>

<file path=customXml/itemProps2.xml><?xml version="1.0" encoding="utf-8"?>
<ds:datastoreItem xmlns:ds="http://schemas.openxmlformats.org/officeDocument/2006/customXml" ds:itemID="{54E2B137-87D8-45F7-A96C-CB47811E5E1B}"/>
</file>

<file path=customXml/itemProps3.xml><?xml version="1.0" encoding="utf-8"?>
<ds:datastoreItem xmlns:ds="http://schemas.openxmlformats.org/officeDocument/2006/customXml" ds:itemID="{EA9E3E9F-8D89-4098-A754-A6DF71BB1DE9}"/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5</Words>
  <Application>Microsoft Office PowerPoint</Application>
  <PresentationFormat>Panoramiczny</PresentationFormat>
  <Paragraphs>2</Paragraphs>
  <Slides>10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 GON</dc:creator>
  <cp:lastModifiedBy>LUK GON</cp:lastModifiedBy>
  <cp:revision>3</cp:revision>
  <dcterms:created xsi:type="dcterms:W3CDTF">2024-11-08T07:35:16Z</dcterms:created>
  <dcterms:modified xsi:type="dcterms:W3CDTF">2024-11-08T09:04:05Z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0x010100F9985547ED3869409668EC440E4538BF</vt:lpwstr>
  </property>
</Properties>
</file>