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5.xml" ContentType="application/inkml+xml"/>
  <Override PartName="/ppt/ink/ink6.xml" ContentType="application/inkml+xml"/>
  <Override PartName="/ppt/ink/ink3.xml" ContentType="application/inkml+xml"/>
  <Override PartName="/ppt/ink/ink4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8" autoAdjust="0"/>
    <p:restoredTop sz="94660"/>
  </p:normalViewPr>
  <p:slideViewPr>
    <p:cSldViewPr snapToGrid="0">
      <p:cViewPr varScale="1">
        <p:scale>
          <a:sx n="83" d="100"/>
          <a:sy n="83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08T10:40:28.978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7030A0"/>
    </inkml:brush>
    <inkml:brush xml:id="br3">
      <inkml:brushProperty name="width" value="0.05292" units="cm"/>
      <inkml:brushProperty name="height" value="0.05292" units="cm"/>
      <inkml:brushProperty name="color" value="#FF0000"/>
    </inkml:brush>
    <inkml:brush xml:id="br4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2392 1253 65 0,'1'0'290'0,"1"-1"162"0,-1-2 157 0,-1 2-78 0,2-1-81 15,-2 2-16-15,3 0 20 0,-3 0 4 0,2 0-14 16,-2 0-40-16,0 0-66 0,0 0-71 0,-2 0-68 15,2 0-41-15,-1 0-7 0,2 2 21 0,-1-1 24 16,2 1 7-16,-2 0-4 0,1 2-16 0,1-1-30 16,-2-2-37-16,0 4-32 0,0-1-20 0,0 2-13 15,0 0-6-15,-2 0-2 0,1 2-5 0,1 3-3 16,0-3-2-16,0 3-3 0,-2 1-3 0,2 0-3 0,0 1-2 16,-1 2 1-16,-1 1-3 0,2 0 2 0,0 0-3 15,0 2 0-15,0 1-1 0,0 1 2 0,0-1-2 16,2 4 0-16,-1 1-1 0,-1-2-1 0,2 3-1 15,-2 0 1-15,3 2-2 0,-3-1 1 16,2 1 0-16,-1-1 0 0,-1 0-2 0,2 1 0 16,-2 0-1-16,0 2 1 0,0-2-1 0,0 1-1 15,-2 2 1-15,2-1-1 0,0 3-2 0,-1-3 0 16,-1 4 0-16,0-3-3 0,1 2 0 0,1 1-1 0,-2-2 0 16,1 2 1-16,-1-1-1 0,2-1 0 15,-2 1 1-15,2-1-1 0,0-1-1 0,2 0 0 16,-2 0-1-16,0 0 0 0,3-2-1 0,-3 2 1 15,2-2-1-15,-2 1 0 0,3 1 1 0,-3-3-3 16,2 4 2-16,-1-3-1 0,1 0 1 0,-2 2-1 16,1-2 0-16,-1 0 0 0,0 2 0 0,0 0-1 15,0 0 0-15,0 0 1 0,-1 2 0 0,1-2 1 16,0 1 0-16,-2 1 0 0,2 0 0 0,0 4 0 16,-1-4-1-16,-1 2 0 0,0 3 0 15,1-1 0-15,1 0-1 0,-2 1 1 0,-1 1-1 16,1-1 0-16,2-1 0 0,-3 0 0 0,3 0 1 15,-1 0-1-15,-1-1 1 0,0-1 0 0,2 2 4 16,-2-2-2-16,0 0 0 0,0 0-1 16,1 0-1-16,-1 3 1 0,-1 0-4 0,3 1 1 15,-3 3 1-15,1 0 0 0,-1 3 0 0,1 2 1 16,-1 1-1-16,0 0 1 0,1 0 0 0,-2-2 0 16,1-2 3-16,1 3 4 0,2-6 1 0,-1 2 2 15,-1-3-3-15,2 0-3 0,-2-1-5 0,2-1-2 16,0 1-3-16,0 1-2 0,2 1 4 15,-2 1 2-15,0 0 2 0,0 2-1 0,0 1 1 16,0 0-1-16,2 3 0 0,-2 4 5 0,0 1-1 16,0 4-1-16,-2 3-2 0,2 5 1 0,-2 3-1 15,1 2-5-15,-1 2 0 0,1 1 1 16,-1-2 1-16,0-1 4 0,-1-2 2 0,0-3 1 16,3-3 2-16,-3-2 1 0,-2-4-3 0,4-4-7 15,-2-4-2-15,1-7-1 0,0-4-3 0,1-6-4 16,-1-6-1-16,0-7-4 0,1-5-9 0,1-6-16 15,-2-6-25-15,-1-6-72 0,0-8-87 16,-2-7-168-16,-2-6-281 0,-3-7-329 0,0-8-395 16,-4-8-216-16,0-7 139 0,-5-8 726 0</inkml:trace>
  <inkml:trace contextRef="#ctx0" brushRef="#br0" timeOffset="931.18">2203 1366 150 0,'0'3'491'16,"2"-1"341"-16,0-2 246 0,-1 0-136 0,-1 0-209 15,0 0-103-15,2 0-70 0,-2 3-82 0,3-3-89 16,-3 0-66-16,2 0-53 0,-1-3-67 0,1 1-60 16,-1-1-37-16,1-1-20 0,1-2-11 0,2-4-8 15,1 0-5-15,-1-2-5 0,1-1-4 0,2-2-4 16,0-2-5-16,3-2-5 0,-1-3-4 0,-1-3-5 0,4-2-6 15,-2-2-3-15,3-3-4 0,-3-1-2 16,5-3-2-16,-3 0-1 0,1-1-1 0,0 3-1 0,0-1-1 16,2 3 0-16,-5 3 0 0,3 3-1 15,-4 6 0-15,0 2 0 0,-1 4-1 0,-3 3-1 16,0 4 0-16,1 2 1 0,-1 5 2 0,2 4 2 16,-2 3 2-16,1 1 1 0,-1 7 1 0,2 0-11 15,0 1-4-15,-2 3 0 0,2 2 0 0,1-1 0 16,-1 1 0-16,2 0 0 0,-2 2 0 0,1-4 0 15,1 2 0-15,-2 0 0 0,3-1 0 0,-2-2 0 16,-1 2 0-16,3-3 0 0,-3 3 0 0,0-1 0 16,0 0 0-16,0 2 0 0,-2-1 0 0,-1 3-47 0,-2 1-106 15,-3 3-152-15,0 1-257 0,-3 4-324 16,1 2-417-16,-3 1-479 0,2 5-42 0,-4 4 784 16</inkml:trace>
  <inkml:trace contextRef="#ctx0" brushRef="#br0" timeOffset="2766.25">1948 5928 65 0,'1'0'373'0,"-1"-2"240"0,2 1 165 0,-1 1-56 16,4-2-159-16,-2 1-88 0,3-1-31 0,-2 2-28 15,0-2-18-15,3 1-15 0,0 1-34 0,3-1-44 16,0-1-43-16,2 1-34 0,1 1-19 0,0-2-33 15,1 1-29-15,0 1-31 0,0 0-29 0,2 0-20 16,1 1-17-16,1-1-4 0,1 2-10 0,1-2-6 16,-1 0-5-16,2 1 2 0,2-1-2 0,1 0-2 15,-1 0-3-15,2 0-2 0,2 0-2 16,-1-1 0-16,4 1 0 0,-1 0-2 0,2-2 0 16,-1 1-1-16,2 1-1 0,0-1-2 0,-1-1-1 15,1 2-2-15,0 0-1 0,1-2-1 0,0 2 2 16,0-1 2-16,2 0 2 0,0-3 8 0,3 2 0 15,-2-2-1-15,-1 0-1 0,3-1-3 16,0-1-1-16,1-1-7 0,1-1 1 0,1 2-1 16,3-1 1-16,-1 0-1 0,1 2-1 0,-1-1-1 15,0 0 0-15,2 0 0 0,-2 1-1 0,3 1-1 16,-2 2 0-16,2-4-1 0,0 1 5 0,1 1-2 16,-2 0-1-16,2-2 0 0,-1 0 0 15,3 0 1-15,0 0-6 0,3-1 2 0,0-1 0 16,1 0 1-16,2 1-1 0,0-1 0 15,-1 1-1-15,0 1 1 0,1 0-1 0,-1 0 5 16,1 3 2-16,-1-2 4 0,-2 2-4 0,0 0-2 16,2 0-2-16,0 2-3 0,3-2-4 0,1 0-3 15,-1 0 5-15,3 0 1 0,-1 0 1 16,1-2 1-16,0 1-1 0,-2-1 5 0,2 2 1 16,0-2 2-16,-1 3 2 0,1 0-4 15,-1 0-2-15,2 1-5 0,1 1-2 0,3 0-2 16,-2 1-1-16,3-1 2 0,-1 2 3 15,-2 0 0-15,1-1 5 0,-1 0 3 0,0 1 1 16,-1 0 3-16,-2-1-4 0,2 0-3 0,-1 4-4 16,1-5-3-16,1 2-3 0,2 4 0 0,-2-3 2 15,2 1 3-15,-3 1 0 0,1 0 2 16,-3 0 4-16,2 1 1 0,-2 0 2 0,0 2 2 16,-2-2-4-16,1 0-2 0,-1 1-5 0,2-1-3 15,0 0-2-15,2 1-1 0,0-1 3 16,-1 0 3-16,-1-1-1 0,2 1 2 0,-2 2 4 15,0-2 2-15,0 1 2 0,-2 0 1 0,0-1 2 16,-1 1-5-16,1 2-6 0,2-3-3 16,2 2-1-16,0-1-2 0,-2 0-1 0,2-1 4 15,-2 1 1-15,0 1 7 0,-2 0 1 16,2-1 0-16,-1-1 1 0,-4 1 1 0,2 1 2 16,0 0-5-16,0-3 1 0,0 2-2 0,0-1-3 15,1 1-4-15,-1-3-1 0,3 4-3 0,-3-2 3 16,0-1 2-16,-2 1 5 0,1-1 3 15,-2 2 0-15,-1-1 0 0,-1 1-3 0,-1-1 0 16,1 0-1-16,-3 1-1 0,0-1 2 16,0 2 1-16,-1 1 0 0,2-3-1 0,1 1 0 15,-2 0-1-15,0-1-1 0,1 0 0 0,-4 1 0 16,2-1 0-16,-4 0-1 0,3-1-1 0,-2 1 1 16,-1-2-1-16,0 0 0 0,-1 1 0 15,1 0 2-15,-1-2 0 0,1 2 2 16,-3-3 1-16,4 2 0 0,0-2 1 0,0 2-1 15,0-2 0-15,2 1 0 0,1 0-1 0,-2 0 1 16,0-1-1-16,0 1-1 0,1-2 0 0,-2 1-1 16,0-1 1-16,2-1-2 0,-2 2 1 15,0-2 1-15,0 0 1 0,-2-2 1 0,3 2 0 16,-2-1 1-16,1 1 1 0,0-2-1 16,1 2-1-16,3 0 1 0,-3 0-1 0,1 0 0 15,1 0 0-15,-2 2-1 0,-2-1-1 0,3 1 1 16,-2-1-2-16,2 1 0 0,-2-1 0 0,0 0 0 15,-2 1 1-15,1 1 0 0,-1-2 1 16,1 3 1-16,0-3 1 0,-1 0-1 0,3 1 1 16,0 0-1-16,1-1 0 0,-1-1 0 15,0 1 0-15,0-1-1 0,-2 2-1 0,1-2-1 16,0 0 0-16,-2 0-2 0,1 0 0 0,-1 3-1 16,-2-3 2-16,3 0 1 0,-3 0 2 15,-1 2-1-15,1-2 3 0,-1 0 0 0,-1 3 0 16,2-2-1-16,-1 1 0 0,-1-1 0 15,4 0 0-15,-2 2-1 0,0-3 0 0,-1 0-1 16,2 0-1-16,-2 0 1 0,0-3-1 0,2 2 0 16,-2-2 0-16,-1 2-1 0,4-2 0 15,-4 1-1-15,0-3 2 0,1 3 0 0,-2-2 1 16,-3 2 1-16,0-2 0 0,0 3 0 0,-2-2 0 16,-3 1-1-16,-3 1 1 0,0 0-1 15,-4-1 0-15,-5 2-1 0,-2 0 0 0,-3 0 0 16,-3 0-1-16,-2 0 1 0,-3 0 0 0,-3 0-1 15,-1 0-1-15,-2 0-7 0,-3-1-14 16,0 1-22-16,-3-2-52 0,-2 1-81 0,1-2-149 16,-2-2-268-16,-2 1-320 0,4-3-388 15,-2-3-342-15,-2-3-22 0,4-2 695 0</inkml:trace>
  <inkml:trace contextRef="#ctx0" brushRef="#br0" timeOffset="3081.18">14076 5905 447 0,'0'0'967'0,"0"0"275"0,0 2-62 16,0-2-300-16,3 0-288 0,1 3-177 0,0-3-69 16,5 3-38-16,0-2-24 0,0 1-33 0,3 0-48 15,1 2-53-15,3-1-45 0,0 0-28 16,1 1-18-16,4 0-12 0,-1 1-8 0,4 1-6 16,-3 1-6-16,4 0-2 0,-3 4-2 15,2-3 0-15,-5 1 2 0,1 2 3 0,-2-1 4 16,-4 1 6-16,-3 2 4 0,0-3 5 0,-5 5 2 15,-1-1-2-15,-5 1-3 0,-1 0-6 16,-4 4-7-16,-3-3-8 0,-4 3-6 0,-3-1-10 16,-2 1-7-16,-1 1 0 0,-4 1 0 15,2 0 0-15,-1 1 0 0,-1-3-30 0,0 0-27 16,3 1-74-16,-2-3-117 0,1-3-253 0,2 0-308 16,1-4-392-16,4 1-473 0,2-2-164 0,2-1 553 15,2 2 881-15</inkml:trace>
  <inkml:trace contextRef="#ctx0" brushRef="#br0" timeOffset="4121.34">13591 7153 233 0,'5'-4'589'16,"-1"-3"344"-16,1 3 194 0,0-2-198 0,1-1-220 15,2-1-100-15,1 1-56 0,2 0-94 0,1-2-86 16,0 1-66-16,3 3-61 0,-2-1-70 16,2 0-56-16,2 0-31 0,-1 3-18 0,1-1-9 15,1 1-9-15,-1 1-7 0,2 2-4 16,-3 2-5-16,1-1-2 0,-4 4-1 0,1-1 0 15,-3 0 2-15,1 4 1 0,-6 1 0 0,1 1-1 16,-5 3-1-16,0 2-4 0,-4 3-4 0,-1 1-5 16,-3 2-5-16,-2 2-4 0,-2 2-4 15,-1 2-3-15,-1 0-2 0,0 2-2 0,-2-1 0 16,0 0-1-16,2 2-1 0,2-1 0 16,-1-2 0-16,0 0-1 0,5-3 1 0,-1-1-1 15,2-3 1-15,2-1-1 0,-2-2 1 0,5-1 0 16,-1-2-1-16,1 1 1 0,1-2 0 0,1-3-1 15,1 2 0-15,0-1 0 0,1-1 0 16,0-2-1-16,1 1 0 0,0-2-1 0,3 1-2 16,-2-4 1-16,2 1-6 0,2-1-9 15,0-2-10-15,2-2-16 0,0-3-20 0,2-3-32 16,2-3-58-16,-2-3-64 0,4-3-60 0,-2 1-50 16,2-4-57-16,-3 0-40 0,4-1 34 0,-2-1 72 15,-1 1 52-15,0 2 46 0,1 0 56 16,-4 4 75-16,1 3 87 0,-3 0 89 15,-1 6 66-15,1 1 59 0,-3 5 120 0,0 2 82 16,1 3-2-16,-1 4-46 0,-2 4-47 0,2 3-44 16,1 3-71-16,1 3-62 0,1 3-32 0,2 5-19 15,1 0-12-15,2 3-14 0,2 0-13 16,0 1-12-16,4-3-10 0,1 0-8 0,2-6-9 16,0-4-3-16,4-4-3 0,-1-7-2 15,0-4 0-15,1-6 1 0,-1-5 2 0,-2-4 2 16,-1-8-1-16,0-2 3 0,-3-5 3 0,-2-4 0 15,-2-3 3-15,-2-4 3 0,-5 3 4 16,1-4 3-16,-6 0-12 0,0-1-14 0,-5 1 0 16,-4-3 0-16,-3 0 0 0,-2-2 0 0,-3 0 0 15,-4 0 0-15,0 0 0 0,-2 2 0 16,-1 5 0-16,-1 1 0 0,-3 8 0 0,3 4 0 16,-3 4 0-16,-1 4 0 0,2 6 0 15,-1 5 0-15,1 5 0 0,4 3 0 0,-2 4 0 16,4 3 0-16,1-1 0 0,3 5 0 0,2 2-1 15,1 0-116-15,2 0-78 0,-1 2-134 16,-2-1-257-16,7 1-315 0,-2 1-386 0,2-2-392 16,0 0-51-16,2-3 665 0</inkml:trace>
  <inkml:trace contextRef="#ctx0" brushRef="#br0" timeOffset="4381.16">14313 7558 715 0,'-5'5'1711'0,"-1"-4"62"0,2 2-400 16,-1 2-357-16,1-2-471 0,4 0-282 0,2 2-120 15,3-2-51-15,3 2-20 0,8 0-14 16,1-1-10-16,2 0-10 0,6-1-8 0,4 1-7 16,-1-4-7-16,5 0-6 0,1 0-6 0,-1-4-3 15,3 0-3-15,1 0-8 0,2-3-17 16,-4 0-36-16,0-2-85 0,-5 0-169 0,-4 2-267 15,-2-2-323-15,-5 0-407 0,-2-1-429 0,-9 2 30 16,-4-3 827-16</inkml:trace>
  <inkml:trace contextRef="#ctx0" brushRef="#br0" timeOffset="5437.93">3158 686 82 0,'5'3'619'0,"-2"7"452"0,-1-1 167 0,1 0-43 16,-1 2-303-16,1 5-271 0,0-2-178 0,-1 5-98 15,1-2-69-15,0-1-69 0,0 1-86 0,0 0-52 16,-1 2-28-16,1-2-19 0,-1 1-11 0,1-2-5 16,-2 3-1-16,3-3-4 0,-1-1-2 0,0 0-1 15,0 0-3-15,0-4-20 0,-3-2-48 0,0 1-57 16,0-2-60-16,0-4-109 0,-3 2-167 0,0-3-244 16,0 0-253-16,0-1-224 0,1 0-145 0,-1-2 218 0,0-2 504 15</inkml:trace>
  <inkml:trace contextRef="#ctx0" brushRef="#br0" timeOffset="5637.01">3007 667 27 0,'-5'-3'546'16,"5"2"458"-16,0-1 194 0,3 2-81 0,0-1-326 15,0-1-312-15,4 1-192 0,1 1-96 16,6-2-38-16,0 2-26 0,5-2-33 0,0 2-37 15,5 0-24-15,3-1-13 0,1 0-13 0,2-1-2 16,-1-1-35-16,-1 2-68 0,-1 0-158 16,-5 1-274-16,-1 0-276 0,-4 2-299 0,-4 3-208 15,-4 4 109-15,-3 2 549 0</inkml:trace>
  <inkml:trace contextRef="#ctx0" brushRef="#br0" timeOffset="5837.9">3181 1117 6 0,'1'12'487'16,"4"-3"440"-16,-2-1 223 0,0-1-51 0,2-2-329 16,0-2-309-16,0 0-202 0,1-3-102 0,5 0-47 15,0 0-24-15,5 0-17 0,0-3-21 0,4 1-24 16,4 1-9-16,0 0-8 0,3 1-2 0,3 0-5 16,0 2-7-16,1 3-13 0,3 2-80 0,-3 2-160 0,-1 5-297 15,0 0-260-15,0 8-258 0,-3 0-163 16,-2 7 216-16,-3 4 500 0</inkml:trace>
  <inkml:trace contextRef="#ctx0" brushRef="#br0" timeOffset="10499.9">2893 5107 12 0,'3'0'518'0,"0"0"498"15,-1-1 239-15,1 1-79 0,-3 0-344 0,2 0-291 16,1 0-179-16,0 0-84 0,-2 0-36 15,1 0-31-15,1 0-29 0,-1 0-29 0,1-2-34 16,2 2-33-16,1-1-23 0,3 1 1 0,1-2-6 16,1 1-8-16,3-1-6 0,1 2-3 0,2-1-6 15,2-1-12-15,3-1-1 0,0 3-2 16,2-1-4-16,0-1 1 0,1 1 1 0,5 1-1 16,-2-2 1-16,4 1-2 0,1 0-1 0,-1-1-2 15,3 2-4-15,0-2-1 0,1 1 0 0,-2 0 0 16,3 1 4-16,-1-2 3 0,1 0 0 15,2 1 2-15,-1 0 4 0,0-1 2 0,0-1-7 16,1 0-6-16,1-2-1 0,-2 0 2 0,2-1-2 16,2 0-3-16,-2 0 4 0,1-1 3 15,1 0 0-15,0-1-5 0,-1-2-2 0,1 1-1 16,-2 0-1-16,0-1-2 0,-1-3 0 0,-1 3 0 16,-3-1-1-16,1-1 0 0,-4 2-1 15,1-1 0-15,-3 0 5 0,-1 1 3 0,-4 0 0 16,-2 2 0-16,-2-1 1 0,-2 2-1 0,-2-2-4 15,-2 3-3-15,-4-2 0 0,1 0 0 16,-4 0 1-16,2-1 0 0,-3-2 0 0,0 0 0 16,1-1-1-16,-2-3 0 0,4 0-1 0,-4-1 0 15,4 0 0-15,-2-2-2 0,2-3 0 0,-2 0 2 16,4-1 0-16,0-4 0 0,1 2 2 16,-1-5-4-16,1 1 0 0,3-2-3 0,-2-4-2 15,2 0-1-15,-2-3 0 0,3-1 4 16,-1-3 1-16,0-2 2 0,0-2 0 0,1-1 0 15,-1-4 4-15,1-2 2 0,-2-1-2 0,2-2-1 16,-2-4-1-16,0-3 0 0,-2 2-4 16,-1-5-1-16,1 0 1 0,-5 1 1 0,3-3 1 15,-5 2 0-15,1 0-2 0,-2 1 1 0,-2 1 1 16,2 3 1-16,-1 1 0 0,-1 2 0 16,0 5 1-16,-1 1 0 0,1 4-1 0,-1 1 0 0,1 4 0 15,-1 1-1-15,-1 3 1 0,3 3-1 16,-1 0 0-16,1 3 0 0,-1 0 0 0,2 0 1 15,1 2-2-15,1-1 2 0,-1 0-1 16,2-1-1-16,1 0 2 0,1-3-1 0,2 1 1 0,0-2 0 16,-1 0 1-16,3-1-1 0,0-2 0 15,2 1 0-15,-2-1 0 0,2 3-1 0,-2-1 0 16,2 1-1-16,-1 1 1 0,-2 2-1 0,0 1 1 16,1 5 1-16,-4-3-1 0,1 4 1 0,-2 2-1 15,-1-1 1-15,0 5 1 0,-1-1-1 16,0 5 0-16,-2-2 0 0,-2 6 1 0,2 2 0 15,-3 0 0-15,1 4 1 0,-1 0-1 0,-1 1 0 16,1 1-1-16,-2 1-1 0,1 0-1 0,1 1 0 16,0-1 1-16,0 2-1 0,0-2 1 0,0 1 0 15,-1 2 1-15,2-5-1 0,1 4-1 16,-1 0 0-16,0-1 0 0,0 0 0 0,2 1 2 16,-2 1 0-16,5 0 0 0,-2-1 1 0,2 1 0 15,0 1 0-15,1 0 0 0,3 1 0 0,-3 2 0 16,5 1 1-16,-4 1 2 0,4 2 0 15,-3 1 2-15,2 0 2 0,-1 3 0 0,1 0 0 16,0 2 2-16,-2 2-1 0,2 0 0 0,-1 1 0 16,-1 1 0-16,0 0-2 0,-1 2-1 0,-1 0-2 15,-1 1 0-15,0 1 1 0,-2-1 2 0,-1 3 1 16,2 2 2-16,-3-1 2 0,1 3-1 16,-2 0-1-16,-2 2-2 0,1 0-2 0,1 2 4 15,-3-1-3-15,2 1 0 0,-2 0-1 0,0 0-2 16,0 1 0-16,0 2-5 0,2-2 2 0,-1 1-1 15,-1 1 0-15,0-1 0 0,2 1 1 0,-2-1-1 16,1 1 0-16,-1-1 1 0,0-1-1 16,2 0 1-16,0 0-2 0,-1 0 1 0,-1 0 0 15,2 1 0-15,-1-2 4 0,1-1 2 0,1 1 2 16,-2 0 0-16,1-1-3 0,1-1-1 0,0 2-6 16,-1-1-2-16,1 0-1 0,2 0-2 15,-2-1 3-15,2 2 2 0,-1-3 1 0,1 1 0 16,0 2 1-16,-2-3 0 0,2 3 0 0,0-3 0 15,0 3 1-15,-1-3-1 0,-1 1 1 16,0 0-1-16,-1 0-1 0,1 1 5 0,-1-3 1 16,1 1 1-16,-1 0 0 0,-1-1 0 0,-1-1 1 15,2 2-3-15,-1-4-2 0,1 1 0 16,0 0-1-16,-1-1-2 0,4-1-3 0,-4 2-2 16,4-4-1-16,-2 3-1 0,-1-3-1 15,1 1 4-15,0 0 3 0,1 0 1 0,0-2 0 16,-1 0 2-16,0-1-1 0,0 0 1 0,1 1-1 15,-1-3 0-15,0 3 0 0,0-2-1 16,-1-2 1-16,1 3 0 0,0-3-1 0,-1 2 1 16,2-2-1-16,-2 0 1 0,1 0-1 0,-1-1 4 15,1 0 3-15,0-2 1 0,-1-1 0 0,1 2 1 16,0-2-1-16,0 1-3 0,2-3-3 16,-2 3-1-16,0-1-1 0,2-1-1 0,0 2 0 15,-2-2 0-15,2 1 0 0,-2-1 0 16,3-1 0-16,-1 0 0 0,0-3 1 15,-1 1 0-15,1-3 0 0,0 2 1 0,1-2-1 16,-1-2 1-16,0 2-1 0,-1-3 1 0,1 2 0 16,0-2 0-16,3-1 0 0,-4 3 0 0,3-2 1 15,-1 0 0-15,-1 1-1 0,3 2 1 16,-2-4-1-16,2 3 0 0,-1 1 0 0,2-2 0 16,-1 2 0-16,-2 0 0 0,2 0 0 15,1 0 0-15,-2 0 0 0,-1 0 0 0,2 0-2 16,-3-1 1-16,2 0 0 0,0 1 0 0,-1-4 0 15,-1 3 1-15,0-2-1 0,-1 0 1 16,1-1 0-16,0 0 0 0,0 2 1 0,-2-3-1 16,2 2 0-16,0-1 0 0,1 0 0 0,-2 0-1 15,3 1 1-15,-1-2 0 0,1 2 0 0,0 0-1 16,1-1 1-16,-1-2 1 0,1 1-1 16,1-1 1-16,-1 0 0 0,0-1 1 0,4 1-1 15,-4-2 0-15,2-1 1 0,2 0-1 16,-2 2 0-16,1-2-1 0,2 0 1 0,-1 2-1 15,0-3 1-15,0 3-1 0,1-2 1 16,-1 1 0-16,1 0 0 0,1 0 0 0,-3 0-1 16,2 1 1-16,1-1-1 0,-1 1 0 0,2-2 1 15,0 1-1-15,2 0 1 0,-1-1-1 0,1 1 0 16,-2-2 1-16,4 2-1 0,-2-2 0 16,2 2 1-16,0-3-1 0,0 2 0 0,0 0 0 15,1 0 1-15,-2 0-2 0,2 2 0 0,-2-3 1 16,1 3-1-16,0 0 0 0,-2-1 0 15,4 2-1-15,-4 0 1 0,2-1 0 0,0 1-1 16,-1 0 1-16,0 0 0 0,0 0 0 16,1 0 0-16,0-2-1 0,-2 2 1 0,2-1 0 15,0 1 0-15,-1 0 1 0,0 0 0 0,0 0 1 16,1 0 0-16,-2 0-1 0,2 0 2 16,0 0-1-16,0 0 0 0,0 0 0 0,0 0 1 15,0 1-2-15,1 1 2 0,0-2-1 0,0 1 0 16,-1 2 0-16,2-2 0 0,-1 3 1 15,2-1-1-15,-1 0 1 0,1 0-1 0,-2 0 0 16,1 1 0-16,1-1-1 0,0 0 1 16,-1 0-1-16,1 1 0 0,0-2 0 0,-1 2 0 15,-2-2 0-15,1 0-1 0,2 1 0 0,-4-2 0 16,2 1 0-16,0 1 0 0,-2-1 1 16,3-1 0-16,-3 0-1 0,0-1 1 0,0 2-1 15,1 0 0-15,-2-1-1 0,1-1 1 16,0 1 1-16,-2 1 0 0,3 0 0 0,-3-1 1 15,1-1 1-15,2 1-1 0,-1-1-1 0,-1 2 1 16,2-2 0-16,-1 1 1 0,2-1-2 0,-2 2 2 16,2-1-1-16,-1 0 0 0,2 1 1 15,-1-2-1-15,1 2-1 0,3-1 1 0,-1 1-1 16,-1-2 1-16,3 0 0 0,-2 1 0 16,2 1-1-16,-1-2 0 0,1 0 1 0,-3 1-1 15,4-1-1-15,-1 2 1 0,0-2-1 0,2 0 1 16,-2 0-1-16,1 1 0 0,-1-1 0 15,2 0-2-15,0 2 1 0,-1-1 0 0,1 0 1 16,-3 1 0-16,3-2 0 0,-2 2 2 0,2-1-1 16,0 0 2-16,-2-1 0 0,2 2 0 15,-1 0 0-15,1-2 0 0,-1 1 0 0,1 0 0 16,0-1-1-16,1 3 0 0,-1-3-1 0,0 1 0 16,0 0 0-16,0 0 0 0,2 2 0 15,-3-1 1-15,1 0-1 0,0-2 2 0,0 3-2 16,-2-2 0-16,-1 2 0 0,3-1-1 15,-2-2 0-15,0 0-1 0,-1 0 0 0,0-2 0 16,1-1 0-16,-1 2 0 0,-1-2-1 0,0-1 1 16,-1 0 1-16,2-1 0 0,-1-1 1 0,-2 0 1 15,1-1 0-15,-2-2-1 0,1-1 0 16,-2-1 0-16,1 1 0 0,-2-3 0 16,1-3 0-16,-5 1 0 0,4-1 0 0,-6-2 0 15,2-1 2-15,-4-1 0 0,0-3 1 0,0 1 0 16,-5-2 1-16,2-1-1 0,-2-1 0 0,-1-1-1 15,1 1 0-15,-2-2-1 0,0 2 0 16,0-1 0-16,0 1 0 0,1 1 0 0,-1 3 1 16,0-2-1-16,0 3 0 0,3 0 0 15,1 1 1-15,-1 1-1 0,2-1 0 0,3 3 1 16,0-4 0-16,2 2 0 0,1 1 0 0,2 1 1 16,3-2 0-16,0 0 1 0,0 0 0 15,1 2 0-15,2-1 1 0,2 1-1 0,-2-1 0 16,4 2 0-16,-3-1-1 0,2 2 0 0,1 2-1 15,-2-1 1-15,-1 2-1 0,2 2 0 16,-2 2 0-16,-1 1 0 0,2 2 0 0,-2 0 0 16,-2 3 1-16,1 1 0 0,-2 1 0 0,-2 1 1 15,2 1 0-15,-3 1 0 0,1 3 1 0,-4-1-5 16,3 1 0-16,-3 2 0 0,1-1 0 16,-2 2 0-16,-2 2 0 0,2-1 0 0,-2 3 0 15,1-2 0-15,0 3 0 0,-3 0 0 16,3 2 0-16,-2 0 0 0,1 1 0 0,0 1 0 15,0 0 0-15,0 2 0 0,0-1 0 16,0 0 0-16,2 1 0 0,-3-1 0 0,2 2 0 16,0-2 0-16,-1 1 0 0,1 1 0 0,-2-1 0 15,-1 1 0-15,2-4 0 0,-1 5 0 16,-2-4 0-16,-1 1 0 0,0 1 0 0,-1-2 0 16,-2 0 0-16,0 0 0 0,0-1 0 15,-1 2 0-15,0 0 0 0,-1-1 0 0,-1 0 0 16,0 0 0-16,2 1 0 0,0-2 0 0,-1-1 0 15,1 2 0-15,-1 0 0 0,4-4 0 16,-2 3 0-16,0-4 0 0,2 3 0 0,0-3 0 16,0-3 0-16,1 1 0 0,1-1 0 0,-2-2 0 15,3-1 0-15,0-1 0 0,2-1 0 0,-4 0 0 16,2-3 0-16,0 3 0 0,3-2 0 16,-2-2 0-16,-1 3 0 0,3-3 0 0,-3 2 0 15,2-1 0-15,-1 0 0 0,1 0 0 16,-1 1 0-16,-1 0 0 0,3-2 0 0,-3 1 0 15,0-1 0-15,1 2 0 0,-2-1 0 16,-1-1 0-16,2 1 0 0,0-2 0 0,-2 3 0 16,-1-3 0-16,3 0 0 0,-2 1 0 0,0-1 0 15,2 0 0-15,-1 0 0 0,-1 0 0 16,2 0 0-16,1 0 0 0,-2 0 0 0,1 0 0 16,1 0 0-16,-1 0 0 0,0 2 0 15,2-2 0-15,0 1 0 0,0-1 0 0,0 2 0 0,0-1 0 16,0 2 0-16,1-1 0 0,0-1 0 15,-1 0 0-15,1 3 0 0,1-3 0 0,-2 0 0 16,1 2 0-16,2-2 0 0,-2 0 0 16,1 3 0-16,1-2 0 0,-2-2 0 0,3 2 0 15,-2-2 0-15,1 3 0 0,0 0 0 0,1-2 0 16,-1 1 0-16,0 0 0 0,3 0 0 16,-2 0 0-16,2 0 0 0,-2-1 0 0,3 0 0 15,-1 1 0-15,3 1 0 0,0-3 0 16,-3 1 0-16,4 1 0 0,-2-2 0 0,2 0 0 15,-1 1 0-15,0-1 0 0,0 0 0 16,0 2 0-16,0-2 0 0,0 1 0 0,0-1 0 16,2 0 0-16,-1 1 0 0,-1 1 0 0,0 0 0 15,2-1 0-15,-2 1 0 0,1-1 0 16,-1 1 0-16,0-1 0 0,2 1 0 0,-2-2 0 16,0 1 0-16,1 2 0 0,-2-3 0 15,2 1 0-15,-1 1 0 0,-1 0 0 0,0-1 0 16,0-1 0-16,3 0 0 0,-3 0 0 0,0 0 0 15,2 0 0-15,-2 0 0 0,2 0 0 0,-1 0 0 16,1-1 0-16,1 1 0 0,0-2 0 16,-2 2 0-16,3 0 0 0,0 0 0 0,-1 0 0 15,1 0 0-15,0 2 0 0,0-1 0 0,-1-1 0 16,1 1 0-16,-2 3 0 0,1-3 0 16,0 0 0-16,1 2 0 0,-2-2 0 0,1 0 0 15,1 0 0-15,-3 1 0 0,3-2 0 16,0 0 0-16,-1 3 0 0,1-3 0 0,-2 0 0 15,1-3 0-15,1 3 0 0,0-2 0 16,-3 1 0-16,2-1 0 0,-1-1 0 0,1 1 0 16,-2-3 0-16,3 0 0 0,-2 0 0 0,-2-1 0 15,2-2 0-15,-2 1 0 0,-1 0 0 16,-1-4 0-16,0 1 0 0,-2-1 0 0,0-1 0 16,-2-2 0-16,0 1 0 0,-2-2 0 15,-1-4 0-15,0 3 0 0,-4-3 0 0,2 1 0 0,-3-4 0 16,1 0 0-16,0 0 0 0,-2-3 0 15,2 2 0-15,-4-4 0 0,2 1 0 0,-1-2 0 16,0 1 0-16,-1 0 0 0,2-2 0 16,-1-2 0-16,-2 2 0 0,3 0 0 0,-3-3 0 15,0-1 0-15,2-1 0 0,0 3 0 0,-1 0 0 16,1-1 0-16,-1 2 0 0,2 3 0 16,0 2 0-16,0 1 0 0,2 2 0 0,0 0 0 15,0 4 0-15,1 0 0 0,3 3 0 16,-1 0 0-16,1 3 0 0,1 0 0 0,2 2 0 15,-3 1 0-15,3 1 0 0,1 1 0 16,1 3 0-16,1-1 0 0,-1 1 0 0,3 2 0 16,1 2 0-16,-1-2 0 0,2 4 0 0,-1-2 0 0,2 2 0 15,0 1 0-15,-2 0 0 16,3 2 0-16,-1 1 0 0,-1 0 0 0,0 1 0 16,-3 1 0-16,1 1 0 0,-1 3 0 0,-2 2 0 15,-1 1 0-15,-1 2 0 0,0 0 0 0,-3 4 0 16,1 1 0-16,-4 1 0 0,2 3 0 15,-2 1 0-15,2 1 0 0,-2 1 0 0,-1-1 0 16,0 2 0-16,1 0 0 0,-1-1 0 0,1-1 0 16,-1 1 0-16,1-3 0 0,-1-1 0 15,0 2 0-15,1-4 0 0,-3 0 0 0,2 0 0 16,-2-2 0-16,0-3 0 0,-1 2 0 16,1-3 0-16,1 1 0 0,-3-1 0 0,2 1 0 15,-3-3 0-15,2 3 0 0,2-2 0 0,-2-1 0 16,-1 1 0-16,1 0 0 0,1-1 0 0,-1-2 0 15,0 1 0-15,1-1 0 0,-2-1 0 16,3 1 0-16,-3-3 0 0,4-1 0 0,-1-2 0 16,-1 2 0-16,1-3 0 0,1 0 0 15,-2-2 0-15,0 1 0 0,3-1 0 0,0-2 0 16,-1 0 0-16,3 1 0 0,-3 0 0 0,3-2 0 16,1 1 0-16,-1 0 0 0,0 0 0 15,3 2 0-15,-1-3 0 0,3 4 0 0,-1-1 0 16,1-1 0-16,2 1 0 0,1 1 0 15,1 1 0-15,1-2 0 0,3 2 0 0,-3-3 0 16,2 0 0-16,0-2 0 0,4 2 0 0,-3-3 0 16,4-3 0-16,2 3 0 0,3-2 0 0,0-2 0 15,1 0 0-15,2 0 0 0,1-2 0 16,1 0 0-16,-1-2 0 0,2 1 0 0,-1-1 0 16,2-1 0-16,-2 1 0 0,1-1 0 15,-3 2 0-15,-1 1 0 0,-4 0 0 0,-1 3 0 16,-5 3 0-16,-6 5 0 0,-2-1 0 0,-6 2-6 15,-3 1-379-15,-3 2-284 0,-1-2-369 16,2 2-473-16,-3-3-460 0,0 0 179 0,-3-5 1103 16</inkml:trace>
  <inkml:trace contextRef="#ctx0" brushRef="#br1" timeOffset="48920.77">5198 3426 58 0,'0'0'243'16,"0"0"124"-16,0 0 77 0,0 0-52 0,0 0-71 15,0-2-42-15,-2 2-7 0,1 0 10 16,1 0 12-16,0 0 21 0,-2 0 19 0,2-1 17 16,0 1-3-16,0-2-18 0,0 2-17 0,0 0-38 15,0-1-30-15,0 1-14 0,0 0-8 16,0 0 3-16,0 0-5 0,0 0-13 0,0 0-18 15,0 0-31-15,0-2-30 0,0 2-30 16,0 0-24-16,0 0-11 0,0 0-7 0,0 0-9 16,2 0-2-16,-2 0-5 0,0 0-5 0,0 0-2 15,1 0-4-15,1 0-1 0,-2 0-3 0,0 0-1 16,2 0-2-16,-2 0-3 0,1 0-3 16,-1 0 0-16,0 0-4 0,0 0-1 0,2 0-2 15,-2 0 0-15,0 0-2 0,1 0 0 16,-1 0-2-16,0 0-1 0,0 0 0 0,0 0 0 15,0 0 1-15,2 2 0 0,-2-2 2 0,0 0-1 16,0 0 0-16,0 0 0 0,0 0-1 16,0 0 0-16,0 0-1 0,2 0-1 0,-1 0-1 15,-1 0 0-15,0 0-1 0,0 0 1 16,2 0 0-16,0-2 3 0,1 2 2 0,0 0 2 16,1-1 2-16,-2 1-1 0,1 0-1 0,0-2-1 15,2 2-2-15,-2 0-2 0,1 0-1 0,-1-1-1 16,3 1 0-16,-3 0 1 0,3 0-1 15,-2 0 1-15,0 0 0 0,1 0 0 0,-2 0 0 16,3 0 0-16,-1 0 1 0,0 0-2 16,0 0 0-16,0 0 1 0,-1 0-2 0,1 0 0 15,1 0-1-15,-1 0 1 0,-2 0 0 0,2 0-1 16,0 0-1-16,0-1 1 0,-1 1 1 16,1 0 0-16,0 0 0 0,-2-2 0 0,2 2-1 15,-2 0 1-15,0 0-1 0,3 0 0 16,-3-2-1-16,2 2 1 0,-2 0-1 0,0 0 0 15,1 0 0-15,-1 0 0 0,0 0 0 0,0 0 0 16,-1 0 0-16,4 0 1 0,-3 0-1 0,0 0 1 16,-1 0 4-16,1 0 1 0,2 0 1 15,-2 0 0-15,0 0 1 0,2 0 0 0,-2 0-3 16,0 0-2-16,0 0-1 0,1 0 0 16,0 0-1-16,-2 0-1 0,3 0-1 0,-2 0 1 15,1 0-1-15,-2 0 0 0,1 0 0 0,0-2 0 16,2 2 1-16,-2 0 0 0,-1 0 0 15,1 0 0-15,-1 0 0 0,1 0 0 0,1 0 0 16,-2 0 0-16,1 0 0 0,-3 0 0 16,3 0 0-16,-1 0 0 0,0 0 0 0,-1 0 0 15,1 0 0-15,-2 0-1 0,1 0 1 0,1 0 0 16,-2 0 0-16,2 0 1 0,-2 0 0 0,1 0-1 16,-1 0 0-16,0 0 1 0,2 0-1 15,-1 0 0-15,1 0-1 0,0 0 1 0,-1 0-1 16,2 0 1-16,0 0 1 0,-1 0-1 15,-1 0 0-15,1 0 0 0,0 0 1 0,-1 0-1 16,1 0 0-16,-1 0 0 0,-1 0 0 0,2 0 1 16,-2 0 0-16,0 0 1 0,0 0 0 0,0 0 3 15,0 0 2-15,2 0 4 0,-2 0 2 16,0 0 4-16,0 0 2 0,0 0-9 0,-2 0-10 16,2 0 0-16,-3-3 0 0,1 3 0 15,-1-1 0-15,0 1 0 0,-2 0 0 0,-1 0 0 16,0 0 0-16,-1 0 0 0,2 0 0 0,-3 0 0 15,-1 0 0-15,1 0 0 0,0 0 0 0,-1 0 0 16,1 0 0-16,-2 0 0 0,2 0 0 16,-2 0 0-16,0 0 0 0,0 0 0 0,0 0 0 15,0 0 0-15,0 0 0 0,-2 0 0 16,2-1 0-16,-1 1 0 0,0-1 0 0,0 1 0 16,0 0 0-16,2-3 0 0,-1 3 0 0,0 0 0 15,1-2 0-15,1 2 0 0,0 0 0 16,2 0 0-16,-2 0 0 0,0 0 0 0,3 0 0 15,-1 0 0-15,0 0 0 0,0 0 0 16,1 0 0-16,0 2 0 0,0-2 0 0,0 0 0 16,-1 0 0-16,2 3 0 0,-1-3 0 0,1 0 0 15,1 1 0-15,0-1 0 0,0 0 0 16,1 0 0-16,2 0 0 0,-3 0 0 0,3 0 0 16,0 0 0-16,-3 0 0 0,3 0 0 15,0 1 0-15,0-1 0 0,0 0 0 0,0 0 0 16,3 0 0-16,0 1 0 0,2-1 0 0,0 3 0 15,1-3 0-15,2 0 0 0,3 2 0 0,-3 0 0 16,3-2 0-16,2 2 0 0,-2-1 0 16,1-1 0-16,1 0 0 0,0 0 0 0,3 0 0 15,-4 0 0-15,2 0 0 0,-1 0 0 16,1-1 0-16,-3-1 0 0,2 2 0 0,-2-2 0 16,0 0 0-16,-1 2 0 0,2 0 0 0,-4-3 0 15,2 2 0-15,-1 1 0 0,-2-1 0 16,-1 1 0-16,2-1 0 0,-2 1 0 0,-1 0 0 15,-2-3 0-15,0 3 0 0,0 0 0 16,-1 0 0-16,-2 0 0 0,0 0 0 0,-2 3 0 16,-1-3-78-16,-5 2-295 0,-1 4-277 0,1 0-364 15,-2 5-473-15,2-2-503 0,-2 1 172 0,2 2 1156 16</inkml:trace>
  <inkml:trace contextRef="#ctx0" brushRef="#br1" timeOffset="51201.57">10095 4259 183 0,'-4'2'361'0,"0"1"164"0,-1 0 59 0,4-2-107 16,-2 1-69-16,1-2-24 0,0 1 35 0,2-1 13 16,0 2-11-16,-1-2-26 0,-1 0-50 15,2 0-57-15,0 0-76 0,-1 0-53 0,-1 2-13 16,2-2 22-16,2 0 42 0,-1 0 18 16,-1 0 3-16,0 0-10 0,0 0-29 0,0 0-42 15,0 0-47-15,0 0-27 0,0 0-17 0,0 0-13 16,0 0-8-16,0 0-8 0,0 0-6 0,2 0-6 15,-1 0-5-15,-1 1-2 0,0-1-4 16,2 0-2-16,-2 0-2 0,0 0-1 0,0 0-1 0,2 0-1 16,-1 0 5-16,1 0 5 15,-1 0 2-15,4 0 4 0,-2 2 4 0,0-2 3 16,2 1-2-16,-2-1 2 0,2 2-2 0,0-2-1 16,0 0-1-16,2 1-3 0,-2-1-1 15,3 2-2-15,0-1-1 0,0-1-2 0,0 1 1 16,1-1-1-16,-1 2 0 0,3-2 0 0,-1 2-1 15,-1-1 0-15,2-1 1 0,0 1-1 16,-1-1-1-16,2 2 0 0,0-2-1 0,0 2 0 16,-2-2-2-16,1 0 0 0,1 2 0 0,-1-2 4 15,-1 0 1-15,1 3 1 0,-2-3 0 16,1 0-1-16,1 0 1 0,-2 0-5 0,0 0-2 16,0 0 0-16,0 0 0 0,-2 0 0 15,-1-3-1-15,3 3-1 0,-4 0 1 0,2-2-1 16,-3 2 0-16,0 0 0 0,0 0 0 0,-2 0 0 15,2 0 0-15,-2 0-1 0,-1 0 0 16,1 0 0-16,-2 0 1 0,0 0 0 0,2 0 3 16,-2 0 3-16,0 0 6 0,0 0 4 15,0 0 4-15,0 0 4 0,-2 0 1 0,2 0-21 16,-2 0-6-16,-1 0 0 0,-3 0 0 0,2 0 0 16,-1 2 0-16,-2-2 0 0,-1 0 0 15,-2 3 0-15,1-3 0 0,0 0 0 0,-2 1 0 16,0-1 0-16,0 1 0 0,-2-1 0 0,2 0 0 15,-3 1 0-15,3-1 0 0,-2 3 0 16,2-3 0-16,-2 0 0 0,1 0 0 0,1 0 0 16,-1 0 0-16,0-3 0 0,1 3 0 0,0 0 0 15,-2 0 0-15,4 0 0 0,-1 0 0 16,-1 0 0-16,2 0 0 0,1 0 0 0,0 0 0 16,0 0 0-16,2 0 0 0,1 0 0 15,-2 3 0-15,1-3 0 0,2 0 0 0,-1 0 0 16,0 0 0-16,2 2 0 0,-1-2 0 0,1 0 0 15,-1 2 0-15,2-2 0 0,1 0 0 16,-1 0 0-16,2 0 0 0,0 0 0 0,-1 0 0 16,1 0 0-16,0 0 0 0,0 0 0 15,0 0 0-15,1 0 0 0,-1 0 0 0,3 0 0 16,3 0 0-16,-1 0 0 0,5 3 0 0,-1-2 0 16,2 1 0-16,2-2 0 0,1 1 0 0,0 1 0 15,2-2 0-15,-2 1 0 0,2-1 0 16,0-1 0-16,1 1 0 0,-2-2 0 0,2 1 0 15,-3 1 0-15,2-3 0 0,-2 0 0 16,0 3 0-16,-1-2 0 0,-2 0 0 0,0-2 0 16,-3 3 0-16,0 0 0 0,-3-2 0 0,1 1 0 15,-3 2 0-15,-1 0 0 0,-2 2-113 16,-2 2-207-16,-1 1-261 0,-3 2-340 0,1 2-430 16,-1 0-505-16,-1 1-6 0,-2 1 918 15</inkml:trace>
  <inkml:trace contextRef="#ctx0" brushRef="#br1" timeOffset="52960.63">13598 4260 130 0,'-2'0'394'0,"-2"1"227"16,1 1 205-16,0-2-61 0,1 0-91 0,-2 0-84 15,0 1-79-15,1-1-70 0,1 0-54 0,1 2-48 16,-1-2-19-16,1 0-22 0,-2 0-32 16,3 0-30-16,-2 0-35 0,1 0-44 0,-1 1-47 15,2-1-34-15,0 0-11 0,-1 0-8 16,1 1-4-16,0-1-6 0,0 2-6 0,0-2-5 15,0 0-6-15,1 1-5 0,-1-1-4 16,0 0-5-16,0 2-3 0,2-2-3 0,-1 0-3 0,-1 0-2 16,0 0-3-16,2 0 0 0,-2 0-1 15,3 0-1-15,-2 0 0 0,1 0 0 0,1 0 0 16,0 0 0-16,2 0 0 0,0 0 1 16,1 0 0-16,2 0 1 0,0 0 3 0,0 0 4 15,2 0 0-15,0 0 1 0,0 0 2 16,1 0-1-16,0 0-2 0,-1-2 1 0,-1 1 3 15,2 1-1-15,-3-2 0 0,2 1 0 0,-3 1 0 16,1 0-5-16,-3-1-2 0,0 1-2 16,1 0-1-16,-4 0-1 0,2 0 1 0,-2 0 5 15,-1 0 2-15,-1 0 7 0,2 0 6 0,-2 0 6 16,-2 0 4-16,2 0-2 0,-3 0-3 16,-3 0-5-16,2 0-6 0,-1 1-6 0,-2-1-3 15,-2 0-4-15,-2 1 0 0,1 1 0 0,-1-2-2 16,0 0 0-16,0 1-3 0,-3 1 1 15,4-2 1-15,-1 2-3 0,2-2-2 0,-1 0 0 16,2 1 2-16,2-1-1 0,0 2-2 0,1-2 3 16,0 1 2-16,1-1 0 0,0 0 1 15,3 0 0-15,-1 0 0 0,0 0 0 0,1 0 1 16,1 0-1-16,-2 0 0 0,2 0-1 16,0 0 1-16,-1 0-1 0,1 0 1 0,0 2-1 15,0-2 0-15,0 0 0 0,0 0 0 16,0 0 0-16,1 0-1 0,-1 1 0 0,3-1 0 15,-1 0 1-15,5 2 0 0,-3-1 0 0,1 0 4 16,2 1 2-16,0 0 1 0,1-1 0 0,0 0 1 16,0-1-1-16,1 2-2 0,1 0-2 15,-2-2-1-15,1 0 0 0,-1 0 1 0,0 0-2 16,-1-2 1-16,0 2 0 0,-2-2-1 16,0 2 0-16,-2 0 0 0,0-1 1 0,1 1-1 15,-3 0 1-15,1 0-1 0,-1 0 1 0,-1-1 0 16,0 1 1-16,0 0 1 0,-1-2-1 15,-2 2 0-15,-1-2 0 0,-1 1 0 0,-1 0 0 16,0-1-1-16,-3 1 0 0,0-2 0 16,0 0 0-16,-2 1 0 0,3 0 0 0,0 1-1 15,2-1 0-15,-4 2 0 0,4-1 0 0,1 1 0 16,0 0-2-16,1 0-3 0,-2 1 1 16,2-1 2-16,1 2 0 0,0-2-2 0,1 0 2 15,1 1 0-15,-1-1-2 0,2 2-2 16,-1-2-2-16,1 0 3 0,0 0 2 0,1 0 0 15,-1 0 1-15,3 2 1 0,-1-1 0 0,4 1 0 16,0-1 1-16,-1 1 4 0,3-1-3 0,0 2 2 16,0-3 2-16,1 1-1 0,1 1 1 15,-2-2-4-15,1 2 1 0,-1-2-4 0,0 1-9 16,-1-1-16-16,0 0-27 0,-2 0-74 16,-2 0-115-16,0-1-251 0,-3 1-305 0,0 0-386 15,-3 0-475-15,0 0-169 0,0 1 528 0,-5 0 891 16</inkml:trace>
  <inkml:trace contextRef="#ctx0" brushRef="#br1" timeOffset="55996.57">1402 8918 27 0,'11'-8'552'16,"0"2"508"-16,-2 1 223 0,-4-1-51 0,2 1-287 15,-3 3-271-15,3-3-195 0,-4 2-102 0,-3 0-58 16,-3 2-57-16,1-2-69 0,-1 1-50 0,0 1-31 16,1-2-23-16,-1 1-11 0,1-1-7 0,1 0-5 15,-1 0-3-15,-3 0-3 0,1 1-1 0,1-2-12 16,-2 2-47-16,2-2 0 0,-2 0 0 0,2 1 0 16,-2 0 0-16,-1-2 0 0,1 2 0 0,-3 1 0 15,2 0 0-15,-2 1 0 0,-5-2 0 0,2 3 0 16,-4 0 0-16,0 0 0 0,-2 3 0 0,1-2 0 15,2 1 0-15,-2 0 0 0,0 3 0 16,2-1 0-16,-3 3 0 0,2 0 0 16,0 2 0-16,0 1 0 0,1 1 0 0,0 3 0 15,-2 2 0-15,5 0 0 0,0 4 0 16,0 2 0-16,1 1 0 0,2 4 0 0,1-1 0 16,0 4 0-16,4 1 0 0,0 0 0 15,1 2 0-15,1 3 0 0,2-4 0 0,1 2 0 16,1 1 0-16,0-1 0 0,2 1 0 15,3-3 0-15,0 2 0 0,1-3 0 0,2 2 0 16,0-6 0-16,2 2 0 0,1-2 0 16,2-2 0-16,1-1 0 0,-1-1 0 0,5-2 0 15,-1-3 0-15,1-2 0 0,1-1 0 16,2-4 0-16,-1-2 0 0,-2-2 0 0,1-2 0 0,2-3 0 16,-2 0 0-16,-1-2 0 0,1-3 0 0,-2 0 0 15,-1-1 0-15,0-2 0 0,-1-1 0 0,0 2 0 16,-3-3 0-16,1 1 0 0,-4-1 0 0,2-1 0 15,-4 0 0-15,0-1 0 0,-1 1 0 0,-1-1 0 16,-3-1 0-16,-2 2 0 0,0-2 0 16,-3 1 0-16,-2 1 0 0,-1-2 0 0,-2 3 0 15,-1-3 0-15,-4 0 0 0,-2 2 0 0,1-2 0 16,-3 1 0-16,-1 0 0 0,0 1 0 0,0-1 0 16,-2 3 0-16,1 1 0 0,2-5 0 0,0 5 0 15,-2 0 0-15,3 2 0 0,0 0 0 0,1-1 0 16,2 2 0-16,1 0 0 0,-2 0 0 0,5 2 0 15,-1-2 0-15,2 2 0 0,-2 1 0 0,4-2 0 16,-1 0 0-16,1 2 0 0,2-1 0 16,-1 1 0-16,0-1 0 0,1 1 0 0,-1 0 0 15,0-2 0-15,1 2 0 0,1 0 0 0,0 0 0 16,0 0 0-16,-2 0 0 0,2 0 0 0,0 0 0 16,-1 0 0-16,-2 0 0 0,1 0 0 0,1 0 0 0,1 0 0 15,-2 0 0-15,-1 0 0 0,1-2 0 0,1 2 0 16,2 0 0-16,4 0 0 0,0-1-80 0,6 1-137 15,-5-1-153-15,2-1-265 0,4 2-326 16,-2 0-390-16,-2 3-346 0,0-2-9 0,-2 4 772 16</inkml:trace>
  <inkml:trace contextRef="#ctx0" brushRef="#br1" timeOffset="56389.19">1815 9774 456 0,'8'-3'950'0,"-2"-2"293"0,0-3-29 0,-3-1-263 16,2-8-246-16,0-2-189 0,1-3-128 0,-1-3-76 15,-2-5-52-15,3-3-65 0,-1-3-68 0,-2-3-36 16,2-2-21-16,0-2-13 0,-2-1-3 0,3 1-6 16,-1-1-7-16,0 2-7 0,-2 3 1 0,3 3-2 15,-4 3-4-15,3 5-1 0,-2 4 1 0,1 4 2 16,-1 3-2-16,1 5-3 0,-3 1-3 0,1 2-3 15,1 3-3-15,-3 1-1 0,2 2-3 0,1 1-1 0,-1 2 0 16,1 2 0-16,4 2 4 0,-2 6 2 16,3-1-1-16,0 8 1 0,3 0 0 0,0 4 1 15,-1 3-11-15,2 3-8 0,1 3 0 0,-2 3 0 16,3 2 0-16,-1-1 0 0,1 2 0 0,-1 2 0 16,1-2 0-16,0 0 0 0,0 0 0 0,-1-2 0 15,3-1 0-15,-5-4 0 0,0-1 0 0,0-2 0 16,-3-5 0-16,-3-1-12 0,-2-4-46 15,-3-3-46-15,-3-1-81 0,-5-4-139 0,-3-2-262 16,-2-4-322-16,-4-2-388 0,1-2-371 0,-3-3-50 16,-2-4 675-16</inkml:trace>
  <inkml:trace contextRef="#ctx0" brushRef="#br1" timeOffset="56576.51">1788 9406 356 0,'1'1'892'0,"1"1"305"0,1 0 6 15,2-1-176-15,3 2-323 0,0 0-220 16,1 0-111-16,4 0-58 0,-2-1-54 0,3 1-72 16,3-2-59-16,1-1-44 0,-1 0-26 0,4 0-20 15,-2 0-11-15,3-1-8 0,2-2-2 0,-1 3-4 16,-2 0-1-16,4-2-1 0,-1 2-1 0,-2 0-17 16,-1 0-70-16,1-3-67 0,-5 1-115 0,-1 1-189 15,-2 0-311-15,-3-1-343 0,-3 0-255 0,3-2-150 16,-5 0 323-16,-1-2 636 0</inkml:trace>
  <inkml:trace contextRef="#ctx0" brushRef="#br1" timeOffset="56904.29">2335 9072 280 0,'1'-4'896'16,"1"2"452"-16,-2 2 81 0,3 2-215 0,-1 2-386 15,-1 2-294-15,3 4-149 0,-1 1-98 0,0 2-79 16,3 4-60-16,2 3-37 0,0 2-21 0,2 6-12 15,2 1-12-15,-1 5-11 0,3 3-14 0,1 0-7 16,2 1-11-16,-3-5-7 0,5 3-8 0,-1-7-4 16,1-2-2-16,-1-2-1 0,0-6-1 15,-1-5-1-15,-1-2 0 0,-2-2 0 0,-1-4 1 16,-2-4 0-16,0-4 0 0,-5-4 1 0,1-4 1 16,-1 0 0-16,-3-3 0 0,0-2 0 0,-1-2 0 15,-2 2-1-15,0-4-1 0,0 1-1 16,-2-1 0-16,1 0 1 0,-1-4 0 0,-2 3-4 15,1-4-6-15,1-2-6 0,0 1-9 0,1 1-11 16,-1-1-13-16,2 5-12 0,-2 2-13 0,1 3-31 16,1 4-61-16,0 2-58 0,-2 3-89 15,2 0-139-15,0 3-204 0,2 0-288 0,1 2-212 16,2-1-197-16,1 1 75 0,5-3 454 0</inkml:trace>
  <inkml:trace contextRef="#ctx0" brushRef="#br1" timeOffset="57292.91">3002 8905 136 0,'5'-6'798'16,"-5"-2"723"-16,-2 1 117 0,-2 3-274 0,-1-1-455 15,0 2-334-15,-3 0-179 0,0 0-145 0,-1 2-76 16,-1-1-46-16,0 2-32 0,-2 0-25 16,1 3-18-16,0 2-16 0,-2 0-12 0,4 3-14 15,-2 1-12-15,3 3 0 0,1 1 0 0,1 0 0 16,3 0 0-16,1 0 0 0,2 4 0 0,2-4 0 15,3 1 0-15,-1 1 0 0,3-1 0 16,1-1 0-16,4 1 0 0,0-1 0 0,1-1 0 16,0 2-1-16,3-1-2 0,0 2 1 0,1-2 2 15,-2 1 0-15,2 1 2 0,-1 1 0 0,1 3 0 16,-1 0-2-16,1 1 0 0,-2 1 0 0,0 1 0 16,0 1 0-16,-1 1 0 0,-3 0 0 15,-1 1 0-15,0-1 0 0,-3-1 0 0,-1 2 0 16,-3-2 0-16,-1-4 0 0,-2 0 0 0,0-5 0 15,-3 0 0-15,-2-3 0 0,0 0 0 0,-4-4 0 16,-2 0-21-16,0-3-18 0,-1-2-21 16,-2-1-33-16,0-4-66 0,0-1-70 0,1-3-111 15,-1-1-171-15,4 0-279 0,1-1-320 0,4-2-233 16,-1 2-161-16,3-3 272 0,3-1 604 0</inkml:trace>
  <inkml:trace contextRef="#ctx0" brushRef="#br1" timeOffset="57707.08">3426 8956 356 0,'6'-15'914'16,"-3"-1"400"-16,0 1 136 0,-3 4-263 0,-3-4-347 16,0 2-260-16,-3 2-151 0,-1 1-107 0,-2 3-107 15,-2-1-70-15,-2 3-45 0,0 1-28 16,-4 2-17-16,4 2-11 0,-4 2-9 0,4 2-8 15,-1 1-6-15,3 1-5 0,0 3-6 0,3-1-4 16,2 3-3-16,1 1-2 0,2 1-1 0,1 1 0 16,4 2 0-16,1-2-1 0,3 1 1 15,4 3-2-15,1-1 1 0,5 1-1 0,1 0-1 16,2 0 0-16,5 3 0 0,-2-2 0 0,3 2 1 16,-1 0 1-16,2 0 0 0,-1 0 2 0,-2 1-1 15,1 2 1-15,-5-3-1 0,2 2 2 16,-4 0-1-16,-1 1 0 0,-3-1 2 0,-1 2 0 15,-6 0-1-15,-1-1 1 0,-1 2 0 0,-4-2 0 16,-2 0 0-16,-3 1 0 0,0-5 0 0,-4 2 4 16,-2-1 5-16,-2-1 1 0,-1-1-6 0,-2-2-7 15,-1-3 0-15,1 0 0 0,-3-3 0 16,1-2 0-16,1-5 0 0,-3 1 0 0,5-4-30 0,-3-1-68 16,0-4-86-16,2-2-210 0,2 0-288 15,3-3-364-15,3 0-451 0,5-2-341 0,1-1 189 16,4-1 992-16</inkml:trace>
  <inkml:trace contextRef="#ctx0" brushRef="#br1" timeOffset="62608.23">4346 9096 324 0,'0'1'841'0,"-3"-1"358"16,1 0 36-16,1 0-173 0,-1 0-277 0,0 0-197 16,2 0-138-16,-1 0-90 0,1 2-68 0,0-2-89 15,1 0-77-15,-1 1-50 0,0-1-38 16,2 0-24-16,0 0-13 0,-1 0-8 0,1 0-4 15,1 0-2-15,2 0 5 0,1 0 3 16,3 0 3-16,1 0 1 0,4-1 1 0,-1 1 7 16,1-2 3-16,2 1 2 0,0 1 1 0,1-2-1 15,0-1 0-15,-1 2-5 0,2-1-5 16,-4-1-2-16,3 1-2 0,-4 0-2 0,1 0 0 16,-3 1-1-16,1-1 0 0,-3 1-5 0,-1 0-16 15,-2-1-45-15,-1 2-71 0,-3-2-90 16,-2 2-176-16,-2-1-298 0,-1 0-323 0,-2 1-308 15,-3-4-180-15,0 2 179 0,0-3 673 16</inkml:trace>
  <inkml:trace contextRef="#ctx0" brushRef="#br1" timeOffset="62922.23">4533 8956 17 0,'8'-1'363'0,"1"2"285"16,-1-1 269-16,3 1 128 0,0 1-272 0,3 1-213 15,0 1-96-15,2-2-66 0,3 1-48 0,2 0-53 16,1 2-40-16,2-1-3 0,1 1-23 16,0 0-34-16,2-1-35 0,-1 2-22 0,0-1-31 15,1 2-33-15,-2-1-15 0,-1 1-3 16,-3 1-3-16,-1-1-3 0,-1 1 2 0,-6 4 1 16,0-1 1-16,-3 0-3 0,-3 3-4 0,-4 0-5 15,-3 3-7-15,-3 2-8 0,-4 0-6 16,-3 1-5-16,-3 4-5 0,-3-3-4 0,-1 2-3 15,-2 0-3-15,1-2-2 0,-1-2-3 16,3-1-2-16,-1-4-8 0,6 1-17 0,-1-2-35 16,2-2-76-16,5-2-107 0,0 1-219 15,5-2-297-15,2-1-354 0,4-2-397 0,4-2-162 16,4-2 361-16,2-1 791 0</inkml:trace>
  <inkml:trace contextRef="#ctx0" brushRef="#br1" timeOffset="64011.86">6083 8924 355 0,'0'-8'812'0,"0"0"364"0,0 1 69 16,-4 2-167-16,2 1-267 0,-1 0-211 16,-2 0-146-16,-1 1-97 0,-2 2-70 0,-1-1-101 15,1 2-49-15,-2 0-33 0,-1 0-23 0,0 2-16 16,-2-1-15-16,1 2-9 0,-1 1-10 0,-1 0-6 16,1 3-5-16,2-5-5 0,-1 4-5 15,0 0-4-15,3-1-3 0,1 1-1 0,3-1-3 16,-1 1-2-16,4 0 1 0,1 3-1 15,2 0-1-15,4 6 6 0,3-4 2 0,3 4 2 16,2 0 0-16,4 1 1 0,1 2-1 0,2-3-4 16,-1 0-1-16,2 2-2 0,-1-2 1 15,-1 0 0-15,0 0 1 0,0-2 1 0,-3 2 0 16,0-2 0-16,-5 4 0 0,2-3 0 0,-4 1 1 16,-1 0 0-16,-2-1-1 0,-1 0 1 15,-2 0-1-15,-1 0 0 0,1-5-2 0,-3 2 2 16,-3-4-2-16,3 3 0 0,-2-4 0 0,-2 1 0 15,0-5-5-15,-1 1-12 0,-1-2-22 16,-5-2-40-16,2-2-78 0,-3-5-89 0,0-3-156 16,1-2-246-16,1-3-325 0,-2-2-327 15,5 0-194-15,1-3 40 0,1 1 570 0</inkml:trace>
  <inkml:trace contextRef="#ctx0" brushRef="#br1" timeOffset="64513.01">6156 8967 213 0,'18'-14'520'0,"-1"2"291"15,2 2 223-15,-3 1-126 0,1 0-228 0,-1 3-98 16,1 0-51-16,-2 4-52 0,2-3-75 0,-4 3-82 16,2-2-50-16,-2 3-56 0,0 0-53 0,-2-1-45 15,-3 2-27-15,-2 0-13 0,2 0-11 16,-3 0 0-16,-2 2-2 0,-1-1 1 0,-1 0-4 16,1 3-7-16,-2 3-8 0,-2 1-11 15,-1 4-10-15,0 6-9 0,-2 2-9 0,-1 5-4 16,1 3-4-16,0 0 1 0,2 4-1 0,0 1 0 15,3-1 1-15,0-2 1 0,3-1 0 16,0-1-2-16,1-3 0 0,2-1-1 0,3-4-2 16,1-3-1-16,1-4-1 0,3-3 1 0,0-4 1 15,5-5 1-15,-3-5 1 0,3-5 1 16,1-6 0-16,1-2-1 0,-2-8 0 0,3 0 0 16,-3-2 1-16,0-2 0 0,0-1 3 0,-3 2-1 15,-2 0 2-15,-1 3 0 0,-4 4 0 16,-1 2 0-16,-2 2 1 0,-1 4-1 0,-5 0 2 15,0 2-2-15,-3 3 0 0,-2-3-1 16,-1 4 0-16,0 0 0 0,-2 2-1 0,1 1 0 16,1 1-1-16,-3 1 0 0,4 2-2 0,-3 2 0 15,3 2-2-15,0 4 0 0,-2 4 0 16,2 3 0-16,0 4-1 0,2 4-1 0,-2 3 1 16,2 4 3-16,1 2 0 0,2 3 1 0,0-2 1 15,0 0 0-15,3 0-2 0,2-5-2 16,2-1 0-16,1-6-6 0,3 0-11 0,0-7-17 15,0-2-36-15,5-5-74 0,-2-2-87 0,0-6-160 16,1-5-285-16,0-5-328 0,-2-4-352 16,2-5-199-16,0-2 93 0,-1-4 675 0</inkml:trace>
  <inkml:trace contextRef="#ctx0" brushRef="#br1" timeOffset="64875.59">6911 8918 189 0,'4'-4'830'16,"-4"4"498"-16,2 4 112 0,-1 3-142 0,2 3-449 15,-1 4-320-15,1 0-164 0,2 5-103 0,0 0-82 16,1 4-66-16,5-1-35 0,-3 2-22 16,3 2-11-16,3-3-9 0,-1 3-7 0,1-2-8 15,-1-1-7-15,1 1-6 0,0-5-3 16,-1-1-3-16,-2-2-3 0,0-3-1 0,0-2-1 16,-3-4 2-16,-3-1 7 0,1-4 6 0,-1-2 5 15,-2-5 2-15,-1-4 2 0,-2-6 0 0,3-5-4 16,-3-2-4-16,-3-3-1 0,3-5-1 15,0-2-1-15,-2-1-2 0,2-5-1 0,-1 1-2 16,1-1-3-16,0 2 0 0,1 3-2 16,-1 3 0-16,2 5-1 0,-2 3-1 0,3 5 0 15,-2 2 0-15,2 7 0 0,1 1-1 0,-1 2 1 16,3 4 0-16,-1 2 0 0,0 5 0 16,2 1 0-16,0 6-1 0,-1 0-2 0,1 2-1 15,0 1-9-15,0 0-19 0,-1-1-45 16,2 0-79-16,-3-2-107 0,1-2-198 0,0-1-299 15,1-4-350-15,-1 0-338 0,1-3-143 0,2-5 310 16,-1 0 705-16</inkml:trace>
  <inkml:trace contextRef="#ctx0" brushRef="#br1" timeOffset="65158.13">7381 8931 178 0,'5'18'836'0,"-3"2"588"0,1 4 127 0,2 2-226 15,0 1-462-15,4 3-324 0,-3 1-166 16,4 3-126-16,1-1-89 0,3-2-57 0,1-1-36 15,2-2-23-15,3-3-18 0,1-5-11 0,3-6-6 16,-1-5-3-16,1-6 0 0,-2-6-2 16,0-4 1-16,-3-7-1 0,-3-1 1 0,-2-6 4 15,-4 0 6-15,-4-1 8 0,-2-1 11 0,-4 1 10 16,-4-2 6-16,-2 1 0 0,-5 1-4 16,-2-1-6-16,-3 3-8 0,-3 0-8 0,1 2-6 15,-2 3-4-15,0 4-5 0,1 4-3 16,0 3-3-16,0 4-3 0,5 2-3 0,0 7-8 15,4 2-13-15,4 2-19 0,2 2-34 0,4 4-75 16,4-4-96-16,4 5-172 0,4-4-285 0,1 3-337 16,6-3-381-16,0 1-192 0,3-2 151 15,5 0 725-15</inkml:trace>
  <inkml:trace contextRef="#ctx0" brushRef="#br1" timeOffset="66251.88">7867 8538 110 0,'5'-9'404'15,"-2"-1"236"-15,0 0 198 0,-1 2-45 16,-1 1-133-16,-1 0-106 0,2-1-80 0,-2 1-44 16,0 1 6-16,1 0-10 0,1 1-46 0,-2 1-48 15,0 2-36-15,2-3-42 0,-2 3-62 16,1 1-56-16,-1-2-37 0,2 2-23 0,-2 0-17 15,2-1-10-15,-2 0-6 0,1 2-8 0,-1-1-4 16,0 1-5-16,2 0-3 0,-2 0-5 16,1 1-3-16,-1-1-1 0,0 2-2 0,3 0 2 15,0 0 5-15,0 4 6 0,2 1 5 16,0 6 4-16,2 5 4 0,-1 3 0 0,1 6-2 16,0 6-4-16,-2 5-5 0,0 5-3 0,-1 2-6 15,-2 2-17-15,2 0-1 0,-1-1 0 16,-1-3 0-16,1-2 0 0,1-4 0 0,-1-5 0 15,0-6 0-15,-1-3 0 0,1-3 0 16,-2-5 0-16,1-3 0 0,-2-3 0 0,2-3 0 16,0-3 0-16,2-5 0 0,0-7 0 0,1-2 0 15,2-6 0-15,1-3 0 0,2-2 0 0,0-2 0 16,1 1 0-16,2 1 0 0,-2 2 0 16,1 1 0-16,-2 4 0 0,0 1 0 0,-1 4 0 15,0 2 0-15,-1 4 0 0,0 1 0 16,-2 3 0-16,2 4 0 0,-3 4 0 0,-2 2 0 15,2 6 0-15,-2 0 0 0,-1 2 0 0,-2 3 0 16,2 2 0-16,0 1 0 0,-2 1 0 0,2-1 0 16,0 2 0-16,-1 0 0 0,1-2 0 15,-1 1 0-15,3-5 0 0,0 1 0 0,1-4 0 16,2 0-5-16,3-4-12 0,-2-4-10 16,4-3-10-16,2-3-16 0,0-5-17 0,3-2-20 15,4-6-32-15,1 1-58 0,2-5-57 0,1-2-46 16,2 2-49-16,-2-1-39 0,1 0 5 0,-1 3 71 15,-1 0 72-15,-3 5 54 0,0 5 80 16,-2 2 89-16,-2 2 61 0,-4 5 56 0,0 2 107 16,-1 3 87-16,-2 1 18 0,0 3-18 15,-3 0-27-15,-2-1-42 0,0 2-69 0,0-6-62 16,-2 1-38-16,0-3-17 0,-1-3-5 0,-1-1-3 16,-1-3-2-16,0-3-2 0,-1-4-4 0,-1-1-5 15,-1-5-7-15,0-2-4 0,-2-2-2 16,0-4-1-16,-1-4 1 0,-2 0-4 0,0-6-2 15,-2 1-3-15,1-2 1 0,-2 1 5 16,3 0 6-16,-2 4 4 0,-2 4 2 0,2 3 0 16,-2 3-4-16,1 4-8 0,-1 3-7 0,0 5-5 15,-1 3-5-15,-1 6-2 0,0 3-1 16,1 2-1-16,-1 5 0 0,1 2-2 0,1 0 0 16,4 1-2-16,0 1-4 0,1-1-8 15,1 1-11-15,3-1-15 0,0 0-22 0,1-2-49 16,2 2-73-16,-1-3-103 0,2-3-190 0,1 2-291 15,1-4-344-15,2-2-324 0,4-3-155 0,-1 0 294 16,0-6 713-16</inkml:trace>
  <inkml:trace contextRef="#ctx0" brushRef="#br1" timeOffset="66735.42">8942 8884 421 0,'2'-3'1371'15,"-4"0"394"-15,-1 0-243 0,-2 2-360 0,1-1-476 16,-3 1-271-16,-2-1-172 0,1 1-89 16,-2-1-50-16,-2-1-31 0,2 2-22 0,-1-3-17 15,0 3-11-15,0 0-5 0,1 1-4 16,1 0-7-16,1 0-3 0,2 1-3 0,1 2-2 16,2 0-2-16,1 3 0 0,2 3-1 0,0 1 1 15,5 3 0-15,0 0 1 0,1 4 0 16,2-2 0-16,3 2-1 0,0 3 0 0,0-2 0 15,2 2 1-15,0 1 0 0,1 0 0 0,-1-1 2 16,2 3 2-16,-4 3 0 0,3-1 2 16,-4 2-1-16,-2 3 1 0,-2 2-1 0,0-2-1 15,-4 4 0-15,-2 0-1 0,-2 0 0 16,-4-3-1-16,-2-1-1 0,-1-1-3 0,-2-5-6 16,-2-4-14-16,2-6-22 0,-5-7-56 0,2-7-80 15,-2-7-154-15,0-9-275 0,-1-8-324 0,1-11-395 16,0-9-327-16,-1-9 4 0,4-8 725 15</inkml:trace>
  <inkml:trace contextRef="#ctx0" brushRef="#br1" timeOffset="66873.02">8825 8503 413 0,'3'-15'1414'16,"-3"5"382"-16,-1 6-288 0,-1 2-366 0,-1 4-479 16,-2 2-287-16,2 1-176 0,0 5-84 15,-2 0-44-15,2 3-28 0,1 1-18 16,2 1-14-16,2 3-7 0,1 1-5 0,4 3-11 15,-1-1-25-15,5 3-75 0,-2-2-84 0,1 6-183 16,4-2-287-16,-1 3-341 0,4 2-404 0,-1 1-220 16,3 1 136-16,1-2 783 0</inkml:trace>
  <inkml:trace contextRef="#ctx0" brushRef="#br1" timeOffset="67068.17">9309 9126 81 0,'9'15'1119'0,"-1"0"775"0,-3 3-183 15,0 1-415-15,0 4-403 0,0 2-420 0,1 2-235 16,-2 2-102-16,1-1-50 0,2 2-33 16,-1-2-23-16,2 0-20 0,0-2-26 0,-2-5-49 15,-1-5-89-15,0-6-205 0,-1-7-271 0,-1-6-358 16,0-7-450-16,-1-10-409 0,-2-8 153 16,-2-4 999-16</inkml:trace>
  <inkml:trace contextRef="#ctx0" brushRef="#br1" timeOffset="67191.28">9301 8594 240 0,'-13'-7'1136'16,"-1"6"524"-16,1 3-157 0,0 4-330 0,4 1-469 15,1 4-311-15,2-1-209 0,3 1-130 16,3 2-116-16,5-2-109 0,1 1-185 0,2 1-296 16,0-2-331-16,6-1-318 0,-1 0-180 0,4 1 187 15,2-1 655-15</inkml:trace>
  <inkml:trace contextRef="#ctx0" brushRef="#br1" timeOffset="67997.23">10424 8991 57 0,'7'-11'628'0,"-5"5"555"0,0-5 346 16,-4 4-115-16,-3 2-406 0,-2 0-358 15,-3 2-195-15,-3 1-123 0,-2 1-112 0,-3 2-71 16,1 2-42-16,-4 2-31 0,-1 2-23 0,0 4-16 15,-2 1-13-15,2 3-8 0,1 4-9 0,1 2-4 16,4 2-1-16,0 3-1 0,4 2 0 16,2-1 0-16,4 1 0 0,3-2 0 0,3-2-2 15,3-5-1-15,5-1-1 0,4-4-1 16,1-5 0-16,4-6 1 0,1-6 0 0,4-4 1 16,0-7-1-16,2-6 1 0,-2-2 0 15,2-4 2-15,-1-3 0 0,-2 0 1 0,-2-1 0 16,1 1 1-16,-5 1-1 0,0 4 0 0,-3 3 2 15,-3 3 0-15,-1 5 1 0,-3 0 1 16,-2 4 1-16,-1 3 0 0,-4 3 0 0,0 1-2 16,-1 4 0-16,0 6-1 0,-5 2 0 15,2 5-2-15,1 5-1 0,0 4-1 0,0 1 1 16,1 6 0-16,-1-2 0 0,4 3 0 0,-1-3-1 16,4 1 0-16,-1-2-2 0,5-3-1 0,-1-1-2 15,0-4-8-15,5-2-15 0,0-5-33 16,0-4-77-16,0-4-99 0,2-5-184 0,-1-4-291 15,0-3-345-15,3-4-387 0,-2-2-187 16,0-2 224-16,2-2 729 0</inkml:trace>
  <inkml:trace contextRef="#ctx0" brushRef="#br1" timeOffset="68421.49">10688 8995 110 0,'1'-7'697'0,"1"6"473"15,-2 1 164-15,2 4-39 0,-1 5-367 0,2 4-322 16,-1 4-178-16,2 4-94 0,-2 3-77 0,3 2-78 15,-2 8-57-15,3 2-32 0,-1 3-16 0,2 6-15 16,0 3-11-16,1 0-11 0,0 4-10 16,3-1-11-16,-3-4-6 0,3-1-6 0,0-6-3 15,-3-5-2-15,0-6 0 0,0-5 0 16,-3-6 1-16,-1-5 4 0,-1-2 3 0,-1-9 2 16,-4-3 1-16,1-6 0 0,-2-8-1 0,-2-5-2 15,-1-5-4-15,-1-5-1 0,1-6-3 16,-2-5-1-16,1-4-1 0,2-7-1 0,0-2 0 15,2-2 2-15,1-1 0 0,2 1 2 0,3-2 0 16,2 4 1-16,0 4 1 0,1 0-2 16,0 5 1-16,2 4-1 0,-1 6 0 0,-1 4 0 15,2 4-1-15,-2 7 0 0,-1 3-1 0,0 4 2 16,-2 6 0-16,3 3 0 0,-1 6 1 16,-1 2 1-16,1 6 1 0,-3 5-1 0,1 6 1 15,-1 2-1-15,-2 4 0 0,-2 3-1 16,1 3-1-16,-1 4-2 0,-3-4 1 0,3 3 1 15,-5-1 0-15,2-1 0 0,0-1-1 0,-1-2-1 16,1-3-8-16,0-4-14 0,-1-5-36 0,3-4-79 16,-2-3-105-16,2-10-192 0,1 1-295 15,2-6-352-15,4-4-380 0,-1-3-166 0,5-5 286 16,3 0 727-16</inkml:trace>
  <inkml:trace contextRef="#ctx0" brushRef="#br1" timeOffset="68783.19">11073 8904 194 0,'4'-10'1080'0,"-4"4"627"16,-2 5-104-16,-2 0-334 0,0 1-457 16,0 1-312-16,-1 4-214 0,-2-1-107 0,2 1-58 15,-4 4-38-15,3 1-28 0,-2 2-21 0,1 3-8 16,-2 1-6-16,5 4-4 0,-1 3-5 0,1-1-1 16,3 1-1-16,-1 2-4 0,4-2-2 15,-1-3-1-15,4-1-2 0,0-4-1 0,4-3-2 16,1-2 1-16,0-4-1 0,2-5-1 15,-1-3 0-15,2-4-2 0,1-8-6 0,-1-2-6 0,2-4-11 16,-3-4-12-16,0-1-16 0,1-1-25 16,-3-2-32-16,0 0-40 0,-2 2-44 15,0 2-32-15,-3 0-17 0,0 4 7 0,-1-1 34 16,-2 6 51-16,-1 2 66 0,-1 4 44 16,0 3 48-16,0 6 41 0,0 2 53 0,-1 4 47 15,-1 2 36-15,2 3 10 0,0 2-13 0,0 3-28 16,0-2-36-16,0 5-37 0,2-2-29 0,-1 3-20 15,1-1-13-15,3 0-7 0,-2-2-4 16,2-2-13-16,1-2-49 0,0-2-71 0,1-4-73 16,-1-5-147-16,2-2-242 0,1-4-318 15,-1-2-283-15,2-5-190 0,2-1 9 0,1-3 526 16</inkml:trace>
  <inkml:trace contextRef="#ctx0" brushRef="#br1" timeOffset="69039.31">11406 8862 270 0,'7'-2'830'16,"-2"5"391"-16,-2 3 155 0,2 3-161 15,-2 6-353-15,1 2-285 0,-1 4-163 0,0 1-94 16,1 5-101-16,1 1-87 0,-2 1-52 0,2 2-28 16,2-3-18-16,-1 0-12 0,2-2-9 15,0-4-6-15,-2-2-2 0,2-4-4 0,0-4 1 16,-2-3 1-16,0-5-1 0,-2-4 1 16,-1-2 0-16,-1-7 0 0,-1-1-1 0,-1-3 1 15,0-5 0-15,0 2 1 0,0-2 0 0,0-3 0 16,0 1-1-16,0-1-1 0,0-1-1 0,2-3-1 15,-1 3-3-15,2-1-8 0,2-1-20 16,-2-1-41-16,3 1-66 0,1 3-65 16,2-3-81-16,1 3-142 0,-1 2-197 0,1 3-270 15,2 3-212-15,1 4-201 0,3 2-13 0,0 2 439 16,1 5 489-16</inkml:trace>
  <inkml:trace contextRef="#ctx0" brushRef="#br1" timeOffset="69347.32">11848 8826 57 0,'0'-2'624'0,"0"-3"510"0,-2 2 325 0,-1-4-38 16,-1 1-386-16,-1-1-355 0,0-1-202 0,-3 2-118 16,0 2-112-16,-1 1-88 0,0 3-55 15,-1 3-36-15,-4 2-21 0,4 6-13 0,-4 2-7 16,5 4-7-16,-1 3-3 0,4 2-1 16,-2 0-4-16,6 6-5 0,1-1-4 0,1 1-3 15,1 1-1-15,3-3-1 0,2-1-1 0,0-4 0 16,4-3-1-16,-1-5 0 0,2-3 0 15,2-5-1-15,1-4-4 0,-1-3-4 0,1-6-7 16,-3-2-5-16,0-1-3 0,1-2-1 16,-2 1 3-16,0 0 3 0,-1 2 5 0,1 1 3 15,-4 3 2-15,2 5 2 0,1 4 0 0,-4 3 2 16,1 4 2-16,1 6-3 0,-2 2-10 0,2 4-20 16,-2 2-51-16,0-1-72 0,0 2-84 15,-2-1-158-15,0 0-280 0,2-1-318 16,-1-3-288-16,1-1-179 0,2-2 80 0,-3-3 618 0</inkml:trace>
  <inkml:trace contextRef="#ctx0" brushRef="#br1" timeOffset="69873.88">12171 8324 10 0,'2'-19'543'0,"1"2"514"0,-2 5 253 0,1 2 11 15,2 2-283-15,-2 3-345 0,-1 2-220 0,1 2-123 16,1-1-73-16,-1 4-80 0,1 2-62 0,0 3-34 15,2 4-14-15,0 5-6 0,2 2-5 16,0 8-5-16,1 2-5 0,0 6-8 0,1 4-9 16,-2 5-6-16,-1 5-8 0,2 2-9 0,0 3-7 15,-2 2-7-15,0-1-5 0,1 2-5 0,-2-1-3 16,2-1-3-16,-2-4 1 0,1-2-1 16,-1-4-1-16,0-4-7 0,-2-4-9 15,2-6-17-15,-2-6-30 0,-2-4-64 0,-2-7-87 16,-1-5-165-16,-1-6-277 0,-3-4-327 0,3-9-388 15,-4-3-263-15,-1-8 75 0,-4-4 736 0</inkml:trace>
  <inkml:trace contextRef="#ctx0" brushRef="#br1" timeOffset="70064.81">12093 8651 116 0,'-7'-5'741'0,"2"2"510"15,0 0 136-15,2 3-162 0,-2 0-403 16,3 0-358-16,2 0-172 0,0 1-92 0,5-1-45 15,0 2-32-15,5-1-27 0,4 1-14 16,0 1-11-16,6-3-10 0,1 1-27 0,1 0-15 16,2-1-6-16,1 0-5 0,2 2-2 0,1-2-2 15,-1 0-2-15,2 0-31 0,-2 0-68 16,0 0-65-16,-2 0-130 0,0 2-226 0,-3-1-314 16,1 0-311-16,-3 1-209 0,2 0-63 0,-3-1 463 15</inkml:trace>
  <inkml:trace contextRef="#ctx0" brushRef="#br1" timeOffset="70378.84">12648 8679 266 0,'-9'14'1104'0,"-1"3"562"0,-3 3-109 0,1 1-318 15,-1 3-480-15,-1 0-281 0,3 1-189 0,0 1-109 16,0-1-60-16,5-1-40 0,2-1-30 16,1-4-20-16,3-3-14 0,3 1-8 0,4-8-4 15,1-3-3-15,6-2-1 0,0-8 1 16,5-3 0-16,0-4-1 0,0-5 1 0,0-1 1 15,0-2-2-15,-2 1 1 0,2-2-1 0,-4 2 1 16,-1 4-1-16,-3-2 0 0,-1 7 0 16,0-2 0-16,-3 7 1 0,-1 4 0 0,-1 3 2 15,-2 3 0-15,2 6 1 0,-2 5 0 16,0 2 1-16,-2 6-1 0,1 0-1 0,1 3-1 16,-1 2-2-16,1-1-2 0,2-1 0 15,3 1-2-15,0-6-7 0,1 0-17 0,-1-3-41 16,3-3-81-16,-3-4-122 0,0-1-228 0,0-4-309 15,1-3-367-15,-2-4-372 0,-1-3-102 0,1-6 466 16,-3-2 735-16</inkml:trace>
  <inkml:trace contextRef="#ctx0" brushRef="#br1" timeOffset="70951.84">13001 8887 88 0,'3'-6'661'0,"0"6"468"15,-1 0 166-15,2 5-21 0,0 2-326 16,-1 4-322-16,2 3-188 0,-1 1-105 0,1 5-73 15,0 3-84-15,3 0-74 0,-2 2-42 0,0 0-22 16,1 0-11-16,-1 0-11 0,3-3-6 16,-1 0-4-16,1-5-5 0,-2-2-1 0,-1-3 0 15,1-5 0-15,-2-2 0 0,0-5 0 0,-1-5 1 16,1-3-1-16,-1-4 1 0,-2-4 0 16,1-1 1-16,1-3 1 0,-3-1 0 0,2-3 0 15,1-1-1-15,-1-2-1 0,0 0-1 16,3-2-2-16,-3 1-1 0,4 1-6 0,-3 1-11 15,3 1-24-15,0 2-37 0,-2 3-51 0,0 4-52 16,0 1-41-16,0 5-28 0,1 2-3 16,2 6 24-16,-4 0 49 0,3 4 45 0,-1 0 22 15,-1 3 6-15,1 1-6 0,0 0-26 16,-1 1-35-16,0-1-49 0,2 0-54 0,-3 0-58 16,5-1-60-16,-2-3-47 0,1 0-46 0,-2 1-49 15,5-3-26-15,-3 0 16 0,0-3 75 16,1 1 130-16,1 2 156 0,-2-1 137 0,3 2 119 15,-2 4 128-15,1-3 154 0,-2 7 152 0,1 0 84 16,-1 3 29-16,-1 1-9 0,1 5-19 16,-1 2-52-16,1 2-70 0,-1 4-39 0,1 1-24 15,1 4-16-15,0 0-42 0,1 3-41 16,2 0-40-16,0 1-54 0,-1-4-60 0,5 1-62 16,-4-5-38-16,1-5-24 0,-2-5-11 0,3-2-5 15,-4-7-4-15,-1-8-2 0,-2-5 0 0,0-4-1 16,-2-5 0-16,0-2 0 0,-4-4 2 15,-1 1 4-15,0-3 8 0,-3 3 7 0,-2-3 10 16,1 2 10-16,-6-1 6 0,2 3-1 16,0 0-5-16,-2 4-4 0,-2 1-10 0,1 1-11 15,-3 5-9-15,-2 3-4 0,1 3-4 16,0 2-4-16,1 4-11 0,1 0-37 0,2 1-84 16,2 1-133-16,-1-1-240 0,5 2-308 0,1-2-378 15,-1 1-389-15,5 0-74 0,0 0 570 16</inkml:trace>
  <inkml:trace contextRef="#ctx0" brushRef="#br1" timeOffset="72008.17">13911 8919 168 0,'4'-6'386'0,"-1"0"203"0,0-2 83 16,0 2-71-16,1 0-80 0,-3-1-27 15,2 1-17-15,-1 0-31 0,1-2-33 0,0 2 11 16,-2 1 16-16,1 0-24 0,1-1-44 0,-3 3-40 16,2 0-38-16,0 1-59 0,-2-2-61 15,0 4-41-15,0-2-29 0,0 2-19 0,-2 0-13 16,0 0-14-16,1 2-10 0,-3 2-9 15,1 1-7-15,-1 1-3 0,1 4-5 0,-2 4-1 16,0 3-2-16,0 6 0 0,0 3-3 0,1 5-1 16,-1 2-4-16,1 4-13 0,0 1 0 0,3-2 0 15,-1 1 0-15,2-4 0 0,3-4 0 16,1-2 0-16,0-6 0 0,4-5 0 0,0-3 0 16,0-7 0-16,4-5 0 0,1-5 0 15,0-7 0-15,3-6 0 0,-2-2 0 0,3-1 0 16,-1-4 0-16,1 4 0 0,-1-1 0 0,0 3 0 15,1 2 0-15,-1 3 0 0,1 1 0 16,0 3 0-16,0 5 0 0,-3 2 0 0,3 4 0 16,-2 2 0-16,0 5 0 0,0 2 0 0,-1 2 0 15,0 4 0-15,0-2 0 0,-1 1 0 16,-2 0 0-16,3 1 0 0,-2-2 0 0,0-1 0 16,-2-2 0-16,-2-3 0 0,0-2 0 0,1-2 0 15,-3-5 0-15,1-5 0 0,-1-4 0 16,0-5 0-16,-3-1 0 0,2-7 0 0,-2 0 0 15,0-2 0-15,-1 0 0 0,-2-1 0 0,0 2 0 16,0-1 0-16,-2 0 0 0,1 2 0 16,-1 1 0-16,-1 1 0 0,1 0 0 0,-1 4 0 15,2-1 0-15,-4 2 0 0,4 3 0 16,-1 1 0-16,2 3 0 0,0 2 0 0,2 1 0 16,-1 1 0-16,4 4 0 0,-1 0 0 0,1 3 0 15,3 1 0-15,0 5 0 0,1 2-80 16,1 1-28-16,0 3-62 0,0 0-70 0,0 3-128 15,3-1-217-15,3 2-309 0,-4 2-341 0,7-3-233 16,2-3-79-16,-2-3 489 0,3-3 638 16</inkml:trace>
  <inkml:trace contextRef="#ctx0" brushRef="#br1" timeOffset="72359.02">14743 9034 167 0,'8'-8'908'0,"-3"1"721"0,-2 0 37 16,0 1-318-16,-3-1-465 0,-3 1-321 0,0 0-198 15,-2-1-133-15,-3 3-73 0,-1-1-41 16,-1 1-26-16,-1-1-24 0,-3 2-67 0,0-1 0 15,-3 0 0-15,-1 4 0 0,-1 0 0 0,0 4 0 16,0 0 0-16,2 5 0 0,1-1 0 16,0 7 0-16,7 0 0 0,-1 3 0 15,2 2 0-15,7 5 0 0,2-1 0 0,1-1 0 16,7-1 0-16,2-3 0 0,7-1 0 0,2-6 0 16,4-3 0-16,1-6 0 0,4-6 0 0,-1-5 0 15,0-4 0-15,-1-2 0 0,-3-4 0 0,-2-2 0 16,-1-1 0-16,-5-1 0 0,-1 3 0 0,-5-1 0 15,-2 3 0-15,0 4 0 0,-4 1 0 16,0 5 0-16,-3 1 0 0,-1 4 0 16,0 4 0-16,-1 4 0 0,1 5 0 0,0 4 0 15,0 4 0-15,1 3 0 0,3 1 0 0,0 3 0 16,1 2 0-16,3 0 0 0,0 1 0 0,1 2 0 16,1-3 0-16,2 1 0 0,1-1 0 15,1-1 0-15,-1-4 0 0,3-2 0 0,-2-2 0 16,0-1 0-16,-3-3 0 0,1-1-161 15,-5-4-376-15,-1-2-340 0,-2-2-434 0,-1-2-513 16,0 2-115-16,-3 0 759 0</inkml:trace>
  <inkml:trace contextRef="#ctx0" brushRef="#br1" timeOffset="75690.38">2061 10784 338 0,'7'-8'829'0,"-2"0"349"15,-2 2 29-15,-2 1-286 0,2 3-235 0,-3-2-139 0,2 3-117 16,-1 1-79-16,-1 0-52 0,0 1-43 16,0 1-70-16,-1 0-64 0,-1 2-37 0,2-1-23 15,-3 3-19-15,2 0-12 0,1 2-4 0,-2 1-4 16,2 1 0-16,2 3-2 0,-2-1 7 0,4 4 0 16,-2-1-1-16,-1 2-1 0,4 2 0 0,-2 0-1 15,0 3-3-15,1 1 5 0,-1 2 3 0,0 2 0 16,-1 3-2-16,1-2-1 0,1 3-2 0,-4 1-7 15,2 0-6-15,-2 4-3 0,0 3-4 0,-2-1-2 16,2 3 3-16,-1 0 2 0,-2 2 1 0,1-1 1 16,1 1 1-16,1-2 0 0,0-1-8 15,0-5 1-15,0 1-1 0,0-5-1 0,1-2-1 16,1-5 0-16,1-3 3 0,-2-4-1 0,1 0-3 16,1-3 1-16,0-4 0 0,-1-1 1 0,1 0 0 15,0-3 0-15,1 1 0 0,-1-5 1 0,3 2-1 16,-3-2 1-16,0 0 0 0,0-2 0 0,2 3 0 15,-3-2 0-15,1-1-1 0,0 0 0 0,0 2-4 16,3-2-1-16,-3 1-2 0,2-1-1 0,0 0 0 16,0 2 0-16,1-2 3 0,4 1 2 15,-2-1 1-15,1 0 1 0,2 2 0 0,-1-2 0 16,1 0 2-16,3 0 2 0,0 0 2 0,2-2 2 16,0 1 1-16,3-2 0 0,-2 0-5 0,2 0-5 15,2-4 0-15,-2 4 0 0,3-2 0 16,-2-1 0-16,0 0 0 0,0 0 0 0,-1-1 0 15,-3 2 0-15,1 0 0 0,-4-1 0 0,0 2 0 16,-1-1 0-16,-1 1 0 0,-2-1 0 0,-2 2 0 16,1 1 0-16,-3-1-7 0,-1 2-21 0,0 0-18 15,0 1-28-15,-4-1-52 0,0 1-78 16,-3 0-157-16,0 0-266 0,0 0-315 0,0 2-374 16,-2-1-335-16,0-1-9 0,0 0 743 0</inkml:trace>
  <inkml:trace contextRef="#ctx0" brushRef="#br1" timeOffset="76014.86">2564 11608 409 0,'2'4'954'0,"-1"-4"288"0,1 2-52 0,4-2-292 15,-3 0-316-15,4-2-221 0,-1 2-79 0,6 0-39 16,-2 0-32-16,3 0-1 0,2-3-36 15,2 3-34-15,1-1-42 0,4-1-19 0,-1-1 2 16,3 1-19-16,-1 2-8 0,3-2-3 0,-2 2-2 16,1 2-7-16,0-2-6 0,-1 6-1 0,-2-1 0 15,-3 1 2-15,1 2 2 0,-5 3 4 16,0 0-2-16,-3 5-2 0,-3-2-3 0,-1 3-4 16,-3 2-6-16,-4-2-7 0,-1 3-4 0,-5 2-5 15,-1-1-4-15,-3 0-3 0,-1 1-2 0,-3 3-1 16,-2-4 0-16,0 2-2 0,-3-1-2 0,-1-2-9 15,1 0-16-15,-2-1-30 0,2-5-75 16,1-1-87-16,1-5-177 0,3 0-286 0,2-4-329 16,6-1-376-16,-1 0-203 0,6-3 137 0,6 0 729 15</inkml:trace>
  <inkml:trace contextRef="#ctx0" brushRef="#br1" timeOffset="79156.89">3943 11433 29 0,'3'-10'606'0,"0"5"545"0,-3-3 272 16,0 2-52-16,0 2-345 0,0-1-389 0,0 3-192 15,-1-2-110-15,-1 2-88 0,-1 2-79 0,3-3-50 16,0 3-35-16,-2 3-27 0,2-3-21 15,0 4-13-15,-1 3-10 0,-1 3-4 0,2 3-3 16,0 3-1-16,0 4-1 0,3 1 1 0,-1 2-4 16,-1 2-3-16,3-1-3 0,-1-3-3 15,0-2-2-15,1-2-2 0,1-4 4 0,-2-2 2 16,-1-3 2-16,1-3 2 0,0-2 2 0,1-3 2 16,-1-3 1-16,0-6 6 0,0-3 3 15,0-5 1-15,-3-3-1 0,3-2-2 0,-3-5 1 16,2 2-5-16,-2-2-2 0,0 1-1 0,0 1 1 15,-2 3 0-15,2-1 0 0,0 5-6 16,-1 2 4-16,-1 2 1 0,2 2-5 0,0 3 3 16,-3 3 2-16,3 0 4 0,0 4-2 15,0-1-4-15,0 3 4 0,3 5-4 0,-3 3-3 16,3 2-1-16,-1 7 0 0,1 2 1 0,2 3 3 16,1 3-3-16,2 3-1 0,1 4 4 15,1 2 4-15,0 4 2 0,2 1 2 0,-1 1 8 16,3 2 5-16,-2 2-3 0,-1 1-1 0,3-2-2 15,-3 2 0-15,1-1 4 0,-2-1 3 16,0-1 1-16,-4-1 0 0,3-5 2 0,-4 0 1 16,-2-5-3-16,-3-2-1 0,0 1 1 0,-5-5 3 15,-1-2-1-15,-3-1-7 0,-4-2-18 16,-1 0 0-16,-2-4 0 0,-3 1 0 0,0-3 0 16,-5-1 0-16,2 2 0 0,-3-5 0 0,3 1 0 15,-2-3 0-15,2 0 0 0,2-3 0 16,2 0 0-16,1-2 0 0,2-3 0 0,1-1 0 15,3-2 0-15,3-5 0 0,2-2 0 0,1-5-4 16,8-3-58-16,0-6-34 0,2-1-67 0,3-6-75 16,0-1-137-16,3-5-236 0,3 1-310 15,2-3-343-15,0-1-239 0,1-2-62 16,1 0 544-16</inkml:trace>
  <inkml:trace contextRef="#ctx0" brushRef="#br1" timeOffset="79581.82">4164 11581 147 0,'0'-1'651'0,"0"-1"419"0,0 0 147 16,-1 1-165-16,-1-1-362 0,2 2-265 0,0-2-165 15,2 2-76-15,1 0 1 0,3 2 17 0,3 1 10 16,3 2-7-16,3-2-11 0,0 0-15 16,2 0-49-16,1-1-41 0,0-4-23 0,4-1-12 15,-2-3 2-15,2-3-3 0,0-3-1 16,-3-3 4-16,3-2-1 0,-5 0 0 0,1-3-1 15,-3 1-3-15,-2-2-1 0,-3 0 0 0,0 1-4 16,-3 1 0-16,-1 0-2 0,-4 2 0 0,0 1-2 16,-2-1-3-16,-4 2-4 0,1 1-5 15,-5 1-5-15,2 1-6 0,-5 0-3 0,1 3-8 16,-2 1-3-16,-1 3-4 0,0 4-2 16,-2 2-2-16,0 6 0 0,0 5 5 0,0 1 0 15,0 5 1-15,2 5 1 0,0 2 1 0,2 2-3 16,3 5-5-16,-3 2-1 0,5 0-1 0,1 4 0 15,2-2-2-15,1 0-1 0,1-4 3 16,2 1 1-16,1-5 1 0,3-1 0 0,0-2 0 16,1-5 0-16,3 2-1 0,-1-8 1 15,2 3-6-15,4-7-9 0,-1-1-13 0,2-3-19 16,-2-3-25-16,4-4-66 0,-2-2-71 0,0-5-109 16,1-2-178-16,1 0-292 0,1-4-340 15,-1 1-253-15,1-4-153 0,-1 0 316 0,2-1 633 16</inkml:trace>
  <inkml:trace contextRef="#ctx0" brushRef="#br1" timeOffset="79873.2">4711 11520 46 0,'8'-3'561'0,"-3"3"481"0,-1 4 228 15,1 1 5-15,-3 8-292 0,1 1-287 0,-1 4-202 16,1 1-123-16,-2 3-84 0,3-1-86 16,-1-1-85-16,3-1-49 0,0-2-29 0,1-2-18 15,-1-3-7-15,4-3-6 0,-1-3-2 0,0-3-1 16,1-4 2-16,1-6-1 0,0-1 0 15,-1-7-1-15,0-5 1 0,0-2-2 0,-2-4-2 16,-3-1 0-16,1-1-2 0,-3-2 3 16,-3 0 10-16,-2 3 10 0,-2 2 7 0,-4 0 7 15,-1 3 7-15,-3 2 3 0,-2 3-5 0,-2 2-6 16,-3 3-7-16,-1 3-6 0,1 5-7 0,-3 3-7 16,1 4-3-16,2 2-5 0,-1 6-1 15,1 3-1-15,3 3 1 0,2 2-2 0,3 2 0 16,4 2-2-16,1-1-10 0,4 3-20 15,2-2-48-15,5 1-77 0,0-3-107 0,3 0-190 16,4-4-298-16,3 2-345 0,5-4-321 0,1 0-152 16,4-3 285-16,2-4 683 0</inkml:trace>
  <inkml:trace contextRef="#ctx0" brushRef="#br1" timeOffset="80733.53">5108 11766 312 0,'0'0'630'0,"0"-2"255"0,0-3 147 15,0-1-187-15,2-2-226 0,-1-6-134 0,1-1-28 16,1-4-9-16,2-6-56 0,0-1-74 16,1-4-56-16,0-5-47 0,-1-2-51 0,3-2-60 15,-2-4-39-15,2 3-17 0,0 1-8 0,-3 2-7 16,0 3-12-16,-1 6 7 0,2 6 6 16,-4 3 2-16,1 2 1 0,-1 8 3 0,-1-1 2 15,1 4-6-15,-2 3-7 0,0 6-9 16,0 5-5-16,-2 5-7 0,2 6 0 0,-1 5 1 15,-1 4-2-15,2 4-2 0,2 2-3 0,-1 4 1 16,2 1-6-16,2 0-2 0,0-2 0 0,-2 1 3 16,3-5 1-16,-1-4 0 0,0-4 1 15,1-4-1-15,-1-5 0 0,0-3-1 0,2-3 1 16,0-4 1-16,-1-5 0 0,1-2 0 16,2-7 1-16,-1-4 5 0,0-3 2 0,0-5 0 15,3 0 0-15,-2-7 1 0,3 2-2 0,-2 0-4 16,2 0-3-16,-3 2-1 0,2 3 0 15,-3 3-1-15,0 2-1 0,1 3 2 0,-4 4-1 16,2 3 0-16,-1 5 2 0,0 2 2 16,2 4 2-16,-2 3 4 0,1 5 4 0,-1 2 2 15,1 4 2-15,-2 1-1 0,2-1 0 0,-1 2-5 16,-1-2-4-16,0 0-2 0,1-4-4 0,-1-2 0 16,0-3-2-16,-2-2-1 0,2-5 0 0,-2-3 1 15,2-2 1-15,-1-5 0 0,2-5 1 16,-2-4 0-16,-1-4 0 0,0-2 0 0,2-1-1 15,-2-1 0-15,3 1 2 0,-3 0-1 16,0 3 0-16,2 0 1 0,-2 5-1 0,1 2 0 16,-1 2-1-16,0 1 0 0,-1 3-1 0,1 1 1 15,0 3 0-15,0 0 0 0,0 4 1 16,2 0-1-16,0 4 0 0,0 2 1 0,-1 4-1 16,2 0 1-16,-1 2 0 0,0 3-1 15,-2 2-7-15,-1-1-15 0,-1 3-25 0,1 1-56 16,-4-1-72-16,1 0-79 0,-2-4-123 0,-1 0-174 15,1-2-260-15,0-4-248 0,0-2-200 16,0-2-107-16,3-4 284 0,4-3 509 0</inkml:trace>
  <inkml:trace contextRef="#ctx0" brushRef="#br1" timeOffset="81032.87">5721 11592 109 0,'18'-11'424'0,"1"3"286"0,0 0 253 16,-2 2-19-16,0-2-209 0,0 1-156 15,-2 0-103-15,1-4-38 0,-2 3-33 0,2-4-48 16,-2 0-50-16,-1-4-37 0,-2-3-37 15,0-1-50-15,0-1-50 0,-3-2-35 0,0 2-14 16,-2 2-4-16,-3 1 1 0,-1 1-3 0,-2 4-8 16,-3 0-6-16,-2 3-8 0,0 1-14 15,-5 3-12-15,0 2-10 0,-1 4-5 0,-3 4-7 16,2 3-5-16,-3 7-3 0,4 3-2 16,-1 2-2-16,2 3 2 0,2 4 0 0,1 1 2 15,2 5 1-15,1 1 2 0,4 1-1 0,0 3 0 16,4-3-2-16,3 1-1 0,-1-4-2 0,4-4-1 15,4-4-6-15,0-4-11 0,2-6-22 16,0-4-56-16,1-6-78 0,-2-6-148 0,0-6-275 16,1-2-322-16,1-10-391 0,1-1-312 15,1-4-19-15,0-7 687 0</inkml:trace>
  <inkml:trace contextRef="#ctx0" brushRef="#br1" timeOffset="81246.99">6240 10804 49 0,'-3'-30'663'0,"0"6"729"16,0 6 234-16,-2 6-233 0,3 6-414 0,-2 4-387 16,0 4-201-16,1 6-155 0,0 2-86 0,1 5-46 15,2 5-31-15,0 2-17 0,2 5-11 16,1 6-8-16,2 3-4 0,1 5-6 0,-1 7-4 16,3 4-8-16,-2 3-5 0,2 3-3 0,-1 1-3 15,-1 0-4-15,3-2-2 0,-1-3 0 16,0-3-2-16,0-2-8 0,1-8-18 0,-2-3-32 15,-2-5-71-15,-2-6-85 0,-3-5-165 16,-2-5-284-16,-3-4-326 0,1-5-365 0,-3-7-218 16,-2-4 83-16,1-3 698 0</inkml:trace>
  <inkml:trace contextRef="#ctx0" brushRef="#br1" timeOffset="81473.02">6117 11173 286 0,'-5'-11'1195'0,"-1"0"508"0,4 4-183 0,-1 2-344 16,1 0-479-16,1 2-291 0,1 2-199 16,0-1-99-16,3 2-48 0,2 0-27 0,1 2-16 15,5-1-10-15,2-1-5 0,1 0-1 16,2 0-3-16,3-1 0 0,-2-3-4 0,2 0-23 16,1 1-67-16,0 0-67 0,-3-1-118 15,-1 1-209-15,0 0-314 0,-2 1-327 0,0 4-232 16,-3-1-113-16,2 2 396 0,-2 1 620 0</inkml:trace>
  <inkml:trace contextRef="#ctx0" brushRef="#br1" timeOffset="81890.16">6463 11147 417 0,'5'11'968'0,"-2"-1"305"16,2 3 54-16,0 0-208 0,2 4-361 0,0 0-250 16,1 3-129-16,-2 3-74 0,5 0-84 0,-3 3-76 15,3 2-44-15,0 0-29 0,0 2-19 16,0-2-14-16,0 0-14 0,-1-5-11 0,-1-2-6 15,0-3-5-15,0-5-3 0,-3-2 1 16,-1-3 4-16,0-5 2 0,-1-4 3 0,-1-7 2 16,0-5 3-16,-1-2 5 0,0-1 1 0,-2-3 3 15,1 1 2-15,-1-2 0 0,0 2-2 16,0-1-5-16,0 0-3 0,0-2-6 0,2 0-3 16,-1 1-4-16,3-2-1 0,-1 3-1 0,3 0-1 15,3 2-2-15,-2 2-1 0,-1 2 0 16,2 1 0-16,3 3-1 0,0 2-1 0,0 3-9 15,0 1-14-15,2 3-21 0,-2 0-42 16,0 3-71-16,2 0-72 0,-1-2-98 0,-2 2-139 16,2 1-169-16,-2 0-172 0,1-1-126 0,0 0-118 15,-3 1 143-15,3 3 371 0,-3 0 426 16,1 3 446-16,-2 1 390 0,-2 3 186 0,0 2 80 16,-1 1-115-16,2 7-178 0,-1 1-174 0,0 3-128 15,0 4-86-15,0 3-111 0,1 1-66 16,0 4-42-16,0 1-24 0,2-4-21 0,-3 1-16 15,4-7-12-15,-1-4-8 0,0-4-12 0,0-7-17 16,0-5-34-16,-2-9-79 0,-1-6-97 16,-2-6-178-16,1-7-292 0,-3-5-344 0,-1-5-374 15,0-3-175-15,0-6 210 0,-1-3 703 16</inkml:trace>
  <inkml:trace contextRef="#ctx0" brushRef="#br1" timeOffset="82059.36">7046 10953 147 0,'-3'-16'1025'15,"0"7"666"-15,-1 5-93 0,-1 4-343 0,-2 0-448 16,1 7-338-16,-1-1-227 0,3 4-110 16,-2 2-55-16,3 3-32 0,1 3-22 0,4-1-12 15,1 5-7-15,3 0-10 0,0 1-30 16,4 2-72-16,-1-1-69 0,4 0-124 0,-2 2-196 0,3-3-314 16,-1 3-326-16,1-2-226 0,0 0-105 15,4 0 389-15,-1-2 585 0</inkml:trace>
  <inkml:trace contextRef="#ctx0" brushRef="#br1" timeOffset="82423.06">7321 11430 276 0,'4'0'1117'0,"-3"0"570"0,-4 0-118 15,1 0-352-15,-1-2-446 0,-3 0-271 0,3 1-193 16,-2-1-102-16,0 1-54 0,1 0-30 16,-1 1-25-16,-3 0-24 0,2 0-17 0,-2 1-15 15,1 0-33-15,1 2-7 0,-2 1 0 0,4 2 0 16,-1 0 0-16,0 3 0 0,3 6 0 15,-1 0 0-15,3 4 0 0,3 1 0 0,-1 3 0 16,3-2 0-16,1 1 0 0,1-2 0 16,2-4 0-16,0-3 0 0,1-4 0 0,4-5 0 0,-1-4 0 15,1-7 0-15,-3-8 0 0,2-4-41 16,1-5-10-16,-3-3-3 0,0-3 3 0,-3 4 8 16,0 2 13-16,0 5 15 0,-2 2 9 15,-1 5 8-15,-2 3 5 0,0 4 4 0,0 3 3 16,-1 5 2-16,1 4 1 0,0 5 0 0,2 5-3 15,1 4-1-15,-1 3-4 0,5 2-3 16,-1 2-3-16,5 0-7 0,-1 0-15 0,4 0-31 16,1-1-79-16,2-1-89 0,2-3-168 0,0-2-290 15,2-1-350-15,5-1-404 0,3 0-192 16,2-5 120-16,4-1 710 0</inkml:trace>
  <inkml:trace contextRef="#ctx0" brushRef="#br1" timeOffset="82746.81">8520 11187 251 0,'-3'-11'1066'0,"-2"4"595"15,1 0-84-15,0 4-315 0,1 2-485 0,0 1-295 16,0 4-182-16,1 2-108 0,0 4-55 16,2 5-33-16,0 4-21 0,0 6-15 0,2 3-16 15,-2 3-11-15,2 4-12 0,-1-2-12 0,1 3-9 16,0-3-4-16,-1-2-3 0,2-2-10 0,-1-5-16 15,1-2-32-15,-3-5-80 0,0-4-137 16,-1-4-257-16,-3-6-319 0,1-8-407 0,0-5-464 16,1-6-84-16,-1-8 688 0</inkml:trace>
  <inkml:trace contextRef="#ctx0" brushRef="#br1" timeOffset="82938.55">8479 10876 495 0,'-5'-20'1529'16,"-3"3"276"-16,-1 6-328 0,-2 4-370 0,1 2-467 15,-1 3-314-15,2 2-151 0,1 0-75 16,1 2-42-16,1 1-26 0,4 3-16 0,0 0-10 16,4 5-6-16,3-2-6 0,0 6-20 15,3 1-55-15,0 2-77 0,3 1-143 0,-2 5-273 16,0 2-320-16,1 4-385 0,0 0-316 16,-2 5-35-16,0 1 664 0</inkml:trace>
  <inkml:trace contextRef="#ctx0" brushRef="#br1" timeOffset="83328.84">8656 11539 39 0,'7'-7'585'0,"0"-4"483"15,-1-4 190-15,-1-1-36 0,0-4-247 0,2-3-311 16,2-1-200-16,-1-4-103 0,0 0-58 0,1-2-67 16,2 0-82-16,0 1-52 0,-1 4-28 0,-1 3-14 15,2 2-8-15,-3 3-7 0,2 5-2 16,-2 3-2-16,0 6 1 0,0 3-2 15,1 5-4-15,-3 5-4 0,-1 3-4 0,0 7-7 16,-2 3-5-16,0 2-4 0,2 2-5 0,-2 2-2 16,0-1-3-16,2-2-1 0,-2 2 1 0,2-4-2 15,0-3 0-15,1-2 0 0,-2-6-2 16,1-3 1-16,2-5-1 0,-1-5 0 0,2-7 0 16,0-6 1-16,-2-1 1 0,2-6 0 0,3-3 0 15,-3-1 1-15,3 1 1 0,-2-1-1 16,1 4-1-16,0 1 0 0,-1 3-1 0,2 3 0 15,-3 2 0-15,3 6 0 0,-2 1 1 16,-1 8 0-16,-1 3 1 0,1 4-1 0,-2 6 0 16,-1 4-1-16,-2 3 0 0,0 4-1 0,2 1 0 15,-2 1-5-15,2 1-15 0,1 1-27 0,0-4-74 16,-1 0-93-16,0-5-193 0,1-4-287 16,2-4-347-16,0-4-411 0,0-9-218 0,4-2 195 15,-2-4 797-15</inkml:trace>
  <inkml:trace contextRef="#ctx0" brushRef="#br1" timeOffset="83890.51">9350 10989 280 0,'-14'0'1257'16,"1"1"489"-16,-1 2-220 0,1 0-354 0,-1 2-457 15,3 0-317-15,3-2-199 0,-1 2-89 16,4 0-45-16,2 0-26 0,3-3-17 0,2 3-12 15,2 1-4-15,5 1-2 0,1-1-1 0,3 3 0 16,1 1 0-16,2 3 6 0,3 2 3 16,1 2 3-16,-2 0 1 0,2 3 0 0,2 1-2 15,-2 0-6-15,0 0-4 0,0-1-1 0,-2 2-2 16,-1-2 0-16,-2 1 0 0,-1 1 2 16,-3 0 3-16,-3 1 12 0,-2 2 9 0,-3 1 10 15,-1-1 5-15,-4 1 8 0,-1-3 3 16,0-3-2-16,-2-1-3 0,0-2-8 0,1-2-5 15,0-4-6-15,0-1-10 0,0-4-7 0,0-1-6 16,2-4-4-16,1-2-3 0,-1-5-2 16,4-5-1-16,-1-5-2 0,1-4-3 0,4-4-3 15,-3-4-4-15,2-3-5 0,1-6-6 16,1-4-6-16,-1 0-3 0,0-4-4 0,-1-4-1 16,1-1 3-16,-2-1 4 0,-1-2 8 0,2-1 7 15,-1 3 6-15,-1 1 6 0,0 5 2 0,1-1 3 16,0 4 2-16,1 2 3 0,0 1 2 15,1 4 6-15,0 2 6 0,-1 5 5 0,-3 7 2 16,3 1 0-16,-2 5-2 0,0 4-5 16,0 5-4-16,2 4-1 0,-2 7-1 0,0 1 3 15,0 7 2-15,2 5 5 0,-2 4 2 0,2 8 1 16,-2 5 0-16,3 4-3 0,-1 6-2 16,2 7-4-16,-3 4-6 0,4 5-4 0,0 5-4 15,0-1-2-15,0 1-2 0,4 0-1 0,-4-3-6 16,2-3-16-16,-4-5-32 0,2-4-82 15,-5-6-136-15,-1-6-260 0,-2-5-322 0,-2-9-404 16,-4-6-460-16,0-9-65 0,-1-6 678 0</inkml:trace>
  <inkml:trace contextRef="#ctx0" brushRef="#br1" timeOffset="84074.13">9579 10912 703 0,'-8'-11'1725'0,"-1"4"64"0,3 3-407 15,1 3-371-15,2-1-466 0,1 0-295 16,4 2-126-16,1 2-57 0,5 0-26 16,3-1-15-16,2 0-10 0,5 2-8 0,0-1-5 15,6 1-2-15,1 1-2 0,3 2-14 0,2-1-62 16,-1 0-92-16,-1 2-210 0,-1 4-275 0,-1-1-346 16,-1 3-433-16,-3 2-300 0,-2 0 223 15,1 3 891-15</inkml:trace>
  <inkml:trace contextRef="#ctx0" brushRef="#br1" timeOffset="84865">10273 11314 402 0,'3'-17'912'0,"-1"-4"318"15,0 2 12-15,-1-1-187 0,1-2-275 0,-2 3-216 16,0-1-136-16,0 1-77 0,-2 1-58 16,1 1-82-16,-1 4-54 0,0 1-33 0,1 2-22 15,-1 1-21-15,-2 5-20 0,4 1-18 16,-2 3-14-16,2 3-12 0,0 5-6 0,0 4-3 15,2 3 1-15,4 6 1 0,-1 5 2 0,1 2 1 16,4 5 1-16,-1 3 0 0,2 4-1 16,0 1-8-16,3-1-5 0,-1 0 0 0,1-3 0 15,-1-4 0-15,-2-3 0 0,0-5 0 16,-1-5 0-16,-2-4 0 0,-2-2 0 0,-2-6 0 16,-2 1 0-16,1-6 0 0,-3-3 0 0,-3-1 0 15,1-4 0-15,-1-2 0 0,-1-2 0 0,1-5 0 16,1 1 0-16,-1-2 0 0,3-4 0 15,0 2 0-15,3-3 0 0,0-1 0 0,2-2 0 16,1 0 0-16,-1-1 0 0,1-2 0 16,2 2 0-16,1 1 0 0,-2-1-7 0,1 4-8 15,0 3-6-15,1-2-8 0,1 5-7 0,-1-2-9 16,1 2-9-16,-2 3-8 0,0-1-8 16,0 3-15-16,2-2-35 0,-2 2-51 0,-1 2-53 15,2-3-45-15,1 1-32 0,-2 1-11 16,0-1 43-16,-1 3 85 0,0 1 79 0,-2 1 60 15,-1 2 86-15,1 2 120 0,0 4 93 0,-1 1 40 16,-1 3 6-16,-1 4-13 0,1 2-47 0,-1 3-66 16,1 4-52-16,0 3-29 0,2 3-18 15,0 2-10-15,1 2-10 0,0 4-7 0,-1-1-7 16,3 0-8-16,-1 1-7 0,2-5-8 16,-1-1-5-16,1-6-6 0,1-3-4 0,-1-4-2 15,1-8-1-15,-1-3-1 0,2-7-1 0,-3-7-2 16,3-6-2-16,-1-8-2 0,-1-3-3 15,1-4 0-15,-1-3 0 0,-1-1 2 0,-3 2 3 16,1 4 3-16,-1 2 4 0,-2 5 1 16,-2 4 4-16,-1 4 1 0,0 4 2 0,0 3 1 15,0 8 1-15,-3 7 0 0,3 4-1 0,-1 6-2 16,1 6-2-16,1 6 0 0,1 3-1 16,-1 2-2-16,4 5 0 0,0 1-1 0,2 0-1 15,3 0-3-15,0-3-13 0,3 1-26 16,-1-5-67-16,-1-5-96 0,2-5-227 0,-2-5-299 15,2-1-383-15,-1-2-465 0,-2-7-256 0,0-4 346 16,0-3 951-16</inkml:trace>
  <inkml:trace contextRef="#ctx0" brushRef="#br1" timeOffset="85889.13">11171 11558 42 0,'-1'4'617'16,"-1"0"526"-16,1-1 244 0,-4 1-50 0,4-1-327 15,-2-1-378-15,-1 0-196 0,1-4-115 16,1-1-88-16,-2-3-80 0,0-3-64 0,3-4-30 16,-1-6-20-16,1-3-9 0,2-6-5 0,2-4 4 15,1-2 3-15,0-6 0 0,1 2 1 16,2-2 0-16,0 3-3 0,0 2-6 0,-1 4-2 15,-1 6-4-15,-2 3-2 0,0 6 0 0,-1 3 0 16,2 4 2-16,-1 4 1 0,-1 4-2 16,5 7-1-16,-3 4-1 0,1 6-2 0,0 8-1 15,4 1-3-15,-4 5 0 0,3 2-1 16,-2 0 1-16,3 2 1 0,-2 1 1 0,-1-3 1 16,2 1-1-16,0-5-1 0,-2-3-2 0,1-2-2 15,-1-3-2-15,-1-5-2 0,1-3 0 16,-3-3 0-16,2-5 0 0,1-2 1 0,-1-5 0 15,0-4-1-15,1-6 0 0,0-2 0 0,-1-3 0 16,2-3-2-16,-1-2 2 0,3-1-2 0,-1 1 2 16,0-1-1-16,0 3-1 0,1 3 0 15,-2 1-1-15,1 5 1 0,-2 3 0 0,3 3 2 16,-2 5 1-16,1 2 1 0,0 5 1 16,3 4 3-16,-2 4 0 0,-1 4 1 0,3 3 1 15,-3 1-1-15,0 2 0 0,0-1-1 0,1-1-3 16,-2-2-1-16,-1-2-2 0,-1-3-1 0,4-3 0 15,-4-4-1-15,1-6-1 0,1-6 1 16,1-5-1-16,1-8 0 0,-1-3 2 0,0-5 0 16,1-2 0-16,-1 1 1 0,-1 0 1 0,-1 2-2 15,3 3-1-15,-4 1 0 0,2 5 0 16,-3 2 0-16,1 3 0 0,0 3 0 0,3 2 0 16,-4 5 0-16,3 5 0 0,-2 2 0 0,-1 6 0 15,1 4-1-15,1 5-2 0,-1 2 1 16,1 1-1-16,-1 1 1 0,2-1 0 0,2 3-1 15,-1-1-9-15,0 0-14 0,0-4-26 0,1 0-46 16,-1-3-82-16,-1-5-128 0,-1-4-215 16,1-1-305-16,-2-5-364 0,3-5-347 0,-3-4-119 15,2-5 445-15,2-3 716 0</inkml:trace>
  <inkml:trace contextRef="#ctx0" brushRef="#br1" timeOffset="86695.81">11988 11426 228 0,'17'-12'735'0,"-3"-1"402"16,-2 1 104-16,-2-1-121 0,1 4-247 0,-1-3-233 15,-1 1-165-15,-2-2-104 0,-1-2-70 16,0-2-86-16,0-1-78 0,-1-1-43 0,-2-2-20 0,-1 1-9 16,0-1-8-16,-2 2-4 0,-4 0-3 15,1 3-3-15,-2 2-6 0,-4 3-6 0,0 4-9 16,-1 3-7-16,-2 6-6 0,0 2-5 16,1 6-4-16,0 4-1 0,3 3-2 0,0 2 0 15,3 1-1-15,4 3-1 0,-1 2 0 16,5 0 0-16,1 3-2 0,1 0 2 0,3-2 0 15,2 4 0-15,0-7-1 0,3 1 1 0,1-5 0 16,0-4-2-16,3-2 0 0,0-5 0 16,1-6 0-16,3-3 0 0,-4-7-1 0,2-2 2 15,0-5 0-15,0-3 2 0,0-3 0 16,-3-2 1-16,4 1 1 0,-3-1 1 0,-2 1-1 16,0 1 0-16,-2 4-1 0,-3 2 0 0,1 2 0 15,-2 4-1-15,0 1 0 0,-5 3 0 0,3 4 1 16,0 2-1-16,-2 2 2 0,0 4-2 15,1 2 1-15,-1-2-1 0,0 4 0 0,3-2 0 16,-4 0-1-16,1-1 0 0,0 2 0 16,1-5 1-16,0 3-1 0,-1-3 1 0,2 1-1 15,-1-3 1-15,0-2 0 0,2-1 1 0,0 0-1 16,0-1 1-16,0-2-1 0,1-2 1 16,2 2 1-16,-2-1-2 0,3-1 0 0,-2 3 0 15,2-2 1-15,2 2 0 0,-1 2-1 16,1 0 0-16,1 0 1 0,0 2 0 0,-2 2-1 15,3 2 0-15,-2 2 0 0,0 1 0 0,0 2-1 16,-1-1 0-16,1 3-1 0,-1 1 2 0,-1-2 0 16,1 1 0-16,0-2 0 0,-2 0 0 15,0-2 0-15,0-1 0 0,-3 1-1 0,2-6-1 16,-4 0 1-16,3-3 0 0,-4-3 0 16,1 0 1-16,-2-8 1 0,1-3 0 0,-2-2 1 15,1-6 0-15,-1-4 1 0,0-2-1 0,-1-8 0 16,1-2-1-16,-1-6-1 0,-1-7 0 15,-2-4-2-15,-1-7-1 0,1-7-2 0,-1-3 1 16,0-1 3-16,1-1 1 0,1 3 1 16,-2 5 2-16,2 8 1 0,-3 7-1 0,3 6-1 15,0 6-1-15,0 10 0 0,-3 3-1 0,3 6 1 16,0 7-1-16,0 7 1 0,0 4 0 16,3 7 0-16,-3 7 0 0,3 6-1 0,0 7 3 15,-1 2 2-15,3 9 3 0,-2 6 7 0,4 5 7 16,-3 8 5-16,2 4 2 0,1 5-5 0,-1 6-24 15,2-1 0-15,1 0 0 0,1 0 0 16,0-8 0-16,0-5 0 0,2-6 0 0,-1-8 0 16,0-7 0-16,-2-9 0 0,1-6-3 15,-1-8-51-15,-3-8-27 0,-1-7-60 0,-2-5-79 16,-3-3-118-16,-1-6-191 0,-2-2-295 16,-4-2-342-16,0-3-279 0,-3-1-128 0,-3-3 366 15,-4-3 666-15</inkml:trace>
  <inkml:trace contextRef="#ctx0" brushRef="#br1" timeOffset="86903.16">12768 10787 638 0,'-14'-3'1693'0,"1"3"115"0,-2 3-398 15,4 1-374-15,1-2-455 0,3 0-302 0,0 2-130 16,5-2-59-16,2 0-26 0,5-2-19 0,2 0-14 16,5-2-12-16,1 0-6 0,4-2-7 15,1 2-2-15,2 0-2 0,2 0-1 16,1 4-2-16,2 0-1 0,0 2 0 0,0 5-5 15,-1 0-10-15,0 2-20 0,-2 2-43 0,0 1-79 16,0 2-96-16,-4 0-162 0,0 0-230 0,0 2-327 16,-1 0-317-16,2-2-172 0,-3 0 82 15,3-3 554-15</inkml:trace>
  <inkml:trace contextRef="#ctx0" brushRef="#br1" timeOffset="87219.92">13216 11047 255 0,'10'9'852'0,"-1"2"613"0,-4-2 124 0,-1 6-303 15,1 0-405-15,-2 4-299 0,-1 2-169 0,0 3-138 16,-1 2-88-16,4 4-51 0,-4 0-34 0,2 1-27 15,1 0-19-15,-1-3-19 0,0-3-37 16,2-3 0-16,0-3 0 0,1-6 0 16,0-5 0-16,0-7 0 0,-1-7 0 0,0-7 0 0,3-5 0 15,-4-5 0-15,1-4 0 0,0 0 0 16,0 0-4-16,-2 2-2 0,2 1 3 0,-1 2 1 16,-2 5 2-16,1 3 0 0,-1 4 1 15,1 2 0-15,0 3 1 0,0 5 0 0,1 2 1 16,0 6 0-16,4 4 0 0,-2 4-3 15,1 4 0-15,-1 2 0 0,3 1 0 0,-1 3 0 16,0 0 0-16,2-1 0 0,-1-1 0 0,-1-2 0 16,2-2 0-16,-4-4 0 0,3-4 0 15,-4-3 0-15,0-2 0 0,0-3 0 0,0-4 0 16,-2 0-10-16,1 0-10 0,-1 0-11 16,-1 0-16-16,-2 4-23 0,0-1-50 0,0 3-77 15,-2 3-135-15,-1 4-245 0,-1 4-309 0,2 0-376 16,1 3-332-16,-1 0-56 0,2 1 602 0</inkml:trace>
  <inkml:trace contextRef="#ctx0" brushRef="#br1" timeOffset="108246.13">1411 10487 147 0,'5'0'475'0,"2"0"302"0,-1 0 219 16,2-3-74-16,-5 3-205 0,-3 0-142 0,1 0-81 16,1 0-35-16,0 3-60 0,2-3-84 0,0 0-57 15,-1 4-44-15,0 0-47 0,-3 4-51 0,3-1-29 16,-3 5-12-16,0 0-11 0,0 3-6 0,0 0-7 16,0 3-7-16,0 1-2 0,0 1-2 0,3 3 0 15,-3 2-2-15,0 2-1 0,3 3-1 0,-1 5-4 16,-1 1-2-16,1 4-4 0,-2 2-3 0,0 5-2 15,0 2-4-15,0 2-2 0,-2 4-1 0,1 3 3 16,-1 0-3-16,-1 4-1 0,0-1-1 0,0 3-2 16,0 3 0-16,1 2-6 0,-1 0 1 0,0 1 0 15,1 1-1-15,-1-3 4 0,1 2 0 0,1-3 2 16,1-1-4-16,-2-1-1 0,2-4-1 0,0 2-5 16,0 0-2-16,0 0-2 0,0-1 2 0,-1 1 1 15,-1 2 0-15,0-1 5 0,2 0 1 0,-4 0 3 16,1 2-2-16,1-2-3 0,1-1 1 0,-1 2-5 15,-1-1-2-15,3-3-2 0,0-1 2 16,0 1 2-16,1-4 0 0,1-1 1 0,0-3 4 16,-1-2 2-16,2-2 2 0,1-3 2 0,0-3 1 0,-1-3-5 15,2-3-6-15,-2 1-1 0,2-5-3 0,0 1-1 16,-2-7-3-16,3 1 4 0,-1-3 3 0,0-4 0 16,-2-3 1-16,0 1 0 0,2-5 1 0,-2 0 0 15,3-4 1-15,-3-1-1 0,-1 0 0 16,1-1 0-16,0-2 0 0,-3-1 0 0,2-3-1 15,-1 2 0-15,1-3 1 0,-2 0-1 0,0 1 0 16,2 0 2-16,-2-2 0 0,0 0-1 0,0 1 1 16,0-1 0-16,0 1-1 0,0-1 1 0,1 0-1 15,-1 0 0-15,0 0 0 0,0 0 0 0,0 0 1 16,0 2 0-16,0-2-1 0,0 0 0 0,0 0 1 16,0 0-1-16,0 0 0 0,0 0 0 0,0 0 0 15,0 0 0-15,0 0 0 0,0 0 1 0,0 0-1 16,2 0 0-16,-2 0 1 0,0 0 0 0,0 0 2 15,2 0 3-15,-2 0 1 0,1 0 1 0,-1 0 2 16,0 0 1-16,2 0-1 0,-2 0 0 0,0 0 0 16,1 0 1-16,2 0 2 0,-3 0-1 0,0 0 0 15,2 0-1-15,-2 0-2 0,1 0-2 0,-1 0-1 16,0 0-2-16,2 0-1 0,-2 0-2 0,0 0 0 16,3 0 1-16,0 0 1 0,0 0 1 0,4 1 2 15,1-1 1-15,1 0 1 0,1 2 0 16,1-2-1-16,3 0 1 0,0 0 0 0,2 0 1 15,3-2-9-15,0 2 0 0,3-1 0 0,2-1 0 0,0 0 0 16,3-2 0-16,1 2 0 0,2-2 0 0,2 2 0 16,1-3 0-16,0-1 0 0,0 4 0 0,2-5 0 15,-2 1 0-15,-3 1 0 0,0-1 0 16,-3 2 0-16,0-1 0 0,-5 1 0 0,-2 1 0 16,-3-2 0-16,-3 2 0 0,-3 2 0 0,-3 0 0 15,-2-1 0-15,0 2 0 0,-4 0 0 0,-1 0 0 16,-1 0 0-16,-1 2 0 0,-2 2-12 15,-2 0-75-15,-1 1-65 0,1 1-77 0,-3 1-149 16,0-1-267-16,2 3-322 0,0 0-380 0,1-3-261 16,0-2-2-16,3-1 687 0</inkml:trace>
  <inkml:trace contextRef="#ctx0" brushRef="#br1" timeOffset="108565.28">2213 13791 56 0,'0'-11'629'15,"2"1"494"-15,-2-2 154 0,1 1-112 0,1-1-300 16,3 0-284-16,1-2-166 0,3 2-90 0,-1 1-48 16,2-2-41-16,4 4-57 0,-1-3-61 0,2 4-34 15,3 3-22-15,2-1-13 0,1 3-9 16,1 3-7-16,2 3-4 0,-1 0-4 0,1 2 0 16,-1 2 5-16,-2 3 5 0,0-2 5 0,-3 4 5 15,-1 0 7-15,-3 1 3 0,-3 3 1 0,-3-1 0 16,-3 0-5-16,-2 1-4 0,-3 2-7 0,-3-2-7 15,-4 3-11-15,-5-1-8 0,-1 1-6 16,-4 0-5-16,-4 1-4 0,-1 1-4 0,-3-2 4 16,1 1 2-16,2-3 1 0,0-2-3 0,0-4-10 15,4 0-16-15,4-5-30 0,1-4-61 0,1-2-84 16,7-2-170-16,4-9-277 0,4 1-328 0,7-5-404 16,5-3-289-16,7-1 35 0,8-4 768 0</inkml:trace>
  <inkml:trace contextRef="#ctx0" brushRef="#br1" timeOffset="109511.84">3345 13587 232 0,'-2'-8'406'0,"2"-1"171"16,-1 0 41-16,-2 0-89 0,3 2-35 0,-2-4 3 15,1 2 2-15,-1 0-2 0,1 2-16 0,-1 0-14 16,2-1-18-16,0 3-55 0,-2-2-50 0,2 1-46 16,-1 2-44-16,1 2-48 0,0-2-50 0,0 3-29 15,0 1-23-15,0 0-17 0,0 0-13 16,1 1-15-16,-1-1-10 0,2 2-11 0,-2 0-9 16,0 0-8-16,-2 4-7 0,1 5-5 0,-1 0-3 15,2 5-2-15,-1 5-2 0,-1 6 3 0,2 0-1 16,0 6 0-16,0 1-2 0,2-3 0 0,-1 0-1 15,1-2-4-15,1-4 1 0,2-4-1 0,1-2 1 16,-2-3-2-16,3-5 1 0,1 0-1 16,-2-2 1-16,4-4-2 0,-1 1 2 0,2-5 0 15,2-1 1-15,0-3-1 0,2-1 1 0,0-3 0 16,2 0 1-16,2 0 0 0,0-1 5 0,3 1 2 16,-1 1 1-16,1 0 1 0,0 0 0 15,-1 3 0-15,-1 0-5 0,-1 3-1 0,-3 0-1 16,-1 2 1-16,0-1 0 0,-3 2 0 0,-2 0 0 15,0-2 1-15,-4 2-1 0,0-1 1 0,0-1-1 16,-2 1 1-16,-1-2 1 0,-2 0 3 16,1 0 5-16,-2-2 4 0,0-1 2 0,0-4 0 15,-3-3 0-15,0-3-1 0,-2-5-2 0,-2-4-10 16,0-5-5-16,0-2 0 0,1-2 0 0,-1-4 0 16,3 2 0-16,-4 3 0 0,3 0 0 15,2 5 0-15,-2 5 0 0,2 1 0 0,0 5 0 16,1 2 0-16,1 5 0 0,-2-1 0 0,3 6 0 15,3 0-11-15,0 4-18 0,0 5-20 16,2 2-42-16,1 3-79 0,-1 3-122 0,0-1-217 16,2 6-302-16,0-2-368 0,-1 1-373 0,1-1-138 15,2 2 442-15,-3-2 742 0</inkml:trace>
  <inkml:trace contextRef="#ctx0" brushRef="#br1" timeOffset="109955.8">3871 13648 61 0,'2'-7'746'0,"0"-1"786"15,-2 2 156-15,0 0-289 0,0 1-430 16,-2 3-368-16,2-3-218 0,0 4-149 0,2-1-77 16,-1 2-47-16,-1 0-32 0,2 0-20 0,1 6-10 15,2 2-6-15,0 4-4 0,2 6-2 0,1 5-25 16,-1 6-11-16,-1 4 0 0,3 2 0 16,-2 1 0-16,1-1 0 0,-2 1 0 15,3-8 0-15,1-3 0 0,-2-3 0 0,2-6 0 16,0-3 0-16,0-4 0 0,0-4 0 0,-1-4 0 15,2-6 0-15,-3-5 0 0,1-6 0 0,-1-5 0 16,0-5 0-16,-1-3 0 0,0-3 0 16,0-3 0-16,-1 2 0 0,-1-6 0 0,1 3 0 15,2-1 0-15,-3 1 0 0,-2 4 0 16,2 4 0-16,-2 4 0 0,2 4 0 0,-4 5 0 16,3 7 0-16,-2 3 0 0,2 5 0 0,0 9 0 15,1 6 0-15,0 7 0 0,0 7 0 16,4 7 0-16,-1 6 0 0,2 4 0 0,-1 8 0 15,4 5 0-15,-2 1 0 0,3 4 0 0,0-1 0 16,0 0 0-16,2-4 0 0,-2-2 0 16,1-5 0-16,2-8 0 0,-4-4 0 0,1-4 0 15,0-6-21-15,-2-7-76 0,-3-5-78 0,-5-7-93 16,-2-5-136-16,-2-7-188 0,-5-5-306 16,-1-6-323-16,-2-6-196 0,0-3-59 0,-6-7 407 15,1-6 568-15</inkml:trace>
  <inkml:trace contextRef="#ctx0" brushRef="#br1" timeOffset="110258.77">4234 13620 380 0,'7'-31'791'0,"2"1"346"15,-1 7 61-15,2 1-283 0,0 2-207 0,1 2-155 16,3 1-119-16,-1 4-107 0,3 1-59 16,-2 1-65-16,3 4-60 0,1 2-38 0,-1 2-26 15,-1 4 0-15,3 4-6 0,0-3 0 16,-3 7-4-16,1 1-4 0,-1 1-4 0,-2 4-8 15,-1-2-6-15,-2 4 0 0,-2 1-1 0,-1 0 1 16,-3 1 3-16,0 1 1 0,-5 3 1 16,0 0 1-16,0-1-2 0,-5 4-18 0,2 0-33 15,-2 2 0-15,-1-2 0 0,-2 0 0 16,0 3 0-16,3 0 0 0,-1-4 0 0,-1 0 0 16,3-2 0-16,1-4 0 0,3-1 0 0,1 0 0 15,5-5 0-15,2-1 0 0,2-3 0 0,4-4 0 16,0-3 0-16,5-4 0 0,1-2 0 15,0-5-158-15,2-4-316 0,0 0-318 0,5-5-412 16,0 2-494-16,0-2-236 0,1-3 505 16,1 0 964-16</inkml:trace>
  <inkml:trace contextRef="#ctx0" brushRef="#br1" timeOffset="110986.44">4754 13899 318 0,'6'6'895'0,"-3"-2"343"0,-1-2-5 16,-1-2-221-16,1-5-265 0,1-2-228 0,-1-3-135 15,1-7-66-15,-1-6-52 0,-1-2-50 0,1-5-74 16,3-5-44-16,-1-4-22 0,2 0-22 16,1-1-6-16,1 1-10 0,0 1-7 0,1 1-6 15,-1 5-4-15,0 5 3 0,0 3-1 0,-2 7 1 16,1 1 3-16,-1 4 2 0,0 4 1 15,3 4 8-15,1 4 1 0,0 4 0 0,1 6-3 16,0 5-2-16,0 3-4 0,3 4-7 16,-1 5-6-16,1 4-3 0,-3 1-3 0,2 1 0 15,1 2-3-15,-1-2 0 0,-1 0-2 0,1-5-1 16,-2-1-1-16,-2-4-2 0,-2-5 0 0,-1-3-1 16,-1-4-1-16,3-5 2 0,-4-4 0 15,0-3 0-15,0-6 0 0,1-6 0 0,-3-6 0 16,4-5 0-16,0-6 0 0,-1 0 0 0,1-4 1 15,3-2-1-15,0 3 0 0,-1 1-1 16,0 3 0-16,1 4-1 0,-1 4-1 0,-2 4 1 16,2 4-2-16,-1 6 1 0,0 2 1 0,1 4 0 15,-1 3 2-15,-1 6-1 0,3 4 0 16,-2 3-1-16,-1 4 0 0,1 4 0 0,-1 2 0 16,0 4 0-16,2 2 0 0,-3 4 0 15,1-1 0-15,2 3-3 0,1 0 0 0,-2-3-9 16,4-2-17-16,0-2-27 0,-2-7-66 0,1-5-86 15,1-4-170-15,0-8-282 0,0-6-339 0,3-6-405 16,-1-6-261-16,1-3 64 0,-1-9 751 16</inkml:trace>
  <inkml:trace contextRef="#ctx0" brushRef="#br1" timeOffset="111347.64">5608 13482 161 0,'1'-14'1102'0,"1"5"676"0,-2 3-127 15,-2 5-370-15,-2 1-454 0,-1 4-331 0,0 2-229 16,-3 3-104-16,4 2-55 0,-3 2-33 15,2 2-22-15,0 3-14 0,1 1-8 0,-1 6-5 16,1 0-3-16,0 2-5 0,1 1-2 16,1-2-5-16,1-1-2 0,1-1-3 0,0-7-4 15,0-2-2-15,0-4-2 0,1-4 0 16,3-6-1-16,-1-3 0 0,0-9 1 0,3-5 1 16,-3-6 0-16,2-6 1 0,0-3 1 0,1-4-1 15,-1 0 1-15,0 3 0 0,1 2-1 0,-1 3 1 16,-2 2-2-16,2 7 1 0,-2 5-1 15,0 3 0-15,2 4 0 0,-1 4 1 0,1 6 1 16,0 5-1-16,-2 7 2 0,2 4-2 16,0 6-2-16,2 5 0 0,-2 3 0 0,0 2 0 15,3 1 1-15,-3 1-2 0,4 0-7 0,-3 0-13 16,2-2-22-16,0-3-37 0,2 0-77 0,-4-8-101 16,2-5-170-16,-1-3-287 0,0-4-338 15,1-11-369-15,-2-2-189 0,3-8 182 0,-2-4 706 16</inkml:trace>
  <inkml:trace contextRef="#ctx0" brushRef="#br1" timeOffset="111736.7">5811 13609 356 0,'-1'-24'1010'0,"-1"3"519"15,-2 0-4-15,1 3-329 0,0 3-427 0,1 3-277 16,-1 0-159-16,1 2-126 0,0 2-82 0,1 1-52 16,1 1-31-16,1 1-18 0,1 1-9 15,0 2-2-15,1 2 1 0,2 2 5 0,1 4 7 16,0 1 5-16,-1 4 3 0,3 3 0 0,0 4 0 15,1 5-1-15,1 3-4 0,-2 2-2 16,4 2-3-16,-1 2-3 0,2 0-3 0,1 2-4 16,-1-1-3-16,1-3-5 0,1-3-3 15,2-3-3-15,-1-5-1 0,1-6-2 0,-1-2 0 16,3-9-1-16,-4-4 1 0,0-10-1 0,-2-4 0 16,-1-6 2-16,-1-6 0 0,0-2 0 0,-3-3 2 15,0-1 1-15,-1 1 1 0,0 1 0 16,-2 2-1-16,1 2 1 0,-1 7-2 0,-2-1 1 15,2 7-1-15,0 1 0 0,1 3-1 16,-3 2 1-16,2 5 1 0,0 0 0 0,-2 4 1 16,3 4 1-16,-1 0 0 0,-2 5 1 0,0 5 1 15,-1 1 0-15,-1 3 2 0,1 4 1 16,0 3-1-16,-1 4 0 0,-1 4 1 0,2 3 0 16,-1 3-2-16,1-3-2 0,1 3 0 0,0-3-2 15,3-3-2-15,-1-4-3 0,0-4-5 16,3-4-11-16,2-5-24 0,0-5-43 0,-2-5-85 15,2-7-160-15,1-5-271 0,0-5-332 0,5-4-409 16,0-6-387-16,2-4 19 0,3-5 779 16</inkml:trace>
  <inkml:trace contextRef="#ctx0" brushRef="#br1" timeOffset="112044.2">6586 13482 834 0,'-1'-8'1937'0,"-4"5"-39"15,-3 3-469-15,-1 1-409 0,-1 4-447 0,-1 1-274 16,-2 2-121-16,2 1-155 0,-1 1-23 15,2 1 0-15,2 2 0 0,-1 0 0 0,4 4 0 16,2 2 0-16,3 0 0 0,0 3 0 0,2 2 0 16,1-1 0-16,0-4 0 0,5 0 0 15,-2-4 0-15,0-2 0 0,3-6 0 0,0-2 0 16,-1-4 0-16,-2-4 0 0,1-3 0 16,-3-4 0-16,2-2 0 0,-3-2 0 0,-1-1 0 15,1 2 0-15,-1 0 0 0,-2 3 0 0,3 1 0 16,-3 5 0-16,2-1 0 0,-1 3 0 15,1 2 0-15,1 5 0 0,0 1 0 0,3 7 0 16,1 0 0-16,-1 3 0 0,2 2 0 0,3 4 0 16,0 0 0-16,0 3 0 0,3-1-29 15,-1 2-49-15,-2-3-83 0,-1 2-178 0,-1-3-278 16,2-1-355-16,0-4-436 0,-4-2-404 0,-1-4 69 16,0-5 906-16</inkml:trace>
  <inkml:trace contextRef="#ctx0" brushRef="#br1" timeOffset="112852.12">6980 13681 181 0,'0'3'628'0,"0"3"404"0,0 0 163 16,-2 1-178-16,2 1-216 0,0 1-132 0,0 2-132 15,2-1-110-15,-1-1-82 0,1-1-67 16,-2-1-86-16,2-2-77 0,-1-1-43 0,1-1-23 16,-2-3-7-16,2 0-1 0,-1-6 2 15,-1-3-2-15,2-4-3 0,-1-5-2 0,1-5-4 16,-2-4-7-16,2-4-4 0,-1-3-2 0,2 2-4 16,2-5-2-16,-2 5-4 0,0 0-3 0,0 5-1 15,2 5 0-15,-3 4 1 0,1 3 3 16,0 4 1-16,2 5 4 0,1 5 2 0,2 4 0 15,-2 4 1-15,2 7 0 0,2 4-2 16,-1 4-3-16,-1 3-3 0,3 5-2 0,-3-2-4 16,3 0-1-16,-3 1-2 0,3-1 1 0,-1-4-1 15,-2-1 0-15,1-4 0 0,-3-3 0 0,-1-4 0 16,0-1-1-16,1-7 1 0,0-1-1 16,-1-10 3-16,0-4 0 0,1-8 1 0,-1-5 1 15,0-3 0-15,1-6 0 0,0 0-1 0,2 0-1 16,-1 2 0-16,2-1 0 0,-1 5-2 15,2 4 1-15,-1-1 0 0,0 8-1 0,-1 2 2 16,2 7 0-16,-1 3 2 0,1 7 0 16,-2 4 1-16,0 7 0 0,1 5-1 0,-1 5-2 15,-1 5 0-15,-1 2-3 0,3 2-1 0,-2 3 0 16,-1 3-1-16,2-2 1 0,1 2-1 16,1 2-3-16,-2-8-12 0,4 0-21 0,-1-7-41 15,-1-4-80-15,2-5-124 0,0-7-221 16,2-4-306-16,-2-6-373 0,3-8-378 0,-1-5-127 15,2-6 443-15,1-7 751 0</inkml:trace>
  <inkml:trace contextRef="#ctx0" brushRef="#br1" timeOffset="113151.52">7696 13477 36 0,'2'-22'848'0,"-2"6"840"0,-5 0 62 16,2 7-353-16,-5 3-428 0,2 3-390 0,-2 3-247 16,-2 3-128-16,-2 3-67 0,2 3-38 15,-1 5-26-15,0 1-18 0,2 3-31 0,-1 3-24 16,2 6 0-16,2 1 0 0,3 3 0 0,1 1 0 15,2 0 0-15,3 0 0 0,1-3 0 16,2-4 0-16,3-6 0 0,2-6 0 0,-1-8 0 16,4-7 0-16,-1-8 0 0,1-5 0 15,-1-8 0-15,-1-4 0 0,-1-4 0 0,-1-3 0 16,-2 2 0-16,1 0 0 0,-2 4 0 0,-3 4 0 16,1 2 0-16,-2 6 0 0,2 3 0 0,-2 4 0 15,-2 4 0-15,3 5 0 0,-1 6 0 16,2 5 0-16,0 3 0 0,1 5 0 15,1 4 0-15,3 0 0 0,0 1 0 0,2 4 0 16,3-3 0-16,0 0 0 0,3-2 0 0,-1-2 0 16,2-1-82-16,0-1-119 0,0-2-169 0,0-1-273 15,0-3-339-15,1 1-416 0,0-5-344 16,0-1 56-16,-2-1 811 0</inkml:trace>
  <inkml:trace contextRef="#ctx0" brushRef="#br1" timeOffset="113651.79">8754 13402 33 0,'-5'-7'453'16,"-1"-1"425"-16,-1 1 300 0,3 0-31 16,-2 2-283-16,1-1-177 0,3 2-131 0,1-2-114 15,-1 2-89-15,2 0-56 0,2-1-61 0,-1-1-67 16,4 0-50-16,-2-1-25 0,5-2-12 0,-2 0-9 16,2 0-6-16,2-1-4 0,2-1-6 15,0 0-7-15,0 2-7 0,2-2-6 16,-1 3-6-16,1 0-5 0,1 2-3 0,0 2-2 15,-2 3 1-15,1 1 2 0,-1 2 4 16,-1 5 6-16,-2 3-30 0,-2 4-4 0,-3 3 0 16,-2 4 0-16,-3 3 0 0,0 6 0 0,-2 0 0 15,-2 3 0-15,-3 2 0 0,-1 2 0 0,-1 1 0 16,1-3 0-16,0 2 0 0,-2-3 0 16,3 0 0-16,0-5 0 0,2-1 0 0,2 0 0 15,0-6 0-15,3 1 0 0,3-6 0 16,0 0 0-16,4-2 0 0,1-3 0 0,3-2 0 15,0-2 0-15,4-3 0 0,2-1 0 0,1-4 0 16,2-1 0-16,3-2 0 0,1 1 0 0,-1-3 0 16,3 1 0-16,-2-2-173 0,-1 0-349 15,1-1-331-15,-4-1-427 0,0 2-507 0,-2 0-146 16,0-1 686-16,1 0 858 0</inkml:trace>
  <inkml:trace contextRef="#ctx0" brushRef="#br1" timeOffset="115153.8">9921 13540 524 0,'3'-6'1090'16,"-1"2"255"-16,-1 1-116 0,3 3-284 15,2 1-315-15,0 7-198 0,2 3-104 0,2 6-55 16,2 6-29-16,4 6-38 0,3 5-55 0,3 6-31 16,0 4-23-16,4 5-17 0,0 4-14 0,-2 2-14 15,1 2-15-15,-2 0-10 0,-3-4-11 16,0-2-6-16,-3-5-5 0,-2-7-1 15,-4-5-2-15,2-4 5 0,-7-7 7 0,1-7 7 16,-4-2 4-16,-2-7 2 0,-4-7-1 0,-3-4-4 16,-2-14-7-16,-5-4-7 0,2-11-3 0,-4-5-3 15,0-7-1-15,-2-3-2 0,-1-6 0 16,1 0-3-16,4-3 1 0,1-1 2 0,4-1-1 16,3 2 2-16,5 2 1 0,3 4 0 15,2 1-1-15,6 4 0 0,0 0-1 0,4 7 0 16,0 3-1-16,3 4 1 0,0 5-1 0,1 4 1 15,-1 4-1-15,2 4 1 0,0 3 0 16,0 4 0-16,0 4 1 0,-2 2 0 0,-1 4 0 16,-2 2 2-16,0 4 5 0,-5 2 7 0,1 5 7 15,-5 4 5-15,-3 4 3 0,-3 4 0 16,-3-1-29-16,-6 4 0 0,1 2 0 0,-2-3 0 16,-4 1 0-16,1-2 0 0,-1-2 0 0,0-5 0 15,4-3 0-15,-2-3 0 0,4-3 0 16,0-4 0-16,0-4 0 0,2-4 0 0,4-4-9 15,1-5-57-15,2-6-39 0,5-3-72 16,1-2-70-16,1-2-64 0,1 2-68 0,2-1-72 16,2 3-30-16,-2 3 61 0,3 3 65 0,-1 3 45 15,3 3 76-15,-2 4 120 0,0 4 132 16,2 4 105-16,0 3 66 0,-2 5 63 0,3 0 76 16,-1 5 39-16,3-1-11 0,0 3-46 0,-1-2-42 15,0 1-48-15,2-4-66 0,0-1-60 16,0-3-37-16,0-4-17 0,0-4-8 0,2-6-6 15,-1-4 0-15,1-5-2 0,-2-4-4 16,-2-6-6-16,1-3 6 0,-5-5 10 0,0 2 10 16,-2-4 12-16,-3 0 12 0,-3 3 11 0,-3 2 2 15,-3 1 0-15,-3 3-5 0,-3 2-6 0,-5 1-8 16,0 2-9-16,-2 2-10 0,-3 3-17 16,1 3-22-16,-1 3 0 0,-1 3 0 0,0 5 0 15,0 2 0-15,0 5 0 0,-1 6 0 16,4 2 0-16,-2 4 0 0,5 1 0 0,0 4 0 15,5-1 0-15,1 2 0 0,2 2 0 0,3-3-16 16,2 4-23-16,-1 0-17 0,4-2-29 0,-2 0-67 16,2-2-79-16,2-1-146 0,0-1-251 15,-1-1-321-15,4-4-379 0,2-1-249 0,0-3 7 16,2-5 655-16</inkml:trace>
  <inkml:trace contextRef="#ctx0" brushRef="#br1" timeOffset="115709.46">10908 13789 280 0,'6'-5'829'0,"0"-1"362"16,-3-1 27-16,0 0-193 0,2-2-277 16,-2-2-203-16,2-2-131 0,0-2-76 0,1-2-55 15,0-4-58-15,1-3-67 0,-1-2-55 0,2-2-32 16,1-2-15-16,-2-1-8 0,-1 0-4 0,2 0-3 16,0 1-1-16,-2 3 3 0,-1 2-2 15,0 2 2-15,1 3-5 0,-1 7-1 0,-2-2-2 16,-2 6-3-16,1 3-2 0,0 2-2 15,-1 5-1-15,-1 4-2 0,0 5-3 0,0 8-2 16,0 1-3-16,-1 4-2 0,1 5-3 0,1 4 0 16,-1 3-1-16,4 3 0 0,-1 0 3 15,0 1 1-15,3-2-9 0,0 1-6 0,2-5 0 16,-1-5 0-16,-1-5 0 0,3-5 0 16,1-4 0-16,-2-7 0 0,0-5 0 0,1-7 0 15,-1-7 0-15,2-6 0 0,-1-7 0 0,-1-4 0 16,0-5 0-16,0-4 0 0,1 1 0 0,-1-1 0 15,0 4 0-15,-1 2 0 0,0 1 0 16,-2 6 0-16,-2 3 0 0,1 4 0 16,-1 6 0-16,-2 3 0 0,1 5 0 0,1 4 0 15,-1 4 0-15,-1 5 0 0,1 5 0 0,2 5 0 16,-1 0 0-16,-1 3 0 0,3 3 0 0,-2 1 0 16,2 1 0-16,1-2 0 0,2 0 0 15,-2-3 0-15,2-3 0 0,-1-2 0 0,-1-2 0 16,3-6 0-16,-1-2 0 0,1-6 0 15,-2-2 0-15,1-3 0 0,-2-5 0 0,1-2 0 16,1-1 0-16,-1-2 0 0,-2 1 0 0,2 1 0 16,-1 0 0-16,2 2 0 0,-2 1 0 0,2 1 0 15,0 5 0-15,1 1 0 0,-1 4 0 16,0 4-3-16,2 5-56 0,-2 1-35 0,0 2-78 16,-2 2-118-16,2 0-234 0,0 1-301 0,0 0-376 15,1-3-424-15,2 1-110 0,2-1 516 16,0-2 796-16</inkml:trace>
  <inkml:trace contextRef="#ctx0" brushRef="#br1" timeOffset="115867.22">11761 13762 836 0,'-5'14'1913'16,"-5"1"-67"-16,0-4-447 0,0 3-387 0,0-3-469 16,0-2-289-16,4-2-118 0,-1-3-53 0,4-2-33 15,0-4-25-15,6-2-20 0,2-2-28 16,1-4-48-16,-1-1-87 0,3 1-184 0,3-2-272 15,0 2-352-15,3 0-439 0,-1 0-411 0,-3-1 95 16,-4 2 916-16</inkml:trace>
  <inkml:trace contextRef="#ctx0" brushRef="#br1" timeOffset="116839.65">12199 12970 317 0,'2'-13'727'15,"-2"-1"349"-15,0 2 101 0,0 0-272 16,0 1-204-16,0 0-104 0,0 3-97 0,2-3-87 16,-2 3-69-16,0 0-47 0,0 1-69 0,0 0-70 15,0 3-41-15,0-1-27 0,0 1-20 16,0 2-16-16,1-2-16 0,-1 3-11 0,0 0-8 16,2 1-8-16,-1 0-3 0,1 1-1 15,2 0 1-15,3 4 4 0,1 2 4 0,1 4 7 16,4 1 2-16,-2 5 0 0,5 2 2 0,-2 2-1 15,0 4-1-15,0 2-2 0,-1 2-1 16,1-1-2-16,-1 4-4 0,-2-1-2 0,0 1-4 16,-3-1-3-16,3 2-2 0,-3-1-2 0,0 0 0 15,0-1-3-15,1-3 0 0,-1-1 0 16,-1-2 0-16,-1-6 0 0,3-3 0 0,-2-1 0 16,1-6-1-16,1-3-1 0,4-4 1 0,0-6 1 15,5-4 0-15,0-8 0 0,4-3 1 16,5-5 0-16,1-3 0 0,2-4-1 0,0-2-1 15,3-2 0-15,-1-1-2 0,-2 3 0 0,0 2 0 16,-3-1 0-16,-2 5 0 0,-4 4 1 16,-1 1 1-16,-4 7 1 0,-5 2 1 0,-1 1 2 15,-4 5 4-15,0 1 3 0,-4 2-10 16,-4 6 0-16,-5 1 0 0,-3 6 0 0,-3 1 0 16,-6 7 0-16,-1 3 0 0,-4 6 0 0,-4 5 0 15,-3 6 0-15,-2 3 0 0,-1 6 0 16,2-1 0-16,2 2 0 0,5-1 0 0,1-1 0 15,5-3 0-15,3-5 0 0,4-4 0 0,5-3 0 16,3-5 0-16,0-4 0 0,6-1 0 16,1-5 0-16,5-2 0 0,1-5 0 0,4-1 0 15,0-3 0-15,4-4 0 0,4 0 0 16,-2-7 0-16,4 1 0 0,1-6 0 0,1-1 0 16,-1-3-73-16,3 2-117 0,0-4-160 0,-2 1-270 15,2 1-331-15,0-1-410 0,-2 3-368 16,1-4 1-16,-1 4 783 0</inkml:trace>
  <inkml:trace contextRef="#ctx0" brushRef="#br1" timeOffset="117553.74">13251 13227 84 0,'-5'-4'960'0,"0"2"769"0,-3 0-28 0,-1 1-362 16,-2 1-438-16,0 0-360 0,-3 0-235 0,1 1-114 15,-1 1-60-15,1-1-35 0,-1 4-24 16,-1 1-17-16,3 2-13 0,-2 9-8 0,-1 3-33 15,3 5-2-15,-1 6 0 0,2 6 0 16,0 0 0-16,5 1 0 0,1-1 0 0,2-4 0 0,4-3 0 16,2-7 0-16,2-3 0 0,5-9 0 15,2-3 0-15,1-7 0 0,4-7 0 16,-1-6 0-16,3-6 0 0,0-6 0 0,2-4 0 16,-1-4 0-16,-2-5 0 0,1 1 0 0,-1-2 0 15,-2 1 0-15,-3 2 0 0,1 4 0 0,-4 2 0 16,-1 5 0-16,-1 4 0 0,-2 2 0 15,-1 6 0-15,-1 5 0 0,-3 1 0 0,-1 6 0 16,0 5 0-16,0 2 0 0,-1 6 0 16,-1 5 0-16,0 2 0 0,-1 5 0 0,3 3 0 15,-2 2 0-15,2 4 0 0,0 0 0 16,0 2 0-16,2-1 0 0,1-1 0 0,2-2 0 16,0-3 0-16,4-4 0 0,-1-5 0 0,3-4 0 15,2-5 0-15,1-6 0 0,0-6 0 16,2-6 0-16,1-5 0 0,1-7 0 0,-1-5 0 15,-1-4 0-15,1-3 0 0,1-7 0 16,-4-2 0-16,3-3 0 0,-4-2 0 0,3-4 0 16,-3-3 0-16,3-5 0 0,1-5 0 0,2-5 0 15,-3-5 0-15,2-3 0 0,0 1 0 0,-1 4 0 16,-1 7 0-16,-2 10 0 0,-4 8 0 16,-4 11 0-16,0 7 0 0,-3 10 0 0,-4 8 0 15,-2 10 0-15,-2 12 0 0,-1 5 0 0,0 10 0 16,-3 8 0-16,2 6 0 0,-1 8 0 15,3 7 0-15,-1 5 0 0,1 10 0 0,0 3 0 16,2 3 0-16,3 4 0 0,0 0 0 16,6-3 0-16,-1-9 0 0,3-9 0 0,3-10 0 15,2-8 0-15,0-8 0 0,0-8 0 16,0-7 0-16,1-7 0 0,-1-8 0 0,2-7 0 16,-1-5 0-16,-2-5 0 0,2-5 0 0,-1 0 0 15,0-2 0-15,-2 3 0 0,0 1 0 0,-2 1 0 16,1 3 0-16,-2 4 0 0,0 1 0 15,-1 5 0-15,2 2 0 0,-5 5 0 0,1 5 0 16,-2 4 0-16,1 3 0 0,-2 1 0 16,2 2 0-16,-1 0 0 0,0-2 0 0,0-3 0 15,0-3-52-15,-1-4-291 0,1-3-263 0,0-6-339 16,-1-5-426-16,2-3-456 0,0-7 10 16,-1-3 843-16</inkml:trace>
  <inkml:trace contextRef="#ctx0" brushRef="#br1" timeOffset="117712.03">13976 13062 661 0,'-15'-35'1810'16,"-1"10"77"-16,-1 6-439 0,0 5-398 0,0 2-452 16,3 4-315-16,2 2-132 0,0 2-61 15,4-1-34-15,5 2-23 0,0 2-18 0,6-2-10 16,2 1-16-16,3 0-26 0,2 2-60 0,-1 0-91 16,0 2-179-16,3 0-287 0,-2 1-353 0,3 1-428 15,-3 2-316-15,0 0 147 0,-1 1 834 16</inkml:trace>
  <inkml:trace contextRef="#ctx0" brushRef="#br1" timeOffset="118523.17">14259 12659 284 0,'0'-25'874'0,"0"0"452"0,-3 2 167 15,-2 3-239-15,-1 1-414 0,-1 3-277 0,-2 1-149 16,0 5-109-16,-2 0-110 0,1 4-67 16,1 6-38-16,-2 1-27 0,1 9-15 0,-1 5-9 15,0 4-4-15,0 8 0 0,3 8 0 0,-3 5-2 16,3 10-1-16,4 4 2 0,-3 12 0 16,5 4-3-16,1 5-25 0,2 5-6 0,3 2 0 15,1-1 0-15,4-1 0 0,2-3 0 16,3-9 0-16,3-6 0 0,1-8 0 0,4-11 0 15,0-10 0-15,2-6 0 0,2-14 0 0,-3-5 0 16,2-9 0-16,-3-6 0 0,-1-11 0 0,-2-2 0 16,-1-9 0-16,-3-4 0 0,-2-3 0 15,1-3 0-15,-6-1 0 0,0 0 0 0,-5 5 0 16,2 0 0-16,-5 4 0 0,0 1 0 0,-2 5 0 16,-2 3 0-16,1 5 0 0,-1 1 0 15,-1 6 0-15,2 2 0 0,-2 4 0 0,1 4 0 16,-4 1 0-16,3 5 0 0,0 3 0 0,1 2 0 15,-1 0 0-15,2 2 0 0,-5-1 0 16,5 1 0-16,0-1 0 0,1 0 0 16,0-3 0-16,1-1 0 0,1 0 0 0,1-3 0 15,1-1 0-15,1 1 0 0,2-2 0 0,3 0 0 16,0 0 0-16,1 0 0 0,4 0 0 0,-1 1 0 16,4 2 0-16,-2 0 0 0,4 5 0 15,-2 0 0-15,2 4 0 0,-1 1 0 0,1 2 0 16,-2 4 0-16,3 4 0 0,-3 1 0 15,0 1 0-15,-2-2 0 0,0-2 0 0,-1-3 0 16,-1-4 0-16,-3-4 0 0,-1-6 0 0,-2-3 0 16,-2-8 0-16,1-6 0 0,-2-6 0 15,-1-5 0-15,-2-3 0 0,0-5 0 0,-2-3 0 16,-1 0 0-16,1-4 0 0,-1-2 0 16,-1-1 0-16,2 0 0 0,2 0 0 0,0 1 0 0,0 6 0 15,5 0 0-15,-2 6 0 0,0 1 0 16,4 6 0-16,-3 2 0 0,1 4 0 0,3 4 0 15,-2 3 0-15,2 3-48 0,0 3-50 16,-1 6-83-16,0 0-119 0,0 5-211 16,-1 2-301-16,0 3-364 0,4 2-383 0,-4 2-120 15,4 2 421-15,-2 3 746 0</inkml:trace>
  <inkml:trace contextRef="#ctx0" brushRef="#br1" timeOffset="118713.88">15068 13566 554 0,'-5'17'1822'0,"1"-3"143"16,-2 4-467-16,-2-1-417 0,2-2-429 0,0 0-338 16,1-5-145-16,0-1-63 0,2-3-76 15,1-2-30-15,2-2 0 0,3-5 0 0,2-1 0 16,0-2 0-16,3-3 0 0,0 0 0 16,-2-1-144-16,0 2-177 0,1-2-276 0,-1 3-352 15,2 1-443-15,-5 0-461 0,-3 2 41 0,-2 2 912 16</inkml:trace>
  <inkml:trace contextRef="#ctx0" brushRef="#br1" timeOffset="120624.85">4131 15927 376 0,'5'-14'744'0,"-4"0"338"0,1 0 116 16,0 2-246-16,-2 0-155 0,2 0-154 15,-2 1-128-15,0 2-113 0,0 1-90 0,-2-1-83 16,2 3-80-16,-2 1-44 0,2-1-28 16,0 1-15-16,0 2-8 0,0-1-9 0,2 1-5 15,-2 2-7-15,2-1-3 0,-2-1-3 0,0 3-3 16,0-1-4-16,2 1-1 0,-2 0 1 15,0 0 1-15,0 0-1 0,0 0 1 0,0 0-2 16,0 1 1-16,0-1-2 0,0 0-3 16,0 1-1-16,0-1-2 0,0 2 1 0,0 0 0 15,2 0 1-15,-1 3 4 0,-1-1 0 0,3 4-18 16,-1-1 0-16,0 4 0 0,-1 0 0 0,1 5 0 16,-2 2 0-16,0 2 0 0,0 5 0 15,0 3 0-15,-2 2 0 0,-1 4 0 0,-2-1 0 16,2 4 0-16,-3 0 0 0,3 2 0 0,-2 2 0 15,0-2 0-15,2-1 0 0,1 2 0 0,-1-5 0 16,1 1 0-16,2-4 0 0,0-3 0 16,0-2 0-16,2-3 0 0,0-3 0 0,1-2 0 15,-1-2 0-15,1-1 0 0,0-3 0 0,2-3 0 16,0 2 0-16,1-3 0 0,0 0 0 0,0-2 0 16,2 1 0-16,3-3 0 0,-1 1 0 15,1 0 0-15,1-1 0 0,1-2 0 0,0 2 0 16,1-2 0-16,2-2 0 0,-2 1 0 0,3-2 0 15,-1 0 0-15,3-2 0 0,-1 1 0 0,2-2 0 16,1 1 0-16,-2-4 0 0,1 1 0 16,1-1 0-16,-2 2 0 0,-2-2 0 0,1-1 0 15,-1 2 0-15,-1-1 0 0,0 1 0 0,-4-1 0 16,1 1 0-16,-2 0 0 0,-3 1 0 0,1 1 0 16,-4 1 0-16,1-1 0 0,-1 0 0 0,-3 3 0 15,1-1 0-15,0 0 0 0,-1 2 0 16,2 0 0-16,-2-1-77 0,-2 3-129 0,0 0-108 15,3-1-185-15,-1 1-289 0,-1 0-351 0,3 0-345 16,0-1-157-16,1-1 312 0,4-1 713 0</inkml:trace>
  <inkml:trace contextRef="#ctx0" brushRef="#br1" timeOffset="121097.84">5058 16315 115 0,'4'-9'761'0,"2"1"690"0,-4 0 177 16,-1 2-240-16,-1 1-449 0,-1-2-346 0,-1 2-186 16,-4 0-142-16,2 1-86 0,-3 1-52 0,-3 0-35 15,0 2-22-15,-3 1-16 0,2 0-13 16,-5 1-9-16,0 2-6 0,-1 3-4 0,0 1-21 16,-1 4-1-16,-1 2 0 0,3 3 0 0,-3 2 0 15,5 2 0-15,0 1 0 0,1 0 0 0,4 2 0 16,1 1 0-16,3-1 0 0,0-1 0 0,5-1 0 15,0-1 0-15,2-3 0 0,4-1 0 16,1-3 0-16,2-1 0 0,2-4 0 0,2-3 0 16,4-4 0-16,0-4 0 0,1-6 0 0,4-4 0 15,0-3 0-15,-1-5 0 0,1-4 0 0,0-4 0 16,-3-4 0-16,0 0 0 0,1 1 0 0,-5 0 0 16,-2 2 0-16,-1 5 0 0,-4 1 0 15,0 4 0-15,-2 5 0 0,0 3 0 0,-4 1 0 0,1 5 0 16,-1 0 0-16,-1 5 0 0,1 2 0 15,-2 5 0-15,2 3 0 0,-1 7 0 16,1 1 0-16,0 5 0 0,1 4 0 0,3 3 0 16,-2 2 0-16,3-1 0 0,-1 0 0 0,5 0 0 15,-3-1 0-15,3-3 0 0,-1 0 0 0,2-3 0 16,1-3 0-16,1 0 0 0,2-3 0 0,-2-2-46 16,1-4-148-16,0 0-157 0,-2-4-271 0,4 0-329 15,-1-3-406-15,3-1-350 0,-3-1-21 16,3 0 752-16</inkml:trace>
  <inkml:trace contextRef="#ctx0" brushRef="#br1" timeOffset="121574.77">5763 15904 270 0,'1'-6'801'15,"-1"1"377"-15,0-1 47 0,0 4-232 0,2 0-252 16,-2 0-188-16,3 2-147 0,0 2-77 16,2 0-47-16,-2 2-42 0,3 3-51 0,-1 3-45 15,5 2-14-15,-1 3-14 0,4 3-9 16,-2 4-12-16,3 4-17 0,-1 2-17 0,2 4-13 15,-2 2-11-15,0 4-11 0,-4 1-8 0,2 0-4 16,0 1-4-16,-3-1-4 0,0 0-4 0,0-3 0 16,0-1-4-16,0-2 0 0,-2-5-1 15,-1-2 0-15,-2-5-2 0,3-3-7 0,-4-5-12 16,-1-2-21-16,-1-8-36 0,-1-6-76 0,-5-7-95 16,1-5-160-16,0-7-244 0,-1-3-324 0,-2-7-348 15,0-1-206-15,0-4 76 0,0-2 600 16</inkml:trace>
  <inkml:trace contextRef="#ctx0" brushRef="#br1" timeOffset="122065.9">5816 15801 315 0,'-3'-17'887'0,"0"1"368"0,1 2 46 0,1 1-224 16,1 1-309-16,1-1-253 0,2 3-156 0,2 0-88 16,0-2-71-16,3 0-59 0,1 0-54 15,4 0-27-15,0-2-9 0,3 4-5 0,0-2 3 16,1 2-7-16,3 1 1 0,-2 2 2 15,2 1-4-15,-2 3 2 0,-1 2-1 0,0 2 4 16,-1 2 2-16,-2 4 2 0,-1 4 4 16,-3 4-1-16,-1 2-3 0,-4 5-5 0,-2 3-7 15,-3 4-7-15,-2 2-5 0,-1 5-5 0,-2-3-5 16,-2 4-5-16,0-1-1 0,1-3-1 0,1 0-5 16,0-5-5-16,1-2-2 0,2-2-2 0,2-4-1 15,2 0-2-15,2-3-1 0,0-2 2 16,2-2 1-16,0-3 5 0,4 1 2 0,2-6 1 15,0-1 2-15,3 0-1 0,0-4 1 0,2-4-3 16,1 1-1-16,0-1-2 0,0 2 1 0,2 0 0 16,-1-1-1-16,-1 3 0 0,1 3 1 15,-2 1 1-15,0 3 1 0,1 3 1 0,-4 1 0 16,-3 3 2-16,2 2 0 0,-4 1 0 0,-4 4-1 16,0 0 1-16,-1 2 0 0,-5 0-1 0,-4 1 0 15,1 0 1-15,-4-1 0 0,-4-1 4 0,0-1 4 16,-3 0 2-16,-2-2-9 0,-2-2-5 15,0-2 0-15,-3 1 0 0,1-3 0 0,-1-3 0 16,0-2 0-16,0-1 0 0,3-1 0 0,2-3 0 16,1 0 0-16,2-1 0 0,4-2-2 0,2 0-18 15,3-2-19-15,1-1-29 0,2 0-70 16,4-3-94-16,2 1-190 0,1-1-286 0,2-4-343 16,2 3-412-16,2-1-227 0,0 1 173 0,2 1 813 15</inkml:trace>
  <inkml:trace contextRef="#ctx0" brushRef="#br1" timeOffset="123045.74">6996 16264 214 0,'8'-3'418'0,"-1"-3"204"0,-2 3 108 0,0-1-29 16,0-1-38-16,-2 0-51 0,-1 1-57 0,1 0 7 15,-1-1-4-15,0 3-77 0,-2-3-83 0,2 2-61 16,-2 0-46-16,0 0-69 0,-2 0-63 16,2 1-38-16,-4 0-24 0,2-1-17 0,-1 2-13 15,0 0-10-15,-2 1-7 0,0 0-8 0,-1 0-3 16,-2 0-6-16,0 1-6 0,0 0-6 0,-1 4-4 15,-2-3-3-15,0 4-11 0,-2-1-3 0,-1 2 0 16,-2 0 0-16,2 2 0 0,1 0 0 16,-3 3 0-16,4-1 0 0,-2 2 0 0,2 1 0 15,0 2 0-15,2 2 0 0,2 3 0 0,2-1 0 16,3 4 0-16,0 2 0 0,6 2 0 0,0 0 0 16,5 2 0-16,0 0 0 0,4 1 0 0,1 0 0 15,4-3 0-15,1 1 0 0,2-2 0 16,0-3 0-16,3-3 0 0,1-4 0 0,-1-3 0 15,3-5 0-15,-2-4 0 0,1-4 0 0,-3-4 0 16,0-3 0-16,-3-3 0 0,0-1 0 0,-6-2 0 16,-1-1 0-16,-5 1 0 0,-2 1 0 0,-4-3 0 15,-1 4 0-15,-3-2 0 0,-5 1 0 16,-1 3 0-16,-4 1 0 0,-3 3 0 0,-3 2 0 16,-3 0 0-16,-3 4 0 0,0 2 0 0,-1 2 0 15,-1 5 0-15,0-3 0 0,2 4 0 0,0 0 0 16,4 1 0-16,2 4 0 0,2-2 0 15,4 3 0-15,5 0 0 0,1 1 0 0,5-1 0 16,6-3 0-16,3 0 0 0,2-3-118 0,1-4-94 16,6-1-202-16,1-6-297 0,2 1-358 0,3-4-423 15,3 0-292-15,-2-3 209 0,2 1 888 16</inkml:trace>
  <inkml:trace contextRef="#ctx0" brushRef="#br1" timeOffset="123717.84">8599 15265 294 0,'-1'-4'864'0,"-3"-1"393"0,-2 1 138 0,1-2-200 16,-2 0-351-16,0 0-264 0,-1-1-150 0,-2-2-89 15,0 3-96-15,0-1-74 0,-1 3-43 16,0-2-28-16,0 2-22 0,-3 3-19 0,4 1-12 15,-1 1-13-15,-1 6-10 0,0 0-6 16,1 4-5-16,-1 7 2 0,4 3-1 0,0 6 5 16,3 4 3-16,3 10-18 0,2 5-4 0,4 8 0 15,2 4 0-15,2 7 0 0,3 3 0 0,5 2 0 16,1 1 0-16,-1-2 0 0,4-1 0 16,1-3 0-16,1-5 0 0,2-4 0 0,1-6 0 15,2-8 0-15,-1-8 0 0,2-8-83 0,-1-6-106 16,0-8-182-16,-2-2-278 0,0-9-342 0,-2-1-420 15,-1-5-350-15,-2 1 57 0,-4-2 867 0</inkml:trace>
  <inkml:trace contextRef="#ctx0" brushRef="#br1" timeOffset="124682.27">9287 15469 386 0,'-5'-9'946'0,"2"1"354"0,-2-3 109 15,2 3-259-15,0 1-355 0,-2-3-246 16,0 3-134-16,-1-2-90 0,3 2-97 0,-2-1-65 15,2 2-35-15,-2 0-27 0,2 4-21 0,0-3-16 16,-2 5-15-16,1 0-13 0,-1 0-11 16,0 6-10-16,0 1-9 0,0 7-6 0,-1 5-3 15,0 6-1-15,3 7-2 0,-2 4 0 16,3 5 3-16,2 0 1 0,0 2 0 0,4-1 5 16,-1-5 1-16,3-3 1 0,0-3 0 0,1-7-1 15,-1-4 0-15,1-3-2 0,0-3-2 16,-1-5 0-16,1-4-1 0,-1-3-1 0,-1-5-3 15,4-5 0-15,-4-8-1 0,0-4-1 16,1-3 0-16,-2-6 3 0,0-2 2 0,1-2 1 16,-2-1 0-16,0 0 1 0,-1 2 0 0,-1 1 1 15,1 1 2-15,1 5 2 0,-3 2 1 0,0 5 1 16,0 3 0-16,2 3-1 0,-1 3-3 16,-1 3-5-16,0 3-3 0,2 3-1 0,1 3-1 15,0 3 1-15,2 4-1 0,1 6 4 16,2 2 1-16,0 6 0 0,5 3 2 0,-1 1 0 15,1 6 0-15,3 1 0 0,1 0 4 16,-1-1 1-16,0-1 1 0,0-4-1 0,1-5 1 16,-3-5-1-16,0-3-2 0,-1-6-1 0,-2-6 0 15,0-4 1-15,-1-6 0 0,-4-7 0 16,1-7 0-16,-3-3 1 0,-1-9-1 0,0 0-1 16,-3-3 1-16,0-1-2 0,0 0-1 0,-3 2 0 15,0 1 0-15,-1 0 0 0,-1 2 0 16,0 1 0-16,2 4 0 0,-2 2 0 0,3 6 0 15,-1 2 0-15,0 4 0 0,3 4 0 0,2 2-9 16,1 5-10-16,2 2-15 0,1 4-23 16,0 0-52-16,2 3-78 0,0-2-133 0,-2 3-242 15,2-1-314-15,3-3-373 0,-3 2-331 0,2-4-94 16,2 0 554-16,-2-3 731 0</inkml:trace>
  <inkml:trace contextRef="#ctx0" brushRef="#br1" timeOffset="124852.05">9753 15371 139 0,'3'6'764'0,"-3"5"586"16,0 3 204-16,2 0-197 0,-2 5-450 16,0 4-338-16,0-1-170 0,0 6-123 0,0 2-94 15,0 5-58-15,0 2-37 0,0 4-25 16,0-1-18-16,0 2-17 0,0-1-13 0,2-5-8 16,1-3-6-16,0-5-4 0,0-2-10 0,2-4-16 15,-2-4-47-15,0-1-79 0,0-5-143 16,-1-1-256-16,-1-7-313 0,1-1-386 0,1-3-354 15,0-7-50-15,-1-4 634 0</inkml:trace>
  <inkml:trace contextRef="#ctx0" brushRef="#br1" timeOffset="125278.28">10088 15309 191 0,'0'-7'1111'16,"-4"-2"632"-16,-1 3-122 0,0 2-347 15,-3 0-461-15,2 1-313 0,-2 0-218 0,0 3-102 16,2-2-59-16,-1 4-39 0,0-2-26 0,-1 3-20 16,1 1-14-16,-1 2-9 0,-1 1-4 15,1 4-4-15,-3 4-1 0,0 2 0 0,0 2-1 16,1 3-1-16,0 0 0 0,0 2-1 0,4-1 0 16,-1-3-1-16,4 0 0 0,1-2-1 15,2-1 0-15,2-3-1 0,3 0 0 0,1-1-1 16,2-2 0-16,3-2 0 0,0-2 0 15,2 0 1-15,4-4 1 0,-1 0 0 0,3-3 1 16,3 0-1-16,-1 0 2 0,1-3-2 0,0 3 1 16,-2 0 0-16,0 3 0 0,-2-1 0 15,0 3 1-15,-4 1 1 0,-1 3-1 0,-1 1 1 16,-4 5 0-16,-1 0 0 0,-2 2 0 16,-4 2 1-16,-1 2-1 0,-1 1 1 0,-3 0-1 15,-1 1 0-15,-1 0 0 0,1 0 0 0,-4-1-1 16,3-2-1-16,-2 0-1 0,1-3-1 15,0 0-1-15,0-4-1 0,2-1-1 0,-1-3 0 16,1-1-4-16,2-1-13 0,-1-5-22 16,0 1-48-16,1-6-75 0,0-4-108 0,1-1-179 15,2-3-298-15,0-2-341 0,2-2-324 0,1-2-171 16,2-2 240-16,1 1 672 0</inkml:trace>
  <inkml:trace contextRef="#ctx0" brushRef="#br1" timeOffset="125548.91">10428 15283 335 0,'5'0'895'0,"0"0"346"0,-2 3 56 0,2 2-168 16,1 3-320-16,0 3-256 0,1 4-141 0,-1 1-82 15,2 7-76-15,1 1-84 0,-2 4-57 0,-1 4-35 16,2 3-22-16,-1 3-17 0,0-1-13 15,0 1-10-15,-1-1-8 0,0-2-3 16,-1 1-3-16,1-4-3 0,1-2-1 0,-3-1-1 16,0-3-7-16,-3-4-15 0,1-2-42 0,-4-2-78 15,1-1-112-15,-3-2-195 0,-2-3-300 0,1 0-350 16,-4-1-350-16,3-4-138 0,-1 2 327 16,-1-2 695-16</inkml:trace>
  <inkml:trace contextRef="#ctx0" brushRef="#br1" timeOffset="125766.94">10303 15437 411 0,'-6'-19'1022'0,"3"1"298"16,0 2-29-16,1 3-195 0,4-3-410 0,3 2-244 16,2 0-126-16,1 0-70 0,5-1-63 0,3 2-64 15,1-1-54-15,2 1-28 0,3 3-15 0,1-1-7 16,0 1-6-16,1 5-3 0,1 1-3 15,2 4-1-15,-3 3 0 0,3 0-2 16,-2 4-22-16,0 0-72 0,0 3-77 0,2-2-163 16,-6 2-289-16,4 3-322 0,-1 1-351 0,-2 2-208 15,-1-1 94-15,-2 1 669 0</inkml:trace>
  <inkml:trace contextRef="#ctx0" brushRef="#br1" timeOffset="126990.28">11399 15291 264 0,'7'-6'519'0,"0"-2"287"0,-4 1 179 0,2 0-149 15,-3 0-124-15,-2 1 11 0,0 0-50 16,0 0-106-16,0 1-111 0,-3-1-89 0,-1 0-70 16,0 1-97-16,-4 0-60 0,3 1-32 0,-3-1-21 15,0 2-18-15,-2 0-15 0,0 2-13 0,-1 2-11 16,-2 1-8-16,0 4-9 0,-4 2-5 16,1 3-2-16,-1 6-2 0,1 4-1 15,-3 3-3-15,2 6-3 0,3 4-3 0,-2 4 0 16,6 5-2-16,2 2-2 0,3 4 5 0,5 3 1 15,4-1 6-15,2-1 2 0,5 0 1 0,3-3-1 16,2-5 1-16,3-3-2 0,1-9-5 16,0-3-1-16,2-6-1 0,-2-6 1 0,1-5 0 15,1-6 2-15,-2-4 1 0,-2-4 2 0,1-3 0 16,-5-7 1-16,2-2 2 0,-5-3-2 16,0-3 2-16,-3 0-2 0,0-2 0 0,-3 2 2 15,-2 1-2-15,0 4-1 0,-3-1 2 16,-1 3-2-16,-3 4 1 0,1-1-1 0,-3 3 0 15,-2 2 0-15,-3 1 0 0,1 1-1 0,-1 2 1 16,-3 2 0-16,0 1 0 0,-2 1 0 0,0 2 0 16,-3 4-1-16,3-3-4 0,-1 3-3 15,3 0-3-15,0 3-1 0,2-1-2 0,0 2 3 16,4-1 6-16,0 0 3 0,3 1 3 16,2-1-1-16,1 1 1 0,2-1-5 0,2 0-9 15,1 1-15-15,0-3-22 0,2-1-48 0,3 1-76 16,-1-2-99-16,2-2-165 0,0 1-291 15,1-2-334-15,2-3-310 0,1 0-174 0,3-2 181 16,-2-3 656-16</inkml:trace>
  <inkml:trace contextRef="#ctx0" brushRef="#br1" timeOffset="127433.7">12027 15154 220 0,'1'-2'1026'0,"-5"2"608"0,-1 0-63 0,-3 6-310 16,-2 1-473-16,-5 0-298 0,2 4-188 15,-4 1-114-15,1 1-59 0,-1 0-40 0,-1 3-25 16,-1 1-20-16,0 0-13 0,3 3-6 16,-1 5-6-16,1 4-7 0,1 3-5 0,2 3 0 15,0 5 0-15,5 6-3 0,3 2 2 0,2 2 6 16,5-1 1-16,1 2-3 0,5-4-1 0,4 0-1 15,1-6-6-15,4-4-2 0,1-6-1 16,3-3-1-16,-1-7-1 0,2-5 0 0,0-3 0 16,0-9 0-16,-1-4 1 0,1-2 1 0,-1-9 1 15,-4-1 2-15,2-4 1 0,-4-3 0 16,0-3 1-16,-4-1-1 0,-1-1 1 0,-4-1-2 16,-1 2 1-16,-2-1 0 0,-3 0 0 0,-3 3 0 15,-2 1 1-15,-1 3-2 0,-5 0 1 16,-2 2-2-16,-1 1 1 0,0 3-1 0,-2 4-1 15,2 3-4-15,-4 3-3 0,6 3 2 16,-4 4-4-16,3 3-2 0,0 5 3 0,3 3 6 16,1 0 2-16,1 4-2 0,5-1 1 15,0 1-8-15,3 0-17 0,3-2-22 0,0-3-45 0,4 1-73 16,-1-3-79-16,2-2-127 0,3-4-199 16,2-1-310-16,1-4-291 0,0-3-206 0,5-3-79 15,-1-6 410-15,2-3 589 0</inkml:trace>
  <inkml:trace contextRef="#ctx0" brushRef="#br1" timeOffset="127763.15">12405 15480 21 0,'3'-1'576'16,"-3"3"545"-16,-2 5 306 0,-1 6-57 0,1 2-343 16,-1 7-371-16,-1 5-217 0,1 1-121 0,1 6-95 15,2 1-75-15,2 3-53 0,1-1-33 16,4 1-21-16,2-3-14 0,2-3-11 0,3-6-6 15,0-5-4-15,3-6-3 0,-1-9 1 16,3-4-1-16,-3-10 1 0,3-4-1 0,-3-6 2 16,-3-2-1-16,-1-7-1 0,-3-1 1 0,-2-2 0 15,-1 0 0-15,-6-1 3 0,0 0 3 0,-3-3 5 16,-3 4 2-16,-2-1 2 0,-5 1 1 16,0 1-2-16,-2 1-3 0,0 2-4 0,-3 3-3 15,2 3-2-15,-2 2-3 0,0 6-2 16,0 4-2-16,1 5-1 0,-1 8-2 0,1 5-2 15,2 6-2-15,-2 5-12 0,6 5-22 0,-1 1-59 16,4 4-71-16,1-2-97 0,4 1-181 16,1 0-300-16,2-2-328 0,5 0-264 0,0 2-165 15,3-3 223-15,1-2 652 0</inkml:trace>
  <inkml:trace contextRef="#ctx0" brushRef="#br1" timeOffset="129167.28">12973 15977 34 0,'-2'0'581'0,"0"0"494"0,1 0 200 16,-1 0-115-16,2 0-360 0,0 0-355 0,0 0-144 15,2 0-53-15,1 0-19 0,2 0-15 16,2-3-13-16,0 1-17 0,2-2-52 0,1 0-44 15,4 0-25-15,0-1-13 0,0 1-8 0,2-1-5 16,0 1-6-16,-1 0-4 0,0 2-11 16,1-1-8-16,-2 1-5 0,-1 1-3 0,-1 1-28 15,0 0-70-15,-4 0-78 0,0 1-162 0,-1 2-287 16,-4-1-323-16,2-1-333 0,-2 2-206 0,-1 2 103 16,-2-2 653-16</inkml:trace>
  <inkml:trace contextRef="#ctx0" brushRef="#br1" timeOffset="129968.9">13466 14696 296 0,'2'-7'593'0,"-1"-2"243"15,2 3 129-15,2 2-208 0,-2-1-174 0,0 1-115 16,2 1-65-16,0 0-11 0,1 2-5 16,3 1-25-16,2 1-47 0,-1 0-36 0,6 5-29 15,0 3-43-15,3 3-44 0,3 3-39 0,2 6-18 16,3 5-12-16,3 3-11 0,0 6-9 16,3 4-5-16,0 4-7 0,3 6-9 0,0 2-6 0,-2 5-7 15,1 2-3-15,-2 3-4 0,-2 2-6 16,-1 6-4-16,0 4-3 0,-3-3-6 15,-2 5-5-15,-4 0-4 0,-2 0-2 0,0-2 2 16,-5-2 2-16,0-1-7 0,-4-2 0 0,-4-1 0 16,1-2 0-16,-4-2 0 0,-3-2 0 0,0-4 0 15,-2-3 0-15,-2-6 0 0,-1-3 0 0,0-5 0 16,-1-8 0-16,-2-3 0 0,0-7-4 16,2-4-38-16,-3-5-31 0,-1-4-71 0,0-6-90 15,0-3-167-15,-2-2-282 0,4-3-335 0,3-1-387 16,-1-3-233-16,-2 2 92 0,4-1 729 0</inkml:trace>
  <inkml:trace contextRef="#ctx0" brushRef="#br2" timeOffset="167657.22">18743 1288 233 0,'3'-7'440'16,"-3"-3"187"-16,2 3 97 0,-2 0-141 0,0 1-83 15,2 0-19-15,-2 0-11 0,1 1-26 0,-1-1-13 16,4 3-21-16,-4-1-30 0,1 2-37 0,-1-3-41 16,0 4-35-16,0 0-44 0,0 0-42 0,2-2-40 15,-1 2-32-15,-1 0-19 0,0 1-11 0,2 0-10 16,-2-2-9-16,2 2-8 0,-1 0-8 0,-1 0-5 16,2 2-5-16,-2-2-2 0,1 0-2 0,-1 1-1 15,0-1-2-15,0 1-1 0,2 2 0 16,-2-3-3-16,0 1-2 0,0 0-1 0,0 0-2 15,0-1-3-15,0 2-3 0,0 1-2 0,3-3-3 16,-3 2 0-16,1 2 1 0,-1 1 0 0,3 1 2 16,-1 2 2-16,0 1 3 0,1 4-1 0,-1 0-1 15,1 4 1-15,-2 1 0 0,3 3 0 0,-3 1-4 16,1 3-10-16,-2 3 0 0,0 0 0 0,-2 3 0 16,1-2 0-16,-1 3 0 0,-1 1 0 0,0 0 0 15,-1 1 0-15,1-1 0 0,1 0 0 0,-1 2 0 16,-1-3 0-16,2-1 0 0,1-1 0 0,-1-3 0 15,2-2 0-15,2-2 0 0,-1-2 0 16,1-2 0-16,2-1 0 0,1-1 0 0,2-3 0 16,1 0 0-16,2-3 0 0,0-1 0 0,1-1 0 15,5-3 0-15,0 0 0 0,3-4 0 0,-2-2 0 16,4-2 0-16,1-3 0 0,1-1 0 0,-2-1 0 16,3-2 0-16,-1-1 0 0,1-3 0 15,-1 1 0-15,-2-1 0 0,1-2 0 0,-4 3 0 16,1 2 0-16,-3-1 0 0,0 3 0 0,-5 0 0 15,0 2 0-15,-2 1 0 0,-1 2 0 16,-3 0-69-16,-2 0-125 0,0 1-159 0,-1 1-268 16,-2 0-328-16,0-3-407 0,0 2-373 0,0-2 2 15,0 0 779-15</inkml:trace>
  <inkml:trace contextRef="#ctx0" brushRef="#br2" timeOffset="168051.78">19460 1478 49 0,'-2'-7'729'0,"2"3"775"0,-2 1 141 0,2 2-293 16,0 1-418-16,0 2-377 0,0 4-211 0,0 5-139 0,4 2-62 16,-3 8-27-16,2 5-16 0,2 5-19 15,0 7-13-15,4 3-15 0,-1 3-15 0,0 4-9 16,6-3-9-16,-1-2-4 0,4-5-6 0,3-3-3 15,0-8-4-15,4-5-4 0,-2-5-3 16,3-8-2-16,0-7 1 0,1-4 0 0,-1-7 0 16,-1-8 1-16,0-4 1 0,-4-5 0 0,-1-6-1 15,-2-3 1-15,-4-1-1 0,1-1 1 0,-6 1 0 16,-3-1 1-16,-5 0 2 0,-1 3 2 16,-4 0 2-16,-3 2 1 0,-6-1 1 0,-1 1 1 15,-4 1 1-15,-1 2-3 0,-4 4-4 0,-3 4-1 0,0 4-2 16,-3 5-3-16,-1 7-2 0,-3 9 1 0,0 3 4 15,0 5 2-15,3 8 0 0,1 2 1 0,3 5 0 16,3 0 1-16,7 4-5 0,1 3-5 16,6 0-13-16,7 1-20 0,5-1-48 0,4-2-81 15,7-2-165-15,6-4-271 0,4 0-325 0,7-5-403 16,2 0-375-16,6-3 4 0,7-3 791 0</inkml:trace>
  <inkml:trace contextRef="#ctx0" brushRef="#br2" timeOffset="169027.76">20386 1332 6 0,'3'-2'339'15,"-3"-1"309"-15,0 2 314 0,0-1 124 0,0-1-212 16,0 2-151-16,0 0-74 0,0-1-90 0,0 2-103 16,0-2-97-16,0 1-70 0,0 0-73 0,2 1-71 15,0-2-46-15,-2 2-30 0,0 0-20 16,1 2-11-16,-1-1-8 0,2 0 1 0,1 4 0 15,0 3 6-15,2 5 3 0,-1 4 7 0,1 7 1 16,2 5-2-16,-1 6-7 0,2 4-5 0,0 4-4 16,0 4-8-16,0 2-6 0,2 2-5 0,-1 0-3 15,0-3-2-15,3-3 2 0,-2-6-1 0,1-3 0 16,0-6 1-16,-1-6-2 0,-2-3 2 0,-1-4-5 16,0-4-2-16,-2-2 0 0,-2-5 1 15,-2-5 1-15,3-2 0 0,-4-5 0 0,0-8 1 16,0-5-1-16,-2-6-1 0,0-1-1 0,-1-6 0 15,2-2-1-15,-3-2 0 0,1-3-1 0,2-2-1 16,-3-1 0-16,4 0 1 0,4 1 0 16,-3-1-3-16,4 4-1 0,1 0-1 0,1 6-1 15,2 0-2-15,1 2 0 0,1 5 3 0,1 1 6 16,1 5 3-16,3 1 1 0,-2 4 1 0,3 1 0 0,-2 1 2 16,0 3-5-16,1 2-1 0,-2 1-1 0,1 3 1 15,-4-1 0-15,3 4-1 0,-4 0 0 16,-4 4 2-16,3 0 0 0,-4 2 0 0,-2 2 1 15,0 3 0-15,-4 2 2 0,-2 3 0 0,-2 2 0 16,-3 3 0-16,-1 0 0 0,-3 3 0 0,-3 0-1 16,0 3-1-16,-2 0 2 0,1 2-1 0,-3-1 2 15,2 1 3-15,-2 2 1 0,2-5 0 0,2 0-5 16,1 2-1-16,5-4-4 0,1-1-3 0,1 0-2 16,1-2-1-16,5 0 6 0,2-1 3 15,4-1 1-15,-1 0 1 0,4-3-3 0,4 0-2 16,2-3 0-16,2 0 0 0,2-2 0 0,3-4 0 15,1-1 0-15,2-4 0 0,1-2 0 0,0-1 0 16,4-3 0-16,-1-2-3 0,2-2-4 0,0-1-13 16,-2 0-23-16,0 0-50 0,-3-2-79 15,-1 3-160-15,-4-2-274 0,0 3-334 0,-2 0-411 16,-2-2-358-16,0-2-12 0,-3 0 773 0</inkml:trace>
  <inkml:trace contextRef="#ctx0" brushRef="#br2" timeOffset="169347.67">21232 1354 108 0,'-1'-13'847'0,"-1"4"721"0,1 1 55 0,-1 3-289 15,0 0-434-15,1 0-352 0,-1 4-202 0,0 0-133 16,2 1-72-16,-1 0-41 0,-1 2-25 0,2 4-18 16,-1 3-4-16,-3 3-2 0,1 4-2 0,-3 6-2 15,3 2-6-15,-2 5-4 0,0 3-9 0,1 4-7 16,-3 5-17-16,1 0-4 0,3 3 0 0,0 4 0 15,1-4 0-15,1 1 0 0,2-2 0 0,2 0 0 16,2-5 0-16,1-1 0 0,2-6 0 16,2 1 0-16,1-6 0 0,1-3 0 0,1-2 0 15,1-3 0-15,2-3 0 0,2-6 0 0,0-3 0 16,2-4 0-16,0-3 0 0,4-5 0 0,-2-3 0 16,2-1-23-16,-1-5-31 0,-1-2-50 0,-1-2-81 15,0-3-142-15,-5 1-249 0,1-4-319 16,-3 0-389-16,3 0-354 0,-4-3-65 0,-2 1 644 15</inkml:trace>
  <inkml:trace contextRef="#ctx0" brushRef="#br2" timeOffset="169578.81">21308 1282 46 0,'-19'1'652'0,"5"4"676"0,-3 1 257 0,4-1-200 16,0 3-415-16,7-2-394 0,-1 0-202 0,6-1-141 15,1-1-85-15,3 1-48 0,5-2-22 0,4 2-8 16,5-2-6-16,3-2-10 0,3-1 0 0,8-1-7 16,-1-4-6-16,1-1-9 0,4-1-7 0,0-2-3 15,-2 0-10-15,0 0-4 0,1-2-4 0,-4 4-3 16,-2-3 0-16,-1 5-3 0,-4 0 0 0,-5 1-3 16,-1 4-9-16,-4 0-21 0,-6 3-53 0,-3 3-76 15,-6 1-155-15,-4 2-266 0,-2 5-319 16,-4-1-391-16,-6 4-324 0,-4-1-37 0,-3 4 705 15</inkml:trace>
  <inkml:trace contextRef="#ctx0" brushRef="#br2" timeOffset="169772.8">21205 1671 630 0,'-11'18'1339'16,"3"-4"202"-16,7 0-180 0,1-4-360 16,3 1-428-16,5-3-225 0,4 1-142 0,4-5-68 15,5 0-55-15,4-3-24 0,5-2-17 0,3-3-14 16,4-2-6-16,2-3-7 0,5 2-3 0,-1-3-6 15,2 2-6-15,3-1-7 0,0 1-60 0,-2 2-72 16,1 2-158-16,-1 1-275 0,1 3-310 16,1 3-391-16,-1 0-278 0,-2 3 2 0,-1 3 687 15</inkml:trace>
  <inkml:trace contextRef="#ctx0" brushRef="#br2" timeOffset="170574.01">21926 1594 223 0,'-5'-17'510'0,"1"3"236"0,-2 0 151 0,2-2-183 15,3 2-173-15,-1-3-93 0,2 1-49 16,0-1-33-16,3-2-36 0,-1 1 0 0,2 0-2 15,3 0-20-15,-1 0-35 0,1 1-29 0,-1-2-31 16,0 1-45-16,0 2-44 0,-1-1-26 0,-2 3-13 16,2 1-5-16,-1 2-2 0,-3 3-1 0,1 2-1 15,-1 1-3-15,2 3-4 0,-1 2-7 0,-2 0-7 16,-2 0-11-16,-2 4-9 0,1 2-10 0,-2 4-8 16,-3 5-8-16,0 5-3 0,0 4 0 0,0 3 1 15,2 4-1-15,-1 3 2 0,2 7 1 0,1 1-1 16,1 4-5-16,1 3-4 0,1 2-1 0,1 0-3 15,1-2 2-15,2-3 0 0,1-3 5 0,0-7 2 16,1-6 0-16,1-6 1 0,1-3-3 0,-1-7-2 16,3-2 0-16,1-6 0 0,0-4 0 15,0-6 1-15,0-7-3 0,0-4 1 0,2-7 1 16,-2-3 1-16,-1-4-1 0,2-3 0 0,-1-1 3 16,-2-1-2-16,1-2-2 0,-5 0 0 0,1 1 1 15,-1 0 0-15,-3-1 1 0,1 4-3 16,-2 2-1-16,-2 1-2 0,2 6-1 0,-1 0-1 15,1 8-1-15,0 1 3 0,-2 5 1 0,2 2 2 16,0 2-2-16,2 3 2 0,-2 3 4 0,1 3 2 16,2 4 2-16,1 4-1 0,0 5 1 0,2 0 1 15,2 6-3-15,0 1-1 0,0 1 0 0,3 2 0 16,0-2 0-16,1 1-1 0,2-5-1 0,-1-3 0 16,0-3-1-16,2-3 1 0,0-7 0 0,0-2 4 15,0-5 4-15,-2-4 5 0,1-6 4 16,-1-3 2-16,0-6-2 0,-1-4-18 0,0-2 0 15,0-4 0-15,-2-3 0 0,-2 0 0 0,0 0 0 16,-1-3 0-16,-4 1 0 0,2 0 0 0,-5-2 0 16,2 2 0-16,-2 2 0 0,-2 1 0 0,2 5 0 15,-1 2 0-15,1 8 0 0,-2 2 0 0,0 4 0 16,2 4 0-16,4 5 0 0,-3 5 0 0,2 3 0 16,1 2-72-16,1 5-89 0,-1 1-102 0,5 0-180 15,0 4-288-15,-1-2-345 0,4 0-402 0,-1 0-191 16,4-2 213-16,0 1 751 0</inkml:trace>
  <inkml:trace contextRef="#ctx0" brushRef="#br2" timeOffset="170764.81">22781 1277 331 0,'4'11'1268'16,"-1"1"474"-16,-2 3-203 0,3 2-340 16,-3 3-479-16,3 3-264 0,-3 4-183 0,-1 3-83 15,0 7-44-15,0 0-30 0,-1 6-27 0,-3 2-22 16,1 3-19-16,0 0-41 0,1 0-7 0,1-3 0 15,1-3 0-15,1-3 0 0,2-4 0 0,-1-6 0 16,1-3-61-16,1-3-79 0,-4-6-121 16,-4-3-237-16,1-3-311 0,-2-5-388 0,-1-5-450 15,-2-2-155-15,0-5 518 0,0-3 826 0</inkml:trace>
  <inkml:trace contextRef="#ctx0" brushRef="#br2" timeOffset="171000.67">22527 1236 598 0,'-1'-4'1571'16,"-1"-1"161"-16,2 2-343 0,2 0-353 0,2 3-481 15,-1-2-286-15,5 2-136 0,0 0-61 0,5 0-23 16,3-3-9-16,2 1-6 0,3 1-6 0,6-1-4 16,3-2-4-16,3 3-8 0,2-4-6 15,3 2-5-15,2 0-1 0,-1 0-8 0,2 2-23 16,-1 1-75-16,-2 1-91 0,-2 2-167 0,1 2-288 0,-1 1-334 15,-5 2-381-15,-1 3-211 0,0 3 164 0,-1 0 692 16</inkml:trace>
  <inkml:trace contextRef="#ctx0" brushRef="#br2" timeOffset="171595.68">23289 1249 82 0,'3'-4'613'0,"1"1"462"16,-3 0 169-16,5 0-85 0,1-1-337 0,1-3-245 0,4 3-141 15,2 2-92-15,4-4-55 0,-1 4-42 16,4-2-54-16,2 1-49 0,0 0-39 0,4 2-16 15,1 1-11-15,2 1-11 0,2 2-11 0,-1 1-9 16,-1 4-6-16,-1 1-6 0,-1 2-2 0,-3 2-3 16,-4 4 1-16,0-1 4 0,-6 4 4 0,-3 2 0 15,-4 2 2-15,-5 2-2 0,-3 1-2 0,-3 3-7 16,-4 0-3-16,-3 1-3 0,-5 2 0 0,0 3-5 16,-3-1-19-16,0 1 0 0,-2 1 0 0,-1-1 0 15,4 3 0-15,-2-3 0 0,3 0 0 0,0 0 0 16,3-3 0-16,4-3 0 0,3-1 0 15,1-4 0-15,5-2 0 0,1-2 0 0,4-3 0 16,3-3 0-16,5 0 0 0,0-5 0 0,4-1 0 16,0-3 0-16,5-3 0 0,4-3 0 0,-3-3 0 15,4 0 0-15,-3-4 0 0,1 0 0 16,2-3 0-16,-2-3 0 0,1 2 0 0,-4-3-69 16,-2 3-78-16,-1-3-97 0,-4 0-187 0,-1 1-291 15,-5 0-349-15,-2-1-416 0,-2 4-202 0,-4-2 197 16,-2-1 789-16</inkml:trace>
  <inkml:trace contextRef="#ctx0" brushRef="#br2" timeOffset="171816.77">23528 1683 534 0,'-10'9'1488'0,"1"-2"228"0,4 1-311 15,5-1-333-15,0-1-484 0,5 0-272 0,6-1-139 16,2-1-58-16,5-1-25 0,8-3-15 0,4-1-12 15,3-3-10-15,3-2-11 0,6 0-11 0,2-2-9 16,-1-2-8-16,-1 3-6 0,6 0-7 16,-4 2-4-16,0 3-2 0,-1-2-1 0,-3 6 0 15,-1 1 1-15,-3 2-4 0,-1 3-16 0,-6 3-49 16,-4 2-80-16,-4 2-161 0,-6 0-269 0,-3 6-328 16,-3 0-405-16,-8 1-365 0,-1 3 5 15,-7-1 761-15</inkml:trace>
  <inkml:trace contextRef="#ctx0" brushRef="#br3" timeOffset="177743.26">20521 2770 274 0,'1'-3'527'0,"1"0"282"0,1 2 151 16,-3-1-168-16,0 1-132 0,0-1-116 0,1 1-72 0,-1 1-51 15,0-2-35-15,2 2-45 0,-2-1-46 16,0 1-35-16,0 0-41 0,1-2-46 0,-1 2-46 16,0 0-33-16,0 0-16 0,0 2-10 0,0-2-4 15,0 0-6-15,2 1-4 0,-2-1-4 16,0 2-5-16,2-2-4 0,-2 1-6 0,0 1-2 15,0-2-4-15,0 0-3 0,0 1-5 0,-2 1-2 16,2-1-4-16,-2 2-5 0,-1 3-3 0,-3 2-3 16,2 0-1-16,-3 4-1 0,-1 1-1 0,-1 3-1 15,-1 2 1-15,1 3 1 0,-4 2-1 16,2 1 3-16,-2 4 1 0,-1 1 2 0,-2 4 1 16,1 1 1-16,-3 3 0 0,-2 3-1 0,-2 1-1 15,-2 3-1-15,1 0 0 0,0 2-2 0,-2 0 0 16,1 0-1-16,2-3-2 0,0 1-1 15,0-2-1-15,1-3 0 0,0 0-2 0,1-3 1 16,2-2-1-16,1-1 0 0,3-3 1 16,-2-3 0-16,3-2 1 0,2-5 1 0,2-2 1 15,-1 0-1-15,1-4 1 0,3-1-1 0,-1-1 1 16,2-1 0-16,0-1-1 0,1-2 0 16,-1-1 1-16,2 1-1 0,0-4 0 0,1 0 0 15,-1 0 0-15,3-2 0 0,-1 1-1 16,1-1 0-16,-2-2-1 0,2 2 0 0,0-2 1 15,0 0-1-15,0 0 2 0,0 0-1 0,0 0 1 16,-2 0 0-16,2 0 0 0,0 0-1 16,0-2 0-16,0 2 1 0,0 0-1 0,0-2-1 15,0 2 1-15,0-3-1 0,0 1 0 0,2 1-1 16,-2-4 0-16,2 5 0 0,-2-4-2 16,0 2-6-16,0-3-8 0,0 2-11 0,0 2-19 15,0-2-23-15,-2 0-47 0,2-1-72 0,0 3-69 16,-2-2-119-16,-1-1-174 0,1 1-307 15,-1 0-269-15,-3 0-200 0,3 0-95 0,-2-2 359 16,0 2 556-16</inkml:trace>
  <inkml:trace contextRef="#ctx0" brushRef="#br3" timeOffset="178250.4">19809 3688 345 0,'3'-3'787'16,"-1"0"352"-16,-2 0 61 0,0 0-277 0,0 2-184 15,0-3-142-15,0 4-125 0,-2-1-95 0,2 1-66 16,-3 0-54-16,3 0-78 0,-1 0-58 16,1 0-30-16,0 0-21 0,0 0-14 0,-2 1-14 15,0 1-13-15,2 1-8 0,-1 0-8 16,-1 0-5-16,1 3-3 0,1 0-2 0,-2 2 1 15,0 1 1-15,2 0 2 0,0 0 1 0,0 1 2 16,0 3 4-16,0-1-1 0,2 1 3 16,-2 2 1-16,2 0 1 0,-2-1-2 0,1 5-1 15,-1-2 1-15,2 4-3 0,-1-3-1 0,-1 3-1 16,0 1-2-16,2 0-1 0,0 1-1 16,-2 0-3-16,1-2-1 0,-1 1-1 0,3-1-1 15,-1 1 0-15,-2-2-1 0,3-1 0 16,2-3 0-16,-2 1 0 0,0-2 0 0,0-3 0 15,2 0-1-15,0-3 1 0,0-1-1 0,1-1 0 16,0-3 2-16,0 0 0 0,3-4 1 0,0 0 1 16,0-2 1-16,3-4 1 0,0-1 0 15,-1-4 1-15,5-3 0 0,-2 0 0 0,5-4-2 16,-1-2-1-16,0-1-1 0,2-1-1 16,0-2-2-16,0 0 0 0,0 1-1 0,-1 0-2 15,-2 3-1-15,-3 1-1 0,1 5-4 0,-5 0-13 16,0 6-25-16,-5-3-67 0,-4 6-94 15,-1 4-210-15,0 1-290 0,-3 1-354 0,2 4-431 16,-3 2-254-16,0 3 256 0,-3 1 878 16</inkml:trace>
  <inkml:trace contextRef="#ctx0" brushRef="#br3" timeOffset="179848.67">17128 5110 72 0,'1'-7'451'16,"1"-3"356"-16,-2 2 283 0,0 1 0 0,0-1-303 16,-2-1-132-16,2 4-62 0,-1 0-91 15,1 0-92-15,-2 0-74 0,0 0-56 0,2 1-70 16,-1 1-69-16,-1 0-35 0,2 0-23 0,0 2-15 16,-1-1-13-16,1 0-12 0,0 1-9 15,0 1-9-15,1 0-6 0,-1 0-5 0,0 0-4 16,0 1-2-16,0 1-2 0,0 3-2 0,2 2 1 15,-1 2-3-15,-1 6 3 0,0 2 1 0,2 5 1 16,-2 2 0-16,2 4 1 0,-1 3 0 16,1 0-2-16,0 3 0 0,-1 2-1 0,1 2 0 15,-1-2 1-15,4 3 0 0,-4-3-1 16,2 0 0-16,-1-2-1 0,1-2-2 0,-1-3 0 16,1-2-1-16,-1-6 0 0,1 0 0 0,-1-7-1 15,-1 0-1-15,1-2 1 0,-1-2 0 16,-1-4 0-16,3-1 0 0,-3-2 1 0,2-2 1 15,-2-1 0-15,0-2 0 0,0-4 0 0,0-3 0 16,-2-3 0-16,2-4 0 0,0 0-2 16,-3-3 0-16,3-4 0 0,0-1 0 0,-1-3-1 15,-1-1-1-15,2-1 1 0,-1 0 1 16,-1-3 1-16,0-1 1 0,-1-1 0 0,0 0 1 0,-2 0 0 16,0-1 0-16,2 2 0 0,-3 1-1 15,3 3 0-15,-2 1 0 0,2 5-1 0,0 2 1 16,-1 0-1-16,3 3-1 0,-1 3 0 15,1 1 1-15,-1 2-5 0,-1 2 1 0,2 1 2 16,1 1 1-16,-2 2 0 0,2 0-1 0,0 1 4 16,0 3-1-16,0-1-1 0,0 1-4 15,0 1 3-15,0-1 0 0,2 2 2 0,2 2 1 16,-1-1 1-16,4 4 5 0,1 2 0 16,1 4 0-16,5 1 2 0,-1 4 0 0,4 4 2 15,-1 2-2-15,2 4 1 0,0 1-2 16,0 2-1-16,1 5-3 0,-2 0 0 0,1 1 1 15,-1 0-1-15,0 1 0 0,1-1 0 0,-4 1 0 16,2-3-5-16,-5 2-1 0,0-5 0 0,3-4 0 16,-4 0 0-16,-1-5 0 0,1-3 0 0,-6-3 0 15,1-3 0-15,0-3 0 0,-2-1 0 16,-1-4 0-16,-1-2 0 0,1-2 0 16,-2-6 0-16,0-3 0 0,0-5 0 0,-2-5 0 15,1-5 0-15,-2-6 0 0,-1-2 0 0,0-5 0 0,0-4 0 16,0-1 0-16,-4-7 0 0,5 0 0 15,1 2 0-15,1 0 0 0,-1 6 0 16,0 3 0-16,2 4 0 0,0 8 0 0,0 2 0 16,0 6 0-16,-1 4 0 0,-1 2 0 15,2 5 0-15,0-1 0 0,0 4 0 0,0 1 0 16,0 3 0-16,3 1 0 0,1 2 0 0,-1 5 0 16,0 1 0-16,5 3 0 0,-4 3-56 0,3 2-73 15,-1 0-93-15,1 4-184 0,0 3-284 16,3 2-346-16,-1 2-420 0,4 2-266 0,-2 0 148 15,5 0 828-15</inkml:trace>
  <inkml:trace contextRef="#ctx0" brushRef="#br3" timeOffset="180248.82">17830 5364 152 0,'-2'-5'889'15,"-3"2"700"-15,0 0 38 0,-4 2-297 16,1-3-456-16,-2 3-327 0,0 0-194 0,-2 1-130 15,1 1-73-15,-1 3-44 0,-1 1-29 0,1 3-21 16,0 4-13-16,0 4-9 0,-1 5-4 16,2 5-4-16,1 5-5 0,1 1-4 0,4 1-3 15,2 1-5-15,2-2-4 0,4-4-3 0,2-4-1 16,3-4-3-16,4-7 0 0,1-4 0 16,4-6-1-16,1-6 1 0,2-7-1 0,0-7 1 15,1-5 0-15,0-6 0 0,-1-1 0 16,-4-4-1-16,3-3 1 0,-5 1 0 0,0 3 2 15,-4 1 1-15,-3 4 0 0,-3 2 2 0,2 3 1 16,-6 5-1-16,0 3 0 0,0 2-1 16,-1 4 0-16,-4 1-1 0,4 6-1 0,-2 1-1 15,-1 6 0-15,1 3 1 0,1 4-1 0,-1 5 1 16,2 3 0-16,-3 5 1 0,1 2-1 16,3 4 0-16,-1-1 0 0,1 2-2 0,1-1 0 15,1-1-3-15,3-1-11 0,-2-4-17 0,3-3-26 16,-1-4-63-16,4-4-80 0,-2-5-126 15,-3-2-189-15,5-5-300 0,0-6-352 0,-1-4-269 16,1-4-134-16,-1-4 357 0,3-5 637 0</inkml:trace>
  <inkml:trace contextRef="#ctx0" brushRef="#br3" timeOffset="181358.77">18079 5348 45 0,'8'-16'540'0,"0"6"472"0,-3 1 250 15,0 6 72-15,-2 3-309 0,2 4-295 16,0 7-213-16,-2 0-126 0,3 7-81 0,-2 6-99 15,1 2-67-15,2 6-36 0,-1 8-19 0,2 4-14 16,-2 3-13-16,1 6-15 0,-3 1-14 0,4 3-11 16,0 0-9-16,0-2-7 0,2-1-4 15,-2-7-2-15,2-3 0 0,0-5 1 0,-2-6-1 16,1-7 2-16,-1-3-1 0,-3-4 1 16,-2-6-2-16,-1-4 0 0,-4-5 0 0,1-5-1 15,-4-5-1-15,0-5 0 0,-1-6 2 0,-4-4 0 16,4-2 1-16,-4-8 1 0,4-6 0 0,-3-3 0 15,2-10 0-15,3-4-1 0,-3-5-2 0,5-3-2 16,2 0 0-16,0 0-1 0,4 5 0 16,1 5 1-16,1 6 1 0,0 4 1 0,4 6 1 15,-4 4 2-15,2 7-2 0,0 4 0 16,1 4 1-16,1 4-1 0,-1 3 0 0,1 6 1 16,-1 4 1-16,-1 3-1 0,3 3 1 0,-3 6-1 15,0-1 1-15,0 5 0 0,0 2 1 16,-2 5 1-16,-1-1 0 0,-2 2 0 0,2 3 0 15,-2 1-1-15,0-2-1 0,-3 1 0 0,5 1 0 16,-5-2-1-16,1 0 0 0,-1-2-1 16,2-2 0-16,-2-2-2 0,0-2 1 0,0-4 0 15,0-3-1-15,0-3 0 0,0-1 0 16,0-6 1-16,0-2-1 0,0-3 1 0,1-5 0 16,-1-3-1-16,2-3 0 0,0-2-1 0,-1-2 0 15,3-4 0-15,-3 1-2 0,2-6 1 16,1 1-1-16,-3-3 2 0,4 1-1 0,-1-1 1 15,1 1 1-15,0 2 2 0,-2 5 0 0,4 2 0 16,-4 5 0-16,2 3 1 0,1 5-1 16,-2 4 0-16,1 4 0 0,0 5 2 0,0 3 0 15,0 5 1-15,1 0 1 0,-2 6 1 0,3 1-1 16,-2 0 1-16,1 3-2 0,3 0 0 16,-1 0-1-16,0 2 0 0,5-4-1 0,-4 1-1 15,4-3-1-15,1-1 0 0,2-4-1 16,0-5 1-16,-2-2 0 0,3-7 1 0,-1-4 0 15,-2-4 0-15,1-4 0 0,0-3 0 0,-3-4 0 16,2-1-1-16,-3-3 0 0,-1-1 0 16,0-1-1-16,-2 0-1 0,-1 0 3 0,-1-2 0 15,-3 4 0-15,2-1 1 0,-4-1 2 0,-1 1 0 16,0 2 0-16,-4 1 1 0,1-1-2 16,-2 5 1-16,-1 3 0 0,-1 2-1 0,-2 5 0 15,-1 3 1-15,2 6 2 0,-1 4 1 0,-2 4 3 16,1 2 2-16,2 5 2 0,1 2 0 15,0 3-1-15,4 0-3 0,1 4-2 0,1-1-1 16,2 0-2-16,3 2-3 0,2-3 0 0,3 1-2 16,-1-2-1-16,4-2 0 0,3-1-1 15,0 0 1-15,2 0-1 0,0 0-1 0,2 1 0 16,-2 1 1-16,-1 1-1 0,2 0 1 16,-4 3 0-16,0 0 0 0,-3 3 1 0,-1 2 1 15,1 0 0-15,-7 4 0 0,1-2 0 0,-2-1 1 16,-1-2 1-16,-2-3 1 0,0-2-1 15,-2-5 2-15,2-3-1 0,-3-8-1 0,2-4-1 16,-3-6-1-16,3-6 1 0,-1-6-1 0,1-7 0 16,1-6-2-16,1-7-2 0,1-6-3 0,1-5-1 15,0-2-1-15,2-4 0 0,0 0 3 16,0 2 1-16,1 0 3 0,0 2 1 16,1 3 0-16,-1 3-1 0,2 1 1 0,1 2 0 15,2 4 0-15,-1 1 2 0,1 5 0 0,-2 2 0 16,1 4 0-16,2 5 0 0,-4 2 1 0,2 2-1 15,1 4 0-15,-2 3 1 0,1 2 0 16,-1 5 0-16,-1 3 0 0,0 4 2 0,-3 5 0 16,3 5 1-16,-5 5 1 0,0 5-1 15,-3 5 1-15,2 4-1 0,-2 5-1 0,-2 0-1 16,2 0-2-16,0-1-1 0,0-5-2 0,0-5-3 16,0-2-16-16,3-7-26 0,-3-6-78 0,2-5-112 15,-2-11-219-15,0-4-305 0,2-11-374 16,1-8-447-16,0-7-170 0,2-7 420 0,1-5 822 15</inkml:trace>
  <inkml:trace contextRef="#ctx0" brushRef="#br3" timeOffset="181496.9">19158 5010 433 0,'-8'-26'1512'16,"-5"8"340"-16,2 6-330 0,1 6-386 0,-2 3-459 16,1 3-328-16,0 5-162 0,0 1-78 15,1 3-43-15,4 2-27 0,-2-1-20 0,5 1-11 16,3-1-5-16,0 0-6 0,3 2-9 0,3 0-19 15,1 1-53-15,-1 3-84 0,1-2-163 0,0 0-273 16,1 4-328-16,0 0-408 0,2 2-341 16,0 2 42-16,0 0 764 0</inkml:trace>
  <inkml:trace contextRef="#ctx0" brushRef="#br3" timeOffset="181800.19">19349 5668 513 0,'9'23'1010'0,"-1"-4"231"0,-1-6-74 15,2-2-284-15,1-9-296 0,-2-2-174 16,1-8-73-16,-1-4-38 0,3-6-28 0,-3-6-39 16,0-3-54-16,1-2-42 0,-1 0-29 0,-1-1-17 15,-1 1-13-15,0 3-8 0,-3 3-6 16,0-1-8-16,-3 6-5 0,-3 0-5 0,0 3-4 16,-3 2-4-16,-2 4-6 0,0 1-6 0,-4 4-4 15,0 2-5-15,1 4-4 0,-1 4-2 16,1 4-3-16,3 3 1 0,-2 5-2 0,6 3-3 15,-3 5-3-15,2 2 0 0,2 6-1 0,1 1-2 16,-1 5-1-16,3-1 0 0,3 3-5 16,1-4-11-16,1 0-27 0,-1-7-74 0,4-2-107 15,2-6-240-15,2-3-309 0,4-2-393 0,5-6-473 16,4-4-191-16,7-5 472 0,6-8 911 16</inkml:trace>
  <inkml:trace contextRef="#ctx0" brushRef="#br3" timeOffset="183093.85">19773 5838 224 0,'1'5'724'0,"-1"2"387"0,0-3 89 0,0 1-218 15,0-3-339-15,0 0-206 0,2 1-105 0,0-3-32 16,-1 0-16-16,1-3-23 0,1-3-18 15,3-1-37-15,-1-5-42 0,1-4-48 0,1-8-37 16,2-4-15-16,0-3-14 0,1-5-10 0,1 0-12 16,2-5-5-16,-2 1-4 0,0-1-1 0,0 2 2 15,-1 5 0-15,-1 1 1 0,-3 5 1 16,1 6 6-16,-3 5-3 0,0 4-4 0,-1 0-2 16,0 5 1-16,0 2 2 0,-2 2-7 15,-1 4-1-15,2 3-3 0,-2 4-1 0,1 3-3 16,1 6-1-16,0 0-2 0,1 4-1 15,0 3 1-15,0 1-1 0,2 2 2 0,0-1 3 16,1 5 2-16,0-5 2 0,-1 0-1 0,0 0-1 16,0-6 0-16,-2-1-5 0,5-5-3 0,-5-1-2 15,2-4 1-15,-1-3 0 0,3-5-1 16,-1-5 1-16,0-4 1 0,2-5 0 0,-1-4 0 16,1-3-1-16,-1-4-1 0,1-1 0 15,2 1 0-15,-4-1-1 0,3-1 1 0,0 6 0 16,-5 2 0-16,1 2 2 0,-2 5 1 0,3 2 4 15,-3 4 1-15,-1 2 2 0,1 6 4 16,2 3 1-16,-2 2 3 0,2 7-2 0,-2 1 0 16,1 3-2-16,2 3-2 0,-3 1-3 15,2 4-3-15,-4-1-2 0,2 2-1 0,1 2-3 16,-1-2-1-16,0 1-1 0,3-5-2 0,-3-1-1 16,4-3-3-16,-3-3-9 0,1-4-20 15,2-4-32-15,0-4-79 0,0-7-95 0,-3-4-174 16,5-7-291-16,-5-3-340 0,5-4-383 15,-1-2-182-15,2-5 171 0,-1 0 704 0</inkml:trace>
  <inkml:trace contextRef="#ctx0" brushRef="#br3" timeOffset="183269.8">20423 5313 72 0,'6'0'658'0,"2"4"594"0,-4 7 276 0,1 3-136 16,-2 5-421-16,1 4-361 0,-3 2-198 15,1 5-133-15,0 3-102 0,-2 4-69 0,-2-1-42 16,0 5-26-16,2-2-17 0,4-5-13 0,-3-1-17 15,2-6-37-15,3-4-76 0,-1-8-81 16,-2-8-153-16,1-3-275 0,-3-8-329 0,-1-3-342 16,2-8-205-16,-2-5 57 0,-2-4 629 15</inkml:trace>
  <inkml:trace contextRef="#ctx0" brushRef="#br3" timeOffset="183441.8">20369 5103 211 0,'-3'-21'846'0,"0"6"440"15,-4 4 47-15,4 3-188 0,0 6-457 0,1 0-312 16,1 5-153-16,1 3-83 0,1 2-58 0,4 4-39 16,1 0-23-16,2 3-26 0,5 0-39 15,0 1-50-15,1 2-105 0,0 0-171 0,2 1-296 16,0 1-274-16,2 3-244 0,0 1-130 16,4 1 291-16,-2 1 529 0</inkml:trace>
  <inkml:trace contextRef="#ctx0" brushRef="#br3" timeOffset="183818.22">20943 5457 127 0,'-7'-6'948'0,"1"2"698"16,-5-1-13-16,0 2-313 0,-3 0-446 0,0 3-339 16,-4 3-218-16,2 1-116 0,-2 2-61 15,1 4-38-15,-1 1-25 0,2 4-16 0,-2 2-12 16,6 3-10-16,-2 3-9 0,6 3-8 15,-1 2-7-15,6 4-7 0,3-4-4 0,3 1-4 16,6-6-2-16,0-5-1 0,7-5 1 0,1-8-1 16,4-12 2-16,1-5 0 0,0-9 1 0,4-6 0 15,-3-6-1-15,1-3 0 0,-3-2-1 16,-1 0 0-16,-3 1 1 0,-2 5 1 0,-6 2 1 16,2 3 1-16,-5 6 1 0,-1 5 1 15,-1 3-1-15,-4 2 0 0,0 5 0 0,-4 6-1 16,1 6 1-16,0 5 0 0,0 4 1 0,-2 4 0 15,2 5 1-15,1 4 0 0,-1 2-1 0,3 1-2 16,5-1-2-16,-4 1 0 0,6-1-2 16,-3-2-1-16,5-3-3 0,0-2-7 15,-1-3-14-15,1-2-24 0,4-2-49 0,-5-1-83 16,1-4-144-16,-1-1-262 0,3 0-322 0,-1 1-389 16,-1 1-354-16,2-2-33 0,-1 4 659 0</inkml:trace>
  <inkml:trace contextRef="#ctx0" brushRef="#br4" timeOffset="189562.68">22631 2899 298 0,'4'0'586'0,"-3"0"216"15,2 0 75-15,-1 0-265 0,0 0-193 0,-1 2-90 16,2-2-19-16,2 1 4 0,-4 1-3 16,2-1-23-16,-1 2-29 0,1 0-29 0,1 0-26 15,0 2-9-15,1-1 8 0,2 0 7 0,-1 4-12 16,-2 1-28-16,4 0-27 0,-1 2-33 0,-1 2-37 16,5 4-24-16,-1 1-14 0,4 2-1 15,-2 6-6-15,3 1 0 0,2 5-6 0,3 2-5 16,0 4-3-16,2 4-7 0,1 1-5 15,3 2 2-15,-1 2 8 0,2 2 0 0,2 0-2 16,1 1 0-16,-2 1-1 0,2 0-5 0,2-1-3 16,-2 1 0-16,0-2 1 0,-2 1 0 0,1-1 3 15,-3 1-1-15,3-1-1 0,-2 1 3 16,-2 2 7-16,2 2 5 0,0-1 5 0,-2 2 3 16,0 2 4-16,2 1 4 0,-3 3-5 15,2 0 3-15,0 3-2 0,-1 3 1 0,2 0-2 16,-2 2-4-16,2 2-1 0,-1 1-5 0,-1 0-2 15,0-2-3-15,2 1-1 0,0-2-2 0,0-2 0 16,-1-1-1-16,2 0-2 0,0-1-1 16,3-4-4-16,-1 2-1 0,0-1-2 0,0-2-2 15,0-2 0-15,0-1 0 0,0-1 1 16,0-1 1-16,-2-1 2 0,1 0 1 0,-3 0 1 16,3 0 0-16,-4 2-1 0,1-1 1 0,-3 3-1 15,2-2-2-15,1 1 1 0,-3-1-2 16,1-4 0-16,2 1-2 0,-4-4 0 0,1-3 0 0,0-2-1 15,-3-3 2-15,0-2 1 0,-2-5 1 16,-1-3 0-16,-2 0 1 0,-1-3-1 16,-5-2 1-16,1-3-1 0,-2-1 0 0,-2-3 0 15,-3-1 1-15,0 1 0 0,1-3-1 16,-4-1 1-16,1-3-1 0,-1 0 0 0,-1-3 0 16,1 2-1-16,0-5 1 0,0 0-1 0,-2-2 0 15,0-1 0-15,1-2-1 0,-1 1 1 0,1-2-1 16,-1 0-1-16,0-2 0 0,-1 1 1 15,2-1-2-15,-3-1 0 0,2 2-5 0,-2-2-4 16,3 1-6-16,-2 0-11 0,-1-2-13 16,1 2-21-16,0-2-49 0,0 3-69 0,-4-3-74 15,0 2-135-15,2 0-213 0,-1 2-311 0,-3 0-272 16,5-3-200-16,-5 3-23 0,4-3 474 16,-3 2 546-16</inkml:trace>
  <inkml:trace contextRef="#ctx0" brushRef="#br4" timeOffset="190038.18">24341 7036 169 0,'-2'-8'827'0,"1"2"590"16,-3 0 109-16,3 1-224 0,-1 3-463 0,0-3-318 15,2 3-173-15,0 2-122 0,4-2-82 16,1 4-46-16,1-1-29 0,5 5-15 0,-2-2-7 16,7 5-5-16,0 1-2 0,4 0-6 0,1 2-1 15,3 1-3-15,3 4-6 0,-1 0-3 16,1-1-6-16,2 2-3 0,-2-1-4 0,1-1-3 15,-1 2-2-15,0-1-1 0,-2-3 0 16,1 2-1-16,-5-2-1 0,0-4 1 0,-2-3 2 16,-2-1 3-16,-4-2 5 0,-2-4 6 0,0-5 5 15,-4-3 5-15,-3-6 4 0,0 0 1 0,-3-6 1 16,1-2-1-16,-2-2 0 0,-2-2-4 16,2-2-4-16,-1-4-3 0,1 0-9 0,-4-1-12 15,4-2 0-15,-1 1 0 0,1 0 0 16,0 3 0-16,-2 1 0 0,2 1 0 0,-1 3 0 15,1 1 0-15,-4 3 0 0,1 1 0 0,2 1 0 16,-4 2 0-16,4 0-8 0,-3 4-50 16,1-2-65-16,-2 1-90 0,1 3-185 0,-1-1-283 15,2 2-348-15,-1 3-419 0,-2-2-276 0,3 3 137 16,2 1 826-16</inkml:trace>
  <inkml:trace contextRef="#ctx0" brushRef="#br4" timeOffset="192101.35">22260 8374 153 0,'0'-8'807'0,"0"-1"648"16,0 2 115-16,0 3-250 0,0 1-452 15,0 0-337-15,0 1-170 0,0 2-139 0,1 0-83 16,-1 2-45-16,4 4-26 0,0 3-11 15,1 5-6-15,4 6-1 0,3 6 2 0,-1 6-1 16,3 6-4-16,0 3-5 0,3 7-5 0,-2 3-4 16,0 0-7-16,0 5-5 0,0 0-5 0,-2 1-4 15,1-1-4-15,-2-1-2 0,-3-3-1 16,2-2-1-16,-3-5 1 0,-2-3-1 0,1-6-1 16,-2-4 0-16,-1-7 0 0,-1-4-1 15,0-4 1-15,-3-2 2 0,0-6 0 0,0-3-1 16,-3-5 1-16,-2-4-2 0,-1-4-2 0,0-5-2 15,0-5-1-15,-2-4 0 0,-2-2 1 0,2-8 1 16,0-4 2-16,0 1-1 0,-1-7 2 16,3 0 0-16,-1-2-1 0,-1-3 0 0,2-2-2 15,2 1 0-15,0 0-1 0,3 2-1 16,-1 0-1-16,4 4 0 0,-1 2 1 0,3 3-2 16,0 2 2-16,2 4-1 0,2 1 1 0,2 4 1 15,1 1 0-15,0 3 1 0,0 0 1 16,5 3 1-16,0 0 0 0,1 2 1 0,-1 3-1 15,4 0 0-15,1 2 0 0,-2 1 0 0,2 2-1 16,-3 1 1-16,0 1-1 0,1 2 1 0,-5 1-1 16,3 3 0-16,-4 0 1 0,0 3-1 15,-4 1 1-15,-1 5 0 0,-1 1 2 0,0 1 0 16,-4 4 2-16,1 1 4 0,-4 2-9 16,0 5-1-16,-2 0 0 0,0 5 0 0,-2 3 0 15,-2 2 0-15,-1 3 0 0,-1 3 0 0,2 1 0 16,-3 3 0-16,-1-3 0 0,0 1 0 0,2-2 0 15,-2-3 0-15,2-2 0 0,-1-1 0 16,5-6 0-16,-4-2 0 0,3-2 0 0,2-3 0 16,0-4 0-16,1 0 0 0,1-4 0 15,1 1 0-15,0-4 0 0,1-1 0 0,3-1 0 16,-1-3 0-16,2-1 0 0,4-2 0 0,-3-2 0 16,5-2 0-16,1-4 0 0,2-2 0 15,2-3 0-15,1-3 0 0,2-2-44 0,-2-2-82 16,2 1-51-16,-1-2-58 0,-1 4-50 15,-1-1-33-15,0 4-19 0,-4 2 17 0,1 5 79 16,-4 1 96-16,1 7 89 0,-1 3 102 0,-1 4 96 16,-1 5 79-16,-1 3 34 0,2 3 3 15,0 4-17-15,-2 3-48 0,2 2-47 0,3 0-43 16,0 2-28-16,0 1-16 0,3 0-16 0,2-3-10 16,2-1-12-16,-2-6-7 0,2-4-7 15,4-6-4-15,-2-6-2 0,2-7 0 0,-4-4 0 16,2-10-1-16,-1-3 0 0,-2-5 1 0,-4-3 5 15,-2-6 7-15,-2 2 11 0,-3-1 12 16,-2-2 12-16,-8 3 6 0,1 1 2 0,-6 2-3 16,-2 0-7-16,-4 3-8 0,-2 0-8 15,-2 3-14-15,2 0-16 0,-4 5 0 0,2 1 0 16,0 4 0-16,2 6 0 0,3 1 0 0,-2 4 0 16,5 5 0-16,3 2 0 0,0 4 0 0,0 3 0 15,3 0 0-15,4 1 0 0,1 1 0 16,1 0 0-16,4-1 0 0,3-2 0 15,-2-1 0-15,2-3 0 0,3 0 0 0,0-3 0 16,2-4 0-16,3-2 0 0,-4-2 0 0,4-1 0 16,-2-1 0-16,-1-4 0 0,4-1 0 0,-2 0 0 15,1-1 0-15,1-1 0 0,-1 1 0 16,1-1 0-16,-1 4 0 0,0-3 0 0,0 4 0 16,-1 1 0-16,0 2 0 0,0 1 0 15,-2 4 0-15,0 1 0 0,-1 1 0 0,0 5 0 16,-2 0 0-16,0 3 0 0,-4 3 0 0,2 2 0 15,-2 2 0-15,-3 1 0 0,1 3 0 16,-1 0 0-16,-1 4 0 0,-2-2 0 0,0 1 0 16,0 0 0-16,-2-1 0 0,0-1 0 15,1 0 0-15,-1-4 0 0,0-2 0 0,-1-4 0 16,3-2 0-16,0-1 0 0,-1-5 0 0,1-1 0 16,1-2-21-16,-1-3-47 0,2-3-66 0,-1-2-91 15,3 1-179-15,-3-3-278 0,6 1-340 16,2 2-417-16,2-2-267 0,2 2 131 15,3-1 819-15</inkml:trace>
  <inkml:trace contextRef="#ctx0" brushRef="#br4" timeOffset="193158.2">23746 9257 27 0,'0'4'516'15,"0"-2"482"-15,-2 0 238 0,-1-2-50 0,2 0-322 16,-1-2-232-16,0-2-158 0,-1-2-114 16,2-1-64-16,1-6-48 0,-5-1-59 0,4-4-65 15,1-3-44-15,0-3-21 0,1-3-16 0,4-3-9 16,-1-1-6-16,1-3 3 0,2-1-4 16,-2-1-2-16,4 4-3 0,-5 0 0 0,3 1 0 15,-2 4-1-15,0 5 0 0,-1 4 5 0,1 5 1 16,-4 3 4-16,1 2 0 0,-1 6-2 15,3 2-2-15,-3 7-4 0,1 3-2 0,0 8-3 16,-1 3-3-16,2 5-2 0,1 0-3 16,0 5-1-16,0 2-2 0,2 1 1 0,-2-4 3 15,1 2 0-15,0 0 3 0,0-4-3 0,0-3 0 16,1-1-3-16,-2-4-2 0,0-4-3 0,0-3-2 16,0-2-1-16,0-2 0 0,0-4-1 15,2-4 0-15,0-3 0 0,0-4 0 0,1-7 1 16,2-2-1-16,1-3 1 0,-1-4 1 15,1-3 0-15,1 2 0 0,-2-3 0 0,4 5 0 16,-5-3-1-16,0 5 0 0,-2 2 0 0,2 4 0 16,-4 0 0-16,0 5 1 0,-1 2-1 0,0 1 0 15,0 4 1-15,1 2 0 0,-1 4 0 16,2 3 0-16,1 4 1 0,-2 6 0 0,1-1 2 16,2 5 1-16,-3 3 2 0,1-1 2 15,3 1 3-15,-2 1-1 0,-1-2-1 0,2-2-1 16,-3-2-2-16,2-5-3 0,-1 0-2 0,-2-5-2 15,4-2 0-15,-2-4-1 0,-1-4 0 16,4-6 0-16,-2-4-1 0,2-5 1 0,0-6 1 16,1-5 1-16,1-1 1 0,1-5-1 15,-2 1 3-15,1-1-2 0,0 3-1 0,1 1 0 16,-3 3-1-16,-4 4 0 0,3 5-1 0,-2 3 0 16,-1 2 0-16,-1 4-1 0,0 5 2 0,1 1 0 15,0 3 1-15,0 4 0 0,-1 3 1 16,2 3-1-16,-4 1 0 0,4 5-1 0,-2 0-1 15,0 4 0-15,0 0-1 0,-1-1 0 16,1 2-2-16,-1-2 1 0,1 0-1 0,-1-3-6 16,1-3-13-16,1-3-23 0,-2-3-59 0,-1-4-83 15,2-5-160-15,1-1-254 0,-1-6-324 16,3-2-388-16,-1-8-303 0,4-1-4 0,1-6 684 16</inkml:trace>
  <inkml:trace contextRef="#ctx0" brushRef="#br4" timeOffset="193309.11">24518 8841 125 0,'9'3'691'0,"0"6"477"16,0 3 250-16,-3 4-88 0,0 7-394 0,0 2-315 16,-3 3-196-16,1 6-114 0,-4-1-104 0,-2 1-89 15,0 2-51-15,1-4-30 0,1-1-21 16,0-4-24-16,0-6-75 0,0-2-75 0,0-11-149 16,1-5-239-16,1-5-317 0,0-7-367 0,3-8-253 15,-4-6-37-15,2-5 575 0</inkml:trace>
  <inkml:trace contextRef="#ctx0" brushRef="#br4" timeOffset="193480.64">24562 8526 113 0,'-9'-27'751'0,"1"4"702"15,-1 5 152-15,0 7-261 0,1 2-457 0,0 8-353 16,0 1-190-16,1 5-152 0,-1 4-86 16,1 2-49-16,6 3-26 0,-3 3-14 0,6 1-8 15,1 3-6-15,4 3-3 0,1 0-15 0,4 3-48 16,3-1-72-16,-2 2-81 0,4 0-158 15,0 1-284-15,0-1-324 0,4 1-291 0,-1-1-182 16,3-1 104-16,-3-3 605 0</inkml:trace>
  <inkml:trace contextRef="#ctx0" brushRef="#br4" timeOffset="193826.48">24910 8924 10 0,'0'-12'533'0,"0"-1"546"0,-4 0 463 0,1-2-57 16,-3 0-392-16,2-2-352 0,-5 2-225 15,1 2-133-15,-1 1-128 0,0 3-73 0,-3 4-48 16,2 3-32-16,-3 7-24 0,0 3-20 16,-1 7-58-16,1 3 0 0,-1 4 0 0,5 3 0 15,0 0 0-15,5 5 0 0,-1-4 0 16,4 2 0-16,2-3 0 0,4-4 0 0,1-1 0 16,2-5 0-16,3-3 0 0,2-5 0 0,0-2 0 15,1-4 0-15,0-4 0 0,2-4 0 0,-4 0 0 16,1-3 0-16,0 0 0 0,-4 0 0 15,-1 2-27-15,1-2-26 0,-2 5-6 0,-1 0-6 16,-2 1-6-16,0 0-9 0,1 3-18 16,-5 2-34-16,1 1-49 0,2 3-50 0,-3-1-41 15,0 3-43-15,0-1-37 0,0 3-31 0,-1-1-34 16,-1-6-70-16,1 5-158 0,1-2-245 16,0 0-167-16,0-3 10 0,0-2 262 0,1-2 343 15</inkml:trace>
  <inkml:trace contextRef="#ctx0" brushRef="#br4" timeOffset="194157.88">25013 8851 615 0,'0'-4'1499'0,"0"1"227"0,-2 4-293 15,0 3-390-15,2 3-425 0,-1 2-252 16,2 2-156-16,-1 7-75 0,4 1-41 0,-3 3-29 16,4 4-19-16,1 1-15 0,0 1-10 0,-1-1-7 15,3 2-6-15,0-2-3 0,1-2-3 0,-1-2-1 16,2-4-2-16,-1-3 0 0,-1-4 0 15,0-5-1-15,0-1 0 0,-2-6-1 0,1-6 0 16,-2-1 0-16,-1-3 1 0,1-3 1 16,-2-4 1-16,3 1 1 0,-3-1 1 0,1-1 1 15,-3-2 1-15,3 1-2 0,-3-2 0 0,1-1 1 16,-1 0-1-16,-1-3 1 0,0 1-1 0,0 0 0 16,0 2 1-16,-1 2 0 0,-1 2-1 15,1 5 1-15,1 1-1 0,-2 3-2 0,0 1 0 16,2 5-2-16,2 1 1 0,0 4-2 15,-1 1 0-15,4 3 1 0,1 1-1 0,5 1-1 16,0 1-14-16,2 0-21 0,4-1-62 0,1-1-80 16,1 1-161-16,3-3-281 0,3 0-324 15,3-2-398-15,2 2-293 0,1-2 30 0,-1 0 730 16</inkml:trace>
  <inkml:trace contextRef="#ctx0" brushRef="#br4" timeOffset="195111.78">25946 8274 229 0,'-4'-8'533'16,"4"-1"306"-16,-1 2 211 0,-1-2-181 0,1 0-198 16,1-1-126-16,0 1-34 0,0 3-39 0,0 0-65 15,0 1-66-15,1-1-48 0,-1 1-41 16,0 1-62-16,0 1-51 0,0 0-32 0,0 3-20 15,0-1-15-15,0 1-11 0,0 1-12 0,0-1-8 16,0 4-8-16,0 2-5 0,0 5-1 16,0 4-3-16,2 4 0 0,1 5-2 0,1 4 0 15,0 6 2-15,0 1-2 0,1 5-1 16,2-1-1-16,1 1-2 0,1-1-4 0,-3 2-4 16,2-4-2-16,3-2-3 0,-1-4-2 0,-2-2 0 15,1-4-1-15,2-4-2 0,-1-3 0 16,-2-1 0-16,1-5-2 0,-1-4 1 0,-2 0 0 15,1-3 0-15,0-4 1 0,0-2 0 0,1-4 1 16,-2-3-1-16,3 0-1 0,1-4 1 16,0-2-1-16,0-3 0 0,0 1-1 0,1-1 1 15,3-2-1-15,-3-2 1 0,2 2 0 0,1-2-1 16,-1 1 1-16,-1 1 0 0,-3 2 1 16,-1 3 1-16,-2 0 1 0,0 5 0 0,-5 1 0 15,1 2 1-15,-2 1-1 0,-2 3 0 16,-1 2 0-16,-3 1-1 0,0 5 1 0,0 1-1 15,-3 4 1-15,-1 3-1 0,2 2 0 0,-2 0-1 16,-1 4 1-16,3 3 0 0,0 1 0 16,2 1 0-16,-2 2-1 0,3 2 0 0,1-2 0 15,0 1-1-15,3-2-2 0,-1-5 0 16,4 2-1-16,1-7 0 0,0-3-1 0,4-3-1 16,-1-2 0-16,2-5-7 0,1-1-13 0,-1-4-22 15,3-5-42-15,-1-1-81 0,-2-4-110 16,-1-2-191-16,3 1-294 0,-2-3-347 0,0-1-347 15,1 1-148-15,1-1 291 0,-4 0 711 0</inkml:trace>
  <inkml:trace contextRef="#ctx0" brushRef="#br4" timeOffset="195521.77">26433 8491 35 0,'1'-3'431'0,"2"2"409"0,0-1 299 0,-1 0-37 16,-1 2-288-16,-1 0-192 0,2 0-102 0,-1 2-74 16,3 3-67-16,-3 1-55 0,4 1-41 0,-2 3-60 15,1 6-64-15,-1 0-51 0,3 5-26 16,-2 4-15-16,1 2-14 0,0 1-7 0,0 0-9 15,1 1-10-15,0-2-10 0,1-2-7 16,1-2-4-16,-2-4-5 0,1 0-1 0,0-6-1 16,0-1 0-16,-1-3 0 0,-1-3 2 0,0-4 0 15,1-2 0-15,-3-2 2 0,2-4-1 16,-2-3-1-16,0-2 1 0,-1-1-2 0,1-1 1 16,-2-2 0-16,1 0-1 0,0 0 0 15,-2-1-1-15,0 3 0 0,-2-2-1 0,0 2-3 16,1 1-5-16,-1 0-10 0,2 2-16 0,-1 2-32 15,-1-2-66-15,0 5-67 0,1 0-84 0,-1 1-136 16,2 0-188-16,0 3-271 0,0 0-222 16,0-1-189-16,3 1-18 0,1-2 393 15,-1 2 474-15</inkml:trace>
  <inkml:trace contextRef="#ctx0" brushRef="#br4" timeOffset="196027.8">26734 8491 25 0,'5'2'509'0,"0"-1"476"15,-1 1 260-15,0 2 66 0,-1 2-284 0,-2 1-277 16,3 4-216-16,-3 0-128 0,2 3-85 16,-3 0-95-16,2 3-84 0,0 2-48 0,-1 0-31 15,2-4-20-15,1 3-14 0,0-3-11 0,2-5-8 16,-1 2-5-16,2-5-3 0,1-2-1 0,2-4-1 15,0-2 0-15,1-4-1 0,3-2-1 16,-1-5 2-16,4-1-2 0,-2-1 1 0,2-4-1 16,-3 1 0-16,4-3 1 0,-6 2 0 15,2 2 0-15,-1 0 1 0,-2 1-2 0,-1-1 1 16,-4 6 1-16,1 0 1 0,-3 0 0 0,1 5 0 16,-2-1 1-16,-2 2 2 0,1 0-3 15,0 3 1-15,-2 1-1 0,-2 0 0 0,2 3 1 16,-2 0-2-16,2 3 0 0,-1 0 0 15,-1 1 1-15,2 4 0 0,-1-1 0 0,1 3 1 16,0 0 0-16,0 2 1 0,1 4 2 0,-1 0 3 16,3 5 2-16,1 1 1 0,-3 5 2 0,4 3 3 15,-2 3-2-15,4 6-2 0,-1 4-2 16,-2 2-1-16,1 6-1 0,0 3-2 0,-2 2-1 16,1 2-1-16,-3-1 0 0,-2-1 0 15,-1-2 0-15,-1-5-2 0,-5-2-1 0,0-5 1 16,-5-5 1-16,2-5 2 0,-6-5 0 0,-1-5 1 15,-1-7-1-15,-1-7-2 0,1-5-3 16,-3-6-10-16,1-6-14 0,4-5-24 0,-4-8-58 16,5-5-79-16,2-6-108 0,5-3-173 15,1-5-269-15,6-4-340 0,4-2-271 0,6-1-153 16,1-3 219-16,8 1 595 0</inkml:trace>
  <inkml:trace contextRef="#ctx0" brushRef="#br4" timeOffset="196310.78">27176 8430 330 0,'-8'-11'1333'16,"0"5"461"-16,-5 1-253 0,0 5-368 0,1 2-461 15,-2 1-311-15,1 3-183 0,-3 0-86 16,5 1-47-16,1 3-27 0,3-1-22 0,2 0-14 16,3 1-9-16,6 2-6 0,0 0-3 15,5 1-1-15,3 2-2 0,3 0 0 0,1-1-1 16,5 3-2-16,-4-1 0 0,4 1 1 0,-1 1-1 15,-4 1 1-15,3 0 0 0,-4 3 1 16,-3 0 0-16,-2 2-1 0,-4 0-1 0,-1 2-7 16,-4-2-14-16,-1 1-23 0,-4-4-66 15,-3 0-78-15,-3-1-145 0,-2-2-230 0,-1 0-311 16,-2-2-367-16,0 1-264 0,1-3-52 0,1-1 554 16</inkml:trace>
  <inkml:trace contextRef="#ctx0" brushRef="#br4" timeOffset="196841.81">27724 7953 14 0,'3'-20'502'15,"1"4"482"-15,-4-1 259 0,0 5 16 16,0 2-250-16,0 2-296 0,0 2-202 0,-2 2-128 16,0 1-79-16,-1 3-77 0,2 1-83 0,-4 4-51 15,3 4-29-15,1 1-11 0,-1 5-6 0,0 5-1 16,4 6-2-16,0 3 0 0,1 6-3 15,2 4-4-15,-1 6-8 0,4 0-6 0,-2 7-6 16,2 3-5-16,1-1-3 0,0 5-4 16,-1 0-1-16,0 0 0 0,0-1-3 0,2-3-1 15,-2-2-2-15,2-5-1 0,1-8 0 0,-1-2-4 16,-1-8-9-16,0-2-16 0,-2-8-30 16,-2-6-70-16,-2-4-77 0,-3-6-140 0,-3-2-225 15,-1-5-311-15,-1-5-343 0,-4-2-230 0,0-5-55 16,-3-4 516-16,-5-1 608 0</inkml:trace>
  <inkml:trace contextRef="#ctx0" brushRef="#br4" timeOffset="197048.64">27514 8406 40 0,'-2'-9'582'0,"2"0"476"16,0 3 181-16,2 0-100 0,2 2-331 0,1 1-270 15,3 0-154-15,3-1-68 0,3 3-39 16,1-3-36-16,2 2-41 0,1-2-64 0,2 0-52 15,4 1-37-15,-1 0-22 0,1 0-12 0,6 2-7 16,1-1-3-16,-1 2-5 0,3 2-54 0,-2 2-68 16,-1 1-120-16,0 0-198 0,1 6-299 15,-5-1-350-15,1 3-274 0,-2 1-111 0,-3 2 391 16,-1 0 614-16</inkml:trace>
  <inkml:trace contextRef="#ctx0" brushRef="#br4" timeOffset="197654.73">28184 8526 149 0,'-9'-4'1027'0,"1"0"664"0,-3 2-90 16,0 2-343-16,-3 0-444 0,2 2-323 0,0 4-222 15,-1-1-108-15,4 1-57 0,-3 3-30 0,3 0-25 16,3 3-19-16,3-3-13 0,-1 1-7 16,4-1-6-16,4-1-2 0,2-1-2 0,2-1-1 15,3-1 1-15,2-2-2 0,4-1 1 16,-3-2 0-16,5-4-1 0,-1 2 1 0,-1-2 0 15,-1 2-1-15,1 0 1 0,-4 2 0 0,1 3 1 16,-3 0 1-16,1 1-1 0,-3 4 1 16,-1 1 2-16,-2 1-1 0,2 2 0 0,-4 3 0 15,3 0 1-15,-4 0-2 0,0 2 1 0,2-2 0 16,1 0-2-16,-1 0 0 0,0-3-1 16,-1-2 0-16,1 1-2 0,2-4 1 0,0-1 0 15,0-1 0-15,1-3 2 0,0-2 0 0,-1-1 0 16,3-1 0-16,0-3 2 0,-1-3-2 15,0-2 1-15,1-4-1 0,1-2-1 0,-2-5 1 16,-1-3-2-16,4-5 1 0,-3-3-2 16,0-3 0-16,-1-6 0 0,2-2 1 0,-4-5 0 15,0-4 1-15,-1-3 2 0,-1-3 1 0,-3-2 1 16,1-2-2-16,-2 2 1 0,1 5 1 16,-1 5 0-16,-1 6 5 0,1 7 4 0,-2 8 1 15,1 7 3-15,-1 6-2 0,0 8 4 0,1 7 1 16,-3 6 0-16,1 9 3 0,2 8 4 15,-3 5 4-15,3 4 2 0,1 7-1 0,0 5-1 16,0 6-1-16,1 5-1 0,1 4-4 16,0 7-4-16,-1 1-3 0,2 2-5 0,1-1-3 15,2-2-4-15,2-6-3 0,1-9-3 0,3-5 0 16,1-8-1-16,0-6-1 0,3-7 1 16,-3-5-2-16,2-5-4 0,-3-5-4 0,0-5-8 15,1-2-6-15,-2-5-8 0,-1-3-5 0,0-2-1 16,-2 2 4-16,0-1 7 0,2 2 8 15,-6 2 7-15,1 1 7 0,2 1 2 0,-6 2 3 16,4 4 1-16,-3 1-2 0,-1 2-6 0,-2 4-18 16,-1 0-45-16,-3 1-85 0,-1 0-165 15,-2-1-269-15,0-1-325 0,2-5-401 0,-1-4-374 16,3-4 24-16,0-4 781 0</inkml:trace>
  <inkml:trace contextRef="#ctx0" brushRef="#br4" timeOffset="197824.17">28753 8355 327 0,'-15'1'1015'0,"-1"2"350"0,-2 1-81 15,1 5-223-15,3-1-510 0,3 1-302 0,0 1-188 16,4-5-206-16,3 1-280 0,4 0-299 0,4-3-287 16,3 2-237-16,4-3-41 0,3 2 480 15</inkml:trace>
  <inkml:trace contextRef="#ctx0" brushRef="#br4" timeOffset="198541.92">29038 7909 227 0,'10'-15'769'15,"-4"2"400"-15,0 2 82 0,-1 1-144 16,0 1-287-16,-1 2-237 0,1 4-157 0,-2-2-87 15,1 3-61-15,0 2-73 0,-1 2-63 0,0 4-40 16,1 1-22-16,-3 4-14 0,4 4-8 16,-2 3-6-16,2 6-4 0,3 4-5 0,-4 5-2 15,3 3-3-15,-1 5-5 0,2 4-7 16,1 2-5-16,-2 5-3 0,1 2-3 0,0 1-4 16,-1 0-2-16,2 3-3 0,-1-1 0 0,1-2-3 15,-1-1-2-15,0-6-1 0,-2-1-1 0,5-5 0 16,-3-8-1-16,2-4-1 0,-2-5 0 0,-1-6-3 15,0-2-8-15,-3-9-11 0,1-2-14 16,-3-6-24-16,0-3-55 0,-2-3-74 16,-2-3-84-16,-3-4-152 0,-1 2-237 0,-1-3-322 0,-2 3-274 15,-1-2-177-15,-1 2 65 0,-3-1 555 16</inkml:trace>
  <inkml:trace contextRef="#ctx0" brushRef="#br4" timeOffset="198784.7">29013 8535 21 0,'1'-5'574'15,"4"1"576"-15,-2 2 303 0,3-3-53 16,2 4-368-16,2-1-383 0,2-2-215 0,0 1-128 16,4 0-96-16,-1 0-78 0,6-1-44 0,0-1-28 15,-1 1-16-15,3-3-13 0,3 0-8 0,-2 0-8 16,3 1-5-16,-2 0-5 0,2 0-2 15,-2 4-4-15,-3 2-11 0,0 0-30 0,0 0-82 16,-4 2-92-16,-1 4-176 0,-2-1-292 16,-3 1-342-16,-1 2-372 0,0 1-170 0,-3 2 195 15,-2-1 694-15</inkml:trace>
  <inkml:trace contextRef="#ctx0" brushRef="#br4" timeOffset="199103.96">29629 8553 85 0,'2'0'837'0,"0"1"765"0,-2 3 64 0,-4 3-313 16,3 2-440-16,-4 1-361 0,2 5-215 16,-1-1-134-16,1 4-67 0,-1 1-39 0,1 2-27 15,3 1-17-15,-2-2-15 0,4-1-11 16,-1-2-8-16,5 0-6 0,1-5-6 0,2-5-2 16,5-2-3-16,1-7-1 0,-1-3-1 0,5-4 0 15,0-7-2-15,0-1 0 0,2-6 0 0,0-2 0 16,0-1 0-16,0 0-1 0,-2 3 1 15,-2-1 1-15,0 5 1 0,-4 4-1 0,1 4 0 16,-3 3 1-16,-2 4 1 0,1 4 1 16,-3 4 0-16,-3 4 1 0,1 6 0 0,-1 4 0 15,-1 5-1-15,-2 2 0 0,1 3-1 0,1 4 0 16,0 0-2-16,-2-2-1 0,3 2-1 16,-3 1-3-16,4-5-10 0,-2-1-19 0,2-4-39 15,-2-1-84-15,-1-5-137 0,1-1-245 16,-3-3-314-16,0-1-383 0,0-1-394 0,-3-3-62 15,0-1 598-15</inkml:trace>
  <inkml:trace contextRef="#ctx0" brushRef="#br3" timeOffset="205656.84">5603 3377 227 0,'-2'2'455'0,"2"0"226"0,0-2 100 0,0 1-92 15,0-1-89-15,0 2-69 0,0-2-65 0,0 0-68 16,0 0-71-16,0 0-78 0,0 0-65 16,-1 0-49-16,-1 0-8 0,4 0 12 0,-1 1 23 15,-1-1 15-15,2 2 5 0,-2-2-7 16,3 1-25-16,-3-1-33 0,0 0-35 0,2 1-26 15,-2-1-21-15,1 0-14 0,-1 0-9 0,2 0-6 16,0 0-4-16,-1 0 0 0,2 0 0 16,-3 0-2-16,5 0 1 0,-2 0 1 0,-2 0 0 15,3 0 2-15,-1-1 0 0,2 1 1 16,-2 0 0-16,2-1-1 0,1 1 1 0,-2-2-3 16,1 2 1-16,0 0-1 0,0-1-1 0,0-1-1 15,-2 2 0-15,3-1 3 0,-3 1 9 16,-1 0 0-16,-1-2 8 0,-1 0 5 0,0 2 12 15,0-1 8-15,0 0 10 0,0 1 15 16,-3 0 2-16,3 0 0 0,-3 0-8 0,1 0-12 16,0 1-13-16,-2 0-15 0,1-1-9 0,0 2-7 15,-2 0-2-15,2-1-2 0,-2 1-1 0,2-1-1 16,1-1 0-16,-2 2 0 0,1-1-1 16,1-1 0-16,2 1-1 0,-3-1 0 0,3 2 0 15,0-2-2-15,-2 0-1 0,2 0 0 16,0 0-1-16,0 0 1 0,2 0-2 0,-2 0 2 15,2 0 1-15,-1 0-1 0,1 0 2 0,1 0 0 16,0 0 0-16,0-2 0 0,-2 2 0 16,3-1 0-16,-3 1 1 0,1 0-1 0,1-1 0 15,-1 1 0-15,-1-2 1 0,1 2 0 16,-2 0 0-16,0-1 1 0,0 1 1 0,0 0 1 16,0-2 1-16,0 2 0 0,-2-1 1 0,1 1-1 15,-2 0 0-15,1-2-1 0,-1 2-2 16,-1-2 0-16,3 2 0 0,-2 0-1 0,0-1 1 15,0 1-1-15,1 0 0 0,2 0-1 16,-3 0-1-16,3 0-2 0,-2 0-2 0,2 0-4 16,0 1-15-16,0-1-38 0,0 0-80 0,0 0-133 15,0 0-264-15,2 2-314 0,1 0-380 0,2-1-400 16,1 1-63-16,0-1 634 0</inkml:trace>
  <inkml:trace contextRef="#ctx0" brushRef="#br3" timeOffset="207323.12">10547 4290 71 0,'-1'0'325'0,"1"0"204"16,-2 0 182-16,2-2-33 0,0 2-92 0,-2 0-67 15,2-2-43-15,0 1-45 0,-1 0-50 0,1-1-64 16,0 2-66-16,0-1-69 0,0-1-45 16,0 1-31-16,0-1-6 0,1 1 1 0,-1 1 10 15,2-2 9-15,-2 2 7 0,2 0 7 0,-1-2-9 16,-1 2-14-16,3-1-19 0,-1 1-13 16,-1 0-7-16,-1 0-9 0,3 0-8 0,-1-2-6 15,1 2-6-15,-1 0-6 0,1 0-14 16,0 0-10-16,2 0-7 0,1 0-2 0,0 0 1 15,1 0 0-15,-1 2 0 0,2-2-1 0,0 1-1 16,-2 1-2-16,-1-2 0 0,2 2-2 16,-3-1 2-16,2 1 0 0,-3-1 3 0,2-1 0 15,-3 2 0-15,0-2 8 0,-1 0 8 16,-1 0 7-16,0 0 5 0,0 0 2 0,0 0 5 16,0 0-8-16,0 0-4 0,0 0-7 0,-1 0-3 15,-1 1-4-15,2-1-1 0,0 0-3 0,0 0-1 16,-2 0-1-16,2 2 3 0,0-2 0 15,-3 0 2-15,3 1 3 0,-2-1 2 0,-1 0-1 16,-1 1 0-16,2-1-1 0,-2 2 0 16,0-2-4-16,-2 2-2 0,1-1-1 0,0 0-3 15,-1 1-2-15,2 0 0 0,-1 0 0 16,0 2-1-16,0-3 0 0,2 3-1 0,-2-4 1 16,5 2-2-16,-3 0-1 0,2-2-1 0,-1 0-1 15,2 0-1-15,3 3 0 0,0-3 0 0,0 0 1 16,0 1 0-16,2-1 1 0,0 2 3 15,3-2 0-15,-3 0 1 0,4 1-1 0,-1 1 1 16,-1-1 1-16,2-1-1 0,-3 2-1 16,2-1 0-16,-1-1-1 0,-3 0 0 0,2 2-2 15,-1-2-3-15,-3 2-19 0,-1-1-70 0,-2-1-91 16,-1 3-211-16,-1 0-281 0,1-2-347 16,1 1-422-16,1-2-236 0,0 0 236 0,0 0 846 15</inkml:trace>
  <inkml:trace contextRef="#ctx0" brushRef="#br3" timeOffset="208817.79">13806 4276 140 0,'0'0'331'0,"0"-1"158"0,0 1 70 0,0 0-84 15,0-2-99-15,0 2-56 0,0-2-18 0,-2 1 7 16,2 1 13-16,0 0 5 0,-1-2 1 16,1 2-9-16,0-1-27 0,0 1-45 0,0 0-46 15,0 0-43-15,0 0-44 0,1 1-33 16,-1-1-22-16,0 2-2 0,2-2 3 0,-1 1 6 16,3 1 12-16,0 0 6 0,-1 1 4 0,0 0-7 15,2-2-13-15,-2 2-15 0,2 0-9 16,-2-1-13-16,1-1-7 0,0 0-6 0,-1-1-4 15,2 2-3-15,-2-2-3 0,-1 0-5 0,1 0-4 16,-1 0-3-16,1 0 3 0,-1-2 1 16,-1 1-4-16,2 0 4 0,0-1 0 0,0 0 2 15,-1 1 0-15,-1-2 0 0,-1 2 5 16,0-1 5-16,2 1-1 0,-2-1 4 0,-2 2-1 16,2-1 1-16,-3 1 9 0,2 0 11 15,-1 1 8-15,-4 1 5 0,5-1 0 0,-3 1 4 16,-1-2-3-16,2 1-5 0,0 1-3 0,-2-1-5 15,2-1-4-15,-1 1-5 0,2 1-9 0,-1 0-6 16,1-2-8-16,1 1-3 0,-1-1-3 16,2 0-1-16,0 1-1 0,0-1-3 0,0 0-20 15,0 2-57-15,2 0-54 0,-2-2-102 16,1 0-172-16,-1 0-307 0,0 0-300 0,2 2-242 16,-1 1-152-16,1-1 265 0,1 2 582 0</inkml:trace>
  <inkml:trace contextRef="#ctx0" brushRef="#br4" timeOffset="-213781.09">5709 3377 201 0,'-3'0'380'0,"1"0"182"16,2 2 56-16,-1-2-89 0,1 2-38 0,0-2-26 15,0 0-38-15,1 1-55 0,-1-1-62 16,2 2-64-16,-2-1-72 0,3-1-38 0,-1 2-11 16,2-1-3-16,-1 0-4 0,0 1 2 0,1-2-8 15,-3 3-21-15,2-3-25 0,-1 2-17 16,1-2-8-16,-1 0-7 0,1 2-8 0,3-2 0 16,-3 3 4-16,0-3 2 0,1 0 3 15,-1 0 24-15,2-3 14 0,-2 3 6 0,2-2 22 16,1 2 27-16,-3-2 15 0,0 2-10 0,0 0-7 15,-1-3-5-15,-1 3-28 0,1 0-27 16,-2-2-13-16,0 2-8 0,0 0-6 0,0-1-3 16,0 1 1-16,0 0-4 0,-3 0-6 15,1 0-6-15,-1 0-5 0,1 0-6 0,-1 0-3 16,0 0-1-16,0 1 0 0,-1-1 2 0,0 0-1 16,-1 2 0-16,2-2 4 0,0 0 1 0,-2 3 1 15,2-3-1-15,-1 0 1 0,1 2-2 16,-1-2-2-16,3 2-5 0,-1-2-3 0,2 3-3 15,2-2-3-15,-1 1 1 0,1 1 0 16,1 1 0-16,3-1 0 0,-3 1 1 0,2-1 1 16,1 0-1-16,1 0 1 0,-1-1 1 0,2-1 0 15,-2-1 0-15,-1 0 1 0,3 0 0 16,-3-1 1-16,1-1-1 0,-1 1 1 0,-2-2 0 16,0 0 0-16,0 1-4 0,-1-1-11 15,-2 2-55-15,0-2-71 0,0 1-150 0,-2 0-275 16,1 2-307-16,1 0-377 0,0 0-297 0,0 0-33 15,1 0 666-15</inkml:trace>
  <inkml:trace contextRef="#ctx0" brushRef="#br4" timeOffset="-211895.05">10789 4332 16 0,'0'-3'284'0,"0"2"220"16,0-3 233-16,0 1 61 0,0 2-77 15,0-2-82-15,-1 1-87 0,-1 1-85 0,0-2-68 16,2 3-36-16,-1 0-34 0,-1 0-32 15,2 0-35-15,0 0-31 0,-2 3-30 0,2-3-51 16,0 0-51-16,0 0-42 0,0 0-21 16,0 0-14-16,0 0-12 0,0 0-5 0,2 0-2 0,-2 0-5 15,2 1 2-15,-1-1 3 0,3 0 1 16,-3 0 7-16,5 0 3 0,-1 0 4 0,0 0 0 16,-1 2 0-16,3-2 2 0,1 0-1 15,1 1 2-15,-1 1 0 0,3-1-1 0,0 2-1 16,-1-1-2-16,-1 0-6 0,4-1-5 15,-4 0-2-15,1-1-2 0,1 2 1 0,-3-2 0 16,0 0-1-16,-2 0 1 0,0 0 0 0,-3 0 8 16,-1 0 12-16,1 0 8 0,-3 0 6 15,0 0 1-15,-1 0 3 0,-3 0-5 0,1-2-8 16,-3 2-5-16,1 0-3 0,-1-1 1 16,0 1 0-16,-1 0-3 0,1 0-3 0,0 0 1 15,1 0-2-15,0 0-1 0,0 0-3 0,2 0-2 16,-2 0 0-16,3 0-3 0,0 0-3 15,0 0 1-15,1 0-3 0,-1 0 0 0,2 0 0 16,-1 0 0-16,1 0-1 0,0 0-1 16,0 0 0-16,0 0-1 0,1 1 0 0,-1-1-1 15,3 2 1-15,-1-2-1 0,4 0 1 0,-1 2 1 16,1-2 0-16,2 1-1 0,3-1-5 0,-1 1-16 16,2 1-24-16,1 1-73 0,0-2-81 15,-1 2-164-15,1 2-285 0,-2-1-322 0,3 1-383 16,-1 1-234-16,1-2 72 0,-1 0 708 0</inkml:trace>
  <inkml:trace contextRef="#ctx0" brushRef="#br4" timeOffset="-210298.99">13978 4270 197 0,'2'0'397'15,"-1"0"180"-15,1 0 38 0,-1 1-107 16,-1-1-91-16,2 0-54 0,0 0-27 15,-1 2 2-15,2-2 2 0,-3 0-2 0,2 0-22 16,-2-2-39-16,0 2-28 0,0-1 2 0,0 1 22 16,0 0 11-16,0 1-9 0,-2-1-20 0,2 0-27 15,-3 0-44-15,0 0-50 0,1 2-42 16,-1-2-25-16,0 2-14 0,1-2-12 0,-1 1-9 16,2 1-6-16,-3-1-7 0,2 1-3 15,0-1-5-15,0-1-2 0,1 0-1 0,1 2-2 16,-2-2-3-16,2 0 0 0,0 1-1 0,2-1-2 15,-2 0 0-15,1 0-2 0,1 1 0 0,2 1 1 16,0 0-1-16,-1-1 1 0,0 2 1 16,2-1 2-16,0 0-1 0,1 1-1 0,2-1 2 15,-4-1-1-15,4 2 0 0,-3-3-1 16,0 0 2-16,3-3 1 0,-5 1-2 0,0 1 1 16,0-4 1-16,0 1-1 0,-3 2 1 0,2-2 0 15,-2 0 0-15,-2 3 0 0,2-4 5 16,-3 2 4-16,3 1 5 0,-3-1 3 0,1 2 2 15,1 0 0-15,-1 1-3 0,2 0-6 0,0 1-4 16,0 0-5-16,0 2-2 0,2 1-1 16,-1 2-2-16,3 1-1 0,0 1 0 0,0-1-2 15,2 1-6-15,2 1-23 0,-2 0-79 16,2-3-101-16,0-2-200 0,1-1-287 0,-1-4-356 16,4-2-417-16,1-5-183 0,0-1 291 0,4-1 779 15</inkml:trace>
  <inkml:trace contextRef="#ctx0" brushRef="#br0" timeOffset="-182200.79">17229 7772 170 0,'4'0'436'0,"-2"-3"234"16,-1 1 176-16,-1 2-135 0,2-1-132 15,-2 1-79-15,2 0-52 0,-2 0-61 0,0 0-60 16,0 0-59-16,0 0-52 0,0 0-28 0,1 1-17 15,-1-1-1-15,2 0 0 0,0 1-9 0,-2-1-7 16,1 1-17-16,-1-1-23 0,2 3-17 16,-1-1-12-16,-1 2-8 0,2-2-8 0,0 3-9 15,-2 1-1-15,1 2-4 0,-1 1-3 16,-1 4-5-16,1 2-2 0,-2 2-3 0,0 0-9 16,-1 6-4-16,2 1-6 0,-3 2-4 0,-1 2-4 15,2 2-2-15,2 1-1 0,-4 0-1 16,4 3-1-16,-1-1-2 0,1 1-1 0,-1-1-1 15,0 0-2-15,2 2 0 0,2-3 0 16,0 2-1-16,-2-2 1 0,1 2 0 0,2-3 0 16,-1 3 0-16,2-2-1 0,-1 0 0 0,2 0 0 15,-1 2-1-15,0-1 5 0,1 1 4 16,0 2 3-16,3 0 0 0,-2 1 1 0,0-2-1 16,2 3-3-16,2-1-5 0,-2 1-4 0,1-1-2 15,2 1 0-15,-1-3-1 0,1 1 1 16,1-2 0-16,-1 0 2 0,2-2 1 0,3 0 1 15,0 0-2-15,1-1 1 0,4-1-1 0,-2-1 0 16,3-1 1-16,3-2-2 0,0 1 1 16,4 0-1-16,2-2 0 0,1 0-1 0,1 0 1 15,4-5-1-15,-3 1 0 0,5-2-1 0,1 1 0 16,0-2 0-16,1-2-1 0,2-1-1 16,0 0 1-16,-1-1 1 0,4-1 0 0,-1 0 1 15,0 0 1-15,0 0 0 0,2 2 1 0,1-4-1 16,-1 1-1-16,2-1 1 0,0 2-2 15,1-2-1-15,0 1 0 0,0-1 0 0,-1 0-1 16,0-1 1-16,1-1-1 0,0 0 0 16,0-2 0-16,1 3 1 0,-4-2 2 0,5-1 0 15,-2 0 1-15,0 1 1 0,2-4 1 0,1 2-1 16,0-1 0-16,4-1-1 0,-2-1-1 16,2 0 1-16,0 0-2 0,0-1-1 0,0-2 0 15,3 0 0-15,0 0 0 0,0-2 2 0,0 1 0 16,4-2 2-16,-1 0 0 0,0 0 1 15,4-3-1-15,-2 2 0 0,2-2 0 0,-2 0-2 16,0 1 0-16,1-3-3 0,-2 3 2 0,-1-1 0 16,0-1 1-16,-1 2 0 0,1 0 2 15,1 0 0-15,0 2 0 0,0-2 0 0,2 3-2 16,-5 0 1-16,2 1-2 0,-1-1 0 0,-2 4 0 16,-1-2-1-16,-5 3 0 0,-1-1 1 0,-1 5 1 15,-2-1 0-15,-1 1 1 0,-2 3-1 16,-1 1 3-16,-5 2-2 0,3 1 1 0,-6 1-1 15,0 3 1-15,-3 2 0 0,-2 2 0 16,-3 2 1-16,-1 2-1 0,-4 2-1 0,-3 2 2 16,-3 4 0-16,-1-2-2 0,-4 2 0 0,0 3 1 15,-3 0-1-15,-2 1-1 0,-1-2 0 16,-3 1 0-16,0 0 0 0,-2-5 0 0,-1 1-1 16,-1-3 1-16,-1-3 0 0,0-4 0 15,0 0 2-15,0-6 5 0,-1-2 3 0,-1-4 2 16,1-2 2-16,-1-3 0 0,-1-4 0 0,0-2-5 15,-4-2-3-15,2-6-2 0,-1-1-1 0,2-3-1 16,-3-3 0-16,2 1-1 0,0-2 1 16,-2 0-1-16,2-1 0 0,0 1 0 0,1 1 0 15,-1 0-1-15,1-1 0 0,1 2 0 16,2 2 0-16,1 0 0 0,0 1-1 0,0 3 0 16,3 1-1-16,0 0 0 0,0 1 1 0,4 1 0 15,-1 2 0-15,3 0 0 0,3 0 1 0,-3 2 0 16,3-1-1-16,-2-1 1 0,3 2 1 15,1-1-1-15,-1 1 0 0,1-1 0 0,0 2 0 16,2-1-1-16,-2-1 0 0,3 1 1 16,-2 1-1-16,2 0 1 0,-2 0-1 0,2 0 0 15,-3 0-1-15,0 1 1 0,1 1 0 0,0-1 1 16,0 1-1-16,0-1 0 0,1 1 1 16,0-2 0-16,2 0 0 0,0 0 1 0,3-2-1 15,-4 1 1-15,5-1 0 0,0 2 0 16,1-1 1-16,0 1-1 0,3 1 0 0,-3-1 0 15,3 3 0-15,1 0 0 0,0 0 1 0,3 2-1 16,0 1 0-16,0-2 0 0,1 0 0 16,3 2 0-16,0 1-1 0,1-2 0 0,1-2-1 15,2 0 0-15,0 3-1 0,4-4-1 0,0 0 1 16,1 1 1-16,2-2 1 0,2 2 1 16,-2-1 1-16,5 1 1 0,-2-2 0 0,6 2-1 15,0-1 1-15,1-1-3 0,2-1 0 0,0 2 0 16,1-2-1-16,1 1-1 0,1-1-1 15,0 0 1-15,-1 0 1 0,4 0 2 0,-4 0 0 16,4 0 0-16,1 0 2 0,1-1-2 0,2 1 1 16,-1 0-2-16,2 1-1 0,-3-1 1 15,2 2-2-15,0 1-1 0,0-1 1 0,-2 3 1 16,1 1 1-16,-1-1 1 0,1 2 0 0,2 1 2 16,-2-3-1-16,3 3-2 0,0-2 0 0,-1 0 0 15,2 0-2-15,-2-1 0 0,0-1-1 16,1-1 2-16,2 0 1 0,1-1 1 15,-3-1 1-15,5-1 0 0,-2 0-1 0,1 0-1 16,-1 0 0-16,-1 1-1 0,1-1-1 16,-2 2 0-16,0 0 0 0,-2 0 2 0,0 2 0 15,0 0 0-15,0 1 1 0,0 1 0 0,0-1 1 16,-1 1-1-16,1 0-1 0,-1-2-1 0,0 2 0 16,-2-2-1-16,-1 1-1 0,1-1 1 15,0 0 0-15,-1 0 1 0,-3-2 2 0,2 2 0 16,1-2 2-16,-3 0-1 0,3 1-1 15,-3 0 0-15,-1 0-1 0,0-1 0 0,-1 3-1 16,-1-3-1-16,-2 2 0 0,0 0-1 0,0 0 2 16,-2 0-1-16,-1 0 3 0,-1 0 0 0,4-1 1 15,-5 2 0-15,1-2 1 0,0-2-2 16,-1 1 0-16,1-1 0 0,0 1 0 0,-5-2-2 16,2-2 0-16,-3 2-1 0,1-1 0 15,-4-1-1-15,3 2 1 0,-2 0 0 0,0 0 2 16,-2 0 1-16,-3 2 0 0,1 1 0 0,1-1 1 15,-3 2-1-15,0 0 0 0,1-1 1 0,-1 0-2 16,-1 0 1-16,1-2 1 0,0 4-1 16,-2-5 0-16,0 0 0 0,-1 0 0 0,-2 0-1 15,0 0 0-15,-3-3-1 0,0 1-1 16,1 1 1-16,-1 0 0 0,-2-1 0 0,0 0 0 16,1 1 0-16,-1 1 0 0,1-1-1 0,-2-1 1 15,1 0 1-15,1 1 1 0,-1-4 0 16,2 0 0-16,-1-1 1 0,1-3 0 0,0-2 1 15,1-2-1-15,-1-2 1 0,0-3 1 0,4-2-2 16,-4-2 1-16,1-4 0 0,1-1-1 0,0-1 1 16,-2-4-2-16,-2-3 0 0,-1-2 0 0,0-1 0 15,-2-2-1-15,-3-3 0 0,4 2-2 16,-4-2 1-16,-2-2-2 0,-1-1 1 0,2-1 1 16,-1-1 2-16,-2-3 1 0,-1 0 0 0,1-3 0 15,-3-2-1-15,0-1 0 0,-3-4-1 0,-1 3-1 16,-1-4-1-16,-4 2 1 0,-1-2 0 15,-2 4 0-15,-5 6 1 0,-4 2 1 0,0 6 0 16,-7 7 1-16,-4 6-2 0,-3 5-4 0,-5 6-13 16,-5 7-29-16,-3 5-83 0,-8 4-147 0,-3 4-256 15,-7 2-320-15,-1 2-409 0,-7 2-476 16,-1-1-62-16,-5 5 749 0</inkml:trace>
  <inkml:trace contextRef="#ctx0" brushRef="#br0" timeOffset="-180625.56">18127 12153 114 0,'0'-12'713'16,"0"2"521"-16,0 0 222 0,-5 1-113 0,4 2-418 16,-1-1-332-16,-1 2-168 0,0 0-104 0,-1 2-91 15,1 0-67-15,2 0-38 0,-4 1-28 16,2-1-22-16,-2 4-19 0,2 0-14 0,-2 6-12 16,0 1-9-16,-1 5-5 0,0 8-2 0,-2 6 1 15,0 8 3-15,3 7 2 0,0 6-1 16,1 8-2-16,0 1-2 0,4 5-4 0,0-5-5 15,5-3-4-15,0-4-1 0,3-8-2 0,0-7 0 16,6-5-1-16,-1-7 0 0,2-9 1 16,2-5 0-16,1-10 1 0,0-5 1 0,2-11 1 15,1-7-1-15,-2-12 2 0,1-4-1 16,2-6-2-16,-4-5 0 0,2-2 0 0,-2-3 1 16,-4-2 0-16,-3-1 0 0,0 3 1 0,-3 1 1 15,-3-2-1-15,-3 4 0 0,-4 0 0 0,-3 4 5 16,-3 3 2-16,-3 2 4 0,0 4 3 15,-2 7-2-15,-1 4-14 0,1 4 0 16,1 7 0-16,2 4 0 0,-1 2 0 0,2 7 0 16,3 4 0-16,1 6 0 0,2 6 0 0,-1 10 0 15,4 7 0-15,4 8 0 0,-1 7 0 0,3 6 0 16,3 8 0-16,1 2 0 0,1 2 0 16,3 1 0-16,1 1 0 0,2-3 0 0,2-5 0 15,3-1 0-15,0-6 0 0,2-4 0 0,0-7 0 16,-1-4 0-16,3-6 0 0,-3-2 0 15,1-7 0-15,-2-2 0 0,0-4 0 0,-4-3 0 16,1-2 0-16,-2-1 0 0,-3-3 0 16,-1-2 0-16,0-2 0 0,-4-1 0 0,-1-1 0 15,1-1 0-15,-2-2 0 0,-2 1 0 0,0-2 0 16,-2 0 0-16,1 3 0 0,-2-3 0 16,-1 1 0-16,1-2 0 0,-1-1-21 0,1 2-2 15,0-2 0-15,1 2 1 0,-2 0 1 0,3 1 2 16,-1 3 2-16,0-1 3 0,0 4 2 15,2-1 3-15,-2 2 4 0,0 0 1 0,0 3 2 16,2 0 1-16,-2 0 1 0,2 1 0 16,-2 0-1-16,3 3 1 0,-1 0 0 0,2 1 1 15,-3 3 1-15,4-1 0 0,2 5-1 0,-2 0 1 16,1 4 0-16,4 0-1 0,-1 5 0 16,1-2 0-16,1 1 0 0,1 1-1 0,2-5 0 15,2 0-1-15,-3-3-1 0,2-6-1 0,0-3 1 16,3-3 1-16,-3-8 0 0,-2-3 1 15,2-6 2-15,-6-3 1 0,1-2 1 0,-2-6-1 16,-5-1 1-16,-1-1 4 0,-5-2 7 16,-1 1 5-16,-6-2 3 0,-1 2 3 0,-6-1 0 15,-2 0-4-15,-6-3-6 0,-1 3-4 0,-6-1-6 16,-1 1-6-16,0 4 0 0,0 3 0 16,0 6 0-16,3 5 0 0,3 6 0 0,2 7 0 15,3 6 0-15,3 6 0 0,2 6 0 0,6 3 0 16,2 6-5-16,4-1-20 0,5 0-26 0,2 3-61 15,3-2-93-15,3 2-188 0,4-5-283 16,2 1-353-16,2-2-425 0,5-2-299 0,-1-2 173 16,6-1 829-16</inkml:trace>
  <inkml:trace contextRef="#ctx0" brushRef="#br0" timeOffset="-179639.08">20435 12021 142 0,'-3'-9'783'0,"0"1"592"16,0 1 170-16,-2-1-214 0,0 2-447 0,-1-1-335 16,-3 2-168-16,1 0-121 0,-2 3-90 15,-2 0-51-15,0 2-33 0,1 0-24 0,-1 2-17 16,1 0-15-16,-2 3-10 0,0 0-8 15,0 3-4-15,1 2-4 0,1-1-2 0,1 2-2 16,0 0-1-16,0 1 0 0,3 0 0 0,-2 1-2 16,4 0 1-16,2 1 0 0,0 2 0 15,1-1-1-15,4-1 1 0,1 4 1 0,2-1-1 16,4 1 2-16,1 1 0 0,1-2 0 0,6 3 0 16,1-1 1-16,2 0 0 0,2-2-1 15,0 1 1-15,1-1 1 0,0-1-2 0,-2-1 0 16,-2-1 0-16,-2 1 1 0,-2-2 0 0,-3 1 1 15,-4 0 1-15,-1 2 2 0,-6 0 0 16,-2 2 2-16,-6 0-2 0,-3 2 0 0,-3-1-2 16,-4 2 0-16,-1-1-2 0,-3 0-1 15,-1-3 0-15,-2-2-1 0,2-2-1 0,3-2-1 16,0-3-1-16,5-4-1 0,0-1-3 0,6-3-9 16,4-4-12-16,4-1-21 0,5-6-52 15,3-1-68-15,5-2-70 0,1-1-98 0,6-3-132 16,1-2-149-16,5 1-109 0,0-2-102 15,4 1-142-15,0 1-42 0,4 1 129 0,1 0 274 16,-1 0 312-16,1 3 239 0,3-2 182 0,-3 2 188 16,-4 0 210-16,-1 2 187 0,-3-1 64 0,-4 1-43 15,-1 2-39-15,-4 1 22 0,-5 0-50 16,1-1-108-16,-6 1-126 0,-3-3-86 0,-2 1-74 16,-1-2-86-16,-4 3-58 0,-3-4-33 15,-3 0-20-15,-2-1-14 0,-2 2-10 0,-5-1-8 16,1 0-4-16,-3 1-2 0,2 3-1 0,-2 1-3 15,0 4-4-15,0 3-4 0,2 3-6 16,2 5-4-16,1 2-4 0,3 5-4 0,1 2 0 16,4 7-1-16,0 0 1 0,5 4 0 0,2 4 0 15,1 2 1-15,4 4-2 0,2 1-1 16,0 0-3-16,6 1-2 0,-2-2-1 0,6-2-3 16,-1-4-13-16,4-1-24 0,0-6-75 0,1-4-101 15,0-4-196-15,0-2-295 0,-1-6-360 16,-1-5-428-16,0-3-209 0,0-6 287 0,-3-3 796 15</inkml:trace>
  <inkml:trace contextRef="#ctx0" brushRef="#br0" timeOffset="-179109.04">21001 12187 168 0,'0'-14'785'0,"-3"7"482"0,0 3 136 15,1 4-123-15,-1 2-431 0,0 2-319 0,2 1-164 16,1 3-102-16,0 2-85 0,1 2-67 0,5 1-46 15,-3 2-26-15,4 0-15 0,-1 1-7 0,2 3-4 16,1-2 2-16,-1 1 7 0,2 2 7 16,1 1 9-16,-1 1 11 0,-1 2 6 15,0 0 4-15,1 5-2 0,-2 1 0 0,-2 0-4 16,3 7-4-16,-2 1-6 0,-2 2-6 0,0 6-8 16,-2-1-6-16,2 5-5 0,-1 1-5 0,-1 2-4 15,2-1-2-15,-2-1-2 0,4-2-1 16,-1-2-3-16,2-6-2 0,-2-4-1 0,0-6-1 15,-1-5 1-15,-1-5 0 0,-1-6 0 16,-2-4 1-16,-1-7 0 0,-3-6 0 0,2-4 0 16,-4-6 0-16,-2-2 1 0,1-7-1 0,-3-5-2 15,1-6 0-15,-4-5 1 0,2-6 0 16,0-9 0-16,0-3 1 0,2-8 0 0,-2-6 2 16,3-4-2-16,2-4-1 0,2 0-1 0,3-2-1 15,7 4 1-15,-1 5 1 0,6 6 1 16,1 5 0-16,2 7 1 0,0 9-1 0,1 5 0 15,1 7-2-15,1 6 1 0,-4 4 0 0,3 6-1 16,-1 4 2-16,1 6-1 0,-2 6 1 16,0 3-1-16,-3 8 0 0,1 3 1 0,-3 5-1 15,2 3 1-15,-6 4 0 0,2 5 2 16,-4 4 0-16,0 3 0 0,-4 3 1 0,-2 3-1 16,-1 2 0-16,-5 1 0 0,0-1-1 0,0-2-1 15,-1 1 0-15,-5-6 0 0,-1-4 0 0,1-3-1 16,0-4-3-16,-3-8-7 0,0-3-15 15,4-5-25-15,-2-7-54 0,1-6-82 16,1-5-145-16,5-3-252 0,2-6-315 0,6-2-380 16,3-3-318-16,3-6-39 0,2 1 625 0</inkml:trace>
  <inkml:trace contextRef="#ctx0" brushRef="#br0" timeOffset="-178761.96">21684 12141 485 0,'8'-15'1503'0,"-4"4"316"0,-4 4-314 0,-5 1-370 16,-2 2-474-16,-1 6-295 0,-4 3-150 16,-1 2-77-16,-1 5-41 0,-5 3-22 0,0 6-17 15,-2 3-10-15,1 6-8 0,-1 2-6 0,5 3-31 16,-1 0-4-16,4-2 0 0,5-1 0 16,4-5 0-16,4-4 0 0,6-6 0 0,0-5 0 15,6-6 0-15,2-4 0 0,2-6 0 0,1-6 0 16,0-3 0-16,2-7 0 0,0-3-5 15,-3-2-11-15,1-3-2 0,-1-3 3 0,1-1 4 16,-5 0 4-16,-1 2 4 0,-2 3 4 0,-1 2 1 16,-1 5 1-16,-4 3 1 0,0 4 0 15,-1 4-1-15,-2 5-2 0,0 4 1 0,-2 6-3 16,0 5-2-16,-1 8 1 0,0 4 2 16,0 4 0-16,0 5 0 0,-1 4 2 0,3 2-1 15,-1 1 0-15,2 0-1 0,2-2-9 0,1-1-17 16,0-4-28-16,0-6-73 0,1-4-97 15,-1-6-185-15,2-5-292 0,1-4-353 0,2-5-418 16,-2-7-222-16,2-6 192 0,1-3 783 16</inkml:trace>
  <inkml:trace contextRef="#ctx0" brushRef="#br0" timeOffset="-178417.93">21877 12152 314 0,'9'-30'970'0,"-2"4"510"0,-1 5 32 15,-1 3-307-15,0 2-434 0,-1 6-275 0,0 4-154 16,0 3-120-16,0 4-85 0,0 4-49 15,1 4-29-15,0 1-22 0,3 5-16 0,-2 4-9 16,2 3-5-16,-1 2-2 0,3 3-3 16,-2 5 0-16,0 1 0 0,0 4 0 0,1 2-1 15,0 0-1-15,-1 0-1 0,2-3 0 16,-2-4-2-16,0-1 0 0,0-8 1 0,1-4 1 0,-2-6 2 16,-2-6 1-16,1-7 1 0,-1-6 1 15,-1-6 4-15,1-5 4 0,-2-4 5 0,1-4 5 16,-4-2 1-16,1-2 0 0,-1-2-3 15,-1-1-4-15,1 1-5 0,0-1-5 0,0 2-3 16,0 1 0-16,1 1-3 0,1 4-1 16,3 3-2-16,-2 4-4 0,3 3-10 0,0 3-16 0,2 4-28 15,0 2-63-15,0 4-73 0,1 2-86 16,-1 3-139-16,2 1-189 0,-1 4-301 0,1 0-229 16,0 0-186-16,2 1-10 0,-1-2 419 15,2 1 490-15</inkml:trace>
  <inkml:trace contextRef="#ctx0" brushRef="#br0" timeOffset="-178172.04">22383 12077 279 0,'3'-11'1127'0,"-3"1"595"16,0 1-114-16,-1 3-390 0,-3 2-432 15,0 1-291-15,-5 2-206 0,0 2-113 0,-2 4-66 16,-3 1-38-16,1 5-23 0,-2 3-14 0,0 6-11 16,3 2-7-16,2 5-4 0,1 5-2 15,2 3-3-15,3 3-3 0,1 2-1 0,1 3-3 16,5-4-1-16,2 1-2 0,3-5-2 15,-2-3-2-15,4-4-6 0,2-4-11 0,-1-8-15 16,2-2-19-16,0-8-30 0,-1-5-55 16,1-7-64-16,-2-3-54 0,-1-4-40 0,0-2-24 15,0-5 4-15,-2 2 66 0,0-1 93 0,-2 1 70 16,-1 1 39-16,-2 5 25 0,-1 2 14 0,-2 3 9 16,0 5-12-16,-2 3-97 0,-1 4-188 15,0 1-290-15,-1 2-264 0,1 7-256 0,2-1-143 16,-4 3 295-16,5 1 520 0</inkml:trace>
  <inkml:trace contextRef="#ctx0" brushRef="#br0" timeOffset="-177237.05">22514 12056 4 0,'0'-5'464'0,"2"3"461"0,-2 0 275 0,0 1-24 16,0 0-306-16,0 1-243 0,0 1-146 0,2 0-95 15,-2 3-64-15,0 1-49 0,1 1-51 16,-1 5-63-16,3 3-54 0,-1 4-34 0,1-1-16 15,2 6-9-15,-4 1-6 0,4 3 0 16,-2 2 0-16,2 1 0 0,-2 4-4 0,2-4-5 16,1 3-3-16,-1 0-7 0,0 0-6 0,1-3-5 15,1 0-3-15,-1-5-1 0,1-1-3 0,2-5-1 16,-1-3-2-16,2-4 0 0,-2-3-2 16,4-3 0-16,-2-6 1 0,2-5 1 0,-3-1 0 15,4-4-2-15,-2-3 0 0,0-2-9 16,0 0-16-16,-2-2-51 0,-2 0-73 0,-1 3-114 15,0 1-199-15,-3 1-299 0,-1 1-347 0,0 3-312 16,-1-1-148-16,-1 5 345 0,0-1 684 16</inkml:trace>
  <inkml:trace contextRef="#ctx0" brushRef="#br0" timeOffset="-176965.12">23066 12152 150 0,'7'-19'1010'16,"-3"2"665"-16,0 6-57 0,-6 2-339 0,-3 3-451 15,0 5-329-15,-4 3-221 0,-4 5-110 16,2 7-56-16,-2 1-33 0,-1 3-21 0,1 5-14 16,0 4-9-16,1 1-8 0,3 4-8 0,1 2-5 15,3 0-6-15,2 2-4 0,3-2-4 16,3-5-2-16,2 1-1 0,6-7-1 0,0-3-3 15,5-1-8-15,-2-6-16 0,5-5-39 0,0-2-79 16,-2-3-125-16,3-3-236 0,-3-1-303 16,0-3-363-16,-1-1-385 0,0-2-107 0,-4-4 495 15,1-3 746-15</inkml:trace>
  <inkml:trace contextRef="#ctx0" brushRef="#br0" timeOffset="-176750.94">23341 12172 616 0,'-1'6'1363'0,"-3"2"261"16,1 1-231-16,2 3-379 0,1 3-411 0,0 3-226 15,0 3-146-15,3 5-72 0,2 3-37 0,3 6-24 16,1 8-18-16,4 4-14 0,0 13-14 16,0 7-17-16,0 6-11 0,1 8-9 0,-2 6-6 15,-3 4-7-15,2 2-2 0,-1 0-1 16,-2-7-12-16,-2-3-14 0,0-10-19 0,-3-6-44 15,-1-9-79-15,-5-9-103 0,-3-8-165 0,-2-7-280 16,-5-13-334-16,0-7-327 0,1-10-159 16,-6-12 219-16,4-10 633 0</inkml:trace>
  <inkml:trace contextRef="#ctx0" brushRef="#br0" timeOffset="-176540.17">23356 12083 22 0,'10'-46'835'15,"-3"10"809"-15,-4 5 57 0,-3 8-343 0,-1 5-405 16,-4 5-404-16,1 5-258 0,0 1-124 0,-1 5-67 16,2 4-38-16,0 3-26 0,1 1-17 0,2 5-11 15,4 5-6-15,0 3-4 0,4 5-8 16,2 3-24-16,-1 3-78 0,3 1-94 0,0 1-192 16,2-1-289-16,0 1-350 0,3-2-413 15,-1-3-198-15,3-1 229 0,-1-3 783 0</inkml:trace>
  <inkml:trace contextRef="#ctx0" brushRef="#br0" timeOffset="-176392.18">23908 12244 400 0,'7'8'1421'16,"-4"1"366"-16,0 6-291 0,1 0-357 0,-4 10-459 16,0 2-314-16,0 7-168 0,-4 3-79 15,3 3-43-15,-1 3-28 0,2 0-23 0,0-2-22 16,0-4-33-16,2-3-89 0,-1-7-138 15,-1-4-258-15,0-7-307 0,0-8-393 0,-3-7-448 16,0-7-79-16,-3-9 659 0</inkml:trace>
  <inkml:trace contextRef="#ctx0" brushRef="#br0" timeOffset="-176243.93">23873 11787 272 0,'-7'-28'1110'0,"-1"12"487"0,-1 6-132 16,-1 5-303-16,2 5-486 0,0 5-289 0,-1 2-197 15,4 4-98-15,1 0-88 0,2 3-93 16,4 1-143-16,-1 0-242 0,9 1-292 0,1 1-346 16,3 0-301-16,2 0-90 0,0 0 502 15</inkml:trace>
  <inkml:trace contextRef="#ctx0" brushRef="#br0" timeOffset="-175200.45">25052 12543 421 0,'3'15'928'0,"-3"-2"295"0,-3-1-22 16,3 2-269-16,0-2-282 0,5-2-167 0,-5-1-116 16,1-1-64-16,-1-4-48 0,3-1-46 0,-1-5-57 15,1-2-45-15,0-6-27 0,2-5-16 16,3-8-12-16,1-7-7 0,3-2-4 0,-3-6-7 15,5-3-1-15,-1 1 1 0,-1-2-1 0,0 6-4 16,-1 0-5-16,0 4 3 0,-5 4-3 16,1 3-1-16,-3 7 1 0,1 4 1 0,0 2-1 15,-4 3-6-15,1 5-4 0,-1 0-2 16,3 8-6-16,-1 4-2 0,2 5 0 0,-1 5-1 16,1 7 0-16,3 3 0 0,0 4 2 0,0 4-1 15,3-1 1-15,-3 5-2 0,0-1 1 0,1-1-2 16,0-3 0-16,0-3-2 0,-1-4-1 0,1-5 0 15,0-3 0-15,-1-6-1 0,2-5 0 16,2-3 1-16,-2-7 1 0,2-8 0 16,1-6 1-16,2-8 0 0,-1-4-1 0,-1-6-1 15,2-1 0-15,0-2 0 0,-2 1-1 0,-1 2 0 16,2 4-1-16,-6 1 2 0,0 6 0 16,-2 5-2-16,2 2 2 0,-5 3 1 0,2 6 0 15,-4 5 1-15,3 5 2 0,-3 7 0 16,2 3 1-16,-3 10 1 0,2 2-1 0,0 6-1 15,-1 2 1-15,1 2-1 0,-1 1-1 0,3 1-2 16,0-3 0-16,1-4-1 0,0-2-2 0,1-7 0 16,4-4-1-16,-1-6 0 0,4-6 0 15,1-12 2-15,2-5-1 0,2-9 1 0,0-7 1 16,1-7 0-16,0 1-1 0,-2-5 0 0,2 2 0 16,-3-1 0-16,0 6-1 0,-3 4 1 15,1 0 0-15,-5 6 0 0,1 3 0 0,-1 4 0 16,-3 4 1-16,-1 2 0 0,2 6 0 15,-4 3 1-15,0 5 2 0,0 5 0 0,2 2 0 16,-4 6 0-16,1 1-1 0,-1 4-1 16,-1 1-1-16,0 0 0 0,4 0-2 0,-4 0-12 15,1-2-22-15,1-3-58 0,0-2-79 0,-1-4-155 16,-1-3-277-16,2-2-322 0,1-3-390 16,0 0-317-16,0-3 16 0,5 0 705 0</inkml:trace>
  <inkml:trace contextRef="#ctx0" brushRef="#br0" timeOffset="-174903.05">26209 12541 20 0,'10'-6'553'15,"1"-2"512"-15,-2-3 318 0,0-2 20 0,-3 0-357 16,1-4-348-16,0-3-223 0,-2-1-119 16,0-3-97-16,-1-3-87 0,1-1-53 0,-4 0-30 15,-1-2-18-15,0 0-15 0,0 0-9 0,-6 1-8 16,3 1-1-16,-2 3 1 0,-1 3-2 15,-2 5-1-15,-3 1-5 0,1 9-6 0,-1 5-6 16,-1 4-9-16,1 9-6 0,-2 3-2 0,4 7-1 16,1 6 1-16,1 2 0 0,2 6 0 15,1 5 2-15,1 4 1 0,1 2-1 0,2 4 0 16,2 1-2-16,1 1-1 0,1-1-3 16,3-1-1-16,1-4-3 0,3-2-6 0,1-5-16 15,1-7-26-15,1-3-74 0,1-6-101 16,-1-7-193-16,-1-5-293 0,-1-7-360 0,2-5-429 0,-1-8-211 15,1-6 267-15,-1-5 788 0</inkml:trace>
  <inkml:trace contextRef="#ctx0" brushRef="#br0" timeOffset="-174649.04">26515 11668 163 0,'4'-25'704'0,"0"5"449"16,-3 9 225-16,1 6-96 0,1 6-365 15,1 5-287-15,0 6-183 0,-1 3-103 0,2 8-97 16,-2 2-84-16,2 5-46 0,1 7-24 16,2 1-18-16,-4 5-15 0,4 3-14 0,-3 4-12 15,2 4-9-15,2 0-9 0,-4 3-6 0,1 4-5 16,1-1-3-16,-3-1-2 0,4 0-10 16,-3-2-19-16,-2-6-45 0,0-1-82 0,-1-6-140 15,-2-6-236-15,0-3-318 0,-4-7-378 16,3-4-367-16,-2-7-69 0,-2-4 586 0,-3-5 687 0</inkml:trace>
  <inkml:trace contextRef="#ctx0" brushRef="#br0" timeOffset="-174442.19">26443 12141 517 0,'-10'-26'1214'0,"1"4"329"15,3 4-138-15,1 2-329 0,-1 4-459 0,5 4-224 16,1 0-150-16,1 0-89 0,5 3-52 15,2 1-35-15,4-2-23 0,5 1-11 0,0-1-7 16,4 0-6-16,2 2-10 0,3 0-5 16,-2-3-2-16,2 3-2 0,0 2-1 0,0-2-17 15,-2 2-67-15,-3 2-74 0,-1 0-148 0,-1 1-273 16,-4 5-319-16,0-1-376 0,-2 6-251 16,-2-1 2-16,-2 2 643 0</inkml:trace>
  <inkml:trace contextRef="#ctx0" brushRef="#br0" timeOffset="-174169.99">26869 12379 463 0,'4'48'1014'0,"-1"2"310"0,2 2-37 0,2 0-318 15,1-3-373-15,4-2-249 0,1-9-125 0,4-5-82 16,-1-8-62-16,3-7-36 0,0-7-18 0,0-7-5 16,-2-8-8-16,-1-8-1 0,0-5 0 15,-3-4 20-15,-4-9 47 0,0-1 38 16,-4-2 32-16,-1-2 17 0,-4 1 8 0,-5 1-18 15,-2 2-36-15,-3 1-31 0,-2 1-25 16,-2 4-17-16,0 5-13 0,-2 4-9 0,3 2-7 16,1 7-5-16,-1 4-3 0,4 6-5 0,2 4-4 15,1 5-7-15,3 3-19 0,0 6-40 0,1 0-81 16,1 3-138-16,1 3-265 0,0 1-315 16,1-2-380-16,4 0-378 0,3-1-51 0,1-1 643 15</inkml:trace>
  <inkml:trace contextRef="#ctx0" brushRef="#br0" timeOffset="-173621.98">27740 12314 29 0,'18'-23'487'0,"0"2"443"16,-3-1 263-16,0 3-25 0,-3-1-295 0,-2 6-180 15,-2-1-150-15,-1 1-111 0,-6 4-74 16,-1 2-57-16,-1 1-74 0,-7 7-79 0,0 3-50 16,-5 5-29-16,0 4-18 0,-4 5-14 0,1 8-5 15,-3 3-7-15,1 6 1 0,-2 7-2 16,2 1-3-16,0 3-2 0,2 0-5 0,3-2-4 15,3-4-5-15,3-3-4 0,6-6-1 0,1-7-1 16,3-5-1-16,3-7 2 0,7-7-1 16,0-8 2-16,4-9 0 0,2-7 0 0,5-11 0 15,-1-5-2-15,2-8 1 0,2-3-2 0,2-7 1 16,-4-5 0-16,2-1 2 0,-2-3-1 16,-1-1 2-16,-5-2 0 0,-2 0 0 0,-1-1-2 15,-5 2 0-15,-4 0 0 0,-4 3 0 0,-3 4 0 16,-2 5 2-16,-1 6 7 0,-3 8 6 15,-1 8 4-15,-3 6 2 0,-2 8 1 0,1 7 0 16,-1 9-3-16,-3 7-3 0,1 8 0 16,1 9 1-16,1 9 0 0,1 8 1 0,3 8-2 15,0 8-2-15,0 5-2 0,2 9-3 0,-1 5 0 16,2 5 1-16,1 3-2 0,-1 4-3 0,4-1-2 16,1-4 0-16,1-5-4 0,8-7-3 15,1-7-4-15,3-11-9 0,3-7-14 0,0-7-21 16,1-7-39-16,-3-7-80 0,5-6-103 0,-2-9-177 15,1-4-289-15,2-6-337 0,1-6-363 0,0-5-164 16,2-5 235-16,1-5 702 0</inkml:trace>
  <inkml:trace contextRef="#ctx0" brushRef="#br0" timeOffset="-173262.74">28258 12448 44 0,'12'-26'822'0,"-4"6"836"0,-4-1 82 16,0 6-351-16,-4 5-444 0,-4 3-381 15,1 5-243-15,-3 6-133 0,-2 4-69 0,-3 6-37 16,0 7-22-16,-4 5-15 0,1 6-12 15,1 2-10-15,0 5-8 0,1 2-7 0,4 2-4 16,1-3-3-16,4 0-2 0,3-7-2 16,3-2 0-16,3-7-2 0,3-8 1 0,6-7 0 15,0-8 1-15,6-7-3 0,0-10-4 0,1-6-6 16,1-6-5-16,0-9-3 0,4-5-2 0,-1-4 2 16,3-4 6-16,-2-4 6 0,-1 0 5 15,0 2 4-15,-6 2 2 0,-1 8 4 0,-6 6 1 16,-2 8 2-16,-6 4 5 0,-4 10 1 15,-1 5 3-15,-1 6 0 0,-3 9 5 0,0 6 2 16,-4 8 0-16,2 4 0 0,-1 7-3 0,1 5-3 16,-2 4-5-16,5 6-4 0,-2 1-4 0,5 0-2 15,0 0-1-15,3 1-2 0,2-5-1 16,3-2-1-16,0-7-1 0,2-2-8 0,2-7-12 16,-1-4-19-16,-1-3-31 0,-1-6-67 15,-3-4-79-15,-1-2-130 0,-2-3-209 0,1-1-305 16,-4-2-340-16,0 0-243 0,-2-4-96 0,0 4 457 15,-3 0 634-15</inkml:trace>
  <inkml:trace contextRef="#ctx0" brushRef="#br0" timeOffset="-171772.14">17545 14185 11 0,'0'-12'375'0,"-2"3"366"0,1-3 344 16,-1 1 75-16,-2 1-281 0,1 0-143 0,-1 1-105 15,1-1-115-15,0-1-105 0,0 2-75 16,-2-1-62-16,2 3-81 0,-2 0-55 0,2 2-34 15,1 1-24-15,1 2-15 0,-1-1-14 16,2 3-11-16,-1 2-10 0,1 1-3 0,1 4-2 16,-1 7 0-16,3 5 3 0,-1 7-1 0,1 5 0 15,2 4-4-15,-2 4-5 0,0 3-6 16,0 1-3-16,2-1-4 0,0 0-1 0,1-1-1 16,0-5 0-16,2-2 0 0,-1-2-2 15,1-4-2-15,2-4 0 0,-1-1-2 0,0-6 0 16,3 0-2-16,0-4 1 0,2-5 0 0,-1 1 0 15,1-4 1-15,3-1 2 0,-1-2-1 0,5-1 2 16,1 0 0-16,1 4 0 0,3-3 1 16,2 4 0-16,-1-1 0 0,5 7 0 15,0-2 0-15,-1 3 0 0,2 2 0 0,-1-1-2 16,0 3 1-16,-4-3 0 0,2 0-1 0,-3-3 1 16,-2-1 1-16,-3-3 1 0,-1-5 0 0,-1-2 1 15,-2-7 1-15,-6-5 2 0,2-4 7 0,-4-5 7 16,-2-6 9-16,-2-4 9 0,-4-5-35 15,-2-1-3-15,-2-3 0 0,-4 0 0 16,-2-1 0-16,-6-1 0 0,1 3 0 0,-4 1 0 16,-1 1 0-16,0 1 0 0,-3 4 0 0,0 3 0 15,1 3 0-15,2 5 0 0,1 2 0 0,4 4 0 16,2 5 0-16,3 2 0 0,4 4 0 16,2 4 0-16,4 6-10 0,2 0-186 0,1-1-106 15,2 4-204-15,3 0-290 0,-2 1-355 16,4 0-393-16,2-3-160 0,-3 2 357 0,1-1 787 15</inkml:trace>
  <inkml:trace contextRef="#ctx0" brushRef="#br0" timeOffset="-171597.15">18479 14323 653 0,'10'14'1655'0,"-1"2"122"16,-4 3-349-16,-2 5-347 0,-1 2-470 0,-2 7-285 15,-2 3-125-15,-1 6-60 0,-2 4-39 16,-1 2-32-16,2 1-24 0,0-3-18 0,3-2-14 15,2-5-8-15,4-5-8 0,3-7-16 16,0-5-29-16,-2-5-76 0,1-6-126 0,-3-5-247 16,1-7-322-16,-5-7-409 0,0-3-489 0,-3-4-142 15,1-4 649-15</inkml:trace>
  <inkml:trace contextRef="#ctx0" brushRef="#br0" timeOffset="-171423.82">18486 14265 147 0,'-7'-21'1107'15,"3"5"649"-15,-4 6-150 0,-2 6-366 16,1 2-424-16,-1 5-370 0,1 2-223 0,3 3-101 16,-1 3-50-16,2-2-30 0,2 2-20 15,3-1-15-15,3 1-7 0,2-1-15 0,2 1-48 16,1-3-79-16,2 1-135 0,0 0-253 0,1-2-309 16,2-2-378-16,0 0-338 0,0 0-62 0,0-1 590 15</inkml:trace>
  <inkml:trace contextRef="#ctx0" brushRef="#br0" timeOffset="-171076.21">18769 14041 273 0,'3'-8'1139'0,"-3"2"545"0,1-1-133 16,-1 6-331-16,0 1-476 0,2 3-276 16,-1 2-182-16,-1 7-95 0,0 2-49 0,2 5-28 15,1 6-21-15,-1 3-17 0,1 5-11 0,0 5-10 16,2 5-9-16,-2 1-6 0,3 6-36 0,1 0-4 16,-1 3 0-16,2 0 0 0,0-3 0 15,3 1 0-15,0-4 0 0,2-4 0 0,-1-4 0 16,1-4 0-16,1-5 0 0,-1-5 0 15,1-4 0-15,1-4 0 0,-3-5 0 0,-1-3 0 16,0-5 0-16,0-2 0 0,-1-7 0 0,-2-2 0 16,3-6-36-16,-3-3-37 0,0-5-32 15,-2-2-65-15,2-2-73 0,-4-3-123 0,1 0-189 16,0-1-302-16,2-1-331 0,-3-1-237 16,1 0-101-16,-1 0 417 0,1-3 619 0</inkml:trace>
  <inkml:trace contextRef="#ctx0" brushRef="#br0" timeOffset="-170780.81">19181 13964 70 0,'0'-5'660'16,"4"4"659"-16,-4-3 295 0,1 2-184 0,-1 2-437 15,0 0-361-15,2 0-200 0,-1 0-149 0,1 0-101 16,0 2-58-16,-1 2-32 0,1 2-19 15,-1 2-9-15,1 7-9 0,0 3-6 0,0 6-9 16,-2 6-7-16,-2 6-6 0,0 6-8 16,0 5-19-16,1 3 0 0,-1 6 0 0,1 1 0 15,1-2 0-15,1 2 0 0,2-2 0 0,5-4 0 16,-2-2 0-16,6-7 0 0,-3 0 0 0,5-6 0 16,1-4 0-16,0-2 0 0,1-6-31 15,0-3-58-15,-3-4-83 0,2-6-166 0,-2-1-269 16,1-6-335-16,1-3-412 0,-1-5-406 15,0-4 20-15,-3-2 816 0</inkml:trace>
  <inkml:trace contextRef="#ctx0" brushRef="#br0" timeOffset="-170213.1">19728 14339 159 0,'3'-2'796'15,"2"2"485"-15,-1 0 96 0,-1 3-107 0,2 4-411 16,-1 1-319-16,1 2-159 0,-1 5-88 16,3 3-63-16,-1 3-67 0,-1 3-42 0,4 5-28 15,-2 1-24-15,-1 2-17 0,1 2-14 0,-1-1-14 16,0-1-10-16,-1-4-8 0,0-3-6 15,-1-2-3-15,0-3-2 0,1-6-9 0,-4-2-20 16,2-3-42-16,-3-5-76 0,-1-4-116 16,-1-4-192-16,-1-5-298 0,-2-3-341 0,-1-1-341 15,-1-3-139-15,-2-5 345 0,-2 0 668 0</inkml:trace>
  <inkml:trace contextRef="#ctx0" brushRef="#br0" timeOffset="-170045.64">19701 14121 483 0,'-3'-9'1433'0,"-3"1"310"0,2 3-277 16,-3 1-353-16,4 0-488 0,0 4-279 0,-1-2-158 15,1 2-81-15,2 0-44 0,1 0-29 0,0 0-17 16,0 2-13-16,4 2-5 0,1 3-11 16,2 0-26-16,2 0-79 0,0 2-107 0,0 2-194 15,0 0-292-15,3 1-351 0,1 2-391 16,1 2-168-16,1 0 310 0,2 1 734 0</inkml:trace>
  <inkml:trace contextRef="#ctx0" brushRef="#br0" timeOffset="-169667.49">20333 14355 120 0,'-4'-6'1001'15,"0"0"706"-15,-8 0-62 0,-2 2-344 0,-2-2-437 16,-3 6-344-16,-1 0-228 0,-1 0-109 15,1 6-56-15,-2 1-35 0,1 5-24 0,1 2-20 16,2 9-13-16,2-2-10 0,2 6-7 16,3 2-6-16,6 5-5 0,0 0-3 0,5 0 0 15,4-1-3-15,2-7-2 0,4 1-2 0,4-9 0 16,2-4 0-16,3-7-1 0,1-7 1 16,2-4 2-16,0-11-1 0,2-4 0 0,0-5 0 15,-5-5 2-15,1-1 0 0,-2-1 0 16,-1 2 1-16,-2 1 1 0,-3 2 1 0,-2 4-1 15,-2 2 1-15,-1 6 0 0,0 3 0 0,-6 3 0 16,2 2 0-16,-1 5-1 0,-2 2-1 16,-2 6-1-16,2 5 0 0,-1 1-2 0,-1 5 0 15,1 2 0-15,1 4 1 0,0-1-1 0,0 3 0 16,1-3 0-16,2 3-1 0,2-2-10 16,0-1-20-16,3 0-39 0,-4-3-82 0,3-2-143 15,-1-4-268-15,1 1-321 0,2-2-397 0,0-2-413 16,1-2-42-16,6-1 703 0</inkml:trace>
  <inkml:trace contextRef="#ctx0" brushRef="#br0" timeOffset="-168715.88">20562 14797 82 0,'1'8'681'0,"2"-2"527"16,-1-2 129-16,0-3-141 0,-1 1-349 16,1-4-306-16,-1-2-165 0,3-3-100 0,-1-8-57 15,0-4-42-15,5-9-40 0,0-3-50 0,1-7-29 16,2-3-11-16,0-5-4 0,1 0-2 16,-2-1-10-16,1 2-3 0,-1 4 5 0,1 1-2 15,-5 7 5-15,1 5 5 0,-2 5 5 16,-4 5 1-16,2 4-5 0,2 3-6 0,-5 3-10 15,0 5-7-15,0 6-6 0,-3 3-6 0,1 7-3 16,-1 7-2-16,3 4-2 0,0 7-1 0,0 1 0 16,0 2 2-16,3 4 0 0,2 2 4 15,-1-3 3-15,3 1 1 0,-1-3 1 0,-1-2-3 16,2-6 1-16,0-4-4 0,0-4-1 16,1-4-2-16,-2-5 1 0,3-4-1 0,-1-8 1 15,2-4-1-15,1-7 0 0,-2-4 0 0,-1-5-1 16,5-5 0-16,-4-1 0 0,3-2 1 0,-2 0 0 15,0-1 0-15,-2 0 0 0,3 5 1 16,-5 0-1-16,1 5-1 0,-3 3 0 16,1 4 0-16,-2 4-1 0,1 3 1 0,-2 4 0 15,2 4 1-15,-1 7-1 0,0 3 0 0,0 8 0 16,0 0 0-16,1 5 1 0,0 1 1 0,0 5 1 16,2-3 0-16,-2 3 1 0,1-1-1 15,2 0-1-15,-3-4 1 0,4 0-1 0,-2-5-2 16,-1-3 0-16,2-4-1 0,-1-2-1 15,3-5 0-15,-1-5 0 0,0-4-1 0,0-6 2 16,5-4-1-16,-4-5 0 0,1-5 0 0,1 1 0 16,-2-5 0-16,-1 1 1 0,1 1 1 0,-2 1 1 15,-2 1 0-15,0 5 0 0,-2 1 0 16,0 7-1-16,-1-2 0 0,0 7-1 0,0 3 0 16,-2 4-1-16,2 6 1 0,-2 5 0 0,-2 4 1 15,2 4 0-15,-2 3 1 0,2 5-1 16,-2 2 0-16,4 0-2 0,-2 2-1 0,4-3-12 15,-1 1-20-15,2-6-47 0,-4-1-77 0,4-4-108 16,0-5-194-16,0-6-298 0,1-3-345 16,0-5-323-16,0-5-155 0,1-5 298 0,-1-4 689 15</inkml:trace>
  <inkml:trace contextRef="#ctx0" brushRef="#br0" timeOffset="-168435.51">21298 14258 111 0,'-4'-14'768'0,"1"4"647"0,0 6 143 16,-1 2-238-16,1 7-437 0,3 1-354 0,-1 4-191 16,2 3-136-16,1 2-80 0,3 1-47 0,-1 2-25 15,5 0-16-15,1 3-8 0,1-1-3 0,3 1-1 16,1 0-3-16,0-2 0 0,2 2-3 16,-2 0 1-16,0-1-2 0,0 1-2 0,-2-2-2 15,-1 0-2-15,0 1 2 0,-3-1 4 16,-1 1 1-16,-4 3 3 0,0-2 0 0,-4 3 0 15,-2-1-5-15,-3 5-3 0,-2-3-4 0,-3 1-4 16,0-1-2-16,-2-1-3 0,-1-2-3 0,-1-2-11 16,1-4-19-16,1-5-60 0,-2-5-71 15,1-4-131-15,2-7-209 0,1-6-306 0,2-3-354 16,4-7-284-16,0-3-116 0,4-3 456 16,4-1 644-16</inkml:trace>
  <inkml:trace contextRef="#ctx0" brushRef="#br0" timeOffset="-168153.14">21583 14521 335 0,'15'9'887'0,"-2"2"383"16,-3 6 122-16,1 0-240 0,2 4-342 15,-4 4-271-15,-1-2-154 0,1 4-99 0,0-1-102 16,-1-1-77-16,0-4-45 0,2 0-28 16,0-8-15-16,0-5-8 0,0-4-5 0,2-6-1 0,-3-8-1 15,4-3-1-15,-5-6-1 0,-2-4-2 16,2-6 1-16,-4 0-2 0,-2-2 3 0,-4-1 3 15,-1-3 3-15,-3 2 2 0,-2 0 0 16,-3 1 2-16,-3 0-1 0,0 0-4 16,-4 4-2-16,2 1-2 0,-1 5-2 0,1 9-2 15,1 1-2-15,0 9-1 0,1 7-2 0,1 7-4 16,5 6-11-16,-1 5-38 0,3 3-73 0,1 6-75 16,2 0-136-16,1 3-201 0,2 3-317 15,0-1-306-15,3 3-196 0,0 2-50 0,2-3 437 16,2 3 543-16</inkml:trace>
  <inkml:trace contextRef="#ctx0" brushRef="#br0" timeOffset="-167668.32">22016 14820 241 0,'-5'0'1139'16,"-2"-2"539"-16,1 0-145 0,1 0-327 15,1-4-462-15,0-3-293 0,2-3-201 0,2-3-93 16,2-5-51-16,2-2-30 0,1-4-20 16,3-4-17-16,3-3-13 0,0-1-6 0,2-2-3 15,0-2-4-15,-2 2-1 0,1 3 1 0,-1 0 0 16,1 4 0-16,-3 4 2 0,-3 6 4 15,1 2 0-15,-3 7 0 0,0 1 3 0,0 3 3 16,-2 6-2-16,-2 6-2 0,0 1-3 16,0 5-4-16,0 3-3 0,0 5-5 0,0 0-2 15,1 2-2-15,-1 1-1 0,2 0 0 0,-1 2 0 16,3-2 0-16,-3-2 1 0,4-2-2 16,-2-2-1-16,2-5 0 0,1-2 0 0,0-4-1 15,-1-2 0-15,3-6 1 0,-1-2-1 0,2-5 1 16,-1-2 0-16,-2 0-1 0,2-5 1 15,3 0 1-15,-3-2 0 0,0-2 0 0,3 3 0 16,-1-3 1-16,-2 2-1 0,0 1 0 16,2 3-1-16,-2 2 0 0,0 0-2 0,2 6 1 15,-4 5-1-15,2 2 0 0,-2 10 0 0,4-1-1 16,-4 10 0-16,0 2-7 0,-1 8-16 16,2 1-27-16,0 3-68 0,-2 2-80 0,1 1-161 15,-1 1-279-15,2-1-322 0,3-2-381 0,-1-2-256 16,3-8 35-16,1-2 693 0</inkml:trace>
  <inkml:trace contextRef="#ctx0" brushRef="#br0" timeOffset="-167330.34">22614 14516 495 0,'-6'-25'1576'16,"-2"0"283"-16,-3 4-349 0,0 3-385 0,-1 1-460 15,0 5-308-15,1 5-151 0,0 2-75 16,-3 8-40-16,2 1-28 0,2 9-22 0,2 3-15 15,1 7-9-15,2 3-5 0,5 3-5 0,0 5-2 16,4 3 0-16,0-1-5 0,3 0 0 16,2-2 0-16,1-5 0 0,1-4 0 0,1-5 0 15,1-7 0-15,3-6 0 0,-4-7-1 0,1-7 0 16,0-5 0-16,0-6-1 0,-3-2 0 16,0-5 1-16,-4 1-1 0,2 0 2 0,-2 1 0 15,-1 6 0-15,-2-1 1 0,2 4-1 16,-2 4 1-16,1 3-1 0,-3 1 0 0,4 3 1 15,-1 6-1-15,1 3 1 0,2 4-1 0,-3 3 0 16,4 3-7-16,2 4-18 0,-2 2-33 0,-2-1-81 16,2 1-131-16,0-1-254 0,0 0-328 15,0-2-410-15,1 2-462 0,2-2-79 0,0 0 644 16</inkml:trace>
  <inkml:trace contextRef="#ctx0" brushRef="#br0" timeOffset="-166762.75">23280 14399 147 0,'3'3'724'0,"2"-6"427"0,-2 3 142 16,3-1-72-16,3 0-353 0,-1 0-281 0,2-2-155 0,2 1-77 15,1-3-66-15,1 1-75 0,1-1-59 16,0-1-40-16,5 0-30 0,-2 0-24 16,2-1-19-16,2 1-13 0,0-1-11 0,0-1-7 15,-1 0-6-15,0 1-4 0,5 0-3 0,-4-1-6 16,0 0-31-16,0-1-85 0,0 2-158 15,-3-1-256-15,-1 1-311 0,-4 1-412 16,0 2-461-16,-4 1-26 0,-1 6 774 0</inkml:trace>
  <inkml:trace contextRef="#ctx0" brushRef="#br0" timeOffset="-166295.34">24260 13887 125 0,'5'-3'726'0,"-1"2"478"16,0 1 158-16,1 2-70 0,4 3-392 0,-3 2-316 15,2 4-171-15,0 3-89 0,4 5-71 0,0 4-71 16,-3 3-49-16,5 6-30 0,-1 4-22 15,-1 3-20-15,1 4-16 0,1 2-16 16,-2 2-11-16,0-1-10 0,-1 3-4 0,0-4-4 16,1 2-1-16,0 0 0 0,-1-2-1 0,0-2-7 15,-1-1-16-15,-2-1-28 0,-3-2-73 0,-1-3-82 16,-4-3-157-16,-3-1-270 0,2-5-323 16,-6-4-369-16,2-3-220 0,-3-7 40 0,1-5 653 15</inkml:trace>
  <inkml:trace contextRef="#ctx0" brushRef="#br0" timeOffset="-166090.28">24462 14473 96 0,'13'-14'651'16,"-2"2"467"-16,-1 4 154 0,2 0-65 0,-1 4-343 16,3-1-275-16,1 2-168 0,2 0-97 15,-1 3-65-15,1-1-67 0,1 2-61 0,2 1-45 0,1 1-30 16,1 0-17-16,2 3-10 0,-1-2-7 15,1 2-10-15,-2-1-7 0,4-1-3 16,-3-1-23-16,-1 0-68 0,-2-3-70 0,-2-2-135 16,-2 1-222-16,-2-2-316 0,-1-1-343 0,-4-1-234 15,-2-4-74-15,-2-1 486 0,-4-3 605 0</inkml:trace>
  <inkml:trace contextRef="#ctx0" brushRef="#br0" timeOffset="-165840.14">24884 13789 536 0,'4'0'1076'0,"-3"2"328"0,3 4-14 0,-3 3-340 15,2 6-374-15,3 0-224 0,-3 4-123 16,4 3-92-16,-1 4-75 0,1 3-43 0,2 5-26 16,-1 3-18-16,-2 6-13 0,2 2-13 0,0 4-13 15,-3 5-11-15,0 1-9 0,-2 4-7 16,-2-1-4-16,3 0-1 0,-3-1-3 0,-1-4-1 15,3-1 0-15,-1-4-3 0,0-6-4 16,2-4-13-16,-1-6-22 0,0-4-58 0,1-3-80 16,-4-6-146-16,1-3-247 0,2-1-310 0,1-4-368 15,0-3-290-15,1-4-29 0,1-1 591 0</inkml:trace>
  <inkml:trace contextRef="#ctx0" brushRef="#br0" timeOffset="-165418.5">25504 14502 106 0,'-1'-17'800'16,"-2"3"710"-16,-2-4 110 0,-3 6-274 0,-1 1-438 15,-3 3-352-15,1 2-202 0,-5 5-140 16,4 2-77-16,-6 5-47 0,4 3-32 0,-2 3-20 15,0 4-14-15,2 2-8 0,5 5-4 16,-4 3-5-16,5 2-1 0,2-1-2 0,3 1-2 16,-1 0 0-16,4-4-2 0,4-3-1 0,1-5-1 15,-1-2 1-15,6-7-1 0,1-5 0 0,0-7 1 16,3-3-1-16,-1-9 1 0,2-2-1 16,-2-4-1-16,2-5 0 0,0-3 3 15,-2-1-1-15,1-2 1 0,-3 3 1 0,2 2 0 16,-5-1 1-16,0 6 0 0,-3 5 0 0,-1 2 1 15,2 5 0-15,-3 3 0 0,-1 5-1 0,0 4 1 16,-2 4-2-16,-2 5 0 0,2 6-1 16,-2 4 1-16,2 4 0 0,0 3 1 0,0 3 0 15,0 5 0-15,2-1 1 0,0 5-1 16,-1-1-2-16,3 1 0 0,0-3-2 0,1 0-4 16,3-4-15-16,-2-5-45 0,1-2-81 0,1-7-161 15,-4-3-266-15,6-4-326 0,-2-8-400 16,-2-3-380-16,0-5 1 0,4-2 766 0</inkml:trace>
  <inkml:trace contextRef="#ctx0" brushRef="#br0" timeOffset="-164554.56">25659 14877 22 0,'4'4'477'15,"-1"1"407"-15,1-3 246 0,-1 1 10 0,4-3-337 16,-1-1-215-16,2-2-109 0,4-4-59 0,0-5-51 15,-1-4-55-15,3-3-38 0,-3-5-63 16,5-4-62-16,-2-6-40 0,2 1-22 0,-2-7-13 16,2-1-12-16,-2-5-9 0,2 0-5 0,-2 1-8 15,0-4-7-15,1 0-7 0,-6 0-5 16,4-1-6-16,-5-1-6 0,-2 0-3 0,1 1-2 16,-1 1-1-16,-3 3-1 0,-2 3 3 15,1 6 0-15,0 6 2 0,-2 6 0 0,1 6 0 16,-1 6 0-16,0 3-2 0,2 8-2 0,-1 7 0 15,3 7 0-15,-3 5 0 0,2 9 0 0,3 4 3 16,-1 5 2-16,3 5 4 0,0 5 3 16,3 4 4-16,0 5-1 0,1 2 0 0,-2 5-2 15,1 2-3-15,-1 0-3 0,1 0-4 0,0-2-1 16,0-8-4-16,2-3-1 0,0-8-2 16,0-8-1-16,0-6 0 0,1-6-1 0,-2-7 1 15,0-7 0-15,2-7 1 0,-1-9-1 16,0-5 0-16,-1-7 0 0,0-7 0 0,-2-4-1 15,2-4-1-15,-3-5 1 0,0-4 2 0,1-4 0 16,-2-2 1-16,0-6 1 0,-4-3 1 16,1-1-1-16,-1-5-1 0,-1 3-1 0,-3-1 0 15,0 5-1-15,0 6 1 0,-2 4 3 16,1 10 2-16,1 9 2 0,0 4 1 0,0 9 1 16,0 5 0-16,0 10-2 0,0 6-2 0,1 8-5 15,2 6 0-15,1 7 0 0,0 6 0 16,2 7 0-16,2 4 0 0,-1 5 0 0,1 6 0 15,3 6 0-15,-3 2 0 0,0 5 0 0,1-1 0 16,0 3 0-16,-1-2 0 0,4 0 0 16,-2-6 0-16,2-3 0 0,-3-9 0 0,5-6 0 15,-2-8-41-15,0-8-37 0,-2-4-81 0,-2-12-142 16,-2-4-263-16,2-8-321 0,-4-5-402 0,3-5-434 16,-2-8-49-16,-1 0 693 0</inkml:trace>
  <inkml:trace contextRef="#ctx0" brushRef="#br0" timeOffset="-163873.03">27128 14477 146 0,'3'-13'715'0,"-1"1"454"16,-2 0 220-16,-2 2-68 0,2 1-385 0,-3 2-295 16,0 1-178-16,-4 0-103 0,1 3-101 0,0 2-87 15,-2 2-50-15,-2 2-33 0,0 1-22 0,-2 4-15 16,3 2-9-16,-5 3-8 0,2 3-5 15,-1 5-3-15,1 2-1 0,3 4-3 0,0 3-2 16,2 3-3-16,2 1-5 0,5 1-2 16,3 0-5-16,2 1-1 0,3-5-3 0,5-2-1 15,1-4-2-15,3-5 0 0,5-5 0 0,-1-8-1 16,4-7 0-16,1-6-1 0,0-9 1 16,3-6 0-16,-2-7-1 0,-3-4 1 0,1-4-2 15,-1-3 1-15,-2 1 0 0,-5 0 2 0,-1 3 1 16,-7 2 1-16,-1 5 2 0,-3 2 1 15,0 5 0-15,-5 4 2 0,-2 4 1 0,-2 4 0 16,0 5 1-16,1 4 1 0,2 6 1 16,-3 6-10-16,4 4 0 0,0 7 0 0,4 2 0 15,0 4 0-15,4 3 0 0,2 0 0 0,3 1 0 16,0 0 0-16,5 0 0 0,3-1 0 0,0-4 0 16,4-3 0-16,0-2 0 0,2-5 0 15,-1-3 0-15,0-4 0 0,-4-4-81 0,-5-3-109 16,-3-4-227-16,-2-4-300 0,-3-1-395 15,-1 0-492-15,-2-1-364 0,-3-2 433 0,-1 0 1024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08T10:45:53.25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  <inkml:brush xml:id="br4">
      <inkml:brushProperty name="width" value="0.05292" units="cm"/>
      <inkml:brushProperty name="height" value="0.05292" units="cm"/>
      <inkml:brushProperty name="color" value="#00B0F0"/>
    </inkml:brush>
    <inkml:brush xml:id="br5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1198 1314 105 0,'0'-9'613'15,"3"0"447"-15,-1 1 189 0,-2 2-26 0,0 6-308 16,1-5-254-16,-1 5-173 0,0 0-99 0,0 0-71 15,0 0-87-15,0 0-65 0,0 0-42 0,0 0-29 16,0 0-20-16,0 0-18 0,0 0-12 0,0 0-10 16,0 0-10-16,-3 9-7 0,0 1-6 15,1 8-3-15,1 4-3 0,-1 5-2 0,2 6 0 16,0 4-1-16,0 7 0 0,2 3 1 0,1 2-1 16,0 5-1-16,0 1 1 0,1 0-1 15,0-3-1-15,2-3-1 0,-1-6 0 0,0-5 0 16,0-9-1-16,1-3 1 0,-1-5 1 15,-1-5 1-15,0-2 2 0,-1-6 2 0,0-2 3 16,-3-6 2-16,0 0 1 0,3-8 2 0,-1-9-1 16,-1-5-2-16,1-7-2 0,-2-6-1 0,0-2-3 15,0-5-1-15,-2-3 2 0,-1-1 2 16,-2-4-3-16,1-1-1 0,-4 1-1 0,0-2-1 16,0-1-4-16,-2 4-1 0,1 3 2 15,1 3 2-15,3 7 3 0,-1 4 3 0,0 6 3 16,3 2 2-16,0 6 0 0,-1 2-1 0,3 4-2 15,-1 1-3-15,2 4-2 0,-1 1-3 0,1 6-1 16,0 0 0-16,0 0-1 0,0 0 0 0,0 0 1 16,6 1 1-16,5 2 0 0,0 6 1 15,3 2 1-15,2 3-1 0,-3 5 2 0,4 5-1 0,1 2-1 16,0 5 1-16,4 3 0 0,1 2-1 0,2 5-1 16,-1-1 1-16,1 3 0 0,2 1-1 0,-2-2 0 15,-1-4-1-15,1-1 0 0,-3-7 0 0,-4 0-1 16,1-4 1-16,-2-5 0 0,-3-2 0 0,0-4 0 15,-6-1 0-15,0-4 0 0,-1-2 2 0,-2-2 0 16,-1-2 0-16,-2-1-2 0,-2-1 0 0,-2-4 0 0,-2-4 0 16,-1-3 0-16,-3-6 0 0,0-4 0 0,-1-7 0 15,-1-4 0-15,-3-3 0 0,-1-6 0 0,0-4 0 16,-2-5 0-16,3 0 0 0,-1-3 0 0,5 2 0 16,-1 2 0-16,2 3 0 0,-1 7 0 0,4 3 0 15,0 6 0-15,2 7 0 0,0 4 0 0,1 2 0 0,1 7 0 16,-1 0 0-16,4 4 0 0,1 4 0 0,0 2 0 15,5 6 0-15,0 4 0 0,4 4 0 0,1 3 0 0,1 1-49 16,2 4-37-16,0-1-67 0,-2 3-93 0,5 0-182 16,-3 2-279-16,6-1-331 0,2 2-391 0,-2-1-250 15,0-1 165-15,0 1 794 0</inkml:trace>
  <inkml:trace contextRef="#ctx0" brushRef="#br0" timeOffset="379.01">2036 1680 318 0,'-8'-5'1252'0,"-2"1"475"16,-2 2-193-16,-1-3-343 0,-2 5-462 0,0 5-309 0,0 0-176 15,0 4-85-15,1 4-45 0,1 2-27 0,2 6-18 16,2 2-14-16,1 2-9 0,1 2-10 0,4 2-9 16,0-1-7-16,0 2-6 0,3-4-5 0,3-4-4 15,2-1-3-15,1-2-2 0,1-7-2 0,5-4-2 16,-1-3 1-16,4-9-1 0,0-4-1 0,1-7 2 15,3-9 1-15,-2-6 0 0,1-8 4 0,-1-2 2 16,-1-2 2-16,0-3-1 0,-2 3 1 0,-1 1 1 16,-4 5-3-16,-1 2-1 0,-3 5 0 0,0 5 1 0,-1 5 1 15,-4 2-1-15,2 5 0 0,-4 3 0 0,2 3-1 16,-4 5-1-16,1 4-2 0,1 4 1 0,-1 5 0 16,1 3-3-16,1 6-3 0,-1 3 1 0,2 3-1 15,0 5 0-15,0 2-2 0,3 2 3 0,-1 1 1 16,1 2 3-16,0-3 3 0,3 2-1 0,-1-5 0 15,3-3-3-15,0-3-12 0,1-5-21 0,1-2-28 16,1-5-56-16,0-4-78 0,-3-4-119 0,0-5-173 16,0-2-286-16,1-5-337 0,-2-4-284 0,-1-4-161 15,0-5 293-15,2-4 632 0</inkml:trace>
  <inkml:trace contextRef="#ctx0" brushRef="#br0" timeOffset="847.26">2271 1608 315 0,'4'-12'826'0,"-3"5"368"0,-1 0 43 0,2 2-265 15,1 4-214-15,0 2-214 0,1 4-148 0,0 2-84 16,2 3-55-16,1 4-58 0,-1 0-66 0,2 5-39 16,1 4-19-16,1 3-12 0,-2 2-9 0,4 6-3 15,0-2-7-15,-1 6-5 0,1 2-8 0,1 4-8 16,1 1-6-16,0 2-5 0,2 0 1 0,-3 1-3 16,0-2-3-16,2-5-2 0,-2 0 0 0,-2-5-2 15,-1-4-5-15,-2-5 2 0,-2-2-1 0,3-6 1 16,-6-4 1-16,1-3 5 0,-3-4 3 15,1-6 2-15,-4-3 0 0,1-5 0 0,-1-6 4 16,-1-4-1-16,-2-7-7 0,-1-4-3 0,0-2-1 16,-1-8-2-16,-1-3-4 0,-1-7-5 0,-1-5 4 15,-1-5 0-15,-1-4 0 0,4-3 2 0,0 1-2 0,1 4 1 16,0 6 1-16,2 5 1 0,0 5 1 16,2 11 0-16,1 3 0 0,-1 7 0 0,3 2-1 15,-3 5-1-15,3 5 0 0,0 2 0 0,1 1 0 0,1 5 3 16,1 2 1-16,2 2 1 0,0 5 0 0,1 1 1 15,2 4 0-15,-2 1-1 0,1 3 0 0,1 3 0 16,-1 4-1-16,1-3 0 0,0 4 0 16,-1 1-1-16,0 0-1 0,0 0 0 0,-1 1 0 15,-1-2 0-15,0 1-2 0,2-2-1 0,-4-2 0 16,2-1 1-16,-1-1-1 0,-1-4 0 0,0 0-6 16,0-5-13-16,-1-1-15 0,-1-3-19 0,1-3-35 15,-2-5-54-15,0-2-54 0,0-5-59 0,0-2-84 16,0-4-121-16,0-4-123 0,0-5-97 0,0 0-122 15,0-1-139-15,2 0-79 0,0 2 121 0,-2 0 258 16,0 0 258-16</inkml:trace>
  <inkml:trace contextRef="#ctx0" brushRef="#br0" timeOffset="1895.11">2667 1540 203 0,'-2'4'624'0,"2"-2"390"16,-3 1 172-16,0 0-235 0,3-2-253 0,-1-1-196 15,1 2-159-15,0-2-112 0,0 2-79 0,0-2-49 16,0 0-35-16,0 0-27 0,0 0-23 0,1 0-10 16,-1 0-1-16,0 0-9 0,0 0-3 0,0 0-1 15,0 0 2-15,0 0 3 0,0 1 2 0,2 1 5 16,-2-1 3-16,0 1-1 0,0-1-2 16,0 2 4-16,0-1 18 0,-2 0 24 0,2 0 28 15,0 0 34-15,0-1 17 0,0 0 11 0,0-1-7 16,0 0-14-16,0 0-16 0,0 0-18 0,0 0-12 15,0-1-13-15,0 0-12 0,0-3-6 0,2 3-7 16,-1-3-7-16,-1 1-3 0,0-2-1 0,3 0 2 16,-3 1-1-16,3-1 2 0,-1-1 3 0,-1 1 0 0,1-1 2 15,0 0-1-15,-1 4 0 0,1-3-1 16,-1 3 0-16,-1 1 0 0,2-3 0 0,-2 3 1 16,0 1 0-16,0-2 1 0,0 2-1 0,0 0 0 0,0 0-2 15,0 0-1-15,0 0-3 0,0 0-3 0,0 0-4 16,0 0-20-16,0 0 0 0,0 0 0 0,0 2 0 15,0-2 0-15,2 1 0 0,-1 3 0 0,-1-2 0 16,0 4 0-16,2-4 0 0,1 7 0 0,-1-1 0 16,-1 0 0-16,4 4 0 0,-2 0 0 0,0 1 0 15,2 3 0-15,1 0 0 0,-1 2 0 0,3 1 0 16,-2 3 0-16,2-1 0 0,0 1 0 16,1 0 0-16,-2 3 0 0,-1-4 0 0,1-2 0 15,-1-2 0-15,-2 0 0 0,1-4 0 0,-3-3 0 0,1-2 0 16,-1-2 0-16,-1-4 0 0,-1-2 0 0,2-4 0 15,-2-5 0-15,0-3 0 0,1-6 0 0,1-3 0 16,1-1 0-16,-1-2 0 0,1 1 0 0,0 0 0 16,2 1 0-16,-2 3 0 0,0 1 0 15,2 1 0-15,0 2 0 0,0 2 0 0,-1 1 0 16,2 1 0-16,-3 3 0 0,2 1 0 0,0 3 0 16,-2 0 0-16,2 3 0 0,0 1 0 0,1 0 0 15,-1 3 0-15,-1 1 0 0,1 2 0 0,0 5 0 16,3-3 0-16,-4 3 0 0,3 0 0 0,-2 4 0 15,3-2 0-15,1 1 0 0,1 0 0 0,-1-2 0 16,2-2 0-16,-1-2 0 0,1-2 0 0,1-2 0 16,-1-4 0-16,1-3 0 0,0-1 0 0,-1-6 0 15,2-1 0-15,-2-3 0 0,-1-2 0 0,0-2 0 16,-3-2 0-16,-1-1 0 0,-1 1 0 0,-2 3 0 16,-1-1 0-16,-2 2 0 0,-2 3 0 0,-3-2 0 15,1 3 0-15,-3 5 0 0,-2-1 0 0,1 4 0 16,-2 2 0-16,1 5 0 0,-2 1 0 0,1 4 0 15,2 2 0-15,1 5 0 0,0 1 0 0,2 2 0 16,2 4 0-16,2 0 0 0,2 4 0 0,1 1 0 16,3 0 0-16,1 0 0 0,5 2 0 0,0 1 0 15,0-3 0-15,5 1 0 0,0 1 0 0,4-4 0 16,-1-1 0-16,2 1 0 0,1-2 0 0,0-1 0 16,0 0 0-16,-1-1 0 0,1-2 0 0,-2 0 0 15,-2-1 0-15,-3-1 0 0,-2 0 0 0,-3-1 0 16,-1 2 0-16,-4-1 0 0,-2 1 0 0,-3-1 0 15,-3 0 0-15,1-2 0 0,-3 0 0 0,-2-3 0 16,1 2 0-16,-1-6 0 0,-1 0 0 0,-1-3-55 16,-1-5-77-16,1-2-87 0,-2-7-166 0,3-5-274 15,0 0-329-15,3-7-395 0,0-2-293 0,-1-4 51 16,3 0 762-16</inkml:trace>
  <inkml:trace contextRef="#ctx0" brushRef="#br0" timeOffset="2162.21">3336 1591 189 0,'14'-12'558'16,"-3"0"364"-16,-1 2 231 0,0-2-183 0,-3 3-82 15,-1 1-129-15,1 1-134 0,0 2-120 0,-2 1-102 16,-2 0-71-16,2 3-95 0,-2 1-58 0,1 1-30 15,0 4-16-15,2 3-11 0,-3 3-55 0,-1 2-67 16,1 6 0-16,-3 3 0 0,0 5 0 0,0 1 0 16,-1 2 0-16,-1 2 0 0,-1 2 0 0,1-1 0 15,2-3 0-15,0-2 0 0,0-4 0 0,2-5 0 16,1-2 0-16,-1-5 0 0,-1-5 0 0,-1-7-224 16,0-4-224-16,-1-5-298 0,-3-8-361 0,3-3-408 15,-2-4-229-15,1-5 211 0,-4-2 806 0</inkml:trace>
  <inkml:trace contextRef="#ctx0" brushRef="#br0" timeOffset="2352.14">3375 1271 733 0,'-6'-18'1649'0,"-2"3"133"15,3 2-352-15,-1 2-414 0,1 5-401 0,-1 2-272 16,1 2-137-16,0 1-73 0,2 1-43 0,0 0-28 16,0 1-25-16,1-1-17 0,0 2-9 0,1 0-7 15,2 0-3-15,1 2-3 0,1 0 0 0,-1 1-1 0,3 2-2 16,1-1-8-16,2 0-18 0,0 0-26 15,-2 1-45-15,-1 1-80 0,0 1-151 0,-2 2-251 0,3 2-309 16,-1 0-364-16,0 0-362 0,-1 0-66 0,3 2 651 16</inkml:trace>
  <inkml:trace contextRef="#ctx0" brushRef="#br0" timeOffset="2643.17">3650 1663 96 0,'10'25'984'0,"-2"-2"743"15,-2-1-78-15,-1 0-373 0,1-4-436 0,-3-3-354 16,2-2-238-16,-2-4-112 0,2 0-49 0,-2-4-23 16,2-4-15-16,1-1-10 0,-1-6-10 15,0-3-9-15,1-5-8 0,-1-2-6 0,2-3-3 16,-2-3-2-16,2 0-3 0,-3 0 0 0,1 1 0 16,-3-1 2-16,1 5-1 0,-3 1 2 0,0 0-1 15,0 7 3-15,-3-3 0 0,1 5 0 0,-3 1 0 16,2 3 0-16,-3 3 1 0,-1 3-1 0,0 3 0 15,-1 5 1-15,3 2 0 0,-2 3-1 0,0 5 1 16,4 0 0-16,-2 5-2 0,3 1-1 0,-1 1-1 16,3 3-3-16,0 0 0 0,0-1-3 0,3 0-11 15,2-2-27-15,3-3-76 0,-2-3-112 0,4-3-209 16,1-2-297-16,5-6-358 0,1-1-413 0,5-7-173 16,2-3 375-16,6-3 776 0</inkml:trace>
  <inkml:trace contextRef="#ctx0" brushRef="#br0" timeOffset="3564.36">4091 1900 219 0,'-5'3'528'0,"2"1"312"15,-1-2 208-15,1-2-166 0,1 2-193 0,-1-2-135 16,1 2-95-16,1-2-89 0,1 0-88 0,1-2-71 15,-1 0-23-15,2-2-15 0,1-2-28 0,0-4-13 16,2-2-6-16,-2-4-12 0,2-1-20 16,-2-6-17-16,2-2-8 0,0-2-8 0,-2-4-3 15,4 0-4-15,-4-1 0 0,2 2-3 0,0 0 0 16,-2 4-4-16,2 4-2 0,-3 4-3 0,1 3-3 16,-1 5-6-16,0 0-4 0,0 4-5 0,0 2-4 15,-1 1-6-15,-1 3 1 0,2 5-5 0,-1 3-2 16,1 6-3-16,1 4-1 0,-1 6-2 0,3 2-4 15,-2 4 2-15,3 1 0 0,2 1 1 16,0 0 0-16,-2 0 0 0,5-3-1 0,-5-1 1 16,2-4-1-16,-1-5 1 0,1-1 2 0,-1-4-1 15,0-3 4-15,1-5 1 0,-2-5 0 0,3-2 0 16,-2-7-1-16,3-7-1 0,0-4-2 16,-2-5-2-16,2-5-1 0,2-2 0 0,0-1 4 15,-1-2 2-15,1 2 0 0,-2 0 1 0,1 3 1 16,-2 3 0-16,1 4-4 0,-4 4-2 0,-1 3-1 15,1 4-1-15,-1 2 0 0,-2 5 1 0,2 3-1 16,-2 3 3-16,2 4 0 0,0 3 1 0,2 5 1 16,-2 1-4-16,0 3-2 0,1 1-2 0,-1 2-2 15,0 0-1-15,1 0-1 0,0 0 4 16,-1-1 1-16,0-1 0 0,0-3-1 0,0 0-2 16,2-4 4-16,-2-2 0 0,0-1 1 0,1-3-10 15,-1-3-20-15,3-3-45 0,-5-3-81 0,0-3-148 16,0-3-274-16,2-1-317 0,0-5-392 15,0 0-364-15,1-2-40 0,0-3 696 0</inkml:trace>
  <inkml:trace contextRef="#ctx0" brushRef="#br0" timeOffset="3720.19">4728 1532 57 0,'2'21'633'0,"3"8"536"0,-2 3 253 15,-3 0-76-15,2 6-393 0,-1 1-351 0,-1 1-213 16,-1-3-121-16,1-1-94 0,0-6-80 0,0-2-51 15,0-9-74-15,0-4-80 0,0-4-131 0,0-5-217 16,0-6-297-16,0-4-348 0,0-5-291 0,0-6-118 16,-2-6 435-16,0-4 642 0</inkml:trace>
  <inkml:trace contextRef="#ctx0" brushRef="#br0" timeOffset="3897.98">4623 1239 320 0,'-5'-18'1207'16,"-3"5"436"-16,3 7-185 0,-2 5-316 0,2 4-472 15,-2 4-291-15,4 1-187 0,0 5-87 0,1-1-42 16,2 1-20-16,3 1-16 0,4 1-8 0,1-1-7 16,4 3-4-16,1 1-20 0,6-1-75 0,-3 2-75 15,4 2-150-15,2-2-261 0,1 2-313 0,5 2-350 16,2-1-227-16,2 1 9 0,4 1 597 16</inkml:trace>
  <inkml:trace contextRef="#ctx0" brushRef="#br0" timeOffset="4204.25">5351 1646 232 0,'-1'-4'1251'16,"-4"1"595"-16,-4 0-214 0,-4 2-382 0,-1 1-443 15,-4 0-344-15,-2 1-192 0,-2 5-94 0,-2 0-53 16,0 3-30-16,-3 3-50 0,2 3-44 0,-2 0 0 16,5 5 0-16,0-1 0 0,3 2 0 15,6 2 0-15,1-1 0 0,7-1 0 0,2 0 0 16,5-3 0-16,2-3 0 0,5-6 0 0,4-3 0 15,3-9 0-15,3-6 0 0,2-6 0 0,1-6 0 16,0-4 0-16,2-5 0 0,-1-2 0 16,-1 0 0-16,-1 4 0 0,-2 3 0 0,1 2 0 15,-4 7 0-15,0 2 0 0,-3 10 0 0,-2 4 0 16,1 6 0-16,-5 7 0 0,1 5 0 0,-3 6 0 16,1 5 0-16,-3 1 0 0,0 2 0 15,2-1 0-15,-2-3 0 0,2 1 0 0,1-5 0 16,5-3 0-16,-3-3 0 0,0-5-29 0,3-2-283 15,-1-5-273-15,1-4-353 0,4-2-445 0,0-2-481 16,2-2-7-16,1 0 912 0</inkml:trace>
  <inkml:trace contextRef="#ctx0" brushRef="#br0" timeOffset="5271.98">8039 994 246 0,'-1'-5'628'0,"-1"3"372"15,-1-2 173-15,-2 0-246 0,2 0-177 0,-3 0-95 0,1 2-122 16,0 0-119-16,-3-1-80 0,0 0-54 15,1 0-71-15,-3 0-68 0,2 0-38 0,-1 0-17 0,1 2-16 16,2-1-15-16,-4 2-13 0,2 2-11 16,0 2-10-16,0 4-7 0,-1 2-5 0,0 6-3 15,2 5 2-15,-1 7 2 0,5 6 3 0,1 7 5 16,2 7 1-16,3 7 7 0,2 3 2 0,2 6 0 16,2 3-6-16,2 0-6 0,2-2 1 0,1 0-4 15,2-6-6-15,1-1-2 0,-1-7 1 0,1-6 1 16,-1-6-4-16,2-5-3 0,-4-5-1 0,3-4-2 15,-2-2 0-15,0-5-1 0,-2-2-1 0,-1-2-6 16,-2-3-14-16,1-1-27 0,-5-3-69 16,-1-1-92-16,-2-1-210 0,-1-1-290 0,1 0-344 15,-3 0-416-15,0-1-223 0,0-2 227 0,-3 1 861 16</inkml:trace>
  <inkml:trace contextRef="#ctx0" brushRef="#br0" timeOffset="5964.24">8938 1703 9 0,'-7'8'410'0,"1"2"380"15,-2 1 295-15,-3 1 66 0,3 1-327 0,-2-3-240 16,0 1-78-16,0 0-63 0,2 1-65 16,0-1-59-16,0-2-48 0,3-2-48 0,1 1-77 15,0-4-54-15,3 1-34 0,-1-2-24 0,2-2-18 16,0-1-6-16,3 0 1 0,1-4 3 0,2-2 7 16,5-3 9-16,0-2 10 0,4-7 9 0,0-1 3 15,4-2 1-15,0-5 0 0,5-4 0 16,1-1-4-16,2-4-2 0,3-2-11 0,0-4-4 15,2 1-6-15,2-4-6 0,0-1-7 0,-3 2-5 16,2-2 0-16,-3 1-3 0,-3 2-2 0,-1 3-2 16,-4 5 1-16,-2 2-2 0,-5 5 2 0,0 4-1 15,-5 6 0-15,0 2-1 0,-3 5 0 0,-2 0 0 16,-2 3-1-16,0 2 0 0,-1 1-1 0,-2 2 0 16,-2 4-1-16,-2-1-1 0,-3 5-5 0,0 2-11 15,-1 3-18-15,-2-1-27 0,-1 2-73 0,0 1-107 16,1 2-189-16,-4 0-287 0,3-2-337 0,0 1-399 15,-3-2-204-15,3 0 279 0,-2-3 750 0</inkml:trace>
  <inkml:trace contextRef="#ctx0" brushRef="#br0" timeOffset="6297.67">8849 1294 57 0,'-5'2'628'0,"2"1"510"16,1 1 226-16,-1 0-76 0,2-2-337 0,-1 2-328 0,2-3-199 15,-2 2-110-15,2-1-86 0,2 0-77 16,-2 1-55-16,3 3-35 0,2 3-13 0,3 3-4 15,4 1 1-15,1 6 10 0,3 1-2 0,0 4-3 0,6 1-4 16,0 1-6-16,2 3-13 0,1 0-10 16,4 1-6-16,1-2-8 0,1 1-4 0,1-2-4 15,1-2 3-15,-1 1 0 0,1-4 0 0,0-1-2 16,-4 0 0-16,-1-3-3 0,-3 0-9 0,-1 0-17 16,-6-5-71-16,-3 0-81 0,-2-1-191 15,-2-2-282-15,-3 2-333 0,-2-3-409 0,-1-1-239 16,-2-2 137-16,3-3 805 0</inkml:trace>
  <inkml:trace contextRef="#ctx0" brushRef="#br0" timeOffset="7783.3">10019 569 269 0,'3'0'527'16,"-1"1"189"-16,4 0 78 0,0 2-135 16,2 0-107-16,2 3-81 0,6 0-43 0,2 3-22 15,3 1 1-15,6 6-60 0,5-1-53 0,3 7-32 16,5 3-22-16,0 4-21 0,3 6-27 16,1 1-44-16,0 5-36 0,0 3-36 0,-4 4-22 15,1 3-11-15,-4 5-9 0,-1 1-5 0,-5 6-1 16,-5-2 5-16,-1 3 4 0,-3 1 4 0,-6 1-1 15,0 1-8-15,-5-2-7 0,-2 3 2 0,-4-1-4 16,-3-3-7-16,-1 1-6 0,-4-2 0 0,1-1-1 16,-4-3-6-16,0-3-4 0,-2-2-2 15,0-2-1-15,0-2 1 0,-3-6-4 0,2-3-16 16,-1-3-41-16,-1-6-76 0,0-8-129 0,1-5-239 16,-2-5-302-16,2-7-356 0,1-4-348 0,-2-6-91 15,1-3 509-15,1-3 704 0</inkml:trace>
  <inkml:trace contextRef="#ctx0" brushRef="#br1" timeOffset="13535">3655 6969 11 0,'0'5'471'0,"3"-1"453"0,-3 2 282 0,0-4-15 15,2 4-307-15,-1 1-216 0,2 0-173 0,1 4-114 16,-1 0-79-16,0 0-58 0,5 1-61 15,-4-2-72-15,3 3-41 0,-1-3-25 0,1-1-13 16,0 1-8-16,1-3-6 0,-1-1-4 0,-1-2-6 16,1 0-3-16,0-3-3 0,-2-1-1 0,0-1 3 15,0-3 9-15,-2-3 3 0,0-1 7 0,-3 0 6 16,0-3 13-16,0 0 9 0,-3-1 2 16,-2 2 2-16,2-1 3 0,-2 3 0 0,0 0-4 15,-2 1-3-15,2 1-5 0,0 2-4 0,0 1-8 16,0 1-7-16,2 1-8 0,-2 1-9 0,1 1-5 15,1 4-4-15,-2-1-3 0,3 5 0 0,2-2-2 16,-1 2-1-16,1 0-2 0,1 1 0 0,1-1-5 16,1 0-13-16,0 0-20 0,3-1-47 15,-1-1-76-15,0-1-128 0,0 0-217 0,0-1-303 16,1-2-358-16,3-2-338 0,-2-1-118 0,1-1 463 16,1-2 701-16</inkml:trace>
  <inkml:trace contextRef="#ctx0" brushRef="#br1" timeOffset="14346.01">5524 6947 84 0,'-3'-5'522'0,"0"-1"457"0,-1 4 243 0,1-3-77 16,0 4-221-16,0 0-217 0,1 1-198 15,2 0-140-15,-1 1-89 0,-1 2-80 0,2 0-80 16,0 1-46-16,2 5-27 0,-1-1-9 0,-1 3-2 16,3 1-3-16,-1 0-3 0,1 0-1 15,-1-1-2-15,3 0-6 0,-2 0-6 0,0-4-2 16,3 0-2-16,-1-2-5 0,0 0-2 0,-2-4 0 15,3-2 5-15,-2-1 4 0,0-2 5 16,1-4 5-16,-4-1 3 0,1 1 8 16,-1-3 3-16,-1-2 3 0,-1 5 5 0,-1-3 0 15,-1 2-2-15,-1 2-3 0,-1 1-4 0,0 0-7 16,0 2-7-16,0 0-5 0,-1 2-5 0,0 2-7 16,3 2-5-16,-2 2-3 0,3 0-2 15,1 5-3-15,1 3-11 0,1 1-23 0,1 2-50 16,1 1-83-16,2 0-174 0,4 0-280 0,1 1-327 15,3 0-389-15,2 0-347 0,1-2 71 0,5 0 802 16</inkml:trace>
  <inkml:trace contextRef="#ctx0" brushRef="#br1" timeOffset="15180.03">7524 6953 395 0,'3'2'900'0,"-1"2"306"0,1-3-15 16,-2 0-315-16,1 1-284 0,1-2-207 15,-1 1-121-15,-1 1-67 0,1-1-45 0,1-1-34 16,-3 2-34-16,3-2-33 0,-1 0-24 16,0-2-11-16,1 2 5 0,0-3 42 0,1 2 20 15,-1-3 11-15,2-2 12 0,-3 0 2 0,3-3-8 16,-4 5-28-16,3-5-14 0,-3 3 0 0,1 0-4 15,-2 3 2-15,1-1 2 0,-1 2-2 16,0 1-2-16,0-1-7 0,0 1-6 0,0 1-7 16,0 0-5-16,-1 1-6 0,1 1-7 15,-2 1-5-15,1 1-5 0,-1 1-3 0,2-1-4 16,-2 2-2-16,2 0-2 0,2-1-1 16,0 1-2-16,1-1-15 0,2-3-40 0,0 3-78 15,2-4-142-15,-2-1-267 0,3-2-312 0,1-4-380 16,2 2-368-16,2-3-44 0,1-1 664 15</inkml:trace>
  <inkml:trace contextRef="#ctx0" brushRef="#br1" timeOffset="15919.98">9763 6861 125 0,'6'2'476'16,"1"1"325"-16,-1-2 237 0,-2 0-93 15,0 0-208-15,-1 2-155 0,0-3-97 0,0 2-83 16,-1 2-84-16,3-2-78 0,-1 2-55 0,1-2-50 16,-2 0-54-16,2-1-34 0,1-1 6 15,1 0 5-15,0-1 7 0,1-3 8 0,2-2 6 16,1-4 1-16,-2 1-22 0,1-6-12 16,-2 3-9-16,3-1-4 0,-5-1-2 0,1 2 9 15,-3 3 13-15,-2 0 16 0,0 1 8 0,-2 2-1 16,-2 2-2-16,0 1-9 0,-1 0-12 15,-2 2-15-15,1 1-9 0,-3 0-8 0,1 0-7 16,-2 3-5-16,0 0-4 0,2 0-2 16,-1 1-2-16,-2 2-2 0,4 2-2 0,-3-1-1 15,3 3-3-15,1 0-5 0,-1 2-21 0,-1-2-50 16,1 0-82-16,0 1-171 0,-1-2-273 16,-2-2-330-16,0 2-393 0,-1-3-344 0,-5-2 58 15,-1 0 790-15</inkml:trace>
  <inkml:trace contextRef="#ctx0" brushRef="#br1" timeOffset="16863.07">3748 8922 272 0,'5'10'527'16,"0"-1"228"-16,1 0 160 0,-1 2-209 0,4-3-203 15,-4 2-126-15,1-2-70 0,1-2-68 0,-2 0-51 16,2-4-34-16,-2 0-26 0,0-1 3 16,0-1 9-16,-2-1 36 0,0-2 38 0,0 0 31 15,0-3 20-15,-1 0 0 0,-4-3-9 0,-1 4-31 16,0-3-42-16,0 2-43 0,-2 2-36 16,0 0-26-16,0-1-22 0,1 2-16 0,-1 0-15 0,0 2-9 15,2-1-7-15,0 0-5 0,0 2-6 16,3 0-3-16,-2 0-3 0,2 2-5 0,2 3-13 15,1-1-31-15,0 2-75 0,2 0-75 16,3-1-156-16,-2 1-289 0,4 1-321 0,4-5-342 16,0 4-193-16,5-3 84 0,2 1 638 0</inkml:trace>
  <inkml:trace contextRef="#ctx0" brushRef="#br1" timeOffset="17423.13">5739 8869 180 0,'-14'-4'687'16,"-5"-1"430"-16,0-1 143 0,-2 2-85 0,-1 1-295 16,3 1-235-16,0 1-176 0,0 1-109 0,3 0-77 15,5 1-97-15,0 1-67 0,2 0-44 16,2-2-31-16,4 1-17 0,-1 0-11 0,2 1-9 15,5 1-4-15,0 1-1 0,0-1 1 16,2 3-1-16,1-3 2 0,1 1-1 0,2 0 0 16,-3 0 0-16,1-1 0 0,-1 1-1 0,-1-3-2 15,0 1 0-15,1-2-1 0,0 2-1 0,-2 1-2 16,0-3-1-16,3 0-1 0,0 0-9 16,1 0-47-16,4 0-75 0,1 0-141 0,2 2-271 15,4 2-309-15,2 1-379 0,6-1-338 16,3 2-34-16,4 2 643 0</inkml:trace>
  <inkml:trace contextRef="#ctx0" brushRef="#br1" timeOffset="17954.25">7336 8830 182 0,'12'0'324'0,"1"2"130"0,0-1 6 0,1 1-117 16,-1-2-98-16,2 2-27 0,-2-1-4 15,0-1 36-15,-2-1 60 0,-2-1 76 0,2 0 72 16,-4 1 5-16,-1-2-9 0,-1-2 40 0,-2 2-8 16,0-1-46-16,-3-1-61 0,0 0-51 15,-4 1-50-15,0 0-74 0,-2-1-58 0,1 2-40 16,-3 2-26-16,2-1-20 0,0 1-15 16,-1-1-13-16,2 2-13 0,1 2-8 0,-1 1-7 15,2 1-6-15,0 2-3 0,3 3-11 0,0 1-23 16,3 1-63-16,0 0-83 0,5-1-173 0,0-1-281 15,3 0-335-15,5-3-401 0,0-3-279 16,2 0 95-16,4 2 769 0</inkml:trace>
  <inkml:trace contextRef="#ctx0" brushRef="#br1" timeOffset="18578.79">9816 8766 217 0,'2'0'897'16,"1"4"465"-16,2 2 92 0,2 3-189 0,3 5-452 15,3 4-300-15,3 0-167 0,1 5-94 16,4 0-85-16,2 1-61 0,0-1-43 0,2-4-28 15,0 0-14-15,0-6-10 0,-2-4-5 0,-1-2-2 16,0-3-1-16,-6-4 0 0,-2-4 0 0,-3-2 1 16,-3-3 1-16,-3-3 0 0,-4-1 1 15,-1-1-1-15,-3 2-1 0,-3-1-1 0,-4 2 0 16,1 0-2-16,-5 4 0 0,1 1-1 16,-4 1-4-16,1 4-13 0,-3 2-49 0,1 4-79 15,-4 5-162-15,-1-2-273 0,-1 5-314 0,2-1-384 16,-4-1-338-16,-2 1 16 0,1-2 736 15</inkml:trace>
  <inkml:trace contextRef="#ctx0" brushRef="#br1" timeOffset="19391.81">4055 10639 11 0,'-9'-2'558'0,"1"2"567"16,0-3 340-16,0 6-80 0,-1-1-368 0,0 2-382 16,3 2-212-16,-2-1-126 0,-1 4-102 15,4-1-73-15,0 2-39 0,0 2-28 0,2 1-19 16,2 1-13-16,-1 1-7 0,2 0-3 16,0 0-4-16,3 1-1 0,-3-4-1 0,2-1-1 15,-1-1-1-15,1-3-1 0,-2-2 1 0,2 0-1 16,-2-2 2-16,0 0 1 0,0-1 6 15,0-1 7-15,-2-1 8 0,0 0 3 0,1-1 0 16,-1-1-2-16,-1 1-7 0,1-1-8 16,-2-1-10-16,2 3-9 0,2 0-11 0,2 0-20 15,-2 0-57-15,4 1-74 0,1 1-142 0,2 1-275 16,1 0-310-16,4 0-372 0,2 0-299 16,5 0-21-16,4-1 639 0</inkml:trace>
  <inkml:trace contextRef="#ctx0" brushRef="#br1" timeOffset="20313.48">7446 10634 66 0,'-1'5'616'0,"-1"1"474"0,2 0 174 15,3 0-79-15,-1 3-321 0,3 0-280 0,1 3-179 16,1 0-99-16,3-2-60 0,2 5-55 0,0-5-65 15,1-1-57-15,3-2-31 0,1-2-15 0,0-4-12 16,-1-2-3-16,0-7-1 0,0-1-2 16,-2-3 3-16,-3-2 0 0,-1-2 0 0,-1 1 1 15,-4 2 9-15,-2 1 10 0,0 1 6 16,-3 3 4-16,0-1 1 0,-3 5-3 0,1 1-10 16,-2 3-12-16,-1 3-8 0,2-1-8 0,-2 6-16 15,2 2-68-15,1 0-78 0,2 2-181 0,0 3-280 16,5 3-319-16,0-5-383 0,4 3-232 15,4-1 104-15,4-1 744 0</inkml:trace>
  <inkml:trace contextRef="#ctx0" brushRef="#br1" timeOffset="20969.08">9992 10569 174 0,'-8'-1'803'0,"0"1"541"16,0 0 145-16,1 2-200 0,2 0-464 0,0 1-321 15,3 1-166-15,-1 1-119 0,3 2-90 0,0 1-56 16,3 0-31-16,2 2-18 0,0-1-8 16,3 2-5-16,1 1-3 0,-1-1 0 0,5 0-1 15,-2-2-1-15,0-1 0 0,3-2-2 0,-3-1-3 16,2-3 1-16,-4 0-1 0,1-2 0 16,1-2 1-16,-5-5 1 0,2 1 0 0,-5-2 1 15,1-1-4-15,-3 0-9 0,-4 0-53 0,-2 1-75 16,-3 2-164-16,-6 0-275 0,0 4-311 15,-5-3-372-15,-3 5-295 0,-5 0 24 0,-8 2 701 16</inkml:trace>
  <inkml:trace contextRef="#ctx0" brushRef="#br1" timeOffset="21864.15">3701 12345 125 0,'2'0'684'0,"-2"0"470"0,-2 0 194 0,2 0-77 16,-2 0-362-16,2 0-287 0,-1 1-187 16,-1-1-109-16,2 1-88 0,-1-1-91 0,1 2-56 15,0-2-41-15,1 0-23 0,1 2-16 0,1-1-7 16,2 3-5-16,2-2-2 0,1 2-1 0,-1-2 1 15,2 0-1-15,2-2-4 0,-1 0 3 0,-1-2-2 16,2-3 2-16,-3 3 1 0,-1-2 3 0,-1 0 2 16,-3 1 5-16,2-2 12 0,-4 3 16 15,1-1 11-15,-2 0 10 0,-2 0 7 0,1 0 2 16,-4-1-4-16,2 2-9 0,-2-1-10 0,0 1-9 16,2 1-8-16,-2 0-8 0,2 1-7 0,0 0-6 15,0 0-6-15,2 0-3 0,1 1-3 16,1 0-2-16,5 4-12 0,-1-1-24 0,3 1-46 15,2 1-77-15,2-1-156 0,3 0-275 0,3 1-317 16,4 0-374-16,-1 0-348 0,6-1 4 16,1 3 723-16</inkml:trace>
  <inkml:trace contextRef="#ctx0" brushRef="#br1" timeOffset="22425.65">5976 12422 356 0,'3'2'924'0,"-4"-2"443"16,-3 0 94-16,1 2-311 0,-5-2-344 0,-2 1-262 16,-2-1-153-16,-3 0-114 0,0 0-94 0,-2 1-55 15,1 2-36-15,-1-2-25 0,4 0-19 16,3 0-13-16,-2 1-11 0,6 1-11 0,-1-3-10 15,4 2-6-15,1-2-2 0,2 0-2 16,2 3 0-16,1-2 1 0,4 2 1 0,-1-3 2 16,2 2 0-16,1 0 2 0,1-4-2 0,1 0-5 15,1 1-13-15,-2-1-21 0,1-2-59 16,2 2-75-16,-4-4-136 0,5 0-231 0,-3 3-305 16,5-1-362-16,0 0-288 0,3 2-90 15,0-1 520-15,3 3 668 0</inkml:trace>
  <inkml:trace contextRef="#ctx0" brushRef="#br1" timeOffset="22945.11">7356 12377 169 0,'10'2'431'0,"-2"3"223"0,4 1 185 16,-4-2-146-16,2 0-187 0,2 0-130 0,-2-1-81 16,1-2-67-16,0-1-15 0,-1 0-6 15,-1-4-7-15,0-2 3 0,-1-1 2 0,-1-4 0 16,-2-1-35-16,-1-2 5 0,1 1 31 15,-2 1 36-15,-3 1 19 0,0 1 3 0,-2 1-16 16,-1 1-32-16,0 2-49 0,-3 0-43 0,3 3-35 16,-2 1-25-16,0 1-18 0,0 1-16 0,2 1-12 15,-3 1-10-15,5 2-5 0,-1 1-3 0,2 1-3 16,0 0-2-16,6 3-6 16,0 3-22-16,1-1-77 0,3-1-122 0,2 0-252 15,1-1-296-15,2-3-379 0,1-2-450 0,3 0-143 16,0-1 552-16</inkml:trace>
  <inkml:trace contextRef="#ctx0" brushRef="#br1" timeOffset="24409.13">12460 12150 386 0,'2'-9'937'0,"-4"1"444"0,0 2 81 16,-2 3-330-16,2 0-365 0,-1 0-266 0,0 1-140 15,0 1-114-15,1 1-90 0,-1-1-52 16,1 1-29-16,1 0-19 0,-1 1-15 0,2 0-13 16,0 3-10-16,0 2-8 0,3 1-5 0,-1 1-3 15,3 3-1-15,0-1 0 0,1 1-1 16,2 0-1-16,-2 0 0 0,2-3-1 0,0-2 0 15,0 1 0-15,0-7-1 0,-2 3 1 16,1-6 1-16,0-1-3 0,-4-2 2 0,2-4 0 16,-3 0 0-16,-1-3-10 0,1 2-21 0,-2 1-73 15,-2-5-92-15,-1 4-181 0,0-1-287 0,-2 0-335 16,-1 0-399-16,0-1-215 0,-1-5 169 16,-1 0 751-16</inkml:trace>
  <inkml:trace contextRef="#ctx0" brushRef="#br1" timeOffset="24877.96">12411 10767 176 0,'-3'-8'707'15,"1"0"418"-15,-1 1 117 0,1 1-125 0,-1 2-267 16,2 1-256-16,-2 0-164 0,3 3-102 16,-2-2-69-16,2 2-79 0,0 2-72 15,0 1-44-15,2 0-19 0,-2 3-9 0,0 3-1 16,3 1 1-16,-2 2 0 0,1 1-1 0,-1 3-3 15,-1-1-2-15,2 0 0 0,0 1-3 0,-1-3-4 16,-1 2-4-16,2-5-4 0,-2-1-4 16,0-3-6-16,3-2-1 0,-3-2-3 0,3-4-1 15,-1-4 1-15,1-2-1 0,0-6 1 16,-1-3-1-16,2-1-1 0,1-3 0 0,-2 2 1 16,-1-3-1-16,1 5 1 0,0 0 0 0,-1 2 0 15,-2 4 1-15,2 0 2 0,-2 3 0 16,0 2 0-16,-2 1-1 0,0 4-1 0,-1 1-1 15,0 0-5-15,0 1-16 0,-2 3-68 0,-3-2-96 16,4 0-214-16,-3 1-279 0,2-6-346 16,0 0-419-16,-2-3-246 0,2-6 271 0,-1-3 841 15</inkml:trace>
  <inkml:trace contextRef="#ctx0" brushRef="#br1" timeOffset="25399.92">12398 9078 201 0,'-1'16'513'15,"-2"-1"233"-15,3 0 121 0,0-4-160 0,0-1-185 16,3-2-126-16,-2-3-54 0,2 0-15 0,-1-5-23 16,1-1-51-16,-1-3-53 0,3-3-50 15,-2-1-34-15,2-3-21 0,0-3 12 0,1 1 33 16,-2-1 40-16,-2 1 30 0,1 1 12 0,-1 1 2 16,-2 0-21-16,-2 3-30 0,1 0-35 0,-3 4-28 15,1-1-23-15,-2 1-20 0,-1 2-17 16,3 1-11-16,-2 1-11 0,1 1-8 15,0 1-7-15,-1 1-6 0,1 0-4 0,-1 1-3 16,2 1 0-16,2-1-3 0,-1 0-2 0,0 0-3 16,2-2-17-16,-1 0-44 0,1-4-83 0,0-1-162 15,0-6-268-15,1-1-323 0,1-5-389 16,0-3-370-16,1-3 32 0,0-6 743 0</inkml:trace>
  <inkml:trace contextRef="#ctx0" brushRef="#br1" timeOffset="26051">12381 6828 25 0,'-1'-3'375'0,"1"0"366"15,-4 0 344-15,4 1 16 0,-1-1-241 0,1 3-168 16,-2-1-134-16,2 1-122 0,2 0-111 16,-2 0-64-16,1 0-46 0,-1 0-56 0,0 0-34 15,0 0-19-15,-1 0-4 0,1 0-1 0,-2 0 3 16,0 0-4-16,1 0-12 0,-1-2-10 16,-2 2-13-16,1-1-11 0,-2 1-15 0,3-1-10 15,-3-1-5-15,2 0-8 0,2 1-4 16,-1 1-6-16,0-1-6 0,1 1-1 0,1 0-3 15,-2 0-1-15,2 0-2 0,0 0-1 0,0 0 1 16,0 1 0-16,2-1 0 0,-1 1 2 16,-1-1 2-16,2 2 1 0,0-2 0 0,-2 0 0 15,1 2-6-15,-1-2-10 0,0 1-15 16,0-1-20-16,0 0-48 0,-1 0-79 0,-3 1-136 16,-2 1-223-16,-1 1-298 0,0 0-352 0,-1 0-323 15,3 0-74-15,-4 0 536 0,1 1 658 0</inkml:trace>
  <inkml:trace contextRef="#ctx0" brushRef="#br1" timeOffset="27283.97">3748 14457 285 0,'2'0'581'0,"-1"0"218"0,1 1 171 16,1-1-160-16,0 1-191 0,2 4-139 0,0-3-65 16,3 4-45-16,-2-1-45 0,2 2-66 0,2 0-32 15,0 1-25-15,2-1-29 0,-3-1-22 0,2 0-46 16,-1 0-28-16,-2-3-25 0,1 0-13 16,-1-3-1-16,-2 0 12 0,-1-3 13 15,0 0 9-15,-2-5 2 0,-3 1 5 0,-5-3-3 16,2 0-4-16,-3-2-5 0,-1 3-2 0,-1-2-6 15,-1 1-6-15,1 3-7 0,-2 0-8 0,1 1-8 16,1 1-9-16,0 1-6 0,2 1-6 0,1 2-4 16,-1-1-4-16,3 0-3 0,0 1-3 15,1 1-3-15,2 1-3 0,3 1-8 0,-1-2-21 16,4 2-40-16,2 0-73 0,-2-2-102 0,4 0-187 16,2 0-296-16,3 0-333 0,2-2-339 15,2 0-173-15,6 0 259 0,4 1 697 0</inkml:trace>
  <inkml:trace contextRef="#ctx0" brushRef="#br1" timeOffset="27816.55">5570 14258 24 0,'3'1'347'16,"0"2"263"-16,2 0 274 0,1 1 99 0,0 1-180 15,2 1-179-15,0-2-118 0,0 3-79 0,1 1-101 16,1 0-88-16,0-1-56 0,0 0-32 16,-1-4-7-16,0 2-15 0,0 0-9 0,-1-2 9 15,0-1-11-15,-1-2-8 0,2 0-22 16,-3-4-5-16,-1 0-2 0,2-4-19 0,-2 1-10 15,-1-4-10-15,2 1-8 0,-3-4-4 0,1 2-2 16,-1-1 7-16,-3 1 6 0,0-2 6 0,0 4 10 16,-2-1 5-16,1 2 5 0,-3 3-5 15,1 1-7-15,-3 0-8 0,0 2-11 0,-1 1-12 16,1 2-11-16,1 5-8 0,-2 0-7 16,3 3-5-16,1 4-15 0,3 1-33 0,0 4-82 15,3-2-136-15,2 3-260 0,1-3-313 0,4 1-387 16,3-1-427-16,4-2-64 0,6-1 656 15</inkml:trace>
  <inkml:trace contextRef="#ctx0" brushRef="#br1" timeOffset="28986.4">9856 14098 205 0,'-8'-4'920'0,"-4"1"592"16,0 1 29-16,1 2-260 0,-1 2-471 15,2 1-311-15,-1 1-178 0,2 0-124 0,2 3-74 16,-1-2-51-16,4 2-29 0,0-1-21 0,0 0-11 16,4 1-6-16,0-1-4 0,2 0-1 15,0 1-2-15,3 0 0 0,0 0 0 0,1 3 0 16,1-4-2-16,4 1-1 0,-2 0-17 0,1-1-57 15,2 0-77-15,-1 1-151 0,1-1-275 16,2 2-320-16,0 0-376 0,3 0-291 0,-1-1 12 16,6 2 678-16</inkml:trace>
  <inkml:trace contextRef="#ctx0" brushRef="#br1" timeOffset="29834.08">12446 14083 68 0,'-6'-6'666'0,"2"5"563"15,1 1 208-15,-2 2-114 0,5 3-384 0,0 3-361 16,0 0-193-16,4 5-118 0,0 0-80 16,1 3-65-16,5 2-42 0,2 0-27 15,1 2-16-15,3-3-12 0,1-3-8 0,2-1-6 16,-1-5-5-16,2-3-3 0,-1-5-1 0,-3-5 0 15,1-3 0-15,-2-7 2 0,-5-5 0 0,0-2 1 16,-5-4 1-16,-4-1 7 0,-1 2 16 16,-1 1 14-16,-2 3 13 0,-4 3 9 0,2 2 4 15,-2 5-6-15,-1 2-14 0,-2 4-13 16,-1 4-13-16,3 3-10 0,-3 6-8 0,2 4-5 16,-1 4-8-16,2 1-23 0,0 4-64 0,1-1-109 15,0-1-245-15,2-1-291 0,2-3-380 16,0 0-463-16,3-7-262 0,0-1 468 0,-2-1 935 15</inkml:trace>
  <inkml:trace contextRef="#ctx0" brushRef="#br1" timeOffset="31733.95">6215 3746 395 0,'0'4'924'0,"-2"-2"312"0,0-2-30 16,1 2-270-16,1-2-301 0,0 2-177 0,0-2-109 15,0 0-59-15,1-2-37 0,1 0-39 16,1 1-58-16,2-4-46 0,3 0-31 0,3-2-18 0,0-1-12 15,2-1-6-15,4-1-5 16,-1-1-4-16,3-1-1 0,1 1-1 0,-2-1-3 16,4 2-2-16,-2 1-9 0,0-1-6 0,3 1-3 15,-1 3-3-15,-2 3-1 0,2 2 0 0,-2 1 9 16,-1 4 6-16,0 5 9 0,0 1 6 16,-5 5 3-16,0 2 1 0,-1 4-3 15,-5 4-3-15,1 0-7 0,-5 5-4 0,-3 2-2 16,-1-1-3-16,-1 4 0 0,-3-1-1 15,-3 1-3-15,0-1 0 0,-1 0-2 0,-1 1-1 0,-4-3-1 16,2 1-1-16,-3-3-2 0,1 0-2 16,-1-3-1-16,0-1 0 0,1-1-1 0,-3-1 0 15,2-2 1-15,0-3-1 0,1 2 0 16,1-4 0-16,-1 1-2 0,3-3 0 0,0 0-1 16,2-1 0-16,-1-1 0 0,2-2-1 0,2-1 1 15,0 1 1-15,2-2-1 0,0 0 0 0,1 0 0 16,1 0 0-16,-1-2-1 0,4 1 1 15,-1-1 0-15,1 0 0 0,1 2 0 0,2-3 1 16,-2 1 0-16,5-1 0 0,-2-2 1 16,2 1 1-16,0 0 0 0,3-1 1 0,0-1 0 15,2-2 0-15,1-1 0 0,2-1 0 0,3-2 1 16,1-3 0-16,1-2 0 0,1 1-1 0,0-3 1 16,3-5-2-16,-2 2 0 0,2-2-2 15,-3 0 0-15,-3 2-2 0,2 0-7 0,-4 0-13 16,-3 4-20-16,-1 0-34 0,-4 2-77 15,-2 1-110-15,-2 1-204 0,-1 4-292 0,-2 1-356 16,1 1-395-16,-2 1-170 0,-1 1 318 16,0 2 782-16</inkml:trace>
  <inkml:trace contextRef="#ctx0" brushRef="#br1" timeOffset="32279.85">7157 4232 59 0,'5'-15'642'0,"-2"2"616"0,-3 1 293 0,0 0-161 16,-2 2-408-16,-4 1-354 0,2-1-201 16,-1 0-135-16,-2 1-101 0,-1 2-54 0,1 2-42 15,0 1-28-15,-1 2-19 0,0 2-15 16,-2 6-11-16,0 5-10 0,0 4-6 0,-1 7-3 15,2 5-3-15,-1 5 0 0,1 4 0 0,3-1-1 16,2 1 0-16,3-3-3 0,1-2 1 16,3-4-2-16,2-4 0 0,2-3-2 0,3-6 2 15,1-4 1-15,2-7 0 0,-1-5 3 16,4-7 1-16,-2-10 2 0,1-6-1 0,2-8 1 16,-1-8 0-16,-2-7-1 0,-1-3-1 0,-1-3-1 15,0-2 0-15,-2-2 0 0,0 1 1 0,-2 0 1 16,-3 1 0-16,0 3 2 0,-1-2 1 15,-4 3 1-15,0 4 1 0,-3 2-1 0,0 5 0 16,0 7 7-16,0 4 8 0,1 6 8 16,0 5 4-16,-1 5 1 0,3 2 1 0,-3 3-8 15,3 3-7-15,0 2-9 0,-2 0-5 0,2 4-3 16,0 4-2-16,-1 2-1 0,-1 2 0 16,2 6 0-16,2 2 1 0,-1 4-1 0,-1 4 0 15,2 4 0-15,1 2 0 0,-1 5-1 0,1 0 1 16,-1 5 3-16,1 1 0 0,-2 1 0 15,1 1 1-15,1 0 1 0,0 3-2 0,0-3-2 16,0 2-2-16,2-2-2 0,-2-2-1 0,2-1-12 16,0-2-22-16,1-2-50 0,-1-7-88 15,1-1-180-15,-1-3-280 0,3-4-342 0,1-4-418 16,1-5-361-16,0-1 115 0,0-7 856 16</inkml:trace>
  <inkml:trace contextRef="#ctx0" brushRef="#br1" timeOffset="32967.12">8121 3876 122 0,'0'-6'720'0,"-3"3"568"0,-1 0 228 0,-1 0-167 16,0 1-443-16,-3 0-326 0,0-1-171 16,-4 2-121-16,2 0-97 0,-4 1-57 0,0 0-34 15,-2 1-22-15,2 0-17 0,-3 4-14 16,-1 0-10-16,2 2-8 0,-1 2-8 0,-2 2-8 15,4 1-4-15,-2 1-3 0,4 3-3 0,0-2-1 16,1 3 0-16,4-2-6 0,1-1 2 16,2 1-5-16,2-1-2 0,1 0 2 0,2-4 1 15,3 1 4-15,2-4 0 0,1 1 2 0,4-1 2 16,1-1-4-16,1-1-2 0,4-2-1 16,3-2-1-16,0 1 0 0,2-2 0 0,1 1 2 15,-1-1 1-15,1 0 1 0,-2 2 2 0,2-1 0 16,-3 4 1-16,0 0 1 0,-3 0 0 15,-2 4 1-15,-1 2 0 0,-5 1 2 0,1 1-1 16,-4 2 0-16,-2 0 0 0,-3 2-1 0,-3-2 0 16,0 0 0-16,-2 3-1 0,-3-2-1 15,0-1 0-15,0 2-1 0,-4-2 1 0,4 2 0 16,-2-5-2-16,1 1 0 0,-2-1 1 16,3-5 0-16,1 1-3 0,1-2-1 0,-3-3-9 15,4-3-19-15,-1-3-27 0,1-5-73 0,0-3-77 16,-1-5-130-16,3-3-195 0,0-4-303 15,-1-4-339-15,4-1-226 0,-1-4-96 0,2 0 405 16,4 0 596-16</inkml:trace>
  <inkml:trace contextRef="#ctx0" brushRef="#br1" timeOffset="33140.94">8139 3889 245 0,'17'-9'703'0,"-4"5"418"0,1 2 158 0,-1 7-181 16,1 4-237-16,-3 4-218 0,0 5-171 15,0 2-116-15,-1 4-79 0,-2 1-86 0,1 5-56 16,-3 2-35-16,1 2-24 0,-1 2-19 15,1 1-17-15,0-2-14 0,-2 1-14 0,0-3-8 16,3-2-8-16,-2-3-19 0,0-6-61 0,-4-4-83 16,1-2-185-16,-3-8-274 0,-2-2-336 15,1-4-403-15,-2-5-301 0,-3-7 107 0,1-3 822 16</inkml:trace>
  <inkml:trace contextRef="#ctx0" brushRef="#br1" timeOffset="33282.56">8128 3696 18 0,'-10'-32'641'0,"1"10"647"0,-2 6 186 16,3 3-203-16,-1 7-352 0,2 3-430 0,-1 5-212 16,3 2-135-16,2 3-69 0,2 3-34 15,2 2-22-15,2 0-8 0,4 3-10 0,1 1-40 16,4 0-54-16,1 3-109 0,0-1-180 0,4 1-294 16,0-2-312-16,-1 5-264 0,5-1-138 0,-2 2 324 15,3 3 569-15</inkml:trace>
  <inkml:trace contextRef="#ctx0" brushRef="#br1" timeOffset="33725.24">8533 4366 15 0,'3'0'453'0,"2"0"393"16,-2-6 274-16,1-3 34 0,-2-4-321 0,4-4-217 15,-1-3-115-15,0-6-71 0,3 0-77 0,1-2-59 16,-1-1-50-16,0-1-61 0,3 2-63 0,-3-1-32 15,2 6-21-15,-2-2-8 0,1 7-10 16,-3 2-8-16,1 2-2 0,-1 6-1 0,0-1 0 16,0 5 1-16,-1 4 1 0,0 2-3 15,0 4-3-15,1 0-8 0,0 3-4 0,-3 0-8 16,2 0-4-16,-1 1-5 0,-1-3-1 0,0 3-3 16,0-4-2-16,-1-2-1 0,1 1-2 0,1-5 1 15,-1-2 0-15,2-4-1 0,0-3 2 16,0-6 0-16,3-3 1 0,0-2-1 15,-2 0 0-15,0 0 0 0,1 2 0 0,-2 4 0 16,-1 4 0-16,1 1 1 0,-2 6 1 0,0 3 2 16,2 5 1-16,-2 4 2 0,0 6 1 0,1 6 0 15,0 1 0-15,-1 6-2 0,2 0 0 16,-2 3-1-16,2 1 0 0,2-1-2 0,0 1-2 16,-1-2 0-16,1-4-3 0,1 0 0 15,0-5-2-15,1-1-1 0,1-3-5 0,-1-7-23 16,-1 0-72-16,-2-3-96 0,-2-6-193 0,-1-2-287 15,0-4-352-15,0-3-418 0,-3 0-225 16,2-7 237-16,-1 2 797 0</inkml:trace>
  <inkml:trace contextRef="#ctx0" brushRef="#br1" timeOffset="34175.28">9309 3476 189 0,'0'-19'907'0,"0"4"634"0,-3 5 40 15,3-1-279-15,-2 5-474 0,2 0-323 0,-3 4-186 16,3 2-129-16,0 2-78 0,-1 4-46 16,1 6-29-16,0 3-10 0,1 6-6 0,-1 6-5 15,3 6-2-15,-1 8-3 0,1 5 4 0,0 8 0 16,5 3-2-16,0 6 0 0,3 4 1 0,2-1-1 15,1 2-6-15,2-5-6 0,1-6-2 16,2-8-3-16,0-7-1 0,3-6 0 16,-1-11 0-16,-2-7 3 0,-2-8 0 0,0-9 1 15,-2-6 1-15,-2-12 0 0,-1-5 0 0,-4-9 0 16,-2-2 0-16,2-8-1 0,-6-3 0 0,-2-3 0 16,-2-1 1-16,-1-4 3 0,-3-1 0 15,-1-2 0-15,1-1 2 0,-5 0 1 0,3 1 5 16,-3 3 8-16,1 6 11 0,0 5 11 0,0 7 6 15,0 5 1-15,-2 6-4 0,4 7-8 16,-2 4-10-16,-2 5-10 0,2 5-7 0,1 6-4 16,0 1-3-16,0 7-2 0,1 1-1 15,2 4-1-15,0 1 0 0,1 3-2 0,0 1 0 16,2 3-5-16,0-1-12 0,1 1-18 16,1 1-32-16,-1-1-75 0,-1-1-108 0,0 0-196 15,2 0-292-15,-1-1-346 0,0 0-401 0,1-1-185 16,-1 2 294-16,2-3 770 0</inkml:trace>
  <inkml:trace contextRef="#ctx0" brushRef="#br1" timeOffset="34427.04">9301 3907 114 0,'-10'3'1009'0,"1"2"692"0,3-3-92 0,-1 2-355 16,3 1-434-16,0-3-357 0,1 2-235 16,3-2-106-16,3 0-47 0,2 0-24 0,5-1-13 15,2-1-8-15,3 0-9 0,2-1-6 0,2-1-7 16,3-2-5-16,0 1-3 0,2 0-5 16,2-2-19-16,-1 1-78 0,-2 3-90 0,-1 0-177 15,-2 1-285-15,-2 2-340 0,-2 2-396 0,0 3-204 16,-2 4 174-16,2-1 732 0</inkml:trace>
  <inkml:trace contextRef="#ctx0" brushRef="#br1" timeOffset="34942.99">10131 3782 171 0,'-8'-5'691'0,"-3"1"437"0,5 2 107 16,1-2-169-16,0 3-331 0,2-1-238 15,1 1-158-15,2 1-101 0,0 0-55 0,5 0 5 16,2 1-18-16,2 1-15 0,5-1-8 0,2 3-4 16,3-4 0-16,3 5-38 0,2-3-21 0,3 2-20 15,0-4-15-15,1 2-11 0,1 0-10 16,-1-2-9-16,-1-2-7 0,-2 2-6 0,-2-2-5 16,-1-1-2-16,-2 2-3 0,-4-1-5 15,0-1-19-15,-5 3-45 0,-5-2-76 0,-2 2-136 16,-6 2-264-16,-1 3-310 0,-4-1-361 0,-6 3-338 15,-2 0-49-15,-3 2 607 0</inkml:trace>
  <inkml:trace contextRef="#ctx0" brushRef="#br1" timeOffset="35149.97">10201 3982 205 0,'0'6'823'0,"0"-2"400"15,2 0 19-15,1 1-159 0,1-3-422 0,2 2-289 16,2-4-134-16,1 2-33 0,4-2-22 15,0 0-23-15,3-2-31 0,0-2-27 0,6-1-20 16,0-2-39-16,0 0-19 0,2-2-10 0,3 0-10 16,-2 0-3-16,3-2-10 0,-2 3-56 15,-2-1-71-15,1 3-155 0,-3 4-287 0,0-2-296 16,-3 4-333-16,2 0-213 0,-2 0 84 16,1 2 608-16</inkml:trace>
  <inkml:trace contextRef="#ctx0" brushRef="#br1" timeOffset="35797.94">10865 3359 207 0,'-7'-19'885'0,"0"6"553"0,2 2 71 15,0 2-239-15,2 2-465 0,1 1-307 0,1 1-167 16,-1 2-119-16,2 2-81 0,0-2-42 15,2 3-27-15,-1-2-10 0,4 2-2 0,0 2 5 16,1 0 8-16,3 0 3 0,3 3 2 0,-1 2 1 16,1 4-1-16,1 1-3 0,3 3-2 15,-2 6-6-15,2 1-7 0,-2 6-22 0,3 1-28 16,-4 4 0-16,4 5 0 0,-4 3 0 0,4 4 0 16,-2 4 0-16,1 1 0 0,0 4 0 15,-1 4 0-15,1 1 0 0,0 1 0 0,0-1 0 16,1 1 0-16,-1-4 0 0,3-6 0 0,-3-2 0 15,1-4 0-15,-1-6 0 0,-2-7 0 16,-1-2 0-16,-1-7 0 0,-4-4 0 0,-1-3 0 16,-2-4 0-16,-1-4 0 0,-1-2 0 15,-3-5 0-15,-3-3 0 0,0-5 0 0,-2-2 0 16,1-3 0-16,-3-2 0 0,-1-1 0 0,1-1 0 16,0-6 0-16,-1 3 0 0,2-4 0 15,-1 0 0-15,1-2 0 0,0 0 0 0,1 0 0 16,2 2 0-16,0 0 0 0,1 2 0 15,0 0 0-15,1 3 0 0,-1 3 0 0,2 1 0 16,0 3 0-16,0 2 0 0,0 0 0 0,0 3 0 16,0 2 0-16,0 1 0 0,0 0 0 15,-1 3 0-15,-2-1 0 0,1 2 0 0,-1 2 0 16,0 1 0-16,-2 3 0 0,0 2 0 16,-1 3 0-16,-3 4 0 0,-1 1 0 0,2 5 0 15,-4 0 0-15,0 4 0 0,1 2 0 0,-3 2 0 16,1 1 0-16,-2-1 0 0,0 3 0 0,1-2 0 15,-2 0 0-15,2 1 0 0,0-4 0 16,0 1 0-16,1-3 0 0,3-3 0 0,-2-1 0 16,4-2 0-16,0-3 0 0,0-2 0 15,2-4 0-15,1 0 0 0,0-2 0 0,4-3 0 16,-2 1 0-16,1-3-101 0,0-2-213 0,2-1-253 16,0-2-321-16,0-3-392 0,2-3-483 15,1 0-74-15,0-2 722 0</inkml:trace>
  <inkml:trace contextRef="#ctx0" brushRef="#br1" timeOffset="37160.29">17706 1352 263 0,'2'2'559'0,"-1"0"239"0,-1 0 141 0,0 2-176 16,0-2-166-16,0 3-116 0,-1 0-68 16,-1 3-34-16,1-1-29 0,-1 3-51 0,2 4-43 15,0 0-35-15,0 5-19 0,2 0-26 0,-1 5-37 16,2 3-37-16,1 2-27 0,1 3-14 0,-1 5-18 16,2 1-12-16,1 5 2 0,-1 0 8 0,1 1-5 15,-1 2-5-15,1 2-3 0,1 2 2 0,-1 1 2 16,-1 1-2-16,3 2 5 0,-2 2 0 15,-1 1 1-15,2 1-6 0,-2 2-8 0,2 5-1 16,-1 0-2-16,-1 2 6 0,3 1 3 0,-1 5 3 16,0-1 2-16,0 3 1 0,0 3 2 0,0 2-7 15,0 2-3-15,-1 5-4 0,2 1-3 0,-1 4-8 16,-2 0-6-16,2 2 1 0,1 0-1 16,-1 1 0-16,2 0-1 0,1-1 1 15,-2 0 0-15,1-1-4 0,1 1-3 0,0-3 1 16,-1-1 1-16,2-2 1 0,-1-1 1 0,0-2 0 15,0 1 1-15,0 0-2 0,-1-3-3 0,1-2 0 16,0-2-1-16,-1-1 2 0,0 0 1 16,0-2 0-16,1 2 1 0,-2 3 1 0,1 0-1 15,0 3 4-15,0 0 3 0,-1 3 6 0,0 1 2 16,0 4 4-16,1 4 2 0,-2 3-4 16,0 5-4-16,0 2-6 0,-2 3-2 0,0-2-2 15,-1 2-1-15,2 0-2 0,0-3 1 0,0-5 1 16,-1-5-3-16,2-6-1 0,1-8-1 15,1-4 0-15,0-6 1 0,2-4 1 0,-1-4-1 16,0-4 1-16,2-2-1 0,-2-5-2 0,1-3-4 16,0-3-8-16,-1-3-9 0,0-3-12 15,-2-7-21-15,-2-3-41 0,-3-8-76 0,0-8-111 16,-4-6-193-16,-4-8-296 0,-4-9-346 16,-4-10-356-16,-9-13-151 0,-4-12 360 0,-7-12 709 15</inkml:trace>
  <inkml:trace contextRef="#ctx0" brushRef="#br1" timeOffset="38014.99">17464 1444 61 0,'2'0'443'0,"-2"0"344"16,2 0 226-16,-1 0-34 0,2 0-212 0,-1-3-211 15,2 0-118-15,0 1-31 0,0-3-12 0,1 0-39 16,0-1-59-16,3-1-38 0,0-3-47 15,-2-1-55-15,2-3-43 0,2-3-32 0,2-3-11 16,1-4-11-16,2-4-12 0,2-1-11 0,1-4-8 16,3-2-3-16,0-2-3 0,1 1-4 0,1 0-2 15,-3 3-1-15,0 2-1 0,-1 3-5 0,-5 6-4 0,2 4-1 16,-5 3 0-16,-1 4 1 0,0 5 1 16,0 1 1-16,0 5 2 0,0 5 0 0,-2 4-1 15,0 7 1-15,0 0-2 0,2 5 0 0,-4 3-2 16,0 4-1-16,-1 2 0 0,2 2-2 0,-1 0-1 15,0 5-2-15,-1-3-1 0,1 2-2 0,-1 0-3 16,3-1 4-16,-2-1 1 0,0 1-6 0,-1-2-16 16,2-1-41-16,-1 0-78 0,-3-1-163 0,-2 3-271 15,1-1-315-15,0 1-391 0,-2 2-379 0,0 3-13 16,-2 2 743-16</inkml:trace>
  <inkml:trace contextRef="#ctx0" brushRef="#br1" timeOffset="39709.53">17838 7308 52 0,'4'0'388'0,"0"0"286"0,0 0 218 16,-1 0 6-16,-1 0-218 0,1 0-160 0,-1 0-116 15,-1 0-77-15,2 0-54 0,-3-2-50 0,4 2-46 16,-1 0-27-16,2-2-17 0,1 1-19 15,-2 0 10-15,4-1 13 0,1 1-6 0,1-2 1 16,1 1 11-16,5 0 3 0,0 1-21 16,1 0-27-16,4 1-13 0,1-2-13 0,3 2-23 15,1 2-13-15,2-1-7 0,-1 0-1 0,3 3-2 16,2-4-11-16,2 3-2 0,0-2-3 16,-1 1 2-16,3-2-5 0,-1 1 1 0,2-1-1 15,-1 1 1-15,3 1-2 0,-1-2-2 0,0 2-2 16,0-1 0-16,0 1-1 0,0-2-3 15,0 5 0-15,0-4 1 0,4 1-2 0,-2 1-1 16,1-1 0-16,0 2 1 0,2-2 1 16,0 3 2-16,4-2 2 0,-1 1 2 0,3-1 0 0,3-1 2 15,2 0-1-15,5-1 1 0,-1 0-3 16,2 1 0-16,2-2-2 0,0 0-3 0,-1 0-2 16,1 0 0-16,0 1 0 0,-2-1 2 15,-2 0 2-15,2-1 1 0,0 1 3 0,-1-2-1 16,1 1-1-16,-2 0 0 0,-1-1-1 15,-3 0 0-15,1-1-1 0,-3 0-2 0,-1 2 0 16,-2-2 1-16,1 1-2 0,-3 1 0 0,-2 1 2 16,0 0 1-16,0 0-1 0,-3 3 2 0,-1 1-1 15,1-1 2-15,-1 4 0 0,-1-2 1 16,3 1-1-16,-2 0 0 0,0 0 1 16,1 1-1-16,0 0-1 0,-1 0-1 0,1-1 0 15,-2 0-1-15,3-3-2 0,-1 2-1 0,0-4 1 16,2 2 0-16,-2-3 0 0,1 0 3 0,1-1 1 15,1-1 1-15,0-1 1 0,2 0-1 16,1 0 1-16,0-1 1 0,2 0-2 0,2-1 0 16,1-1-1-16,1 1-1 0,-1 1-1 15,2-2-2-15,1 1 0 0,1-1 0 0,2 2 1 16,-1-1 2-16,0 3 0 0,4-3 2 0,0 0 2 16,1 1 0-16,2-1 0 0,1-1-2 15,2 1 1-15,-2 2-3 0,3-4-1 0,-1 1-2 16,1-1 1-16,1-1 0 0,-1 1 2 15,1-2 1-15,1-2 1 0,3 1 2 0,2 0 1 16,2-2-3-16,-2 2-3 0,3 0 0 0,-2 0 5 16,2-1 7-16,0 2 2 0,-3-2 4 0,5 2 3 15,-2 2 1-15,5-1-7 0,-2 0-5 16,0 1-5-16,2 2-2 0,-1-2 0 0,-2 1 1 16,2 0 4-16,-3 0 7 0,-1 4 2 0,3-3 1 15,-1-1 2-15,5 4-3 0,-4-1-6 16,1 0-5-16,0 0-2 0,0-1-3 0,1 0 0 15,-1 2 3-15,-1-3 1 0,1 1 0 0,3 1 1 16,-4-1 1-16,5-3-2 0,-2 3-2 16,-1 1-1-16,-1-2-3 0,-3 1 1 0,-1 0 1 15,0 0 2-15,2-1-1 0,-5 3 2 16,3-3 1-16,-3 2-3 0,-3 0 0 0,-1 2-1 16,-2-2 0-16,-4 1 0 0,-2 0-1 0,-3 1 0 15,-2 1 0-15,-6 0 1 0,-1 0 0 16,-4 0 0-16,-1 0 2 0,-2 0-1 0,-6-1 2 15,4 1-1-15,-7-2 0 0,-1 2-1 0,-3 0-1 16,-2-2 2-16,-5 2-2 0,-2-1 0 16,-5 1 1-16,-2 0-1 0,-3 0 2 0,-3 0-1 15,-2 0 1-15,-1 0 8 0,-2 0 6 0,-4 0 3 16,1 0 1-16,-2-1 0 0,-2 1-1 16,-1-3-9-16,0 1-6 0,-4 1-6 0,1-2-11 15,-3 0-16-15,1-2-32 0,0 1-76 16,-5 0-84-16,4-2-159 0,-3 0-271 0,2-3-322 15,-2 0-354-15,4 1-202 0,-1-3 76 0,3 1 645 16</inkml:trace>
  <inkml:trace contextRef="#ctx0" brushRef="#br1" timeOffset="40010.94">27801 6771 341 0,'4'-5'855'0,"-1"-1"334"15,0 0 7-15,0 0-293 0,1 0-317 16,0 0-216-16,5 0-137 0,0 0-70 0,2 0-38 15,4 1 4-15,3 1 7 0,2-2-9 16,4 3-14-16,1 0-11 0,2 2-8 0,0 1-30 16,2 2-27-16,-1 2 3 0,-1 3 8 0,-2 1 6 15,-1 3 13-15,-6 0 5 0,0 4 9 0,-5 2-10 16,-2 0-5-16,-5 4-1 0,-2-1-8 16,-6 3 0-16,-1-1-6 0,-4 2-4 0,-3 0-5 15,-3 1-8-15,-1 3-5 0,-2-3-6 16,-5 1-6-16,4-2-6 0,-5 0-4 0,1-1-3 15,0-1-3-15,1-1-2 0,0-2-2 0,0-4-3 16,3 0-12-16,3-1-30 0,0-1-78 16,2-4-100-16,2 0-180 0,5-1-295 0,2-1-340 15,3 1-379-15,1 1-179 0,2 0 245 16,1 1 709-16</inkml:trace>
  <inkml:trace contextRef="#ctx0" brushRef="#br1" timeOffset="40923.69">28013 7531 251 0,'0'-2'802'0,"0"0"392"0,0-1 47 0,2 0-227 16,-1-1-340-16,3 2-217 0,1-3-131 16,1 2-75-16,2-1-23 0,3 0-30 0,2-1-26 15,-1 2-29-15,1 0-25 0,1 0-11 0,3 1-25 16,-1 1-6-16,-2 1-11 0,4 1-9 15,-4 1-7-15,2 2-5 0,-3 1-2 0,-2 2-7 16,-1 0-2-16,-1 4-3 0,-3 1-1 16,-3 4-2-16,-1-2-2 0,-2 4-3 0,-2 2-1 15,-3 0-3-15,-1 4-5 0,-2-1-1 0,-3 2-1 16,2 0 0-16,-3 2-1 0,2-1 0 0,-2 2-1 16,1 0 0-16,0 0-1 0,2-2-3 15,1 0-3-15,0-1 0 0,2-1-2 0,2-2 0 16,1 1 0-16,3-2-2 0,0-3-1 15,2 0 0-15,3-2-2 0,-1 0-1 0,6-4 0 16,-1-1-1-16,3-1 2 0,1-5-1 0,5 0 1 16,3-5 1-16,0-1-3 0,5-5-7 0,-1-3-9 15,2-3-11-15,2-3-16 0,1-4-25 16,0 0-49-16,-2-2-62 0,-1-1-57 0,0-1-82 16,-2 0-115-16,-2 1-136 0,-2 1-111 15,0 2-136-15,-3 1-220 0,-1 1-96 0,-3 0 142 16,-2 4 316-16,1-2 321 0</inkml:trace>
  <inkml:trace contextRef="#ctx0" brushRef="#br1" timeOffset="41215.19">28679 7791 23 0,'13'-5'226'0,"-4"1"206"16,-1 4 267-16,-1 0 174 0,-1 4-41 0,-2 3-102 16,1 1-72-16,0 4-49 0,2 2-60 15,-3 3-96-15,4 3-94 0,-2 2-69 0,2 3-62 16,0 2-65-16,1 0-50 0,0 0-33 0,2-1-24 16,-1-3-16-16,3-3-11 0,5-1-9 15,-1-5-9-15,4-5-3 0,1-6-2 0,0-6 4 16,3-6 3-16,1-6 3 0,0-5 1 15,1-6 1-15,-2-3 4 0,-2-3-1 0,0-2 1 16,-2-1 2-16,-7 2 4 0,0-1 2 0,-6 4-3 16,-1 0-1-16,-6 1-5 0,-4 1-3 0,-3 1-6 15,-5 3-3-15,-2-1-2 0,-6 1-2 16,2 4 0-16,-5 2-3 0,-2 3-1 0,-2 3-1 16,1 5-2-16,-2 3-1 0,0 5-2 15,1 4-1-15,-1 6-2 0,2 1-14 0,1 4-27 16,-2 0-72-16,4 4-82 0,-1-1-156 0,3-1-286 15,2-1-323-15,2-1-378 0,2 1-224 16,4-3 68-16,-1-4 670 0</inkml:trace>
  <inkml:trace contextRef="#ctx0" brushRef="#br1" timeOffset="41394.28">28777 7767 90 0,'16'2'602'0,"-2"1"447"0,0 1 180 15,2 0-74-15,0 1-363 0,0-1-221 0,3 1-162 0,1 0-100 16,0-4-63-16,1 0-52 0,5-1-63 16,-4-1-60-16,2-2-32 0,-1-1-17 0,3-1-13 15,-3-1-52-15,0-2-70 0,-5 2-147 16,3-1-286-16,-3 1-293 0,-3 0-350 0,-2 0-268 16,-2 1 11-16,-3-1 614 0</inkml:trace>
  <inkml:trace contextRef="#ctx0" brushRef="#br1" timeOffset="42528.07">16823 886 355 0,'-2'-10'814'0,"0"1"348"16,-1-1 42-16,2-1-288 0,-1 2-184 0,2 1-166 15,0 5-124-15,0 2-93 0,2-1-63 0,-2 0-57 16,0 2-83-16,0-1-50 0,0 1-33 16,1 1-11-16,1 3-5 0,1 0 0 0,2 3 3 15,1 3-3-15,0 2-1 0,-1 1-6 0,1 4-6 16,1 2-10-16,0 1-5 0,-2 1-6 0,2 1-5 15,-4-1-3-15,0 2-2 0,2-2-1 0,-2 0-2 16,-1-2-1-16,2 1-2 0,-2-2 0 0,-1-4-2 16,-1 3-3-16,2-4-11 0,-2-1-20 0,-2-3-39 15,1 1-73-15,-3-4-129 0,-2-4-205 0,0 2-292 16,0-4-343-16,-1-4-351 0,1-3-147 0,-3-4 436 16,1-3 678-16</inkml:trace>
  <inkml:trace contextRef="#ctx0" brushRef="#br1" timeOffset="42709.09">16660 767 288 0,'-7'-5'996'15,"4"4"444"-15,1-2-57 0,1 3-252 0,1-1-494 16,1 1-273-16,1 0-158 0,1 0-71 0,4 0-32 16,1 0-19-16,2 0-10 0,3 0-4 15,0-1-6-15,4-1-24 0,-1 0-16 16,3 1-11-16,0-2-69 0,-3 1-99 0,-1 1-223 15,-3 0-279-15,-3 2-317 0,-1 2-391 16,-5 3-210-16,-1 3 274 0,-6 3 773 0</inkml:trace>
  <inkml:trace contextRef="#ctx0" brushRef="#br1" timeOffset="42893.32">16690 1275 219 0,'4'13'895'0,"0"-1"423"15,-3-1-15-15,2-2-210 0,3-2-410 0,2-1-280 16,0-1-143-16,2-1-69 0,4-1-38 0,1-2-19 16,2 1-43-16,0 0-38 0,4-4-27 0,1 2-12 15,1-2-9-15,0 2-8 0,0 2-52 0,-1 0-79 16,-1-1-183-16,1 4-281 0,-3 0-296 0,-1 0-352 16,-1 3-230-16,-3 2 138 0,2 5 676 0</inkml:trace>
  <inkml:trace contextRef="#ctx0" brushRef="#br1" timeOffset="46366.96">12738 6848 36 0,'5'5'363'0,"2"1"229"0,-3-2 207 0,4 2 69 16,3 3-213-16,2-2-166 0,4 2-80 0,1 0-38 16,4-1-52-16,1 0-61 0,4 1-70 0,0-3-59 15,2 1-45-15,1-1-31 0,4-2-21 16,-2-1-17-16,1 0-8 0,-1-3 0 0,1 0 2 15,0 0-2-15,1-2-3 0,0 1-1 16,-4-2-39-16,0 1-137 0,-3 0-256 0,-2 2-269 16,-4 0-265-16,0 2-242 0,-2 3-6 0,-5 2 455 15</inkml:trace>
  <inkml:trace contextRef="#ctx0" brushRef="#br1" timeOffset="47225.82">12887 8966 44 0,'-3'8'304'0,"2"-3"210"15,-3 1 197-15,3-3-17 0,-1 0-146 0,2 0-120 16,0-2-87-16,0 1-78 0,0-2-68 15,0 2-59-15,2-2-50 0,-1 0 18 16,3 1 27-16,0-1 32 0,4 0 28 0,-2 0 13 16,4 1 1-16,2 1-33 0,-1-2-37 0,2 1-35 15,5 2 1-15,0-2 20 0,0 1 7 0,4 0-8 16,0-2-10-16,0 0 27 0,4 0 1 16,0-2-17-16,0 0-16 0,0 0-9 0,1-1-5 15,-3 0-29-15,3-2-28 0,-2 1-15 16,-1 0-8-16,1-3-4 0,-2 3-4 0,0-3 0 15,-4 4-30-15,0-2-69 0,-3 0-85 0,-3 2-162 16,-2-1-290-16,-3 1-322 0,-2 0-322 16,1-2-187-16,-3-1 163 0,-1-1 626 0</inkml:trace>
  <inkml:trace contextRef="#ctx0" brushRef="#br1" timeOffset="47909.02">13687 7140 95 0,'3'-5'334'0,"-1"1"207"0,-1 1 148 0,-1 1-66 16,2 1-102-16,-2 1-89 0,0 0-73 15,0 0-49-15,0 0-36 0,1 1-26 0,-1 1-16 16,0 2-14-16,0-1-12 0,2 2-18 16,-2 1-25-16,0 2-21 0,3 1-25 0,-3 6-16 15,3-2 0-15,-1 2 15 0,1 1 30 0,1 3 19 16,-1 0 5-16,0 2-8 0,1 1-17 15,1 3-25-15,-2 1-31 0,2 4-24 0,-2 0-15 16,1 5-10-16,0-1-9 0,-2 4 0 16,2 2-1-16,-2 2-3 0,-1 2-4 0,1 2 3 15,0 2-3-15,-1 4-6 0,-1-1-7 0,2 2-4 16,0 1-4-16,-2 2-2 0,0-2-2 0,1-2-2 16,1-1 3-16,-1-4 1 0,1-4 0 15,0-4-1-15,-1-3 0 0,2-3 1 0,-1-4 0 16,-2-4-1-16,2 0 1 0,0-6 0 15,-2 0 1-15,2-2 0 0,-2-4 0 0,0 0 0 16,0-3-1-16,-2-3 0 0,2-2-4 0,-4-2-10 16,4-3-20-16,-5-4-53 0,2-4-60 0,0-3-73 15,-2-8-125-15,0-1-176 0,0-5-298 16,-1-3-255-16,0 0-208 0,3-2-66 16,0-3 368-16,-2-1 512 0</inkml:trace>
  <inkml:trace contextRef="#ctx0" brushRef="#br1" timeOffset="48290.97">13567 7356 137 0,'1'-7'478'0,"-1"0"294"16,0 3 215-16,2-4-88 0,-1 2-197 0,-1 1-161 16,2-3-117-16,1 1-58 0,1 0-34 15,0-2-28-15,1-1-35 0,0-1-33 0,3 1-34 16,-2-3-39-16,2 2-36 0,0-1-44 16,1 0-27-16,-1 2-18 0,0 0-6 0,3 3-3 15,-5 1-6-15,2 2-1 0,1 0 0 0,-2 3 3 16,1 1 2-16,0 2-1 0,0 1-2 15,0 3-4-15,-2-2-3 0,2 3-4 0,-1-1-4 16,-1 2-3-16,3 0-2 0,-2 2-3 16,-1 0-1-16,2 1 0 0,0 0-1 0,-4 0-1 15,1 3-2-15,0-1-2 0,0 0-18 0,-2 2-70 16,-3 1-96-16,0 0-175 0,-3 0-284 16,-2 1-330-16,-1 2-383 0,-1-2-211 0,-2 1 195 15,1 1 710-15</inkml:trace>
  <inkml:trace contextRef="#ctx0" brushRef="#br1" timeOffset="48862.06">13686 8468 373 0,'6'0'741'0,"-3"1"290"0,0 0 98 0,2 3-289 16,-2-2-251-16,2 1-174 0,-2 1-87 16,5 1-62-16,-2 1-50 0,1 1-13 0,-1 3-3 15,2-2-18-15,1 3-26 0,-1 0-19 16,0 1-18-16,1 0-30 0,-1-1-32 0,0 4-13 15,0-2-11-15,2-1-6 0,-4 0-11 0,2 0-5 16,-2-2-4-16,-1-1-4 0,1-1-1 16,-1-1 0-16,0-2-2 0,-2-1-2 0,2 0 1 15,-2-4 2-15,3-4 3 0,-3-3 0 16,2-1 2-16,0-5-1 0,0-4 0 0,0-3-2 16,-1-4-3-16,2-1 0 0,-1-5-3 0,2 0 3 15,-1-1 0-15,-1 0 0 0,2 0 0 0,-2 2-5 16,2 1-33-16,-4 2-62 0,0 5-64 15,0 1-98-15,-1 4-169 0,-2 3-297 0,0 4-287 16,-2 2-223-16,2 3-149 0,0-1 231 16,2 4 553-16</inkml:trace>
  <inkml:trace contextRef="#ctx0" brushRef="#br1" timeOffset="49423.36">14372 7882 437 0,'4'-8'1004'0,"-4"0"407"16,0 0 29-16,0 3-325 0,-3-1-366 0,0 2-248 15,-3-1-139-15,1 1-106 0,-3 1-87 16,2 0-55-16,-1 2-33 0,-2-2-25 0,1 1-14 16,0 2-14-16,-3 2-9 0,2-1-6 0,-1 4-5 15,-1 1-3-15,2 2-2 0,-3 5-1 0,3 4-1 16,1 0 1-16,0 3-2 0,3 5 0 16,1-1 0-16,-1 2 0 0,5-2 0 0,0-1-2 15,0-3 0-15,5-1 1 0,-1-3-2 16,1-4 0-16,3-4-1 0,0-1 2 0,3-6-1 15,0-6 1-15,3-3 1 0,-1-4 2 0,3-7-1 16,-2-6 1-16,-1-2 0 0,3-2-1 16,-4-6 0-16,-1-2 0 0,0 0-2 0,-1-2 0 15,-1-1 0-15,-1-2 0 0,-3 3 2 16,2-2 1-16,-4 1 2 0,1 1 0 0,-2 3 1 16,-2 1 1-16,0 4-2 0,0 5 1 0,-2 4 1 15,-1 3 0-15,0 5 2 0,2 3 0 0,-3 4 1 16,1 3-2-16,0 6-1 0,0 4 0 15,1 3-4-15,0 8-2 0,2 1 0 16,2 5-1-16,1 5 2 0,0 3 1 0,2 5 5 16,2 4 4-16,2 4 2 0,-1 4 2 0,2 2-1 15,-1-2-2-15,2-2-7 0,0-4-4 0,3-3-3 16,2-6-2-16,0-4-10 0,-2-2-16 0,3-7-35 16,-4-2-80-16,1-6-132 0,-3 1-246 15,-1-4-309-15,2-5-373 0,-4 0-404 16,1-4-92-16,0-4 576 0</inkml:trace>
  <inkml:trace contextRef="#ctx0" brushRef="#br1" timeOffset="53219.11">19850 6654 69 0,'2'3'461'0,"-1"-1"336"0,-1-1 221 0,0 0-5 16,2 1-315-16,-2-2-211 0,1 1-129 16,-1-1-91-16,0 0-56 0,2 2-52 0,0-2-37 15,-1 0-24-15,1 0-4 0,1 0-1 0,4 0 26 16,-3 0 7-16,7 1 21 0,-3-1 10 0,3 0-14 15,3 2-11-15,1-1-21 0,0 2-10 16,1 0-26-16,2 0-12 0,-1 2-5 0,2-1-5 16,0 0-2-16,-1 1-4 0,0 0 0 15,3-1-5-15,-2-1-4 0,1 1 0 0,0 0-4 16,2-3-4-16,0 0-4 0,0 2-4 0,-1-3-1 16,2 0-2-16,1 0-3 0,-1-3-2 15,-2 1-1-15,3-2 1 0,-2 2-4 0,0 0 1 16,0-4-2-16,0 3 1 0,-1 0-1 15,0-2-2-15,-1 4-1 0,0-2-1 0,-2 0-1 16,2 2-2-16,-2-2 0 0,-1 3-2 16,4-2 0-16,-4 1 0 0,2-1-1 0,-1 2 0 15,1-1 0-15,-1 1 0 0,2-2 2 0,-2 1 0 16,0-1 1-16,1 1 0 0,1-2 0 0,-2 1 1 16,2-1 0-16,1 1-1 0,-4-2 0 15,2 0 2-15,-3 0 0 0,1-1 1 0,-1-1 1 16,2 1 2-16,-6 1-1 0,2-2 1 0,-1 0-2 15,0 0 0-15,-4 0-1 0,3-2-1 16,-3 1 1-16,0-2 0 0,1-1 0 0,1 0 1 16,-2-3-1-16,-1-2 1 0,5-3-1 0,-4-1-1 15,3-4 0-15,-2-1 0 0,2-4-1 16,-1-3-1-16,0-2 2 0,-2-1 0 0,1-3 1 16,1-3 1-16,-2 0 1 0,-1-3 1 15,0 0 0-15,1 0-1 0,-2-4-1 0,-1 1-1 16,2-2 0-16,-2 0-2 0,1-2-1 0,-2 0-1 15,-1 0-1-15,1 2-2 0,-2 0 0 0,2-2-1 16,-4-1 1-16,2 0 2 0,-3-1 0 16,2-4 2-16,1-1 1 0,-1-3 1 0,0-1-1 15,-1-2-2-15,1-3-1 0,-1 0-2 16,3-3-3-16,-3-1 1 0,4 0 2 0,-1-3 0 16,3 1-3-16,-2-3-2 0,3 0 1 0,-2-2 2 15,2 2 0-15,0 2 0 0,1 1 4 0,-1 0 3 16,1 3 2-16,1 0-2 0,0 5-5 15,0-4-2-15,0 2-1 0,0-2-2 0,0 1 2 16,-1-3 2-16,0 0 3 0,-1-1 2 16,0 0 1-16,-2-3 3 0,2 2-3 0,-1 1-6 15,0 3-3-15,1 4 1 0,-1 3-3 0,-3 6-1 16,0 1-1-16,2 3 3 0,-2 4 4 0,0 4 0 16,-1 4 6-16,0 3 3 0,0 1 1 15,0 3 0-15,-1 1 1 0,4 3-1 0,-3 2-3 16,0-2-3-16,1 4-1 0,-3 1-1 0,2 2 1 15,1 3 0-15,-1 1 0 0,0 0 0 0,-1 4 0 16,2 1 1-16,-2 4-1 0,-1-1 0 0,1 3 1 16,-1 0-1-16,-1 3-1 0,0-2 1 15,2 3 0-15,0-1-1 0,-2 3-1 0,0 0 1 16,0 3 1-16,0-1-1 0,0 2 1 0,0 0-1 16,0 0 0-16,0 2 1 0,0 0 0 0,0 0 0 15,0 1 2-15,0 3-2 0,0-3 1 0,-2 4 1 16,0-3 0-16,1 5 0 0,-1-1 0 15,1 1 1-15,-4 2-1 0,2 0 1 0,0 4 0 16,0-2-6-16,-1 3-1 0,1 2-2 0,0-1-2 16,0 3-1-16,0 2 1 0,-2-1 4 0,0 2 1 15,2 4 1-15,0 0 3 0,-2 0 4 0,2 2 2 16,0 2 1-16,0-1 0 0,-2 2-1 0,2 2 0 16,0-2-5-16,0 2 0 0,-1-1 1 15,1 2-1-15,2 1 1 0,-3 1 2 0,0-1-6 16,0 3-3-16,2-1-2 0,-2 1 2 0,3 1 3 15,-1-1 1-15,2-1 3 0,0-1 3 16,0 2 1-16,2-2-4 0,-1-1-3 16,1 0-2-16,0-2-1 0,0 0 0 0,2 0 2 15,-3-2 1-15,2 0 1 0,-1-2 2 0,0 2 0 16,-1-4 0-16,1 1-1 0,-1-1 0 0,-1 0-1 16,0 0 1-16,2 0-1 0,-2 1-1 15,2-2 0-15,-2 2 0 0,1-1-1 0,1 1-1 16,-1-2 1-16,3 0 0 0,0 0-1 15,-1-2 0-15,2 2 0 0,-2-3-1 0,4 0 0 16,-6 2 1-16,4-2 2 0,-2 0-1 0,2-1 2 16,-2 0 1-16,-2 0 0 0,3 0 0 15,-3-2-1-15,2 3 1 0,-3-1-1 0,2-1 0 16,0 0 0-16,-2 1 0 0,1 0 1 0,-1-1-2 16,2 1 1-16,0 1 0 0,-1-3-1 15,-1 0-1-15,2 0 0 0,-1 1 1 0,4-1-1 16,-5 1-1-16,1 2 2 0,1-1-1 0,-2 2 0 15,1-2 0-15,-1 2 0 0,0-1-1 16,-1 0 1-16,1 1 1 0,-2-2 0 0,2 1 1 16,0-2 1-16,0-1 0 0,0 0 0 15,0 1-1-15,2-2 0 0,-2 0-1 0,1-1 1 16,-1 1 0-16,0-1-1 0,2 2 1 0,0-2 0 16,-2 0-1-16,1 1 0 0,-1 0 0 0,3-1 1 15,-3 2-1-15,2 0 0 0,1-2 0 16,-1 1 0-16,0 0 0 0,-1 0-2 15,2-1 1-15,2-1 1 0,-4 1-2 0,2-3 2 16,-1 3-2-16,1-3 2 0,-1 1-1 0,1-2 1 16,-1 1 1-16,1 0 0 0,-1 0 0 0,1-1 1 15,-2 2 0-15,4-1-1 0,-4 1 1 0,2 0-2 16,-1-1 1-16,1-2-1 0,1-1 1 16,-1 0 0-16,0-1 0 0,0 0 0 15,0-3-1-15,1-2 0 0,-2-1 0 0,2-1 0 0,-3-1-1 16,1-2 1-16,-1-1-1 0,3 1 2 15,-4-2-1-15,1 0 0 0,2-1 1 0,-1 2-1 16,1-1 0-16,-1 1 0 0,1-1 0 16,1 2 0-16,0-2 1 0,-1 2-1 0,2 0 1 15,-4 1-1-15,2-1 0 0,1-1 0 16,-1-3 0-16,0 2-1 0,0-2 1 0,2 0 0 16,-4 0 0-16,2-1 0 0,1 0 0 0,-3-1 0 15,2 2 0-15,2-2 0 0,-1 1 1 16,0-1-1-16,2 0 1 0,1 2 0 0,-3-2-1 15,5 1 2-15,0 1-2 0,-1-1 2 16,-2 1-1-16,4-1 0 0,0 1 1 0,0-2 0 16,0 1-1-16,2 1 1 0,-2-1-1 0,1-1 1 15,1 2 1-15,1-2 1 0,0-2 4 0,1 2 4 16,0-1 2-16,0-1 2 0,-1 1 1 16,5-1-1-16,-1-1-2 0,-1 0-3 0,2 0-2 15,-1 0 0-15,1 1-1 0,2-2 0 16,-2 2 0-16,1-2 1 0,1 2-1 0,1-1-1 15,0 1-2-15,-2 0 0 0,3 1-2 0,0 1 0 16,-1 0-2-16,1 0-1 0,0 1 0 16,-3 1 0-16,3 0 0 0,0 1 0 0,-1-1 0 15,-4 0 0-15,4 1 0 0,-2-2 0 16,1 1 0-16,-1-2 0 0,1 2 0 0,-2-4 0 16,0 2 0-16,-1-2 0 0,2 1 0 0,-3 0 0 15,1-3 0-15,-2 2 0 0,0-1 0 16,-2 2 0-16,1 0 0 0,-1 1 0 0,-2-2 0 15,3 2 0-15,-3 0 0 0,3 0 0 16,-3 2 0-16,2-1 0 0,0 0 0 0,0 2 0 16,-1-1 0-16,-1 2 0 0,-1-3 0 0,1 2 0 15,-2-1 0-15,-1-1 0 0,0 2 0 0,0-2 0 16,-2-1 0-16,-1 2 0 0,-2-1 0 16,1-1 0-16,-1 0 0 0,-2 2 0 0,2-2 0 15,-3 0 0-15,0 0 0 0,0 0 0 16,-3 0 0-16,0 0 0 0,-2 0 0 0,0 0 0 15,-4-2-94-15,-4 1-147 0,1-1-236 0,-2 2-303 16,-1 0-386-16,5 2-468 0,-2-4-220 16,3-1 436-16,0-1 935 0</inkml:trace>
  <inkml:trace contextRef="#ctx0" brushRef="#br1" timeOffset="54566.1">21488 7216 436 0,'2'-7'889'16,"-1"1"305"-16,-1 2 12 0,0 0-293 16,2 1-223-16,0 2-176 0,-2 2-122 15,1 1-78-15,-1 1-59 0,3 3-58 0,1 2-51 16,-3 5-32-16,2-1-17 0,1 6-10 0,2 2-4 15,-2-2-9-15,1 7-9 0,-2 0-12 0,2 0-12 16,-2 5-11-16,1-3-9 0,2 1-8 16,-5-1-6-16,2 0-2 0,1-2-5 0,-3-1-1 15,-1-1-1-15,2-2-1 0,-1-3-2 16,1 0-10-16,0-3-26 0,-2-2-74 0,-4-2-121 16,1-1-241-16,0-2-299 0,-2-1-376 0,-1 1-437 15,0-1-164-15,-1-1 515 0,3-1 823 0</inkml:trace>
  <inkml:trace contextRef="#ctx0" brushRef="#br1" timeOffset="57674.31">21495 8537 32 0,'4'-4'479'16,"0"1"439"-16,-3-1 264 0,-1 2-32 0,2 2-316 15,-2-5-194-15,0 4-132 0,0-1-91 0,0-2-68 16,-2 1-48-16,1 0-50 0,-1 0-66 16,-1 0-48-16,0 0-32 0,-1 0-18 0,1 0-14 15,-2 0-11-15,1 2-11 0,-1-1-9 16,0 0-9-16,-1 2-7 0,1 0-6 0,-1 0-5 16,-3 2-4-16,0 0-3 0,1 1-2 0,-1 1-2 15,0 2-2-15,1 0 0 0,-2 4-1 0,-1 0 0 16,3 2-1-16,0 1 1 0,2 4-1 15,1 1 1-15,1 3-1 0,2 3 0 16,2 1 0-16,2 2 0 0,-1-2-1 0,4 3 1 16,3-4-2-16,-4-3 0 0,4-3 0 0,1-1 0 15,0-7 0-15,-1 1 0 0,1-7 1 0,4-2 0 16,-4-7 0-16,3-4 1 0,1-7 0 16,-3-3 1-16,0-3 0 0,0-6-1 0,-1-3 1 15,-3 0 0-15,-1-2-1 0,0-2 0 0,1 1 0 16,-5-1 0-16,1 3 0 0,-1 2 1 15,-1 1 0-15,0 1 1 0,0 3 0 0,0 0 1 16,0 5-1-16,-1 2 1 0,-1 4-1 16,2 0-1-16,0 3 0 0,0 4 0 0,0 2-1 15,0-1 0-15,0 3 0 0,0 1 0 0,0 2-1 16,0 0 1-16,0 4 0 0,0 0 1 16,2 0-2-16,-1 5 1 0,-1 1-1 0,2 2 0 15,0 1 1-15,-1 4 0 0,2 2 3 0,1 2 4 16,0 5 5-16,1 2 3 0,3 3 3 15,0 2-1-15,1 3 0 0,2-1-4 0,2 0-4 16,3-2-4-16,-2-3-1 0,3-5-2 0,3-2-2 16,2-6 0-16,0-7-2 0,-2-3-2 15,6-5-1-15,-3-7-15 0,1-4-29 0,-2-5-84 16,-1-2-155-16,-3-1-254 0,-1-2-332 0,-2 1-420 16,-7 0-486-16,-5 3-28 0,1 2 813 15</inkml:trace>
  <inkml:trace contextRef="#ctx0" brushRef="#br2" timeOffset="76722.19">5875 10324 37 0,'0'0'427'0,"0"0"398"0,-2 0 314 15,2 0-16-15,-1 0-268 0,-1 0-179 0,0 0-116 16,2-3-117-16,-4 3-92 0,4-2-62 16,-3 1-51-16,0 0-61 0,-1-3-52 0,1 3-29 15,0-2-17-15,0 0-13 0,-2 2-12 16,3-1-11-16,-4 0-10 0,3 2-9 0,-2-1-6 16,1 0-5-16,0-1-5 0,-2 1-3 15,0 1-3-15,1-2-1 0,-1 2-3 0,-1 0-3 0,2 0-6 16,-1 0-15-16,-1 0-31 0,0 2-68 15,-1 1-71-15,0-1-111 0,-3 2-159 0,3 0-238 16,-3 0-308-16,0 2-222 0,0 1-165 16,3 0 184-16,0 1 505 0</inkml:trace>
  <inkml:trace contextRef="#ctx0" brushRef="#br2" timeOffset="76921.25">5573 10416 22 0,'-8'4'338'0,"0"0"279"16,2 0 274-16,-2-1 76 0,1 1-196 0,1-1-168 15,0 2-125-15,-2-2-100 0,3 1-89 16,0 1-74-16,-1-3-69 0,0 3-49 0,1-2-31 16,0 0-20-16,2 0-17 0,-2 0-13 0,2-1-10 15,0 3-7-15,-3-4-20 0,3 4-27 16,-2-1-62-16,0-1-111 0,-1 0-137 0,1 1-219 16,-1 1-270-16,1-2-239 0,0 0-66 15,1 1 246-15,0-1 391 0</inkml:trace>
  <inkml:trace contextRef="#ctx0" brushRef="#br2" timeOffset="77108.87">5380 10662 185 0,'0'9'453'16,"-2"0"249"-16,2-2 186 0,-1-1-138 0,-1 0-161 16,2 2-114-16,-3-3-86 0,2 1-84 15,-1 0-79-15,2-4-76 0,-1 3-61 0,1-2-43 16,-2-2-24-16,2 2-18 0,0 0-52 0,0-1-85 15,-2-1-107-15,2 1-128 0,-1 1-231 16,-1-1-263-16,2 2-139 0,0-3 64 0,0 2 265 16,0 0 303-16</inkml:trace>
  <inkml:trace contextRef="#ctx0" brushRef="#br2" timeOffset="77271.57">5391 10840 156 0,'5'11'372'0,"-2"-3"180"0,0 3 113 16,2 0-114-16,-2-2-111 0,-2 0-69 15,3-1-38-15,-3 2-36 0,1-3-49 0,0 0-55 16,-1-4-58-16,2 2-47 0,-1-1-39 0,0-2-25 16,-1 2-13-16,2-3-5 0,2 0-6 15,-2-1-18-15,0 0-62 0,0 0-92 0,-1 2-108 16,1-2-204-16,2 3-247 0,-2 0-146 16,0 0 44-16,3 0 217 0,-1 0 264 0</inkml:trace>
  <inkml:trace contextRef="#ctx0" brushRef="#br2" timeOffset="77455.32">5536 11047 39 0,'5'8'279'16,"-2"-1"161"-16,2 0 151 0,-3-2-56 0,1 2-121 15,0-4-94-15,2 2-71 0,-4-1-40 0,2-2-25 16,2 1-35-16,-3-1-41 0,1-1-29 0,0-1-22 16,2 2-16-16,-2-4-13 0,2 2-10 15,-2-1 0-15,2-1-7 0,-2-1-1 16,2 1-28-16,-2 0-54 0,0-2-73 0,2 0-84 15,1 2-114-15,-3-3-170 0,2 3-148 0,-2 1-16 16,0-3 119-16,2 3 177 0</inkml:trace>
  <inkml:trace contextRef="#ctx0" brushRef="#br2" timeOffset="77605.16">5709 11050 105 0,'9'-2'227'0,"-2"2"54"0,-1-1-3 15,-1 0-49-15,4 1-67 0,-3-2-47 0,1 2-33 16,1 0-22-16,-2-1-20 0,2 1-16 15,0 0-21-15,-2 0-34 0,2 1-57 0,0-1-100 16,0 2-129-16,-2-2-33 0,1 2 36 16,0-2 81-16</inkml:trace>
  <inkml:trace contextRef="#ctx0" brushRef="#br2" timeOffset="78031.14">6101 10815 66 0,'3'-5'254'0,"-1"1"135"16,1 1 62-16,-1-1-43 0,-1-1-84 0,2 0-84 15,-1 0-64-15,-1 2-48 0,1-4-43 16,-2 2-36-16,1-2-14 0,-1 0-16 0,0 1-6 16,2-2-9-16,-2 1 0 0,0-1 0 0,0 0-6 15,0-1-13-15,0 3-35 0,-2 2-77 16,2-3-216-16,-1 3-161 0,-1 0-54 16,2 1 46-16,0 0 139 0</inkml:trace>
  <inkml:trace contextRef="#ctx0" brushRef="#br2" timeOffset="78254.05">6166 10482 382 0,'0'-8'903'0,"-3"-4"335"16,-2 1 68-16,0 1-237 0,-1-2-303 0,-2 1-245 16,0-6-152-16,-2 2-91 0,-2-2-85 15,1-2-85-15,1 0-46 0,-4-3-27 0,3 3-12 16,-3-1-10-16,1 1-3 0,0 5-3 0,1 1-4 15,-3 1-1-15,0 4-2 0,-1 4-3 16,-3 3-1-16,0 3-6 0,0 4-17 0,-3 3-40 16,4 1-58-16,-2 4-52 0,0 1-110 0,3-1-170 15,0 1-295-15,3-2-265 0,3 1-224 16,0-1-151-16,4 0 285 0,1-1 557 0</inkml:trace>
  <inkml:trace contextRef="#ctx0" brushRef="#br2" timeOffset="85660.47">14629 10414 41 0,'0'-2'400'0,"0"2"330"0,-1 0 297 16,-1 0 67-16,2 0-292 0,-1 0-201 0,-1 0-73 15,2-3-52-15,0 3-74 0,-2 0-77 16,2-1-54-16,-1 0-44 0,-1 0-56 0,2-1-50 15,-1-1-28-15,-1 1-16 0,-1 2-9 0,2-3-5 16,1 1-6-16,-2 0-6 0,2 0-1 16,0 2-3-16,0-2-6 0,0 2-1 0,0 0-3 15,0 0-3-15,0 0-2 0,0 0-2 16,0 0-2-16,0 2-3 0,0-2-2 0,-2 2-3 16,2-1-4-16,0 0-4 0,-1 4-2 0,1 3-2 15,-2 3-3-15,1 2-2 0,-1 5-1 16,0 2-2-16,-1 5 0 0,0 2 0 0,1 1 0 15,2-1 0-15,0 3 0 0,0 1 1 0,0-5 1 16,0 3 0-16,2-5-1 0,1-3-1 16,-1-2-1-16,1-1 0 0,0-8-2 0,0 1 0 15,1-2-1-15,2-3 1 0,-3-2-1 0,2-2 1 16,1-3 0-16,1-4-1 0,3 1 2 16,0-3-2-16,3-3 0 0,1-1 0 0,2 2 0 15,1-1 0-15,2 0 0 0,-2 1 1 0,4 1 0 16,-4 2 1-16,2 4 2 0,0-2 1 15,-3 4 0-15,1 2 2 0,-2 1 0 0,0 0 0 16,-2 1 0-16,-2 1-1 0,0-1 0 0,-3 1 0 16,0-2 0-16,-1-1-1 0,-1 0 0 15,-2-2 0-15,0-2 0 0,0 0 1 0,0-4-1 16,0-3 1-16,-2-3 1 0,1-2-1 0,2 0 0 16,-2 0 1-16,0-1 0 0,0 1 0 15,-1 0 1-15,-1 1-1 0,1-2 0 0,-2 2 0 16,0-2-1-16,0 0 0 0,-2 0 0 0,1-2-2 15,-2 1 0-15,-1-2 0 0,1 0 0 16,-3-3-2-16,1 0 0 0,-1-1 1 0,1-2-1 16,-1 1-1-16,-1 1-1 0,0-1-2 15,0 2-10-15,3 1-15 0,-3 3-21 0,5 0-34 16,-1 4-75-16,2 1-85 0,-2 5-134 16,3 3-216-16,0 4-309 0,3 3-337 0,0 4-209 15,0 5-37-15,4 2 484 0,-1 3 598 0</inkml:trace>
  <inkml:trace contextRef="#ctx0" brushRef="#br2" timeOffset="86080.98">15293 10875 146 0,'3'1'786'16,"-1"1"500"-16,-2-4 122 0,2 1-118 15,-2-4-411-15,0-3-337 0,0-3-171 0,0-3-98 16,1-2-74-16,1-4-70 0,0-5-39 0,1 0-25 16,0-1-14-16,3-5-5 0,0 0-4 15,-1 0-4-15,2-2-9 0,-1-2-5 0,0 1-2 16,2 1-9-16,-2-1-4 0,1 5-3 0,-1 1 0 16,-1 3-3-16,3 4 0 0,-5 5 3 15,0 3 2-15,0 1 1 0,0 5 0 0,-1 1 2 16,0 1 3-16,-1 5 0 0,3 4-2 15,0 3 0-15,1 2-1 0,-1 4 1 0,1 3-1 16,0 3 1-16,2 4 0 0,-3 3-1 16,4 2 0-16,-2 2-1 0,-1 3-4 0,3 0-3 15,0 0-1-15,-2-2-2 0,2 0 0 0,0-3-1 16,1-1-2-16,-1-1 0 0,-1-3-2 0,-1-2-2 16,3-5-9-16,-4 0-19 0,-2-3-33 15,1-4-77-15,-4-1-99 0,-4-4-174 0,1-2-291 16,-2-2-333-16,-4-2-369 0,3-2-183 15,-1-1 194-15,-1-2 689 0</inkml:trace>
  <inkml:trace contextRef="#ctx0" brushRef="#br2" timeOffset="86287.13">15289 10668 202 0,'-5'1'793'0,"2"1"424"0,-2-2 86 15,4 1-150-15,-1-1-388 0,2 2-281 16,0-2-156-16,2 0-91 0,-1-2-63 0,4 1-36 15,1-1-38-15,3 1-22 0,1-2-11 0,3-2-7 16,3 2-7-16,-4-1-21 0,4 1-14 16,0-2-8-16,1 1-6 0,-1 0-3 0,1 1 0 15,2 1-2-15,-3 1-15 0,0-2-75 16,-3 6-88-16,-2-2-172 0,0 1-288 0,-3 3-320 0,0 1-370 16,-1 0-188-16,0-1 170 0,-2 1 679 15</inkml:trace>
  <inkml:trace contextRef="#ctx0" brushRef="#br2" timeOffset="86875.91">15703 10392 426 0,'2'-6'961'0,"-2"1"310"16,1 0 48-16,-1 1-230 0,0 1-330 0,2 2-240 15,-1-2-130-15,-1 1-83 0,0 1-87 0,2-1-74 16,-2 2-50-16,0-1-29 0,2 1-15 16,-2 0-9-16,1 1 1 0,1-1 0 0,-1 3 1 15,1 2 1-15,2 1 0 0,1 1-2 16,-2 4-5-16,2 3-8 0,-2 0-6 0,1 6-6 16,-1 1-5-16,0 2-5 0,-3 3-3 0,3 2-2 15,0 3-1-15,-1 1-1 0,-2 0 0 0,1 1 1 16,1 0 0-16,-1-3 0 0,1-3-1 15,1-1 0-15,0-5-1 0,-1-3-1 0,1-5 0 16,1-3-1-16,-1-3 0 0,3-2 0 16,-2-8 1-16,1-1 0 0,3-9 1 0,0-2 0 15,3-3-1-15,0-4 0 0,-1-4 1 0,4-1 0 16,0-2 0-16,0 1 1 0,1-2 1 16,0-2-1-16,1 2 0 0,2 0 0 0,-4 2-1 15,3 0 1-15,-1 2 0 0,1 2-1 0,-4 1 0 16,1 2 0-16,-2 3 0 0,-2 2 0 15,-2 1 0-15,0 4 0 0,-3 3 2 0,-2 1 0 16,1 1 2-16,-4 1-1 0,0 4 1 16,-4 2-1-16,-2 3-1 0,0 3 0 0,-3 0-1 15,-3 5-1-15,1 2 1 0,-5 3-1 0,3 3 0 16,1 2 3-16,-1 0 1 0,2 1 2 16,-1 0 0-16,2 3 0 0,2-2 1 0,2 1-4 15,-2-2 0-15,3 0-2 0,4-2 1 0,-1 0-1 16,2-2 0-16,3-1 1 0,0-3-2 0,2-2 0 15,4 1-1-15,-1-3-1 0,4-2-1 16,0-2-1-16,3-1-1 0,0-3-7 0,3-1-17 16,-1-2-29-16,-1 0-76 0,1-2-126 15,-4-1-255-15,3 0-310 0,-4 0-393 0,2 1-462 16,-2 0-125-16,0 0 600 0</inkml:trace>
  <inkml:trace contextRef="#ctx0" brushRef="#br2" timeOffset="87253.14">16264 10836 41 0,'-3'-5'572'0,"2"2"484"0,-1-4 212 0,0 0 10 16,-1-4-294-16,3-1-316 0,0-3-204 16,2 1-112-16,-1-4-70 0,3-1-81 0,-3-5-76 15,4 1-41-15,-2-4-21 0,2 0-15 0,2-1-10 16,2-2-5-16,-3 0-3 0,2 0-1 15,0 0-1-15,0 1-2 0,-2 1-1 0,2 1-5 16,1 1-4-16,-2 3-5 0,-1 4-3 0,1-4-3 16,-3 7-2-16,2 1-1 0,-1 2 0 15,1 0-2-15,-2 5 0 0,-1 2 0 0,0 0 1 16,0 3 3-16,2 3 3 0,-2 3 2 0,0 5 6 16,0 6 2-16,0 2 4 0,2 7 1 15,-1 4 1-15,0 4 0 0,2 4-2 0,-1 3-1 16,0 3-5-16,1 3-3 0,-1 1-2 15,4-1-4-15,-1-1-4 0,0-1-2 0,0-3 0 16,3-3-2-16,-3-3-8 0,0-2-14 16,0-8-25-16,0-1-56 0,-5-5-82 0,-1-4-150 15,-2-6-240-15,0-3-318 0,-2-3-366 0,-1-2-306 16,0-3-39-16,-5-3 599 0</inkml:trace>
  <inkml:trace contextRef="#ctx0" brushRef="#br2" timeOffset="87486.04">16310 10612 90 0,'-9'6'789'0,"2"2"700"0,-1-2 110 15,3 3-268-15,1-5-437 0,-1 2-366 16,4-3-210-16,-1 2-138 0,4-4-73 0,1 2-42 16,4-1-22-16,2-1-15 0,0-1-6 0,5-1-4 15,1-1-5-15,2 1-6 0,1-2-5 16,0 0-3-16,3 0-16 0,-4-1-63 0,4-1-83 15,-2 0-170-15,1 3-276 0,2-2-324 0,-1 3-393 16,1 1-276-16,-1 1 92 0,1 3 731 16</inkml:trace>
  <inkml:trace contextRef="#ctx0" brushRef="#br2" timeOffset="88423.03">16685 10412 70 0,'6'-11'508'0,"-3"6"426"0,2-3 250 16,-2 1-65-16,-1 2-281 0,2 0-160 0,-4 0-130 15,4 2-99-15,-3 0-72 0,-1 2-58 0,0-2-66 16,2 1-71-16,-1 1-52 0,1 1-33 0,0 0-22 15,-2 0-14-15,1 1-10 0,1 2-6 16,-1 2-5-16,1 2-4 0,0 4-2 0,-1 3-5 16,2 4-4-16,-1 5-5 0,-2 1-4 15,3 4-6-15,0 1-3 0,-1 1-3 0,-1 2 0 16,1-3-2-16,-1 1 1 0,1-1-1 0,1-2 1 16,-1-2-1-16,-1-5-1 0,1-2 0 0,0-3-1 15,-1-3-1-15,-1-2 0 0,2-4 0 16,0-2-1-16,-2-1 1 0,0-3-1 0,0-5 0 15,0-2 0-15,0-5 1 0,0-2-1 16,1-4-1-16,-1-1 2 0,0-5 1 0,2-3 0 16,-2-2 0-16,0-4 1 0,0-1 1 0,-2-1 0 15,2-4-1-15,-1 3 1 0,-1-3-1 0,0 5-1 16,2 2 0-16,0 4 0 0,-1 5 1 16,-1 5-1-16,2 3 0 0,0 5 0 0,0 1 0 15,2 5 0-15,-1 4 0 0,3 4 1 16,-1 4 0-16,3 3-1 0,0 4 1 0,2 4 1 15,0 3-2-15,4 5 1 0,-2 4-1 0,3-1 0 16,1 4-2-16,-1 3 0 0,1 0 2 0,0-2-1 16,0-2 1-16,-1-4 1 0,3-1-1 15,-5-6 2-15,0-3-2 0,1-3 1 0,-2-4-1 16,-2-5 1-16,1-1-1 0,-1-6 1 16,0-3-1-16,-3-3 0 0,3-4 1 0,-4-6-1 15,1 0 1-15,-1-5 0 0,-1 0 1 0,-2-4 0 16,1-2 0-16,0-3 0 0,-4-2 0 0,0-2-1 15,1-2 0-15,-2-2 0 0,-1 3-1 16,-1 1 0-16,1 5 0 0,-1 3-1 16,2 5 0-16,0 5 0 0,1 5-1 0,-1 5 0 15,2 4 0-15,1 4-1 0,0 6 0 0,0 7-5 16,1-1-8-16,2 3-17 0,2 2-22 16,0 0-42-16,2-2-79 0,0 1-97 0,-1-2-168 15,2 2-287-15,1-5-331 0,1 0-345 0,1 0-180 16,3-3 176-16,-1-2 681 0</inkml:trace>
  <inkml:trace contextRef="#ctx0" brushRef="#br2" timeOffset="88674.03">17349 10334 451 0,'3'-8'1144'16,"-3"1"465"-16,0 1-108 0,-3-1-384 15,-2 1-399-15,0 0-239 0,-4 2-160 0,-2 1-115 16,1 1-66-16,-2 2-42 0,-2 5-29 15,-1 2-16-15,0 5-9 0,0 5-2 0,1 4-4 16,5 6-1-16,0 6 0 0,2 4-3 0,4 6-5 16,3 4-6-16,1 3-4 0,4 3-5 0,1-3-12 15,2-3 0-15,5-5 0 0,3-2 0 16,2-7 0-16,0-6-15 0,2-6-45 0,-2-4-85 16,-1-7-193-16,4-3-268 0,-5-6-355 0,2-7-464 15,0-2-505-15,-1-5 125 0,-2-3 1055 0</inkml:trace>
  <inkml:trace contextRef="#ctx0" brushRef="#br2" timeOffset="89761.43">17474 10255 34 0,'4'-4'593'0,"1"4"507"0,0 0 204 0,1 0-46 16,1 4-291-16,2-1-329 0,-1 1-191 15,2 2-97-15,-1-2-62 0,2 0-67 0,2 1-64 16,-1-1-45-16,3-1-30 0,0-1-19 0,-2-2-13 16,4-2-8-16,-4-2-7 0,2-1-5 15,0-2-6-15,-2-3-5 0,-1-1-3 0,-2 0-6 16,-2 1-3-16,0-2-2 0,-4 3-1 16,0 1-1-16,-3 1-1 0,1 0 1 0,-4 3-1 15,1 1-1-15,-1 2 0 0,-3-2 0 0,2 6-1 16,-3 0 0-16,3 2-1 0,0 2-1 15,-1 2 1-15,3 1 0 0,1 3 0 0,0 3 0 16,1 1 0-16,1 6 0 0,3 1 0 0,1 3 0 16,2 3 0-16,1 6 0 0,1-1-1 15,2 5 0-15,-2 2 0 0,6 1 1 0,-5 4 2 16,2 0 0-16,-1 1 2 0,1 1 0 0,-1 2 0 16,0-1 0-16,-3 2-1 0,-1 1-2 15,1-1 1-15,-1 2-1 0,-3-2-1 0,0 0 0 16,-2-1 0-16,3-4 1 0,-6-3 1 15,3-2 7-15,-3-5 5 0,-3-1 6 0,2-6 7 16,-4-4 6-16,-1-4 2 0,-1-5-4 0,-2-4-3 16,-4-7-5-16,2-2-7 0,-2-8-5 0,-4-5-3 15,4-2-4-15,-4-8 1 0,4-1 0 0,-1-5 2 16,1-2 1-16,1-2 1 0,2-3 0 16,2-2-1-16,2-3 0 0,-1-1-2 15,3-4-3-15,3-2 0 0,-1-1-2 0,4 1-2 16,-1-2 0-16,4 4-1 0,1 3-1 0,-1 4-1 15,1 5 0-15,1 3-5 0,1 7-10 0,1 2-14 16,0 6-20-16,1 4-38 0,1 4-81 16,-1 4-99-16,1 3-170 0,1 3-290 0,-1 0-339 15,5 3-363-15,-2 1-169 0,2 0 217 16,0-1 692-16</inkml:trace>
  <inkml:trace contextRef="#ctx0" brushRef="#br2" timeOffset="90257.88">18253 10941 196 0,'0'8'811'0,"0"-3"394"0,-1-2 57 0,1-4-93 16,0-6-368-16,0-5-277 0,1-7-140 0,2-5-67 16,-1-4-51-16,1-7-62 0,2-3-67 15,0-6-43-15,1-4-25 0,2-2-14 0,1-4-9 16,0-1-8-16,0 0-4 0,0-1 0 15,1 3 1-15,1 4-1 0,-2 5-1 0,-2 8-2 16,-1 6 1-16,2 6-3 0,-4 5 3 0,1 10-3 16,0 1 2-16,-2 8-1 0,2 6-2 0,0 5-1 15,1 7-6-15,0 4-3 0,-1 6-4 16,3 4-2-16,3 5-2 0,-1 6-3 0,-1 2-2 16,5 5 0-16,-3 2-1 0,2 1-1 15,1-3-1-15,-1 3-1 0,3-5 0 0,-2-2-1 16,0-4-2-16,1-5-1 0,-3-3-1 0,-1-6-5 15,-3-4-12-15,1-5-17 0,-4-3-29 0,-3-5-67 16,-2-4-82-16,-3-6-144 0,-5-1-236 16,3-3-315-16,-3-2-363 0,-2-2-248 15,-2-1-50-15,-1-4 557 0</inkml:trace>
  <inkml:trace contextRef="#ctx0" brushRef="#br2" timeOffset="90441.11">18264 10751 114 0,'-1'0'747'16,"1"0"534"-16,0 0 83 0,1-2-109 0,3-1-370 15,2-2-339-15,2-1-179 0,0-1-111 16,3-2-54-16,3-2-70 0,2 2-55 0,1-3-32 16,4 1-22-16,3 3-8 0,-1-1-6 15,2 3-8-15,1 3-56 0,-4 2-85 0,0 1-178 16,-2 2-275-16,0 3-313 0,-1 2-393 0,-7-1-293 15,2 3 89-15,-2-1 749 0</inkml:trace>
  <inkml:trace contextRef="#ctx0" brushRef="#br2" timeOffset="117300.51">3908 9210 116 0,'0'0'241'16,"0"2"63"-16,2-2 10 0,-2 0-28 0,0-2-45 16,0 2-37-16,0-2-32 0,0 1-22 0,0 1-15 15,0-2-6-15,-2 1-5 0,2-2 4 16,0 3 13-16,-2-2 11 0,2 2 9 0,-1 0 5 16,1-3 15-16,-2 1 13 0,2 2 15 15,0-1 28-15,0 0 16 0,0 0 10 0,0-2-3 16,-2 3-21-16,2-1-31 0,-1 0-39 0,-1-1-36 15,2 2-25-15,-1-2-19 0,-2 1-8 0,3 1-4 16,0-1-2-16,0 1 5 0,0 0 3 16,0 0 3-16,3 1 3 0,-3-1 0 15,1 0-5-15,-1 0-6 0,0 1-13 0,2-1-11 16,-2 2-11-16,3 0-12 0,-1 0-9 0,1 2-8 16,0 3-1-16,0-5-3 0,2 4-1 15,-2 0 0-15,3 0 2 0,-1 1 3 0,0 0 8 16,0 1 5-16,3 0 3 0,-1 0 5 15,-2 2-1-15,3-1-1 0,-3 0-7 0,3 1-5 16,-2 1-4-16,2 1-4 0,-2 0 2 0,1 0-2 16,2 1 1-16,-3 1-7 0,1-1-7 0,1 1-3 15,-3-1-1-15,2 2-4 0,-2-4 1 16,0-1 3-16,1 2 5 0,-1-3 0 0,-2 0-1 16,2 0 2-16,-2-1-2 0,0-1 1 15,-1 1 1-15,-1-3 1 0,1 1-1 0,0-4 0 16,-1 3 0-16,1-2 1 0,-2-2-3 0,1 1-2 15,-1-1 1-15,0 0 1 0,0-1-2 16,0 0 0-16,0 0 2 0,0 0 2 0,0 0-2 16,0 0-2-16,-1 0 1 0,1 0 6 15,-2 0 2-15,2 0 2 0,0-1 2 0,-1 0-1 0,-1-1-16 16,0 1-48-16,1-1-60 0,-3 1-55 16,1-2-103-16,-1 1-165 0,1 0-198 0,-2 0-267 15,2 2-227-15,0 0-185 0,-1-2 146 16,1 0 474-16</inkml:trace>
  <inkml:trace contextRef="#ctx0" brushRef="#br2" timeOffset="117669.84">3970 9508 217 0,'0'0'444'16,"0"0"190"-16,1 0 63 0,-1 0-163 0,2 0-138 16,1 2-81-16,0 0-46 0,2 0 19 15,1 2 23-15,-1 0 13 0,1 0-11 0,2 1-33 16,0 2-23-16,3-1-43 0,-1 1-44 0,1 1-38 16,1 0-38-16,0-1-18 0,1 1-22 15,0-3-20-15,1 2-15 0,-2-2-10 0,-1-1 2 16,1-1-6-16,-2-2 1 0,-2 0 15 15,1-1 14-15,-1-1 5 0,-3-2-1 0,1-1 0 16,-2-2 4-16,-1-1-15 0,-2-1-15 0,2-3-7 16,-1 2-2-16,-2-1-3 0,-2-1-3 15,2 1-17-15,-3 0-31 0,0-1-48 0,0-2-140 16,-2 3-191-16,-1-2-296 0,-1 0-276 0,4 1-242 16,-3-3-63-16,3 3 434 0,1-4 487 15</inkml:trace>
  <inkml:trace contextRef="#ctx0" brushRef="#br2" timeOffset="118851.07">5636 9124 76 0,'0'0'295'0,"2"-5"175"0,-2 4 128 0,1 0-45 16,-1 0-51-16,0-2-44 0,2 2-24 0,-2 1-15 16,3-1-25-16,-3 1-34 0,0-2-45 0,0 2-57 15,0 0-51-15,0 0-38 0,0 0-25 16,0 0 2-16,0 0 14 0,0 0 17 15,2 0 10-15,-2 0-6 0,0 0-14 0,1 0-24 16,-1 0-27-16,0 0-27 0,0 2-23 0,0-1-16 16,0 0-11-16,-1 3-11 0,1-2-11 0,0 3-6 15,-2 0-6-15,2 1-1 0,0 0-4 16,0 0 0-16,0 1 0 0,0 2 0 0,0 2 0 16,2-1 2-16,-1 2 0 0,1 2-1 15,2 1 4-15,-2 0 0 0,-1 1 0 0,1 2-1 16,0 1 1-16,1-2-1 0,-1 1-3 0,-1 0-1 15,2 0 1-15,-1 0 0 0,1-1 0 16,-1 1 0-16,-1-3 0 0,1-2 0 0,0-1-1 16,0-1 0-16,0-3 1 0,-2-2 0 0,0 0-2 15,0-1 0-15,0 1 1 0,0-4-1 16,0 1 1-16,0-2-2 0,0 1 1 0,0-2-3 16,0 0 1-16,0-2-1 0,0-2-3 0,0 2-2 15,-2-4-12-15,2 1-25 0,-2 1-44 16,0-2-45-16,2 2-40 0,-2-1-49 15,1 1-68-15,-1-1-87 0,-1 1-90 0,1-2-142 16,-2 3-256-16,2 0-221 0,-1 0-68 0,1 0 212 16,0 0 383-16</inkml:trace>
  <inkml:trace contextRef="#ctx0" brushRef="#br2" timeOffset="119170.31">5606 9387 146 0,'0'-2'424'0,"0"0"237"0,-1 2 173 0,1 0-122 16,0 0-137-16,0 2-98 0,0 0-64 15,0 1-49-15,0 1-51 0,-2-1-56 0,2 1-60 16,0 2-47-16,0 2-44 0,-2 1-23 0,2-3-12 16,2 3-7-16,-2 2-4 0,2-1-6 15,-1-1-5-15,2 2-6 0,-1-3-10 0,1 3-8 16,0-2-13-16,3-1-1 0,-3 0-5 15,2-3-4-15,-1-1-2 0,-1 1-4 0,2-2 2 16,-1 0 0-16,2-3 2 0,1 0 1 0,-2-3 0 16,1-1-1-16,0-4 1 0,2-1-2 15,0-1-4-15,0-1-23 0,-2-4-31 0,2 2-84 16,0-5-150-16,-3 2-253 0,1-2-286 0,2 0-255 16,1 0-188-16,-1 1 174 0,1 0 481 15</inkml:trace>
  <inkml:trace contextRef="#ctx0" brushRef="#br2" timeOffset="120463.92">7378 9075 93 0,'2'-3'221'16,"1"0"68"-16,-1 0 4 0,1 0-44 0,-1 0-43 16,-1 1-28-16,1-1-13 0,-1 2-4 0,1-2 6 15,-2 3 21-15,0-2 32 0,0 2 37 16,2 0 41-16,-1 0 35 0,-1-3 35 0,0 1 14 16,0 2-11-16,0 0-31 0,0 0-48 15,0 0-42-15,0 0-52 0,-3 0-44 0,3 5-31 16,-2-5-5-16,-1 0 4 0,2 2 11 0,-3 1 14 15,1 0 5-15,0 0-4 0,0 1-25 16,-2 2-18-16,-1-1-26 0,1 2-23 0,0 2-10 16,-1-1-8-16,0 0-2 0,0 2-7 15,-1-1-6-15,1 3-4 0,-1-1-6 0,1-2-6 16,0 2-2-16,-1 0 0 0,3 0-1 0,-3-1 0 16,1 2-2-16,0-1 0 0,1-2-3 15,-1 2-1-15,1 0-2 0,0-3 3 0,-1 3 2 16,1-5 2-16,2 2-2 0,-2-1 0 15,0 1 1-15,2-3 0 0,-2 2-1 0,1-1-2 16,-1-1 1-16,2 3 1 0,-2-2-2 0,2 0 0 16,0-1-2-16,-2 2 2 0,3-1-2 0,-2 0-2 15,-1 0-3-15,4-1-8 0,-3-3-18 16,3 2-33-16,-1-3-42 0,2 2-41 0,0-3-35 16,0 0-24-16,0-1-17 0,0-2-17 15,0-2-25-15,2-1-42 0,-1-1-70 0,-1 0-90 16,2-4-104-16,0 4-128 0,-1 0-149 0,-1 1-7 15,0 0 133-15,2 0 220 0,-2 2 217 16</inkml:trace>
  <inkml:trace contextRef="#ctx0" brushRef="#br2" timeOffset="120849.58">7193 9246 292 0,'2'0'570'16,"-2"-2"252"-16,0 2 108 0,0 2-172 15,-2-2-164-15,2 3-126 0,-4-2-85 0,2 2-73 16,-1-1-70-16,2 0-62 0,-3 3-45 0,3-2-29 16,-2 1-13-16,1 3-2 0,-1-3 17 15,1 3 8-15,-1-1 11 0,1 0 4 0,-2 1-12 16,2-3-13-16,1 4-28 0,-1-2-17 15,-1 0-24-15,1 1-18 0,1-1-8 0,-1 0-1 16,2 2-4-16,0-1-2 0,0-1-2 0,0 3 2 16,0-1-2-16,2-1-4 0,-1-1-1 15,1 0-1-15,1 0 4 0,0-1-4 0,2-1-2 16,-2-1 2-16,3-1-1 0,-1 2 0 0,3-4-3 16,0 0 1-16,-2-1 4 0,2-2 0 15,2 1 3-15,-1-5 3 0,1-1 0 0,-1 2-47 16,-1-3-51-16,1 0-63 0,-2 0-122 15,-1-1-179-15,1 1-316 0,0 1-244 0,-2-3-218 16,0 5-59-16,1 0 365 0,-1 1 487 0</inkml:trace>
  <inkml:trace contextRef="#ctx0" brushRef="#br2" timeOffset="121817.25">7233 10709 37 0,'2'0'284'0,"-2"-1"188"0,0 1 185 16,0-1-20-16,0 1-87 0,0 0-59 0,1 0-31 16,-1 1-24-16,0-1-33 0,0 1-47 0,0-1-57 15,-3 0-50-15,3 0-16 0,-2 0 2 16,2 0 10-16,0 3-6 0,-3-3-11 0,2 0-17 15,-3 2-38-15,0-2-40 0,-1 2-36 16,2-2-18-16,-3 0-12 0,1 2-4 0,-2-2-2 16,-2 1-5-16,3-1-5 0,-2 1-4 0,-3-1-8 15,1 0-6-15,-1 2-4 0,-1-2-3 0,0 0-4 16,1 0-5-16,-3 0-2 0,3 0-2 16,0-2-5-16,0 2-4 0,1 0-1 0,-2-1 0 15,4 0-1-15,0-1-1 0,1 0-1 16,0 0 1-16,2 2-2 0,2 0 0 0,-2-3-1 15,4 3-1-15,-3 0-1 0,3-1 0 0,-1 1 0 16,2 0-1-16,-2 0-1 0,1 0 1 16,1 0-2-16,0 0 0 0,-2 0-1 0,2 0-4 15,2 0-8-15,-2-1-15 0,1 1-21 16,1-1-49-16,-2 1-66 0,2-3-63 0,-1 3-94 16,-1-2-139-16,0 2-186 0,0 0-255 0,0 5-210 15,0-4-175-15,0 1 92 0,0 3 430 16</inkml:trace>
  <inkml:trace contextRef="#ctx0" brushRef="#br2" timeOffset="122192.76">6998 10819 309 0,'1'0'672'0,"-1"-1"335"0,0 1 142 16,0-2-273-16,-1 2-238 0,-1 0-113 0,0-1-72 15,-1 1-76-15,0 0-70 0,-2 0-52 16,0 0-42-16,-1-1-55 0,-2-1-52 0,0-1-36 16,0 0-22-16,-4 0-9 0,4-1-7 15,-2-2-5-15,0 0-7 0,0 1-4 0,2-1-2 0,0-1-7 16,0 2-3-16,3-2-4 0,-1 1-2 16,3 2 2-16,0 0-3 0,-1-1-1 0,2 1 0 15,0-2-1-15,2 2-1 0,0-2-1 16,2 0 1-16,0 0 0 0,2-1 0 0,0 1 2 15,0 0 0-15,0-1 1 0,3-1 2 16,-1 1 1-16,2-1 1 0,-2 1 1 0,2 0-1 16,0-2 0-16,1 1-2 0,-2 3 1 0,1-3-2 15,-2 4 0-15,2-2 1 0,0 2-3 16,-2-1 1-16,2 2-2 0,1 0-37 0,0 3-65 16,-3-1-80-16,2 1-148 0,-1 1-278 15,-2 1-322-15,2-1-310 0,-2 2-204 0,-2 0 81 16,0 0 594-16</inkml:trace>
  <inkml:trace contextRef="#ctx0" brushRef="#br2" timeOffset="123189.83">4298 10800 63 0,'0'0'295'16,"0"0"174"-16,2 0 145 0,-2 0-67 0,0 0-91 15,1 0-69-15,-1 0-27 0,0 1-6 16,2-1 18-16,-2 0-8 0,0 0-24 0,2 0-37 16,-2 0-44-16,0 0-45 0,0 0-54 0,1-1-42 15,-1 1-31-15,0-1-20 0,2 1-18 16,0 0-13-16,-1 0-11 0,-1 0-9 0,2 0-4 15,1 0-7-15,0 1-5 0,2-1-1 16,1 1 2-16,-1-1-3 0,1 0 4 0,2 0-2 16,-1 0 0-16,3 0-1 0,-3-1-2 0,3 0 3 15,0-1-3-15,0-1 0 0,0 2 3 16,0-3 2-16,0 2-4 0,0-3 0 0,0 4-7 16,-2-4-21-16,-1 3-57 0,-1 2-108 15,-3 0-145-15,2 0-268 0,-4 0-276 0,-1 0-242 16,0 2-74-16,-1 3 279 0,-2-3 433 0</inkml:trace>
  <inkml:trace contextRef="#ctx0" brushRef="#br2" timeOffset="123497.81">4425 10750 293 0,'1'-1'651'0,"1"-1"279"16,0 1 105-16,-1-1-265 0,-1 2-223 15,2 0-194-15,1-1-118 0,0 1-46 0,1-2-37 16,2 1-35-16,1-1-25 0,0 1 3 0,4-1 5 16,0 1-24-16,0-1-15 0,0 1-13 15,3 1-2-15,-2 0-14 0,2 0-16 0,-3 0-8 16,0 1-6-16,1 1 2 0,-2-2-3 16,-2 1-2-16,1 1-2 0,-1-1 4 0,-3 2 1 15,0-1-1-15,0 1 1 0,-4 0 0 0,1 1 2 16,1 2 1-16,-6 0-9 0,1 3-25 15,-2-1-87-15,-3 3-148 0,-1-1-250 0,-3 2-279 16,0-1-266-16,0 3-187 0,-3-1 165 0,3 2 470 16</inkml:trace>
  <inkml:trace contextRef="#ctx0" brushRef="#br2" timeOffset="124365.85">3952 12259 53 0,'2'-4'285'0,"2"-1"148"0,-4 1 121 0,0 1-89 16,2-1-174-16,-2-1-97 0,3 2-60 0,-3-1-17 15,2 0 47-15,-1 0 22 0,1 1-8 0,1-1-7 16,0 0 75-16,2 2 39 0,0-3-30 16,1 1-15-16,0 0 20 0,1 0 2 0,-1-2-66 15,1 0-50-15,0 0-13 0,1 0-9 16,0 0-31-16,0-3-23 0,1 0-1 0,0 0-2 16,0-2-15-16,0 1-13 0,1-3-4 0,-2 4-4 15,4-3-11-15,-4-3-7 0,2 2-3 16,-2 1-3-16,1 0-5 0,-2 1 2 0,-1 0-5 15,0-1 1-15,2 3-7 0,-3-1-48 16,-2 2-108-16,0 2-161 0,-3-1-292 0,0 3-276 16,0 1-264-16,-1 0-89 0,-1 1 312 0,-1-2 475 15</inkml:trace>
  <inkml:trace contextRef="#ctx0" brushRef="#br2" timeOffset="124682.9">4156 11834 13 0,'2'-2'435'0,"1"-4"363"0,0 4 211 15,-1 0-2-15,1 0-349 0,0 0-267 0,3-2-163 16,-3 2-80-16,4-2-38 0,-1 1-18 0,2-2-10 16,1 1 5-16,1-2-1 0,1 0-1 15,2 0-6-15,-2 0-1 0,3 0 2 0,-1-1-18 16,-2 4-28-16,3-2-15 0,-4 1-6 15,2 2-6-15,-4-1-11 0,2 1 8 0,-2 2 25 16,1 2 22-16,-3-1 23 0,-1 3 17 0,0 5 5 16,0-1-3-16,-4 3-24 0,2 1-17 15,-3-1-22-15,0 2-17 0,-3 0-7 0,2 0-6 16,-1 0-25-16,-1-1-32 0,1-3-87 16,-1 1-127-16,3 0-152 0,0 0-261 0,0 1-271 15,3 2-234-15,2-3 31 0,1 1 336 0,2-2 398 16</inkml:trace>
  <inkml:trace contextRef="#ctx0" brushRef="#br2" timeOffset="125662.19">5873 11956 246 0,'2'-6'465'0,"-2"0"215"0,0-1 80 16,0 1-113-16,0 1-78 0,0-1-62 16,0 2-48-16,-2 0-58 0,2 0-61 0,0 2-63 15,-1-1-65-15,1 1-31 0,0 2-4 16,0-2 15-16,0 0 8 0,0 2 2 0,0-1-22 16,0 1-28-16,0 0-30 0,0 0-31 0,0 0-21 15,0 0-19-15,0 1-8 0,0 1-7 16,-2 0-10-16,2 4-9 0,0-1-9 0,0 3-4 15,0 1-3-15,2 3-1 0,-1 2 7 16,-1-1 2-16,3 3 1 0,-1 1 1 0,1 0 2 16,0-1-1-16,-1-1-8 0,-2 0-3 0,3-1-1 15,-1-1-3-15,-2-1-4 0,3-1-17 16,-3-1-44-16,0-1-66 0,0-1-84 0,-3 1-138 16,3-3-205-16,-3 0-311 0,-1-3-280 0,0 1-199 15,0-2 14-15,0-1 437 0,0-1 508 0</inkml:trace>
  <inkml:trace contextRef="#ctx0" brushRef="#br2" timeOffset="125994.96">5764 11889 145 0,'0'-9'465'16,"-3"0"267"-16,0 0 220 0,1 0-84 15,-1 1-185-15,1 0-150 0,-1-1-113 0,0 1-74 16,-1-1-87-16,1-1-82 0,1 2-64 16,0-1-42-16,1 0-18 0,-1 0-14 0,2-1-8 15,2 0-5-15,-1-2-2 0,1 1-4 0,0 3-8 16,-1-1-6-16,2 0-1 0,0 3-4 16,0-1 1-16,0 4-1 0,1-2 0 0,0 5 0 15,1 0 1-15,2 5 3 0,0-2-3 16,0 6 1-16,-1 1 0 0,2 3 1 0,1 1-8 15,1 2-22-15,-2 0-72 0,0 0-174 0,1 2-294 16,-2-2-274-16,1 0-274 0,2 0-199 16,-2-2 183-16,2-1 566 0</inkml:trace>
  <inkml:trace contextRef="#ctx0" brushRef="#br2" timeOffset="126770.96">7123 11854 106 0,'0'-7'432'16,"1"1"293"-16,-1-1 214 0,0 4-80 16,2-2-193-16,-2 3-152 0,1 0-123 0,-1 0-80 15,2 2-61-15,1-2-48 0,-2 4-36 0,4-2-21 16,0 2-2-16,1 2 24 0,2 4 13 16,3-1-1-16,0 5-11 0,2 0-23 0,-2-1-23 15,2 4-36-15,2 1-32 0,-2-1-21 16,1 0-15-16,-1-1-7 0,1 1-5 0,-1 2-4 15,-2-3-2-15,1-1 1 0,-2 0-2 0,0-2 0 16,-3 0-14-16,1-4-46 0,-4 0-50 0,-1 0-52 16,-2-1-97-16,-1-3-163 0,-3-1-257 15,-2-2-249-15,-1-2-232 0,-2-3-165 0,0 1 203 16,-3-4 503-16</inkml:trace>
  <inkml:trace contextRef="#ctx0" brushRef="#br2" timeOffset="127089.85">7058 11883 165 0,'-2'-8'442'0,"0"1"263"16,-1-1 236-16,0 1-111 0,1-1-137 0,-1 0-127 15,-2 2-100-15,1-3-81 0,2 2-78 16,-1 1-59-16,2 0-31 0,-1 0-26 0,0 0-25 15,-1 2-25-15,3-4-31 0,-3 2-33 0,3-1-34 16,0-2-24-16,-2-1-8 0,2 2-7 16,2-5 1-16,-2 3 1 0,2-3-3 0,1 1-3 15,-2-1 0-15,3 2 2 0,-1-1-5 16,4 0-4-16,-2 3-1 0,0 0 2 0,0 2-1 16,0-2-2-16,1 6 5 0,0-2 1 0,2 3 3 15,-2 4 5-15,4 0-2 0,1 3-12 16,-2 5-59-16,1 1-100 0,1 4-190 0,-3 3-290 15,0 3-303-15,0 2-324 0,1-1-174 16,-2 3 275-16,-1 1 636 0</inkml:trace>
  <inkml:trace contextRef="#ctx0" brushRef="#br2" timeOffset="132412.37">9772 9105 72 0,'-1'-2'285'0,"-1"0"152"15,1 2 118-15,-1 0-69 0,2-1-97 16,-2 1-60-16,1 0-26 0,-1 1 3 0,2-1 16 15,0 0 5-15,-3 2-8 0,3-2-19 16,-2 2-21-16,-1-1-36 0,2 0-45 0,-3 1-35 16,0 1-26-16,1-2-17 0,-2 3 3 15,0 0 10-15,-1-1 5 0,-1 3-9 0,0 1-15 16,-1-1-13-16,-2 1-20 0,-1 1-6 0,-3 3-6 16,0 0-3-16,-1 1-3 0,-2 1-5 0,0 1-11 15,-4 0-19-15,2 2-11 0,-3 0-9 16,0-1-3-16,0 2-1 0,1-1 0 0,-1-1-3 15,0 1-1-15,3-2-2 0,-2 2 0 16,3-5-2-16,0 1-5 0,1-2-23 0,2 2-34 16,1-2-38-16,3-1-35 0,0-2-47 0,0-1-83 15,1 0-99-15,2-3-117 0,1-1-189 16,2-1-256-16,2 1-190 0,0-2 14 0,1-2 291 16,0-1 373-16</inkml:trace>
  <inkml:trace contextRef="#ctx0" brushRef="#br2" timeOffset="132782.14">9208 9396 294 0,'0'1'688'0,"0"1"326"0,-2-2 124 0,2 1-258 16,0 0-264-16,-3 1-170 0,1 0-95 0,1 2-44 16,-2 0-29-16,1 2-29 0,-2 1-25 15,-1 0-28-15,0 3-40 0,0 0-44 0,0 2-41 16,-1 1-26-16,-2 1-17 0,0 1-14 16,2 2-5-16,-2-3-3 0,0 1-2 0,2 0-3 15,1-1 0-15,0-3 0 0,2-3-3 0,1-1-1 16,1 1-4-16,1-3-1 0,1-1-1 0,4-1-1 15,0-3 1-15,5-2 0 0,2 0 4 16,1-4 3-16,4-4 1 0,-1 1 4 0,5-3 1 16,-1-4-2-16,1 1-58 0,1-1-64 15,-2-2-141-15,-2 1-274 0,2 2-300 0,-4 0-355 16,0 2-256-16,-3 0-44 0,-1 2 591 0</inkml:trace>
  <inkml:trace contextRef="#ctx0" brushRef="#br2" timeOffset="134097.14">2083 9194 146 0,'0'0'457'0,"0"0"248"0,0 0 140 15,2 0-176-15,-2 0-197 0,1 2-143 0,1 1-72 16,1-3-32-16,-1 0-11 0,1 2-14 0,0 1-28 16,-1-2-37-16,0-1-42 0,-1 2-40 0,1-2-24 15,1 0-16-15,-3 0-5 0,4 0-6 0,-4 0-3 16,2-2 0-16,-2 2 1 0,3 0 1 0,-3-1-2 15,2-2-58-15,-2 3-93 0,0-2-123 16,0 2-213-16,0 2-272 0,1 1-211 0,-1 1-27 16,2 1 222-16,1 1 329 0</inkml:trace>
  <inkml:trace contextRef="#ctx0" brushRef="#br2" timeOffset="134547.92">2223 9417 46 0,'0'-2'309'0,"-2"0"195"16,2 1 158-16,0 0-73 0,2 1-192 16,-1 0-144-16,1 0-78 0,1 1 6 0,3 0 30 15,0 4 60-15,4 1 35 0,1-1 34 0,3 1-11 16,-1 2-57-16,4 0-49 0,-2 3-49 0,4 1-30 15,-1 0-35-15,0 3-25 0,2 0-16 0,0 0-13 16,0 3-22-16,2-2-13 0,-4 1-11 0,2 1-6 16,-1 0-6-16,-3-2-1 0,3 1 1 15,-5 0 1-15,3-3-4 0,-2 1 4 0,-3 0 2 16,-1-3 5-16,-1 1-2 0,-1-1-3 0,-1-4-12 16,-3 1-34-16,-3-3-94 0,-1-2-133 0,-2 1-201 15,-3-2-286-15,0 0-256 0,-3-3-159 16,-2 0 153-16,1-3 398 0</inkml:trace>
  <inkml:trace contextRef="#ctx0" brushRef="#br2" timeOffset="134800.04">2441 9733 291 0,'1'2'725'15,"-1"0"338"-15,2 0 79 0,-2 0-273 0,0 0-270 16,3-1-214-16,0 2-135 0,0 0-77 0,2 0-52 15,1 2-35-15,3 0-28 0,1 1-16 0,-2-1-10 16,4 1-13-16,-2-2-6 0,0-1-6 0,1-2-3 16,0-1-1-16,-1-1-1 0,-1-2 1 15,0-1 1-15,-2-4 3 0,-1-1 1 0,-1-1-2 16,0 0-4-16,-2-4 0 0,1-2 0 0,0 2-8 16,-3-2-13-16,-1 1-47 0,0-2-123 0,0 3-173 15,-3-1-294-15,1 1-272 0,-2 5-245 0,1-1-61 16,1 1 368-16,-1 3 460 0</inkml:trace>
  <inkml:trace contextRef="#ctx0" brushRef="#br2" timeOffset="137002.42">2921 9694 92 0,'-3'5'345'0,"-2"-3"207"16,-2 2 208-16,2-2-2 0,0 2-83 0,0-2-67 15,2 2-60-15,-2-2-73 0,-1 3-66 16,3-5-68-16,2 2-48 0,-1 1-38 0,0-2-29 16,1 1-22-16,1-2-26 0,-2 0-33 0,2 1-43 15,0-1-31-15,0 2-26 0,0-2-11 0,0 0-17 0,0 0-10 16,2 0-6-16,-2 0-4 16,1 0 2-16,-1 0-6 0,0 0 8 0,2 0 3 15,-2 0 0-15,2 0 13 0,-1 0 13 0,4 0 9 16,1 2 2-16,2-2 4 0,2 0 10 0,0 4-6 15,2-2-3-15,-1-1-4 0,4 0-1 0,-2-1 0 16,1 2-5-16,2-2-5 0,1 0-5 0,1 0-5 16,1 0-4-16,1-2-3 0,1 2-6 15,0-1 1-15,0 0-1 0,2-3-1 0,1 2 2 16,-1-2 1-16,2 1 2 0,1-1-2 0,-2 2-1 16,1-3 0-16,0 1-2 0,0 0-2 0,-1-1 0 15,0 2 0-15,1-1 4 0,-1 1 3 0,1-2-1 16,-4 2 1-16,3 0 0 0,-1 1-2 0,-1 0-3 15,-1 0-2-15,1 1-2 0,0-1 4 16,0 1 3-16,-1 0 1 0,1-1-1 0,-2 0 0 16,0 0 1-16,0 0-5 0,-1-2-3 0,0 4 0 15,0-4 0-15,-1 1 1 0,0-1-1 16,0 2 1-16,1-1 0 0,-2 0 0 0,2 0 0 16,-2 0-5-16,1 2-3 0,1-3 0 15,0 3-3-15,-2 0 0 0,2-1 0 0,-1 0 4 16,1 2 2-16,-1-1 1 0,0 0 1 0,1 1-1 15,-2-2 0-15,2 1 0 0,0-1 0 0,-1 1 0 16,0-2 1-16,-1 1-1 0,0 1 1 16,-1-3 1-16,1 3 0 0,2-2 0 0,-3 2 0 15,1-2 4-15,-1 2 4 0,3-3 5 0,-3 2 4 16,4 0 0-16,-1-2 1 0,0 4-4 16,0-2-2-16,0 0-7 0,3 1-2 0,-1-1-3 15,-2 2 0-15,1-1-1 0,1-2 0 16,-2 3 0-16,1 0 0 0,1 0 1 0,-2 0 0 15,-2 0 0-15,1 0 1 0,-1 3 0 0,0-3-1 16,-1 1 0-16,0-1 0 0,-2 2 0 16,2-2 0-16,-3 1-1 0,1-1 1 0,0 2-1 15,-1-2 0-15,3 0-1 0,-2 2 1 0,0-2 0 16,2 2 0-16,1 0 0 0,-2 0 1 16,4-1-1-16,-2 0-1 0,0 1 2 15,2 0-2-15,-1 0 1 0,2 0-1 0,-4 1 1 16,3-2-1-16,0 0 1 0,-3 1 0 0,1 0 1 15,-1-1-1-15,0 2 1 0,-2-1 1 0,2-1-1 16,-2 1 1-16,0-2-2 0,-1 0-1 16,0 1 0-16,1-1 0 0,-1 2 0 0,-1-2 0 15,1 0 0-15,-2 1 0 0,2-1 0 16,-2 1 0-16,0-1 0 0,0 2 0 0,0-2 0 16,0 0 0-16,0 2 0 0,0-2 0 0,2 1 0 15,-2-1 0-15,3 0 0 0,-3 0 0 16,4 0 0-16,-1 0 0 0,0 0 0 0,2 0 0 15,-2-1 0-15,3 1 0 0,-2-2 0 16,0 2 0-16,1-2 0 0,0 1 0 0,0 0 0 16,1 1 0-16,2-3 0 0,-3 1 0 0,1 1 0 15,-1-2 0-15,3 1 0 0,-3-1 0 0,3 0 0 16,0-1 0-16,-3 1 0 0,1 0 0 16,-1-1 0-16,3 0 0 0,-5 2 0 0,3-3 0 15,-2 2 0-15,2-2 0 0,-3 2 0 16,2 0 0-16,-3 0 0 0,1 0 0 0,-1 0 0 15,1 0 0-15,-3 2 0 0,2-3 0 0,-1 3 0 16,1 0 0-16,1-1 0 0,-1 1 0 16,-2 1 0-16,3-2 0 0,-3 1 0 0,3-1 0 15,-3 1 0-15,1-1 0 0,0 1 0 16,-1-3 0-16,3 3 0 0,-4-2 0 0,1 2 0 16,1-2 0-16,-2 2 0 0,3-3 0 0,-1 2 0 15,0 0 0-15,0-2 0 0,1 4 0 16,1-2 0-16,0 2 0 0,1-2 0 0,0 1 0 15,0 1 0-15,2 0 0 0,-1 0 0 0,3 0 0 16,-1 0 0-16,2 0 0 0,0 0 0 16,-1 0 0-16,2 0 0 0,1 0 0 0,0 0 0 15,-1 0 0-15,1 1 0 0,0-1 0 0,-3 2 0 16,3-2 0-16,-2 0 0 0,1 2 0 16,-2-2 0-16,1 2 0 0,-2 0 0 0,-1-2 0 15,-1 2 0-15,0-1 0 0,-3 0 0 16,1-1 0-16,-3 0 0 0,-1 2 0 0,-1 0 0 15,-3-2 0-15,2 0 0 0,-5 1 0 0,2-1 0 16,-2 0 0-16,-1 0 0 0,-2 1 0 0,-2-1 0 16,-4 3 0-16,0 1 0 0,-4 3-238 15,-4 0-307-15,-2 2-340 0,-1 2-440 0,-1 2-513 16,-1 0-79-16,2-2 801 0</inkml:trace>
  <inkml:trace contextRef="#ctx0" brushRef="#br2" timeOffset="141332.79">2548 10801 174 0,'0'0'328'0,"0"2"137"0,-2-1 16 15,1 1-98-15,1-2-57 0,0 1-7 0,0-1 27 16,0 2 36-16,0-2 25 0,0 0 6 16,0 1-33-16,0-1-46 0,0 0-59 0,0-1-54 15,0 1-54-15,0 0-40 0,0-2-10 0,0 2-7 16,1 0-12-16,1 0-14 0,-2 0-7 0,2 0-13 15,-1 0-25-15,-1 0-30 0,2 0 1 0,1 2 29 16,2-1 18-16,0 1 6 0,2 0 6 0,-2 0 11 16,3 1-9-16,0 0-6 0,1 0-2 15,1-2 0-15,1 3 4 0,0-3 6 0,2 2 3 16,-2-3-21-16,3 2-9 0,-1-1-4 0,2-1-7 16,0 0-2-16,-1 0-1 0,-1 0-1 0,2-1-1 15,-2 1-1-15,0-2 1 0,1 2-2 0,-1-2-3 16,1 1-1-16,-1 0-4 0,1 1-2 0,-2-2-3 15,1 0 0-15,3 1 5 0,-3 0 1 16,2 1 2-16,0-2-1 0,0 1 1 0,0-1-2 16,0 2-13-16,0-3-7 0,2 2-2 0,-1 0-2 15,1-1-1-15,2-1 1 0,-3 1 6 0,3-1 3 16,-3 0 1-16,3 1 0 0,-2-2 0 16,1 2 0-16,-1-2-2 0,0 2 0 0,1-2-1 15,-1 2 0-15,-1-3 0 0,2 5-1 0,-3-2 1 16,1-1 0-16,1 1-1 0,-2 0 1 0,2 2-2 15,-4-2 1-15,4 1-2 0,-3 1 1 16,2-2 0-16,-3 2-1 0,2 0 0 0,0-1 1 16,-1-1 0-16,0 2 0 0,0-3 2 0,1 2 2 15,0-1 1-15,0-1 3 0,2 0 1 0,-3 0 7 16,4 0 1-16,-2-1-1 0,1-1 2 16,1-1-3-16,0 2 0 0,0-2-6 0,2-1-3 15,-3 4-3-15,1-4-3 0,1 2 0 0,0-1-2 16,-2 2 1-16,2 1 0 0,-1-2 1 0,-1 1 0 15,1 1 1-15,2-1 0 0,-1 1 0 16,-1 0 0-16,0-2 0 0,2 2 1 0,-2 1-1 16,3-3-1-16,-3 2 1 0,0-1-1 0,3 0 0 15,-2 2 1-15,1-3 0 0,1 3 0 16,-2-3 2-16,1 1-1 0,1 1 1 16,1 0-1-16,-1 1 1 0,-2 0-1 0,1 0 0 15,-1 0-1-15,-1 1 0 0,1 0 0 0,-1 1-1 16,-2 0 0-16,2-2 0 0,-4 2 0 0,0-1-1 15,0 1-1-15,2 0 0 0,-5 0-1 16,2 0 0-16,1 0 0 0,-3 0 0 0,3 0 1 16,-2 0-1-16,-1 0 1 0,3 1 0 15,-3 1 0-15,3-1 0 0,-1 0 0 0,0 3 1 16,1-3-1-16,-1 2-1 0,-1-1 1 0,2-1-1 16,0 0 1-16,-2 3-1 0,0-4 1 0,2 1 1 15,-1 0 0-15,1 1 1 0,-3-2-1 16,3 3 1-16,-2-3 0 0,-1 0-1 0,3 0 1 15,-3 0 0-15,3 0 0 0,-3 0 0 16,1 0 0-16,0 0 0 0,-1 0 0 0,2 0 0 16,-1 0-1-16,1 0 1 0,-1 2 0 0,0-2-2 15,-1 2 1-15,1 1 0 0,0-2-1 16,0 0 0-16,1 3 0 0,0-4 0 0,1 4 0 16,-3-2 0-16,4 0 0 0,-2 2 1 15,1-3-1-15,1 0 1 0,-1 1-1 0,-1-1 1 16,1 1 0-16,0 1-1 0,0-2 0 0,2 1 0 15,-3-1 0-15,2 2 0 0,0-1 0 0,-1-1 0 16,2 2 0-16,-1-1 0 0,0 0 0 16,2 2 0-16,-2-3 1 0,2 0-1 15,-3 1 0-15,3 0 0 0,-2-1 1 0,2 0 0 16,1-1 1-16,-1 0 0 0,-1 0 1 0,1 0 1 16,0 0 0-16,-1-1 0 0,0 0 0 0,0-1 1 15,1-1-1-15,-1 0 1 0,1 0 0 0,-2-1-1 16,2 1 1-16,-1 0 0 0,1-2-1 15,-1 2 0-15,-2 0-1 0,1 0 2 0,0-1 2 16,0 1 0-16,0 0 2 0,0 1-1 16,0 0 0-16,-2-2-1 0,3 3-2 0,-2 0-2 15,0-2 0-15,1 1 0 0,0 2-1 0,-2 0 0 16,4 0 0-16,-4 0-1 0,4 0 1 16,-4-2-1-16,3 2 0 0,-2 0 1 0,2 0-1 15,0 0 1-15,-2-5 0 0,2 4 1 16,-2 0 0-16,0-3 1 0,1 2 4 0,0-2 1 15,-2 2 2-15,3-2 2 0,-3 2 1 0,1-1 0 16,-2 1-8-16,1-1-6 0,1 0 0 0,-2 2 0 16,0-1 0-16,1 1 0 0,-2-1 0 15,0 1 0-15,-2-1 0 0,1 1 0 0,-1 1 0 16,-1-2 0-16,0 1 0 0,0 0 0 16,-2 1 0-16,2-4 0 0,-1 3 0 0,-1 0 0 15,3 1 0-15,-2-2 0 0,-1 0 0 0,-1 0 0 16,4 2 0-16,-3 0 0 0,-1 0 0 15,3 0 0-15,-3 0 0 0,3 0 0 0,-2 0 0 16,0 0 0-16,1 2 0 0,-1-2 0 16,2 2 0-16,-2-2 0 0,1 2 0 0,-1-2 0 15,-1 0 0-15,1 1 0 0,0-1 0 0,1 0 0 16,-1 1 0-16,-1-1 0 0,1 0 0 16,0 0 0-16,-1 0 0 0,0 2 0 0,1-2 0 15,0 2 0-15,-1-2 0 0,0 0 0 16,1 1 0-16,-1-1 0 0,2 1 0 0,0-1 0 15,-2 0 0-15,1 2 0 0,1-2 0 0,-1 0 0 16,2 1 0-16,-2 1 0 0,2-1 0 0,-1 1 0 16,0 1 0-16,1-2 0 0,-3 2 0 15,3 0 0-15,-3 0 0 0,2-1 0 0,0 0 0 16,-2 2 0-16,0-3 0 0,-1 2 0 16,2-1 0-16,-1-1 0 0,0 0 0 0,0 1 0 15,-2 0 0-15,2-1 0 0,-2 0 0 0,3-1 0 16,-3 2 0-16,0 1 0 0,2-3 0 15,-2 0 0-15,2 0 0 0,-3 0 0 0,3 2 0 16,-1-2 0-16,-1 0 0 0,0 0 0 16,-1 0 0-16,3 2 0 0,-2-2 0 0,0 3 0 15,0-3 0-15,2 0 0 0,0 1 0 0,-1-1 0 16,-2 0 0-16,3 0 0 0,-2 0 0 16,2 1 0-16,-2-1 0 0,0 1 0 0,3-1 0 15,-3 3 0-15,2-3 0 0,-2 2 0 0,2 0 0 16,0 0 0-16,-2-1 0 0,3 0 0 15,-3 1 0-15,1 0 0 0,-1-1 0 0,0 0 0 16,-1 1 0-16,1-2 0 0,-1 1 0 0,-1 1 0 16,1-2 0-16,-1 0 0 0,1 1 0 15,2-1 0-15,-2 0 0 0,-1 0 0 0,1 0 0 16,1 0 0-16,-1 0 0 0,1 2 0 16,0-2 0-16,-1 0 0 0,3 1 0 0,0 1 0 15,1-1 0-15,0 2 0 0,0 0 0 0,1 0 0 16,2 1 0-16,-3 2 0 0,2-1 0 0,-1 1 0 15,2 0 0-15,-3 1 0 0,1-4 0 16,-1 4 0-16,-1-3 0 0,3 2 0 0,-4-3 0 16,1 2 0-16,0-2 0 0,-2 0 0 15,1-2 0-15,0 2 0 0,-2-1 0 0,2-1 0 16,-2 1 0-16,1-2 0 0,0 1 0 16,-1-1 0-16,1 1 0 0,0-1 0 0,-1 0 0 15,1 2 0-15,0-2 0 0,-1 2 0 0,2-2 0 16,-1 0 0-16,1 1 0 0,-1-1 0 15,0 1 0-15,2 1 0 0,-2-2 0 0,2 2 0 16,-1-1 0-16,-1-1 0 0,2 2 0 0,-3-1 0 16,3 1 0-16,-2-2 0 0,0 1 0 15,-1 0 0-15,1-1 0 0,1 0 0 0,1 2 0 16,-3-2 0-16,1 3 0 0,-1-3 0 0,1 0 0 16,-2-3 0-16,1 3 0 0,0-2 0 15,1 2 0-15,-2 0 0 0,1-1 0 0,1 1 0 16,0-1 0-16,0 1 0 0,0 0 0 0,-1-2 0 15,1 2 0-15,0 0 0 0,1 0 0 16,-1 0 0-16,0 0 0 0,0 0 0 0,0 0 0 16,0 0 0-16,0 0 0 0,2 0 0 15,-3 2 0-15,1-2 0 0,0 0 0 0,2 0 0 16,-2 0 0-16,-1 0 0 0,4 0 0 16,-3 1 0-16,2-1 0 0,-2 0 0 0,0 1 0 15,2-1 0-15,-2 0 0 0,3 2 0 0,-4 1 0 16,4-3 0-16,-2 0 0 0,-1 2 0 15,2-2 0-15,-1 2 0 0,1 1 0 0,-2-3 0 16,3 1 0-16,-1-1 0 0,2 0 0 0,-1 0 0 16,2 0 0-16,-4 0 0 0,3-1 0 15,-2 1 0-15,-1 0 0 0,0-3 0 0,0 3 0 16,-1-2 0-16,2 2 0 0,-3 0 0 0,1 0 0 16,-2 0 0-16,1 0 0 0,0 0 0 15,1 0 0-15,-1 0 0 0,1 0 0 0,1 0 0 16,-2 0 0-16,1 0 0 0,-2 0 0 0,1-2 0 15,1 2 0-15,-1 0 0 0,-1 0 0 16,1 0 0-16,-2 0 0 0,3 0 0 0,-3 0 0 16,2 0 0-16,-2 0 0 0,0 0 0 15,2-3 0-15,-1 3 0 0,-1 0 0 0,0 0 0 16,2 0 0-16,-2 0 0 0,1 0 0 16,-1 0 0-16,0 0 0 0,3 0 0 0,-3 0 0 15,0 0 0-15,2 0 0 0,-2 0 0 0,1-2 0 16,-1 2 0-16,0 0 0 0,2 0 0 0,-2 0 0 15,1 0 0-15,-1 0 0 0,0 0 0 16,2 0 0-16,-2 0 0 0,0 0 0 0,2 0 0 16,-2 0 0-16,0-1 0 0,0 1 0 0,0-1 0 15,0 1 0-15,0-2 0 0,0 1 0 16,-2 1 0-16,2 0 0 0,0-2 0 0,0 2 0 16,0 0 0-16,0 0 0 0,-2 2 0 15,2-2 0-15,-1 0-26 0,-1 1-30 0,-1-1-27 16,-1 2-70-16,-1-2-99 0,0 1-179 0,-1-1-285 15,-1 0-344-15,1-1-413 0,-2-2-207 0,2 0 233 16,-2-3 761-16</inkml:trace>
  <inkml:trace contextRef="#ctx0" brushRef="#br2" timeOffset="143282.13">1440 9951 7 0,'3'-2'182'0,"-1"-4"103"15,-1 1 62-15,-1 4-8 0,0-2-34 16,0 0-33-16,2 2-19 0,-2-1-19 0,3 0-13 16,-1 1-2-16,1 0 0 0,0 1 12 0,0-2 13 15,3 2 19-15,-1 0 17 0,-2 0 9 0,2 0-2 16,-2 0-9-16,-1 0-24 0,-4-1-31 0,1 1-34 16,-3 0-26-16,3-2 0 0,1 2 11 0,1 2 27 15,4-2 8-15,-3 1 1 0,1-1-9 0,-3 2-30 16,2-2-30-16,-2 0-39 0,-2 0-21 0,2 0-18 15,-1 0-12-15,-1 0-9 0,2 1-10 0,-2 0-6 16,2 1-6-16,0 2-5 0,0 1-5 0,0 1-2 16,0 2-8-16,0 0-4 0,0 5-2 0,2 0-2 15,-2 1 0-15,2 0-1 0,-1 5 6 0,1-1 5 16,2 3 1-16,-2-2 1 0,-1 3 3 0,2 1 0 16,-1 1 2-16,1-1 0 0,-3 2 1 0,2-1 0 15,1 2 1-15,-1-2 1 0,-1 0-2 0,3 0 0 16,-3 0 0-16,1-2-1 0,2 2-3 0,-2-5 0 15,-1 1 0-15,1-2-1 0,1 2-1 16,-3-3 0-16,3 0-1 0,-1-1 0 0,-2 0 0 16,1-1 0-16,1 0 5 0,0-2 2 0,-1 3 2 15,-1 0-5-15,2 0-2 0,0 2-1 0,-1-1-6 16,-1-1-2-16,2 1-3 0,-1 1 4 0,1-2 2 16,2 0 1-16,-2 2 0 0,-1 0-1 0,1-2 1 15,0-3 0-15,-1 1 1 0,1-2-1 0,-2-3 0 16,2 2 0-16,-1-5 0 0,-1 0 0 0,0-2 0 15,0 0 0-15,0-1 0 0,0 1 0 0,0-3-1 16,0 0 1-16,0-1-1 0,0 2-1 0,0-2 1 16,-1 0 0-16,1-2 0 0,-2 0-3 0,0-2 1 15,2-3-1-15,-1-1-5 0,-1-3-10 0,4 1-19 16,-2-2-36-16,0 0-72 0,-2 1-92 0,-3-3-166 16,-1 1-272-16,0 0-315 0,-1 1-322 0,1 0-192 15,-5 0 156-15,2 2 632 0</inkml:trace>
  <inkml:trace contextRef="#ctx0" brushRef="#br2" timeOffset="143735.81">1336 10116 71 0,'7'0'425'0,"3"2"363"15,-2-2 280-15,3 0-55 0,-7 0-235 0,-2 0-195 16,-2-2-145-16,-3 0-117 0,1 0-87 0,4 2-62 16,-1 0-47-16,4 0-24 0,0 0-29 0,-3 0-19 15,1 0-16-15,0-3 16 0,2 3 35 0,-1-1 9 16,1 0 6-16,0-5-1 0,0 4 9 0,0-3-16 15,-1-1-30-15,2-1-14 0,-1 0-9 0,0-4-6 16,0-1-10-16,1-2-11 0,-1 1-4 0,3-6-4 16,-2 1-4-16,0-1-1 0,1 0 1 0,2-2 0 15,-4 5 1-15,1-1-1 0,1 4 1 0,-2 2 0 16,-2 2 2-16,1 0 3 0,-1 5 7 0,-1 1 6 16,-1 1 7-16,1 2 6 0,-2 5 1 0,3 1-4 15,-3 4-4-15,2 1-5 0,-1 6-15 0,-1-1-9 16,2 3-6-16,-2 2-9 0,2 0-28 0,-2 2-77 15,-2-3-142-15,-1 4-257 0,-2-1-291 0,-1-1-363 16,0 0-392-16,-1-1-77 0,-1 0 647 0</inkml:trace>
  <inkml:trace contextRef="#ctx0" brushRef="#br2" timeOffset="144458.89">1286 10971 4 0,'2'-7'214'0,"0"0"127"0,-1 3 128 16,1 0-45-16,3-1-88 0,-2 2-31 16,0-1-38-16,0 4-22 0,3-3-7 0,-1 2-9 15,0 1-14-15,-2-1-45 0,2 1-11 0,-2 0-11 16,0 0-9-16,3 0-17 0,-4 0-11 0,1 1-18 15,0-1-15-15,-1 0-15 0,1 1 41 0,0 2 43 16,1-3 40-16,-3 0 23 0,-1 0 13 0,-1 0 2 16,-1 2-31-16,2 0-16 0,3 0 1 0,5 0 10 15,-2 2 0-15,2-2-16 0,-3 0-13 0,1 1-25 16,0 0-33-16,-1 2-27 0,0-3-15 0,-2 1-4 16,-1 0-4-16,1 0-3 0,0 2-4 0,-1-3-2 15,1 3-3-15,1 1-3 0,-2 0-3 0,1 1-3 16,2-1-3-16,-2 2-4 0,2 0-3 0,0-1-4 15,1 2-3-15,2-2-5 0,-2 1-1 16,-1-2-4-16,3 2-1 0,0-5-1 0,-2 4-1 16,2-3-1-16,-1 2 0 0,0-4-1 0,-1 0 0 15,1-1-2-15,-2-2 0 0,0-1 2 0,-1 0-2 16,2-7 2-16,-3 1 1 0,1-4 0 0,-3-4 0 16,-1-1 0-16,0-2-3 0,0 0-17 0,-1 0-24 15,-1 1-72-15,-3-1-92 0,-5 0-179 0,-2 2-291 16,-3 3-315-16,-3-1-377 0,-1 1-208 0,-6 2 179 15,1-2 717-15</inkml:trace>
  <inkml:trace contextRef="#ctx0" brushRef="#br2" timeOffset="145314.2">796 10551 8 0,'0'0'309'0,"0"0"282"0,2-2 326 0,-2 2 114 16,0 0-150-16,0 0-124 0,0 0-96 15,0 0-119-15,0 0-122 0,0 0-100 0,0 0-77 16,-3 0-73-16,-2 2-57 0,-1 5-36 16,1 1-22-16,-1 0-17 0,-1 2-9 0,1 2-5 15,0 1-12-15,1 2-5 0,2 2-4 16,0 2-2-16,1 2 0 0,0-1-5 0,4 4 2 15,-2-2 3-15,3 0-2 0,1 0 1 16,-1-3-3-16,0-3 0 0,3 0 0 0,-3-7-1 16,2 2 2-16,0-4-1 0,1-2 2 0,-1-5 0 15,4-2 1-15,-2-4 2 0,1-3 1 16,1-4 1-16,-3-1-1 0,2-6 0 16,0 1 0-16,-3-5 0 0,3-2-1 0,-2-1 2 15,-1-1 2-15,-2-2 0 0,2-2-1 0,-4-1-1 16,1 1-1-16,0-1 1 0,-1 2-2 15,-1-2-2-15,-1 2 2 0,-1 1 2 16,-1 0-1-16,1 2-1 0,-4 2 1 0,1-1 9 16,0 3 9-16,-2 2 6 0,0 2 8 15,1 3 9-15,-2 3 9 0,1 1-2 0,0 2-3 16,2 4-4-16,-1 1-7 0,1 3-8 16,0 0-8-16,5 3-8 0,0 0-6 0,0 0-2 15,-6 1-4-15,3 4-2 0,0 1-1 16,1 1 1-16,-1 4 0 0,3 2 0 0,0 0 0 15,0 3 1-15,3 4 1 0,-1 0-1 0,1 3 1 16,4 4 0-16,-2 0 0 0,2 3 0 16,2 2 0-16,0 2 0 0,3 0 1 15,-1 1-1-15,3-1 0 0,-1 0 1 0,2-3-1 16,1-2 1-16,0-1-3 0,0-2-2 0,3-5-2 16,-3 0-3-16,1-6-3 0,-1-3-21 15,0-3-41-15,-4-4-86 0,1 0-181 0,-4-8-271 16,1-1-325-16,-2-4-388 0,-4-2-355 15,0-2 93-15,-4-1 810 0</inkml:trace>
  <inkml:trace contextRef="#ctx0" brushRef="#br2" timeOffset="172175.33">19971 6535 5 0,'-2'0'258'0,"0"1"182"16,1 1 195-16,-1-2 35 0,2 2-87 15,-1-2-73-15,1 0-32 0,0 0-23 16,0 0-35-16,0-2-53 0,0 2-63 0,-2 0-59 16,2 0-56-16,0 0-44 0,0 0-27 0,0 0-14 15,0 0-11-15,0 0-16 0,0 0-17 0,2 0-13 16,-2 0-13-16,0 0-16 0,1 0-11 15,-1 2-5-15,0-2-2 0,2 0 0 0,-1 0-5 16,-1 0 4-16,4 0 18 0,0 0 33 16,-1 0 20-16,4-2 10 0,-3 2 3 0,3 0 0 15,-1-2-14-15,3 2-28 0,1-1-14 0,-2 1 17 16,4 0 11-16,1 0 2 0,0 0-1 16,-2-1 1-16,2 1-1 0,-1 0-25 0,3 0-14 15,-2 0-5-15,0 0-1 0,1 0-3 16,-1 0 0-16,2 1-3 0,-1-1 2 0,-2 0-3 15,2 1 0-15,-2-1 2 0,2 2-1 0,-2-2 1 16,1 0 0-16,0 2 0 0,-2-2 5 16,1 1-1-16,0-1 1 0,-3 0 3 0,4 1-1 15,-5-1-1-15,1 0-2 0,2 2-3 16,-1-2-2-16,-2 2-1 0,1-2-2 0,2 0-1 16,-1 1-1-16,-1-1 1 0,0 1 0 0,1-1 0 15,-2 0 1-15,3 2 0 0,-1-2 0 0,-2 2 0 16,2-2-1-16,-2 0 1 0,2 1 1 15,-2-1-2-15,1 0 0 0,1 1 1 0,-1-1-1 16,1 2 0-16,-1-2 1 0,-1 0 1 16,3 3 0-16,-1-3-2 0,-1 0 2 0,-1 0 0 15,5 0 0-15,-5 0-1 0,1 0 2 0,2 0-1 16,-1 0 1-16,-1 2 1 0,2-2 0 16,-3 0-1-16,3 0 0 0,-2 0 1 0,1 0 1 15,0 0 0-15,1 0 2 0,-2 3 0 0,-1-3 2 16,0 0-2-16,3 0 0 0,-1 0-1 15,-4 0 0-15,3 0-2 0,-2 0 1 0,-1 0-2 16,2 0 0-16,0 0-2 0,-4 0 0 0,4 0 0 16,-3 0-1-16,2-3 1 0,0 3-1 15,0 0 1-15,-1 0 0 0,1 0 0 0,2 0 1 16,-3 0-1-16,1 0 0 0,1 0 0 16,0-2 0-16,-1 2 0 0,1 0-2 0,0 0 3 15,1 0-3-15,-1-3 0 0,0 3 1 0,0 0-1 16,3-2 1-16,-1 2 0 0,0-1 0 15,0 1 2-15,0 0-3 0,0-1 1 0,0 1 0 16,-2-2-1-16,2 2-1 0,1-2 1 16,-3 2 1-16,0 0 0 0,0-1-1 0,1 0 1 15,-1 1 1-15,-2-2 0 0,2 0-1 0,-2 2 0 16,1 0 0-16,-2-1-1 0,1 1 0 0,0 0 1 16,-1-1 0-16,1 1-1 0,1-2 1 15,-3 2 0-15,3 0-1 0,-2 0 0 0,2 0 0 16,0 0 0-16,-3 0 0 0,1 0 0 15,3 2 0-15,-2-2 0 0,1 1-1 0,-1-1 1 16,1 0-1-16,-1 1 0 0,1 1 0 0,-2-2 0 16,0 2 0-16,3-1 1 0,0 0-1 15,-4-1 1-15,5 2 0 0,-5 0-1 0,1-1 0 16,2-1 1-16,-1 1 0 0,-2 1 0 16,1 1 0-16,0-3 0 0,-2 0-1 0,2 0 1 15,-2 0-1-15,3 2 0 0,-3-2 1 0,1 0 0 16,-3 0 1-16,2 0 0 0,1 0-1 15,-3 0 1-15,3 0-1 0,-3 0 0 0,2 0 0 16,2 0-1-16,-4 0 1 0,2 0-2 16,1 0 1-16,-1-2 1 0,0 2-1 0,0 0 2 15,1 0-1-15,-1-3 1 0,3 3-1 0,-5-2-1 16,4 1 1-16,-2 1-1 0,2-1 1 0,-2 1 0 16,1-2-1-16,0 2 0 0,1-2 1 15,-1 2 0-15,0 0-2 0,-3-1 1 0,3 1 1 16,-1 0 0-16,0 0-1 0,0 0 2 15,-1 0-1-15,1-1-1 0,0 1 1 0,0 0 1 16,-2 0-1-16,3 0-1 0,-3 0 0 16,3 0 1-16,-3 0-1 0,2 0 0 0,1 0 0 15,-1 0-1-15,0 0 1 0,1-2 0 0,0 2 1 16,-3-2 1-16,2 2 0 0,-1 0 1 16,1-1 0-16,-1 1-1 0,-1 0 1 0,1-1-1 15,0 1-1-15,-1-2-1 0,2 2-1 0,-1 0 1 16,0-2-1-16,-1 2 1 0,4-1 1 0,-4 1-1 15,2 0 2-15,1-1-1 0,-1 1 2 16,2-2-1-16,-4 1-1 0,2-1 0 16,1 1 0-16,0-1-1 0,-1 1-1 0,0-1 2 15,2-1 0-15,-2 0 0 0,1 0 1 0,1 2 0 16,-4-2 0-16,2 0 0 0,3-1 0 16,-3 0-1-16,1-1 0 0,-1 3 1 0,0-4-1 15,0 4 1-15,1-4 1 0,-1 0-1 0,0 1 0 16,1-1 0-16,-1 1 1 0,1-3-1 15,-1 1 0-15,0-2 1 0,2-1-1 0,-2 2-1 16,0-3 1-16,2 0 0 0,-2 1 0 0,0-2-1 16,0 1 1-16,1-4 0 0,-1 2 0 0,2-2 0 15,-4-1-1-15,4 0 1 0,1-1-1 16,-3-2 0-16,4 2-1 0,-3-1 0 0,1-2-1 16,0 0 2-16,1 3 1 0,-1-4 0 15,1 3 1-15,-1-3 0 0,1 1 0 0,-1-1-1 16,1 0 0-16,2-2 1 0,-1 1 0 0,-2 0 0 15,4-3 0-15,-5 1 1 0,3-1 0 0,-1-1-1 16,-1 1 1-16,3-2 0 0,-4 0 0 16,0 0 0-16,1 0-1 0,-1-1-1 0,0 0-2 15,0 0-1-15,1 0-1 0,-1 1 0 16,0-1 0-16,1 2-1 0,-2 0 3 16,0 1 0-16,0-1 1 0,2 1 1 0,-1 1-1 15,1-2 0-15,0 2 1 0,0 0 0 0,0-1 0 16,-1-1 1-16,4 1 0 0,-3-1 2 0,1 1-1 15,1 1 0-15,-1-2-1 0,2 4 0 16,-2-4 0-16,0 2-1 0,1 2-5 0,-1-2 2 16,0 1 1-16,1 1 0 0,-3 0 1 15,1 0 0-15,-1 1 5 0,0 0-1 0,1 0-2 16,-2 0-2-16,0 1 0 0,-1-4-2 0,1 2-1 16,-1 1 0-16,-1-1-1 0,2-1 1 15,1 0-1-15,-3 2 1 0,-1-3 0 0,3 5 3 16,-1-1 0-16,1 0 3 0,-2 2 0 0,2 0 0 15,-1-1 1-15,0 0-1 0,-1 0-6 0,3-2-4 16,-3 0-3-16,2 1 0 0,1-3 0 16,-3 1-2-16,2 0 5 0,-1 1 4 0,1-2 1 15,-2 3 2-15,1-4-2 0,-1 4 2 16,-1-3-1-16,0 1 2 0,0-2 0 0,-1 0-1 16,-1 1 0-16,1-1 0 0,-2 1 0 15,0 0-1-15,1 2 0 0,-1 0 0 0,1 0 6 16,-1 3 2-16,2-1 1 0,-3 3 2 0,3 1 1 15,-3 2-1-15,3-1-4 0,-1 1-3 16,2 1-3-16,-1 0-1 0,-2 0 0 0,1 0 0 16,2 0 1-16,-1 2 0 0,1-5 0 15,1 4 1-15,-1-3-7 0,0 1-2 0,2 2-2 16,-2 0-3-16,3 0 1 0,-3 3 0 0,0 2 7 16,1 0 2-16,-1 0 3 0,0 3 1 0,0 0 0 15,0 2-1-15,0-2 0 0,0 2-1 16,0-1 0-16,0 0-1 0,0 1 2 0,0 1 0 15,0-2 0-15,2 1 0 0,-2-1 0 0,1-1 0 16,-1 2 0-16,0-1 0 0,2 1-1 16,0-1 0-16,-2 1 1 0,0 0 0 0,0 1 0 15,0-2-1-15,0 2 1 0,0 0 0 16,0 0 0-16,0 2 1 0,0-1 0 0,0 0 0 16,0 4 0-16,0 1 2 0,0 2 5 15,0 3 4-15,0 3-1 0,0 0 2 0,0 5 2 16,-2 2-6-16,0 0-8 0,1 2-4 0,-1 2-3 15,2 0-1-15,-1 4-2 0,-2-1 4 0,1 0 3 16,-1 3 2-16,3-1 1 0,-3 1 1 16,1 2 4-16,-2-2 5 0,0 3 2 0,1 0 1 15,-2-1 7-15,-1 3 3 0,2-1-3 16,-3 1-1-16,1 0-3 0,-1 0-2 0,0-3-6 16,2 1-3-16,0-1-3 0,0-1 0 0,2-2 0 15,-2 0 0-15,4 0-1 0,-4-1 0 0,2 2 1 16,1-3-1-16,-1 1 1 0,2-1-1 15,-1 3-1-15,0-3 1 0,1-1-2 0,-1 1 0 16,1-1 0-16,1 0-2 0,-2-1 1 16,0-1 0-16,1-1-1 0,-1 2 2 0,2-2-2 15,-1 1 2-15,-1 1-1 0,0-2 1 0,0 1-2 16,0-2-1-16,0 4 2 0,-1-4-1 0,2 2 2 16,1-1 0-16,-2 0 2 0,0 1 1 15,1-2 0-15,1 2 1 0,-2-1-1 0,2 2 0 16,0-2-1-16,0 1 0 0,0 1 0 15,0-2-1-15,0 1 0 0,2-1-1 0,-1 0 0 16,3-1 0-16,-3-2 0 0,2-2 0 0,1 0 0 16,0-2 0-16,-1 2 0 0,2-5 0 15,-2 1 0-15,0 0 0 0,2 0 0 0,-2 1 0 16,2-2 0-16,1 1 1 0,-3 0-1 16,2 3 0-16,0-1 1 0,0 0-2 0,0 1 0 15,1 0 1-15,-2 0-1 0,1 1 0 0,0-3 0 16,-2 2 0-16,2-1 2 0,0-2 1 15,-1-2 0-15,1 2 1 0,-2-2 1 0,1 0 0 16,0 0 0-16,0 1 1 0,-3-2-1 0,2-1 0 16,2 1 1-16,-4 1 0 0,2-2 1 15,-1 3 0-15,0-2 0 0,-1 1 0 0,1 1-1 16,0-3-1-16,-1 4 0 0,-1-3-1 16,2 0-1-16,-1-1 0 0,1 1 0 0,0-1-1 15,-2-1 1-15,0 0-1 0,1 0 0 0,-1-1-1 16,0-1 1-16,2 1-1 0,-2-2 1 15,1 0 0-15,1 0 0 0,1 0-1 0,-3-1 0 16,1 0 1-16,1-1-2 0,-1 1 1 0,-1 0-1 16,2-2-1-16,0 1 2 0,-1-1-1 15,3 1 1-15,-3-3 0 0,1 3 0 0,-1-2 1 16,1 0-1-16,0 0 0 0,-1 0 0 16,2-1 0-16,-1 1 0 0,0 0 0 0,0-1 0 15,2 1 0-15,-3-1 0 0,1 0-1 0,1 1 1 16,-1 0 0-16,-1 0-1 0,2-2 1 0,1 2 1 15,-3-1-1-15,1-1 1 0,1 2-1 16,-1-1 1-16,2-1-1 0,-2 1 1 0,1 1-1 16,0-2 0-16,0 1-1 0,0-1 1 15,1 1 1-15,-1-1-1 0,0 2 2 0,0-3 2 16,3 2 2-16,-3-1 2 0,2-1 1 0,0 0 2 16,-2 0 2-16,2 0 0 0,3-1 1 15,-4-1 1-15,1 0 0 0,2 0 0 0,-2 0-1 16,1-1-2-16,1 0-1 0,0 0-2 15,-1 0-1-15,-1 0-1 0,4 0-1 0,-2 0 0 16,-1 1-1-16,1-2 0 0,1 2 0 0,-1 0-1 16,0-2-1-16,1 4 0 0,-2-4 0 15,2 3-1-15,0-2 0 0,-2 0-1 0,0 3 1 16,4-2-1-16,-2 2 1 0,0-3 0 0,-2 3 0 16,3-2 1-16,-1 2 0 0,0 0 0 15,0 0 0-15,1 0 0 0,1 0-1 0,-2 2 0 16,4-2 0-16,-3 0 0 0,0 3-1 0,2-3 1 15,-1 2 0-15,-1-2 0 0,4 3-1 16,-4-1 1-16,1-1 0 0,2 1 0 0,-4 1 0 16,4-1 1-16,-2 2-1 0,0-3 2 15,1 2-1-15,0 0 1 0,-1-2 1 0,-1 2-1 16,3-1 0-16,-2 1-1 0,0 0 0 0,2-2 1 16,-2 2-1-16,-1-1-1 0,2 1-2 15,0-2 0-15,1 1 0 0,-2-1 0 0,2 0 0 16,0 1 0-16,-1 0 0 0,1-1 0 15,-2-1 0-15,1 1 0 0,-1-1 0 0,2 2 0 16,0-2 0-16,-1 0 0 0,1 0 0 0,-2 0 0 16,2 0 0-16,-2-2 0 0,0 2 0 15,-1 0 0-15,2 0 0 0,-1 0 0 0,-2 0 0 16,2 0 0-16,-2 0 0 0,1 2 0 0,0 0 0 16,-1-2 0-16,-2 1 0 0,1 0 0 15,-1 1 0-15,1 0 0 0,-2-2 0 0,2 0 0 16,-1 1 0-16,-1-1 0 0,2-1 0 0,-2 1 0 15,3-2 0-15,-3 0 0 0,4 0 0 16,-2-2 0-16,-1 3 0 0,2-2 0 0,0 0 0 16,1 2 0-16,-2-2 0 0,-1 0 0 15,2 1 0-15,1 1 0 0,-2-1 0 0,-1 2 0 16,2 0 0-16,0-1 0 0,-2 1 0 16,1 0 0-16,-1 1 0 0,2-1 0 0,-2 0 0 15,1 0 0-15,-3 0 0 0,1 0 0 0,3 0 0 16,-4 0 0-16,0 0 0 0,1-1 0 15,-2 1 0-15,2 0 0 0,-2 0 0 0,2 0 0 16,-1 0 0-16,-1 0 0 0,0 0 0 0,2 1 0 16,-2-1 0-16,2 0 0 0,-2 2 0 15,1-2 0-15,2 0 0 0,-2 0 0 0,0 0 0 16,-1 0 0-16,2 1 0 0,-1-1 0 0,0 2 0 16,2-2 0-16,-2 1 0 0,1 1 0 15,-2-1 0-15,2 1 0 0,-1-1 0 0,0 0 0 16,1 1 0-16,-2 0 0 0,0-1 0 15,0-1 0-15,-1 0 0 0,1 0 0 0,0-1 0 16,-1-1 0-16,0-1 0 0,-1 0 0 0,2-1 0 16,-3 1 0-16,2 1 0 0,1-1 0 15,-3 0 0-15,0 2 0 0,0-1 0 0,-3 4-28 16,1-1-35-16,-1 4-69 0,-2-2-110 0,-3 6-210 16,0-1-294-16,-1 4-368 0,1 6-445 15,-2-2-225-15,-4 5 360 0,5-1 856 0</inkml:trace>
  <inkml:trace contextRef="#ctx0" brushRef="#br3" timeOffset="183484.91">3130 14421 60 0,'-2'-2'258'0,"-2"2"125"0,1-1 107 0,-2-1-78 16,2 1-117-16,0 0-57 0,-1 1 56 0,1-2 76 15,0 2 51-15,1 0 27 0,-2 0 5 0,1 0-29 16,1 0-76-16,1 2-74 0,-3-2-66 16,3 1-53-16,-3 0-43 0,3 1-29 0,-1-1-18 15,1 1-11-15,-1-1-12 0,2 1-10 0,0-1-4 16,-2 1-9-16,2-2-8 0,0 0-8 0,0 0-1 15,2 1 0-15,-2-1-4 0,0 0 2 0,3 2 4 16,0-2-1-16,2 0-3 0,0 1-1 16,0-1 1-16,2 0-3 0,0 2 3 0,1-2 0 15,3 0 1-15,-2 0 1 0,1 0 5 0,0 0 3 16,0 0-4-16,2 1 14 0,0-1 8 0,-1 0 6 16,-1 2 1-16,2-2 3 0,-2 1-1 0,-2-1-9 15,3 0-8-15,-2 2-9 0,-1-2-3 16,0 0-4-16,1 0 0 0,0 0 0 0,-1 0 0 15,2 0 1-15,-2 0 1 0,-1 0 0 0,1 0 3 16,2 0-2-16,-1 0-1 0,-1 0 1 0,0 0 1 16,2 0-1-16,-3 0-6 0,2 0 6 15,2 1 0-15,-3-1-2 0,0 0 5 0,3 0-3 16,-3-1 1-16,3 1-6 0,-3-2 4 0,3 1 0 16,-3-1-3-16,2 1 1 0,0-2 0 0,0 0 4 15,-2 0 2-15,1 0 2 0,1 0 4 16,-2 0 24-16,2 0 13 0,0-1 5 0,-3 0 1 15,1 2-4-15,3-2 0 0,-3 3-21 0,0 0-10 16,0-2-9-16,1 1-8 0,0 2-2 0,0-2-3 16,1 2-2-16,0 0-1 0,1 0 1 15,0 0 4-15,-1 0-2 0,1 0-2 0,-1 0 2 16,0 0 0-16,0 0-2 0,2 0-3 0,-2 0 2 16,-1 0 3-16,2 0-2 0,-3 0 0 0,2 0 1 15,-1 0 3-15,1 0 1 0,-1 0-1 16,-1 0-1-16,0 0 1 0,0 0 2 0,-2 0-2 15,1 0-1-15,2 0-2 0,-4 0 4 0,1 0 2 16,-1 0-2-16,0 0-1 0,1-3-1 16,0 3 1-16,-1-2-3 0,0 2 1 0,3-1 1 15,-1 1 0-15,-2 0 1 0,3-1 0 16,0 1 2-16,1-2-2 0,-1 2-2 0,-1 0 0 16,1-2 3-16,1 1 0 0,1 0-3 0,-2 1 0 15,0 0 0-15,-1-2 1 0,1 2-1 0,-1 0 2 16,-1 0 0-16,2 0-1 0,-2 0 0 15,-1 0 1-15,1 0-1 0,-1 0-3 0,0 0 0 16,1 0 2-16,-1 0-1 0,1 0-2 16,-1 0 0-16,0 0 3 0,4 0 1 0,-3 0-1 15,1 0 0-15,1 0 2 0,-1 0-1 0,1 0-1 16,2 0 0-16,0 0-2 0,-1 0 2 16,2 0-2-16,0 0 1 0,0 0 1 0,-1 0-1 15,-1 0 1-15,2 0 1 0,-3 0-1 16,2 0 2-16,0 0-3 0,0 0-1 0,-2 0 0 15,1-2-2-15,1 2 2 0,-2 0 0 0,0 0 1 16,1 0 1-16,-1-1 1 0,0 1 3 16,3-1 3-16,-3 1 4 0,2 0 0 0,-1-2 2 15,2 2 3-15,-1-2-2 0,-1 1 0 16,4 0 0-16,-4-1-1 0,5-1 1 0,-4 0-3 16,3 2 0-16,-1-2-1 0,1 0-4 0,-1 0-1 15,1 0-1-15,0-1 0 0,1 2-3 0,-3-1-1 16,3 0 0-16,-3-1 2 0,2 1-3 15,-2 2 0-15,2-1 0 0,-1-1 2 0,0 1 2 16,-3 2-1-16,3-2 1 0,-2-1 0 16,1 0 1-16,0 2 0 0,-1-3-2 0,1 2 0 15,1 0 1-15,-2-1 2 0,1 2 2 0,2-1 3 16,-2 0 1-16,3 1 2 0,-3 0 3 0,2-1-2 16,1 2-1-16,0 0-2 0,2 0-8 15,0 0-6-15,0 2-3 0,0-1-2 0,1 0-2 16,0-1-1-16,-1 2 4 0,1 0 4 15,-1-1 1-15,0 0 1 0,-2-1 1 0,2 0 0 16,-2 2 0-16,0-2 0 0,1 2 1 0,0-2-2 16,-3 0 2-16,0 0-1 0,2-2 1 15,-2 2 1-15,0-2 1 0,-1 1 0 0,-1 0 0 16,2-1 9-16,-2 0 2 0,1 0 2 16,0 0 0-16,0-1 0 0,-1 0 0 0,2 0-6 15,1 0-4-15,1 0-3 0,-1 0 4 0,0 2 0 16,2-2 0-16,0 2-1 0,0-1 2 0,0 0-1 15,0 1-4-15,0 0-3 0,0 1 0 16,0-2 1-16,0 2-2 0,0 0 2 16,0 2-1-16,-2-2 1 0,1 1 0 0,-1-1-1 15,1 0-1-15,0 0-1 0,-1 0 1 0,1 0 0 16,-1 0 1-16,-1-1 0 0,1-1 1 0,0 0 0 16,-2 0-1-16,0-1 0 0,1 1 0 15,-2-1 0-15,1 0 1 0,0-2-1 0,-3 2-2 16,0 0 0-16,-1 0 0 0,0 0-3 15,0 1-2-15,-3 0 0 0,1 0-2 0,0 0-14 16,-2 1-35-16,0 1-79 0,-3-1-140 0,0-1-265 16,-4 2-311-16,-1-3-373 0,-2-1-390 15,-1-4-56-15,-4 0 656 0</inkml:trace>
  <inkml:trace contextRef="#ctx0" brushRef="#br3" timeOffset="185158.05">3032 11745 113 0,'-1'-2'277'0,"1"1"111"16,-2-1 10-16,2 1-66 0,0 1-72 0,-1 0-59 15,-1 0-48-15,2 0-10 0,0 1-24 0,0 1-21 16,2-2-25-16,-1 3-16 0,-1-2-15 16,0 0-13-16,2 3-3 0,-2-4 14 0,1 5 24 15,-1-3 25-15,0-1 32 0,3 2 29 0,-3-1 18 16,2 0 3-16,-1-1-2 0,-1 1-3 15,2-1-16-15,-1 1-17 0,1-1-13 0,0-1 21 16,-1 2 14-16,1 1 7 0,1-2 5 0,0 1-1 16,1 0-12-16,-1-1-40 0,1 2-25 0,-1-1-16 15,2-1-22-15,0 0-9 0,-2-1-1 16,2 2-1-16,0-1-5 0,2-1-5 0,-2 0 0 16,2 0-1-16,-3 0-3 0,3 0-5 0,0 0-2 15,0 0 4-15,-1-1 1 0,2 1-1 0,1-2 0 16,-1 2 3-16,-1 0-5 0,2-1-6 0,2 0-5 15,2 1 10-15,-2-2 10 0,3 0 8 16,-1 1 3-16,3 0-3 0,-2-1 4 0,3 0-13 16,-2 1-8-16,2-1-12 0,-1 1 3 0,1-1-3 15,2-1-5-15,-3 2 2 0,1-1-5 0,-1 1 6 16,3-1-4-16,-3 0 6 0,1-1-3 16,1 2 0-16,1 0-1 0,-2 0-4 0,1-2 0 15,0 1-2-15,-2 2 2 0,3-2 6 0,-3 2 42 16,1-2 24-16,1 2 11 0,-1 0 2 0,-1 0-2 15,0 2-2-15,-1-2-37 0,0 0-24 0,2 2-8 16,-4-2-5-16,3 0-2 0,-4 0-2 16,4 0 0-16,-3 2 1 0,1-2-2 0,0-2 1 15,1 2 2-15,0 0-1 0,-2 0 3 16,4-2-3-16,-2 2 4 0,0-2 0 0,1 2 1 16,2-1 12-16,-1 0 6 0,0-1 5 0,4 2-7 15,-3-1-5-15,2 1-6 0,0 0-11 0,1 0-9 16,0 0-5-16,1 0 4 0,-3 1 3 15,3-1 0-15,-2 2 5 0,-4-2 1 16,3 0 6-16,-4 0 3 0,0 0 3 0,-2 0-1 16,-1-2 2-16,-2 2-1 0,-2-1-8 0,0-1-3 15,-2 1-3-15,-1-1-2 0,-2 1-2 0,-1-1-24 16,-1 1-65-16,-2-1-69 0,-3 1-166 16,-2 1-285-16,-5 0-316 0,0 1-338 0,-5 2-217 15,0 2 81-15,-4 1 666 0</inkml:trace>
  <inkml:trace contextRef="#ctx0" brushRef="#br3" timeOffset="186349.44">2999 12183 57 0,'3'0'250'0,"-3"0"136"0,3 0 77 16,-3 0-55-16,0 1-76 0,2-1-59 0,-2 0-29 15,0 2-20-15,0-2-18 0,0 1-24 0,0-1-21 16,0 3-30-16,0-2-25 0,0 3-16 0,0-2-2 16,0 2 7-16,0 1 11 0,0-2 12 15,1 2 17-15,-1 1 10 0,2 2 12 0,-1-1 2 16,1 1-5-16,0 1-10 0,-1 1-15 0,1 0-14 16,1 2-14-16,0 2-12 0,-1 0-7 0,1 1-7 15,0 1-6-15,0 0-7 0,0 3-6 0,-1-1-7 16,1 0-2-16,0 1-4 0,-3 1-3 0,2 0-4 15,1 2-4-15,-1-1-6 0,-1 0-4 16,1 1-9-16,-2 0-6 0,2 0 0 0,-1-2-3 16,1 3-1-16,2 0-6 0,-2-1 5 0,-1 2 0 15,2 0-3-15,-1 2 1 0,1-1-3 0,0 4 4 16,1-2-1-16,-1 1 1 0,0 2 2 16,-1 2-3-16,1-2 3 0,1 2 0 0,-2 0 1 15,1 2-4-15,0-1 12 0,-1 1 13 0,1-1 3 16,0-2 3-16,1 2 2 0,-1-2 3 0,0 1-12 15,1-1-12-15,-2-1-1 0,1-2-6 16,0-1-5-16,-1-3 1 0,-2 0 2 0,2-5-2 16,-1-2 0-16,-1 0-3 0,0-6 4 0,0-2-2 15,0 0 0-15,0-5-3 0,0 2 0 16,0-2 3-16,0-3-2 0,0 2-3 0,0-3 1 16,0 0-3-16,-1-2-6 0,1 1-11 0,-2-2-9 15,2 0-17-15,0 0-24 0,0 0-41 0,0 0-80 16,-2 0-99-16,-1 2-117 0,0 1-131 0,1 0-180 15,-2 1-216-15,1 2-50 0,-2 1 156 16,2 1 269-16,0 1 257 0</inkml:trace>
  <inkml:trace contextRef="#ctx0" brushRef="#br3" timeOffset="187078.63">2955 13612 120 0,'1'-3'390'16,"-1"0"229"-16,0 2 179 0,2-2-109 0,-2 1-132 15,0 0-94-15,1 2-63 0,1 0-55 0,-2 0-51 16,2 0-61-16,-1 0-51 0,-1 2-57 16,2 0-41-16,1 1-27 0,1 1-10 0,3 2-4 15,-2 1 0-15,1 3 5 0,2 2 1 0,1 0 6 16,1 3 2-16,-2 1 5 0,4 4-3 0,1 0 2 16,-2 5-3-16,5-1-9 0,-3 2 12 15,4 3 8-15,-1 4 18 0,1-3 4 0,0 2 1 16,-1 0-1-16,2-3-21 0,-4-2-17 0,0-4-25 15,-1-4-9-15,-2-1-10 0,0-3-4 0,-2-2-5 16,0-5-2-16,0-2 2 0,-3 0-2 0,-1-4 6 16,1-2 2-16,1-2 9 0,0-4 1 15,-2 0 1-15,-2-2 2 0,2-3 1 0,-2-3-2 16,1 1-2-16,-3-4 0 0,2-1-2 0,-1-2-4 16,1 0-5-16,-3-4 7 0,0-2-1 0,0-1-3 15,-3-1-1-15,0-3-2 0,1 2-6 0,-3-4-60 16,1 1-55-16,-3 0-128 0,-2 0-195 15,-2-1-294-15,-2 1-321 0,1 2-251 0,-3 0-127 16,1 1 415-16,-2 2 571 0</inkml:trace>
  <inkml:trace contextRef="#ctx0" brushRef="#br3" timeOffset="187815.76">2841 12312 139 0,'-2'3'426'0,"2"-2"257"15,0 2 189-15,-1-3-127 0,1 2-172 0,0-2-115 16,0 1-93-16,1-1-85 0,-1-1-74 0,0-1-52 16,2-1-39-16,-2-1-27 0,2-2-6 15,-1-3 11-15,1 1 7 0,-1-4 9 0,5-1 12 16,-4-3-9-16,3 2-18 0,-1-4-4 0,1 1 8 15,0-1-4-15,0-1-11 0,4-2-13 0,-4 2-9 16,3 3-18-16,-2-1-20 0,2 3-16 0,-2 1-4 16,1 2-4-16,-1 1 5 0,-1 5-1 15,1 0 5-15,-1 2 8 0,-2 3 5 0,2 2 6 16,1 2 2-16,-1 3 4 0,1 5-6 0,-1 1-6 16,-2 5-6-16,2 1-5 0,-2 0-5 0,0 3-5 15,-1-1-30-15,1 1-43 0,-3-1-77 0,0-1-149 16,0 0-269-16,0 0-297 0,-2-4-274 15,1 3-212-15,-2-4 104 0,-2-2 538 0</inkml:trace>
  <inkml:trace contextRef="#ctx0" brushRef="#br3" timeOffset="188764.72">2398 13212 47 0,'2'-4'290'0,"-1"0"172"15,-1 0 166-15,0 1-21 0,0 0-76 0,-1 0-11 16,-1 1 3-16,0-3-17 0,-1 4-33 0,0-2-32 16,1 0-45-16,-2 2-48 0,1-1-48 0,1 2-38 15,-4-2-33-15,1 2-39 0,0 0-41 0,-1 0-37 16,-3 0-25-16,1 2-15 0,-1 0-11 0,0 0-10 15,1 2-9-15,0 0-11 0,0 1-10 16,-1 2-7-16,1 1-5 0,3 1-5 0,-1 1-2 16,1 2-1-16,-1 3-2 0,3 2-1 0,1 3-1 15,1-1-1-15,2 3 1 0,-1 0 1 0,2-1 0 16,3 2 0-16,1 0 1 0,0-5-2 0,2 0-1 16,-1-2-1-16,3-3 0 0,0 0 0 15,0-2 0-15,2-4 1 0,1-3 3 0,2 0 0 16,-2-4 0-16,0 0 0 0,3-4 2 0,-2-1-1 15,0-5 2-15,-1-3-1 0,1-1 3 0,-3-4 1 16,-1-4-1-16,-1-4 2 0,-3-4-1 16,2-4 0-16,-3-4-2 0,0-5-2 0,1-2-1 15,-3-2 0-15,0 0 0 0,-1-5 0 0,0 3 0 16,-2 0 2-16,-2-1 1 0,2 0 1 0,-5 2-1 16,2 2-1-16,-5 2 1 0,2 2-1 0,-2 3 1 15,0 2-1-15,-1 5 1 0,-1 2 6 16,2 5 7-16,0 5 6 0,0 1 4 0,0 4 5 15,2 4 2-15,-2 2-5 0,-1 3-6 0,1 4-6 16,3 0-4-16,-1 4-5 0,0 0-4 0,1 4-1 16,0 3-3-16,3 2 1 0,1 0-1 15,-1 6 1-15,4 0 0 0,-1 2 0 0,3 3 0 16,0 3 1-16,2 3-1 0,2 2-1 0,-1 4-1 16,1-1 1-16,1 4-1 0,2 0 1 0,-1 4 1 15,4 0 1-15,-1 3 1 0,1 4 1 16,0 0 0-16,2 4 0 0,-2-2-3 0,3-2 0 15,-1-1-3-15,3-4-1 0,-1-4-2 0,2-3-2 16,1-5-2-16,-2-5-11 0,3-7-27 0,1-2-65 16,-2-6-97-16,1-5-175 0,0-6-289 15,-2-6-326-15,-2-3-365 0,1-4-231 0,-4-3 204 16,-3-4 706-16</inkml:trace>
  <inkml:trace contextRef="#ctx0" brushRef="#br3" timeOffset="195177.71">19760 6486 270 0,'0'3'688'0,"-2"-1"364"15,2-1 118-15,0-1-257 0,0 0-278 0,0 1-170 16,0-1-120-16,0 1-82 0,2-1-66 0,-1 0-46 16,-1 3-36-16,2-3-37 0,0 0-29 15,1 0-25-15,0 0 39 0,2 2 21 0,1 0 16 16,5 0 12-16,-3-1 5 0,3 0 5 0,3 1-31 15,-1 1-15-15,1-2-6 0,1 1-11 16,0-1-4-16,1 1-7 0,3-1-5 0,-3 2-4 16,3-1-7-16,-1-1-1 0,0-1-7 15,1 2-5-15,1-2-1 0,1 0-4 0,-2 0-3 16,1 0-2-16,0 0 0 0,-1 0 0 0,-2-2-3 16,2 1-2-16,-1-1 0 0,1 1 0 0,-5-1-1 15,5-1-2-15,-2 2 0 0,-3-1 1 16,4 0-1-16,-4-2-2 0,2 2 2 0,-3-2 0 15,-1 2-1-15,1-1 0 0,-2 1 0 16,1 1 2-16,-2-4-1 0,0 5-1 0,-1-2 0 16,2-1-1-16,-1 0 0 0,-2 0 0 15,2 1 0-15,-2 0 0 0,2-2 0 0,-1 3 1 16,-1-2 1-16,0 0-1 0,0 2 1 0,1-2-2 16,0-2 2-16,-3 2-1 0,0 0 0 15,0-1 0-15,1 1-1 0,-2-1 1 0,-1 0-1 16,1 2 1-16,0-4-2 0,-1 3 2 0,1 1 0 15,-2-1 0-15,2 0 0 0,-2 1 0 16,2-1 0-16,0 0-1 0,-2 0-1 0,3-1 2 16,-1 0-1-16,0 0 1 0,0 0 0 15,1-1 0-15,0-1 0 0,0 0 0 0,-1-1 0 16,0 0 1-16,0-3-1 0,0 3 1 0,1-2-1 16,-2-1-1-16,1 2 1 0,-2-1 0 0,1 0 0 15,1-2 0-15,-2 0 2 0,3 1-1 16,-3-3-1-16,0-2 0 0,2 1-1 0,-2-2 0 15,0-1 0-15,2-1 1 0,-2-3 0 16,3 2 1-16,-3-4 1 0,-1 1 0 0,1 0 0 16,1-1-1-16,-3-2 1 0,1 2-1 15,-1 0 0-15,1-1-1 0,-2 0-1 0,2 2 1 16,-2-2 0-16,0-2 0 0,1 1 0 0,1-3-1 16,-1 0 0-16,-1-2 0 0,4 2 0 0,-2-2 0 15,0 0 0-15,1 0 0 0,0 0 0 16,1 1 0-16,-3 1 0 0,4-1-1 0,-2 2 2 15,0 1 0-15,2-4 0 0,1 5 0 16,-1 0 2-16,0-2 0 0,0 0 0 0,0 0 0 16,-1 1-1-16,2-2 1 0,-1-1-1 0,0 1 1 15,-2 0-1-15,2-3 0 0,-2 0 0 0,0 0-1 16,2 0 0-16,-4 1 0 0,1-2-2 16,-1 3 0-16,-1 0 0 0,0 1 0 15,0 0 0-15,0 0-1 0,0 1 2 0,0 2-1 16,0-1 1-16,2 2 1 0,0 2-2 0,-2-2 1 15,1 3 1-15,-1 0-1 0,3 1 1 0,-1-1 1 16,1 1 0-16,-1 1 1 0,1-1-1 16,0 1 1-16,2 2 0 0,-1 0-1 0,0 0 0 15,1 0-1-15,-2 1 1 0,0 1-1 16,0 0 0-16,0 1 1 0,3 3-1 0,-3-1 0 16,-1 3 1-16,1 1 0 0,-1 2 0 0,0 0-1 15,-2 4 0-15,1-2 1 0,-1 1 0 16,0 3-1-16,0-1 0 0,0 1 1 0,0 0-1 15,0 1 1-15,0 2 1 0,0 2-1 16,-1 1 0-16,1 1-1 0,-2 2 1 0,0 1-1 16,2 2-1-16,-1 1 1 0,-1-1 0 0,2 3 1 15,-2-3-1-15,2 3 0 0,0-1 0 0,-1 2 0 16,-1 0 0-16,2 1-1 0,0-3 1 16,0 5 2-16,-1-2 0 0,1-2 1 0,0 3 4 15,-3 3 2-15,1 0 0 0,2-1 0 16,-1 3 2-16,-1 3-3 0,1-3-2 0,-1 4-1 15,0 0 0-15,1 2-2 0,-1-1 0 0,2 1-2 16,-1 1 1-16,-1 0-1 0,0-2 0 0,2 2 0 16,-1-1-1-16,-1 0 0 0,0 0 0 15,-1-1-1-15,2 1 0 0,-4-2-1 16,4 2 1-16,-2-3 0 0,-1 2 0 0,1-1 1 16,1 0 2-16,-1-2 2 0,-2-1 1 0,2 0 1 15,2-1 2-15,-4-1-2 0,2 1-1 0,2-2 0 16,-3-1-2-16,4 0 0 0,-3 1-1 15,1-1 0-15,1 1 0 0,-1-4-1 0,1 5 0 16,-1-4 0-16,0 1-1 0,2 1 1 16,0-2-1-16,-1 2 0 0,1-3 0 0,-2 3 0 15,2-2 1-15,0 0-1 0,0 0 0 0,0-2 1 16,0 2-1-16,0-3 1 0,0 2-1 16,0-1 0-16,0-1 0 0,0-1 0 0,0 3 0 15,0-3-1-15,0 0 0 0,0-1 1 0,0 2-1 16,0-4 1-16,0 1-1 0,-1 1-1 15,1-1 2-15,0-2-2 0,-2 2 0 0,2 1 1 16,-3-1 0-16,3-2 1 0,0 2-1 0,-1-2 1 16,1 2 1-16,0-1 0 0,0 2 1 15,0-3-2-15,0 0 1 0,1 2 0 0,-1-3-1 16,0 1 0-16,3 1 0 0,-1-3 0 16,-2-1 0-16,1 1 0 0,1-1 0 0,-1 2 1 15,1-1-1-15,0-1 0 0,-1 1 0 0,2-1 0 16,-3 1 1-16,2-1-1 0,1 3 0 0,-1-4 1 15,0 1-1-15,-1 0 0 0,2-1 0 16,0 0 0-16,-1 1 0 0,-1-1 0 16,2 0 0-16,-1 1 0 0,0-1 1 0,-1-1-1 15,2 1 0-15,-1 0 1 0,-2-2-1 0,3 2 1 16,-1-2 0-16,0 2-1 0,-1-1 0 0,2 1 0 16,-1-2 0-16,1 2 0 0,-2 0 0 15,2-1 0-15,-1 1 0 0,0-1 0 0,-1 1 0 16,1 0 0-16,0-1 0 0,-1 1 0 15,2-1 0-15,-3 1 0 0,2-2 0 0,0 2 1 16,-1-1-1-16,-1 1 0 0,3-2 1 0,-3 1-1 16,2 0 0-16,1-2 0 0,-2 2 1 15,-1-1-2-15,2 0 1 0,-1-1 0 0,1 1-1 16,0-1 1-16,-1 2 0 0,3-2 0 16,-3 0 0-16,2 1 0 0,2-1 0 0,-2 0 0 15,1 1 1-15,0 0-1 0,-1-2 0 0,4 3 0 16,-4-2 0-16,2 0 0 0,-2-1 0 0,0 3 0 15,3-4 3-15,-3 0-1 0,4-1 3 16,-3 0-1-16,1-1 1 0,2-5 0 0,2 1-1 16,-1-1-2-16,2-3 0 0,0-1-1 15,0-2-1-15,0 0-1 0,0-1-9 0,2 0-16 16,-6 1-44-16,0 2-86 0,0 1-161 0,-3 1-269 16,2 4-324-16,-1 0-400 0,-1 2-385 15,2 4 19-15,-1 0 773 0</inkml:trace>
  <inkml:trace contextRef="#ctx0" brushRef="#br0" timeOffset="-210065.36">14680 12266 355 0,'3'-5'839'0,"-1"0"339"0,-1 1 28 0,-1-1-212 16,0 2-255-16,2 2-185 0,0-1-128 0,-1 2-86 16,-1 0-63-16,2 0-67 0,1 3-62 15,0 0-35-15,2 5-21 0,2 3-7 0,2 5-7 16,-1 5-8-16,2 4-11 0,-2 5-12 15,2 3-11-15,0 2-9 0,0 3-7 0,0-1-6 16,-2-1-6-16,1-1-4 0,-1-1-1 0,0-4-3 16,-1-5-1-16,0 1 0 0,-2-7 0 0,-2 1-1 15,0-5-1-15,-1-3-3 0,-2-1-10 16,0-4-18-16,-2-1-23 0,-4-6-50 0,1-4-75 16,-4-3-95-16,-1-3-152 0,1-5-224 15,-4-2-314-15,1-4-288 0,0-3-186 0,-5-3 83 16,0-2 531-16</inkml:trace>
  <inkml:trace contextRef="#ctx0" brushRef="#br0" timeOffset="-209759.55">14607 12222 238 0,'5'-3'551'0,"3"0"282"0,-2 1 197 16,2 2-147-16,3-2-237 0,0-1-127 0,2 3-23 15,3 0-31-15,1 3-73 0,4-1-69 0,-1 3-56 16,1-1-45-16,4 4-60 0,-1 0-49 0,1 0-21 15,0 3-14-15,1 2-1 0,1 3-5 16,0 0-2-16,-1 2-2 0,-2 4-4 16,1 1-6-16,-4 5-7 0,-1 2-5 0,-1 4-6 15,-6-1-7-15,-3 5-5 0,-3-1-6 0,-4 3-5 16,-3-1-5-16,-3 0-3 0,-6-1-4 0,1 0-2 16,-3-3-1-16,-3-2-2 0,1-3 0 15,-2-4-1-15,-2-1 1 0,4-4 0 0,-2-4-1 16,1 0-1-16,1-8-2 0,0-1-4 15,1-4-10-15,2-2-17 0,1-5-24 0,0-3-51 16,2-2-77-16,2-3-113 0,0-3-174 0,2 0-292 16,2-1-331-16,2-1-306 0,2 0-144 15,2 0 290-15,3 0 639 0</inkml:trace>
  <inkml:trace contextRef="#ctx0" brushRef="#br0" timeOffset="-209442.71">15303 12855 13 0,'5'-7'523'16,"1"0"495"-16,-1-3 252 0,1-2 52 0,0-1-285 15,-1-6-323-15,3-2-211 0,1-1-115 16,-1-4-73-16,0-3-92 0,0-3-68 0,3-3-42 15,-1-1-25-15,0 0-16 0,0 0-16 0,0-1-12 16,0-1-9-16,-1 1-10 0,0 1-9 0,-1 0-4 16,-1 1-5-16,0 4-2 0,-2 2-1 15,0 2-1-15,-3 3-1 0,-1 4-1 0,1 3-1 16,-4 3-2-16,1 3-8 0,-3 5-17 16,-1 4-32-16,-4 2-76 0,-2 4-112 0,0 4-202 15,-3 3-296-15,-1 0-352 0,-2 3-404 0,1-1-185 16,-1 1 347-16,1-1 757 0</inkml:trace>
  <inkml:trace contextRef="#ctx0" brushRef="#br0" timeOffset="-209194.68">15120 12169 455 0,'1'-4'955'15,"2"1"265"-15,-1 0-35 0,1 3-250 16,0 0-254-16,7 0-198 0,-2 3-109 0,0 3-56 15,4-1-44-15,-1 5-59 0,4 2-64 0,0 1-38 16,1 6-27-16,3 0-16 0,-2 5-15 0,-1 1-14 16,1 5-13-16,-2 2-11 0,2 1-6 15,-4-1-7-15,4 4-4 0,-2-3-7 0,0-1-19 16,-4 0-47-16,2-6-77 0,-4-3-128 16,-1-4-213-16,1-3-308 0,-3-6-351 0,1-6-327 15,-2-4-113-15,2-6 460 0,-1-4 666 0</inkml:trace>
  <inkml:trace contextRef="#ctx0" brushRef="#br0" timeOffset="-208806.58">15863 12168 43 0,'-2'1'865'0,"1"2"769"0,-6 0 38 15,-2 2-322-15,1-2-408 0,-2 1-383 0,1-1-245 0,-4 2-117 16,2-3-61-16,-1 3-40 0,0 1-28 15,0 0-22-15,-4 0-16 0,5 2-11 0,-3 1-7 16,3-2-5-16,-1 4-3 0,2-2-2 16,3-1-2-16,-1 3-2 0,5-3 0 0,0 3 0 15,0-3-1-15,3 0 0 0,4 1 0 16,-1-2 1-16,6-1-1 0,-1 0 1 0,2 0 0 16,2-1 0-16,2 0 1 0,3-1 0 0,4 0 1 15,0-1 1-15,0 3 0 0,3 0-1 0,1 2 1 16,-1 2-1-16,0 2 1 0,1 4-1 15,-3 0 1-15,-3 3 1 0,-3 2-1 16,-1 3 2-16,-5 2-1 0,-5 1 0 0,-2 0 0 16,-6 3 0-16,-2-2 0 0,-5 2 1 0,-3-1-1 15,-5 2 0-15,2-4 1 0,-6-2-2 0,0 3-1 16,1-4 0-16,-2-2-1 0,-1-3 0 0,2 0-1 16,1-4-1-16,1-3-2 0,4-5-7 15,0-1-19-15,2-4-40 0,0-6-85 0,6 0-166 16,1-3-269-16,0-4-327 0,5-2-407 15,2-2-421-15,2 0 41 0,1 1 813 0</inkml:trace>
  <inkml:trace contextRef="#ctx0" brushRef="#br0" timeOffset="-208027.96">16191 12206 299 0,'5'-9'671'0,"-2"2"320"0,1 1 138 15,-3 2-250-15,3-1-227 0,-3 1-93 0,-1 2-64 16,2 1-67-16,-1-1-76 0,1 2-57 0,1-1-51 16,-2 1-68-16,-1 0-51 0,2 0-28 15,-2 0-16-15,1 1-8 0,-1 2-4 0,2 0-5 16,-2 2-6-16,3 4-4 0,-1 2-4 16,0 1-7-16,-1 7-6 0,2 0-6 0,-1 4-6 15,0 2-4-15,-1 2-2 0,1 2-2 0,-1-1-3 16,1 4 0-16,1-2-2 0,-3 4-1 0,1-2-1 15,-1 1-1-15,0-2-1 0,2 1 0 16,-1-4-1-16,-1 0-2 0,2 2-2 16,0-7-2-16,1 1-1 0,0-1 0 0,0-5-1 15,2 0 1-15,4-4-1 0,-2 0 0 0,2-3-1 16,1-2 1-16,1-2-1 0,0-2-1 0,5-2 0 16,-2-3 0-16,2-2 0 0,-2-2-1 15,5-2 0-15,-3-3 0 0,1-1-1 0,1-3-4 16,1-2-9-16,-5-1-16 0,3 1-25 15,-4-3-51-15,3 1-82 0,-7-1-139 0,2 0-235 16,-3 2-307-16,2-1-368 0,-4 2-329 0,2-1-66 16,-2 1 566-16,-1 0 685 0</inkml:trace>
  <inkml:trace contextRef="#ctx0" brushRef="#br0" timeOffset="-207693.28">16648 12427 7 0,'-1'17'590'0,"1"1"676"0,-3 4 311 16,6 2-168-16,-2 5-371 0,2 0-407 16,2 7-213-16,3-2-145 0,0 2-95 0,6 0-61 15,1-3-39-15,4-2-30 0,4-4-19 0,1-6-14 16,5-6-7-16,2-4-4 0,1-9-1 0,2-6-1 16,-2-6-1-16,0-8 0 0,-5-2 0 15,0-7 1-15,-4-1-1 0,-4-5 0 0,-3 0 1 16,-3-2 1-16,-5 3 0 0,-7 0 2 15,-1 2 1-15,-1 3 4 0,-7 1 3 0,-6 2 1 16,-1 0 0-16,-5 3 0 0,-4 0-2 0,-3 2-4 16,2 1-4-16,-5 5-1 0,-2 3-3 15,0 7-1-15,2 3-1 0,0 9-1 0,2 6-2 16,3 2 0-16,1 8 0 0,6 3-4 16,3 4-12-16,4 1-33 0,0 2-78 0,4-3-116 15,3 0-222-15,4 0-302 0,1-4-358 0,7-2-398 16,5-2-143-16,-1-4 435 0,6 0 761 15</inkml:trace>
  <inkml:trace contextRef="#ctx0" brushRef="#br0" timeOffset="-206879.97">17559 12248 42 0,'-3'-4'362'15,"1"0"317"-15,-1 1 323 0,-2 0 29 0,2 0-203 16,2 1-140-16,-4 1-77 0,2 1-91 16,2 0-103-16,-3 0-83 0,1 1-55 0,0 1-63 15,0 1-63-15,-1 0-46 0,0 0-27 16,-1 1-14-16,2 2-14 0,1 2-4 0,-1 2-4 16,0 3-1-16,3 0-1 0,-2 5-2 0,2 3-1 15,2 3-2-15,0 3-3 0,1 4-1 16,0 4-4-16,0 2-5 0,3 3-5 0,-1-2-3 15,1 0-6-15,-1-1-5 0,2-2-2 16,0-5-2-16,0-3 0 0,-1-5-2 0,1-4 0 16,-1-3-1-16,1-3 1 0,0-5-1 0,-1-5 2 15,2-3 0-15,1-7 1 0,1-5 2 16,0-7-1-16,2-5 0 0,-1-4-1 0,3-5 0 16,2-3-1-16,2-2 0 0,-4-4-1 15,5 0-1-15,-3 4 0 0,1-4-1 0,-2 6 1 16,0 2 0-16,-2 3-1 0,-1 4 2 0,-2 3 0 15,-2 4 1-15,-2 6 1 0,0 2 2 0,-2 1 0 16,-1 8 0-16,-2-1 0 0,-1 1 0 16,-1 7 0-16,-2 0-1 0,-3 4 1 0,-1 5-1 15,1 1 0-15,-1 4 1 0,-1 6-1 16,-2 0 1-16,0 4-1 0,0 4 0 0,0 1-1 16,1 0 0-16,3 1 0 0,0-1-1 0,1 2 0 15,2-3-1-15,3-3-1 0,2 2 0 16,4-4-3-16,-2-2 0 0,4-3 0 0,1-1-1 15,3-4 0-15,1-1-1 0,2-3-11 16,0-1-17-16,2-6-41 0,-1-1-81 0,1-4-130 16,-1-2-246-16,5-2-306 0,-4-2-370 0,2-2-380 15,1-1-81-15,-2-2 551 0,3 1 732 16</inkml:trace>
  <inkml:trace contextRef="#ctx0" brushRef="#br0" timeOffset="-206523.08">18160 12762 141 0,'-3'9'864'0,"-2"1"625"0,2-1 41 0,2-3-261 16,-3-3-439-16,4-3-329 0,-1-4-197 15,1-4-120-15,1-4-67 0,3-4-37 0,0-9-25 16,4-1-17-16,-2-5-9 0,4-6-6 0,1-1-4 16,-2-5-6-16,1 0-5 0,0-1-3 0,0-1-2 15,-2-1-1-15,0 1 0 0,2 0 1 16,-2 4 8-16,-4 3 5 0,3 1 4 0,-4 7 4 15,3 3 4-15,-3 5 5 0,0 4-2 0,-1 4-3 16,0 2 0-16,-1 6-2 0,-1 5-5 16,3 2-4-16,-3 6-4 0,2 6-4 0,1 6-2 15,1 4 0-15,-1 3-2 0,3 6-2 0,-2 4 1 16,3 3-1-16,1 4 1 0,3 3-4 16,-3 1-1-16,3-2 0 0,1 4-2 0,0-4-4 15,0 0-16-15,2-4-35 0,-2-4-81 16,-2-3-122-16,0-2-218 0,-2-5-307 0,-2-3-365 15,-2-3-394-15,0-3-123 0,-2-5 460 0,-7-2 733 16</inkml:trace>
  <inkml:trace contextRef="#ctx0" brushRef="#br0" timeOffset="-206333.93">18226 12581 83 0,'-8'-19'635'15,"-1"5"466"-15,1 5 145 0,3-1-127 16,2 4-392-16,1 2-314 0,2 1-178 0,4 3-94 15,1 0-48-15,3 3-23 0,2-2-19 16,3 2-17-16,4 2-10 0,3 0-6 0,2 1-3 16,3-1-6-16,2 4-9 0,-2-1-27 0,2-3-103 15,2 3-177-15,-3-1-294 0,0-4-273 16,0 2-273-16,1-3-171 0,-3-2 268 0,2-2 544 16</inkml:trace>
  <inkml:trace contextRef="#ctx0" brushRef="#br0" timeOffset="-206101.04">18819 12148 587 0,'-8'-7'1570'15,"-4"3"200"-15,1 1-329 0,-4 6-354 0,0 1-476 16,0 2-291-16,-2 1-131 0,3 4-64 0,-2 2-37 16,3 4-26-16,-1 2-17 0,6 4-11 0,0 1-6 15,2 6-6-15,3 1-5 0,3 4-3 16,3 2-2-16,3 2-4 0,1 1-3 0,2 1-4 15,4-3-2-15,1-4-2 0,3-1-2 16,-1-5-1-16,3-5-12 0,2-2-24 0,-1-6-69 16,-1-3-109-16,-3-4-238 0,0-3-301 0,-2-5-383 15,2 0-465-15,-3-7-216 0,-1 1 467 16,-1-3 903-16</inkml:trace>
  <inkml:trace contextRef="#ctx0" brushRef="#br0" timeOffset="-205387.02">18995 12190 216 0,'3'-9'860'0,"0"5"428"15,0-2 27-15,1 4-103 0,2-1-428 0,3 2-280 16,-1 1-145-16,3 0-78 0,2 0-48 0,1 1-75 16,2-1-43-16,2 0-34 0,2-1-25 0,2 0-16 15,-1-4-11-15,2-1-9 0,3 0-7 16,-3-4-3-16,0 1-4 0,-1 1-1 0,-2-3-2 15,-4 0 0-15,1 2-1 0,-5 1 1 0,-2 0 10 16,-2 1 11-16,-1 5 8 0,-1-3 5 16,-3 4-1-16,-1 1 0 0,0 4-10 0,0 0-11 15,-2 5-7-15,0 5-4 0,2 2-1 16,0 5-1-16,1 6 1 0,2 3 1 0,1 6 4 16,0 6 2-16,5 6 2 0,-1 7 0 15,1 8-1-15,3 6-3 0,1 7-4 0,-2 3-2 0,0 3-1 16,1-1-1-16,-1 0 2 0,0-1 0 15,-1-3 1-15,-2-7-2 0,-2-3 0 0,0-9-1 16,-4-3 2-16,0-5 7 0,-4-9 5 16,-2-3 5-16,-3-8 2 0,-4-7 1 0,-1-3 0 15,-3-9-6-15,-4-7-4 0,0-7-4 16,-5-7-2-16,-2-7-3 0,0-8-1 0,-1-8-1 16,3-5-1-16,-2-5-1 0,4-5-1 0,2-5-1 15,3-2 0-15,2-2 1 0,5-3 0 0,2 3 1 16,6-2 1-16,1 2 0 0,7 1 0 15,1 4-2-15,4 1-8 0,3 4-14 0,3 6-23 16,-3 3-48-16,4 3-83 0,-2 6-147 16,2 2-270-16,1 6-317 0,-4 4-386 0,5 5-355 15,-1 3-19-15,-2 5 688 0</inkml:trace>
  <inkml:trace contextRef="#ctx0" brushRef="#br0" timeOffset="-204993.76">19826 12753 174 0,'4'-5'717'0,"-1"-2"426"0,0-2 138 0,2-5-43 15,0-2-341-15,2-3-275 0,-2-6-170 16,1-3-97-16,-1-2-76 0,0-5-99 0,3-2-64 16,0-5-38-16,-2-3-24 0,2-2-13 0,1-2-8 15,-1-1-8-15,0 2-4 0,0 2 1 0,1 3-2 16,0 3-4-16,-1 6-3 0,-4 6-3 16,4 3 0-16,-2 8-1 0,1 6-1 15,-1 5 2-15,2 6-1 0,1 7 0 0,1 7 0 16,0 7 0-16,2 6 0 0,-1 4 1 0,5 9-1 15,-2 4 1-15,3 9-3 0,0 4-3 0,0 8-2 16,0 0-4-16,1 4-3 0,-1-3-9 16,2-4-23-16,-2-5-65 0,-4-8-92 0,3-5-185 15,-7-9-284-15,3-4-346 0,-3-6-415 0,-5-7-278 16,1-6 173-16,-5-10 818 0</inkml:trace>
  <inkml:trace contextRef="#ctx0" brushRef="#br0" timeOffset="-204793.49">20086 12432 246 0,'-15'-21'1219'0,"2"7"525"0,0 8-206 16,3 5-348-16,3 5-439 0,2 5-344 0,5 2-191 15,1 2-88-15,4 1-44 0,7 3-28 0,3-3-20 16,5 1-13-16,4-3-10 0,3-2-6 16,2 1-5-16,2-2-5 0,4-1-17 0,-4-1-66 15,-2 1-89-15,-2-2-191 0,-3 1-278 16,-1 0-341-16,-2 2-410 0,-5-1-270 0,-2 0 163 15,-5 1 813-15</inkml:trace>
  <inkml:trace contextRef="#ctx0" brushRef="#br0" timeOffset="-199245.74">9951 12139 216 0,'-3'2'449'0,"-2"-2"213"15,2 3 113-15,0-2-136 0,-1 2-152 0,-2-1-84 16,3 0-52-16,-2-1-54 0,1 0-53 0,0 1-56 16,-2 1-52-16,0-2-43 0,1 1-28 15,0 0-13-15,-1 0-18 0,1 0-4 0,0-1-1 16,-2 1-3-16,2-1-11 0,-1 0-10 0,1 1 0 15,0 0-5-15,-1 1-4 0,1-2-26 16,0 1-82-16,-1 2-126 0,-1-1-176 0,1 2-285 16,0 1-237-16,1 1-132 0,0-1 143 0,2 0 353 15</inkml:trace>
  <inkml:trace contextRef="#ctx0" brushRef="#br0" timeOffset="-199084.37">9799 12349 426 0,'2'9'792'16,"-2"-1"226"-16,2 1-1 0,-1 0-288 0,2-2-298 16,0 2-184-16,0 0-89 0,0-2-43 15,1 3-25-15,0-2-27 0,1 2-25 0,2-2-15 16,0 0-11-16,0 0-22 0,-1-1-73 0,1-1-112 16,-1 2-163-16,1-2-289 0,-2 0-245 15,2 1-166-15,-1-1 76 0,3-1 328 0</inkml:trace>
  <inkml:trace contextRef="#ctx0" brushRef="#br0" timeOffset="-198882.02">10098 12586 210 0,'10'5'343'0,"0"-2"123"0,0 0-10 0,-2 0-139 15,3-1-121-15,-2-2-66 0,1 0-30 0,0-2-30 16,0-1-23-16,0-3-16 0,0-1-8 15,0 0 1-15,0-4-9 0,-2 0 6 0,3-3-26 0,-3 1-63 16,2-1-123-16,-1-1-196 16,-1 2-114-16,-2 0-26 0,2 2 93 0,-1 1 150 15</inkml:trace>
  <inkml:trace contextRef="#ctx0" brushRef="#br0" timeOffset="-198699.83">10403 12303 162 0,'0'-12'545'15,"0"5"397"-15,-2-1 225 0,-2-2-183 0,-2 2-231 16,-1-2-176-16,-1 1-150 0,-1-1-117 0,-2-3-91 16,0 4-61-16,-1-5-50 0,-3 1-40 15,0-3-31-15,1 0-23 0,0-1-9 0,0 0-4 16,1-1-3-16,-1 3-5 0,4 0-32 16,-2 2-42-16,-2 3-105 0,1 1-165 0,-3 3-295 15,0 1-299-15,-1 1-254 0,4 3-159 0,-1-1 285 16,3 0 545-16</inkml:trace>
  <inkml:trace contextRef="#ctx0" brushRef="#br0" timeOffset="-197842.68">9908 12124 36 0,'2'3'324'0,"-1"-3"248"0,1 1 255 15,1 2 46-15,-3-3-119 0,2 0-124 0,-1 0-113 16,-1 0-89-16,0 0-66 0,0 0-53 0,2 0-29 15,-2 0-22-15,0 0-19 0,0-3-21 16,0 1-28-16,-2-2-35 0,1 2-40 0,-1-3-29 16,-1-1-18-16,1 0-13 0,-3-1-9 0,2 0-6 15,-4-4-7-15,2 2-1 0,-1-3-3 16,-1 0 0-16,1 0-2 0,-3-2-2 0,1 1-2 16,-1-2-3-16,-1-2-5 0,-2 1-5 15,3-3-1-15,-5 0-3 0,3 0-1 0,-2-1-1 16,0-1 1-16,-1 0 1 0,0 0-2 0,1-1 0 15,-2 1 1-15,0-1 0 0,0 2 3 16,0 1 4-16,1 0 2 0,0 0 1 0,-2 4 1 16,3 0 2-16,-1 0 0 0,1 3-4 0,-1 1 0 15,2 0-2-15,0 3-1 0,-2 0-3 16,2 2-3-16,0 0-3 0,0 1 0 0,2 0 0 16,-2 0-2-16,1 2 0 0,1-3 0 15,-1 2-1-15,0 0 0 0,1-1 0 0,0-1 0 16,-2 1-1-16,4-1 0 0,-2 2 1 0,2-1-1 15,0 0 0-15,1 1 2 0,0 1-1 16,2-1 1-16,0 1-1 0,2 1 1 0,-2 0-1 16,3 0 0-16,-1 0 0 0,1 1-1 0,1-1 1 15,1 2-2-15,-2-1 1 0,2-1 0 16,-1 2 0-16,1-1 0 0,-3 1 0 0,3-2 1 16,0 2 0-16,0 0-1 0,0 0 1 0,0 0 0 15,0 0-1-15,-2 0 0 0,2 0 0 16,0 0 0-16,0 2 0 0,0-2-1 0,-1 1 1 15,1-1-1-15,0 0 0 0,0 0-1 0,1 2-1 16,-1-2-4-16,2 1-10 0,2 1-17 16,-2-2-22-16,-2 1-53 0,1 1-65 0,1-2-67 15,-2 0-110-15,-2-2-151 0,2 1-224 16,-1-1-255-16,-1 1-214 0,2-2-147 0,-4 1 204 16,4 0 478-16</inkml:trace>
  <inkml:trace contextRef="#ctx0" brushRef="#br0" timeOffset="-197320.99">9290 11587 256 0,'0'5'520'16,"0"0"274"-16,0-1 183 0,0 1-133 15,-2-3-174-15,2-1-126 0,0 2-80 0,-1-3-52 16,1 2-44-16,0 0-44 0,-3 0-35 15,3-2-35-15,-2 0-45 0,-1 0-49 0,0-2-52 16,-2 0-38-16,0-3-17 0,0 3-16 0,-2-4-4 16,2 2-4-16,0-1 3 0,-1-1-3 15,1 0-7-15,-1-1 2 0,-2 0-3 0,3 0 0 16,0-1-7-16,1 0-5 0,-1-1-2 0,0-1-3 16,-1 1-1-16,3 0-1 0,0 1 0 15,-1 0-1-15,1 1 0 0,2 0 1 0,-1 1 0 16,2 2-1-16,-2 0 0 0,2 0 1 0,-1 2-1 15,1-3 0-15,0 3-1 0,1 0 0 0,-1 1 1 16,2 0 0-16,-2 1 1 0,3-2 0 16,-1 1 0-16,-1-1 1 0,1 1-1 0,1 1 1 15,0-2 3-15,2 1 2 0,1-1 0 16,-1 2 2-16,1-1 2 0,3 1 2 0,1 0 2 16,1 1 4-16,1-1 2 0,3 3 1 0,-2-1 0 15,4-1-1-15,-1 1-1 0,0 1-3 0,2-2-1 16,-1 0-3-16,0 1 0 0,-1 0-4 15,1-2-1-15,-1 0-2 0,0 0-3 0,-2-2 0 16,2 0-1-16,-5 1-1 0,2 0-2 0,-1-1 0 16,-2 1-2-16,-2-2-2 0,1 3-4 15,-2-2-11-15,-3 4-21 0,0-2-54 0,-3 3-96 16,-2 2-218-16,-3 4-283 0,1-1-348 0,-5 4-426 16,-1-1-322-16,1 2 273 0,-3-2 924 15</inkml:trace>
  <inkml:trace contextRef="#ctx0" brushRef="#br0" timeOffset="-195724.66">8512 11456 128 0,'-3'0'437'0,"0"0"272"0,0 1 235 16,-2 0-53-16,2-1-182 0,-1 0-147 0,1 1-93 15,-1-1-71-15,2 0-58 0,2 0-54 16,-1 3-45-16,-1-3-32 0,2 2-27 0,0 0-30 16,0-2-36-16,2 3-38 0,-1 0-17 15,-1 3-10-15,0 0-11 0,2 4-5 0,2-1-4 16,-1 2 1-16,1 1-9 0,-1 1-6 0,3 1-5 16,-1-1 1-16,0 2-3 0,1-1-1 0,0-1-1 15,-1-1 0-15,3-1 1 0,0-2 3 16,-2-2 3-16,2-1 3 0,-1 0 3 15,1-4 2-15,1-1 1 0,-1-4-2 0,0 0 4 16,1-3 2-16,-1-3 0 0,0-1-3 0,0-2 0 16,0-4-1-16,-2 2-7 0,-1-3 0 0,1 1-2 15,-4-1 3-15,1 0 0 0,-3 4 1 0,0-2 3 16,0 2 1-16,-1 2 0 0,-3 0 3 16,1 3-1-16,0 0 1 0,-2 1-3 15,-1 1-3-15,-2 1-3 0,0 2-5 0,0 0-4 16,0 2-2-16,-3-1-1 0,0 2-3 15,1 0 0-15,0 2-2 0,0-1 0 0,0 1-1 16,-2 0 0-16,4 1 0 0,0 1 0 0,0-1 0 16,0 1 0-16,2 1 0 0,-1 0 0 0,0 1 0 15,2 0 1-15,0 4 0 0,2 0 0 16,0 1 0-16,1 2-3 0,2 1-3 0,0 2-2 16,0-1 0-16,3 1-2 0,1-2 1 15,1 1 4-15,1-1 3 0,3 1 0 0,-1-3 1 16,0 0 1-16,3-2 2 0,0 1-1 0,0-4 2 15,3 0-1-15,-1-5 1 0,3-1 1 0,-2-2 5 16,2-4 2-16,-2-2 0 0,2-2 2 16,-3-3-1-16,1-1-1 0,-3-1-4 0,-3-1-4 15,0 0 0-15,1 0-1 0,-4 1-1 16,-2-2 1-16,-1 2 1 0,-2 2 1 0,-2 1 1 16,-1 0 2-16,-2 2 1 0,0 1 1 0,-4 1 0 15,1 1-1-15,-2 2-1 0,-2 0-1 16,1 1-2-16,1 2-2 0,-2 2 0 0,2 2 0 15,-1 1-1-15,0-1-1 0,3 1 1 16,0 2 0-16,-1 0 0 0,3 0-1 0,-1 1 1 16,2 1 0-16,2 3-1 0,0-2 0 0,1 4 0 15,1-1-4-15,1 2-2 0,1 1-3 0,1-2 1 16,1 2-2-16,2-1 1 0,1-1 3 16,-1-2 3-16,4 1 0 0,-1-3 2 0,0-4 4 15,2 1 2-15,1-2 2 0,-2-3 1 16,3-2 1-16,-2-5-1 0,0 1-3 0,0-4-1 15,0-2-2-15,-3 0-1 0,-1-3 0 0,-1 0-1 16,-2-2 0-16,-1 0 1 0,-2 0 0 16,0 2 1-16,-2-2 0 0,-1 4 1 0,-2 1 0 15,-1 0 2-15,-1 1-1 0,-2 1 1 0,0 1 0 16,-1 3 0-16,-1-1-2 0,0 3 0 0,1 2-2 16,1 2-1-16,1 2-1 0,0 1 0 15,2 3 0-15,1 3 0 0,-1 1 1 0,4 3 1 16,1 0 0-16,1 3 1 0,1 0-6 15,1 0-2-15,2 0-1 0,1-1-2 0,0-2 0 16,1-1-1-16,-1-3 8 0,2-2 5 16,0 0 2-16,-2-3 1 0,1-2 1 0,1-3 1 15,-1-3-3-15,0-2-3 0,-3-3 1 0,2 0-1 16,-3-4-1-16,1 0 0 0,-1-1-1 16,-1-1 1-16,-2 0 1 0,-1 2 0 0,0 0 0 15,-1 2 2-15,0-1-1 0,0 2 3 16,-2 3-2-16,-1 0 1 0,3 2-1 0,-2 1-2 15,0 1-3-15,2 2-3 0,1 3-1 0,1 3-5 16,-1 3-15-16,2 3-32 0,2 2-80 0,-1 1-179 16,3-1-259-16,0-1-334 0,3-3-422 15,2-1-472-15,1 1 22 0,-1-5 913 0</inkml:trace>
  <inkml:trace contextRef="#ctx0" brushRef="#br0" timeOffset="-188742.37">7311 10476 51 0,'-5'-7'549'16,"3"1"463"-16,-3 0 217 0,-1 0-70 15,1-1-334-15,-2 0-228 0,0-2-145 0,1 0-95 16,-1-2-59-16,-3 2-42 0,0-6-49 0,0 0-58 16,-4 2-40-16,3-4-27 0,-2 2-15 15,-1-4-11-15,1 2-12 0,0-1-9 0,1-1-8 16,-2 2-4-16,3-1-2 0,0 2-1 0,0-2-2 15,0 1-1-15,1 2-2 0,1-1-2 0,1 2-1 16,0-1-2-16,2 3-1 0,-2 0 1 16,3 3-1-16,2 0-1 0,0 2-2 15,-2 2-1-15,3-1-2 0,1 4-2 0,-1-2-2 16,0 2-1-16,2-1 0 0,-1 3-2 0,1-1 0 16,0 0-2-16,0 1 1 0,0 0 1 15,1 0-1-15,1 0 1 0,-2 0-1 0,3 0-7 16,-3 1-9-16,2 0-14 0,-2 2-21 0,2-3-47 15,-1 2-65-15,-1 0-61 0,0 0-97 16,0 0-138-16,-1 0-196 0,-1 1-262 0,0-2-213 16,2 1-175-16,-3 1 112 0,1-3 436 15</inkml:trace>
  <inkml:trace contextRef="#ctx0" brushRef="#br0" timeOffset="-188427.6">6942 10078 133 0,'-3'2'442'0,"0"-2"267"16,0-2 231-16,-1 0-86 0,1 0-194 0,0-1-145 16,1-2-98-16,1-1-74 0,-1-1-86 15,1-3-62-15,-1-1-42 0,2-2-24 0,2 1-6 16,-1 1 13-16,1-4 24 0,-1 2 16 0,1 0-1 16,1-2-2-16,-1 3-18 0,1 0-26 15,-1 2-27-15,-1 1-25 0,-1 3-16 0,2-1-16 16,-2 3-10-16,2 0-9 0,-2 4-7 15,1-2-5-15,1 2-4 0,-1 2-3 0,5 1-2 0,-1 1-2 16,2 2-1-16,-1 4 0 0,5 0 1 16,-2 0-1-16,3 2 1 0,0 1 0 15,1 1-1-15,-2 0-3 0,5-1 0 0,-4-1-3 16,4 0-2-16,-3-2-2 0,4 1-14 16,-2 0-73-16,-2-3-99 0,0-1-194 0,1 0-284 15,-4 1-331-15,0-3-397 0,-1 1-193 0,-3 0 266 16,-1 0 736-16</inkml:trace>
  <inkml:trace contextRef="#ctx0" brushRef="#br0" timeOffset="-187453.03">10193 10487 296 0,'1'4'678'0,"-1"-2"273"0,0-1 76 16,2-1-275-16,-2 1-245 0,2-1-199 0,-1 0-122 16,1-1-60-16,1 0-15 0,0-3-16 15,5-1 9-15,0 2 14 0,0-4 8 16,4-4-6-16,0 1-22 0,2-2-2 0,3-1-20 15,0-3-23-15,1 0-11 0,-1-4-5 0,2 3-5 16,0-5-16-16,2 0-6 0,-2 0-8 0,1-1-4 16,-4 2-2-16,3-2 3 0,-2 3-1 15,-4 3 0-15,-2 2-11 0,0 2-25 0,-4 3-89 16,-4 3-160-16,-3 4-290 0,-2 3-273 16,-3 3-259-16,-3 3-173 0,-1 1 225 0,0 1 516 15</inkml:trace>
  <inkml:trace contextRef="#ctx0" brushRef="#br0" timeOffset="-187186.03">10458 10134 272 0,'8'-6'612'0,"-3"2"241"0,2-2 102 16,-1 0-178-16,1 1-221 0,2-1-157 0,-1-1-72 15,2 1-41-15,-2-1-39 0,4 0-58 16,-3 1-59-16,4-2-40 0,-2 4-33 0,1-1-19 15,-1 1-9-15,1 2 1 0,0 1 4 0,1 1 3 16,-2 0-1-16,0 3 4 0,-3 0 18 16,3 1 36-16,-3 2 21 0,-2 3 13 0,1 2 2 15,-3 1-3-15,-2 3-22 0,-2 0-41 16,-2 3-27-16,-2 3-18 0,-1 0-18 0,-2 3-60 16,-2 1-64-16,-4 1-146 0,0 1-251 0,0 0-295 15,-2-1-330-15,1 0-245 0,-2-2-21 16,1 1 544-16</inkml:trace>
  <inkml:trace contextRef="#ctx0" brushRef="#br0" timeOffset="-185881.07">7133 12490 343 0,'2'-1'728'15,"1"-2"335"-15,-3 1 93 0,0-1-274 0,0 2-215 16,0-2-96-16,0 3-89 0,0-2-77 0,0 0-69 16,0 2-47-16,0-1-52 0,0 1-69 15,-3-1-41-15,3 1-30 0,-3 1-16 0,-2 0-16 16,2 1-15-16,-3 1-11 0,-2 0-8 0,-2 3-9 15,-2 0-7-15,-1 3-3 0,-3 0-5 16,0 3-1-16,-3 0-3 0,-1 1-4 0,2 1-4 16,-4 2-2-16,2 1-1 0,1 0-2 0,-2-1 0 15,4 1 4-15,-1-3 7 0,2 4 2 16,1-4 2-16,2 0 2 0,2-3-2 0,3-1 0 16,0-2-5-16,3-1-4 0,-1-1-3 15,2-1-2-15,2-1-7 0,0-1-11 0,2-2-14 16,0-1-22-16,2-1-47 0,1 0-69 0,0-4-64 15,-1 0-104-15,2-2-162 0,1 0-231 16,-2 0-262-16,-1 0-207 0,1-1-154 0,-1 1 210 16,-1-1 510-16</inkml:trace>
  <inkml:trace contextRef="#ctx0" brushRef="#br0" timeOffset="-185642.63">6801 12639 433 0,'0'0'903'0,"-3"0"303"0,1 1-10 0,1-1-317 16,-2 3-220-16,-2 0-165 0,2 0-120 0,-2 1-72 16,-1 2-50-16,1 1-46 0,0 4-64 0,-2-4-54 15,2 3-28-15,0 1-22 0,0 0-12 16,2 0-10-16,1 1-8 0,1 1-3 0,1-3-5 16,1 0-2-16,1 1-3 0,1-3-1 15,0 2-2-15,4-3 0 0,-1 1 0 0,3-4 0 16,1 1 0-16,1-2 0 0,2-3-14 0,1 0-66 15,2-1-68-15,-2-3-129 0,3 1-224 16,1-1-310-16,1-3-337 0,1 4-228 0,1-6-64 16,1 3 474-16</inkml:trace>
  <inkml:trace contextRef="#ctx0" brushRef="#br0" timeOffset="-182324.11">12294 13830 265 0,'-3'-3'776'0,"-2"-2"370"0,-1-1 58 0,-3 2-235 16,1 0-308-16,-2-2-183 0,2-1-102 0,-3 1-71 16,0-1-50-16,-3-4-35 0,3 1-53 0,-4-2-58 15,1-2-41-15,0-2-20 0,-2-1-9 16,0-1-9-16,-1-1-1 0,4-1-1 0,-4 1-7 0,4-1-5 15,-1 3-1-15,1 0 1 16,1 0 0-16,2 3 1 0,2 1-2 0,0 1 0 16,-1 2-3-16,4 2-3 0,1 1-3 0,0 0-3 15,1 3-1-15,0 1-4 0,1 0-1 0,1 1-1 16,-2 0-3-16,3 2-13 0,-2-2-47 16,2 0-65-16,-1 2-79 0,-1 0-153 15,-1 0-261-15,1 2-315 0,-1 1-276 0,-2 0-194 16,2 0 80-16,-2 2 553 0</inkml:trace>
  <inkml:trace contextRef="#ctx0" brushRef="#br0" timeOffset="-182021.8">11869 13528 5 0,'-2'-5'459'15,"1"1"430"-15,-1-1 254 0,-1-3 4 16,0 0-316-16,-2-1-293 0,3-2-155 15,1 1-70-15,-1-2-37 0,2 0-34 0,0 1-21 16,3-2-28-16,-3 1-46 0,2 1-42 0,1 1-30 16,-1 3-25-16,-1 0-23 0,1 2-12 0,1 1-6 15,2 2 4-15,1 2 4 0,0 2 4 16,2 3 1-16,0 1 2 0,2 2 0 0,-1 2-8 16,3 2-5-16,-2 2-5 0,0 0-2 15,0-1-4-15,0 2-2 0,2-2-2 0,-3 2-11 16,2-2-62-16,-5-3-70 0,1-3-151 0,-4 1-282 15,0-2-306-15,-3-2-362 0,0-1-250 16,-5-3 30-16,-1-3 651 0</inkml:trace>
  <inkml:trace contextRef="#ctx0" brushRef="#br0" timeOffset="-181089.63">9951 13831 251 0,'5'-1'413'16,"-2"-2"166"-16,0 1 43 0,2-1-71 16,-2 0-4-16,0 0 12 0,0-1-13 0,2-4-38 15,-2 1-55-15,2-1-70 0,-2-4-70 0,3 0-56 16,-3-1-33-16,1-2-30 0,0-2-32 0,0 0-34 15,-1 1-36-15,0 1-35 0,2-1-26 0,-2 1-14 16,0 2-10-16,-2 3-3 0,1 0-5 16,-2 2-25-16,0 2-55 0,0 2-57 15,-2 1-144-15,-1 0-246 0,-1 0-302 0,-1-1-302 16,0 4-224-16,0 0-32 0,-1 0 532 0</inkml:trace>
  <inkml:trace contextRef="#ctx0" brushRef="#br0" timeOffset="-180849.99">9937 13546 299 0,'1'-13'645'0,"2"-1"270"0,-3 1 135 16,2-2-212-16,1 0-244 0,0 0-168 16,-1 0-102-16,1 2-67 0,0-1-73 0,1 0-65 15,0 4-48-15,-1 2-33 0,0 2-15 0,2 2-10 16,-2 0 2-16,1 3 16 0,-1 2 11 15,2 6 6-15,-1-1 7 0,2 4-2 0,-2 2-11 16,0 3-12-16,1 1-14 0,-1 1-6 16,-1 1-29-16,0 2-37 0,-3-2-125 0,3 1-213 15,-2-3-285-15,-1 1-286 0,3-4-255 0,-1-3-104 16,1-3 408-16</inkml:trace>
  <inkml:trace contextRef="#ctx0" brushRef="#br0" timeOffset="-179973.13">12027 12100 46 0,'1'2'560'0,"1"1"470"0,-2-3 204 16,0 1-57-16,-2 1-275 0,2-2-249 0,0 1-174 15,-1-1-100-15,-4 0-61 0,2 0-49 16,-2 0-78-16,-1 0-60 0,1-1-33 0,-4-1-21 16,-1 1-15-16,-1-1-10 0,-1-1-10 15,-3 0-7-15,1 2-10 0,-2-2-6 0,-1 1-4 16,1 1-7-16,-1 1-3 0,1 1-2 0,-1-1-3 15,2 3 0-15,1-1-3 0,3-1 0 16,1 0-2-16,0 3-1 0,3-3-6 0,2 1-14 16,2-1-22-16,-2-1-46 0,4 2-75 0,-1-2-103 15,-1 0-157-15,2 0-230 0,1-2-318 0,0-1-296 16,1-2-179-16,2 1 132 0,-1-1 534 16</inkml:trace>
  <inkml:trace contextRef="#ctx0" brushRef="#br0" timeOffset="-179705.03">11696 12062 311 0,'-9'4'611'0,"1"0"298"16,0-1 143-16,0 2-233 0,-1 0-204 15,4-1-126-15,-1-1-83 0,1 1-68 0,0 0-62 16,3 0-46-16,-1 0-42 0,2-1-36 0,1 2-41 16,1-1-34-16,2 0-30 0,-1 2-24 15,3 0-9-15,1 1-9 0,1 2-1 0,2-1-4 16,-1-2 0-16,0-1 2 0,3 1-3 0,0 0 1 15,-1 0-1-15,-1-2 1 0,0 1-2 16,-1 0 0-16,-1 0 6 0,-1-2 2 0,0 4-1 16,-3-1 1-16,-3 1-1 0,0 1-2 0,-3 1-28 15,0 3-37-15,-3 1-41 0,-2 0-57 16,0 3-112-16,0-1-152 0,-1 0-237 0,-1 0-253 16,5 2-234-16,-1-4-109 0,0-1 254 15,3-1 451-15</inkml:trace>
  <inkml:trace contextRef="#ctx0" brushRef="#br0" timeOffset="-176614.08">19678 6279 295 0,'-2'0'544'0,"-1"0"256"0,1 0 93 15,-1 1-142-15,2-1-138 0,1 2-108 16,-2-2-95-16,-1 0-83 0,3 0-80 0,0 0-75 16,3 0-60-16,-1 2-26 0,-2-2-12 0,1 1 19 15,4 0 8-15,-2 1 10 0,2-1 25 0,2 2 13 16,-3 0 2-16,5-1-28 0,-2 1-17 15,3-2-3-15,-1 2-18 0,0 0-24 0,3 0-15 16,1 0-7-16,-1 0 0 0,1 0-13 16,2 1-9-16,-2 0-2 0,4-2-3 0,2 3 1 15,-1-3-3-15,0 2 2 0,2-1-2 0,0 1 1 16,2-2-2-16,-3 0-2 0,3 0-1 16,0-1-1-16,-1 0 0 0,0-1-1 0,1 2 0 15,-3-2 0-15,1 2-1 0,1-1-1 16,-2 0 0-16,1 1-1 0,-1-2 0 0,0 1 1 15,0-1 0-15,-3 2-1 0,1-2 0 0,1 1-1 16,-4-1 0-16,3 0 0 0,-4 0 2 16,2 0 0-16,-1-1 0 0,-2 1-1 0,1-2 1 15,-2 2 0-15,0 0-2 0,2-1-2 16,-4 1 1-16,4 0-2 0,-4-2 1 0,1 2 0 16,1-1 1-16,-2 1 0 0,-1 0 1 0,0-1-1 15,1-1 2-15,0 0-1 0,-5 1-1 0,3 0 0 16,0-1 0-16,-2 0 1 0,0 0-2 15,-2-1 0-15,2 1 0 0,-2 0 2 0,0-2-1 16,3 2 1-16,-1-1 0 0,-2 0 2 16,2 2-2-16,0-3 1 0,0 2 0 0,0-2-1 15,1 0 0-15,0 1-1 0,0-1 1 0,-1-1 0 16,0-1 0-16,3 0 0 0,-4 1 0 16,3-1 0-16,-1-3 1 0,1 1-1 0,0 0 0 15,0 1 0-15,-1-4 1 0,1 1 0 16,2-1 0-16,-3 1 0 0,1-4 0 0,-1 1-1 15,0-1 1-15,2-1-1 0,-2 1 1 0,-1-2 0 16,3 0 1-16,-1 0 2 0,-1 2 0 16,0-1-2-16,0 0 0 0,-1-2 0 0,2 2 0 15,0 0-2-15,0-1 0 0,-1 1-1 16,1-3-1-16,2 1 0 0,-1-1 2 0,-2-1-2 16,4-2 0-16,0-2 2 0,0 1 0 0,1-1-1 15,0-1 0-15,-1 0 1 0,-1 0 2 0,2 2-1 16,-3-1 0-16,0-2 1 0,1 5 0 15,-1-4-2-15,-1 2 0 0,-1-1 1 0,-1 1-2 16,3 0 1-16,-4-2-3 0,1 2 1 16,0 1-1-16,0 2 2 0,-2-1 0 0,5 1-1 15,-4 1 4-15,1 0-4 0,2 3 4 0,-2-2-2 16,2 2-2-16,-1-1 2 0,1 2 0 0,-1 1 2 16,2-1-1-16,0 2 0 0,-2 2 1 15,-1-1-1-15,2 1 0 0,-1-1 0 0,1 0-1 16,-2 3 0-16,-1 0 0 0,0-1 0 15,0 3 0-15,-1 2 1 0,-2-2 0 0,4 3 0 16,-4 0 0-16,-1 1-1 0,3 0 0 0,-3 2-1 16,0-2-1-16,2 2 2 0,-2 0-1 15,0 0 0-15,0 0 0 0,0 0 1 0,0 2 0 16,0-1 0-16,-2 2 2 0,1 0 1 16,-1 3-1-16,1-2-1 0,-4 2-1 0,2 2 0 15,2-2 0-15,-3 1-1 0,3 0 1 0,-2 4 0 16,1-3 0-16,-1-1 0 0,-1 4-1 15,3-3-1-15,-2 3 0 0,0 0 0 0,0 1-1 16,1-3 2-16,-1 6 0 0,1-3 2 16,-1 3 0-16,2-1 1 0,-3 3 1 0,3-3 1 15,-3 4-1-15,1-2 1 0,2 4-1 0,-4-2 2 16,4 1-1-16,-2 1-1 0,-1-1-2 0,1 2 1 16,1 0-1-16,-2 0 0 0,0 2 2 15,0-2-1-15,-4 1 1 0,2-1 0 0,1 2-1 16,-2-1-1-16,3-1-1 0,-4 2 0 15,3-2-2-15,-1 0 0 0,-1-1 0 0,3 4 1 16,0-4 1-16,-2 3-1 0,3-2 1 0,0 1 0 16,1-1 1-16,-1 3 2 0,3-5-1 15,0 1 0-15,0-2 1 0,2 0-2 0,-1-3 0 16,3 0-1-16,-3 0-1 0,1-3 1 0,-1 0-1 16,1 2 1-16,2-3 1 0,-2-1 0 15,0 0 1-15,-1 2-1 0,2-1 0 0,-3-1-1 16,4 1 1-16,-3 0-2 0,1-1 0 0,-1-3 0 15,3 2-1-15,-1-2-1 0,0-1 1 16,3-1 0-16,-1-2 0 0,1 0-1 0,1-3 2 16,2 0-2-16,2-1-12 0,0-4-61 15,2 0-71-15,-2-2-140 0,0 0-269 0,3-2-311 16,1 1-365-16,-2 1-277 0,0 0-21 0,1-1 600 16</inkml:trace>
  <inkml:trace contextRef="#ctx0" brushRef="#br0" timeOffset="-175041.09">21501 6289 164 0,'0'2'409'0,"0"-1"185"0,2 2 113 0,-2-1-205 16,1-1-163-16,2 2-95 0,3 2-26 0,-1-2 14 16,3 1 18-16,0 0 35 0,0 0 9 15,5 0-5-15,-1 0-26 0,2 1-34 0,1-3-31 16,2 1-40-16,-1 0-37 0,3-1-16 0,1 1-24 15,0 3-22-15,2-4-10 0,-2 2-9 0,2-2-5 16,2 1 4-16,1 0 25 0,0-1 13 16,1-1 8-16,-1-1 2 0,1 0-3 15,0-1-16-15,1-1-25 0,2-1-18 0,-4 0-9 16,2-3-6-16,-3 0 0 0,1 0-4 0,0-3-2 16,0 0 2-16,-1-3 30 0,-1-1 25 15,-2-1 10-15,0-3 2 0,-2-2-1 0,0-2 1 16,-3-1-25-16,1-1-21 0,-2-4-12 0,-1 2-2 15,-5-3-4-15,2 2-3 0,-5 1 0 16,-1-3-1-16,0 1 2 0,-2 1-4 0,-3-2 0 16,4 0-1-16,-4-2-3 0,0 1 1 0,1-2-1 15,-1-1 1-15,3 1 0 0,0-1 1 16,-1 2-1-16,-1 3-1 0,2-1-1 0,1 2-3 16,-3 4 3-16,4 1-1 0,-2 1 1 15,-1 2 0-15,1 3 0 0,-1 0 2 0,1 2-3 16,0 2 0-16,0-1 3 0,0 3-1 0,0-1-1 15,1 3-2-15,-1-1 3 0,0 0 1 16,0 2-3-16,0-2 2 0,2 2 0 0,-2 1 2 16,0 0-1-16,0 2-3 0,1-2 2 15,-1 4 0-15,2-2 1 0,-4 2-3 0,2 1 3 16,1-2 0-16,-2 2-1 0,0 0 3 0,0 0 0 16,-2 2 3-16,1-2-4 0,-1 0 4 0,2 0-1 15,-2 0-2-15,1 0-1 0,-1 0 10 16,0 0 8-16,0 0 5 0,0 0 7 0,0 1 8 15,0-1 3-15,0 2-2 0,0 0-2 16,-1 2-2-16,-1 0-4 0,1 1-4 0,-1 2-2 16,0 1-5-16,-2 0-5 0,2 3-3 0,-1 2 3 15,2 1 2-15,-4 4 4 0,2 1 3 16,-1 3 4-16,3 2 1 0,-3 1-6 0,1 3-3 16,2 1-4-16,-4 0-5 0,4 5-3 0,-1-1-2 15,1 0-1-15,-1 2-2 0,2-1-1 16,0 1 0-16,0 1 2 0,2-2 2 0,-1 1 1 15,2-1 2-15,2 1 1 0,-1-4-1 16,3 1-2-16,-1 0 0 0,4-3-2 0,1 0-2 16,0-2 0-16,3-2 0 0,0-1 0 0,2-3-1 15,0-1-1-15,3-2 1 0,-1-3-2 0,2-2-1 16,0-1-2-16,0-1 0 0,2-4-2 16,0-2-3-16,-3-3-17 0,0-3-58 0,-3-4-92 15,2-2-190-15,-3-2-276 0,-1-2-342 16,0-4-415-16,-1-2-307 0,-4-3 171 0,-2-2 830 15</inkml:trace>
  <inkml:trace contextRef="#ctx0" brushRef="#br4" timeOffset="-164714.7">7404 14089 172 0,'0'-5'542'0,"-2"5"337"0,1-1 199 15,1 0-138-15,-2-1-247 0,1 2-189 0,-3-2-111 16,3 1-59-16,-2 1-38 0,1 0-26 0,0 0-29 16,-1 1-15-16,0-1-30 0,0 0-40 15,-2 0-33-15,2 0-33 0,-2 0-17 0,2 0-13 16,-2 0-6-16,-1 0-3 0,0 0-5 15,1 0-4-15,-3 2-6 0,3 0-3 0,-1-1-6 16,-2 0-4-16,0 4-6 0,2-3-3 0,-1 1-5 16,1 1-3-16,-3 0-3 0,4 3-2 15,-1-1-3-15,1 1 1 0,0 1 0 0,-1 2-2 16,3 1 1-16,0 2 0 0,-1 0 2 16,3 1-2-16,-1 1-1 0,2 0 1 0,0 0 1 15,0 1 0-15,2 0-2 0,-1-1 1 0,3-1 2 16,-1 3-3-16,2-2 1 0,2 0 0 0,-2-1 0 15,3-1 0-15,0-1 1 0,4 1-1 16,-2-3 0-16,1 0 2 0,3-2-1 0,-1-1-1 16,3-2 0-16,-2-2 1 0,2-2 0 15,-2-2 1-15,2-1 0 0,-2-4 2 0,2 0 1 16,-2-3 0-16,0-3 1 0,-3-1 0 0,1-6 0 16,-2 2 1-16,-2-3-6 0,-1 1-3 15,-1-2-1-15,0 0-2 0,-4-1-1 0,-1 4 4 16,-2 0 10-16,-1 4 16 0,-2-1 8 15,-2 1 9-15,-3 2 3 0,1 2 0 0,-4-1-3 16,1 2-9-16,-2 2-5 0,-1 1-7 0,0 2-3 16,0 0-3-16,1 3-4 0,-1 1-2 15,1 0-2-15,3 1-3 0,-2 3-1 0,2 0-2 16,2 2-1-16,1 1-1 0,0 2-1 16,4 3 1-16,-2 2 1 0,2 1 0 0,3 3-1 15,0-1 2-15,0 1-1 0,3 2 1 0,-1-2 0 16,1 0 0-16,0-3 0 0,2 1 0 0,0-4 0 15,1-1 1-15,2 0-2 0,-2-4 1 16,2-1-1-16,0-2 0 0,2 0 2 0,-1-3 0 16,2-1 1-16,-1-3 0 0,-1-3 0 15,2-3 2-15,-3-1 0 0,0-4 1 0,-2 0 0 16,2-4 1-16,-2 1 0 0,-2 0-1 16,-3 0 2-16,1 4-1 0,-2-4-1 0,0 4 1 15,-2 3 1-15,-1 0-2 0,-2-2 1 0,-2 4 0 16,0 0 1-16,-1 0-1 0,0 2-1 15,-1 0 0-15,1 2 0 0,-2 1-1 0,4 0-1 16,-3 2-1-16,2 1 1 0,1 0 0 0,1 1-1 16,-1 1-1-16,0 1-1 0,1 0 0 0,0 3-1 15,2 0 0-15,0 0 0 0,-1 3 1 16,3-2 0-16,-1 4-1 0,2-2 1 16,0 0 0-16,0-2 0 0,2 2 1 0,-1 0-2 15,1-2 2-15,3 0 0 0,0 1-1 0,0-1 0 16,-1-1 0-16,4-2 0 0,0 1 0 0,-2-2-1 15,1-2 0-15,2 1 1 0,-3-4-1 16,-1 1 2-16,2-2 2 0,-1-2 0 0,0-1 2 16,-3-2-1-16,2 0 1 0,-2-4-1 15,-1 0 1-15,-1-2 0 0,-1 2 1 0,0 1 0 16,-1-1 0-16,-1-1 1 0,-3 2-1 0,1 1 1 16,-4 0-1-16,0 1 0 0,0 1 0 15,0 0-1-15,-3 4 0 0,3 0-1 0,0 1 0 16,-3 3 0-16,5 4-2 0,-2 0-2 15,3 6 0-15,0 2-1 0,1 3-1 0,2 4 1 16,4 3 0-16,1 6 2 0,0-1 0 0,3 0-1 16,-1 0 1-16,2-2-1 0,-1-1 0 0,3-3 0 15,-2-5-1-15,-1 1 0 0,2-7-1 16,0 0 0-16,-2-5 2 0,2-4 0 0,0-4 1 16,0-5 2-16,-2-3 2 0,0-6 1 15,-1-3 1-15,0-2-1 0,-2-1 2 0,0-1-2 16,-1 2 0-16,-1 1 2 0,-2 3 4 15,-1 0 4-15,-1 3 5 0,0-1 6 0,-2 5 5 16,2 3 3-16,0 1-2 0,-2 1-3 0,3 2-4 16,-1 2-7-16,0 2-6 0,-1 2-6 15,0 4-2-15,3 4-3 0,-1 4-2 0,2 2 1 16,0 3 0-16,2 2 0 0,1 0 0 0,0 2 0 16,2-4-1-16,-2-1 1 0,0-3-1 15,0-3 0-15,-1-1-1 0,-1-4 1 0,1-1-1 16,0-1 1-16,-1-4 1 0,-1-1 1 15,0-3 1-15,0-3 0 0,0-3 1 0,-1-1 0 16,-1-3 0-16,0 3 0 0,-1-1-2 0,2 3 1 16,-1 0-1-16,0 2-1 0,1 2-5 0,-1 1-11 15,4 1-17-15,-1 2-26 0,4 2-61 16,0 2-101-16,1 2-232 0,5 3-284 0,0 3-358 16,5-1-447-16,2 0-275 0,2-1 341 15,5 0 954-15</inkml:trace>
  <inkml:trace contextRef="#ctx0" brushRef="#br4" timeOffset="-163632.06">15154 14183 129 0,'-1'-6'807'0,"-1"6"594"15,2-4 111-15,-1 4-228 0,1-1-421 0,0 1-357 16,0 0-179-16,0 1-119 0,1 3-73 16,1 6-40-16,1 0-24 0,2 7-16 0,4 3-8 15,-1 8-2-15,3 1-7 0,2 7-8 16,-1 2-5-16,0 3-3 0,0 0-4 0,1 3-6 0,-2-2-2 16,0 0-5-16,-1-1-3 0,-4-2-6 15,3-3 1-15,-2-5 0 0,-3-4 1 0,1-3 4 16,-2-3-2-16,-1-6 3 0,2-4-5 15,-4-4-10-15,-2-4-17 0,0-7-37 0,-3-8-66 16,0-5-65-16,-1-7-95 0,-2-6-150 16,-3-1-212-16,0-5-285 0,-3-1-217 0,1-3-189 15,0 0 80-15,-1-1 473 0</inkml:trace>
  <inkml:trace contextRef="#ctx0" brushRef="#br4" timeOffset="-163296.55">15151 14260 377 0,'0'-4'871'16,"2"0"321"-16,-2 1 2 0,1 2-319 0,-1-1-311 15,2 2-219-15,0-2-110 0,2 2-31 0,6 0 14 16,1-3 9-16,2 3 0 0,4 0-13 0,2 3-22 16,0-3-37-16,5 3-44 0,1-1-25 15,2 1-19-15,3 4-9 0,0 0-9 0,0 1-7 16,1 1-2-16,-1 1-2 0,-1 2 0 16,-4 1-3-16,-1 3-1 0,-2 0 1 0,-3 2-3 15,-2 3-3-15,-5 4-2 0,-2 0-1 0,-6 2-3 16,-3 3-1-16,-4 1-3 0,-3 4-2 15,-5-2-3-15,-4-1-4 0,-2 3-1 0,-2-4-4 16,-1 1-1-16,-4-3-1 0,0-2 0 16,3-3-1-16,0-3-1 0,-1-4 0 0,2-1 0 15,3-3-2-15,3-2-1 0,1-4 0 0,2 0-3 16,5-2-3-16,0-3-2 0,2-2-11 16,4-3-19-16,2-5-33 0,4-2-73 0,0-5-92 15,2-1-167-15,2-6-285 0,2 0-329 16,0-3-364-16,3-3-200 0,1 0 144 0,1-2 689 15</inkml:trace>
  <inkml:trace contextRef="#ctx0" brushRef="#br4" timeOffset="-163014.04">15752 14466 424 0,'19'13'912'0,"-3"5"305"0,0 1 16 16,-1 6-217-16,1 3-273 0,1 2-217 0,0 2-142 15,-2-4-86-15,-2-1-69 0,4-3-90 0,-1-4-65 16,1-7-32-16,1-2-18 0,-1-8-8 15,2-5-2-15,-3-7 4 0,1-4 2 0,-4-6 1 16,-2-4 2-16,0-6 8 0,-6 0 7 0,-2-5 2 16,-3 1 4-16,-5 0 3 0,-3 2 3 15,-6 2-5-15,-2-1-5 0,-6 3-5 0,-3 2-7 16,-3 0-4-16,-4 5-8 0,0 1-5 0,-1 1-5 16,1 6-5-16,4 6-2 0,0 5-1 15,2 2-2-15,6 9 0 0,1 5-2 0,4 3-1 16,3 4-2-16,6 4-6 0,1 2-23 0,5-1-52 15,3 2-78-15,3-1-147 0,2-1-276 0,3 0-319 16,5-1-375-16,1 1-320 0,3-5-3 16,2 1 676-16</inkml:trace>
  <inkml:trace contextRef="#ctx0" brushRef="#br4" timeOffset="-162272.11">16315 14425 306 0,'-3'-13'736'0,"1"0"367"15,-4 3 100-15,4-3-225 0,-1 3-187 0,2 3-168 16,-1 0-129-16,2 2-109 0,-2-1-74 0,2 4-75 15,0-2-81-15,0 3-52 0,0 0-32 16,2-1-17-16,-2 2-12 0,0 0-6 0,0 0-3 16,2 4 0-16,-1 2 0 0,2 3-2 0,-1 5-2 15,2 2-3-15,-2 6-4 0,1 6-4 16,-1 3-5-16,3 5 0 0,-4 6 0 0,2 0-2 16,-1 4-1-16,3-1-2 0,-2 1-2 15,0-5-4-15,3-3-2 0,-3-6-2 0,2-5-1 16,-2-6-1-16,-1-3 1 0,0-6 1 0,-1-3 1 15,-1-7 2-15,0-4 1 0,-1-9-1 16,-1-4 1-16,-1-7 0 0,0-5-2 0,-1-8 0 16,-2 0-2-16,0-6 0 0,-2-3 1 15,2-1 0-15,-4-1 1 0,-1-1 1 0,3 1 1 16,-2 1 1-16,0 2-1 0,0 3 1 0,2 5-1 16,2 5 0-16,0 5 0 0,1 6 0 15,0 2 0-15,4 5-2 0,-3 3 0 0,3 2 0 16,1 2-2-16,1 5 1 0,3 5-1 0,-3 2 0 15,6 5 1-15,-3 5-1 0,5 2 1 16,0 2-1-16,-1 4 0 0,2 1 0 0,2-1 1 16,-3 1 0-16,4-2 0 0,-4-1 0 0,2-4 1 15,2-2-1-15,-2-5 0 0,0-3-1 16,3-3-1-16,-1-8 1 0,3-4 0 0,-2-5 1 16,2-7 0-16,-2-7 0 0,3-2 2 15,-4-1 1-15,1-1-2 0,-1 0 2 0,1 1-1 16,-3 3 1-16,-1 4-2 0,-1 3 1 0,-3 4-2 15,-1 2 0-15,0 3 1 0,0 5 0 16,-2 2 1-16,0 4 0 0,2 2 1 0,-4 6 0 16,2 4-1-16,-1 3 0 0,1 4-2 0,-1 2 0 15,-1 7-1-15,1-1 1 0,1 4 0 16,-1 3 2-16,0 0-1 0,-1 3 1 0,2 0 0 16,-1 0-2-16,4-3-1 0,-1-1-7 15,1-4-17-15,1-3-31 0,-1-6-72 0,0-5-87 16,-1-3-156-16,0-5-259 0,-1-9-326 0,1-5-363 15,0-3-221-15,3-7 43 0,-2-5 616 16</inkml:trace>
  <inkml:trace contextRef="#ctx0" brushRef="#br4" timeOffset="-162067.84">16840 14202 89 0,'-2'6'717'16,"2"2"621"-16,-3 4 214 0,1 1-191 0,-2 5-423 15,2 1-361-15,-1 4-188 0,2 0-130 16,1 6-94-16,-2 0-59 0,2 3-36 0,2-1-24 16,-2 1-18-16,1-1-11 0,2 0-8 0,3-1-5 15,-1 2-4-15,2-6-13 0,-1 3-37 16,0-3-81-16,0-2-145 0,-3 0-264 0,2-3-310 16,-1-1-383-16,-4-1-395 0,1-3-47 15,-1 0 676-15</inkml:trace>
  <inkml:trace contextRef="#ctx0" brushRef="#br4" timeOffset="-161666.08">17164 14134 66 0,'6'-6'624'0,"-4"3"503"16,-1 3 272-16,1 3-31 0,-2 2-387 0,1 2-322 16,-2 4-202-16,1 2-112 0,-2 0-94 15,1 4-82-15,-1 3-51 0,-1 2-30 0,0 4-16 16,3 1-12-16,-1 0-7 0,1 6-5 0,0-4-4 15,0 5-3-15,1-5-6 0,2 3-6 16,2-5-6-16,-2 0-7 0,3-2-6 0,1-3-4 16,1-3-2-16,2-3-2 0,0 2-2 15,0-4 0-15,2 0 0 0,1-4-1 0,1 1 0 16,0-4-1-16,-1 1-1 0,4-3-1 0,-1-2 1 16,0 0 0-16,0 1-1 0,1-2 1 0,0-2-2 15,0-2-7-15,-2-2-12 0,0 0-21 16,-1-1-35-16,-5-2-84 0,1-2-133 0,-1-2-241 15,-3 1-308-15,-1-3-373 0,0-3-410 16,0 3-75-16,-2-6 578 0</inkml:trace>
  <inkml:trace contextRef="#ctx0" brushRef="#br4" timeOffset="-161419.04">17199 14071 150 0,'-11'1'1052'0,"1"3"641"0,2-2-114 16,1 2-349-16,0-2-438 0,2 3-335 0,4-5-217 16,2 2-98-16,2-2-45 0,2 0-25 0,8 0-15 15,-1-2-15-15,6 2-14 0,1-6-13 16,1 3-7-16,4-1-5 0,-2-1-3 0,0 0-3 16,2 4-8-16,0-2-31 0,-7 2-80 0,2 1-118 15,-4 1-207-15,-2 2-298 0,-3 2-363 16,-2 2-396-16,-3 0-139 0,-1 4 410 15,-4 0 727-15</inkml:trace>
  <inkml:trace contextRef="#ctx0" brushRef="#br4" timeOffset="-161229.22">17189 14349 112 0,'-6'13'798'15,"1"1"619"-15,0-1 63 0,2-4-230 0,0 1-399 16,2-3-349-16,2 0-189 0,4-2-118 0,-1-1-59 15,4-1-42-15,2-3-35 0,4-1-19 16,1-1-18-16,3-2-13 0,4-1-6 0,-2-1-6 16,2 2-61-16,0 0-85 0,-1-2-176 0,-1 3-276 15,0 2-310-15,1 1-390 0,0 0-272 16,1 1 108-16,-5 2 727 0</inkml:trace>
  <inkml:trace contextRef="#ctx0" brushRef="#br4" timeOffset="-160915.78">17624 14037 524 0,'-9'-14'1405'0,"-4"2"295"0,0 4-247 0,0 2-355 16,0 5-453-16,1 1-260 0,1 3-157 0,-1 3-80 16,2 3-45-16,2 1-33 0,0 3-24 15,4 0-16-15,2 3-10 0,2 2-6 0,3 0-5 16,2 2-4-16,3 1-3 0,0 0-1 0,1 0-2 15,5 0 0-15,-1 1-1 0,3 2 1 16,-3 1-1-16,1-1 1 0,2-1 1 0,-2 2-2 16,2-2 1-16,-2 2 0 0,2-1 1 0,-4 0 0 15,1-3 0-15,-2 3 2 0,-3-2 0 16,3-2-1-16,-5 0-1 0,-1-3 0 0,-2-2 1 16,-3 0-1-16,0-5-1 0,-3-3-1 0,0 0-6 15,-4-3-11-15,1-4-21 0,-5-3-38 16,2 0-77-16,-5-4-91 0,2-5-156 0,0-1-226 15,-1-4-319-15,4-3-328 0,0-4-192 16,2-1 49-16,4-1 553 0</inkml:trace>
  <inkml:trace contextRef="#ctx0" brushRef="#br4" timeOffset="-160652.95">17687 14174 9 0,'11'-19'352'16,"2"1"326"-16,-2 2 324 0,0 1 82 0,0 4-227 15,2 2-156-15,-2 5-90 0,0 2-87 16,3 2-100-16,-3 4-86 0,3 3-57 0,-2 4-65 15,0 2-68-15,-1 3-42 0,0 4-28 16,-3 0-13-16,2 3-9 0,-2 3-5 0,-2 1-3 16,-1 3-5-16,0 0-3 0,1 0-4 0,-2 3-8 15,0-1-8-15,0-1-4 0,0 0-7 16,1-4-2-16,-4 0-4 0,5-4-1 0,-3 1-3 16,2-6-2-16,0-4-4 0,1-2-15 15,-1-3-28-15,4 0-76 0,-4-7-101 0,2 0-183 16,-1-2-295-16,0-4-342 0,3 4-394 0,0-5-196 15,-1 1 247-15,2 0 737 0</inkml:trace>
  <inkml:trace contextRef="#ctx0" brushRef="#br4" timeOffset="-159793.21">18356 13825 251 0,'3'-7'774'0,"-1"1"394"0,-2 0 63 16,2 2-211-16,-2 1-258 0,-2 3-196 0,0 3-140 15,1 1-90-15,-1 0-59 0,-1 4-55 0,1 1-69 16,-1 3-51-16,1 1-29 0,1 7-12 16,-1 1-3-16,2 6-3 0,0 5 3 0,3 2-2 15,-1 4-2-15,1 4-3 0,2 4-6 16,0 1-6-16,1 2-6 0,0-1-7 0,1-1-5 15,-1-3-5-15,2-2-4 0,1-7-4 0,-1-4-2 16,0-5-2-16,0-7-2 0,2-3-2 0,-1-5 0 16,-1-6-2-16,5-7 0 0,-5-7 1 15,1-6 0-15,5-7 1 0,-3-7 2 0,2-7 0 16,4-5 0-16,1-2 0 0,-2-5 0 16,2 0 0-16,0-1-2 0,1 0 0 0,-3 5 0 15,1 2-1-15,-2 3 0 0,-1 7-1 0,-3 4 0 16,0 5 2-16,-5 4-1 0,0 4 1 0,-2 5 1 15,-3 4 0-15,3 4 1 0,-6 5-1 16,0 4 2-16,-3 7-1 0,-1 2 0 0,1 7 0 16,-4 4 0-16,1 3-1 0,0 4 0 15,0 3-1-15,-1 5 0 0,2 2-1 0,1 1 0 16,0 1-2-16,1 1 2 0,2-2-1 16,3-2 1-16,3-3-1 0,2-5 0 0,3-3 0 15,1-7-2-15,4-2-5 0,-1-6-14 0,6-4-27 16,-4-5-78-16,5-6-108 0,-1-4-202 15,0-4-297-15,-2-5-360 0,5-1-420 0,-2-2-186 16,0 0 335-16,1-3 783 0</inkml:trace>
  <inkml:trace contextRef="#ctx0" brushRef="#br4" timeOffset="-159466.14">19080 14440 212 0,'2'5'1018'15,"-2"-1"595"-15,0 0-57 0,-2 1-306 0,-1-2-473 16,2 0-299-16,-1-3-196 0,1-6-109 0,1-1-62 15,0-5-36-15,0-5-23 0,3-3-15 16,1-6-11-16,1-4-7 0,1-5-6 0,-1-2-4 16,3-5-3-16,0-1-1 0,1-3-4 15,-1 0 0-15,2 2 0 0,1 2-1 0,-3 5-1 16,1 4 0-16,-1 6 0 0,-2 6 1 0,-1 5 0 16,2 3 0-16,-3 7 1 0,0 5 1 15,2 5 0-15,-2 5 2 0,0 6 2 0,0 5 3 16,1 3 2-16,0 7 2 0,4 1-1 0,-2 4-1 15,1 5-3-15,1 0-4 0,2 3-3 16,0 4-4-16,0-2 0 0,-1 0-3 0,1-2-7 16,0-4-18-16,-2-3-46 0,-1-2-79 0,-3-4-129 15,3-5-222-15,-4-1-307 0,0-5-363 0,-3-1-340 16,1-6-91-16,-4-4 481 0,-1-5 683 16</inkml:trace>
  <inkml:trace contextRef="#ctx0" brushRef="#br4" timeOffset="-159274.9">19113 14173 452 0,'-14'-9'1381'0,"0"4"308"15,2 7-264-15,0 1-330 0,4 2-480 16,-1 0-281-16,7 4-160 0,-1-3-73 0,6-1-36 16,5-2-20-16,3 0-16 0,4-1-12 15,5-4-4-15,4-1-5 0,2 0-2 0,4-2-5 16,4 0-8-16,1-2-67 0,-1 2-81 0,1-1-175 15,0 4-277-15,0 2-322 0,3 2-402 16,-7 1-268-16,2 1 98 0,-1 4 744 0</inkml:trace>
  <inkml:trace contextRef="#ctx0" brushRef="#br4" timeOffset="-158243.49">20826 13551 124 0,'3'-6'723'0,"-3"2"548"15,0 3 215-15,0 0-156 0,-1 1-435 16,-3 1-334-16,1 0-167 0,-2 4-115 0,0 1-94 16,-1 1-61-16,-1 6-32 0,2 0-21 0,1 5-11 15,1 5-8-15,3 5-1 0,2 5 0 0,-1 7-3 16,4 4-2-16,0 7-4 0,4 4-5 16,-1 7-7-16,0-4-6 0,5 3-6 0,-2-3-7 15,2-3-6-15,2-5-4 0,0-5-3 16,2-4-1-16,1-5-1 0,0-5-1 0,1-3-4 15,-1-6-9-15,1-1-16 0,-3-2-27 0,-1-6-61 16,-3 1-82-16,-2-2-135 0,-2-1-240 16,-1-3-306-16,-2 2-359 0,-4-1-275 0,-1-1-56 15,-1 1 542-15</inkml:trace>
  <inkml:trace contextRef="#ctx0" brushRef="#br4" timeOffset="-157166.96">21455 13845 273 0,'3'-4'819'16,"-3"2"391"-16,-2 0 132 0,1 1-182 0,-2 1-343 15,-2 1-255-15,-1-1-153 0,-1 3-89 0,-1-2-89 16,-1 4-77-16,0 1-46 0,-1 1-31 16,-1 3-22-16,2 0-18 0,-3 4-10 15,2 2-10-15,2 5-6 0,0 5-2 0,3 2 2 16,2 4 0-16,-1 2-1 0,6 5 0 0,1-4-1 15,2-1 0-15,1-3-5 0,4-5-3 16,-1-7-2-16,2-1 0 0,2-11 0 0,1-4 1 16,-1-9 0-16,3-9 1 0,-3-10 0 0,2-7 0 15,0-12 0-15,0-5-2 0,0-8-2 16,0-3 0-16,1-2 3 0,0-1 0 0,-2 3 0 16,-1-2 3-16,-4 8 0 0,-1 2 1 0,-1 6-1 15,-3 2-1-15,-2 8 8 0,-2 3 5 16,-5 8 4-16,2 4 2 0,-2 6 0 0,-3 4 0 15,2 8-8-15,-5 6-4 0,1 6-5 16,2 8-2-16,-4 4-1 0,4 8-2 0,0 7 0 16,2 2 0-16,0 6 1 0,4 4 0 0,0 4 1 15,4 5 2-15,2 4-2 0,1-2 0 0,3 0-2 16,2-7 0-16,2-5-3 0,1-10 1 0,1-4 0 16,0-12 0-16,2-9 0 0,0-7 3 15,0-10 1-15,-2-8 0 0,3-12 0 0,-4-4 0 16,2-10-1-16,-1-5-1 0,-3-2 1 15,1-3 0-15,-2-1 0 0,-2 3 1 0,-2 1 0 16,0 3 2-16,-3 4 0 0,-1 5-1 0,-2 6 1 16,0 4-1-16,-2 5 0 0,2 9-1 15,-3 4-1-15,2 6-1 0,-4 9 0 0,2 8-2 16,0 7 0-16,0 6 1 0,1 4 1 0,0 8 0 16,2 2 0-16,0 7 1 0,2 1 1 15,1 5-2-15,0 0-2 0,2 0-14 0,4-3-33 16,-1-4-82-16,1-7-125 0,3-5-231 15,1-8-310-15,2-9-373 0,3-6-418 0,1-11-111 16,3-5 512-16,-3-9 762 0</inkml:trace>
  <inkml:trace contextRef="#ctx0" brushRef="#br4" timeOffset="-156851.96">22098 13866 22 0,'-2'-17'794'0,"-2"5"806"0,-4 6 91 15,-1 5-321-15,-5 5-401 0,-1 5-399 0,0 6-246 16,0 4-126-16,-2 3-66 0,4 1-36 15,-1 7-26-15,5-1-20 0,1-1-16 0,1 2-10 16,6-3-9-16,2-2-6 0,4-4-6 0,1-6-2 16,4-5-3-16,6-6 0 0,-3-8 0 15,4-5-1-15,0-7-1 0,2-7 1 0,1-8-1 16,-2 0 0-16,3-6-1 0,-4-1 1 16,0 1-1-16,2 1 0 0,-4 3 1 0,-1 5 2 15,-2 4 0-15,-2 4 0 0,-1 5 2 0,-2 8 2 16,-2 4 0-16,-1 6 1 0,0 7-1 0,-4 5 0 15,1 5 0-15,-1 5 0 0,0 2-2 16,3 5-6-16,2 2-17 0,-1-1-28 0,1 2-75 16,0-2-94-16,2 1-184 0,-1-1-287 15,2-2-342-15,1-4-398 0,1-2-214 0,2-1 185 16,1-5 754-16</inkml:trace>
  <inkml:trace contextRef="#ctx0" brushRef="#br4" timeOffset="-156267.4">22850 13333 163 0,'4'0'795'0,"0"0"483"0,-1 1 90 15,2 4-105-15,2 3-413 0,0 3-313 0,-1 4-160 16,2 3-92-16,1 7-60 0,2 3-67 15,-1 4-42-15,4 4-30 0,-1 3-19 0,1 3-10 16,-1-1-13-16,2 5-10 0,-2-3-11 0,4-1-5 16,-4-5-7-16,4-3-5 0,-2-6-4 0,-2-8-3 15,1-4 1-15,-5-7 0 0,-1-3 1 16,-2-7 0-16,-3-7 0 0,-1-5 0 0,-2-6-1 16,-3-3-2-16,0-5 2 0,-5-4 0 15,2-2 2-15,-4-5 1 0,-2-1 1 0,-3-1 0 16,0-6 0-16,-1 1-1 0,-5-2-2 15,5-3 0-15,-3 2-1 0,5 2-1 0,0 2-2 16,3 5 0-16,3 6 0 0,0 5 0 0,3 4 0 16,2 4 0-16,1 5 1 0,6 3 1 15,1 4 0-15,4 0 1 0,0 4 0 0,4-1 1 16,4 2-1-16,-1 3 0 0,3-3 0 0,1 3 0 16,1-2-1-16,1 2 0 0,0-5-1 15,2 4-1-15,-1 0 0 0,-2-1 1 0,3 2-2 16,-5 2-2-16,2 0-16 0,-3 5-43 0,-1 0-81 15,-5 4-141-15,-2 1-255 0,-2 4-317 16,-4 0-379-16,0 4-369 0,-3 1-44 0,-2 0 632 16</inkml:trace>
  <inkml:trace contextRef="#ctx0" brushRef="#br4" timeOffset="-156084.25">23041 13549 187 0,'-6'6'854'0,"1"0"494"0,0-1 16 0,2-1-219 15,3-1-420-15,3-1-277 0,2-4-153 16,1-1-81-16,5-1-39 0,2-4-22 0,1-1-36 16,3-3-41-16,3-2-23 0,2 0-22 0,0-1-14 15,1-2-8-15,1 1-4 0,2 1-1 16,-1 0-3-16,-2 3-52 0,-2 2-72 16,-2 3-131-16,-2 6-214 0,-2 3-300 0,-4 4-358 15,0 5-295-15,-3 2-95 0,-3 2 465 0,-4 3 628 16</inkml:trace>
  <inkml:trace contextRef="#ctx0" brushRef="#br4" timeOffset="-155776.37">23393 13839 80 0,'10'14'486'16,"-2"-1"320"-16,3-5 242 0,0-3 6 0,0-3-319 16,3-4-233-16,1-3-121 0,-1-3-26 15,0-5-30-15,2-1-25 0,0-4-25 0,-1-5-23 16,0-1-28-16,-1-3-38 0,-1 0-40 0,-2 0-35 15,-1 0-18-15,-1 5-12 0,-5 0-9 0,0 5-8 16,-4 2-11-16,-2 2-9 0,-1 6-8 16,-4 1-10-16,-1 6-9 0,-2 2-7 0,-3 4-6 15,0 6-2-15,0 2-2 0,2 8 2 16,1 2-1-16,-2 3 1 0,4 1 1 0,2 2 0 16,3 2 1-16,3-2-2 0,2 3 0 15,4-5-1-15,-2 1-1 0,6-2-1 0,1-3-2 16,3-4-2-16,2-3-5 0,3-2-16 0,1-6-38 15,-2-1-78-15,3-4-113 0,-4-4-203 16,2 0-301-16,-2-4-349 0,3-2-368 0,-3-2-146 16,-1-1 369-16,1-1 714 0</inkml:trace>
  <inkml:trace contextRef="#ctx0" brushRef="#br4" timeOffset="-155550.77">23929 13622 597 0,'-4'-6'1452'16,"-4"2"224"-16,2 1-284 0,1 3-376 0,2-1-447 16,-1-1-256-16,4 2-155 0,2 0-75 15,1-1-39-15,4-1-20 0,3-1-12 0,2 0-7 16,2 0-3-16,-1 0-3 0,4-1-7 0,-3 0-45 16,2-2-73-16,-3 2-99 0,-1 0-171 15,-1-1-297-15,-1 0-339 0,-1 3-306 0,1-3-156 16,-2 0 240-16,0-1 633 0</inkml:trace>
  <inkml:trace contextRef="#ctx0" brushRef="#br4" timeOffset="-155268.2">23999 13447 399 0,'-3'-6'847'0,"0"2"269"0,1-2-9 15,1 0-295-15,2-3-312 0,1 2-211 0,3-3-124 16,-1 1-61-16,5-1-29 0,0-1-30 0,0 0-22 15,2 1-14-15,0 1-5 0,0 2-6 16,2 2 6-16,-2 0 18 0,0 5 22 0,2 4 68 16,0 2 81-16,-3 3 58 0,2 2 14 15,-4 2-8-15,1 2-19 0,-5 0-49 0,3 4-56 16,-2-4-41-16,0 2-26 0,-4 2-20 16,2-1-15-16,-1 1-11 0,1-2-8 0,-3 1-7 15,0-3-4-15,0-1-3 0,-3 3-2 0,1-3-24 16,2 0-81-16,-4-1-105 0,0-1-195 15,1-1-288-15,-2-2-348 0,4 0-389 0,-3-3-163 16,1 0 307-16,2 0 724 0</inkml:trace>
  <inkml:trace contextRef="#ctx0" brushRef="#br4" timeOffset="-154285.17">24802 13071 100 0,'2'-24'772'16,"0"-1"710"-16,-2 1 116 0,-4 4-259 0,1 1-431 15,-2 5-346-15,-1 0-186 0,-1 4-138 0,-2 3-71 16,0 1-46-16,1 2-28 0,-5 4-21 16,2 2-19-16,-2 2-12 0,1 4-10 0,1 1-5 15,-3 4-6-15,2 3-3 0,0 1-5 0,-2 4-2 16,2 5 1-16,-2 4 2 0,5 4 0 16,1 5 3-16,-1 3 0 0,5 7 1 0,1 3-1 15,5 2-2-15,-1 4-4 0,5 1-2 0,2-1-2 16,2-2-2-16,2-5 0 0,4-8-2 15,2-4 0-15,3-9-1 0,0-5-1 0,5-9 0 16,0-7 0-16,1-8-3 0,1-5 0 16,2-8 0-16,-3-10 1 0,1-2 1 0,0-7 2 15,-1-5 1-15,-2-4 1 0,1-3 1 0,-6 0-2 16,1 1-2-16,-2 3 0 0,-5 5 0 0,-3 5 0 16,0 7 0-16,-5 2 0 0,-1 7 0 15,0 4 0-15,-5 4 0 0,0 6 0 0,-1 6 0 16,-3 6 0-16,1 5 0 0,-2 5 0 15,2 5 0-15,-2 4 0 0,4 2 0 0,-4 2 0 16,4 2 0-16,1-1 0 0,1-3 0 0,4 1 0 16,-2-6 0-16,2-5 0 0,1-3 0 15,2-6 0-15,1-4 0 0,3-7 0 0,-3-4 0 16,3-10 0-16,1-1 0 0,1-9 0 16,-1-4 0-16,2-4 0 0,0-2 0 0,0-3 0 15,0-2 0-15,0 1 0 0,0 0 0 0,-2 4 0 16,3 4 0-16,-7 1 0 0,4 8 0 15,-5 1 0-15,1 4 0 0,-2 7 0 0,0 2 0 16,0 4 0-16,-1 4 0 0,-1 4 0 0,0 4 0 16,0 2 0-16,1 5 0 0,-2 0 0 15,0 3 0-15,0-1 0 0,3 1 0 0,-1 1 0 16,0-3 0-16,2 0 0 0,0-1 0 0,0-4 0 16,1-1 0-16,1-3-18 0,1-2-33 15,0-3-47-15,-1-4-84 0,-1-3-163 0,0-3-270 16,0-2-330-16,0-1-402 0,0-2-380 15,-1 1 22-15,2-3 780 0</inkml:trace>
  <inkml:trace contextRef="#ctx0" brushRef="#br4" timeOffset="-153484.17">25521 12318 471 0,'4'-14'964'16,"-4"5"259"-16,1 3-55 0,3 1-307 15,0 8-303-15,1 1-146 0,6 9-76 0,-1 4-46 16,4 3-22-16,3 5-32 0,2 7-39 0,2 4-48 16,2 3-34-16,4 7-15 0,3 3-16 15,0 4-12-15,2 4-17 0,0 1-11 0,1 3-13 16,0 1-11-16,0 4-7 0,2 2-4 0,2 3-3 15,0 2-4-15,0 0-4 0,-1 1-6 16,-1 0-19-16,-3-3-37 0,-2 2-76 0,-7-5-95 16,-1 3-173-16,-6-1-295 0,-3 2-329 0,-7 0-341 15,-4-1-172-15,-6 0 202 0,-6-2 664 16</inkml:trace>
  <inkml:trace contextRef="#ctx0" brushRef="#br4" timeOffset="-142567.09">10009 14314 6 0,'0'-3'384'0,"0"1"320"0,-1 1 257 16,1 1 80-16,-2-1-285 0,2-1-235 16,0 0-133-16,0 1-81 0,0 1-69 0,0-1-58 15,0 1-54-15,2 0-41 0,-1 0-29 0,3 0-17 16,-1-2-6-16,3 0-1 0,3 2 0 15,-1-2 7-15,4 0 7 0,0 0 2 0,1 0-2 16,2-1-2-16,0 0-5 0,-1 0-11 16,0 0-10-16,-1-2-7 0,1 2 2 0,1-1-2 15,-3-1-2-15,1 1 0 0,-1 0-6 0,-1-1-3 16,-1 2-6-16,2-2-30 0,-5 2-38 0,1 0-112 16,-2 0-163-16,-1 0-295 0,-1 2-286 15,-2-1-255-15,1 0-125 0,-3 2 311 16,0 0 511-16</inkml:trace>
  <inkml:trace contextRef="#ctx0" brushRef="#br4" timeOffset="-142323.72">10305 14130 371 0,'3'-3'698'0,"0"-2"213"0,2 2 35 0,-2 2-284 15,2-1-233-15,0 0-133 0,1 0-55 0,2 2-7 16,-2-2 0-16,4 1-13 0,-1 1-31 15,1 1-31-15,0 3-12 0,0 0 5 16,1 2-2-16,-1 3-5 0,2-1-13 0,-2 4-16 0,0 1-22 16,0 0-34-16,-1 2-23 0,0 2-15 15,-1-1-6-15,-2 1-3 0,-1-1-6 0,0 1-2 16,-2-1-3-16,-3 0-2 0,0-1-41 16,0 1-49-16,-5-1-69 0,-1-4-140 0,-1 3-243 15,-5-3-305-15,-1-4-264 0,-1 1-210 16,-2-4 52-16,-1 0 501 0</inkml:trace>
  <inkml:trace contextRef="#ctx0" brushRef="#br4" timeOffset="-141093.08">5228 14761 47 0,'2'0'535'0,"-4"3"456"0,-1-3 237 16,0 0-51-16,-2 0-294 0,1 2-232 16,-1-2-157-16,-2 2-105 0,-1 1-77 0,-1-3-51 15,-1 1-71-15,-1 0-63 0,-1 0-35 16,-1 2-22-16,-4-3-11 0,1 0-9 0,-3 0-10 16,1 2-6-16,-2-2-1 0,-2 2-2 0,3 0-3 15,-2-1-3-15,3-1-4 0,1 3-2 16,-1-1-8-16,3-1-4 0,0 0-4 0,2 1-2 15,0-1 0-15,4 1-1 0,1-1-2 16,1-1 0-16,0 2-1 0,2-2-3 0,2 0-4 0,0 1-17 16,1-1-29-16,0 2-70 0,1-2-73 15,-1 0-131-15,0 0-207 0,1 0-308 0,-1 0-334 16,2 0-226-16,0 0-97 0,-4 0 425 16,1 2 611-16</inkml:trace>
  <inkml:trace contextRef="#ctx0" brushRef="#br4" timeOffset="-140834.79">4736 14852 35 0,'-6'-3'465'0,"-2"2"388"16,4 1 251-16,-3-2 17 0,2-3-350 0,-3 3-260 15,1-3-154-15,0 0-76 0,-1 0-55 16,0-1-30-16,-1 2-12 0,1-2 8 0,0 0-1 16,-1 1-21-16,1 1-14 0,0 0-22 0,0 0-29 15,3 2-33-15,-1 0-27 0,1 2-16 16,2 2-13-16,0 0-9 0,1 6-2 0,2 1-5 15,0 1-1-15,3 5 0 0,2 1-1 16,2 1-2-16,2 3-2 0,0-3 1 0,3 0 0 0,2 0 0 16,0-4-10-16,0-1-49 0,2-2-57 15,1 0-71-15,-2-4-134 0,4-2-230 0,-2-1-313 16,0-1-258-16,4-2-220 0,-3-4-5 16,0 1 462-16</inkml:trace>
  <inkml:trace contextRef="#ctx0" brushRef="#br4" timeOffset="-136050.74">21529 6367 143 0,'5'3'458'0,"0"0"232"0,1-1 155 0,0-1-83 15,-1 1-194-15,3-2-120 0,0 1-58 16,3-2-32-16,-1 1-34 0,-1-3-52 0,4 1-47 16,-2-2-20-16,3-2-16 0,-1-2 3 0,2 0 2 15,0-5-7-15,0 0-12 0,1-4-27 16,0-1-27-16,-2-4-27 0,4-1-25 0,-4-2-11 16,2-5-13-16,-2 3-12 0,2-4-6 15,-3-1-5-15,-1 0-3 0,2-1-5 0,-2-1-5 16,1-2-2-16,-1 1-1 0,1-2-3 0,1 1 0 15,-3-2-1-15,1 1 1 0,1 1-1 16,-2-2 3-16,2 2-1 0,-4-1 2 0,-1 1 1 16,1 0 1-16,0 0-1 0,-5 1 2 0,1 0-1 15,0-1-2-15,-1 4 3 0,-2 0 5 16,-1 2 8-16,3 4 0 0,-4 1 2 0,1 3 0 16,-1 4-4-16,0 3-4 0,4 1-8 15,-4 3-3-15,1 4-3 0,-1 1-1 0,3 0-1 16,-1 3 0-16,0 0 0 0,-1 2 0 0,2-1 0 15,3 2 0-15,-3 0 0 0,2 0-1 16,0 2 1-16,-2-1 0 0,2 0-1 0,0 3 1 16,-1-3 2-16,1 2 0 0,-2 0 0 0,1 0 0 15,-3 0 2-15,1 2-1 0,-1 1 6 16,3 0 4-16,-4 1 4 0,-2 2 4 0,0 2 3 16,2 2 1-16,-1 2-5 0,-1 1-3 0,1 3 2 15,-3 2-3-15,3 1-1 0,-1 2 3 16,2 3 2-16,-1 2 4 0,1 3-2 0,1 3-1 15,-1 5 1-15,3 1-1 0,1 5-2 16,-1 1-4-16,2 4-2 0,3 2-4 0,-1 2-3 16,1 1-2-16,2-2-1 0,2 0-1 0,-1-4-1 15,2-1-1-15,4-3 0 0,1-5-3 16,-4-5-1-16,5-5-4 0,-1-4-8 0,0-7-17 16,-2-7-20-16,0-4-53 0,-3-4-80 0,-2-8-135 15,-5-2-220-15,0-4-301 0,-4-2-360 16,-2-6-315-16,-3-2-78 0,-4-1 503 0,-2-5 666 15</inkml:trace>
  <inkml:trace contextRef="#ctx0" brushRef="#br4" timeOffset="-134601.39">19893 6473 114 0,'1'5'540'16,"1"1"341"-16,1-4 149 0,-1 3-78 0,0-4-305 16,-1 1-205-16,2 1-129 0,2-3-56 0,-1 0-15 15,0 2 7-15,1 0 11 0,-1-2-4 16,4 0-9-16,0-2-20 0,-2 0-20 0,4-2-41 16,-2-3-40-16,4 0-32 0,0-3-19 15,-3-2-17-15,4-3-11 0,0-3-6 0,0-3-9 16,0-1-7-16,1-5-3 0,1-2-6 0,0-4-2 15,1-3-4-15,1-1-1 0,0-4-2 16,0-1 0-16,0-2 0 0,1-1-1 0,-4-2-2 16,2-1 0-16,-3 0 2 0,0 1 3 0,-3 1 2 15,1 5 4-15,-2 5 3 0,-2-1 2 16,-1 5-3-16,-2 2-2 0,-1 4-2 0,0 1-3 16,0 2 0-16,-2 5 0 0,1 3 1 15,-1 1 2-15,-1 2 0 0,2 2 1 0,-2 3-4 16,0 3-4-16,3 1-1 0,-3 0-3 0,4 3 0 15,-3 0-2-15,2 1 0 0,1 2 0 16,0 0 2-16,2 1-2 0,-2 2 2 0,0 0-1 16,1 0 0-16,2 1 2 0,-3 4-1 0,2-1 4 15,-1 0 2-15,2 2 1 0,-4 1 1 16,2 4 0-16,-1 0 0 0,0 2 0 0,0 3 0 16,-2 6 1-16,-1-1 0 0,2 3 1 15,-3 3 1-15,4 3-1 0,-4 3-1 0,1 3 0 16,-1 3-1-16,3 3 0 0,-1 3-1 0,0 1-1 15,-1 3-2-15,3-2-1 0,-1-2-2 0,3-1-2 16,-3-4-2-16,3-5-1 0,-1-6-2 0,2-3-1 16,2-5-8-16,-5-4-15 0,3-5-30 15,-4-3-75-15,0-3-118 0,-3-2-241 16,0-4-303-16,-4-3-379 0,0-1-446 0,1-2-154 16,-2-2 503-16,-2 0 836 0</inkml:trace>
  <inkml:trace contextRef="#ctx0" brushRef="#br5" timeOffset="-118556.91">18636 6154 224 0,'-2'2'411'0,"-1"-1"165"0,2-1 42 0,-1 2-137 15,0-2-108-15,1 1-33 0,1 0 28 16,-2 1 35-16,2-2 12 0,0 0-18 0,-1 0-41 16,1 0-47-16,0 0-48 0,0 0-24 0,0 2 0 15,0-2-2-15,0 1-1 0,0-1-18 16,0 0-29-16,0 0-35 0,-2 0-37 0,0 0-28 16,-2 0-17-16,4 0-11 0,-2 0-3 15,-1 0-5-15,2 0-4 0,1 0-5 0,-2 0-6 16,0 0-7-16,2 0-8 0,0 0-5 0,2 0-4 15,0 0-4-15,-2 0-3 0,0 0-1 16,0 0 0-16,0 0-2 0,1 0 1 0,-1 0-2 16,0 0 0-16,0 0 1 0,0 0 2 0,0 0 0 15,0 0 1-15,2 0 1 0,-1 0 1 16,-1 0 2-16,2 0 1 0,2 0 1 0,0 0 0 16,-1 0 1-16,2 0 3 0,-1 1-2 15,3-1 1-15,-1 0 0 0,2 2 1 0,-2-2-2 16,2 2-1-16,0-2-4 0,1 1-1 0,-1 0-3 15,1-1 0-15,1 2-2 0,-2 0 0 16,4-1 0-16,-3-1 0 0,0 3 0 0,-1 0 0 16,0-3 1-16,3 2 1 0,-3-2 0 15,2 3 1-15,1-2 1 0,-3 1-1 0,1-2 2 16,2 2-1-16,-1-2 2 0,-1 3-1 0,2-3 1 16,0 0-1-16,-1 0 0 0,2 0 0 15,-1-3-3-15,2 3 0 0,0-2-2 0,0 0 0 16,-1 1-1-16,-1-2 0 0,0 3-1 0,0-2 1 15,0 2-1-15,-3-3 0 0,3 1 0 0,-1 1 0 16,-1 1 0-16,1-1-1 0,-2-1 1 16,-2 0 0-16,4 2 0 0,-1-1 0 0,-3 1 1 15,2-1 0-15,0 1 0 0,1-2-1 16,0 0 1-16,-3 1 0 0,0 1-1 0,3-1 1 16,-2-1-1-16,-1 0 1 0,2 1 0 15,0 0 1-15,-2-1 2 0,2 1 1 0,-1-2 1 16,0 0 0-16,1 0-1 0,0 0 0 0,0 0-1 15,2 0-1-15,-2-1 1 0,0-1-2 0,0 0 1 16,2 0 0-16,-2 0 0 0,2-3 0 16,-1 2 0-16,-1 0 1 0,4 0 0 0,-3-1-1 15,0 1 0-15,-1-2 0 0,0 2 0 16,3 0 0-16,-3 0 0 0,0 1 0 0,1 0 0 16,-1 0 0-16,0-2 0 0,-1 2 0 0,2-1-1 15,1 1 1-15,-4 0 0 0,2-1 0 16,1-1 1-16,1 0 1 0,-2 1 1 0,1-2 0 15,-1 0 1-15,0 0-1 0,0-1 1 0,1 0-2 16,-1 0 0-16,2 0-1 0,1 0 0 16,-5-1-2-16,4 1-2 0,-2 1 0 0,-1-1 0 15,1 0 0-15,0 2 0 0,-1-1 0 16,0 2 0-16,0-1 0 0,-1-1 0 0,1 0 0 16,-1 0 0-16,2-2 0 0,0 2 0 15,-2-2 0-15,2 0 0 0,1 0 0 0,-1-1 0 16,0-2 0-16,0 0 0 0,3 0 0 0,0 0 0 15,-1-2 0-15,1 1 0 0,-2-1 0 0,4 0 0 16,-4 0 0-16,1 0 0 0,2 0 0 16,-2 2 0-16,0-2 0 0,-1 0 0 0,4 0 0 15,-4 2 0-15,-1 0 0 0,1 0 0 16,1 1 0-16,-2 0 0 0,0 1 0 0,0-1 0 16,0 2 0-16,-2-1 0 0,3-1 0 0,-1 0 0 15,0 0 0-15,0-1 0 0,1 0 0 0,0-3 0 16,-1 2 0-16,2-2 0 0,-2 1 0 15,2-1 0-15,0-1 0 0,0 0 0 0,0-1 0 16,-2 3 0-16,4-2 0 0,-4 0 0 0,2 1 0 16,1-1 0-16,-2 1 0 0,0-1 0 15,1 0 0-15,-2 1 0 0,0 0 0 0,0-2 0 16,0 1 0-16,-2 1 0 0,1-2 0 0,-1 0 0 16,-1-1 0-16,1 0 0 0,-1 1 0 15,0-1 0-15,-2 0 0 0,2 2 0 16,-4 0 0-16,2 0 0 0,1-2 0 0,0 2 0 15,-2-1 0-15,1 3 0 0,0-4 0 0,0 2 0 16,0 3 0-16,1-3 0 0,-1 1 0 0,0-1 0 16,0 2 0-16,3 0 0 0,-1-1 0 15,0-1 0-15,0 0 0 0,1 1 0 0,2-2 0 16,-2 1 0-16,0-3 0 0,3-1 0 16,0 0 0-16,-1 0 0 0,1-3 0 0,1 1 0 15,-1-2 0-15,2 0 0 0,-1 1 0 0,1 1 0 16,-2-1 0-16,-1 1 0 0,2-1 0 0,-2 2 0 15,0-1 0-15,-2 1 0 0,3 1 0 16,-2 1 0-16,-3-1 0 0,1 2 0 0,0 0 0 16,1-1 0-16,-3 1 0 0,2 0 0 15,-2 2 0-15,2-3 0 0,-2 0 0 0,2 1 0 16,-2-1 0-16,3 1 0 0,1-1 0 16,-2-1 0-16,-1 1 0 0,1 0 0 0,3-1 0 15,-4 0 0-15,3 1 0 0,-1-3 0 0,1 3 0 16,0-1 0-16,-2 1 0 0,2-1 0 15,-1 2 0-15,0-2 0 0,0 4 0 0,1-2 0 16,-2 1 0-16,1-1 0 0,-1 2 0 0,0-1 0 16,1 0 0-16,-2 0 0 0,1-2 0 0,2 1 0 15,-1-1 0-15,2 0 0 0,-4 1 0 16,4 0 0-16,-1-1 0 0,-1 1 0 16,3-1 0-16,-1-1 0 0,1 2 0 0,0 2 0 15,-3-2 0-15,1 1 0 0,1 0 0 0,-2 0 0 16,1 3 0-16,2-2 0 0,0 1 0 0,0 0 0 15,-1-2 0-15,0 2 0 0,2 1 0 16,-1-1 0-16,1-3 0 0,0 3 0 0,2-2 0 16,-3 0 0-16,3 0 0 0,0 0 0 0,-1-1 0 15,2 1 0-15,-4-1 0 0,3 2 0 0,-2 0 0 16,0 1 0-16,0 1 0 0,-2 0 0 0,1 1 0 16,0 0 0-16,-1 0 0 0,0 1 0 15,-2 1 0-15,2-1 0 0,-1 0 0 0,-1-1 0 16,2 1 0-16,-2-1 0 0,1 2 0 0,-1-2 0 15,2 1 0-15,-4 1 0 0,1-1 0 0,0 1 0 16,-2 0 0-16,2-1 0 0,-2 3 0 16,3 0 0-16,-3 1 0 0,1-3 0 0,1 3 0 15,-4-2 0-15,6 2 0 0,-3-4 0 0,2 2 0 16,-1-1 0-16,2 2 0 0,-3-2 0 0,3 3 0 16,0-2 0-16,1 2 0 0,-1-2 0 15,-1 1 0-15,5 0 0 0,-1-1 0 0,-1-1 0 16,2-2 0-16,0 2 0 0,1-1 0 0,1 0 0 15,-1 0 0-15,2-1 0 0,-1-2 0 16,-1 3 0-16,1-2 0 0,0 2 0 0,0-1 0 16,0 0 0-16,1 2 0 0,-2 1 0 0,0-2 0 15,1 4 0-15,-4-1 0 0,3 1 0 0,-2 0 0 16,0 1 0-16,0 2 0 0,0-1 0 0,0 1 0 16,-2 0 0-16,3 1 0 0,-3 0 0 15,2-1 0-15,-1 2 0 0,0-2 0 0,3-1 0 16,-2 3 0-16,2-4 0 0,0 1 0 0,4-1 0 15,-2 1 0-15,4-2 0 0,-2 0 0 0,1-1 0 16,2 0 0-16,-5 1 0 0,3-2 0 0,-1 1 0 16,2 1 0-16,-4 2 0 0,0-1 0 15,-1 1 0-15,-2 1 0 0,1 0 0 0,-4 1 0 16,1 1 0-16,0 2 0 0,-1-1 0 0,-4 1 0 16,5 1 0-16,-5 1 0 0,4 0 0 0,-3 0 0 15,1 0 0-15,1 0 0 0,-3 1 0 0,2 1 0 16,2 1 0-16,-3-1 0 0,3-2 0 0,0 4 0 15,0-1 0-15,0 1 0 0,0 0 0 0,3 0 0 16,-3 1 0-16,1-1 0 0,2 0 0 16,-1 3 0-16,-2-3 0 0,0 2 0 0,1 0 0 15,-1 0 0-15,0 0 0 0,-2 0 0 0,3 2 0 16,-2-1 0-16,-1 1 0 0,1 1 0 16,0 0 0-16,0 1 0 0,-1 2 0 0,1 2 0 15,-3-3 0-15,2 3 0 0,-1 1 0 0,2-1 0 16,-1 0 0-16,-1 4 0 0,2-4 0 0,0 1 0 15,-2 1 0-15,1 1 0 0,0-4 0 16,-1 3 0-16,3-3 0 0,-3 2 0 0,1-2 0 16,1 2 0-16,-3 0 0 0,2-2 0 0,1 1 0 15,-3 0 0-15,3 1 0 0,-2 0 0 0,1 0 0 16,-2 0 0-16,1 0 0 0,0 0 0 16,2 2 0-16,-3-1 0 0,2-1 0 0,-3 1 0 15,2 2 0-15,0-4 0 0,0 3 0 0,-2-3 0 16,5 3 0-16,-5 0 0 0,2-1 0 0,0 1 0 15,-2-1 0-15,2 1 0 0,-4 0 0 0,2-1 0 16,1-1 0-16,-2 1 0 0,2 2 0 16,-3-3 0-16,2 2 0 0,1-1 0 0,-3 3 0 15,2-3 0-15,1 2 0 0,-1-3 0 0,2 4 0 16,1-4 0-16,-3 2 0 0,2-1 0 0,1-1 0 16,0 1 0-16,-1 0 0 0,4 0 0 15,-1 0 0-15,1 1 0 0,0-2 0 0,0 2 0 16,-1 1 0-16,5-2 0 0,-5 1 0 0,1 2 0 15,4-1 0-15,-4 1 0 0,3 0 0 0,-2 2 0 16,2-2 0-16,-3 1 0 0,4 0 0 16,-1 0 0-16,-2 0 0 0,2 1 0 0,0-1 0 15,-3 2 0-15,4-1 0 0,-4 0 0 16,4 0 0-16,-4-2 0 0,3 1 0 0,-2 1 0 16,0-2 0-16,0 1 0 0,-1-2 0 0,0 1 0 15,-1-1 0-15,0 2 0 0,2-1 0 16,-2-1 0-16,0 2 0 0,-2-2 0 0,3 1 0 15,-1-1 0-15,-1 0 0 0,-1 0 0 0,3 0 0 16,-2 1 0-16,-1-2 0 0,2 0 0 16,1 1 0-16,-2-2 0 0,-1 1 0 0,2 1 0 15,1-1 0-15,-1 2 0 0,0-2 0 0,-1-1 0 16,0 2 0-16,1-2 0 0,-1 3 0 16,-1-3 0-16,3-1 0 0,-1 3 0 0,0-2 0 15,0 2 0-15,2-1 0 0,-2 0 0 16,0 2 0-16,1-2 0 0,0 2 0 0,1-1 0 15,-2 1 0-15,1-1 0 0,1 0 0 0,0 0 0 16,-1 2 0-16,0-1 0 0,-1 1 0 16,0-1 0-16,1 0 0 0,0 2 0 0,-1-2 0 15,-2 0 0-15,2 1 0 0,0 1 0 16,-2-2 0-16,0 1 0 0,-1 1 0 0,4-2 0 16,-4 2 0-16,2 0 0 0,1 0 0 0,-2 2 0 15,0-1 0-15,0 1 0 0,1 1 0 0,-1-2 0 16,2 2 0-16,-2-1 0 0,2 1 0 15,-1-2 0-15,0-1 0 0,1 2 0 0,0-2 0 16,-1 0 0-16,2 0 0 0,-3 0 0 16,2-3 0-16,0 3 0 0,0-3 0 0,-2 1 0 15,2-1 0-15,-1 1 0 0,0-2 0 0,1 1 0 16,-3 0 0-16,2 0 0 0,1 0 0 16,-2-1 0-16,0 1 0 0,0-1 0 0,1 2 0 15,-1-1 0-15,2 0 0 0,-2 0 0 0,1 1 0 16,-2 0 0-16,1-2 0 0,1 3 0 15,0-1 0-15,-1 1 0 0,2 1 0 0,1 0 0 16,0 0 0-16,-1 0 0 0,1-2 0 0,0 1 0 16,-1 0 0-16,4-3 0 0,-2 3 0 15,0-2 0-15,0-2 0 0,0 1 0 0,2-2 0 16,-3 1 0-16,4-3 0 0,-4 3 0 16,1-2 0-16,2-1 0 0,0 0 0 0,-2 0 0 15,2 0 0-15,-3 0 0 0,3 1 0 0,1-2 0 16,-1 1 0-16,0 1 0 0,-1-2 0 0,3 0 0 15,-3 1 0-15,1-1 0 0,0 0 0 16,-1 2 0-16,2-2 0 0,-1 2 0 16,0-3 0-16,2 3 0 0,-1-2 0 0,-1 0 0 15,1 0 0-15,0 0 0 0,2 0 0 0,-2 0 0 16,3-2 0-16,-2 1 0 0,2 2 0 0,-2-5 0 16,2 3 0-16,-2-3 0 0,3 1 0 15,-1 0 0-15,0 0 0 0,-2-1 0 0,2-2 0 16,-2 1 0-16,0-2 0 0,-1 0 0 15,1-2 0-15,-1 3 0 0,-2-4 0 0,3 0 0 16,-2 1 0-16,0-2 0 0,-1 1 0 0,0-1 0 16,2 1 0-16,-4-1 0 0,4-1 0 15,-4 3 0-15,3-1 0 0,0-1 0 0,-2 1 0 16,1 1 0-16,1 0 0 0,-1-2 0 0,1 2 0 16,0 0 0-16,-1 0 0 0,3 0 0 15,-1-1 0-15,0 0 0 0,1 2 0 0,0-3 0 16,2 0 0-16,-2 4 0 0,2-5 0 0,0 2 0 15,1 1 0-15,-1 0 0 0,1-1 0 16,1 1 0-16,-1 3 0 0,0-4 0 0,0 2 0 16,0-2 0-16,0 1 0 0,1 0 0 15,-2 0 0-15,1 0 0 0,2-1 0 0,-3 1 0 16,-1-2 0-16,1 1 0 0,1-1 0 0,0 1 0 16,0-1 0-16,-3-1 0 0,3 1 0 15,-2-1 0-15,0 2 0 0,0-2 0 0,0 0 0 16,-2 2 0-16,1-2 0 0,1 1 0 15,-1-1 0-15,-2 1 0 0,1 1 0 0,3 0 0 16,-3-2 0-16,1 0 0 0,0 1 0 0,0-1 0 16,-1 0 0-16,1 0 0 0,0 0 0 15,-1 0 0-15,1 0 0 0,-2 0 0 0,1 0 0 16,0 0 0-16,0 0 0 0,-2 0 0 0,0 0 0 16,1 0 0-16,-2 0 0 0,1 0 0 15,2 0 0-15,-4 0 0 0,1 1 0 0,1-1 0 16,-2 0 0-16,-1 2 0 0,2-2 0 0,-2 2 0 15,-4-1 0-15,3-1 0 0,-2 0 0 16,1 1 0-16,-3-1 0 0,0 2 0 0,0-2 0 16,-1 0 0-16,-1 3 0 0,-1-3 0 15,2 0 0-15,-2 0 0 0,-2 0 0 0,2-3 0 16,-3 3 0-16,2-2 0 0,-4 1 0 0,0 0 0 16,-2-1 0-16,-2 0 0 0,1 1 0 15,-4 0 0-15,-1-3 0 0,-2 0-127 0,-5 1-370 16,0-3-331-16,-2 2-427 0,-1-1-520 15,-2-2-205-15,2-1 679 0,1-3 889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08T10:51:39.058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1367 1327 252 0,'11'-1'572'0,"-3"-1"282"15,2 1 143-15,-3 1-220 0,0-2-188 0,-4 2-128 0,-3 0-96 16,-2-1-31-16,-1 1-22 0,5 0-16 0,1 0-37 16,2 1-34-16,0-1-31 0,-1 2-44 0,2-1-37 15,-4 3-33-15,1 3-14 0,2 3-2 0,-2 2-2 16,0 2-2-16,1 7-3 0,-1 1-6 0,2 2-2 0,-1 3-6 16,1 3-5-16,1 2 2 0,-1 2 0 0,0 1 0 15,4 4-7-15,-4-3-4 0,1 3-2 0,2-3-6 16,-3 3-2-16,1-3-4 0,-1 0 1 0,1 1-3 15,-3-3-1-15,1 1 0 0,-1-3-5 0,0-2-1 0,-1-2-1 16,1-4-1-16,1-1-1 0,-2-4-1 16,-1-6 0-16,1 1 1 0,0-3 1 0,-2-4 2 0,1 0 2 15,-1-2 3-15,0-2 2 0,0 0 4 0,-1-2 3 16,1-1 1-16,-2-1 2 0,0-4-1 0,1-2-2 16,-2-5-3-16,-2-2-4 0,2-6-3 0,-2-4-5 15,0-3 0-15,1-2-3 0,-1-2 0 0,-3-4-1 16,2 1 1-16,1-3-1 0,-3 1-1 0,2-1 1 15,0 1-1-15,1 1 0 0,0-1-1 0,0 3 1 16,2 2 0-16,1 3 0 0,2 2 0 0,0 3 1 0,2 0 0 16,0 2 0-16,1 3 0 0,0 0 0 0,2 0 0 15,0 1 0-15,4 1 1 0,-1-1-1 0,2 0 1 16,2 3-1-16,-1-1 0 0,2 0 0 0,4 1 0 16,0 1 0-16,-1-1 0 0,3 4 0 0,0-1 0 0,2 3 0 15,1-3 0-15,-1 3-1 0,1 2 1 0,1 0-1 16,-1 0 1-16,1 3-1 0,-1 0 2 0,-2 3-2 0,-1 0 3 15,0 2-1-15,0 1 0 0,-5-1 1 0,-1 4 1 16,0 3 2-16,-4 1 1 0,-2 2 1 0,0 1 2 16,-5 2 1-16,-2 5 0 0,-2 1 0 0,-4 4 0 15,0 2 0-15,-4 3-2 0,-4 3-1 0,1 2-1 0,-1 1-1 16,-3 1-1-16,-2 2-1 0,3-3-1 0,-1 2-1 16,2-5 1-16,1 3-1 0,2-5-1 0,0 0 0 15,2-5 0-15,0 0-1 0,2-2 1 0,2-3-1 16,1-2 0-16,2-1 0 0,1-1 0 0,1-1 0 15,2-1-1-15,1-2 0 0,1 1-1 0,0 0 1 16,5-3 0-16,0 0 1 0,0-2 0 0,4 0 0 16,0-2 1-16,2 3 0 0,2-6-1 0,2 0 0 0,0 0-2 15,4-4 1-15,0-2-1 0,2-2-4 16,0-2-3-16,1-4-11 0,0 0-14 0,2-2-21 0,-1-2-34 16,-1 0-64-16,0 0-71 0,-1-1-83 0,-2 0-125 15,-5 0-140-15,0-1-120 0,-2 1-25 0,-1-2-1 16,-1 2 65-16,-5 0 174 0,1 2 189 0,-3 1 166 15,-1 4 157-15,-2-1 134 0,2 3 126 16,-3 3 109-16,1 0 64 0,-1 5 23 0,-1 0-25 16,2 3-8-16,0 4-17 0,2 2-55 0,0 1-56 15,1 2-63-15,1 0-48 0,0 2-63 0,1 0-59 16,0-2-35-16,2-1-23 0,1-3-12 0,0 0-5 16,1-2-2-16,1-4-2 0,0-2 0 0,1-4-1 15,0-4 0-15,2-1-1 0,-3-6 0 0,1-2 0 16,-3-6 4-16,-1 1 3 0,-1-3 4 0,-3 0 5 15,-3-1 8-15,-1 0 6 0,-4 1 3 0,-1 2 0 16,-5 2-3-16,-4-1-5 0,-3 5-9 0,-2 0-8 16,-5 0-9-16,1 2-6 0,-4 0-3 0,0 5-2 15,1 1-1-15,3 2-1 0,1 0 0 16,1 4 0-16,3 1-1 0,2 0-1 0,3 3-1 0,3 0 0 16,0 3-1-16,2 1 0 0,3 2 1 0,3 2 0 15,0 0 0-15,3 1 0 0,1-1-1 0,3 2-1 16,2-5 0-16,3-1 0 0,2 0-2 0,2-3-1 15,1-4-2-15,5 0-2 0,-1-4 0 0,2-3-1 16,3 0 2-16,0-1 1 0,1-5 3 16,0 1 1-16,-1-1 3 0,2-1 0 0,-1-1 2 15,0 1-1-15,0-2 1 0,-2 2 0 0,-3 1 0 16,0 1 0-16,-1 4 1 0,-5 0 0 0,-1 2 0 16,-2 1 2-16,-2 4 1 0,-3 1 2 0,0 1 2 15,-5 2 0-15,-1 5 2 0,-2 1 1 0,-2 3 0 16,-4 2 0-16,-1 4 0 0,-7 6-1 0,2 1 1 15,-4 3 3-15,-2 5 3 0,1 0 1 0,1 4 0 16,0 0-1-16,5 1-2 0,0-3-3 0,2 1-5 16,4-3-4-16,5-1-2 0,0-2-2 0,5-5-1 15,2-3 4-15,1-2 2 0,5-2-1 0,3-5-4 16,2-2-18-16,2-3-28 0,2-3-80 0,-3-3-108 16,3-2-197-16,0-2-296 0,-1-3-345 0,1-1-402 15,0-3-185-15,0-1 290 0,-1 0 761 0</inkml:trace>
  <inkml:trace contextRef="#ctx0" brushRef="#br0" timeOffset="984.01">2999 2250 261 0,'3'0'603'0,"0"-4"247"0,-1 0 121 0,-1-3-163 16,2-4-210-16,1-2-148 0,-1-4-67 0,0-4 1 16,4-3-9-16,0-4-49 0,3-4-47 0,-1 0-38 15,2-5-38-15,0-1-45 0,1-2-41 0,0 1-27 16,-1 0-21-16,-1 3-13 0,2 2-4 0,-4 3-6 15,-1 1-3-15,-1 7-3 0,-2 5 0 0,0 1 0 16,-3 5-2-16,2 3-2 0,-3 1-4 16,2 4-4-16,-2 3-8 0,-2 4-5 0,2 5-5 15,-1 4-3-15,-1 8-4 0,2 4 0 0,0 5-1 16,2 4 0-16,-1 3 0 0,1 0-1 0,3 3 1 16,-2 1 0-16,2-1-1 0,1-1-1 0,2-4-1 0,-2-2 1 15,2-4-1-15,0-6 0 0,0-2 1 16,1-5 0-16,1-3 1 0,1-4 0 0,0-7 2 15,2-4 0-15,-1-4 0 0,1-7 0 0,1-5-1 16,-1-6 1-16,1-1-1 0,-1-4-1 0,-2-2 1 16,1 0-1-16,-2 0 0 0,-2 2 1 0,1 4 1 15,-2 2 0-15,-3 3 3 0,1 5 2 0,-3 2 2 16,1 2 4-16,0 5 0 0,0 1 2 0,-3 0-1 16,2 4-2-16,-1 2-2 0,-1 3-3 0,0 3-3 15,2 5-2-15,-2 4-1 0,1 3-1 0,1 3 0 16,1 1 0-16,0 3 0 0,2 0 1 0,0-1-1 15,-2-2 0-15,3 1 0 0,-1-4 0 0,2-2 0 16,-1-4 0-16,-1 0 0 0,2-6 2 16,1-3 2-16,0-4-1 0,-1-3 2 0,3-5-1 15,0-6-1-15,0-4 0 0,2-5-2 0,-2-3 0 0,-2 0-1 16,4-2 0-16,-4 2-1 0,0 0 0 0,0 2 0 16,0 2 0-16,-2 4 1 0,-3 2-1 0,2 3 2 15,-3 3-1-15,1 2 1 0,0 4-1 0,-3 1 0 16,3 3 1-16,-1 3-1 0,-1 5 1 15,1 1 0-15,1 5 0 0,-1 4 0 0,-1 0-1 16,1 5 0-16,1 1-2 0,0 0-1 0,1 1-2 16,-1-1 1-16,3-1 2 0,0-2 0 0,-1-2-7 15,3-3-18-15,-2-2-35 0,3-2-76 0,-2-2-109 16,1-4-191-16,-2-4-296 0,2-2-345 0,0-2-376 16,0-4-177-16,0-4 274 0,3-4 728 0</inkml:trace>
  <inkml:trace contextRef="#ctx0" brushRef="#br0" timeOffset="1134.36">3984 1788 348 0,'3'12'988'15,"-3"1"380"-15,0 4-7 0,-3 4-235 16,0 3-406-16,0 4-275 0,-2 4-151 0,-2 2-92 16,1 0-66-16,-2 2-66 0,4-1-37 0,-1-3-40 15,0-6-78-15,2-3-102 0,0-3-193 0,1-7-286 16,2-5-323-16,0-1-355 0,0-7-177 15,0-7 265-15,-2-4 682 0</inkml:trace>
  <inkml:trace contextRef="#ctx0" brushRef="#br0" timeOffset="1328.73">3908 1414 235 0,'-7'-22'1175'0,"0"5"552"15,-1 5-177-15,-2 5-357 0,1 1-452 0,-2 6-328 0,1 0-210 16,1 2-96-16,1 3-49 0,2 2-22 0,1 0-15 15,3 2-5-15,1 1-3 0,2 1-3 0,2 1-3 16,4 2-6-16,2 0-13 0,2 2-32 0,2 1-77 16,3 0-115-16,-2 3-235 0,3-3-294 15,1 1-352-15,4 2-377 0,0-3-128 0,3 3 450 16,2-2 743-16</inkml:trace>
  <inkml:trace contextRef="#ctx0" brushRef="#br0" timeOffset="1690.04">4466 1674 102 0,'-5'-5'1010'16,"-3"2"734"-16,-4 1-84 0,-3 4-364 0,-2 1-422 15,-2 3-365-15,-3 3-228 0,0 3-104 16,-3 3-53-16,2 5-31 0,0 2-24 0,2 2-21 16,1 1-15-16,7 5-13 0,2-2-8 0,6 0-6 15,2 1-3-15,8-2-4 0,3-2-1 0,3-6-1 16,4-4-2-16,3-2 4 0,4-8 1 0,3-5 0 15,-1-5-4-15,2-8-8 0,-1-2-9 16,0-7-11-16,-1-2-11 0,-2-4-4 0,-3-1 2 16,-2-1 6-16,-1 2 12 0,-2 2 8 0,-4 2 10 15,-2 5 4-15,-2 0 5 0,0 5 3 0,-3 2 2 16,1 2 1-16,-3 5 0 0,-2 3 2 16,-1 2-1-16,-1 6-1 0,0 3-2 0,-2 5-5 15,0 5-4-15,2 1 2 0,0 4 2 0,3 2 0 16,0 5-1-16,0-1 3 0,3 0 3 0,2 0-6 15,1-2-7-15,-1-2-20 0,1-4-58 16,2-4-74-16,0-3-124 0,0-6-197 0,1-5-312 16,1-4-355-16,-1-5-297 0,1-3-130 0,0-9 398 15,0 0 654-15</inkml:trace>
  <inkml:trace contextRef="#ctx0" brushRef="#br0" timeOffset="2007.95">4721 1651 391 0,'3'-15'1101'16,"1"3"441"-16,-4 5-86 0,2 5-358 0,1 4-394 15,-1 2-263-15,-1 7-164 0,3 2-104 16,-1 4-64-16,0 3-36 0,2 3-25 0,1 3-16 16,3 2-13-16,1 2-8 0,1 2-4 0,3 0-3 15,-1 0-2-15,1 0-4 0,2-4 0 0,1-2-2 16,-2-2 1-16,0-5-3 0,0-6 2 0,-3-2 3 16,-2-8 1-16,-1-5 1 0,1-4 1 0,-4-4 3 15,-3-3 2-15,-1-5 7 0,-2 0 9 16,-2-5 15-16,-1 0 12 0,-2 0 13 0,-1-1 13 15,1 1 3-15,-1 4-4 0,0-1-10 0,-1 3-11 16,2 1-13-16,-2 4-12 0,4 1-12 0,-1 1-9 16,3 3-6-16,-1-1-2 0,5 2-3 15,-1 0-2-15,6 0 0 0,1-1-3 0,4-1-11 16,4-1-19-16,1 1-28 0,4-5-58 0,1 2-79 16,4-1-102-16,3 1-134 0,4-2-177 15,4 2-307-15,3-3-251 0,8 2-184 0,0 0 18 16,6 0 368-16,0 2 497 0</inkml:trace>
  <inkml:trace contextRef="#ctx0" brushRef="#br0" timeOffset="2915.78">6066 1028 150 0,'2'-4'404'15,"-2"-3"231"-15,0 1 214 0,1-2-80 0,-1-1-95 16,2-2-73-16,0-2-66 0,1 0-35 0,0 1-42 16,1 0-74-16,0 0-67 0,-1 3-54 0,0-1-39 15,0 3-44-15,-1-2-41 0,-1 3-27 0,1 0-17 16,0 2-10-16,-1-1-9 0,1 1-8 0,-2 1-4 15,3-2-5-15,-3 4-3 0,2-1-4 16,-2 1-1-16,1-2-2 0,-1 3-4 0,0 0-2 16,0 0-4-16,0 0-3 0,0 0-3 0,0 0-5 15,0 0-3-15,0 0-3 0,0 3-3 0,0-2-4 0,0 2-3 16,0 3-1-16,0 4-1 0,3 1-6 0,-1 7-4 16,1 3 0-16,0 5 0 0,2 4 0 0,1 6 0 15,1 3 0-15,2 5 0 0,-1 0 0 16,0 6 0-16,4 1 0 0,-2 4 0 0,1-3 0 15,1 1 0-15,1 1 0 0,3-3 0 0,-2 0 0 16,2-4 0-16,0-4 0 0,1-5 0 0,-2-5 0 16,0-5 0-16,1-3 0 0,0-8 0 0,-2-2 0 15,2-6 0-15,-2-5 0 0,2-5 0 16,-2-6 0-16,0-7 0 0,1-5 0 0,-2-5 0 16,2-5 0-16,-3-2 0 0,1-2 0 0,-1-2 0 15,-3 0 0-15,2 0 0 0,-3-2 0 0,-3 5 0 16,1 0 0-16,-1 3 0 0,-4 4 0 0,1 3 0 15,-2 2 0-15,0 2 0 0,-2 6 0 0,1 2 0 16,-2 1 0-16,0 3 0 0,-2 3 0 0,0 6 0 16,-1 1 0-16,-1 7 0 0,1 1 0 0,-2 4 0 15,2 5 0-15,1 4 0 0,0 1 0 0,-1 4 0 16,3 4 0-16,0 2 0 0,0 3 0 0,1 2 0 16,2-2 0-16,2-1 0 0,1-2 0 15,3-4 0-15,2-1 0 0,1-5 0 0,3-3 0 16,2-4 0-16,2-6 0 0,1-4 0 0,-1-6-86 15,4-5-113-15,-2-6-137 0,-1-3-218 16,0-6-310-16,1-1-355 0,-1-3-362 0,-2-2-108 16,-1-2 528-16,-3-2 696 0</inkml:trace>
  <inkml:trace contextRef="#ctx0" brushRef="#br0" timeOffset="3281">6796 1402 274 0,'0'-4'742'16,"0"0"384"-16,-1 2 84 0,-1 0-280 15,2 2-243-15,0 0-155 0,0 4-115 0,2-2-79 16,-1 1-60-16,3 3-44 0,-1 0-43 0,0 0-50 16,2 3-40-16,0 2-26 0,2-2-8 0,1 6-6 15,-1-2-9-15,-1 2-4 0,5 2-8 0,-3 2-11 16,0 0-9-16,0 1-7 0,1 2-6 0,-1-1-7 16,0-2-4-16,0-1 3 0,1-2 0 0,-4-1 0 15,2-4 0-15,-2-2 1 0,-1-2 5 16,1-4 4-16,-2-1 1 0,2-7 3 0,-2-2-1 15,0-5 0-15,2-5-6 0,-2-3-3 0,0-2-3 16,2-2 0-16,-2-1 0 0,0-4 1 0,0 2 1 16,-1-1-5-16,1 1-3 0,2 1-3 0,-3 4-1 15,1 2-1-15,-2 4-3 0,1 5 6 0,1-1 3 16,-2 6 1-16,1 3 6 0,1 3 4 0,0 3 1 16,-1 4 1-16,1 4-1 0,0 3-1 0,1 2-9 15,0 1-20-15,2 3-34 0,1-3-69 0,-1 3-73 16,1-4-125-16,-1-1-178 0,3 0-300 0,-1-2-312 15,2-3-219-15,1-1-112 0,-2-5 345 16,3-2 558-16</inkml:trace>
  <inkml:trace contextRef="#ctx0" brushRef="#br0" timeOffset="3673.09">7209 1437 447 0,'2'-10'1191'0,"1"2"452"16,-3 2-141-16,0 3-416 0,0 3-369 0,-3 1-257 16,3 4-177-16,-3 2-107 0,0 7-60 0,-1 2-35 15,1 5-21-15,1 3-16 0,1 5-12 16,1 4-10-16,1 3-6 0,3 3-6 0,1 0-5 15,1 1-3-15,0-4-3 0,5 0-2 0,0-3-2 16,2-6-3-16,3-6-10 0,1-6-17 0,2-8-36 16,-2-7-72-16,1-4-78 0,-1-10-115 0,-2-4-146 15,-1-3-156-15,-1-9-116 0,-1-1 2 16,-2-2 55-16,-4-2 182 0,2 1 273 0,-2 1 288 16,-3 0 265-16,0 3 162 0,-1 2 139 0,-2 4 83 15,0 3-45-15,0 3-109 0,0 5-123 0,0 1-96 16,-2 1-97-16,2 9-87 0,0-3-53 0,2 10-35 15,-2 0-20-15,2 5-13 0,-1 5-6 0,2 3-4 16,1 3-1-16,0 4 1 0,1 1-1 0,1 4 1 16,1 2-2-16,-3 4 1 0,1 3-2 15,0 4-1-15,-2 2 0 0,0 5-2 0,-3 0-1 16,0 3-1-16,-4 3-1 0,-3-1 1 0,-1 2 1 16,-6 0 0-16,1 0 1 0,-5 1 1 0,0-3-1 15,1-3-2-15,2-3-2 0,1-6-4 16,5-7-24-16,2-5-79 0,2-8-106 0,4-5-192 15,1-8-290-15,3-5-354 0,5-7-409 0,0-6-183 16,3-7 305-16,3-4 748 0</inkml:trace>
  <inkml:trace contextRef="#ctx0" brushRef="#br0" timeOffset="4216.09">8232 1366 97 0,'-8'-12'740'0,"-1"0"715"15,-5 2 154-15,-1-2-249 0,-2 0-441 0,1 0-341 16,-4 2-188-16,-2-1-142 0,2 3-73 16,-3 1-44-16,1 0-31 0,-2 6-22 0,3 0-18 15,-1 2-15-15,0 0-14 0,3 6-10 0,0 0-7 16,3 1-5-16,2 3-5 0,3-1-3 0,3 3-1 15,2 2 0-15,3 0-3 0,5 2 0 0,2 1-2 16,2 0 0-16,2-2-1 0,4 1-1 0,1 2 1 16,0-5 1-16,3 1 1 0,0-2 0 0,1-1 1 15,1 1 1-15,-1-3 2 0,-1 1 0 0,1-1 0 16,-1 1 1-16,-2 0 1 0,1 1 0 0,0 1 0 16,-2 1 0-16,1 2 1 0,-3 0-1 15,2 0 1-15,-4 2-1 0,1 1 1 0,-2-2-1 16,1 3 0-16,-2-1 0 0,-3 1 0 0,0 1-1 15,-3 0-1-15,1-2 0 0,-4 2-1 0,-1-1 0 16,1-3-4-16,-4-1-9 0,-2-1-11 16,-3-3-17-16,2-3-29 0,-3-5-69 0,-2-1-80 15,1-4-154-15,-2-4-277 0,0 1-320 0,0-4-375 16,2-3-246-16,-1-3 46 0,3-4 701 16</inkml:trace>
  <inkml:trace contextRef="#ctx0" brushRef="#br0" timeOffset="4450.93">8324 859 103 0,'11'-26'812'0,"-3"7"701"16,-2 4 69-16,1 5-264 0,0 4-429 0,-2 6-343 16,0 7-198-16,0 6-129 0,-2 9-71 0,2 3-43 15,-2 10-29-15,3 5-25 0,-3 8-12 0,0 9-14 16,-1 7-3-16,1 5-9 0,2 4-2 15,0 2-1-15,1 2-4 0,3-1-6 0,-1-1 1 16,1-5-7-16,1-4-17 0,-2-6-29 0,0-6-65 16,-1-9-74-16,-1-6-142 0,-2-5-234 15,0-8-308-15,-3-5-349 0,1-6-258 0,-4-6-69 16,-1-7 526-16,-2-5 640 0</inkml:trace>
  <inkml:trace contextRef="#ctx0" brushRef="#br0" timeOffset="4638.14">8221 1411 136 0,'-13'-12'742'0,"1"7"471"0,1 1 112 0,0 3-140 15,1 1-399-15,6 3-327 0,0 0-174 0,1 0-95 16,3 0-62-16,3-2-46 0,5 0-40 0,2 1-22 16,6-2-8-16,2-2-2 0,3 0 0 0,4-3-5 15,4 1 0-15,-1-2-41 0,4 2-50 0,-4-1-94 16,1-1-159-16,-4 6-245 0,-1-2-317 0,1 4-256 15,1 2-189-15,-3 1 172 0,-2 1 519 0</inkml:trace>
  <inkml:trace contextRef="#ctx0" brushRef="#br0" timeOffset="4999.96">8773 1457 139 0,'-8'4'1063'15,"-3"4"696"-15,-2 0-123 0,1 4-372 0,-1 3-437 16,3 2-333-16,-2 2-230 0,2 2-110 0,2 0-51 16,-1 5-33-16,3-2-24 0,4 0-17 15,1-2-14-15,2-1-9 0,3-3-4 0,0-3-3 16,7-3-3-16,-1-6-1 0,1-3-5 0,1-6-10 16,1-3-10-16,1-6-12 0,-1-3-12 0,1-3-9 15,-3 1-1-15,0-3 8 0,0 2 12 16,-1 2 13-16,-4 3 13 0,2 5 8 0,-2 0 6 15,-3 3 4-15,2 0 3 0,-2 7 7 0,-1 1 7 16,1 5 4-16,-3 4 2 0,2 1 0 0,-2 5-3 16,0 1-4-16,2 5-5 0,-1-1-7 15,-1 3-3-15,3 0-4 0,2-1-20 0,-2 0-69 16,2 0-77-16,1-3-116 0,2-1-201 0,4-2-319 16,1-2-353-16,3-4-240 0,3-4-100 0,0-2 385 15,5-3 625-15</inkml:trace>
  <inkml:trace contextRef="#ctx0" brushRef="#br0" timeOffset="5732.76">9097 821 66 0,'-3'-22'601'15,"0"7"491"-15,-2 2 232 0,0 4-50 16,2 3-358-16,0 2-312 0,1 6-186 0,1 7-102 16,1 5-67-16,0 5-67 0,1 6-51 0,2 7-23 15,1 7-13-15,1 8-10 0,1 3-13 0,0 11 0 16,3 6-7-16,0 5-8 0,0 5-9 0,2-1-14 15,0 1-10-15,2-2-14 0,3-6-6 16,1-6-6-16,4-7-5 0,-1-9 2 0,5-7 0 16,-4-9 1-16,3-10 0 0,-1-3 1 0,-1-8 0 15,1-8 5-15,0-7 4 0,-1-8 2 0,2-7 0 16,-3-5 0-16,-1-2 0 0,2-5-6 0,-4 1-3 16,-1 2-2-16,-2-1 1 0,0 5-1 0,-4 5 1 15,-3 1-1-15,2 5 1 0,-4 5 0 0,0 2 1 16,-1 6 1-16,0 3 1 0,1 5 2 15,-3 7 1-15,0 2 1 0,-1 6 1 0,1 0-1 16,-1 5-1-16,1 1 0 0,0-2-2 0,1 1-1 16,0-1-1-16,1-2-3 0,-1-2 0 0,1-4-1 15,0-3-4-15,2-4-10 0,-3-5-19 16,2-5-29-16,-3-6-59 0,1-2-73 0,-3-7-100 16,-1-5-158-16,0 1-248 0,-1-4-305 0,-1-2-252 15,-3 1-172-15,-2-2 140 0,-1-1 557 0</inkml:trace>
  <inkml:trace contextRef="#ctx0" brushRef="#br0" timeOffset="5917.06">9545 1286 132 0,'-4'-10'810'0,"0"5"657"0,0 5 91 0,-2 5-252 15,3 1-453-15,0 3-329 0,3 2-185 0,-2 1-137 16,2 1-74-16,0-1-47 0,0 0-25 0,2 0-27 16,0-1-15-16,2-1-9 0,2 0-5 15,1-3-4-15,1-1-7 0,1-3-26 0,2-3-79 16,0-3-109-16,-1-2-211 0,2-3-290 0,-4-3-352 15,2-1-384-15,-1-1-147 0,-1 0 368 0,-1-4 735 16</inkml:trace>
  <inkml:trace contextRef="#ctx0" brushRef="#br0" timeOffset="6136.31">9714 784 262 0,'7'-6'907'16,"-2"5"410"-16,0 2 74 0,3 4-153 0,-1 4-459 15,0 0-271-15,1 1-137 0,0 4-75 0,3 0-74 16,0 5-57-16,-1 0-37 0,5 4-26 0,-2 4-17 16,1 6-17-16,2 6-13 0,0 4-15 0,-2 7-11 15,2 7-12-15,0 2-10 0,1 8-4 0,-4 0-3 16,3 5-1-16,-2-1 0 0,-3-3 0 16,2-1 0-16,-2-4-5 0,0-8-11 0,-2-4-23 15,-1-7-31-15,0-6-71 0,-3-6-85 0,-4-5-166 16,-2-5-281-16,-4-5-322 0,-1-4-363 0,1-5-228 15,-3-4 87-15,2-4 703 0</inkml:trace>
  <inkml:trace contextRef="#ctx0" brushRef="#br0" timeOffset="6339.11">9812 1577 156 0,'-8'-13'874'0,"3"1"647"0,0 0 38 16,-1 2-281-16,3 1-455 0,0 1-332 0,1 1-189 15,-1-3-131-15,3 5-69 0,5-3-39 0,-1-1-25 16,4 0-15-16,5 1-9 0,3-3-4 0,4 1-2 16,1-1-4-16,4 2-1 0,4 1-2 0,-1 2-4 15,2 3-24-15,0 3-77 0,-1 2-99 0,-1 2-190 16,0 4-287-16,-1 0-342 0,-3 7-378 0,0-5-183 16,0 5 257-16,-2-2 721 0</inkml:trace>
  <inkml:trace contextRef="#ctx0" brushRef="#br0" timeOffset="6652.94">10401 1457 11 0,'-3'-2'645'0,"0"2"772"0,-4 2 230 15,0-1-242-15,-1 2-400 0,0 3-392 0,0 0-232 0,0 1-152 16,0 2-79-16,2 4-49 0,-2 4-27 16,4-2-20-16,0 6-13 0,1 1-11 0,3 4-8 15,2-1-4-15,-1 1-8 0,4 0-5 0,0-4-3 16,4-3-3-16,-1-5-2 0,3-3 0 0,2-7-3 15,1-8 1-15,3-4-1 0,0-9-2 16,1-3-3-16,0-7-6 0,-1-2-1 0,2-1 1 16,-5 1 0-16,0 3 1 0,-1 2 6 0,-5 4 5 15,0 4 5-15,1 2 0 0,-4 5 1 0,-2 3 1 16,1 4 2-16,-3 2 0 0,1 5-1 0,-2 4 2 16,0 4 1-16,-2 5-2 0,2 2 1 0,2 3-3 15,0 1-1-15,2 2-2 0,2-1-2 0,1 0-4 16,2 0-25-16,1-2-58 0,4-1-74 0,0-3-145 15,2-1-277-15,4-4-329 0,1 0-368 0,6-2-302 16,6-4-18-16,4-1 668 0</inkml:trace>
  <inkml:trace contextRef="#ctx0" brushRef="#br0" timeOffset="7638.97">13263 1399 219 0,'-1'-11'786'0,"-4"-2"435"16,2 4 137-16,0 1-148 0,1 2-358 0,-1 2-269 16,1 0-156-16,1-1-99 0,-1 2-84 0,1 2-79 15,-1-1-50-15,2 2-32 0,0-1-24 16,0 2-11-16,0 2-5 0,2 3-2 0,-1 4 1 16,2 7 3-16,2 0 0 0,-2 5-4 0,2 6-3 15,1 0-3-15,-1 4-4 0,1 6-4 0,-1 1-2 16,0 5-3-16,-2-1-4 0,3 2-5 0,-1 2-2 15,1-3-4-15,-1 2-3 0,0-6-2 16,0 1-2-16,2-6 0 0,0-1-2 0,-1-3 0 16,-1-4-1-16,0-3 0 0,1-2-1 0,-3-4 1 15,0-2 0-15,1-4-1 0,-4-2 1 0,1-2-3 16,-2-4-9-16,-1-2-11 0,-1-4-13 0,-2-4-19 16,-1-3-26-16,0-4-43 0,-1-4-66 0,-1-6-80 15,-3 0-138-15,2-4-219 0,-1-3-309 16,-2-4-302-16,0 0-205 0,0-3 23 0,-1-3 519 15</inkml:trace>
  <inkml:trace contextRef="#ctx0" brushRef="#br0" timeOffset="8081.61">12901 955 101 0,'-3'-11'449'0,"0"0"339"15,0 2 246-15,1 4-51 0,-1-3-242 0,2 1-183 16,1-1-110-16,0 1-67 0,1 3-55 0,-1 1-42 16,3 1-40-16,0 0-20 0,-1 1-25 0,1 1-33 15,0-1-29-15,2-1-18 0,2 1-15 0,0-1-12 16,1 2-3-16,0 2-2 0,3 1 2 0,3 3-6 16,-1 1 1-16,3 6-5 0,-2 4-9 0,5 0-10 15,-3 7-8-15,3 2-8 0,-2 2-7 0,2 4-6 16,0 2-23-16,-1 0-8 0,1 2 0 0,-5 0 0 15,5-1 0-15,-4 1 0 0,1-5 0 0,2-2 0 16,-6-4 0-16,4-3 0 0,-2-3 0 0,-1-4 0 16,1-3 0-16,-1-5 0 0,-1-3 0 0,1-2 0 15,-3-5 0-15,2-6 0 0,-2-4 0 16,2-7 0-16,-2-2 0 0,0-6 0 0,0-1 0 16,-2-3 0-16,-1-2 0 0,-1-3 0 0,-3 2 0 15,-1-1 0-15,0 0 0 0,-4-1 0 0,2 5 0 16,-2 0 0-16,-1 4 0 0,0 4 0 0,0 2 0 15,0 6 0-15,1 3 0 0,0 2 0 0,1 4 0 16,1 3 0-16,1 4 0 0,3 4-59 0,-1 5-53 16,0 1-89-16,3 5-173 0,-1 1-272 0,6 1-333 15,0 1-407-15,3 1-350 0,1 4 75 0,2-4 820 16</inkml:trace>
  <inkml:trace contextRef="#ctx0" brushRef="#br0" timeOffset="8746.96">14204 621 11 0,'-3'-20'409'0,"-2"4"402"15,2 0 297-15,1 2 37 0,-1 1-340 0,3 4-284 16,0 2-144-16,3 2-77 0,5 5-20 16,8 6-7-16,5 9-3 0,4 4-9 0,7 8-12 15,1 6-34-15,5 7-50 0,1 7-42 16,2 2-31-16,-2 4-17 0,0 4-15 0,-3 4-18 15,-3 5-8-15,1 1-6 0,-6 3-5 0,0 3-6 16,-5 2-7-16,1 0-5 0,-2 2 0 0,-6-1-2 16,-1 0 1-16,0 1-3 0,-5 1-1 0,0-2-3 15,-5-2-1-15,-2-4-7 0,0-3-16 0,-4-4-29 16,-2-6-76-16,-4-6-94 0,-6-5-164 0,-2-6-287 16,-5-8-327-16,-2-2-364 0,-4-7-189 0,-4-5 164 15,-5-7 666-15</inkml:trace>
  <inkml:trace contextRef="#ctx0" brushRef="#br0" timeOffset="9840.15">12569 564 175 0,'-3'-3'611'0,"-2"1"430"0,-3 2 173 15,-4 0-170-15,-1 2-280 0,1 1-168 0,-3 2-121 16,0 2-116-16,-3 2-71 0,-1 2-50 15,2 4-53-15,-7-1-54 0,4 5-38 0,0 3-21 16,-2 4-12-16,4 3-11 0,0 7-5 0,1 3-10 16,2 9-3-16,3 4-2 0,1 9 7 15,3 8 1-15,-2 7-3 0,6 8 4 0,0 5 1 16,4 5-2-16,5 2-10 0,0 3-7 0,4-1-3 16,4-2-7-16,1-5-6 0,2-5-2 0,4-7 0 15,4-4 0-15,0-9 1 0,5-6 0 0,1-6 0 16,1-7-1-16,2-6-2 0,1-4-2 0,-3-6 0 15,1-4-2-15,-2-4 0 0,-2-2 0 16,-1-4 2-16,-2-3-9 0,-3-2-17 0,-4-1-37 16,-4-4-75-16,-3-1-105 0,-3 0-187 0,-3-4-294 15,-5-2-338-15,0 0-360 0,-5-2-181 0,2-5 261 16,-2-1 705-16</inkml:trace>
  <inkml:trace contextRef="#ctx0" brushRef="#br0" timeOffset="12742.29">17213 3579 74 0,'2'-2'383'0,"-1"1"233"0,-1-1 160 15,3 2-55-15,-3-1-215 0,2-1-144 0,-2 2-63 16,2-1-25-16,-2 1-13 0,1 0 8 15,-1 0-1-15,3 1-14 0,-1 2-21 0,2 3 2 16,-1 2 32-16,2 2-5 0,0 4-16 0,-2 2-26 16,1 4-26-16,0 3-29 0,0 7-44 15,0 1-27-15,-1 4-21 0,-1 5-5 0,-1 1-6 16,-1 6-6-16,2 3-4 0,-2 3-3 16,0 5-1-16,0 2-1 0,-2 4-2 0,2 2-2 15,-1 3 0-15,-1 2-3 0,2 2-4 0,-1 0-6 16,1 2-5-16,1-3-6 0,1 2-4 0,-1-1-5 15,3-2-5-15,0-1-2 0,0 1-1 16,0 1 1-16,1 0 3 0,0 2 2 16,-2 1 3-16,-2 1 2 0,3 5-2 0,-4 2-1 15,0 5-4-15,0 2-1 0,0 3 0 0,-2 3 1 16,0 5 0-16,2 2 0 0,0 5 0 0,0 2-1 16,4-1-2-16,-3 4 1 0,4 1-1 0,1 0-1 15,2-1 0-15,0 3-2 0,2-3 0 16,2-5 1-16,-1-3-1 0,1-3 2 0,3-6 1 15,0-5 1-15,-2-4-3 0,2-6 0 16,1-6-1-16,-4-4-2 0,2-7 0 0,-1-5-2 16,0-7-3-16,-2-5-3 0,-3-7-5 0,-2-7-9 15,-1-4-18-15,-2-8-25 0,-3-6-52 0,-1-8-73 16,-4-4-98-16,-5-9-165 0,1-6-292 16,-7-9-322-16,2-9-279 0,-7-13-167 0,-1-5 210 15,-3-14 636-15</inkml:trace>
  <inkml:trace contextRef="#ctx0" brushRef="#br0" timeOffset="13651.94">17048 3517 66 0,'0'0'634'0,"0"0"485"0,-1 0 187 16,-2 0-67-16,3 0-326 0,0-1-314 0,0-1-195 16,0-1-102-16,3 1-72 0,-2-5-61 0,2 0-63 15,-1-2-43-15,3-1-20 0,1-4-6 16,-1-2-2-16,4 0-7 0,-1-1-3 0,2-2-3 15,0 0-2-15,0-2-6 0,2 1 0 16,-3 2 2-16,2 0 0 0,-3 4 0 0,0 1-1 16,1 3-1-16,-4 0-6 0,0 3-5 0,0 2 1 15,0 3 2-15,-1 0 0 0,1 4 3 16,-2 2 1-16,0 1 1 0,0 6-1 0,1 1-9 16,-3 3-5-16,1 2 3 0,-1 1-1 0,3 2-1 15,-3 1 0-15,1 1 6 0,1 3-6 16,0-3-38-16,0 1-80 0,-2 1-124 0,1-1-243 15,0 1-299-15,-1-1-364 0,3 2-375 0,-3 0-112 16,2 0 511-16,1 5 738 0</inkml:trace>
  <inkml:trace contextRef="#ctx0" brushRef="#br0" timeOffset="15998.54">17341 8095 238 0,'-2'2'389'0,"1"-2"155"0,-1 0-17 16,-1 0-93-16,3 0-88 0,-2 0-47 0,1 0-9 15,-1 0 15-15,1 0 22 0,1 0 7 16,-5 2-3-16,5-2-16 0,-3 1-31 0,3-1-45 16,-2 1-52-16,1 1-42 0,-1 1-35 0,1-1-27 15,-1 0-16-15,2 1-15 0,-2 0 4 16,2-1 3-16,2-1-6 0,-2 1-7 0,3 1-6 15,-1-2 34-15,1 0 5 0,0 1-1 16,3-2 3-16,1 2 19 0,1-2 11 0,1 0-22 16,5 0-14-16,-1-2-4 0,3 0-6 0,-2 1-19 15,5-2-16-15,-1 2 0 0,0-2 4 16,4 0-2-16,-2-1 1 0,0 1 0 0,2-1 0 16,2 1-9-16,-2 1 0 0,0-3 0 15,3 2-2-15,1 0 0 0,-2 0-1 0,3 0-1 16,-4 0-6-16,2 0-5 0,0 1-2 0,1 0 0 15,-2 2-1-15,1-3 0 0,0 3-1 16,0 3 0-16,2-3-2 0,-3 2-2 0,3 0-1 16,0 1 1-16,0-2-1 0,1 2-1 0,1-1 1 15,-1 1 1-15,0-3 0 0,1 1 1 16,1 1 2-16,-2-2 2 0,4 0-2 0,-2 0 0 16,2 0 0-16,-2 0 0 0,1 2 0 0,-1-1-2 15,2 0 1-15,0 3 0 0,-2 0-1 16,0 0-1-16,-5 2-1 0,2-1 0 0,2 2 1 15,-3-1-1-15,1-1-1 0,0 3 0 16,0-1 2-16,0-1-3 0,-2-2 1 0,4 3-1 16,-1-3 0-16,-1-1-1 0,1 1 0 0,3-1 0 15,-3-2 2-15,0 1-1 0,2-1 2 16,0 1 2-16,2-2-1 0,-2 0 2 0,3 0-2 16,1-2 3-16,0 2-2 0,1-1 1 0,2-1-1 15,0 2 2-15,0-1-1 0,-1 0-1 16,2 1 1-16,-3 0-2 0,3-2-1 0,-4 2-1 15,1 0-2-15,0 0 0 0,-2 2 0 16,2-2-1-16,-1 0 0 0,-1 0 1 0,-2 0 2 16,1 0 0-16,1 1 2 0,-3-1 0 0,0 1 2 15,0-1-2-15,-1 2 0 0,-1-1 0 0,1 1-1 16,-3-2 1-16,1 2 0 0,-2 1 0 16,2-2 1-16,1 1-1 0,-3-1 0 0,2 2 0 15,-1-2-1-15,0 3 2 0,-1-3-2 16,-1 2 1-16,0-1-2 0,-1 0 0 0,2 1 1 15,-1-2-1-15,-1 1 1 0,0 1 0 0,1-3-2 16,-1 0 1-16,0 2-1 0,0-2 0 16,3 2-1-16,-3-2 2 0,1-2 1 0,2 2 0 15,-1-2 0-15,2 2 0 0,-2-3 2 0,0 1 0 16,1 1-2-16,1-4 3 0,-1 3-1 16,4-1 0-16,-1-2 1 0,1 3-2 0,1-1 2 15,3-2-1-15,1 2 0 0,-1-2-1 0,2 3-1 16,1-1 1-16,-1-1-1 0,2 0 0 15,0 0 0-15,5-1-1 0,-5 1 0 0,3 1 0 16,0-2-2-16,0 0 2 0,0 3 2 16,0-2-1-16,0 2 0 0,1-3 2 0,2 2 0 15,-3-1 0-15,1 1-1 0,1-2 3 0,0 2-2 16,3 1 1-16,-3 1-1 0,1-1 1 0,-3 1-2 16,0 1-3-16,1 0 2 0,-2 0-2 15,0 1 0-15,1-1-2 0,-5 2 2 0,1-1-1 16,1 1 2-16,-4-2 1 0,1 2 0 15,0-1 2-15,-2 1 0 0,-1-2 1 0,1 1-2 16,-2 1 1-16,1-1-2 0,0 1 1 0,-1 0-1 16,-1 0 0-16,2 1 1 0,0 2-1 0,-2 0 2 15,0 1-2-15,0 1 1 0,0 0 0 16,-2 1-1-16,1 1 0 0,-1-2-2 0,-1 2 0 16,0 0 1-16,3-1-2 0,-1 0 0 15,-3-1 0-15,4 2 1 0,-1-3 0 0,-1 2 0 16,2-4 2-16,-1 1 1 0,-1 0 0 0,1 1 0 15,1-1 0-15,-2-3 1 0,-1 3-3 16,3-2 1-16,0 0-1 0,-1 1 0 0,1-1 0 16,0 0 1-16,2 1 0 0,-2-1 0 15,0 0 0-15,1 0 0 0,-1 0 0 0,0 0 0 16,0 0 1-16,0-2-1 0,0 1-1 0,0 0 2 16,-1-2 0-16,-1 0-2 0,2 0 1 15,-1 0 0-15,-1 0 0 0,0-2-2 0,-1 2 2 16,1-2-1-16,-2 2 1 0,1 0 0 15,0 0 0-15,-2 0 2 0,2 2-1 0,-2 0 2 16,1-2-2-16,-1 1 0 0,0 0 1 0,2 1-1 16,-2 1-1-16,1-1-1 0,-1 0 0 0,2 1 0 15,-2 0-1-15,2 0 1 0,2-1 0 16,-3 1 0-16,1-1 1 0,2 0 1 0,-4 0 0 16,4-1 1-16,-1-1-1 0,2 0 1 15,0 0-1-15,2-1-1 0,0-1-1 0,-1-1-1 16,-1 0-1-16,4 0 3 0,-4 0-1 0,1-1 2 15,-1-1 0-15,2 2 0 0,-1-1 1 16,0 1-2-16,-1 0 0 0,1 0-2 0,-1 0 2 16,-1 0 0-16,1 0 0 0,0 1 1 0,-2-2 0 15,0 4 0-15,1-2 0 0,-2 0 0 16,-1 2 0-16,-1 0-1 0,-3-3 1 0,0 3-1 16,-2 0 0-16,-1 0 0 0,-2 0 1 0,-2 0-1 15,0 3 0-15,-3-3 0 0,-3 0-1 16,0 0 1-16,-2 0-1 0,-1 2 1 0,-2-2-1 15,0 0 1-15,0 0 1 0,-2 0-1 16,0 2 2-16,0-2-1 0,-1 0 1 0,1 0 1 16,-2 0 1-16,0 0-2 0,0 0 0 0,0 0 0 15,0 0-1-15,-2 0 0 0,1 0-1 16,1 0 1-16,-4 0-1 0,2 0-5 0,-2 0-12 16,0 0-46-16,-1 0-73 0,-2 0-94 15,-1-2-161-15,-2 0-291 0,-2-1-328 0,3 0-307 16,-2-2-176-16,1-1 177 0,1-3 615 0</inkml:trace>
  <inkml:trace contextRef="#ctx0" brushRef="#br0" timeOffset="16360.11">25414 8118 5 0,'-1'-3'406'16,"1"-1"401"-16,0 1 300 0,0 1 40 0,0 0-343 15,0 1-257-15,0-2-179 0,1 3-122 16,2-1-66-16,1-3-33 0,2 3-16 15,0 0 13-15,4-1 15 0,-1 0 2 0,4 1 11 16,0-1-11-16,0 2-18 0,2 0-29 0,0 0-29 16,2 2-16-16,0-1-22 0,0 1-11 0,1 2-8 15,-4 0 4-15,2 0-1 0,-3 3 5 16,0-1 0-16,-3 2 2 0,-2-1 4 0,0 3-1 16,-4 0 2-16,0 2-2 0,-3 0-4 15,-1 1-6-15,-1 2-6 0,-3 0-5 0,1 2-6 0,-4-1-4 16,0 2-4-16,-2-1-1 0,1-2-3 15,-1 2-1-15,-1-4-1 0,2 2 0 16,-3-2 0-16,1 0 0 0,2-3-1 0,-2 1 0 16,2 0-1-16,-2 1-2 0,2-2-4 0,-1 2-15 15,1-1-36-15,1 2-78 0,-1-1-100 16,2-3-182-16,-2 2-297 0,4-2-335 0,-1 1-360 16,1 1-160-16,1-5 247 0,2 2 690 0</inkml:trace>
  <inkml:trace contextRef="#ctx0" brushRef="#br0" timeOffset="17514.07">24940 8988 321 0,'0'-1'736'16,"1"-1"323"-16,-1 2 55 0,0-2-291 0,0 1-310 15,0 1-165-15,2 0-121 0,1-2-71 0,0 2-24 16,2 0 5-16,4-1 19 0,3 1 4 16,2-3 39-16,2 1 6 0,1 2-6 0,4-6-15 15,1 1-24-15,1 1-20 0,1 1-50 16,0-2-27-16,1 3-17 0,0-1-16 0,-1 1-2 15,-3 2-4-15,-1 2 0 0,-1 1 4 0,-5-1 2 16,-1 4 6-16,-2 4-4 0,-4-1 2 16,-4 6 5-16,-5 2-4 0,-3 3-1 0,-3 3-7 15,-4 4-3-15,-3 2-4 0,-3 3 0 16,-3 3-1-16,2 1 1 0,-1 1 1 0,-2 3-1 16,4-2 0-16,1 1-5 0,2-2-3 0,1 1-4 15,6-3-3-15,0-2-1 0,3-2-3 16,2-4-1-16,3 1 1 0,3-6-2 0,2-1 0 15,3-6 0-15,2 3 0 0,2-6-1 0,4-3-1 16,3-3 0-16,2-2 2 0,1-5-1 16,5-4 0-16,1-2 0 0,2-4 2 0,0-3 0 15,2 1-2-15,-2-5 1 0,0 0 0 0,-2 2-9 16,-2-1-19-16,-4-1-45 0,-3 3-78 16,-2-1-114-16,-4 3-203 0,-1 0-300 0,-4 1-347 15,-3 1-332-15,0 1-140 0,-2-2 359 16,0-1 690-16</inkml:trace>
  <inkml:trace contextRef="#ctx0" brushRef="#br0" timeOffset="17831.93">25798 9169 150 0,'8'7'760'0,"-1"4"475"0,-3 3 91 0,0 3-101 16,2 2-377-16,-5 3-294 0,4 1-159 15,-3 3-94-15,1 2-55 0,2 0-68 0,0 1-62 16,-1-3-36-16,4-1-26 0,0-3-16 15,3-4-14-15,1-3-6 0,1-7-6 0,3-3-3 16,0-7-3-16,3-7-2 0,-2-5 0 0,4-5-2 16,-1-6-1-16,-2-3 1 0,1-4 6 15,-3 0 8-15,-4-1 6 0,-1 0 10 0,-6-1 8 16,-2 3 6-16,-4 3 1 0,-4-1-2 16,-5 3-5-16,-5 0-7 0,-3 2-7 0,-6 1-8 15,-2 3-7-15,-4 2-4 0,-2 5-4 0,0 3-1 16,1 6-1-16,-1 2 0 0,0 5-1 15,4 5-2-15,1 5-2 0,5 2-2 0,1 4-4 16,4 1-9-16,4 4-17 0,4 1-24 0,1-4-66 16,2 2-80-16,2 0-149 0,1-2-270 15,2-1-318-15,1 1-372 0,1 0-258 0,2-6 16 16,-1 2 649-16</inkml:trace>
  <inkml:trace contextRef="#ctx0" brushRef="#br0" timeOffset="18032.25">25740 9166 57 0,'1'-8'759'0,"3"0"748"0,-3 2 93 15,2 1-300-15,1 3-422 0,0-2-375 0,2 3-223 16,1 1-136-16,2 1-59 0,3 1-21 16,2 1-9-16,2 0-5 0,-1 0-4 0,4 2-11 15,0-3-9-15,2 1-9 0,2 0-7 0,1-3-6 16,3 0-1-16,3-1-4 0,-1-4-35 0,-3-1-88 15,5-1-169-15,-5-1-266 0,-1-3-307 16,0 1-391-16,-3 0-385 0,-5 1 41 0,-3-2 755 16</inkml:trace>
  <inkml:trace contextRef="#ctx0" brushRef="#br0" timeOffset="19154.21">15924 3049 14 0,'2'-1'526'0,"-2"1"478"15,0 0 222-15,-2 1-79 0,2 1-330 0,-1 1-326 16,2 3-154-16,-1 0-51 0,2 4-25 16,1 2-22-16,0 4-13 0,1 3-28 0,2 2-48 15,-2 1-49-15,1 2-33 0,0 0-17 0,1 3-18 16,2-1-12-16,-3-1-8 0,1 2-5 0,1-6-4 16,-1 2-3-16,2-4 1 0,-2 0-4 15,0-5 0-15,-1 0 2 0,-1-2-14 0,-1-3-45 16,0-3-63-16,-3-3-62 0,0-2-123 15,-2-4-180-15,-1-3-305 0,0-3-264 0,-2-1-211 16,0-4-97-16,-3-1 346 0,-1-1 519 0</inkml:trace>
  <inkml:trace contextRef="#ctx0" brushRef="#br0" timeOffset="19386.12">15736 2938 154 0,'-3'-7'756'15,"0"2"440"-15,0 2 60 0,-1 1-161 16,4 1-431-16,0 0-321 0,0-1-158 0,5 2-77 16,2 0-40-16,1 2-22 0,4-1-7 0,2-1 29 15,4 1 25-15,3 1 10 0,2 0 4 0,2-2-4 16,2 1-4-16,3-1-32 0,0 0-32 0,2 0-15 16,-2 1-9-16,0-1-1 0,-2 4-5 0,-4-3-32 15,-2 5-48-15,-4 0-72 0,-6 2-153 16,-2 3-275-16,-2 2-297 0,-7 2-272 0,-1 1-213 15,-6 4 94-15,-2-1 559 0</inkml:trace>
  <inkml:trace contextRef="#ctx0" brushRef="#br0" timeOffset="19614.98">15717 3621 249 0,'8'11'795'0,"-2"-4"352"15,1-1 22-15,-1-2-145 0,2-1-439 0,3-1-260 16,2-1-126-16,1-1-66 0,2 0-32 0,1-1-36 16,4-2-26-16,3-2-17 0,-1 1-9 15,2-4-5-15,2 2-1 0,3-3-4 0,-1 2-13 16,-4 1-67-16,1-2-162 0,-4 2-298 0,-2 2-269 16,-4 2-272-16,1 1-214 0,-4 2 143 15,-2 2 547-15</inkml:trace>
  <inkml:trace contextRef="#ctx0" brushRef="#br0" timeOffset="21057.18">2125 5281 170 0,'4'3'486'0,"0"-1"291"15,-1 1 208-15,0-2-120 0,1 1-173 0,-4-2-140 16,2 0-73-16,-1 1-23 0,1-1-43 0,0 2-67 15,-1-2-60-15,-1 0-50 0,2 2-56 0,-2-2-62 16,0 0-47-16,2 0-28 0,-1 0-15 16,-1 0-9-16,0-2-4 0,0 2-5 0,2 0 1 15,-2 0 1-15,0-2 2 0,0 2 1 0,0-1 1 16,0 1 4-16,-2-2-2 0,2 1-2 0,-1-2-2 16,-1 1-2-16,0-3-1 0,-1 3-4 0,1-2-1 15,-1 2 1-15,2-2 3 0,-2 3 3 0,0 0 1 16,1-1 0-16,2 2-1 0,-3-2-2 0,3 2-6 15,0 0-4-15,-2 0-3 0,2 0-1 0,0 2-1 16,2-2 1-16,-2 3 0 0,2-2 1 0,-1 4 0 16,-1 0 1-16,2-1 0 0,1 1 0 0,1-2 0 15,-2 1 1-15,-1 1-1 0,1-2 1 0,0 0-2 16,-1 0 2-16,-1-1 0 0,0-1-1 16,2 0-1-16,-2-1 1 0,0 2 0 0,0-2-1 15,0 0-2-15,0-2 0 0,0 2-1 0,2-1 1 16,-1 0-6-16,1-3-24 0,-2 2-55 15,3 0-68-15,0-1-105 0,-1 0-180 0,1 0-305 16,3 1-317-16,0 2-255 0,1 0-149 0,1 0 282 16,3 2 610-16</inkml:trace>
  <inkml:trace contextRef="#ctx0" brushRef="#br0" timeOffset="21623.15">2973 5226 101 0,'0'2'461'0,"2"-1"345"15,0-1 270-15,-1 1-80 0,-1-1-242 0,0 0-183 16,0 0-127-16,0 2-85 0,2-2-75 15,-2 0-60-15,1 0-40 0,-1 0-35 0,0 0-45 16,2 0-37-16,-2 0-27 0,0 0-20 0,2 0-11 16,-2 0-6-16,1 0-3 0,-1 0-3 0,2 0-2 15,-1 0 1-15,1 0-2 0,0 0 4 16,1 0 1-16,0 0 4 0,0 0-1 0,0 2 1 16,0-1-1-16,2 0 0 0,-2 1 5 0,0 2-5 15,2-1 6-15,-3 2-4 0,1-1 1 0,0 1 4 16,0-1-3-16,-1 0 0 0,-1 0-3 0,1-2 1 15,-2 2 3-15,0-3-1 0,1-1-1 16,-1 1 3-16,0 1 2 0,0-2 0 0,-1 0 0 16,1 0 2-16,0 0-3 0,-2 0-8 0,1-2-6 15,-1 2-27-15,-1 0-54 0,3 0-66 16,-1 2-136-16,-1 1-200 0,2-1-301 0,2 2-283 16,2 1-222-16,-1 1-32 0,5-2 449 0</inkml:trace>
  <inkml:trace contextRef="#ctx0" brushRef="#br0" timeOffset="22329.01">4082 5214 300 0,'3'-5'684'16,"-3"0"348"-16,0 3 127 0,0-3-284 0,0 0-233 16,0 4-158-16,0 0-83 0,0-1-49 15,0 0-49-15,0 2-41 0,0-1-35 0,-2 1-46 16,2 0-50-16,0 1-53 0,-1 1-33 16,1 1-22-16,0 2-13 0,1 1-5 0,-1 1-6 15,2-1-1-15,-2 2 0 0,3-1-1 0,0 1-1 16,2-1-1-16,-2-1 1 0,2 0-3 0,3 0 3 15,-2-3-1-15,1-2 0 0,1 1 3 16,0-2-18-16,1-2-63 0,-1 1-68 16,-2-4-137-16,2 1-248 0,0 0-312 0,0-2-335 15,2 1-226-15,2-1-27 0,-3 0 534 0</inkml:trace>
  <inkml:trace contextRef="#ctx0" brushRef="#br0" timeOffset="22839.79">5377 5185 350 0,'6'-1'782'0,"0"-1"290"16,-1 2 34-16,0 0-270 0,0 2-258 0,1-1-206 15,-1 4-122-15,0-3-63 0,1 4-42 16,-1-1-48-16,2 1-40 0,-2-4-26 0,0 2-18 15,1-1-9-15,1-1-3 0,-2 0-3 16,2-4 1-16,-2 0 2 0,0-2 1 0,0 1 3 16,-2-4-5-16,2 1 1 0,-3 2-3 0,0-2-16 15,-2 3-31-15,0-1-109 0,-4 1-163 16,-3 3-294-16,1 0-267 0,-1 3-253 0,-3 0-120 16,0 1 306-16,0 2 484 0</inkml:trace>
  <inkml:trace contextRef="#ctx0" brushRef="#br0" timeOffset="23792.28">2237 5728 96 0,'1'6'315'0,"-1"2"148"0,-1 1 109 15,-1 0-142-15,2 1-186 0,-3 1-113 0,2 2-61 16,-1-1-29-16,2 2-14 0,0 1-11 0,0-2-5 15,0 2-1-15,0-1-20 0,0-1-21 16,0 0-107-16,0-2-239 0,0 0-119 0,0-1-27 16,0-3 72-16,0 1 129 0</inkml:trace>
  <inkml:trace contextRef="#ctx0" brushRef="#br0" timeOffset="23964.13">2238 6294 135 0,'0'9'340'0,"0"1"143"0,-1-1 100 0,-1 0-197 15,2-1-175-15,0 0-100 0,0-1-72 0,0 0-86 16,2 2-217-16,-2-1-172 0,1 2-68 0,-1 0 23 16,0 1 110-16</inkml:trace>
  <inkml:trace contextRef="#ctx0" brushRef="#br0" timeOffset="24163.48">2286 6601 218 0,'2'5'515'0,"-2"-4"219"0,0 1 101 0,0-1-226 16,0 2-246-16,-2-1-168 0,2-1-95 0,0 0-53 15,-2 1-29-15,2 1-46 0,0 0-73 0,0 0-93 16,0 3-150-16,0-1-239 0,0 0-138 15,0 2 11-15,2 1 159 0,0-1 214 0</inkml:trace>
  <inkml:trace contextRef="#ctx0" brushRef="#br0" timeOffset="24354.09">2358 7126 178 0,'-1'15'338'0,"-2"-2"130"0,3 0 19 15,-3 0-133-15,1-1-98 0,1-1-49 0,-1-1-21 16,-1-1-11-16,1 0-17 0,-1 1-22 16,1-4-36-16,-1 4-36 0,0-1-28 0,1 0-18 15,-2-1-8-15,1 1-6 0,1 3 1 0,-1 0 1 16,1 0-5-16,-3 1-15 0,2 0-56 0,0 0-74 16,-2 4-117-16,-1-2-243 0,3 0-132 0,0 0-5 15,0 0 129-15,1-2 183 0</inkml:trace>
  <inkml:trace contextRef="#ctx0" brushRef="#br0" timeOffset="25153.96">5399 5656 203 0,'5'-3'839'0,"1"3"415"15,-5 1 17-15,1 4-185 0,0 1-446 0,-2 3-309 16,0 5-158-16,-2 1-72 0,0 3-41 16,1 3-20-16,-1 1-24 0,1 2-28 0,-2-1-61 15,1 1-155-15,1 1-278 0,-1-1-275 16,1 1-276-16,-1-2-225 0,4 1 59 0,-1 0 531 15</inkml:trace>
  <inkml:trace contextRef="#ctx0" brushRef="#br0" timeOffset="25313.65">5551 6298 19 0,'0'13'528'0,"2"3"479"0,-4-3 216 15,2 1-75-15,-2 1-354 0,-1 0-329 16,0 1-216-16,1-1-114 0,2 0-57 0,0-1-33 15,2-2-24-15,1-1-39 0,0 1-101 16,1 0-149-16,0-2-250 0,1-1-275 0,-1 1-270 16,1 2-152-16,2-2 195 0,-1 4 450 0</inkml:trace>
  <inkml:trace contextRef="#ctx0" brushRef="#br0" timeOffset="25469.24">5644 6874 307 0,'0'27'811'0,"0"-1"353"16,-3-2 40-16,1 0-276 0,-1 0-293 15,0 1-227-15,1-2-142 0,-1-1-83 0,3 1-51 16,-2-4-31-16,2-1-42 0,2 0-30 16,-2-2-23-16,3 0-36 0,1-3-45 0,-3-2-122 15,2 1-169-15,-1-3-292 0,-2 0-282 0,0-1-248 16,0 0-118-16,-2 1 336 0,-1 0 505 16</inkml:trace>
  <inkml:trace contextRef="#ctx0" brushRef="#br0" timeOffset="26733.07">2374 8013 271 0,'2'6'651'0,"-2"-1"290"0,0 2 122 16,0-2-199-16,-3 2-244 0,3 0-170 0,-2 0-98 15,1 2-22-15,-1-1-26 0,2-2-35 0,0 0-28 16,0-1-39-16,0-1-35 0,0 1-46 0,0-1-37 15,0-1-37-15,0 0-26 0,0-2-8 16,0 1-9-16,0-2-9 0,2 2-2 0,-1-2-2 16,1 1 0-16,1-1 0 0,0 0 3 0,0 0 3 15,3 0 0-15,-1-1 2 0,-2-1 1 0,2 0 3 16,-2 1-2-16,1 1 2 0,-3-2 3 16,1 1 12-16,-2 0 13 0,0-1 15 0,-2 1 10 15,1 1 8-15,-3-2 6 0,1 1-3 0,-2 1-9 16,-3-1-10-16,1 1-9 0,-1 1-8 0,1-1-11 15,1 1-8-15,0 1-5 0,1 1-5 16,0-2-4-16,2 2-3 0,2-2-1 0,-1 4-2 16,4-2 0-16,-1 3-1 0,2 0-3 0,4-1-10 15,0 2-18-15,3 1-53 0,1-2-64 0,2 1-85 16,1 1-155-16,5-1-223 0,0 0-309 16,6 3-261-16,-1-5-200 0,4 1 66 0,2-2 524 15</inkml:trace>
  <inkml:trace contextRef="#ctx0" brushRef="#br0" timeOffset="27087.89">3337 7958 573 0,'-12'2'1207'0,"-4"1"238"0,3 0-115 16,0 2-296-16,1 0-426 0,1 0-210 0,1-2-132 15,1 1-72-15,4 0-65 0,0-2-49 0,2 1-36 16,3-1-24-16,3 0-13 0,0 1-8 0,4-2-1 16,2 1-1-16,-1-1-1 0,3 1 2 15,-1-2 0-15,2-2 1 0,0 1 0 0,-2-1 1 16,-2 1 0-16,-1-2 1 0,-1 3 1 0,-1-2 0 16,-1 2 5-16,-2-2 0 0,-1 2 4 0,-1 0 0 15,0 0 0-15,-1 0-1 0,-2-3-2 0,-3 3-2 16,1 0-3-16,-1 0-3 0,-1 0-1 15,2 0-2-15,-4 0-2 0,4 0-3 0,1 3-3 16,0-3-20-16,1 0-65 0,0 2-62 0,1 0-119 16,1 1-167-16,-2 0-285 0,3 1-320 15,4 1-236-15,1 1-153 0,2 1 295 0,2 0 545 16</inkml:trace>
  <inkml:trace contextRef="#ctx0" brushRef="#br0" timeOffset="27360.44">3878 7938 426 0,'-2'-2'1303'0,"-3"2"335"16,1 2-226-16,-4 1-313 0,2 0-486 0,-1 2-260 15,-1-1-155-15,2-1-74 0,3-1-34 0,0 1-23 16,0-1-20-16,1 0-18 0,0-1-14 0,1-1-9 15,1 2-8-15,0-2-2 0,0 0-3 16,0 0-1-16,3 0 1 0,-1 1 3 0,1 1 2 16,3-1 0-16,2 2 2 0,0 2-4 0,2-1-19 15,2 0-51-15,1 2-63 0,1-1-86 16,0 1-155-16,5-1-266 0,2-1-308 0,2 0-273 16,4-2-201-16,3 0 100 0,2-2 565 0</inkml:trace>
  <inkml:trace contextRef="#ctx0" brushRef="#br0" timeOffset="27518.97">4738 7974 513 0,'8'4'1452'0,"-5"2"244"0,0 2-299 16,-1-1-333-16,-2-1-479 0,-2-1-311 16,2-2-143-16,2-2-73 0,-2-2-72 0,2-4-86 15,-1-4-116-15,4-4-197 0,-1-2-295 16,3-3-334-16,1-3-322 0,1-2-151 15,1-3 315-15,1-2 667 0</inkml:trace>
  <inkml:trace contextRef="#ctx0" brushRef="#br0" timeOffset="28184.79">5919 5104 296 0,'-3'-1'842'0,"0"-2"353"16,1 3 7-16,1-2-283 0,1 2-335 0,1 0-266 16,1 0-137-16,3 0-67 0,3 2 3 15,2 1 32-15,3-2 13 0,3 2 4 0,2-1 18 16,2 0-1-16,2 0-32 0,-1 0-45 0,4-1-19 16,0 0-16-16,0-1-33 0,-1-1-19 15,0 0-10-15,1-3-5 0,-3 2-6 0,0-1 0 16,-4 0-1-16,-1 0-6 0,-4 1-50 15,-3 1-60-15,-3-1-91 0,-2 2-161 0,-5 0-286 16,-2 0-321-16,-1 2-266 0,-3-1-175 0,-2-1 188 16,0 0 574-16</inkml:trace>
  <inkml:trace contextRef="#ctx0" brushRef="#br0" timeOffset="28452.77">6168 5023 72 0,'6'-1'345'15,"3"1"222"-15,1 0 172 0,-1 0 43 0,4 0-171 16,1-2-88-16,0 2-45 0,4 0-56 16,-1-2-45-16,2 2-82 0,0 0-74 0,3 0-58 15,-3 2-41-15,3-2-7 0,-1 3 12 0,1-1 4 16,-3 1 26-16,1 0 8 0,-2 1 11 0,-1 2-13 16,-4 0-20-16,-1 1-10 0,-4 3-24 15,-1-1-11-15,-2 2-17 0,-4 2-15 0,-2 1-13 16,-4 3-15-16,-3 2-13 0,0 0-10 15,-4 1-9-15,0 0-4 0,-2 2-4 0,1-3-1 16,2-1-13-16,-3-4-42 0,3 0-79 0,1-3-132 16,-2-1-221-16,4-4-306 0,1-1-356 0,4-2-346 15,3-3-87-15,2 0 504 0,1-3 666 16</inkml:trace>
  <inkml:trace contextRef="#ctx0" brushRef="#br0" timeOffset="29198.35">7358 4854 30 0,'5'-7'508'0,"-4"2"456"0,3 2 241 0,-3 0-46 16,1 1-376-16,-1-1-278 0,-1 1-174 16,0 2-60-16,2 2 0 0,-2 1-5 0,3-1-8 15,-6 2-17-15,1 3-33 0,-2 1-47 16,-1 3-53-16,-5 2-37 0,-1 2-22 0,0 2-19 15,-3 1-12-15,-5 1-5 0,0 0-4 0,0 0-4 16,-2 0-1-16,-1-2-1 0,3-3 7 0,-1-2 2 16,4-1 1-16,0-3 3 0,2-3-3 15,1-4-1-15,4-1-7 0,1-1-3 0,0-6-4 16,3 1-1-16,2-5-1 0,3 1-1 16,3 0 0-16,2-2-2 0,4 0 1 0,4 0 0 15,3 1-2-15,3-1 4 0,3 2 1 0,6-1 1 16,2 2 1-16,4 2 3 0,0-2 3 15,5 3-2-15,1 0 2 0,0-1-1 0,1 4-1 16,0-1-1-16,-1-1 0 0,-2 3-1 16,-3-3-1-16,-2 1 0 0,-3-1 1 0,-2-1 1 15,-4 0-1-15,-2-1 3 0,-6-2 1 0,-1 0 7 16,-3 1 7-16,-4-1 9 0,-3 0 7 16,-3 0 2-16,-2 2 0 0,-6-1-5 0,0 3-6 15,-4-1-8-15,-4 1-7 0,0 2-3 16,-5 0-3-16,0 0-3 0,-5 3 0 0,-3-3-3 15,-1 3-1-15,1-2 0 0,0 2 0 0,2-2-2 16,1-2 0-16,2 4-3 0,3-1-9 0,3 1-21 16,-1 1-52-16,4 3-76 0,-2 0-148 15,0 2-277-15,4 3-311 0,-3 0-375 0,1 1-324 16,-1 1-19-16,3 0 678 0</inkml:trace>
  <inkml:trace contextRef="#ctx0" brushRef="#br0" timeOffset="30527.25">2063 8563 193 0,'0'-3'596'0,"0"3"372"16,0-2 183-16,0 2-196 0,0-2-265 0,-2 2-191 15,2-2-97-15,0 2-55 0,0 2-48 0,2-2-42 16,-2 2-34-16,1-2-40 0,1 4-48 0,-2 0-48 16,0 2-34-16,0 3-21 0,0 3-12 0,0 5-6 15,0 1-2-15,0 4-4 0,2 2 5 0,-1 5 4 16,1-1 3-16,-2 5 1 0,0 0-1 0,2 2 0 15,-1 2-7-15,1 1-7 0,-2-1-2 0,0 1-4 16,1-4 0-16,-1 1 0 0,3-4 1 0,-3-1 3 16,0-4-2-16,2-4 2 0,-2-1-4 0,0-6 1 15,0-1-4-15,0-4-2 0,0-2 1 0,0-3-4 16,-2 0 0-16,2-2-9 0,-3-1-22 0,2-2-55 16,-2-2-51-16,-1-4-59 0,-1 0-94 0,1-1-126 15,-3-3-134-15,1-1-118 0,0 2-218 0,1-1-198 16,0 2-29-16,-1-1 222 0,-1 1 344 0</inkml:trace>
  <inkml:trace contextRef="#ctx0" brushRef="#br0" timeOffset="30778.99">1928 9085 231 0,'-1'3'399'16,"1"0"154"-16,0 0-1 0,0 0-116 0,1 1-69 15,1 1-36-15,1 1 4 0,2 1 22 0,0 4 23 16,1 0-2-16,2 1-39 0,-2 0-44 0,-1 3-47 15,3-1-50-15,-2 4-47 0,2-2-37 0,0 0-33 16,-2 2-22-16,2 0-20 0,2-1-16 0,-4-1-10 16,2-3-5-16,-3-1-7 0,4-1-2 0,-4-5 1 15,1-1 0-15,2-3 1 0,-1-2-3 16,0-5 2-16,1-3-3 0,0-3 2 0,0-3-4 0,3-4 1 16,-3-3 1-16,2-1-3 0,0-1 2 15,0-1 2-15,-2 0 3 0,3 0-1 0,-3 3-2 16,0 0 0-16,-2 2-25 0,2 3-74 0,-5 3-133 15,-1 3-199-15,-1 2-285 0,-2 6-274 16,1 4-211-16,-5 6 63 0,-1 2 412 0</inkml:trace>
  <inkml:trace contextRef="#ctx0" brushRef="#br0" timeOffset="31590.72">2109 9874 341 0,'4'-5'723'0,"-2"3"292"0,1 0 74 0,-1 0-283 16,-1 1-236-16,-1 1-171 0,0-1-110 0,0 1-56 16,0 1-41-16,0 0-28 0,0 4-29 0,0 1-12 15,0 2 7-15,0 1-8 0,0 1 5 0,0 4-9 16,-1 1-4-16,-1 1-12 0,-1 2-28 0,1 3-18 16,-5 0-21-16,2 2-8 0,0-1 0 0,-3 1-2 15,0-1-3-15,-1 1-1 0,-1-4 3 0,-1 0-3 16,0 0-5-16,-2-2-4 0,1-4 3 0,1-1-2 15,-1 0 2-15,0-4 3 0,1 0-1 0,1 0-1 16,1-3 0-16,3 0-2 0,-1-1-7 0,4-2-5 16,0-2-6-16,3-4-1 0,0-3-2 0,1-1-2 15,3-5 3-15,2-1 0 0,2-3 1 0,4-3 2 16,1 0 6-16,3-3 4 0,2-1 0 0,2 3 1 16,4-4 1-16,-2 2-1 0,5 1-4 0,1 2-2 15,1 2-2-15,1 2 1 0,-2 3-1 16,-3 2 2-16,1 2-1 0,-4 3 1 0,0 1 1 15,-3 4 2-15,-5-1-1 0,2 2-1 0,-5-2-1 16,-3 2-1-16,1-1 1 0,-4 0 1 0,0-2 0 16,-2-2 4-16,-1-1 2 0,-2-4-1 0,0-3 1 15,0 0-7-15,-3-5 1 0,-1 3 3 16,-2-1 6-16,-2 1 6 0,0 1 4 0,-3 2 12 16,-3 0 0-16,0 2 3 0,-5 2-3 0,0 3-6 15,-5-1-5-15,-1 4-5 0,0-2-3 0,-2 4-8 16,4 4-4-16,0 0-4 0,2 1 0 0,4 2-2 15,1 2-2-15,3 1-2 0,3 4-2 0,3 0-1 16,2 1-9-16,5 1-18 0,0 0-46 0,5 0-69 16,0-1-115-16,4 0-184 0,2-2-296 0,1-1-329 15,5-2-308-15,2-2-150 0,3-4 324 16,3 1 638-16</inkml:trace>
  <inkml:trace contextRef="#ctx0" brushRef="#br0" timeOffset="35111.82">21141 5573 8 0,'0'2'386'0,"2"0"360"16,0-1 279-16,-2 0 45 0,2 1-286 15,-2 1-242-15,0-1-165 0,1-2-111 16,-1 3-71-16,0-2-51 0,0 1-38 0,0 1-24 0,0 1-17 15,2 1-10-15,-2 0 0 0,1 0-1 16,-1 3 5-16,0-1 20 0,2 0 13 0,0 1 6 16,-2 1 8-16,0-1 19 0,1 1 2 15,1 0-17-15,-1 0-15 0,-1-2-11 0,0 1-20 16,2 0-18-16,0 0-9 0,-2 0-6 0,0-1-3 16,0 1-1-16,0-1-1 0,0 1-5 15,0-2-8-15,1 1-6 0,-1 1 0 0,0-1-3 16,0 0 0-16,0 3-3 0,0-1-1 15,0 0 1-15,0 0-1 0,0 0 3 0,0 0-3 16,0 0 1-16,0-2 1 0,0 3-2 16,0-2 1-16,2 1-1 0,-2 0 2 0,0 1 7 15,0-2 4-15,0 3 5 0,0-3 0 0,0 3 1 16,0 1 0-16,0-1-6 0,0-1-5 0,0 2-2 16,-2 0 3-16,2 0 2 0,0-1-1 15,-1 1 3-15,1-2-1 0,0 1-1 16,0-1-4-16,0 1-3 0,0-1-1 0,0-1 0 15,0 0-2-15,0 0 1 0,0 1 0 0,0-3 0 16,0 0-1-16,0 2 0 0,0 0 2 0,0 0 0 16,0 0 0-16,-2-1-1 0,0 5 0 15,2-2 0-15,0-1 1 0,0 2-2 0,-1 0 0 16,-1 0 0-16,2-1-1 0,0 2 0 0,-1-2 0 16,1-1 1-16,0 0 0 0,0 2 1 15,0-1 0-15,0-2 0 0,0 2-1 0,0-1-1 16,0 1 0-16,0-1 0 0,0 1 0 15,0 2-1-15,0-4 1 0,0 3 0 0,0 0 0 16,0-1 1-16,0 1 0 0,0 0 0 16,0-3 0-16,0 2-1 0,0 1 1 0,0-4-1 15,0 3 0-15,0-1 0 0,1 0 0 0,-1 1 1 16,0-2-1-16,2 2 1 0,-1-2-1 0,-1 1 0 16,0 1 0-16,0-3-1 0,2 3 1 15,0-3-1-15,-2 3 1 0,0-3 0 0,1 0 1 16,-1-1 0-16,0 2-1 0,2 0-2 15,-2 0 1-15,0 0 0 0,1-2 0 0,-1 4 1 16,0-3 0-16,2 1 1 0,-2 0-1 0,0 1 0 16,2-1 1-16,-2 0 0 0,1 1 0 15,-1-1 0-15,3 1 0 0,-3-1 0 0,2 0 0 16,-2 1-1-16,0-1 2 0,1 0 0 16,-1 1 1-16,0 1-1 0,0-1 0 0,2 1-1 15,-1-2-1-15,-1 2 0 0,0-3 0 0,0 3 2 16,0-1-1-16,0 0-1 0,0-1 2 15,0 0 0-15,0 0-1 0,2 1 1 0,0-1 1 16,-2 0 0-16,0 1 0 0,1 0-1 16,-1-1 0-16,0 2-1 0,0-1 0 0,0-2 1 15,2 4-1-15,-1 1 1 0,-1-1 0 0,0 0 1 16,2 1-1-16,-2 0 5 0,0 1 2 0,0-1 2 16,0 2 0-16,0-2 0 0,0-1 0 15,0 1-4-15,0-1-3 0,0 1-1 0,0-3-1 16,2 2-1-16,-2-3 1 0,0 1-1 15,1 1-1-15,-1-2 0 0,0 0 0 0,2 0 0 16,-2 1 0-16,2-1 0 0,-2 2 0 0,0-2 0 16,1 3 0-16,-1-3-1 0,0 2 2 15,2-1-1-15,-2 2 1 0,1-2-1 0,-1 1 1 16,0-1-1-16,3 1 0 0,-1-3 0 16,-2 3-1-16,0-2 1 0,0 1-1 0,1-3 0 15,-1 2 1-15,2-2 0 0,-1 0-1 0,-1 0 0 16,0 1 1-16,2 1 0 0,-2-2 1 15,2-1 0-15,-2 2-1 0,0-1 1 0,0-2-1 16,1 1 0-16,-1 1 1 0,0-2 0 0,2 2-1 16,-2-2 0-16,1 1 0 0,-1 0 0 15,0-2 0-15,2 2 0 0,-2-1 0 0,0 1 0 16,2-2 1-16,-1 0-1 0,-1 2 0 0,2-1 1 16,0-1 0-16,-2 1 0 0,0-1-1 15,1 1 0-15,-1 0 0 0,3 1 0 0,-3-2 0 16,0 2 0-16,0 0 0 0,2-1 1 15,1 1-1-15,-3-2 1 0,0 0-1 0,1 0 1 16,-1 1-1-16,0 0 0 0,2-1 1 0,-2 1-1 16,0-1 0-16,0 0 1 0,0 2-1 0,0-1 1 15,0 0 0-15,1 1 0 0,-1 0 0 16,0-2-1-16,2 2 0 0,-2 0 0 0,0 0 0 16,0 0-1-16,2 0 1 0,-2 0 1 15,0-1-1-15,1-3 0 0,-1 3 1 0,0-1-1 16,0 0 1-16,0 0 0 0,0-1 0 0,0 0-1 15,0 2 0-15,0-2 0 0,0 0-1 16,2 0 0-16,-2 0 1 0,2 1 0 0,-2-1 0 16,0 0 0-16,0 2 0 0,0-2 0 15,0 0-1-15,1 1 1 0,-1 0 1 0,0 0-1 16,0 3 0-16,0-3 2 0,0 2-2 0,0-2 1 16,0 0 0-16,0 1 0 0,0-1-1 15,0 1 0-15,0-2 1 0,0 1 0 0,0-1 0 16,0 2-1-16,0-2 0 0,0 0 0 15,0 0-2-15,0-1 1 0,0 2 1 0,0-2 0 16,0 2 1-16,0 1-1 0,0-2 0 0,0 0 1 16,0 1-1-16,0 0-1 0,0-1 1 0,0 2 0 15,-1-2 0-15,1 1 0 0,0 1 0 16,0-1 0-16,0 0 0 0,-2 1 0 0,2 0 0 16,-2 1 1-16,2-2-1 0,0 2 0 15,-1-4 0-15,1 4 1 0,0-1 0 0,0-3-1 16,0 0 0-16,0 2 2 0,0-1-2 0,0 0 0 15,0-1 0-15,0 1 0 0,0-1-1 16,0-1 0-16,0 0 2 0,0 3-1 0,0-4 1 16,0 1-1-16,0 0 0 0,0-1 0 15,-2 2 0-15,2-2 0 0,0 1 0 0,0 1 0 16,0-2 1-16,0 1 0 0,0 0 0 0,0 1 0 16,0 1-1-16,0-1 1 0,0-1-1 0,0 1-1 15,0-1 1-15,0 1-2 0,0 1 1 16,0-2 1-16,0 0-1 0,0 1 1 15,0 0 1-15,0-1-1 0,0-1 0 0,0 1 0 16,-2 1 0-16,2-2 0 0,0 2 0 0,0-2 0 16,0 0 1-16,0 0-1 0,0 0 1 0,0 0-1 15,0 0 1-15,0 0 0 0,0 0-1 16,0 0 1-16,0 0-1 0,0 0 0 0,0 0 0 16,0 0 0-16,0 0 3 0,0 0 1 15,0 0 3-15,0 0 0 0,0 0 0 0,0 0 1 16,0 0-3-16,0 0-2 0,0 0-2 0,0 0 0 15,0 0-1-15,0 0 0 0,0 0-1 16,0 0 1-16,-1 0-1 0,1-2-2 0,-2 0 1 16,2 1-4-16,0-2-8 0,-1-1-20 15,-2-1-49-15,1-1-79 0,-2-1-144 0,0 1-274 16,-1-1-311-16,2 0-372 0,2 1-323 16,-1-2-13-16,0 3 651 0</inkml:trace>
  <inkml:trace contextRef="#ctx0" brushRef="#br0" timeOffset="102808.89">9731 4660 164 0,'0'3'483'0,"-1"-1"297"16,1-1 219-16,-2 0-121 0,2 1-191 15,0 0-144-15,0-2-106 0,0 0-69 0,2 1-61 16,-2-1-49-16,1 0-28 0,-1 0-20 16,0-1-20-16,2 1-27 0,-1-4-25 0,1 2-28 15,0-3-18-15,1-2-16 0,0-1-9 0,1-1-8 16,1 1-2-16,-2-5-3 0,4-1-5 0,-2-2-4 15,1-1-4-15,3 0-4 0,-2-2-4 16,-1-3-2-16,2 1-3 0,1-1-2 0,-1 1-1 16,-1 0 0-16,-1 3 0 0,-1 0-3 15,2 5 2-15,-3 0-2 0,-1 1 0 0,0 3 0 16,0 3-3-16,-1 0 0 0,-2 4-5 0,2-3-1 16,-1 3-4-16,-1-1-3 0,2 2-2 0,-1 1-1 15,-1 0-1-15,2 1-1 0,1 2 1 16,-2 0 0-16,2 3 0 0,-1 2 0 0,1 0-1 15,-1 3 0-15,1 3 0 0,0 1-1 16,-1 3 0-16,0 3-1 0,-1 0 1 0,1 3-1 16,-2-1 1-16,1 1 0 0,-1 2 1 0,0 1 0 15,2-3 1-15,-2 2 1 0,0-3-1 16,0 1-1-16,3-2 0 0,-2-2 0 0,-1-4-2 16,2 0 0-16,-2 0 0 0,3-5 0 15,-3-1-2-15,0-2 1 0,2-2-1 0,-2 0 0 16,1-3-2-16,-1 0-1 0,0-1-4 0,2-1-8 15,0-2-16-15,-1-1-22 0,1-1-44 16,-1-1-73-16,-1-2-91 0,2-1-152 0,-2-1-247 16,0-1-317-16,3 1-306 0,0-3-192 15,1 1 94-15,0 1 579 0</inkml:trace>
  <inkml:trace contextRef="#ctx0" brushRef="#br0" timeOffset="103235.66">10066 4485 357 0,'0'3'632'0,"0"1"249"0,2 2 149 15,0 3-248-15,-1 1-211 0,1 5-133 0,1 1-80 16,0 0-71-16,0 2-88 0,3 1-73 16,-1 0-48-16,0-1-31 0,1 0-17 15,2-3-14-15,0-2-7 0,0 0-2 0,0-3-4 16,2-3-6-16,0-3 1 0,-2-2 2 0,2-2 1 15,1-6-2-15,-2-1-4 0,1-5 1 16,-1-5 1-16,1-1-2 0,-2-1 0 0,-2-2 8 16,3-3 22-16,-4 3 39 0,-1 0 50 15,-3 1 53-15,-1 1 27 0,0 1 6 0,-3 1-12 16,-2 2-28-16,-4 2-39 0,1 1-35 0,0 3-26 16,-2-1-15-16,-2 5-10 0,2 0-9 0,-4 4-6 15,3 1-6-15,0 1-5 0,-2 2-2 16,2 3-5-16,0 2-4 0,0 0 0 0,3 3 0 15,-2 1-2-15,3 1-3 0,1 0 1 16,1 0 2-16,0-1-2 0,3 1-2 0,1 0-3 16,1-2-34-16,1-1-65 0,1-1-69 0,1-3-124 15,0-2-178-15,2 1-314 0,3-4-298 0,1-1-217 16,1 0-95-16,2-1 367 0,0-2 537 16</inkml:trace>
  <inkml:trace contextRef="#ctx0" brushRef="#br0" timeOffset="104715.81">10574 4418 227 0,'0'0'376'0,"-1"0"150"0,1 0-14 15,-2 0-90-15,2 0-82 0,0 0-37 16,-2 0-11-16,1 0-2 0,-1 0 10 0,2 0 12 16,-2 0 3-16,1 2-12 0,-1-2-19 15,-1 1-27-15,3 1-40 0,-2 0-44 0,-1-1-46 16,2 4-32-16,-1-1-24 0,-1 2-22 16,0 1-14-16,3 4-12 0,-2 3 10 0,4 2 13 15,-2 2 9-15,3 4 3 0,0 2 2 0,0 1-1 16,2-1-16-16,1 0-14 0,-1 0-19 15,0-3-5-15,4-3-1 0,-2-2-3 0,-1-3 2 16,4-2-7-16,-1-5 2 0,-1-1 6 0,0-5 17 16,3-5 10-16,-3-2 20 0,0-7 22 0,-2-1 26 15,3-2 11-15,-4-4-2 0,-2-1 7 16,-1 1-7-16,-2 0-4 0,-2 0-15 0,-3 2-9 16,-2 1-8-16,-1 0-10 0,-2 1-5 15,-2 2-11-15,-1 2-3 0,0 1-6 0,-1 1-5 16,3 2-5-16,-3 1-5 0,3 4-5 15,1 0-6-15,-1 1-5 0,3 1-3 0,0 2-5 16,2 2-1-16,0 2-3 0,1 2-3 0,4 5-11 16,-1 0-30-16,5 2-75 0,-1 2-113 15,1 1-220-15,5 0-296 0,-2 3-351 0,4 2-390 16,-1-3-149-16,5 1 403 0,-1 1 758 16</inkml:trace>
  <inkml:trace contextRef="#ctx0" brushRef="#br0" timeOffset="105760.41">11033 4648 234 0,'-2'-5'552'0,"2"3"286"15,0-1 185-15,-2 1-182 0,2 1-206 0,0 1-146 16,-1 0-105-16,1-1-84 0,0 1-77 0,0 1-74 15,0-1-40-15,1 3-7 0,-1 1 10 16,0 2 23-16,2 3 1 0,-2 1 0 0,2 2-6 16,-1 4-2-16,1 0-18 0,-1 4-23 0,1 0-3 15,2 3-3-15,-2 1-5 0,-1 4-21 16,3-1-14-16,-3-1-9 0,3 1-12 0,-3 1-10 16,4-5-4-16,-2 1-3 0,0-2-3 0,1-2 0 15,2-3-3-15,-3-3 2 0,0 0-2 16,0-3 0-16,0-2 0 0,1-4 1 0,-1 2-1 15,-2-4 0-15,1 0 1 0,2-3 6 0,-4 0 0 16,2-3 1-16,1-2 4 0,-3-4 1 16,2-1 1-16,-1-1-2 0,-1-4 1 0,0 0 0 15,-1-3-2-15,-1-1 0 0,2-1-2 16,-3-4-2-16,1 2 0 0,-2-4-2 0,-1 1 0 16,2 0-1-16,-2 0 2 0,0-2 6 0,1 4 2 15,-4-2 4-15,5 4 5 0,-2 3 0 16,0 2 1-16,2 1-3 0,0 2-2 0,-1 0-4 15,3 4-4-15,-1 2-2 0,-2-1-2 16,4 4-2-16,-2-1 0 0,2 3-1 0,0-2-1 16,0 3 0-16,0 0-1 0,0 1-1 0,0-2-1 15,0 2 0-15,0 0 0 0,0 2 1 0,2 0 0 16,1 2 2-16,0 2 2 0,0-1 1 16,0 6 1-16,1-1 1 0,0 1-1 0,1 2-1 15,2 2-1-15,-1-1 0 0,0 1 0 16,0-1-1-16,1 1 2 0,0-2-2 0,1 1-1 15,0-5-1-15,0 1-1 0,0-2-1 0,0-2-1 16,-2-2 1-16,3-3-1 0,-2-2 3 16,1-4-2-16,-2-4 3 0,1-1 0 0,-1-5 0 15,3-3 1-15,-4 0-1 0,-1-2 1 16,-1 1-1-16,0-2 2 0,-1 2 0 0,-2 2 0 16,1 2 1-16,-1 2 2 0,0 0 4 0,0 5 3 15,0-1 4-15,0 5-1 0,0 0-1 16,0 1-2-16,0 1-5 0,0 1-4 0,3 2-3 15,-3 2 1-15,2 1-1 0,1 2 2 16,-2 0-1-16,2 5 0 0,-1-3 0 0,1 3-1 16,1-3 0-16,-1 3-1 0,0-1-1 15,2-1 1-15,1 1-1 0,-2-2-1 0,1 1 0 16,0-1 0-16,0-2 1 0,1 0-1 0,2-2 0 16,-2 1-6-16,1-4-18 0,-1 1-40 0,1-2-72 15,-1-2-69-15,-2 1-119 0,0-3-171 16,-3 2-280-16,1-1-286 0,-1 0-203 0,1 2-129 15,0-1 284-15,-1 0 528 0</inkml:trace>
  <inkml:trace contextRef="#ctx0" brushRef="#br0" timeOffset="106535.95">11459 4716 254 0,'2'-2'797'0,"0"1"389"16,-1-1 83-16,-1 1-173 0,0 0-283 0,2 1-259 15,-1-2-164-15,-1 0-96 0,2 1-72 0,-2 0-81 16,0-3-64-16,0 2-34 0,2-3-20 16,0-3-10-16,0 2-5 0,-2-3-2 15,3 0 0-15,-1-1 2 0,-1-2 5 0,1-2 4 16,0 1 3-16,-1 0 0 0,2 0-1 0,-1 1-3 15,0-1-5-15,-1 2-4 0,2 1-3 0,-1 3-1 16,-2-3-1-16,2 4-1 0,-1 0-1 16,-1 3 1-16,3 0 2 0,-3 0 0 0,0 2 3 15,2 1 3-15,-1 0 4 0,2 0 1 0,-3 1-1 16,4 2 2-16,-1 2 2 0,0-1-1 16,2 4 0-16,-2-1-1 0,3 1 1 0,-1 3-2 15,-2-3-2-15,3 4-3 0,-1-1-2 16,0-1-1-16,1 3-2 0,0-3-2 0,-1 1 0 15,-2-1 0-15,2-3-1 0,0 2 0 0,0-3 0 16,-1-1-1-16,1-1 0 0,0-2 1 16,1-2 0-16,1-4-2 0,0 0 2 0,1-3-2 15,0-4 0-15,0 0 1 0,2-3 1 0,-2-2 1 16,-2 2 0-16,2 0 1 0,0 1 0 16,-4 1 0-16,1 1 0 0,-2 4-1 0,2-1 0 15,-3 4 1-15,-1-1 1 0,1 4 0 16,0-1 1-16,-1 4 0 0,2 0 2 0,0 3 2 15,-1 5 0-15,-1-2 2 0,3 5 0 0,-3-1-2 16,2 1-1-16,1 0-3 0,-1-1-1 16,0 2-1-16,0-3-2 0,0-3 0 0,2 1 0 15,-2-3-1-15,2-1 0 0,0-2 1 16,0-2-1-16,1-1 0 0,1-3 1 0,0-1 0 16,1-4-1-16,0-1-1 0,1-1 1 0,-1-3 0 15,2-3 0-15,0 3 1 0,-1-2 1 16,-1 1 0-16,0-1-1 0,-1 2-1 0,1 2 2 15,-3 1-1-15,1 1 0 0,-4 2 0 0,4 1 2 16,-3 2 1-16,0 3 5 0,1 1 4 16,0 3 6-16,-2 1 6 0,5 5 2 0,-4 0 0 15,3 2-3-15,-2 1-4 0,1 3-5 0,0-2-4 16,2 2-3-16,-3 0-3 0,5-2-1 16,-4 2-2-16,2-4-2 0,-1 0-3 0,3-2-1 15,-2-2-3-15,-1-1-6 0,2-1-18 0,-3-1-47 16,-1-3-84-16,-1 1-178 0,-1 0-271 15,1-1-335-15,-1 0-406 0,-2-1-363 0,0 0 71 16,2 4 832-16</inkml:trace>
  <inkml:trace contextRef="#ctx0" brushRef="#br1" timeOffset="119262.84">7714 9763 64 0,'3'2'325'0,"-3"-1"194"0,0-1 177 0,1 0-47 15,-1-1-123-15,0 1-80 0,0-2-27 16,2 2-13-16,-2 0-25 0,0 0-36 0,1 0-51 15,-1 0-58-15,0 0-55 0,0 0-43 0,0 0-23 16,0 2-9-16,0-1-4 0,2 1 11 16,-2 2 34-16,0 4 5 0,2 2-11 0,-1 5-20 15,3 4-13-15,-1 1-25 0,0 5-35 0,3 6-15 16,0 3 4-16,1 4 1 0,-1 2-1 16,2 4-2-16,1 1-3 0,1 4-5 0,0 2-11 15,0-1-8-15,0 4-8 0,-2 0-3 16,3-1 0-16,-2 0 1 0,1 1 2 0,-2-3-2 15,1-2 4-15,-2-2 2 0,-1-1 1 0,-1-3-3 16,1-3-2-16,-1-1 1 0,-1-4-3 16,-2-3 2-16,3-1-2 0,-4-4 0 0,1-4 1 15,1 1-2-15,-3-8-1 0,2-1-18 0,-2-4-36 16,0-3-55-16,-2-3-49 0,1-4-68 16,-3-4-123-16,0-5-148 0,-1-3-208 0,-3-3-233 15,4-3-223-15,-3-2-72 0,1-2 268 16,-1-4 440-16</inkml:trace>
  <inkml:trace contextRef="#ctx0" brushRef="#br1" timeOffset="120422.94">7750 9915 222 0,'0'-3'536'0,"0"0"247"16,0 0 110-16,1 1-204 0,-1 1-199 0,2-1-123 15,-2 1-77-15,2 0-52 0,-1 1-32 0,1 0-40 16,1-2-49-16,0 0-48 0,2 1 7 15,4 0 1-15,1-3 25 0,3 2 8 0,4-3 24 16,-1-1 66-16,6 4-10 0,3-4-7 16,2 0 5-16,3 0-1 0,0 0-20 0,3 0-50 15,1 0-25-15,2-1-12 0,1 1-22 0,3-1-9 16,-2-1-5-16,2-1-3 0,1 2-2 16,2-1-2-16,-2-3-10 0,-3 2-6 0,1-1-8 15,-2-1-3-15,-4 1-2 0,0-1-1 16,-4 2 1-16,-3 0-5 0,0-1 1 0,-4 2 0 15,-3 1 0-15,0 1 0 0,-5 1 4 0,-1 1 4 16,-1 0 4-16,-2 4 2 0,-2 0-1 0,1 0 1 16,-2 0-3-16,-1 0-3 0,0 0-2 15,0 2-3-15,-2 0-2 0,0 0 0 0,-2-2-1 16,1 1-3-16,0 0 2 0,-1-1-2 16,0 0 1-16,-1 2-2 0,1-2 1 0,-2 0 0 15,0 0 0-15,1 0 0 0,-1 0-1 0,0 0 2 16,2 0-1-16,-2 0-1 0,0 0-1 15,0 0 1-15,0 0 0 0,0 0-1 0,0 0 2 16,0 0-1-16,0 0 1 0,0 0 0 16,0 2 0-16,2-2-1 0,-2 0 0 0,1 0 1 15,-1 0 1-15,3 1-2 0,0-1-1 0,-3 1 2 16,3 1 6-16,-1-2 4 0,1 3 1 16,0-2 3-16,2 2 2 0,-2 0 0 0,2 0-3 15,1 2-2-15,-1-1-2 0,1 2 0 16,-1 0 1-16,3 3 1 0,0 0 2 0,0 4 0 15,0-2 0-15,3 4 0 0,-2 3 1 0,1 2 1 16,2 2 0-16,0 2 1 0,-1 5 2 0,1 1 1 16,1 2-1-16,1 5-3 0,0 1-2 15,2 3-3-15,0 3-2 0,0 1-3 0,0 0-2 16,1-1-1-16,-1 2-2 0,1-4-1 16,1 0-1-16,1-3 0 0,-1-2-1 0,0 0 1 15,1-6-1-15,-3-1 2 0,1-3 0 0,-1-3 0 16,0-4 0-16,-3 0 2 0,-1-2-1 0,-1-4 0 15,-3-1 0-15,1-3 0 0,-1 1-1 16,-3-3 1-16,0-1-1 0,0-1 2 0,-2 0-1 16,1-3 0-16,-2 2 0 0,1-2 1 15,-3 0-1-15,2-2 1 0,-1 2 3 0,-1-1 2 16,0-1 3-16,2 1 0 0,-2 0 1 0,0-2-1 16,0 2-2-16,0 0-3 0,0-1-1 15,0-1-1-15,-2 3 3 0,2-1 2 0,-1-1 3 16,-1 1 1-16,-1 1 2 0,1-2 1 15,0 2-3-15,-2 0 0 0,1-1-1 0,0 0-1 16,-2 2 0-16,0-2 1 0,0 3 0 0,-2 0 2 16,2 0 1-16,-3-1 1 0,0 2 1 0,-1-1-15 15,1 0-1-15,-2 1 0 0,-2 0 0 16,2 2 0-16,-1-1 0 0,-3 0 0 16,1 2 0-16,-1-1 0 0,-2 1 0 0,-1 2 0 15,1-2 0-15,-3 1 0 0,-2 0 0 0,-1 3 0 16,0-2 0-16,-3 0 0 0,-2 1 0 0,0 0 0 15,-3 2 0-15,-2 0 0 0,-4 0 0 16,0 1 0-16,-1 1 0 0,-4 1 0 0,0 2 0 16,0 0 0-16,-2 1 0 0,-1 1 0 15,0 2 0-15,-2 1 0 0,5 1 0 0,1-1 0 16,1-1 0-16,4 0 0 0,2-3 0 0,5-1 0 16,2-3 0-16,5-3 0 0,4-2 0 15,1-3 0-15,4-2 0 0,4-4 0 0,1-3 0 16,4-4 0-16,0-4 0 0,3-4-176 0,2-2-189 15,2-3-268-15,1-2-345 0,5-1-419 16,-1-1-430-16,-1-1 67 0,0 3 907 0</inkml:trace>
  <inkml:trace contextRef="#ctx0" brushRef="#br1" timeOffset="121569.71">9654 8715 127 0,'4'-9'576'0,"-4"0"427"0,-1 1 211 15,-2 2-92-15,-2-1-221 0,2 5-213 16,-4-1-170-16,1 1-126 0,-2 2-83 0,-3 2-78 15,3 1-84-15,-3-1-52 0,2 4-25 0,-1 0-16 16,2 1-13-16,-1-1-8 0,3 1-9 16,-1 1-5-16,2 0-7 0,-1-1-3 0,2 0-4 15,0 1-1-15,3 0-1 0,-1 1-1 16,1 0-1-16,1 0 0 0,1 1-1 0,2 0 1 16,-1 1-2-16,4 1 0 0,-1 1-1 0,1-1 0 15,1 1 0-15,2 0 0 0,0 0 0 16,3 3 1-16,0-1-1 0,-1-1 1 0,2 2 0 15,1-2 0-15,-1 2 0 0,1-2 0 16,-3-1 1-16,0 0 0 0,2-1 0 0,-4 0-1 16,1 0 1-16,-1 1 0 0,-2-2 1 0,-1 1 1 15,-1-2-1-15,-2 1 1 0,1 1 0 0,-4-1 0 16,0-1 2-16,0-1-1 0,-2-1 0 16,0-1 1-16,-1-1 0 0,-2-1-1 0,-1-1-1 15,-1-2-1-15,-2-1-3 0,-1-2-2 16,1-4-4-16,-4 0-13 0,2-3-21 0,-2-4-57 15,-1-1-70-15,1-4-82 0,-2 0-139 0,4-1-184 16,-2 1-310-16,0-2-248 0,2 1-192 16,2 0-11-16,-1-1 412 0,2 1 490 0</inkml:trace>
  <inkml:trace contextRef="#ctx0" brushRef="#br1" timeOffset="121808.27">9515 8728 389 0,'3'-9'794'15,"-2"0"262"-15,1 2 57 0,1-1-281 16,-1 0-273-16,1 0-178 0,1 0-106 0,0 0-53 16,2 1 14-16,0 1-4 0,2-1-16 0,3-1-20 15,2 1-14-15,1-2-11 0,0 2-58 0,-1-4-41 16,4 3-22-16,1-1-15 0,-2 1-17 16,2 0-9-16,-1 0-4 0,1-1 0 0,0 3-4 15,1-1-1-15,0 1 3 0,-2-2-2 16,0 2-1-16,1 0-2 0,-2 0 1 0,0 1 1 15,-1 3-2-15,-2-1 1 0,-1 1-9 0,-2 2-44 16,-2 0-62-16,1 2-83 0,-5 1-155 16,-3 1-262-16,-1 2-317 0,0 1-279 0,-3 1-197 15,1 0 101-15,-2-1 565 0</inkml:trace>
  <inkml:trace contextRef="#ctx0" brushRef="#br1" timeOffset="122161.85">10028 8799 355 0,'10'30'648'16,"1"1"237"-16,0 1 147 0,0 1-237 0,2-1-234 15,1 0-148-15,-1-2-81 0,2-5-64 0,-2 0-88 16,4-6-73-16,-2-4-41 0,2-5-18 16,-1-2-12-16,1-5 7 0,-1-3 28 15,0-7 18-15,0-4 31 0,0-4 27 0,-4-2 32 16,-1-3 3-16,-1-4-13 0,-4 0-7 0,-1 0-20 15,-3-2-20-15,-4 3-23 0,-1 0-12 0,-4 0-14 16,-1 1-12-16,-4 1-11 0,-2-2-13 16,-2 2-11-16,2 2-6 0,-4 1-4 0,2 1-2 15,-1 5-3-15,-1 2-3 0,1 2 0 16,3 5-5-16,-2 0-2 0,3 5-4 0,1 2 0 16,2 4-1-16,2 2-1 0,0 5-4 0,2 0-14 15,2 3-25-15,0 1-58 0,1 1-70 16,0 2-108-16,1-2-175 0,2 1-297 0,0 0-312 15,4-1-268-15,0-1-144 0,3-4 270 16,0 0 608-16</inkml:trace>
  <inkml:trace contextRef="#ctx0" brushRef="#br1" timeOffset="122655.14">10501 8676 138 0,'-1'0'762'16,"-3"6"482"-16,1 1 103 0,0 4-107 15,0 2-382-15,0 4-324 0,1 4-172 0,2 3-96 16,0 4-57-16,2 4-62 0,4 2-52 16,0 2-35-16,2 0-17 0,2-1-12 0,4 1-12 15,0-6-10-15,2-4-5 0,2-6-3 0,0-5-1 16,3-5 2-16,-2-5 0 0,3-6 0 0,-2-7 0 15,-3-5 1-15,1-4 3 0,-5-4-2 0,0-5-1 16,-4 1-2-16,-4-3 2 0,-2-2 0 16,-3 1 1-16,-1 1 3 0,-6-1 9 0,-1 4 7 15,-3-1 3-15,-1 1 0 0,-4 2-2 16,0 1 3-16,-3 4-7 0,3 1-5 0,-3 5-2 16,2 5-2-16,-2 4-2 0,0 3-4 0,3 6-4 15,2 4-3-15,1 5-4 0,2 3-7 0,3 2-22 16,2 1-64-16,1 3-80 0,2-2-169 15,3 4-282-15,0-2-323 0,5-1-375 16,0 2-257-16,3-1 84 0,2 0 722 0</inkml:trace>
  <inkml:trace contextRef="#ctx0" brushRef="#br1" timeOffset="123726.75">11173 9096 201 0,'3'-2'611'0,"-3"1"338"0,0-1 146 16,0 2-167-16,0-1-276 0,0-1-200 16,-1-1-118-16,-1 1-61 0,2-2-47 0,0 0-42 15,0-2-17-15,0-3-8 0,3-2-4 0,-3-1-17 16,3-1-14-16,-1-4-14 0,1 1-24 0,-1-1-20 16,1-4-15-16,0 3-9 0,2 1-8 15,-2-2-1-15,0 4-3 0,0 0-2 0,-1 3-11 16,0 4-5-16,-1-2-3 0,1 3-3 15,-1 1 0-15,-1 4-3 0,2-1 0 0,-2 1 0 16,0 1-2-16,2 1 1 0,-1 1 0 0,2 4 3 16,-1 1-1-16,2 3 1 0,-1 5-1 15,2 1 1-15,0 3-4 0,0 1 0 0,3 2-1 16,-1 0 1-16,-2 0-1 0,3-1 0 16,-1-1 0-16,0-2 0 0,0-3 0 0,-1-1-1 15,2-2 1-15,-1-3-1 0,0-3 2 0,1-2 1 16,0-3-1-16,0-3 1 0,0-4 1 15,0-4 2-15,-2-3 0 0,2-3 0 0,-2-1 1 16,1-1 0-16,-3-1 7 0,1 2 5 16,-3 0 3-16,0 3 7 0,-2-2 8 0,-2 3 6 15,2 2-1-15,-2 2-1 0,-1 1 0 0,1 2-3 16,2 2-7-16,-3 0-6 0,3 3-5 0,0 0-6 16,-1 0-6-16,1 4-4 0,0 1-3 15,0 4 0-15,1 1-3 0,2 2 0 0,-1 2 1 16,1 4 0-16,1-2 0 0,0 1 0 15,2 2 0-15,-1-3 0 0,3 2 0 0,-1-3 0 16,-1 0-1-16,5-3 0 0,-2-1-1 0,1-2-6 16,2-2-13-16,-2-3-35 0,4 0-74 15,-4-2-77-15,-1-2-144 0,-1 0-219 0,0-1-315 16,-2-2-320-16,2 1-204 0,-3-2-27 16,3 0 496-16,-4 0 557 0</inkml:trace>
  <inkml:trace contextRef="#ctx0" brushRef="#br1" timeOffset="124365.67">11656 9015 376 0,'4'-2'670'16,"-1"-1"217"-16,-1 0 115 0,-1-4-236 16,3 1-213-16,-3-3-134 0,2-2-58 0,1-4-28 15,0 2-41-15,-2-4-40 0,4 0-25 0,-1-3-23 16,-2 2-23-16,3 0-27 0,-4 0-30 16,3 4-27-16,-2-1-23 0,0 3-13 0,0 3-7 15,-1 3-7-15,-1 0-8 0,2 4-11 16,-1-2-6-16,0 4-7 0,-1 2-5 0,4 2 4 15,-2 3 5-15,2 4 2 0,1 1 0 0,0 3 7 16,-1 2 3-16,2-1-5 0,-1 2-3 16,-1 1-2-16,4-3-2 0,-2-1-7 0,-1-2-5 15,0-1-3-15,2-3 0 0,-2 1 0 0,2-7-1 16,-1 2 0-16,0-8 1 0,1-2 1 16,0-5 1-16,0-3-1 0,3-5 0 0,-3-3-1 15,2-2-2-15,-1-1 0 0,1 0-2 16,-1 3 0-16,-2 0 0 0,0 5 0 0,-2 4 1 15,0 0 0-15,-2 4 1 0,0 3 2 0,2 4 0 16,-2 5 1-16,2 1 5 0,-1 6 5 16,0 2 1-16,1 2 2 0,-1 1 1 0,0 2-1 15,0 1-5-15,2 0-5 0,-1-2-3 0,0 0-2 16,1-4-1-16,-1-3-2 0,4 0 0 16,-2-5 1-16,-1-2-1 0,4-3 2 0,-1-4-1 15,1-6 1-15,-1-3-1 0,4-4 1 0,-2 0 0 16,-1-4-1-16,2 1-1 0,-3 1 0 15,1 2 0-15,1 2-2 0,-3 4 1 0,0 1 0 16,-2 7 1-16,3 3 1 0,0 5 0 16,-1 4 2-16,-2 5 0 0,3 4-2 0,-2 5-2 15,-1 3-1-15,4 2-3 0,0 1-13 0,2-1-37 16,0-1-90-16,-1-2-182 0,4-4-265 16,2-3-321-16,0-1-409 0,2-5-397 0,0-1 86 15,2-2 839-15</inkml:trace>
  <inkml:trace contextRef="#ctx0" brushRef="#br1" timeOffset="138024.29">21123 5739 161 0,'0'0'324'0,"0"0"140"15,2 1 24-15,-2-1-102 0,0 0-81 0,0 0-53 16,0 0-33-16,0 0-24 0,0 0-17 0,0 0-9 15,-2 0-13-15,2 0-13 0,-2 2-14 16,2-2-17-16,0 0-20 0,-1 1-7 0,1-1-2 16,-2 2-4-16,2 0 11 0,0-2 9 15,-2 2 9-15,2-2 6 0,0 2-6 0,-1 0-8 16,-1-1-19-16,2 0-13 0,0 1-12 0,0 1-15 16,-1 0-10-16,-2 1 0 0,1 1 11 0,1-1 14 15,-1 1 13-15,2 0 2 0,-1 1 2 16,-1 0-3-16,0-1-18 0,2 1-6 15,-1-1-8-15,-1 1-1 0,1 0 3 0,-1 0-5 16,0 1 0-16,1-1-3 0,-1 0-8 0,0 0-7 16,2 0-7-16,-3 2-4 0,3-2-1 0,-1 1-5 15,-2-1 0-15,1 1-1 0,2 0 2 16,-1 0-1-16,-1-1 7 0,1 2 3 16,1-1 0-16,-2 1-1 0,2-2 1 0,-2 2 4 15,2-1-5-15,0 0-5 0,-1 1 3 0,-1-2-3 16,2 1-4-16,-1 1-1 0,1-1-2 0,-2-1 1 15,0 1-2-15,1-1 1 0,1 0 2 16,-2 1-3-16,0 0 3 0,2-1 0 16,0 0-4-16,-1-1 2 0,1-1-2 0,-2 2 4 15,2 0-3-15,-1-1 1 0,1 0 3 0,0 0 3 16,-3 1 1-16,3-1-2 0,-2 2 3 0,2-2-1 16,0-1-1-16,-1 2-3 0,1-1 1 15,0 0 0-15,-2-1 1 0,2 0 2 0,0 1-2 16,-1-1 1-16,1 2-1 0,0-2 0 15,-2 1-1-15,0 0 0 0,2-3 1 0,0 3-2 16,0 1 3-16,-1-4 0 0,-1 2-2 0,2 0-1 16,0-1 1-16,-2 1 2 0,2 0-4 15,0 0 0-15,-1-2-1 0,1 3 3 0,0-1-1 16,0-1 1-16,0 2 4 0,0-1-3 16,0 0 3-16,0 1-4 0,0 0 0 0,0-1 1 15,0-1-2-15,0 3 3 0,0-4-2 0,0 4-1 16,0-4 1-16,0 3-3 0,-2 0 2 15,2 0-1-15,0-1-1 0,0 0 1 0,-1 1 0 16,1-1 1-16,0 1 3 0,-2-1-5 0,2-1 2 16,-2 1 0-16,2 1 1 0,0 0-2 15,-1-1-2-15,1-1 4 0,-2 2 1 0,2-2-2 16,0 2-2-16,0-1 2 0,0-1 0 16,0 2 0-16,0-1-2 0,0-1 3 0,0 1 2 15,0 1-2-15,0-2 2 0,0 1-1 16,0 0 3-16,0 1-2 0,0 0-3 0,2 1 4 15,-2-2-5-15,0 1-3 0,0-2 3 0,0 1-2 16,0 0 3-16,0 0-4 0,0 0 5 16,0 0 0-16,0-2-1 0,0 3 1 0,0-2 0 15,0 1 3-15,0-1-1 0,0 2-1 16,0-1-3-16,0 1 1 0,0-1-5 0,0 2 2 16,0 0-1-16,0-1 5 0,0 1 1 0,0-1-1 15,0-1 4-15,0 0-1 0,0 0 1 16,0 0-3-16,0 0 0 0,0 1-2 0,0-2-1 15,0 1 0-15,0 1-2 0,0-3 1 0,0 3 1 16,0-2 4-16,0 0-4 0,-2 2-1 16,2-3 3-16,0 3-1 0,-1 0-3 0,1-2 0 15,0-1-2-15,-2 3 1 0,2 0 3 16,-3-2 1-16,3 3 2 0,0-2 1 0,-1 1 3 16,-1 1-3-16,2-2-3 0,0 2-4 0,-1-2 1 15,1 2 3-15,0 0 1 0,0 1 4 16,0-1-6-16,0-1 3 0,0 2 2 0,0-2-10 15,0-1 2-15,0 0 0 0,0-1 5 16,0 2-3-16,0-2-1 0,0 0 3 0,0 1-1 16,0 1 1-16,0-3-4 0,0 3 4 0,0 0 0 15,0-1 0-15,0 1 0 0,0 2 5 16,-2-1 16-16,2 2 4 0,0-2 5 0,0 0 3 16,0 0 0-16,0 0-5 0,0-2-15 0,0 2-8 15,0-1 0-15,0-3-5 0,0 3-4 16,0-2 3-16,0 2 1 0,0-3 0 0,0 3 1 15,0-1-1-15,0 2 3 0,-2-2-6 0,2 2 3 16,-1-2 0-16,1 4-1 0,-2-2 2 16,0-1-2-16,1 1 5 0,1 2 0 0,-2-2 0 15,2-1-4-15,0 1 1 0,-1 1 3 16,1-1 0-16,0 2-3 0,-2-2-1 0,2 0 5 16,-2 1-3-16,2 1-1 0,0-1 2 0,0 0 0 15,0 0 2-15,0 1 0 0,0 1-2 16,0-2 1-16,2-1-3 0,-2 2-1 0,2-1 0 15,-2-2 1-15,0 1-2 0,1 1 1 16,-1-3 0-16,0 2-2 0,2-2 2 0,-2 2-2 16,1-1 5-16,-1 0-2 0,0 0 1 0,2-1 3 15,-2-1-2-15,2 1-4 0,-2 1 1 16,0 1 0-16,1-2 0 0,-1 2 0 0,2-1 3 16,0-1 2-16,-2 0-3 0,0 1-1 15,1-1 1-15,1 1-3 0,-1-1-1 0,-1 0 2 16,3-1 0-16,-3 0 0 0,2 0-3 0,-2 0 3 15,0 0 0-15,1 0 2 0,-1 0-3 16,0 0 1-16,0 0 2 0,0 0-1 0,2 0 1 16,-2-1-2-16,0 2 0 0,0 0 2 15,0 2 4-15,-2 0 55 0,2-1 32 0,0 3 12 16,-1 1 8-16,1-3 0 0,0 1-4 0,0 1-47 16,0-3-29-16,0 2-14 0,0 1-9 15,0 0-6-15,0-2-1 0,1-1-4 0,-1 4 0 16,0-3 3-16,2 1-2 0,-2-3 2 15,1 2-2-15,-1 0 0 0,0-1 2 0,2-3 0 16,-2 3 1-16,0-2-5 0,0-2 2 0,0 4 0 16,0-3 0-16,0 1-2 0,0-2 1 0,0 0 2 15,0 3 0-15,2-3 3 0,-2 1-2 16,0 3 3-16,0-3-1 0,0 2 0 0,0 0 1 16,0 2-3-16,0 1 0 0,0 3-2 15,-2-3-2-15,2 2-2 0,-2 0-1 0,2-1 0 16,0 1 0-16,0-3 0 0,0 2 2 0,0 0 4 15,0-1 2-15,0-2-2 0,0 1 2 16,0-2 1-16,0 2 0 0,0-3-3 0,0 2-1 16,0-2 0-16,0-2 0 0,0 3 0 15,0 0-2-15,0 1-1 0,0-3 1 0,2 2 1 16,-2-2-1-16,0 2 1 0,2-2 0 0,-2 3 2 16,0-2-1-16,-2 1 4 0,2 3-2 15,0-3-1-15,-2 0 3 0,2-1-2 0,0 2 0 16,-1-3-3-16,1 3 0 0,-2-2 0 15,2 0-2-15,0 1 3 0,-1 0-3 0,1 3 3 16,0-3 0-16,-2 2 0 0,2-2 0 0,-3 0 3 16,3 1-1-16,0-1-2 0,0 2 1 0,0-1-2 15,0-1-1-15,0 2-3 0,0-1 3 16,-1 1 1-16,-1-2 1 0,2 1 0 0,0 0 0 16,0-2-1-16,0 2 0 0,0-1 0 15,0-2 1-15,0 1 1 0,0 0 0 0,0-1 0 16,0 1-2-16,0-1 0 0,0-1-2 0,0 0 2 15,0 1 1-15,0 0 1 0,2-1 1 0,-2 0 0 16,0 1 1-16,0-1-2 0,0 2 1 16,0 0-1-16,0 0 0 0,0 0 0 15,0 0 0-15,0 2-2 0,0-1 3 0,-2 2 1 16,2 1 1-16,0-1 0 0,-1 0 0 0,1-1 0 16,0 1-4-16,0 0 2 0,-2-1 15 0,0 1 10 15,2-1 2-15,0 2 3 0,-1-1 2 16,1-2-3-16,0 0-15 0,0 0-4 0,0 1-6 15,0-3-1-15,0 2-4 0,0-4 0 16,0 4 1-16,0-2-2 0,0 0 1 0,0 0-1 16,0 1 1-16,0 0 1 0,0-2-1 0,0 3 0 15,0-3 0-15,0 2 0 0,-2-1 1 16,2 0-1-16,-2 1 1 0,2 0-2 0,0 0 2 16,-1 2-2-16,-1-1 1 0,2 2-1 15,-1-3 2-15,1 1-1 0,0 0-1 0,-2 2 3 16,2-4-1-16,-2 3 0 0,2-1-1 0,0 0-1 15,-1-1 1-15,-1 0-2 0,2 2-1 0,0-3 3 16,0 2-2-16,-1-3 3 0,1 2-2 16,0 0 0-16,-2-1 1 0,-1 1-1 0,3 1 1 15,0 0 0-15,-1 1 1 0,-1-2-1 16,0 1 0-16,2-1 1 0,-1-1-2 0,-1 0 1 16,2 2 3-16,0-3 9 0,-1 0 6 0,1 2 1 15,-2-3 3-15,2 2 0 0,-2 0-3 16,2 0-8-16,-1-2-4 0,-1 2-5 0,2-2-1 15,-1 2 0-15,-1-1-1 0,0 1 1 16,2 1-1-16,-1-2 2 0,-1 1-1 0,1 1-2 16,1 0 0-16,-2 0 0 0,0 0 1 0,0 0-2 15,0-2 1-15,2 0 1 0,-2 1 2 16,2-1-1-16,-1 1 1 0,1-2 0 0,-2 0 7 16,1 2 5-16,1-2 0 0,-4 1 5 15,3-1-1-15,-1 2 1 0,1-2-6 0,-3 1 1 16,3 1 1-16,-2-2-1 0,-1 1 1 0,0 1-2 15,-1 0 6-15,0 0-3 0,1 0-1 0,0-1 0 16,-1 0 0-16,1 1 1 0,-4 0-3 16,2 0-1-16,-1 2 3 0,2-2-3 0,-4 1 1 15,3-1-2-15,-1 0-2 0,-1 1-2 16,-1 0-3-16,1 0-1 0,-1 0 0 0,1 0 0 16,-3 1 1-16,1 0-1 0,1 1 1 0,-4-1-1 15,2 1 1-15,-1 0 0 0,-3 1 0 16,2-2 1-16,-1 2 2 0,0-2 1 0,-2 1 1 15,2-1 0-15,-2-2-1 0,0 0-1 0,-3 1-2 16,2-2-1-16,0-1-2 0,-4-1-1 16,3-2-1-16,-2 3-1 0,-2-2 0 0,4 0 0 15,-4 2 0-15,2-3-1 0,1 3-1 0,-2 3 1 16,1-1-1-16,-1 3-3 0,1 1-1 16,-1 3-7-16,5 0-16 0,-1 1-29 0,4-1-74 15,4-1-104-15,0-2-191 0,4-4-290 16,1-2-335-16,6-2-382 0,1-3-186 0,4-4 274 15,3-3 730-15</inkml:trace>
  <inkml:trace contextRef="#ctx0" brushRef="#br1" timeOffset="142588.85">21172 5740 13 0,'3'0'209'16,"-1"0"120"-16,-2 0 90 0,1 2-36 15,-1-2-73-15,2 0-65 0,-1 1-41 0,-1-1-22 16,0 0-17-16,0 0-6 0,2 0-11 0,0 0-3 15,-2 0 4-15,0 0 2 0,0 0 7 16,0 0 5-16,0 0 2 0,0 0-7 0,0 0-13 16,0 0-25-16,0 0-25 0,1 0-23 15,-1 0-26-15,0 0-18 0,0 0-16 0,0 0-8 16,0 0-4-16,2 0-4 0,-2 0-4 16,1 0 3-16,-1 0-4 0,0 2 2 0,0-2 1 15,2 2 1-15,-2-2 2 0,2 0 2 0,-2 0 0 16,0 0-1-16,1 2-1 0,-1-2 3 15,0 2 0-15,2 0 0 0,0-1 16 0,-1 0 48 16,1 1 27-16,-1 0 10 0,4-1 9 16,-5 2 0-16,1 0-9 0,2-1-29 0,1 3 2 15,-3 0 0-15,1-1 1 0,-1 2-2 0,3-2-2 16,-3 2-14-16,3-1-25 0,-3 1-14 16,1-1-7-16,-1 1-6 0,4-2 0 0,-4 2 0 15,1-2 0-15,-1 0-2 0,-1 0-2 16,2-1-1-16,0 0 0 0,-1 2 0 0,-1-2-1 15,2 1 1-15,0-1 1 0,-1 1 2 0,-1 1-2 16,3 0 5-16,-3-1 9 0,0-1 6 16,4 2 0-16,-4 1 2 0,1-2 0 0,-1 1-2 15,3 1-10-15,-3-2-5 0,2 2-1 16,1-1 2-16,-2 1-6 0,-1-2 0 0,0 2-1 16,2-1 0-16,-2 1 0 0,1 1 6 0,-1-5 6 15,0 5 5-15,0-3 5 0,0 2 3 16,0-2 2-16,0 0-8 0,2 2-6 0,-2-1-5 15,2-1-7-15,-2 1-2 0,0-1-2 0,0 1-1 16,0-1 3-16,1 0-3 0,-1 1 5 16,0 1-1-16,2-4 0 0,0 2 2 0,-2 0-2 15,1-1 0-15,-1 3-1 0,0-4 3 16,0 2-2-16,2-2 0 0,-1 1 0 0,-1 1 0 16,0 1-1-16,0-2-3 0,0 2 4 0,0-2-3 15,0 1 2-15,0 0 3 0,-1 2-1 16,-1-1 6-16,2 1-6 0,0-1 4 0,0-1 3 15,-1 2 10-15,1 0 4 0,0 2 2 0,-2-2 4 16,0 1-3-16,2 1-6 0,-1-1-8 16,1 0-6-16,0 1-2 0,-2 0 2 0,0 0 2 15,2-2-1-15,-1 1 1 0,-1 0-4 0,2-1-2 16,-1 2-2-16,1-1 1 0,-3 1 0 16,3-2-3-16,-2 1 5 0,2-1-1 0,0 1-1 15,0 1 1-15,0 0-2 0,0-2 1 16,0 1 0-16,0 1 3 0,0-1-1 0,0 0 0 15,0 1 1-15,-1 0-4 0,1 0 1 0,0 0 1 16,0 0-2-16,0-2 0 0,0 1 3 16,1 1 0-16,-1-2-4 0,0 1 2 0,2 0 1 15,-2 0 0-15,3 0 0 0,-3 1-1 16,0-2 3-16,1 1 1 0,-1 1-4 0,2-2 0 16,-2 1 0-16,1 0 0 0,-1-1 0 0,0 2-1 15,2-3 2-15,0 3-1 0,-2-3 0 16,0 1 0-16,0 0 2 0,0 0 0 0,0 0 0 15,0 0-2-15,0-1 0 0,0 1 0 16,0-2-1-16,0 0-4 0,0 1 1 0,0 1 1 16,0-1 3-16,0-1 0 0,0 0-2 0,0 2 2 15,1-2 3-15,-1 2-3 0,0-2 1 16,0 1-1-16,0-1 27 0,0 1 20 0,0-1 8 16,2 2 10-16,-2-1 2 0,2-3-2 15,-2 3-21-15,0 1-18 0,0-4-11 0,0 3-6 16,1-2-7-16,-1 0-1 0,0 1 1 0,0 0 0 15,0 1 4-15,0-1 0 0,0 1-3 16,0 1 0-16,0 0 3 0,0-1-3 0,0 1-5 16,0 0 2-16,0 0 1 0,0 1-1 15,0-1-4-15,0-1 1 0,0 1 3 0,2 0 1 16,-1-2 0-16,-1 0 4 0,0 1 0 0,0-2-2 16,0 1-4-16,0-1-3 0,0 0-1 0,0 0-1 15,0 0 6-15,2 0 2 0,-2 0 0 16,0 0-1-16,2 0 1 0,-2 0-1 0,0 0-3 15,1 1-4-15,-1 0 6 0,0-2 2 16,0 3 0-16,2-1-2 0,-2 0 2 0,1 0-2 16,-1 1-4-16,0-1 0 0,0 2 4 0,0-1 3 15,0 0 1-15,0 1-2 0,2 0 0 16,-2 0 2-16,3 1-1 0,-3-1-2 0,0-1-4 16,0 2 4-16,0-1 1 0,1 0-1 15,-1 0-6-15,0 0-1 0,2 0 2 0,-1 0 3 16,-1 0 1-16,2 0 0 0,1 1 5 0,-1-3 1 15,0 2 2-15,-1-1-3 0,1 1-5 0,-1-1-2 16,3 1-2-16,-3 0 2 0,2-2-2 16,1 1 2-16,-2-1 3 0,2 1 3 15,-3-1-3-15,1 1 3 0,-1-1-2 0,1 2-2 16,0 1 3-16,-1-4-3 0,-1 4-1 0,2-3 1 16,-1 1 1-16,-1-1 3 0,0 2-7 0,2-1 2 15,0-1 2-15,-2 1 0 0,0-3 0 16,0 3 0-16,1-2 0 0,-1 2 3 0,0-2-1 15,0 1-5-15,0-1-3 0,2 1-1 16,-2 1 3-16,0-1 1 0,0 2 1 0,0-4-1 16,1 3 2-16,-1-1 4 0,0-1 1 0,0 2-2 15,0-2 0-15,2 1 2 0,-2 1 1 16,0-1-2-16,0-1-5 0,0 2 0 0,0-1 2 16,0 0-1-16,0 3-2 0,0-2 1 15,0 1 2-15,0 0-2 0,0 0 0 0,0-1 3 16,0 1-2-16,0 0-4 0,0 2 4 0,0-2 0 15,0 0-1-15,0 0-5 0,0-2 6 0,0 1 0 16,0 1-1-16,0-1 3 0,0 1 1 16,0-1 4-16,0 1-4 0,2-1-1 15,-1 0-1-15,-1-1-4 0,0 0-2 0,3-1-3 16,-3 2 4-16,2-3 2 0,-2 3-3 0,0 0 1 16,1-3 4-16,-1 2 0 0,0-1-2 0,2-1-1 15,-2 2 5-15,1-2 3 0,-1 3-2 16,0-1 3-16,2-2-2 0,-2 3-2 0,2-1-3 15,-2 1 1-15,0 0-1 0,1-1-2 16,-1 0 3-16,0-1 1 0,2 2-1 0,-1-1-3 16,-1 1-1-16,0-2 8 0,0 1-6 0,0-1 3 15,0-1 2-15,0 3-2 0,0-3 3 16,0-1-6-16,0 2 5 0,0-1-4 0,0 2 1 16,0-2 4-16,0 0-7 0,2 1 6 15,0 0-3-15,-2-2 5 0,0 4-3 0,1-2 0 16,-1 0 3-16,0 1-4 0,0 0-2 0,0 1-1 15,0-2-3-15,0 2 1 0,0-1 1 0,0-1-2 16,0 1 6-16,0 0-3 0,0 2 4 16,0-1-1-16,0-1-4 0,0 0 7 0,0 1-7 15,0-1 4-15,0-1-1 0,0 2 1 16,0-2-1-16,0 1-1 0,2-1 2 0,-2 0-1 16,2 0 1-16,-2 0-3 0,1 0 5 0,-1-1-3 15,0 1-1-15,2-2-3 0,-2 1 0 16,1-1 3-16,-1 0 1 0,0 1 0 0,3 1-1 15,-3-1 1-15,2-2-1 0,-2 2 1 16,0 2-2-16,1-3 0 0,-1 0 2 0,0 2 0 16,2-1 1-16,-2 0 1 0,1 1 2 0,-1-2-5 15,0 2 1-15,2 0-2 0,0 0 3 16,-2 0-3-16,0 0-2 0,1 1 5 0,-1 0-1 16,0 0 33-16,0-1 15 0,2 2 11 15,-1-3 5-15,-1 2 0 0,0-3 2 0,0 2-26 16,0-1-15-16,0-1-12 0,0 0-4 0,2 1-6 15,-2-1 0-15,0 1-3 0,0 0 0 0,0 0 1 16,0 2-1-16,0-3 0 0,2 3 3 16,-2 0 1-16,0-1 17 0,0 1 9 0,0 1 5 15,1-2 2-15,-1 0-2 0,0 0-1 16,0 0-18-16,2 0-5 0,-2-2-6 0,0 2-1 16,0-2-3-16,2 2 1 0,-2-1-1 0,0 1-1 15,0-1 0-15,0-1 1 0,0 1-1 0,0 1 0 16,1-2 1-16,-1 1-1 0,0-1 1 15,2 2-3-15,-2 0 3 0,0-1 0 16,0 0-1-16,1 1 0 0,-1-1-2 0,0-1 2 16,0 2-1-16,3 1-1 0,-3 0 5 0,0-1 10 15,2 2 7-15,-2-2 2 0,0 1 3 16,0 0 0-16,0 0-3 0,0-1-9 0,0-1-7 16,1 3-2-16,-1 0-3 0,0-1 0 0,0 1 0 15,2-2-1-15,-1 1 3 0,-1-2-2 16,0 3 0-16,0-3-1 0,0 2 1 0,0-4-1 15,0 2 0-15,2-2 0 0,-2 2 0 0,0 0 0 16,0-2 0-16,0 0 1 0,0 1 1 16,2-1-1-16,-2 1 0 0,0 1 0 0,1-2-1 15,-1 3 0-15,0-3 1 0,2 3-1 16,-2-2 0-16,1 1 0 0,-1 1 1 0,0-2 2 16,2 3-1-16,-2-2 0 0,0 1 0 0,2 0 0 15,-1 0-1-15,-1 0-2 0,0 2 2 0,2-2 12 16,-2 3 8-16,2-2 4 0,-2 1 2 15,0 0 2-15,0-2-2 0,0 2-10 0,0-1-7 16,0-2-4-16,0 1-3 0,0 0 0 16,1-1-2-16,-1 1-2 0,2 0 2 0,-1-2-1 15,-1 1 1-15,0 0-1 0,0-1-1 16,0 0 2-16,0 1-1 0,0-2-1 0,2 1 1 16,1 1 0-16,-3-1 0 0,1 0 1 0,-1-1-1 15,2 2 1-15,-1 1-1 0,1-1 0 16,0-1 0-16,-1 1 1 0,3-1 0 0,-3 1-1 15,2-1 0-15,1 1 1 0,-3 1 0 0,2-2 0 16,-1 1 0-16,2-1 0 0,-2 2 0 16,-1-1 0-16,1-2 0 0,1 2 6 0,-1 1 5 15,0-2 3-15,-1 1 1 0,2 1 3 16,1-1 0-16,-3 2-5 0,1-2-6 0,-1 1-1 16,3 0-3-16,-2 0-1 0,0 1-1 0,0-2 0 15,-1 2-2-15,2-3 0 0,-3 2 0 16,4-2 0-16,-4 1 0 0,1-1 0 0,1 0 0 15,-1 1 0-15,1-2 1 0,0 0-1 0,-1 1 1 16,2 1 1-16,-1-2 0 0,1 0 4 16,3 2 3-16,-3-2 2 0,1 1 3 0,-3-1 0 15,4 0 1-15,-2 2-2 0,0-2-1 0,2 3 1 16,0-2 0-16,-1 1 0 0,0 0-2 16,0 2-1-16,0-2-2 0,-3 2-3 0,4-2-2 15,-2 2 0-15,2-2-2 0,-4 1 1 16,2-1 0-16,1 0 0 0,-3-2 0 0,1 4 0 15,-1-4 0-15,1 2 2 0,1-1-2 0,-1-1 1 16,0 2 0-16,-1-2 0 0,1 0 1 16,1 1-1-16,0-1 1 0,0 2 0 0,0-2 1 15,-1 0-2-15,1 0 0 0,0 0 0 16,0 1-1-16,1-1 0 0,0 2 0 0,1-2 0 16,-2 2 0-16,0-2 1 0,2 1 0 0,-2 0 0 15,0 1 1-15,2 0-1 0,-2-2 2 0,1 1-2 16,-2 0 1-16,2 1-1 0,-3-1 1 15,2 1-1-15,-1-2-1 0,0 0 0 0,-1 0 0 16,2 0 0-16,-1 0-1 0,0 0 1 16,-1 0-1-16,2 1 0 0,-1-1 0 0,0 1-1 15,2-1 1-15,-2 0-1 0,1 2 1 16,-2-2-1-16,3 0 1 0,-3 1-1 0,1-1 0 16,1 0 1-16,-1 0-2 0,1-1 2 0,-2 1 0 15,3-2 0-15,-3 2 0 0,4-1 1 16,-4 0 0-16,1-2 0 0,1 1 1 0,-1 1 2 15,1-2 2-15,-2 1 1 0,3 0 0 0,-3 0 0 16,3-1-1-16,-3 0-1 0,5 1-2 16,-3-1 0-16,0 2-1 0,1-2-1 0,-1 1-1 15,0 0 0-15,2-1-1 0,-2 1 1 0,2 1 0 16,-1-2 1-16,3 1 1 0,-4 0 0 16,0 2 1-16,4-2 0 0,-3 2 1 0,2 0-2 15,-3 0-1-15,2 0 1 0,0 0-2 16,0 2 0-16,-2 0 1 0,5-2 0 0,-5 2 0 15,2 1-1-15,-2-2 1 0,0-1 0 0,2 1 0 16,-2 0-1-16,0-1 0 0,1 3 1 16,0-3 0-16,-1 0 2 0,0 0 0 0,1 0 1 15,-1-3 0-15,0 3 0 0,0 0 0 16,0-1-1-16,1 0 1 0,0 1-2 0,-1-1 0 16,0-2 0-16,1 3-1 0,-3 0 0 0,4-2 0 15,-2 2 0-15,-1 0 0 0,1 0 1 16,-1 0-1-16,2 2-1 0,-1-2 1 0,-1 4 0 15,1-3-1-15,-1 0 0 0,-1 2-1 0,1-1 0 16,-1 0 0-16,-1-2-2 0,0 4 1 16,0-2-2-16,0-1 0 0,0 1-9 0,-3 1-19 15,0 0-32-15,-2-1-82 0,-4 0-155 0,-1-2-263 16,-1 2-330-16,-3-2-409 0,0 0-469 16,-3 2-25-16,0 0 798 0</inkml:trace>
  <inkml:trace contextRef="#ctx0" brushRef="#br2" timeOffset="160684.35">11652 11806 52 0,'2'2'613'0,"0"-1"488"0,-2 1 173 0,0-1-93 16,0 1-307-16,2-2-291 0,-2 1-169 0,0-1-93 16,2 1-57-16,0-1-51 0,-2-1-56 15,1 0-61-15,1-1-31 0,1-2-18 16,0-3-5-16,0-3-2 0,2-3 0 0,3-3 1 15,0-6 1-15,-2-2 0 0,4-3-2 0,-1-1 0 16,1-2-3-16,-1-2 1 0,2 2-1 0,-3 2-2 16,0 1-2-16,0 3-3 0,0 4-1 15,-4 1-3-15,1 7-2 0,-1-1-2 0,-1 6-3 16,-2 0-2-16,1 1-3 0,1 3-4 16,-3 0-4-16,2 1-2 0,-1 1-1 0,1 2-2 15,2 1 0-15,-1 2 0 0,2 2 1 0,0 2 0 16,0 0 1-16,1 3 0 0,2 1 0 15,-2 3 0-15,1 0 0 0,-1 3-1 0,-1 0 1 16,3 4 1-16,-2-1 0 0,-1 2 1 16,0 2 0-16,-1-2 1 0,1 3-2 0,-2 0 0 15,2-1-2-15,-2-3 0 0,-1 1-1 0,1-2 0 16,-2-2 0-16,1-4-1 0,1 1-1 0,-1-4 0 16,0-1 0-16,-2-3 0 0,1 1-2 15,-1-3 1-15,2-2 0 0,-2-1-2 0,0 0 0 16,0 0-1-16,0-3-1 0,0 2-2 15,0-2-8-15,1-2-14 0,-1-1-19 0,0-2-31 16,3 0-68-16,-3-3-76 0,-3-1-116 0,2-1-179 16,-1-5-299-16,1 3-322 0,1-1-235 15,0 2-121-15,1-1 349 0,1 0 604 0</inkml:trace>
  <inkml:trace contextRef="#ctx0" brushRef="#br2" timeOffset="161100.97">12046 11493 413 0,'5'1'902'15,"0"3"271"-15,1 3-7 0,-2 2-267 0,3 3-290 16,-1 6-162-16,2 2-88 0,3 0-58 16,-3 4-47-16,3 2-44 0,0-2-68 0,-1 0-67 15,2-3-36-15,-2-2-18 0,1-2-13 16,1-5-6-16,1-1-1 0,-2-6 3 0,2-2 1 15,-4-4 1-15,1-6 5 0,2-2 4 0,-4-4 4 16,-1-4-1-16,-1-3 2 0,-1-2 0 0,-1-4-6 16,-2-1 4-16,-2 0 2 0,0-1 7 0,-2 2 3 15,-1 0 8-15,-3 3 5 0,1 3 3 16,-1 1 1-16,-2 3-3 0,0 3-1 0,-3 2-6 16,2 4-5-16,-3 3-9 0,0 2-6 15,1 4-6-15,-2 2-4 0,2 3-3 0,1 4 0 16,1 1-3-16,1 3 0 0,2 1-1 0,1 5 1 15,0-1-1-15,2 3-1 0,3 2 1 0,0-1-2 16,0-2 0-16,3 3-2 0,2-3-5 16,0-1-20-16,1-2-48 0,1-2-75 0,0-6-119 15,1-1-194-15,0-4-304 0,0-5-341 16,3-4-308-16,0-4-134 0,2-4 369 0,-2-2 646 16</inkml:trace>
  <inkml:trace contextRef="#ctx0" brushRef="#br2" timeOffset="161432.67">12454 11414 32 0,'0'11'572'0,"0"4"485"16,-3 3 190-16,0 2-77 0,1 5-279 0,2 4-288 16,3 3-186-16,0 1-101 0,3 1-59 0,-1-1-49 15,3-2-67-15,3-3-68 0,2-5-35 16,1-5-17-16,3-6-12 0,0-5-4 0,1-7 0 15,3-8 0-15,-2-5-2 0,1-4 0 0,-4-6-1 16,0-4 1-16,-2-4-1 0,-3-2-1 16,-3-1 0-16,-3-1 1 0,-2-1 2 0,-6 6 0 15,1-4 4-15,-6 5 6 0,-4 2 10 16,-1 2 7-16,-4-1 10 0,-1 5 10 0,0 1 3 16,-2 3-1-16,0 6-7 0,0 1-8 0,0 7-10 15,0 6-10-15,1 5-10 0,3 5-6 0,0 6-3 16,4 2-2-16,0 4-2 0,6 0-7 15,2 4-32-15,2 0-80 0,4-1-124 0,1 0-234 16,2-3-298-16,4 2-361 0,0-2-377 16,7-4-99-16,0 0 500 0,6-4 714 0</inkml:trace>
  <inkml:trace contextRef="#ctx0" brushRef="#br2" timeOffset="162905.72">10528 12214 147 0,'0'0'523'16,"0"2"344"-16,0-2 222 0,-2 0-119 0,1 0-257 15,-1 3-179-15,-1-3-83 0,1 1-45 16,2-1-58-16,-2 0-48 0,0 2-38 0,0-2-35 16,-1 0-47-16,0 0-45 0,1 0-27 0,-1 0-15 15,0 0-14-15,-2 0-9 0,2 0-9 16,-3 0-8-16,1 0-7 0,0 0-5 0,2 0-7 15,-2 0-5-15,2 1-4 0,0-1-3 16,0 0-4-16,-2 2-3 0,2 0-4 0,0-2-2 16,1 0-2-16,-1 1-1 0,0-1-3 0,1 1-1 15,-1 1 0-15,1 0-2 0,-1-1-1 0,2 4 0 16,-4-3-1-16,4 4 1 0,-2 0-1 16,-1 3 1-16,1 0 0 0,0 2 1 0,1 1 0 15,-1 2 0-15,1-1 0 0,-1 0 1 16,3 2 0-16,-1 0 0 0,-1-1 0 0,2 2 0 15,0-1-1-15,2 2 0 0,-2 1 0 0,1 0 1 16,1 0-2-16,-1-1 1 0,1 2 0 16,1 0 1-16,-1-1-2 0,1-1 1 0,-1-1-1 15,-1 1-1-15,3-4 1 0,-3 1-1 16,1-4 1-16,1 1 0 0,0-3 1 0,-2 2 0 16,2-1-1-16,-1 0 1 0,1-2 0 0,-1 1 0 15,1 1-1-15,0 0 0 0,1-1 0 16,-3 3 0-16,2-5 1 0,2 5-1 0,-2-3 0 15,-2 0 1-15,3 0 0 0,-3-1-1 0,3-1-1 16,-3 0 1-16,2-2-1 0,-1 1 1 16,1 1 0-16,0-4 0 0,-1 1 0 0,2 0 0 15,1 0 1-15,-2-1-2 0,2 0 1 0,0 0 1 16,1 0 0-16,4-1 1 0,-2 0 2 16,1-1 0-16,2-1 0 0,0 1 0 0,-1-3 1 15,4 1 0-15,-3 0-1 0,0-3 1 0,3-1-1 16,-2 1 1-16,1 0 0 0,-1-4 0 15,-1 2 0-15,1-2 1 0,-2 1-2 0,-2 1 1 16,3 0-2-16,-5-2 1 0,2 0-2 0,-3 7 0 16,1-5 0-16,-3 2-1 0,0 2 0 15,-1 0-1-15,1 0 0 0,0 1 1 0,-3 1-1 16,2 0 0-16,-2-1-1 0,2 1-1 16,-1-1 0-16,-1 2-1 0,2-1-3 0,0-1-11 15,-1-1-16-15,1 0-29 0,-1 0-70 0,-1 0-92 16,0-2-169-16,-3 0-281 0,2-2-325 15,-3-1-380-15,1 0-219 0,1 0 136 0,-4 0 709 16</inkml:trace>
  <inkml:trace contextRef="#ctx0" brushRef="#br2" timeOffset="163612.18">10539 12241 432 0,'0'-4'895'16,"0"1"291"-16,-1 0 3 0,1 0-308 0,0 2-259 16,0-3-161-16,1 4-108 0,-1-1-73 0,0 1-55 15,2-2-46-15,-1 2-60 0,-1 0-51 16,2-1-35-16,1 1-15 0,2-3-10 0,-1 3-4 15,1-2 1-15,3-3 17 0,0 2 13 0,3-4 8 16,0 1 11-16,2 0 7 0,-2-3 3 16,3 0-12-16,2-1-3 0,0-2-3 0,0-1-6 15,-2 1-5-15,3-1-2 0,-2 1 0 0,0 0-4 16,-3 2-2-16,-2 1-2 0,1 1 2 16,-4 1 0-16,-1 2 1 0,0 0 0 0,-1 3 1 15,-2 0 0-15,-1 1-1 0,-1 1-3 0,1-2-5 16,0 2-3-16,-1 2-4 0,-1-1-4 15,0 1-3-15,0-1-1 0,0 2-2 0,-1 1-2 16,-1 1 0-16,2 1 0 0,0 0-2 16,-2 0 0-16,2 2 0 0,2-1 0 0,-2 2 0 15,2-1 0-15,-1 1-1 0,1 0 1 0,1-1 0 16,0 1 0-16,3 2 0 0,-1 0 0 0,2-2 0 16,-1 1 1-16,5 1 0 0,0-1 2 15,0 0-1-15,3 3 1 0,-1 0 0 0,3-1 0 16,-2 0 0-16,3 1-1 0,-1 2 1 15,1-2 0-15,-2 1-1 0,0 0 0 0,-2-1 1 16,0 3-2-16,-2-3 1 0,0 1 0 0,-2 0 0 16,-1 2 1-16,-1-3-2 0,-1 1 2 15,-3-1 0-15,3 1-1 0,-6-1 1 0,2 1 0 16,-4-1 0-16,2 1 1 0,-6 1 3 16,3 0 4-16,-3-1 2 0,-1 2 0 0,-3-1 6 15,0-2 2-15,-3 0 0 0,-1 1 1 0,-2-2 1 16,-1 0 4-16,-1-3-4 0,-1 0-1 15,2-1-4-15,1-4-4 0,-1 1-3 0,6-3-5 16,0 0-1-16,1 0-4 0,2-1-2 16,2-1-1-16,4 2-2 0,-1-4-2 0,3 1-4 15,3-3-16-15,4-1-25 0,-1-4-58 0,5-3-99 16,0-2-240-16,2-1-300 0,4 0-370 0,4 1-456 16,1-2-288-16,3 1 393 0,4-2 981 15</inkml:trace>
  <inkml:trace contextRef="#ctx0" brushRef="#br2" timeOffset="164649.51">13249 11451 29 0,'-5'5'536'0,"-3"-2"467"15,0 0 223-15,1 1-29 0,0-2-260 0,3 0-278 16,0 1-178-16,1-3-114 0,2 2-74 16,-3-4-67-16,0-1-81 0,2-1-67 0,2-3-40 15,0-1-19-15,0-4-7 0,2-1-5 16,0-1-2-16,0-3-1 0,2-2-1 0,-3-2 0 16,2 0-2-16,1-1 6 0,-3 0 3 0,2 3 5 15,-1 1 3-15,1 2 5 0,-3 1 10 0,3 5-2 16,-3-1 0-16,0 6 0 0,2 0-1 15,-2 4-5-15,0 2-9 0,4 4-4 16,0 5-6-16,-3 3-1 0,4 5 2 0,-2 2 4 16,2 3 1-16,1-2 1 0,2 4 0 0,-2-3 1 15,1 1-4-15,-1-3-3 0,1-2-4 0,0-2 0 16,-2-4-1-16,3-2-2 0,-1 0 1 16,-3-5-2-16,5-3 2 0,-4-4-2 0,3-4 1 15,-3-7 1-15,3-2 0 0,-2-4 1 16,2-6 0-16,-3 0 0 0,1 0 1 0,2-1-1 15,-3 2 0-15,-2 5-1 0,2 2 1 0,-2 3-1 16,0 4 1-16,0 3-1 0,-1 2 1 16,2 4 1-16,0 4 0 0,0 2 0 0,0 4 0 15,0 4 0-15,1 2-2 0,0 2-3 0,3 3 0 16,-2 1-2-16,0 0-1 0,1 0 0 0,2-1 0 16,-1-1-4-16,3 0-19 0,-3-5-59 15,1 0-77-15,-1-3-154 0,-3-2-278 0,2-2-322 16,0-1-380-16,-2-3-294 0,2-3 20 15,-3-3 694-15</inkml:trace>
  <inkml:trace contextRef="#ctx0" brushRef="#br2" timeOffset="165217.31">13673 11348 37 0,'-2'9'598'0,"2"-1"512"16,-1-1 194-16,-1-3-92 0,2 2-317 0,0-4-310 16,0-2-190-16,2-1-104 0,-1-6-63 0,2-1-51 15,2-4-53-15,0-3-47 0,1-4-26 16,-1-2-14-16,1 0-7 0,1-2 1 0,-1 0 4 16,-1 1-4-16,2 1 3 0,0 3 1 0,-2 2 6 15,-2 2-3-15,0 2 1 0,0 3-2 16,-1 3-3-16,2 2 2 0,-1 2-4 0,1 6-2 15,1 0-2-15,-2 4 0 0,2 5 0 16,-1 1-4-16,2 3-3 0,1 3 0 0,-1 1-3 16,1 0-3-16,-1 0-4 0,3-1-2 0,-1 0-3 15,-1-4-2-15,1 0-2 0,-1-4-2 0,3-3 0 16,-2-5 0-16,1-4 0 0,1-3 0 16,-1-5 1-16,-1-6 0 0,1-3 0 0,1-2-1 15,-3-4 1-15,2 1 1 0,-3 0-2 16,2 0 1-16,-3 3-1 0,1 0 0 0,2 4 0 15,-3 2 0-15,0 2 2 0,-1 4 5 0,3 3 5 16,0 2 7-16,0 2 7 0,1 5 4 16,0 2 3-16,3 2-1 0,-3 3-3 0,1 2-5 15,2 2-5-15,0 0-5 0,1-2-5 0,-2 1-2 16,2-2-4-16,0-3-1 0,2-1-2 16,-1-5-1-16,1-4-1 0,-1-3 0 0,3-5 1 15,-5-3-1-15,0-3 1 0,1-3 1 0,-2 1 0 16,-2 0 1-16,1 0-1 0,-1 3 0 15,-1 3 0-15,-1 2 0 0,-1 4 0 0,2 2 1 16,0 4-1-16,-1 3 0 0,1 6 1 16,2 2-1-16,-1 4-2 0,2 4-3 0,2 3-15 15,-1 1-31-15,2 1-78 0,-1 1-143 0,1-2-253 16,1-3-325-16,1-3-408 0,2-3-477 16,1-4-86-16,5-6 720 0</inkml:trace>
  <inkml:trace contextRef="#ctx0" brushRef="#br2" timeOffset="171982.4">20051 7963 134 0,'2'0'241'0,"-2"-2"57"0,0 2-4 0,0 0-33 16,0 0-27-16,0 0-16 0,-2 0-2 16,2 2 10-16,0-2 22 0,-2 0 29 0,2 0 22 15,0 0 17-15,0 0 5 0,0 2-9 16,0-2-14-16,0 1-20 0,0-1-23 0,0 0-22 16,0 0-32-16,0 0-26 0,0-1-29 0,0 1-20 15,0 0-11-15,0 0 2 0,0 0 6 16,0 0 13-16,0 0 8 0,0 0 6 0,0 1-12 15,0-1-22-15,2 0-20 0,-2 0-26 16,0 0-24-16,2 0-20 0,-1 0-10 0,-1 0-8 16,0 0-6-16,0 0-3 0,2 0-1 0,0 0-1 15,-2 2-3-15,1-2 3 0,1 0 0 0,2 0 1 16,-1 1 3-16,0-1 0 0,2 0 3 16,-2 2-2-16,2-2 1 0,0 0 0 15,3 0-1-15,-2 0 2 0,1 0-2 0,-1 0 0 16,0 0 1-16,0 0 0 0,2 0 0 0,-3 0-3 15,3 0 2-15,-1-2-1 0,0 2 5 0,0 0 1 16,-3 0 12-16,3-1 10 0,-2 1 1 16,2 0 3-16,-2-2-4 0,0 1 2 0,0-1-13 15,-1 2-7-15,1-3-1 0,1 1-2 16,1 1-2-16,-3 0-1 0,1-1-2 0,0 1 0 16,3-2-2-16,-5 3-1 0,2-1 1 0,-1-1 1 15,0 2-1-15,1-2 0 0,-2 2 0 16,3-1 0-16,-3 1-1 0,2 0-1 0,0 0 0 15,-4 0 2-15,4 0 0 0,-2-1 0 16,2 1-1-16,-1 0 1 0,-1-2 1 0,2 2-1 16,-1 0-2-16,-3-2 4 0,2 2-2 0,1-1 0 15,-3 1-1-15,1 0 1 0,-1-2 0 0,3 2-3 16,-2 0 3-16,2 0 0 0,-3 0 1 16,2 0 1-16,-1 0-3 0,1 0 0 0,0 0 0 15,1 0 0-15,-3 0-1 0,2-1 0 16,-1 1 1-16,4 0 0 0,-3-2 0 0,0 2 0 15,1-1 0-15,-3 1 0 0,2-2 0 0,2 2 1 16,-2-1 0-16,1 1 1 0,0-1-2 16,-2 1 0-16,1 0 1 0,-2-2-3 0,3 2 1 15,-4-2 1-15,1 2 0 0,-1 0 1 16,2 0 0-16,-1 0 1 0,-1 0-1 0,2 0 1 16,-2 0-1-16,2 0-1 0,-1 0-1 0,1-2 1 15,0 2 0-15,-1 0-1 0,1 0-1 16,-1 0 2-16,4-3 0 0,-4 3 2 0,2 0-2 15,-1-1 1-15,1 1-1 0,-1-1-1 16,1 1 1-16,-1-1-2 0,1 1 1 0,-1-3-1 16,-1 3 1-16,2 0 3 0,-1-2-1 0,1 2-1 15,-2 0 0-15,2 0 1 0,-1 0-1 0,0-2-1 16,-1 2 1-16,1 0 1 0,0-2-2 16,-1 2 2-16,-1-1 1 0,3 1-1 0,-3 0-1 15,4 0 0-15,-3-1 0 0,1-1 1 16,-1 2-1-16,4 0-1 0,-4-1 1 0,1 1 1 15,1 0-1-15,-1-2-2 0,1 2 1 16,-1-1 0-16,-1 1 1 0,2 0 0 0,-1-2 0 16,0 1 0-16,-1 1 2 0,1-2-1 0,-1 1-1 15,1 1-1-15,1-2 2 0,-3 2-1 16,1 0-2-16,-1-1 1 0,0 1 1 0,2 0 0 16,-2 0 2-16,0 0-1 0,1 0 0 0,-1 0-2 15,0 0 1-15,0 0 0 0,0 0-2 0,2-2 0 16,-2 2 2-16,3 0 0 0,-1-2-1 15,0 2 1-15,-1 0 0 0,1-1 0 16,-1 1 0-16,1 0 0 0,0 0-1 0,-2 0 1 16,1-2 1-16,1 2-2 0,-1 0 0 0,-1 0 1 15,2 0 3-15,-2 0-3 0,0 0 0 16,4 0 0-16,-4 0 1 0,2 0-1 0,0 0-2 16,-1-1 2-16,1 1 0 0,-1-1 0 0,3 1 0 15,-3 0-1-15,1-2 2 0,-1 2-1 16,3-1 0-16,-4 1 0 0,1-2 0 0,2 1 1 15,-1 1-1-15,0-1 0 0,-1 1 0 0,4 0 0 16,-5-2-1-16,1 2 1 0,1-2 0 16,-1 2-2-16,3 0 2 0,-3-1 0 0,1 1 0 15,-1-1 0-15,1 1 0 0,0 0-2 16,-1-2 0-16,3 2 2 0,-3 0 0 0,1-2-1 16,-1 2 1-16,2-1 2 0,-1 1 0 0,-1 0-2 15,2-2 1-15,1 2 2 0,-3-1-3 0,2 1-3 16,-1 0 4-16,1-2 1 0,1 2-2 15,-3-1 0-15,2 1 1 0,2-2 1 0,-4 2-2 16,2-1-2-16,1 0 2 0,-3-1-2 16,2 0 3-16,-1 2 0 0,1-2-1 0,-1 2 0 15,1-3 0-15,0 3 0 0,-1-1-4 0,2 0 3 16,-2 0 1-16,1-2 0 0,-1 3 0 16,1-2 0-16,-1 2 1 0,1-2-1 0,0 2 0 15,0-2 0-15,0 1 0 0,-1 0 0 16,2-1 1-16,-2 2 1 0,1-1-2 0,-1-1 0 15,-1 1 1-15,3 1-2 0,-4-2 1 0,1 2-1 16,1-1 1-16,-1 1 2 0,1 0 0 16,0-2 0-16,-2 2-2 0,1-1 1 0,1 1 0 15,-1 0-3-15,1-2 0 0,0 2 0 16,0-1 2-16,2-1-1 0,-1 0 1 0,0 1-1 16,0-1 2-16,0 1 0 0,2 0 0 0,-2-1 0 15,-1 1-1-15,1-2 1 0,2 3 0 0,-4-1-1 16,2-1 1-16,1 0 1 0,-3 0-1 15,1 0 1-15,-1 0 0 0,3 1 1 0,-4-1-2 16,1 1 3-16,-1-2-2 0,2 0-1 16,0 0-1-16,-2-1 0 0,1 1 0 0,1 1-1 15,-1-2 0-15,2 2 1 0,-1-2 1 0,-1 2-1 16,-1-1-2-16,3 1 1 0,-1-1 0 16,0 2-1-16,-1-2 0 0,2 0 2 0,-3 1 2 15,4-1 0-15,-3 0-1 0,3 0 0 16,-3-1-1-16,2 1 0 0,2-1 0 0,-4-1 0 15,2 0 2-15,1 1-1 0,-3-3 0 0,2 2-1 16,-1-1-1-16,1 1 1 0,-1 1 0 16,1-2-1-16,-1 1 0 0,1-1 0 0,0 2 1 15,1-2 0-15,0 0 0 0,-3 0 2 0,3-2 0 16,-3 2 0-16,2-1 0 0,1-1 0 16,-3 1-2-16,2-3-2 0,2 3 2 0,-4 0 2 15,-1-1-2-15,3 1-2 0,-1-1 1 0,0 2 1 16,-1-1-1-16,1 1 0 0,0-1 0 15,-1 2 1-15,1-2 3 0,-1 3-2 0,3-2 1 16,-3 2 0-16,-1-2-1 0,3 0 0 16,-1 1-1-16,0-1-1 0,0 0 0 0,0 1 0 15,1-3 0-15,-1 1 2 0,1 2-2 0,-1-3 2 16,1-1-1-16,-2 2 0 0,3-1 1 16,-3-1-1-16,1 2 1 0,-1 0 1 0,-1-1-1 15,2 3 2-15,-2-2-3 0,0 0 1 0,0 0 0 16,0 3 1-16,0-2-1 0,0 0 0 15,0 0 1-15,-2 0-1 0,2 0 7 0,0-1 4 16,-1-1 1-16,1 3 2 0,-2-2 1 16,2-1 1-16,0 0-7 0,-1 3-5 0,1-3-2 15,0 1-1-15,0 1-2 0,0-2 0 0,0 2 2 16,0-1-2-16,0 2 1 0,0-2-2 16,1-1 1-16,-1 1-3 0,0-1 1 0,2 2 1 15,-2-1 1-15,0-1 0 0,0 0 2 0,1 2-1 16,-1-1 0-16,0-3 1 0,0 2-2 0,2-1 0 15,-2 1 0-15,0-2-2 0,0 3 2 16,0-3-1-16,0 1 0 0,0 2 0 16,0 0 0-16,0 0 1 0,0 0-2 0,0 1 1 15,0 1 1-15,0-2-2 0,0 3 2 0,0-2 0 16,0 2 1-16,0-2 1 0,2 0-2 16,-2 1 0-16,0-3 0 0,0 4-1 0,0-3-1 15,0 0 2-15,2 1 0 0,-2 1 2 0,0-3-1 16,0 1 1-16,0 1-1 0,0-3 0 15,0 1-1-15,0 1-1 0,0 0 0 0,2 1 0 16,-2-1 0-16,2 1 1 0,-2 0-1 0,0 0 1 16,1 0 0-16,-1 0 1 0,0-1-1 15,2 2 1-15,-1-1-1 0,-1 1 0 0,4-3 0 16,-4 1-2-16,1 1-1 0,2-1 1 16,-1-1 1-16,0-1-1 0,-1 1 2 0,2-1 1 15,-1 1 0-15,1-1-1 0,0-1 0 0,-1 0 2 16,-1 1-2-16,2 0-1 0,-1 0 1 15,0 1 0-15,-1-1 0 0,1 2 0 0,-1-1 1 16,-1 1 0-16,0 1 0 0,2-1 1 16,-2 1 0-16,2 0-2 0,-2 0 0 0,0 0-1 15,1-1 1-15,-1 1 1 0,2-1-1 0,0-2 1 16,-2 1 0-16,1 1 1 0,1 0-1 16,-1-2 0-16,2 0-1 0,-1-2 1 0,-1 1-1 15,1-2 0-15,-1 1 0 0,-1 1 2 0,2 1-1 16,0 0 0-16,-2 1-1 0,0 0 0 15,1 2 0-15,-1-1-1 0,0 0 1 0,0 1 1 16,0 1 0-16,0-1-1 0,0 2 1 16,0-1 0-16,0 1-3 0,0-1 0 0,0-1-1 15,0 0 0-15,2 0 0 0,-1-1 0 0,1-1 1 16,-2 1 1-16,3-3 0 0,-3 2 0 16,2 0 1-16,0 2 0 0,-2 0 0 0,0 1 1 15,0 0-1-15,0 0 1 0,1 3 0 0,-1-2 1 16,0 1-1-16,0 2-1 0,0-2-1 15,0 1 1-15,2 2-2 0,-2-3 2 0,1 0 0 16,-1 2 0-16,0-3 0 0,2 2 0 16,-2 0-1-16,3-1-1 0,-3 0 0 0,0 1 1 15,1 0 1-15,1-1-2 0,-1 0 1 16,-1 0 1-16,2 1 0 0,0-1-1 0,-2 2 2 16,0-2-2-16,1 1 1 0,-1-1 0 0,2 2-1 15,0-2 1-15,-1 1-2 0,-1 0 1 0,3-2 1 16,-1 2 0-16,0-2 0 0,-1 1-1 15,1-1 1-15,-1 2 0 0,4-3 0 0,-4 3 0 16,-1-2 1-16,3 3 0 0,-3-2 0 0,2 1 0 16,-2 1-1-16,3-2-1 0,-3 1 0 15,2 1-1-15,0-2-1 0,-1 3 3 0,-1-1-2 16,2-1 2-16,-1 1 0 0,3-2-1 16,-3 3 1-16,1-2 0 0,-1-1 1 0,4 2-1 15,-4-1 0-15,2 1 0 0,1-1 1 0,-1 1-1 16,-1-2-1-16,1 2-1 0,-2-1 2 0,3 0 1 15,-3 1-1-15,2 0 1 0,-1 1 0 16,0-2-1-16,0 0 0 0,0 2 0 0,0-2-2 16,-1 2 0-16,-1 0-1 0,2 0 1 15,-1 0-1-15,3 0 1 0,-4-3 1 16,1 3 1-16,2 0 1 0,-3 0 1 0,4 0-2 16,-3 0 0-16,2 3 1 0,1-3-1 0,0 0 1 15,-1 0-2-15,0 0 3 0,1 0 0 0,-3 0-2 16,4 2 1-16,-2-2-1 0,1 0 0 15,-1 2-1-15,1-2 1 0,-1 2 1 0,0-2 0 16,1 0 1-16,-1 1 1 0,0-1 1 16,0 1-2-16,1-1-1 0,-3 2 0 0,2-2-1 15,3 2 1-15,-3-2 0 0,1 1 0 0,-3-1 2 16,3 0-1-16,-3 1 6 0,2-1 3 16,1 2 3-16,-3-2 1 0,2 0 1 0,-1 1 0 15,1-1-4-15,-2 0-2 0,2 2 0 0,-1-1 1 16,0 1 0-16,1-1 0 0,0 2-2 0,-1-1 0 15,1 1-3-15,-1 0-1 0,1 1 0 16,0-1-1-16,1 1-1 0,-1 2 0 0,1-1 0 16,1 1 0-16,-2-1-1 0,0 0 0 15,0 2 1-15,2-1-1 0,-1 0 0 16,1-2 1-16,0 2 0 0,-2 0 1 0,2 0-1 16,-2 1-1-16,2-1 1 0,-2 0-1 0,3 1-1 15,-3-1 0-15,1 1 0 0,0-1-1 16,0 0 1-16,1 0 0 0,-2 0 0 0,1 0 1 15,-1 0 0-15,0 1 7 0,1 1 6 0,-3-2 1 16,2 2 2-16,1 0 1 0,-3-2 0 16,3 1-6-16,-3 2-5 0,1-2-3 0,-1 1 0 15,4 0-2-15,-5 2 0 0,1-1 0 0,-1-1 0 16,0 2-1-16,2-1-1 0,-1 0 0 16,-1 0 0-16,2 0-1 0,0-1-1 0,-2 0 2 15,1 3-1-15,1-4-1 0,-1 3 0 16,-1-2 1-16,2 3 0 0,0-3-2 0,-1 2 1 15,1-2 0-15,0 2 1 0,-1 0 1 0,1 0-2 16,-1-2 2-16,-1 3-1 0,5-3 0 0,-4 2 0 16,-1-2-1-16,2-1 1 0,-1 4 0 15,1-3 0-15,-2 0 1 0,2 1-1 0,-2-2 0 16,0 0-1-16,1 1 1 0,-1 0 0 16,0-1-1-16,0 0 1 0,0-1 0 0,0 2-1 15,0 0 0-15,0-2 0 0,0 1 0 0,0 1 0 16,0-1 0-16,0 2 1 0,2-3 0 15,-2 1 0-15,2 2 0 0,-2-3 1 0,1 1 0 16,1 0 0-16,-1-1-1 0,-1 0 1 0,4 0 0 16,-4 0-1-16,1 0 1 0,-1 0-1 15,3 2 1-15,-1-2 0 0,1-1 0 0,-2 3-1 16,1-2 0-16,-1 0 0 0,1 2 0 16,0-1 0-16,-1-1-1 0,-1 2 1 0,4-1 0 15,-4 1-1-15,1 0 2 0,2 1-1 0,-3-2 0 16,4 0 1-16,-4 1-1 0,1-1 0 15,1 1 0-15,-1-1-1 0,1 0 1 0,0 0 0 16,-2 1 1-16,2 1-1 0,2-2 1 0,-4 0 0 16,1 1-1-16,2-1 0 0,-3 1 0 15,2-1 0-15,0 0-1 0,-1 0 1 0,1 1-1 16,-1 1 1-16,1-2 1 0,0-1 0 16,-1 2-1-16,-1-1 0 0,2 0 0 0,-1 1 0 15,1-1 1-15,-2-1-1 0,2 2 0 0,-1-3 0 16,2 3 0-16,-1-2 0 0,-1 0-1 15,-1 1 1-15,2-2 1 0,-1 1 0 0,1 0 0 16,0 0-1-16,-2 0 1 0,1 0-1 0,1 1 0 16,-2-1 0-16,1 0 0 0,-1-2 0 0,2 2 1 15,0-2-1-15,-2 3 0 0,1-3 1 16,-1 1-1-16,3 0 0 0,-3 1-1 16,0-1 1-16,2 0-1 0,-2 2 1 0,3-2 0 15,-3 1-1-15,3 0 1 0,-1-2 0 16,-2 2 0-16,1 0 0 0,-1-1 0 0,2 0 1 15,-1 1-1-15,-1 0 0 0,2-1 0 0,0 1-1 16,-2-1 1-16,1 1-1 0,-1-1 1 0,0 1-1 16,3-1 1-16,-3 1-1 0,0-2 1 15,4 1-1-15,-4 1 1 0,1-2 0 0,-1 0 0 16,0-1 1-16,0 2-1 0,4-2 0 16,-4 0 0-16,0 2 0 0,1-3 0 0,-1 1 0 15,0 1 0-15,2 1-1 0,-2-3 0 0,1 2 1 16,-1-2 0-16,0 3-3 0,3-2 2 0,-3 0 1 15,2 1-1-15,-2-1 0 0,0 0 1 16,1 2 0-16,1-2 0 0,-1 1 0 0,-1 0 1 16,4 1-1-16,-4-2 0 0,1 2 0 0,-1-1 0 15,3-1 1-15,-3 0 0 0,2 1-1 16,-2 0 0-16,3-2 0 0,-3 3 0 0,2-1 0 16,0-2-1-16,-1 3 0 0,-1-2 1 0,2 0 2 15,-1 1-2-15,4 0 3 0,-5-2 1 16,1 3-1-16,-1-3 1 0,3 3 1 0,-1-2 0 15,0 2-1-15,-2-2-1 0,1 0 0 16,1 1-1-16,0-1 0 0,-1 1 0 0,1 0-1 16,-1-2 1-16,1 1-1 0,0 1 1 0,-1 0-1 15,1-2 0-15,-1 1 0 0,4 0 0 0,-4-2 0 16,1 3 0-16,-1-3 1 0,1 2-2 16,0-1 1-16,1 0 0 0,-1 0-1 15,1 1 2-15,-2-1-1 0,3 0 1 0,-3-1-1 16,2 3 0-16,1-3 1 0,0 2-1 0,-1 0 0 15,0-1 1-15,1 1-1 0,-3 0 2 16,4 1-1-16,-2-2-1 0,0 3 1 0,1-2-1 16,0 0 0-16,-1 1-1 0,0 0 1 0,1-1-1 15,-3 0 1-15,2 0 1 0,1 1-2 16,-3-3 2-16,2 2-1 0,-1-1 0 0,1-1 0 16,2 2 0-16,-4-2 0 0,2 1 1 0,1-1 0 15,-1 0 1-15,2-1 0 0,-2 2 1 16,0-2 1-16,3 1 0 0,-3-1 0 0,0 2 0 15,2-2 0-15,-2 0-2 0,2 0 1 16,-1 2-2-16,-1-2 0 0,3 0 0 0,-3 0-1 16,2 0 1-16,-2 0-2 0,0 0 1 15,4 0 0-15,-4 0-1 0,3 0 0 0,-2 0 1 0,1 0-1 16,0 1 1-16,0-1 3 0,0 0 3 16,2 2 2-16,-2-1-1 0,2 1 1 15,-3-1 0-15,1 1-3 0,4 1-2 0,-4-2-1 16,2 1-2-16,-1-1 0 0,0-1 0 0,2 1 0 15,-2 1-1-15,-1-2 1 0,2 2 1 0,-1-2-1 16,2 0 0-16,-4-2 1 0,1 2-1 16,0-2-1-16,0 1 0 0,-2 0 0 0,5-1 1 15,-5 1-1-15,2-2 1 0,-4 1-1 16,3 1 0-16,-1-2 0 0,-2 3 0 0,3-2 0 16,-3 1-1-16,2 1 1 0,-3-2 0 0,2 2 0 15,1 0-1-15,-2-2 1 0,-1 2-2 16,2-1 1-16,-2 1-1 0,1 0 0 0,-1-2 1 15,0 2-1-15,2 0 1 0,-2-1 1 16,0 1-1-16,0-1 1 0,0 1-1 0,0-2 0 16,0 2 1-16,0-1-1 0,0-1-1 0,-2 1 0 15,2 1-5-15,-1-1-8 0,-1 1-17 0,1-2-27 16,-4 0-71-16,1 2-81 0,-4-1-160 16,-1 2-280-16,-1 1-321 0,2 1-374 0,-2 0-236 15,2 1 62-15,-3-1 692 0</inkml:trace>
  <inkml:trace contextRef="#ctx0" brushRef="#br3" timeOffset="181150.01">12203 13402 95 0,'1'-3'329'0,"1"3"205"0,-1-2 157 16,-1 2-13-16,2-1-59 0,-2 1-48 15,0-1-54-15,3 1-57 0,-3 0-71 0,0-2-74 16,0 2-57-16,0 0-30 0,1 0 0 16,-1 0 5-16,0 0-4 0,0 0-10 0,2 0-23 15,-2 0-33-15,0 0-39 0,1 2-37 0,-1-2-22 16,0 0-16-16,2 1-10 0,-2 0-12 15,0 1-9-15,0 1-4 0,0 0-7 0,0 6-1 16,2-4-2-16,-2 3-2 0,1 4 0 16,1-1-1-16,0 3 0 0,-1 0-1 0,2 3 1 15,-1 2-1-15,1-2 0 0,0 1 0 0,-1 2 0 16,2 0 0-16,0-3 0 0,-1 1 1 0,-2-1 1 16,3-2-1-16,-3 0 0 0,2-3 0 15,-1 0 1-15,1-2 0 0,-1-1-1 0,-1 0 0 16,1-3 0-16,-2 2 0 0,2-4 0 0,-1 2 0 15,-1-3 1-15,3 2-2 0,-3-2 1 16,0 0 1-16,2-2-2 0,-2 2 0 0,0-2-1 16,0-1 2-16,1 2-1 0,-1 0 0 15,0-1 2-15,0 0-1 0,0 1 0 0,0-2 0 16,0 2 2-16,0-2 0 0,0 1 1 16,2-1 1-16,-1 0 0 0,-1 0 2 0,0 0-1 15,0 0 0-15,0 0 1 0,0 0-2 0,0 0-1 16,0 0 0-16,0 0-1 0,0 0-2 15,0 1 1-15,2-1 0 0,-2 2 0 0,3-2 0 16,-3 0 1-16,2 2 0 0,-1-1-1 16,1 0 2-16,0-1-1 0,-1 2 1 0,3 1 0 15,-3-3 2-15,2 2 3 0,3-2 0 0,-1 3 3 16,-2-2 0-16,2 1-1 0,2-1-1 0,0 3-2 16,1-4-1-16,0 2-1 0,2 0-1 15,0 0 2-15,0-1-2 0,0 0 1 0,2 1-1 16,-1-2 1-16,1 0 0 0,0-2-1 15,-1 1-1-15,2 0 1 0,-1-1-1 0,-2-2 0 16,2 0 0-16,-2 1-1 0,0-1 1 0,0-1 0 16,-2 1-1-16,-1-1 1 0,-1-1-1 15,3 0 1-15,-4 2-2 0,0-1 1 0,-2 1-2 16,2 1 0-16,-2 0 0 0,-1 0-1 16,1 1 0-16,-2 0 1 0,1 2-1 0,-1-2 0 15,-1 2 0-15,2-2 0 0,-2 2 0 0,0-1 0 16,0 1 0-16,0 0 0 0,0 0 1 0,0 0 0 15,0 0 0-15,0-1-1 0,0 1 2 16,0 0-1-16,2-2 0 0,-2 2 0 16,0 0 0-16,0 0 0 0,0 0 0 0,0 0-2 15,0 0 0-15,0 0 1 0,0-2-1 0,1 0 0 16,-1 2 1-16,0-3 0 0,2 2 0 0,-2-2 0 16,3-1 0-16,-3 2 0 0,2-1 1 15,-1-1 0-15,1-1 0 0,-2 0-1 0,3-2 0 16,-1 1 1-16,-1-1-1 0,1-2 0 15,-2 0 2-15,3 0-1 0,-2-2 0 0,1-1 1 16,-1 1 0-16,-1-2-1 0,0 0 1 0,2 0 0 16,-2-5 0-16,0 5-1 0,2-2 0 0,-2 0 0 15,0 1 0-15,-2-2 0 0,2 2 0 16,0 3 2-16,-2 0 4 0,2 1 3 0,-3 1 3 16,3 3 3-16,-1 0 1 0,-2 1 1 15,1 0-2-15,2 4-4 0,-1-2-2 0,-1 0-4 16,2 3-1-16,0-1-3 0,-1-1 0 0,-1 2-1 15,2 0-1-15,0-2 2 0,0 2-2 16,0 0 1-16,0 0 1 0,0 0-1 0,0-1 0 16,0 1 1-16,-2 0 0 0,2 0 1 15,-3 0 1-15,3 0 2 0,-1 0 2 0,-1-1 0 16,0 1 1-16,2 0 0 0,-1 0-1 0,-1 0 0 16,0 0-1-16,1 0 0 0,-1 0 0 0,-2 1 1 15,2-1 2-15,-1 1 0 0,0-1 0 16,0 0-1-16,0 0 0 0,-2 0 1 15,1 2 1-15,-3-2-1 0,2 2 0 0,0-1 1 16,0-1 0-16,-1 1 1 0,1 1-2 0,-2 1 1 16,0-2-1-16,-1 1 0 0,2 1 1 0,-2-1-1 15,0-2 0-15,0 4-2 0,-1-2-2 16,-1 1-6-16,-1-1 0 0,3 0 0 0,-4 0 0 16,2 0 0-16,0-1 0 0,0 2 0 15,0-1 0-15,0-1 0 0,1 0 0 0,1-1 0 16,0 2 0-16,0-1 0 0,-1-1 0 0,3 2 0 15,-1-2 0-15,1 0 0 0,-2 0 0 16,4-2 0-16,-3 2 0 0,2 0 0 0,0-1 0 16,1-1 0-16,-2 2 0 0,1-1 0 0,0 0 0 15,-1-1 0-15,2 2 0 0,0 0 0 16,0 0 0-16,-2 0 0 0,3 0-10 0,3 2-17 16,-3 0-16-16,3 1-25 0,0 0-46 0,0 2-82 15,0-1-139-15,0 1-258 0,3 0-308 16,-1 0-379-16,1-2-363 0,5 0-38 0,-4 0 661 15</inkml:trace>
  <inkml:trace contextRef="#ctx0" brushRef="#br3" timeOffset="182218.85">13085 13504 279 0,'-2'5'621'0,"2"-2"310"16,-2 1 171-16,1-1-236 0,-1 0-207 15,2 0-105-15,-3-1-65 0,3 1-64 0,0-2-79 16,0 1-61-16,0-1-53 0,2-1-63 0,-1 2-51 15,-1-2-37-15,0 0-24 0,0 0-13 16,2-2-6-16,-1 2-1 0,1-3 1 0,-2-1 2 16,3-1 1-16,0-2 1 0,1-2-2 15,1-2-6-15,-1-1-6 0,1-3-4 0,-1-1-3 16,3-2-3-16,-1-2-2 0,-1-1-2 0,0-1 0 16,2 1-3-16,2-2-2 0,-5 2 1 15,1 2 1-15,0-2 1 0,2 4 0 0,-2 1 1 16,-1 1 0-16,-1 1-1 0,0 1-1 15,0 2-2-15,0 1-1 0,-1-1-1 0,2 4-2 16,-2-1-2-16,0 1 0 0,-1 1-1 0,1 2-1 16,-1-3 0-16,1 3 1 0,-2 4 1 0,0-2 2 15,2-1 2-15,-2 1-1 0,1 2 2 16,-1 0-2-16,0 0-1 0,2 0-2 0,-2 0 1 16,1 5 0-16,1-5 1 0,1 5 1 15,2-1 0-15,-1 4 1 0,1 1 0 0,0 1 0 16,1 2 1-16,-1 3 1 0,2-1-1 0,0 4 1 15,-2 0 0-15,3 2-1 0,-1 2-1 16,-3 0-1-16,5 2-2 0,-4 0 0 0,2 1-1 16,-2 0-1-16,1 0-1 0,0 0 0 15,-1 0-1-15,0 0 0 0,-1-2 0 0,0-2 0 16,-1-2-1-16,0-2 1 0,1-1 0 0,-2-4 0 16,-1 0 0-16,1-3-2 0,0-3 0 0,-1 0 0 15,-1-2 0-15,0 1-1 0,0-3 1 16,0-2-1-16,0 3 0 0,0-3-1 15,0 0 0-15,-1-3-1 0,1 1-6 0,-2-5-10 16,2-1-17-16,-2 0-23 0,2-2-43 0,-1 1-77 16,-1-1-88-16,1 0-151 0,-2-1-230 0,0 0-313 15,1 1-312-15,2-1-189 0,0-1 62 16,0 2 563-16</inkml:trace>
  <inkml:trace contextRef="#ctx0" brushRef="#br3" timeOffset="182649.88">13425 13237 170 0,'3'-4'552'15,"-2"1"305"-15,3 1 155 0,-1 2-134 0,0 2-219 16,3 1-185-16,-1 1-126 0,0 4-64 0,1-1-45 16,2 5-41-16,3 1-17 0,-2 1-8 15,1 4-6-15,2 0-15 0,-2 3-17 0,1 0-20 16,3 0-29-16,-4 0-33 0,2-1-21 15,0-3-10-15,-1 0-10 0,0-5-8 0,0 0-2 16,-2-6 2-16,2-1 7 0,0-5 3 0,-2-3 5 16,0-3 3-16,-1-7 0 0,-2-1-1 15,2-4-7-15,-2-3-2 0,0-2 0 0,-1-1 13 16,-2-2 5-16,1 2 8 0,-1 1 5 16,-3-1 5-16,2 1 2 0,-4 2-7 0,2 0-2 15,-2 2-6-15,-1 0 2 0,-2 2-1 0,2 0 1 16,-3 1 0-16,-2-1-2 0,0 2 0 0,0-1-6 15,-3 2-5-15,0 0-4 0,-2 1-1 16,1 0 0-16,-3 2-3 0,0 2-2 16,-3 3 0-16,1 2-1 0,-1 4-3 0,-2 1-5 15,1 5-2-15,1 3-1 0,1 1-1 0,1 2-1 16,1 4-2-16,3 0 0 0,0 2-1 0,4 0-1 16,0 0-1-16,1 2-15 0,4-2-28 15,2 0-69-15,-2-3-87 0,3 3-164 0,3-4-291 16,-2 0-325-16,4 0-363 0,2-1-225 15,2 0 117-15,2-3 692 0</inkml:trace>
  <inkml:trace contextRef="#ctx0" brushRef="#br3" timeOffset="183764.24">14236 13300 249 0,'2'2'685'0,"-2"-2"342"0,0 0 111 0,0 0-220 15,0 0-278-15,0-2-213 0,0 2-119 0,1-2-73 16,-1 2-49-16,0-1-17 0,2 0-7 16,-1-2 4-16,2-1-4 0,-3-2-6 0,2-2-11 15,-1-3-19-15,1-1-22 0,-1-1-22 16,1-3-21-16,0 1-13 0,-1-4-6 0,2 0-12 16,-1-3-7-16,0 2-2 0,-1-3 1 0,1 2 1 15,0 2 1-15,-1 1 3 0,1 1 3 0,-1 2-4 16,-1 3-3-16,2 0 0 0,-2 5-1 15,0 1-3-15,3 1-4 0,-3 2-2 0,1-1-3 16,-1 4-4-16,2 0-1 0,-1 0-1 16,3 4 1-16,0 4 0 0,1 3 0 0,0 2 0 15,4 1 0-15,-1 4-1 0,0 6 0 0,2-2 0 16,-1 3-1-16,2 1 1 0,-3-2-1 16,3 1-1-16,-1-1-1 0,-1-3 1 0,1-1-2 15,-4-4 0-15,2-2-1 0,-1-2 1 0,0-5 0 16,-2-3 0-16,1 0 2 0,-1-6 0 15,0-2 0-15,0-3 0 0,1-4 0 0,-2-3 1 16,1-4-3-16,-2-1 0 0,-1 0-1 16,3-3 1-16,-3 2-1 0,-1 0 0 0,1 3 1 15,-2 2 1-15,0-2 1 0,0 6 0 0,-2-2 0 16,1 4 1-16,1 1-1 0,-2 2 0 16,0 0-1-16,2 3 0 0,0 1-1 0,0-3-1 15,0 5 0-15,2 0 0 0,0 5 1 0,1 0 0 16,0 1 0-16,1 2 2 0,1 0 1 15,-2 4-2-15,2 0 1 0,2 1-1 0,-3 0 0 16,5 2-1-16,-2-2 0 0,-1-1 1 16,2 2-2-16,0-4 0 0,0 1-2 0,0-4 0 15,0 3 0-15,3-3-2 0,-2-1 0 0,1-2-5 16,-1 1-20-16,1-2-58 0,0-2-78 16,-3 1-132-16,-1-1-230 0,-1 1-314 0,0-2-357 15,2 0-286-15,-3-2-71 0,1 2 504 16,-1 0 651-16</inkml:trace>
  <inkml:trace contextRef="#ctx0" brushRef="#br3" timeOffset="184496.7">14773 13200 311 0,'2'-2'807'15,"-1"-1"340"-15,-1 2 40 0,0-2-256 0,0 1-287 16,0-4-180-16,0 0-111 0,2 0-65 0,-2-3-31 15,2-3-36-15,-1-1-39 0,2-4-52 0,-1-1-31 16,1-3-17-16,0 0-20 0,1-3-5 16,2 0-5-16,-5 1-2 0,2-2-1 0,2 2-2 15,-3 3-1-15,1 2-1 0,-1 4-7 16,-1-1-2-16,1 6-5 0,0 0-5 0,-2 5-5 16,1-2-5-16,1 4-4 0,-1 2-4 0,2 2-2 15,0 2-2-15,2 4-1 0,0 2 0 0,0 4-2 16,1 1 1-16,-1 2 0 0,4 0 1 15,-2 1 0-15,-3 2 0 0,4-2 1 0,-2 0-2 16,1-3 0-16,-1-1 0 0,-1 0-1 16,0-3 0-16,-2-1 1 0,4-4 1 0,-3 0 0 15,1-3 2-15,-2 0 1 0,0-4-1 0,2-1 0 16,0-4-1-16,1-1-1 0,-2-4 0 16,3-1-3-16,-2-2 0 0,1 1 0 0,2 0-1 15,-4-1 1-15,1 4-2 0,0 1 2 0,0 0 0 16,0 2-1-16,1 4 1 0,-3-1 1 15,3 1 1-15,-1 5-1 0,0-1 1 0,1 4 2 16,0 2-1-16,2-1 1 0,-3 3-1 16,2 1 0-16,-1-1 0 0,3 2-1 0,-2 0 0 15,-3-1-2-15,4-1 0 0,-2-1 0 0,-1-2 0 16,2-1-1-16,-3-4-1 0,1-2 1 16,0-5 0-16,1-2 0 0,0-6 0 0,-1-1 0 15,0-3 2-15,1-1-1 0,4-1 1 0,-6-1 0 16,4 0 0-16,0 3 0 0,0 2 0 15,0-1-2-15,-2 5 1 0,3 2-2 0,-2 1 2 16,-1 3 0-16,2 5 1 0,-1 1 1 0,1 2 0 16,1 6 1-16,-1 1-1 0,0 3 0 15,1 2-1-15,1 3-1 0,-2 0 2 0,0 2-2 16,4-1 0-16,-2 0-1 0,-2 0-1 0,4-1-3 16,-2-2-8-16,0-2-26 0,2-3-81 15,-2 0-125-15,-2-4-255 0,1-3-300 0,-3-3-389 16,2-1-447-16,-1-6-116 0,0 1 591 0</inkml:trace>
  <inkml:trace contextRef="#ctx0" brushRef="#br3" timeOffset="188511.68">19354 7878 51 0,'4'0'377'0,"-4"0"296"15,3 0 246-15,-3 0-26 0,2 0-193 0,-2 1-173 16,2-1-120-16,-2 0-84 0,1 0-69 15,-1-1-54-15,0 1-44 0,0 0-45 0,2 0-31 16,-2 0-29-16,2 0-16 0,-2 0-13 0,0 0-2 16,1 0 0-16,-1 0 0 0,0 0 11 15,2 0 5-15,-2 0-3 0,1 0-5 0,-1 0-5 16,2 0-1-16,0 0 61 0,-1 0 39 16,1 0 21-16,1 1 7 0,1-1 0 0,0 0 10 15,0 2-50-15,0-2-34 0,0 0-20 0,1 0-8 16,-2 1-8-16,2-1-15 0,1 0-10 15,1 1-5-15,-1-1 5 0,0 0 4 0,4 2 2 16,-4-2 1-16,2 0-1 0,-1 1 1 16,2-1-6-16,-1 0-8 0,-2 2-2 0,2-2 0 15,1 0-1-15,-2 0 5 0,-1 0 1 0,2 0 4 16,0 0 1-16,-2 0 1 0,1 0-2 0,-1-2-3 16,0 2-3-16,0 0-1 0,2-1 0 15,-3 1-2-15,2 0 1 0,-1-2 2 0,2 2 2 16,-2-1-1-16,0 0 0 0,-1-1 1 15,2 1-1-15,0-1-4 0,0 1-2 0,-1 0-2 16,1-1-1-16,0 0-1 0,-1 1 0 0,1 0 2 16,-1 1-2-16,-1-2 0 0,4 0 1 15,-2 1 0-15,-1-1 0 0,1 1-1 0,-1 1 1 16,1-2 0-16,-2 1-1 0,3-1 1 16,-3 2 0-16,3-2 5 0,-2 0 1 0,2-2 2 15,0 1 3-15,1 1 0 0,-1-4 0 0,0 4-5 16,0-2-2-16,2 1-3 0,-4-2 0 0,2 1-2 15,0 1 0-15,0-1 0 0,0 1 0 16,-2 1 1-16,1-1-1 0,2 0 0 16,-3 0 1-16,0 0 0 0,1 0 1 0,-1 0-1 15,2 0 1-15,-2 0-1 0,1 0 0 0,-1-2 0 16,2 3-1-16,-2-2 1 0,1-1 1 0,-1 1-1 16,0 0 1-16,2-1 1 0,-2 1 0 15,2-2-1-15,-1-1-1 0,-1 2-1 0,3-1 0 16,-1 0 0-16,-1 0-1 0,-1 1 1 15,3-3 0-15,-2 4 2 0,-1-3-1 0,1 3 1 16,-1-1-1-16,0 0 0 0,-1 1 0 0,0-1-1 16,0 0 0-16,-1 3 0 0,1-3 0 15,-1 3 1-15,-2-2-1 0,3 0 1 0,-2 1 1 16,2 0-1-16,-2-2 0 0,0 1 0 16,3 0 1-16,-1-1-1 0,0-1 1 0,-2 2-2 15,4 0 1-15,-3 0-1 0,2-1 0 0,-1 1 1 16,2-3-1-16,-1 3 1 0,0-1 0 0,2 0-1 15,-2-1 0-15,2 1 0 0,-1 1 1 16,-1-3-1-16,3 3 1 0,-2-3 1 0,-1 3 0 16,-1 0 0-16,3 0-1 0,-4-3 1 15,3 3-2-15,-2-2 1 0,0 2 0 0,-1-2 0 16,2 0 0-16,-1 0 0 0,2 1 1 0,-3-1-1 16,1 0 2-16,0-1-1 0,2 2-1 15,-2-2-1-15,0 0 0 0,0 1 0 0,0 1 0 16,0-2-1-16,1 0 0 0,-2 0 0 15,3 1 1-15,-2-1 1 0,1-2-1 0,2 2 2 16,-2 0-1-16,0-1 0 0,1 0-1 0,-2 1 1 16,2 0-1-16,0 1-1 0,-3-2 0 15,1 0 1-15,2 2 0 0,-1-1 0 0,0 0 0 16,0 1 0-16,-1-2 1 0,2 2-1 0,0-1 0 16,0 1 1-16,-1-2 0 0,1 0 0 15,2-1-1-15,-3 1 0 0,2 0 0 0,0-1-1 16,0-1 0-16,1 1 0 0,-1-2 1 0,0 2-1 15,2-2 1-15,-2 1-1 0,0 0 1 16,0 1 0-16,1-2 0 0,0 1-2 0,0 1 1 16,-2 0 0-16,1 0-1 0,0-2 1 15,-1 2-1-15,2 0 2 0,-1 2 0 0,-2-2 0 16,1 1 0-16,-3 1 0 0,4-1 0 0,-2 2 0 16,-1-1 0-16,0 2-1 0,-2 1 0 15,5-1 1-15,-5 0 0 0,2 1 0 0,0-2-1 16,-1 2 1-16,3-2 0 0,-2-2-1 15,2 1 0-15,0-1 1 0,1 1 0 0,-2-1 0 16,2-3 0-16,0 4-1 0,0-2 2 0,-2 0-1 16,3 2 1-16,-1-2-1 0,-1 1 1 0,-1 2 0 15,2-1-1-15,-2 2 1 0,0 1 0 16,-1-1 0-16,0 0-1 0,0 1 0 0,1 1 1 16,0 2-1-16,-1-2-1 0,2 1 2 15,2-1-1-15,-3 2 1 0,2-2 1 0,2 1-1 16,1-1 1-16,0 0 0 0,0 0 1 0,3 1 1 15,-1-3 1-15,2 0 3 0,0 0 1 16,0 3 0-16,0-4-1 0,0 4 0 0,0-1 0 16,0 0-1-16,-2 2-1 0,1 1 1 15,-1 0 1-15,-2 0 0 0,2 1-1 0,-2 0-1 16,0 1 0-16,0 1-1 0,-1-1 0 0,-1 0-1 16,2 1 1-16,-1-1 0 0,-1-1 1 0,0 2 1 15,0-1 1-15,0 2 3 0,0-3 2 16,3 2 3-16,-4 0 2 0,2-2-1 0,0 2-1 15,0 0-1-15,0 2-1 0,2-2-2 16,-4 3-2-16,4-2-2 0,-2 2 0 0,-1 1-2 16,4-1 0-16,-4 1-2 0,3 1 1 0,-2 1-2 15,1-1 0-15,2 1 0 0,0-1-1 16,-4-1 0-16,5 2-1 0,-2 0 1 0,-1-1 2 16,1 0 2-16,-1 2 0 0,-1-1 2 15,2 0 1-15,0 0 0 0,0 0 0 0,-2 0-1 16,1 1 0-16,1-2 0 0,-2 1-1 0,0 0 0 15,0 0 0-15,2 0 0 0,-3-2-3 0,3 2-4 16,-2-1 0-16,1 1 0 0,2-1 0 16,-2 1 0-16,-1-2 0 0,2 0 0 0,-2 1 0 15,-1 1 0-15,4-2 0 0,-4 1 0 16,2-1 0-16,-1 0 0 0,-1 2 0 0,-1-1 0 16,1 0 0-16,1-1 0 0,-2 1 0 0,0-1 0 15,0 0 0-15,0 1 0 0,-2 0 0 16,3 1 0-16,-1-2 0 0,0 2 0 0,0-1 0 15,0 0 0-15,-2-1 0 0,2 0 0 16,0 2 0-16,2-2 0 0,-2 2 0 0,0 0 0 16,1-2 0-16,0 2 0 0,1-2 0 0,-2 1 0 15,3-1 0-15,-3 0 0 0,2 1 0 0,-1-1 0 16,-1-1 0-16,1 3 0 0,-1-3 0 16,1-1 0-16,0 1 0 0,-3 2 0 0,0-2 0 15,4-1 0-15,-4 2 0 0,0-1 0 16,1 0 0-16,-1-1 0 0,0 1 0 0,1 0 0 15,-3-1 0-15,1 1 0 0,0-1 0 0,1-1 0 16,-3-1 0-16,4 2 0 0,-6-1 0 16,4 1 0-16,-2-1 0 0,2-1 0 0,-2 1 0 15,3 1 0-15,-1 0 0 0,-2-1 0 16,2 1 0-16,0 0 0 0,-2-2 0 0,2 2 0 16,1 1 0-16,-1-1 0 0,-2 1 0 0,2-2 0 15,0 1 0-15,-1 1 0 0,1-2 0 16,-1 1 0-16,1-3 0 0,-1 3 0 0,0-2 0 15,0 0 0-15,0 0 0 0,0-2 0 16,2 3 0-16,-5-4 0 0,4 2 0 0,-2 1 0 16,2-2 0-16,-2 1 0 0,0 1 0 0,2-3 0 15,0 2 0-15,-1 2 0 0,0-3 0 0,-1 0 0 16,2 1 0-16,-2 1 0 0,0-2 0 16,3 2 0-16,-3-1 0 0,0 0 0 0,1-1 0 15,-3 0 0-15,2 3 0 0,1-4 0 0,-3 1 0 16,1 0 0-16,0-1 0 0,-1 2 0 15,2-2 0-15,0 0 0 0,-1 1 0 0,-1-1 0 16,1 2 0-16,1-2 0 0,0 1 0 16,0 0 0-16,2 1 0 0,-1-2 0 0,0 1 0 15,2-1 0-15,-1 2 0 0,0-2 0 0,1 0 0 16,-1 2 0-16,3-2 0 0,-2 1 0 0,1-1 0 16,-1 2 0-16,0-2 0 0,4 1 0 15,-2 1 0-15,0-1 0 0,0 1 0 0,2 1 0 16,-2-2 0-16,0-1 0 0,3 2 0 15,-3-1 0-15,0 0 0 0,3-1 0 0,-3 2 0 16,2-2 0-16,-2 0 0 0,2 0 0 0,-1 0 0 16,0-2 0-16,2 1 0 0,-1 1 0 15,-2-1 0-15,2-1 0 0,-2 1 0 0,0 1 0 16,2-2 0-16,-2 1 0 0,0 1 0 16,-4-2 0-16,3 2 0 0,-1-1 0 0,0 1 0 15,-3 0 0-15,2 0 0 0,0 1 0 0,-2-1 0 16,2 2 0-16,-2-2 0 0,2 0 0 15,-2 1 0-15,0 1 0 0,0-2 0 0,0 0 0 16,1 1 0-16,-3-1 0 0,3 0 0 16,-3 0 0-16,4 0 0 0,-1 0 0 0,-1 0 0 15,1 0 0-15,-3 0 0 0,2 0 0 0,2 2 0 16,-1-2 0-16,-3 1 0 0,4-1 0 0,-1 0 0 16,-1 1 0-16,1 1 0 0,-1 0 0 15,0-2 0-15,0 2 0 0,1 1 0 0,-1-2 0 16,-2 1 0-16,4 1 0 0,-4-3 0 15,2 0 0-15,-3 2 0 0,4-2 0 0,-4 2 0 16,1-2 0-16,1 0 0 0,0 0 0 0,-2 0 0 16,0-2 0-16,1 2 0 0,-1 0 0 15,0 0 0-15,0 0 0 0,0 2 0 0,-1 1 0 16,1-2 0-16,-2 2-83 0,0 2-80 16,-3-2-88-16,2 1-168 0,-3 1-276 0,2 2-336 15,0-1-404-15,1 3-249 0,-2-1 160 0,4-2 774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08T11:01:44.08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991 3002 229 0,'0'0'386'0,"0"0"151"0,0 0 15 0,0 0-105 16,0 0-51-16,0 0-13 0,0 0-3 15,0 0-8-15,0 0-24 0,0 0-49 0,0 0-59 16,0 0-57-16,5 4-44 0,-5-4-28 16,0 0-15-16,3 1-10 0,-3-1-7 0,0 0-4 15,0 0-10-15,0 0-6 0,0 0-13 0,0 0-7 16,0 0-5-16,0 0-1 0,0 0 14 15,0 0-14-15,0 0-6 0,0 0-4 0,0 0-5 16,0 0 9-16,0 0-12 0,0 0-6 16,4 3-2-16,-4-3-3 0,5 3-2 0,-5-3-2 15,3 6 0-15,-1-4 13 0,-2-2 7 0,5 2 5 16,-5-2-15-16,3 4-4 0,-3-4-5 0,5 2-1 16,-2 1 0-16,3 1 0 0,-6-4 16 15,5 2 9-15,0-1 32 0,-5-1 13 0,6 1 12 16,-1 1 3-16,1 0 4 0,2 0 17 15,0 0-13-15,0-1-6 0,3 2-10 0,-2-1-5 16,-1 1-4-16,3 0-21 0,-3 0-13 16,2-2-6-16,-2 2-1 0,2-1-2 0,0 0-1 15,-2 0-10-15,3 1-2 0,-3-2-8 16,2 3-2-16,0-3 0 0,0 0 6 0,0 1 5 16,0 0 4-16,0-2 2 0,1 1 1 15,3-1 4-15,1 0-9 0,0 0-2 0,-2-1-4 16,0 1 0-16,1-2-1 0,-3 2-8 0,0 0-8 0,0-2-1 15,-1 2-2-15,0 0-1 0,0 0 1 0,0 0 7 16,-1 0 2-16,1-1 3 0,-2 1 2 16,1 0-1-16,0-1 0 0,1 1 3 0,-2-2-1 15,3 0 0-15,-3 2 0 0,2-1 0 0,-1 0 0 0,0-1-1 16,-1 0-1-16,0 2 1 0,3 0 0 16,-3-1-1-16,2 1 2 0,0 0 3 0,0-1 5 15,1 1 4-15,2 0 2 0,-2 1 1 0,0-1 1 16,2 0-3-16,-2 1-5 0,1-1-4 0,-1 0-2 15,1 0-1-15,0 0-1 0,-1 0 1 0,3 0 0 16,-2 0-1-16,-1-1 2 0,3 0-1 0,-3-1 0 16,3 1 1-16,-3-1-1 0,2-1 1 15,1 2-2-15,-3-2 0 0,3 0 0 0,-3 1-1 0,1-1 0 16,0 2-1-16,-1-1 0 0,3 0 0 0,-4 0-1 16,1 0 0-16,1 1 1 0,0 0-2 0,-3-1 1 15,2 0-1-15,-1 0 1 0,1 2 0 0,-2 0-1 16,1-3 1-16,-2 2 5 0,3 0 3 0,-3 0 2 0,1 1 1 15,-1-3 0-15,3 1 1 0,-1 2-6 16,-2 0-2-16,4-2-1 0,-4 2 0 0,0-3-1 16,1 3 0-16,-1-2 0 0,-1 1 0 0,-1 1-1 15,2 0 0-15,-4-1-1 0,1 1 1 0,-1-2-2 16,-1 2-2-16,0 0 1 0,-1 0-1 0,-1 0-2 16,1 0-2-16,-2 0 1 0,0 0-6 0,0 0-16 15,-2 0-47-15,1 0-72 0,-4 0-148 0,2 0-277 16,-1 0-307-16,-1 0-358 0,2 0-316 0,-1-2-21 15,1 1 663-15</inkml:trace>
  <inkml:trace contextRef="#ctx0" brushRef="#br0" timeOffset="3046.97">1995 4351 138 0,'1'0'296'0,"-1"-1"132"0,0 1 14 0,2-2-64 15,-2 2-54-15,0-2-28 0,0 1 7 0,2-1 24 16,-1 1 15-16,1 1 18 0,-2-1 22 0,1-1-10 16,-1 2-28-16,0 0-44 0,-1 0-43 0,1 0-37 15,-2 0-31-15,2 0-13 0,2 0 10 0,-2 0 10 16,0-1-12-16,1 1-15 0,-1 0-25 0,0 0-26 15,-1-2-33-15,1 2-26 0,-2-1-7 0,1 1-5 16,-1 0-5-16,0 0-4 0,-1-1-1 0,0 1-3 16,1-2-2-16,-4 2-3 0,3 0 2 0,0-2 0 15,0 2-3-15,-2 0 0 0,3 0-3 16,-3 0 0-16,2-1-3 0,-1 1 0 0,-1 0-1 16,2 0-2-16,-2 0-1 0,2 0 1 0,-2 0 0 15,2 0-1-15,-3-1-1 0,1 1-1 0,0 0 0 16,2 0-2-16,-2 0-1 0,0 0 0 0,2-2-1 15,-4 2-1-15,2 0 0 0,0 0-1 0,0-2-2 16,-1 2-1-16,1 0-1 0,-1-1 2 0,0 1 0 16,1 0 3-16,-2 0-2 0,3 0 0 0,-4 0-1 15,3 0-1-15,-1 0-1 0,1 0-2 0,0 0 1 16,-2 0-2-16,0 0 1 0,2 1-1 0,-1-1-1 16,1 0-1-16,0 2 1 0,-2-2-2 0,0 2 1 15,3-2-1-15,-1 1 0 0,0 0 0 0,-1 1 0 16,1-2 0-16,0 2 0 0,-1-1 0 0,1 0 1 15,0 1-1-15,-2-1 0 0,0 1 0 0,1-1 0 16,1 0 0-16,-3 1 0 0,2 1 0 0,0-1 0 16,-1 1 0-16,1 0 0 0,-2-2 0 0,2 2 0 15,-1 0-1-15,1 0 1 0,0 0 0 16,-2-1-1-16,3 3 0 0,-3-3 1 0,3 2-1 16,-1-2 1-16,0 0 0 0,1 2 0 0,-1 1-1 15,-1-2 2-15,1 2-2 0,0-3 2 0,1 2-2 16,0 0 1-16,-1-1 0 0,1-1-1 0,0 3 1 15,-1 0-1-15,2-2-1 0,0 1 2 0,-2-1 0 16,4 1 0-16,-3 0 0 0,2 1 0 0,-3-2 0 16,3 2 0-16,0-3 0 0,1 4 0 0,-3-1-1 15,2-1 1-15,0 2 0 0,0 0-1 0,1-2 0 16,-1 2 1-16,-3-1-1 0,3 1 0 0,1 0 0 16,-1 0 5-16,1 0 3 0,-1-1 1 0,2 2 1 15,-1-3-1-15,-1 2 1 0,3-1-4 0,-2 1-2 16,2-2-2-16,-1 2-1 0,-1 0 1 0,2 0-5 15,0 2-2-15,-2-1-2 0,2 0 0 0,0 3-1 16,0-2 0-16,0-1 4 0,0 0 3 0,2 0 1 16,-2 1 1-16,0 0 0 0,3-2-2 0,-3 0 2 15,2 0 0-15,-2 1-1 0,3-2 1 16,-1 1-1-16,-1 0 1 0,1-2 0 0,-1 2 0 0,1-1 0 16,0 1 0-16,-1 0 0 0,1-2 0 0,1 2 0 15,0 0 1-15,0 1 0 0,0-1-1 0,0-2 0 16,1 5 0-16,-1-3 0 0,0 0 0 0,2 0 0 15,-2-1 0-15,3 2-1 0,-3-1 2 0,-1-1-1 16,3 1 0-16,-2-1-1 0,2 1 1 16,-2 0 0-16,0-4 0 0,3 5-1 0,-1-2 1 15,0 1 1-15,-1-1 0 0,1 0-1 0,2-1 1 16,0 3 1-16,-2-3-2 0,2 1 1 0,-1-1-1 16,0 2 0-16,2-2 1 0,-2 1-1 0,1 1 0 15,-1-4 0-15,1 2 0 0,0-1 0 0,0 1 0 16,-1-2 0-16,0 2 0 0,2-3 0 0,-2 2 1 15,1 0 0-15,-1 0-1 0,1-2 0 0,0 2 0 16,0-2 1-16,-1 1-1 0,2 1 0 0,0-1 0 16,-2-1 0-16,2 2 0 0,-1-1 0 0,2 1 0 15,-1-2 0-15,0 2 1 0,0 0 0 0,1-2-1 16,1 1 0-16,-1 1 0 0,0-2 1 0,1 2-1 16,-2-2 0-16,2 0 0 0,-1 2 2 0,-1-3-2 15,1 3 0-15,2-3 0 0,-3 0 0 0,0 2 0 16,3-2 0-16,-3 0 1 0,-2 0-1 0,3 0 0 15,0 0 0-15,-3-2 0 0,2 2 0 0,-3 0 0 16,1 0-1-16,2-3 1 0,-2 1 0 16,1 1 1-16,-2 0-1 0,1 0 0 0,0-2 0 15,0 1 0-15,-1 0 0 0,2-1 0 0,-1 2 0 16,0-3 0-16,-1 2 0 0,1-1 0 0,-1 0 0 16,1 0 0-16,2 0 0 0,-3-2-1 0,1 2 1 15,-1-1-1-15,0-1 5 0,0 1 3 0,2 0 1 0,-2 0 1 16,0 0 0-16,-2-1 0 0,2 2-5 15,-2-2-2-15,2 1-1 0,-1-1 0 0,1 1 0 16,-2 0 0-16,-1 1-1 0,1-2 0 0,0 1 0 16,1-1 0-16,-3 1 0 0,4 0 1 0,-1-1-1 15,-2-1 1-15,1 0-1 0,0 0 0 16,2-1 0-16,-3 1-1 0,1 0 1 0,0 0 0 16,0 1 1-16,2-1-1 0,-4 1 0 0,2-1 0 15,-1 2 0-15,1-1 0 0,-1 1 0 0,1 0 1 16,-1-1-1-16,-1-1 1 0,1 2-1 0,1-2 0 15,-1-3 0-15,1 3-1 0,1 1 1 16,-2-4 0-16,0 1-1 0,-1-1 1 0,1 1 0 16,1-3 0-16,0 3-1 0,-1-3 0 0,-1 3 0 15,1-1 1-15,0 0 0 0,-1 0 0 0,1 0 0 16,-1 1 0-16,1 2 0 0,-2-2 1 0,3-1 0 16,-3 5 1-16,0-2 0 0,3 2 0 0,-3-1 1 15,0 0-1-15,0 1 1 0,0 0-1 16,-3-1-1-16,3 3 1 0,0-4 0 0,-3 1-1 15,3-1 0-15,-2 2 1 0,1-1 0 0,-1-1-1 16,1 0 1-16,-1 0 0 0,-1 0 0 0,1 0-1 16,1 0 1-16,-1 0 3 0,-1 0 2 15,1 1 1-15,-1 1 3 0,1-2 1 0,-2 1 0 16,1 0 1-16,0 2-1 0,-2-2 0 0,3 1 0 16,-1 0 1-16,-2 0-1 0,2 1 1 15,0 0-2-15,-3-2 1 0,1 2-2 0,0 0 0 16,0-1-2-16,0 1 0 0,1 0-8 0,-2 0 0 15,-1 0 0-15,3 0 0 0,-3 0 0 0,2 0 0 16,-2 0 0-16,2 0 0 0,-2-1 0 0,1 1 0 16,-2 1 0-16,-1-2 0 0,1 2 0 0,0-3 0 15,-1 2 0-15,-1-1 0 0,2 1 0 0,-2 0 0 16,1 0 0-16,1-1 0 0,0 1 0 0,-1 1 0 16,3 0 0-16,-1-1 0 0,2 2 0 0,-1 0 0 15,0-1 0-15,1 0 0 0,2 1 0 0,0 0 0 16,0 1 0-16,-1-2 0 0,3 0 0 0,-3 2 0 15,3 0 0-15,-2-1 0 0,0 1 0 0,0 0 0 16,3 0 0-16,-2 0-15 0,-1 0-16 0,0 0-19 16,-1-2-28-16,1 2-54 0,-2-3-92 0,2 2-170 15,0 1-269-15,-1-2-322 0,2 1-386 16,-1-2-328-16,1 1 120 0,1-3 785 0</inkml:trace>
  <inkml:trace contextRef="#ctx0" brushRef="#br0" timeOffset="4464.41">1905 3639 8 0,'-2'3'185'16,"-1"1"92"-16,-2-1 51 0,1 0-44 0,2-1-69 16,-1 1-60-16,0-1-28 0,-1-1-12 0,1 0 3 15,0 1 5-15,0-2 3 0,1 1 7 16,2-1 10-16,-3 0 12 0,3 0 11 0,0 0 15 16,0 0 14-16,0-1 15 0,0 1 15 0,3 0 17 0,-3-2 19 15,2 2 14-15,-2-1 0 0,1 1-14 0,1 0-26 16,-2 0-39-16,0 0-41 0,-2 0-43 15,1 0-27-15,1 0-24 0,0 0-14 0,0 0-9 16,0 0-14-16,0 0-3 0,0 0-1 0,3 0 7 16,0-1 13-16,2-3 17 0,2 1 23 0,2-1 28 15,0-2 13-15,4-4 16 0,1 1-1 0,1-2-12 16,0-1-14-16,3-2-17 0,1-2-14 0,-1 0-22 16,3-1-13-16,1 0-5 0,0-2-4 0,-1 0-7 15,4 0-7-15,-1-1-1 0,1 1 0 16,2-2-1-16,-3 2 0 0,3-2 0 0,-2 2-1 0,2-2-1 15,-2 2-3-15,0 0-3 0,-1 1-4 16,2 2-2-16,-3-1 0 0,1 3-1 0,-2-1-1 16,2 2 1-16,-2 0 0 0,0 3-1 0,-3-3 0 15,3 2 0-15,-1 2-1 0,-4 0 1 16,2 2-1-16,-3 0-1 0,0 1 1 0,-3 1 0 16,-1-1 1-16,-1 4 0 0,-3-1-1 0,1 0 1 15,-2 2-2-15,-2-1 0 0,-1 0-1 0,0 1 0 16,-3 1 1-16,1 0 0 0,-1 0 0 0,1 0 1 15,-2 0 1-15,3 0 1 0,-3 0 0 16,0 0 1-16,-3 0 0 0,3 0-1 0,-3 0-1 16,1 0-1-16,-1 1-2 0,0 1-1 0,-2 0-2 15,0-1-3-15,0 2-12 0,-1 0-36 0,2-1-67 16,-3 0-93-16,1 1-168 0,-1-1-294 16,-2-1-317-16,1-1-319 0,3 0-190 0,-1-2 196 15,1-4 643-15</inkml:trace>
  <inkml:trace contextRef="#ctx0" brushRef="#br0" timeOffset="4767.16">2686 2925 36 0,'5'0'392'16,"-4"0"262"-16,4-2 172 0,-2 2 41 0,0-2-252 15,2 2-163-15,1 0-82 0,2 0-32 0,3 2-23 16,-1-2-42-16,4 2-60 0,-1-1-64 0,1 2-25 15,2 0-21-15,0 0-15 0,-1 1-8 0,1 1 9 16,1-1 3-16,-2 1-16 0,2 1-9 0,-1-1-4 16,-3 1-2-16,-1 1 15 0,1 1 18 0,-4-1 8 15,1 2 3-15,-2 2-1 0,-4-2-6 0,0 4-25 16,-3-1-28-16,-1 2-16 0,-3 1-8 0,-2-1-7 16,0 4-2-16,-4-4-4 0,1 3-8 0,-2-3-5 15,0 3-6-15,0-4-17 0,0 0-58 16,0-1-58-16,0-2-121 0,2-1-202 0,-1-1-301 15,3-3-316-15,1 0-252 0,1-3-109 0,3-2 419 16,1 0 591-16</inkml:trace>
  <inkml:trace contextRef="#ctx0" brushRef="#br0" timeOffset="6062">3963 2864 284 0,'0'-6'737'0,"2"0"393"0,-2 2 90 16,-2 1-240-16,2 0-217 0,0 0-167 0,0 2-139 15,0-1-101-15,-3 2-68 0,1 0-65 0,-2 0-74 16,1 2-54-16,0 1-35 0,-2 1-24 0,-2 2-13 16,1 3-10-16,-2 2 0 0,2 4 1 15,-2 3-1-15,0-1-1 0,-1 6-3 0,4-3 1 16,0 1-6-16,0-4-4 0,2 2-1 0,0-2 0 15,3-4 0-15,0-1-2 0,0-2-1 16,3-2-2-16,0-1 1 0,1-1 0 0,0-4 0 16,3-2 2-16,3-2 1 0,0-1 1 0,3-3 1 15,1 0 1-15,-1-2-4 0,4 1-4 16,-1 0-2-16,1 1-2 0,-1 0 2 0,1 3-4 16,1 0 6-16,-2 0 3 0,-1 3 1 0,0 2 2 15,0-1 0-15,-2 2 2 0,0 1 1 0,-1-1 0 16,-2 2 1-16,-2 1 0 0,1-2 1 0,-1 2-1 15,0-1-2-15,-3 1 2 0,3-4-1 16,-4 3-2-16,1-2-1 0,-2 0 0 0,2-3-1 16,-3 2-1-16,0-2 1 0,-1 0 1 0,2 0 3 15,-3-2 2-15,2-4 2 0,1 0 2 16,-2-1 0-16,1-4 2 0,-2-1-2 0,0-1 1 16,0-3 2-16,-2-1-2 0,-2-1 0 0,2-1 0 15,-1 1-1-15,0-2-2 0,0 2-3 16,-1 3 0-16,1 1-1 0,0 1-1 0,0 4 0 15,-2-1-1-15,2 3-1 0,2 1-4 0,-1 3-3 16,1 0-12-16,-1 0-22 0,2 2-40 0,2 1-62 16,-2 1-81-16,1 1-148 0,2 2-220 0,0 1-297 15,2 0-292-15,0 3-216 0,-1 0 27 16,3-1 513-16</inkml:trace>
  <inkml:trace contextRef="#ctx0" brushRef="#br0" timeOffset="6294.54">4616 2832 123 0,'5'-3'753'0,"0"3"503"0,-2 0 115 0,0 3-103 15,2 1-377-15,-2 2-328 0,-3 3-175 16,3 3-98-16,-3 1-68 0,2 3-71 0,-1 2-57 15,-1 1-37-15,0 0-23 0,2 3-15 0,0-1-9 16,-1 0-5-16,1-1-3 0,-1-3-4 0,1 1-11 16,0-4-40-16,-1-1-77 0,-2-3-135 0,-3-1-246 15,1-5-300-15,0-4-364 0,0-2-352 16,-2-6-81-16,2-3 561 0</inkml:trace>
  <inkml:trace contextRef="#ctx0" brushRef="#br0" timeOffset="6505.06">4551 2541 128 0,'-3'-9'801'0,"-3"1"562"0,3 3 114 15,0 1-202-15,1 3-421 0,-1 0-356 0,3-1-181 16,-2 2-115-16,1-2-79 0,1 2-56 0,0 0-35 16,0 0-20-16,1 2-12 0,1 0-19 0,1-1-69 15,2 2-70-15,-2 0-148 0,3 1-262 16,-3 2-310-16,4-1-348 0,-1 2-219 0,1-3 34 15,0 4 587-15</inkml:trace>
  <inkml:trace contextRef="#ctx0" brushRef="#br0" timeOffset="7149.97">4804 2454 175 0,'2'-10'590'0,"1"0"400"0,-1 3 199 0,-2 1-199 16,0-1-197-16,0 5-125 0,2-2-141 0,-1 3-118 15,-1 0-86-15,2 1-63 0,-2 0-71 16,1 1-70-16,-1 5-44 0,0 2-19 0,0 5-12 15,-1 4-2-15,1 5-2 0,-2 5 6 0,2 8 0 16,0 4 0-16,0 4-1 0,2 4 1 0,-2 2-3 16,1 1-8-16,1-2-7 0,4-2-5 0,-1-2-6 15,1-6-8-15,1-4-6 0,2-5-2 16,0-4-2-16,1-6-1 0,2-4-1 0,-2-5 0 16,3-4 1-16,1-4 0 0,-1-5 1 0,-1-4 1 15,2-4 2-15,-1-3-4 0,1-4-3 0,-1-1 0 16,-1 0-1-16,1-2-2 0,-3 0 0 15,1 2 3-15,-3 5 2 0,-2 0 1 0,2 3 2 16,-5 1 0-16,2 3 0 0,-2 2 0 0,0 2 1 16,-1 2 1-16,1 2 1 0,0 2 0 0,-1 2 2 15,1 6-1-15,1 1 1 0,-2 1 4 0,1 1 1 16,0 3 1-16,1 2 0 0,-1-3-2 16,0 0 1-16,2-1-6 0,-2 0-3 0,0-5-2 15,3 0 0-15,-1-3-2 0,0-1 1 16,1-4-1-16,1-4 1 0,0-2 0 0,3-5 1 15,-2-4 2-15,3-7-4 0,-2-1-2 0,3-5 0 16,0-1-3-16,-1 2 0 0,0 0-1 0,0 0 4 16,0 3 1-16,-4 4 2 0,2 3 0 0,-3 4 1 15,-2 2 1-15,-1 3-1 0,2 1 1 16,-2 4 1-16,0 2 2 0,3 5-1 0,-3 4 1 16,0 2 5-16,-1 3 1 0,1 1 0 0,-1 4-1 15,1 1-1-15,0 0-2 0,2 0-5 0,1-2-9 16,0 2-15-16,1-3-29 0,1-1-80 0,-2-3-111 15,2 0-214-15,0-3-298 0,0-2-359 0,0-1-411 16,4-3-157-16,-2 0 382 0,4-1 777 16</inkml:trace>
  <inkml:trace contextRef="#ctx0" brushRef="#br0" timeOffset="8203.04">6270 2894 141 0,'0'1'510'0,"0"0"318"16,0 2 189-16,0-1-103 0,0 1-239 0,3 0-167 16,-3 3-117-16,5 1-71 0,-2 2-22 0,4 6-15 15,1-2-13-15,2 6-22 0,0 0-20 16,1 7-22-16,3-1-37 0,-2 5-38 0,3 3-29 15,-4 0-21-15,3 3-25 0,-1 0-15 0,-3 2-13 16,2-1-10-16,-1 0-12 0,-1-2-7 16,-1 0 8-16,-1-2 3 0,-3-2 2 0,1-2 0 15,-1-4 1-15,-2-2 0 0,0-3-5 0,0-6-1 16,-3-1 4-16,0-4 2 0,-1-2 3 16,-1-5-2-16,-4-3 0 0,1-5-2 0,-1-5-6 15,0-8-5-15,-2-4-1 0,-2-5 0 16,2-7-3-16,0-3 1 0,2-5-2 0,0-1-1 15,3-3 0-15,1 3 0 0,4-2 1 0,-1 5 2 16,4 3 1-16,-1 3 1 0,1 3 3 0,0 5 0 16,0 2 0-16,3 2-2 0,-2 4-4 0,2 1-4 15,0 3-3-15,0-2 0 0,1 6-2 16,-1-1 1-16,2 3 5 0,-1 0 3 0,1 1 0 16,-1 3 3-16,-1 1 0 0,0 1 1 0,0 1 0 15,0 2 1-15,-2 2 1 0,2 3 0 0,0 0 0 16,-3 3 2-16,0 4 4 0,-1 2 3 15,1 3 1-15,-4 2-2 0,1 4 0 0,1 0 0 16,-1-1-6-16,-1 2-4 0,1-2-2 16,1-5 0-16,2 2-2 0,0-4-1 0,2-3-3 15,0-3-2-15,2-3-4 0,-2-3-3 0,5-2-4 16,-2-4-2-16,3-1 0 0,1-2 2 0,-1-2 2 16,2 1 3-16,-2 0 5 0,2-2 1 15,0 2 3-15,-1 1 2 0,-1 2 2 0,0-1 1 16,-1 2 1-16,-1 0-1 0,2 0 0 15,-4 2 0-15,1-1 1 0,-1 1-1 0,-3-2 0 16,2 0 2-16,-1-2 3 0,-1-2 0 0,0 0 2 16,-3-4 0-16,-1-2 2 0,1 0-3 0,-3 0-6 15,0-4-3-15,-3 3-2 0,-2 1 1 16,-4-4 0-16,1 4 2 0,-5 0 7 0,-1 0 6 16,-2 1 5-16,-3 0 4 0,1 5 1 0,0 0 1 15,-1 3-2-15,3 3-2 0,-1 1-6 0,2 1-4 16,2 4-4-16,1 1-4 0,4 1-1 0,-1 0-1 15,3 4-2-15,1-1-1 0,5 0 0 0,0 1 6 16,0-3 2-16,5 3-2 0,1-4-6 16,2 0-16-16,0 0-51 0,1-3-72 0,2-2-73 15,0-2-122-15,2-2-183 0,-1-2-293 0,3-3-259 16,-1 0-211-16,0-1-104 0,2-3 319 16,0 1 547-16</inkml:trace>
  <inkml:trace contextRef="#ctx0" brushRef="#br0" timeOffset="8809.78">6985 2766 273 0,'5'-3'661'0,"-1"-2"344"0,-2 2 107 0,1 2-244 16,0 1-221-16,-1 0-168 0,2 3-108 0,-1 0-45 15,2 1-21-15,-1 2-28 0,0 1-33 16,0-1-29-16,0 5-46 0,2-4-48 0,-1 3-41 16,0 0-29-16,1 1-16 0,-1-1-11 0,0-1-8 15,3 2-6-15,-2-2-2 0,-1 2-3 0,1-3-2 16,-1 1 0-16,1-1 0 0,0-1-1 0,-1-1-1 15,0 1-2-15,0 1 1 0,-2-4-1 0,2 3 1 16,1-2-4-16,-3-3 1 0,2 2 1 16,1-4-1-16,-1 0 2 0,0 0 1 0,1-4 1 15,0-1 1-15,1-4-1 0,-1 1 2 0,3-3-1 16,-2 1 1-16,-1-1-1 0,2 1 1 0,-3 3 1 16,3-4-2-16,-4 4-1 0,1 3-2 0,-2 0 1 15,1-1 1-15,-1 4 2 0,0 1 4 16,-1 2 4-16,2 3 5 0,-1 2 1 0,-1 2 2 15,1 2-3-15,0 1-3 0,-1 0-3 0,3 1-5 16,-2 1-2-16,3-1-3 0,0 0-2 0,-1-3-1 16,1 1 0-16,1-2 0 0,2-4 0 15,-1 0 0-15,0-2 2 0,0-1 1 0,3-6 3 16,0 0 0-16,-1-2 0 0,2-4 1 0,-2-2 1 16,1-1-1-16,0 0-1 0,-2-5 1 0,1 3-1 15,-1 0 1-15,-1 1-2 0,0 1 0 16,-3-2-6-16,1 3-3 0,0 2-4 0,-2 2 1 15,-1 3 4-15,-2 0 2 0,3 0 3 0,-3 5 7 16,3 0 5-16,-3 5 1 0,2 2-6 0,2 4-2 16,-1 1 3-16,1 4-4 0,0 3-4 15,0 3-2-15,1 2 0 0,2 2 0 0,-2 0 1 16,-1 3 3-16,2 1 2 0,-4 1 2 0,0 4 3 16,-3-1-1-16,0 1 2 0,-3 1 4 0,-2 1 1 15,-1-4 2-15,-4 2 2 0,-1-2 1 16,0-3-3-16,-2-2-4 0,-1-4-4 0,1-5-3 15,1-2-5-15,1-4-7 0,1-7-8 16,1-4-15-16,1-4-38 0,1-3-70 0,4-4-72 16,-2-7-132-16,5 0-201 0,0-5-310 0,2 0-301 15,4-4-214-15,2 1-65 0,4-2 440 16,3-2 558-16</inkml:trace>
  <inkml:trace contextRef="#ctx0" brushRef="#br0" timeOffset="8997.18">7863 2749 204 0,'3'-3'1121'16,"-3"5"615"-16,-3 2-127 0,-1 2-350 0,-1 3-460 0,-1 5-313 15,-2-1-211-15,0 4-104 0,0 1-57 16,0 3-34-16,0 2-26 0,-1 2-18 0,4-2-13 16,-1 4-8-16,3 1-5 0,-1-2-5 0,4 0-3 15,2-2-3-15,1 0-2 0,2-2-11 16,2-3-20-16,1-4-41 0,1-2-83 0,0-4-154 15,1-1-269-15,1-4-324 0,-2-1-392 16,1-1-402-16,2 0-8 0,0-2 746 0</inkml:trace>
  <inkml:trace contextRef="#ctx0" brushRef="#br0" timeOffset="9606.2">8112 2804 147 0,'9'3'639'0,"-2"-1"416"15,-1 4 153-15,1 2-143 0,0 2-290 16,0 3-176-16,-1 5-128 0,2 4-89 0,-3 5-71 15,3 4-46-15,-2 2-60 0,-1 4-71 0,0 6-41 16,-2 3-25-16,2 3-15 0,-1 4-15 0,-1 3-12 16,0-1-10-16,-1 0-9 0,3-2-6 15,-2-4-3-15,0-2-4 0,2-8-8 0,1-3-18 16,-3-10-55-16,0-1-64 0,-1-8-83 16,0-9-152-16,-2-3-242 0,0-8-315 0,-2-6-264 15,0-7-202-15,-1-9 55 0,-3-6 529 0</inkml:trace>
  <inkml:trace contextRef="#ctx0" brushRef="#br0" timeOffset="9769.98">8118 2726 53 0,'-4'-26'618'0,"1"6"495"16,-2 4 163-16,0 4-118 0,0 4-357 0,0-1-324 16,2 5-206-16,0 0-103 0,0 4-48 0,3 4-33 15,0 0-31-15,3 5-31 0,0 1-10 0,4 5-4 16,-1 2-21-16,5 4-29 0,0 0-51 15,0 5-118-15,3-1-194 0,-1-1-298 0,0 2-271 16,4-1-246-16,2-3-70 0,0-3 373 0,3-3 514 16</inkml:trace>
  <inkml:trace contextRef="#ctx0" brushRef="#br0" timeOffset="10097.04">8534 2809 116 0,'-3'-6'942'16,"-5"4"694"-16,-1 2-26 0,-1 1-315 0,-3 4-432 15,-2 5-344-15,0 2-223 0,-2 4-115 16,0 3-59-16,-1 5-37 0,4 1-28 0,0 1-21 16,3 2-11-16,0 0-7 0,5 0-8 15,2-2-3-15,3-2-4 0,2-3-3 0,4-4-2 16,4-4-3-16,1-4 1 0,3-6-1 0,4-6 1 16,-1-4 1-16,1-5-1 0,2-6 2 0,0-3 1 15,0-5 1-15,-3 0 2 0,1 1 0 0,-1 0 0 16,-2 0 0-16,-2 3 0 0,-2 4 1 15,-2 4 0-15,-3 2 1 0,0 1 0 0,0 3 0 16,-2 3 1-16,-3 3-3 0,0 2 0 0,0 2-2 16,-2 4 0-16,1 6-2 0,-1 1 1 15,1 3-2-15,-1 4 1 0,2 1-2 0,2 2 0 16,-1 0-1-16,4 1-1 0,1-1-10 16,0-1-20-16,2-1-49 0,2-2-75 0,-1-5-100 15,1-3-167-15,0-5-268 0,0-5-328 0,1-2-303 16,-1-7-172-16,1-5 159 0,-1-4 600 0</inkml:trace>
  <inkml:trace contextRef="#ctx0" brushRef="#br0" timeOffset="10513.19">8828 2794 36 0,'3'-13'567'0,"1"-1"503"0,-3 5 233 0,-1 3-38 16,2 3-323-16,-1 2-285 0,-1 4-215 16,0 3-116-16,0 3-75 0,0 4-70 0,0 4-68 15,0 2-49-15,0 4-25 0,2 2-18 0,1 1-9 16,-1 4-5-16,4-1-3 0,0 2-1 0,-1-3-3 15,3-1 1-15,0-3-2 0,1-5-3 16,1-2 0-16,1-8 1 0,0-3 0 0,0-4-4 16,-1-9-9-16,1-3-16 0,-3-8-24 0,-2-4-32 15,2-5-31-15,-2-5-22 0,-3-4-12 16,0-2 7-16,-1-4 20 0,0-1 35 0,-4-2 39 16,0 0 20-16,1-1 31 0,-2-1 55 0,1 2 67 15,-2 1 37-15,2 3 21 0,0 1 15 0,-1 6 4 16,-2 4-25-16,1 6-39 0,0 6-29 0,0 4-23 15,0 3-20-15,0 5-21 0,2 6-17 0,-1 3-11 16,3 5-6-16,0 2-1 0,3 5-2 16,-1 1 0-16,4 5-1 0,0-1 0 0,1 5-1 15,1 0 0-15,1 3 0 0,2 0-1 0,-1 2-1 16,2 0 1-16,1 0-2 0,-2 0 0 0,3-1-1 16,-1-2 0-16,1 1 1 0,-1 0-1 0,-1-2 0 15,1 0 0-15,-2-1 1 0,0 0-2 0,-1 1-1 16,-4 0-4-16,-1 0-13 0,-1 3-24 15,-2 1-59-15,-4 0-74 0,-4 3-138 0,-2 1-253 16,0-1-307-16,-1 3-355 0,-4 1-283 16,0-3-65-16,-2-2 573 0</inkml:trace>
  <inkml:trace contextRef="#ctx0" brushRef="#br0" timeOffset="11578.76">9919 2939 74 0,'2'14'607'0,"0"2"457"0,-2-3 158 15,0-3-98-15,0-1-388 0,0-2-284 0,0-2-124 16,1 1-41-16,-1-4-22 0,2 0-26 16,-1 1-23-16,1-3-26 0,-2-5-48 0,4-3-46 15,0-3-29-15,0-5-7 0,1-3-16 0,0-4-15 16,3-4-9-16,0 0-8 0,-2 0-4 0,0 2-1 15,-1 1 7-15,0 1 2 0,1 5 3 0,-3 3 6 16,0 3 2-16,-1 4-3 0,0-1-3 0,-1 4-2 16,1 2-4-16,-2 1-3 0,1 2-5 15,-1 0-3-15,2 7-1 0,1 3 0 0,1 3 1 16,0 5-1-16,1 4-1 0,-1 3 7 0,1 0 1 16,2 5 2-16,-1-3 0 0,-1 0 1 0,2 1 1 15,0-3-7-15,-1-5-3 0,1 3-1 16,-1-10-2-16,0 1-1 0,-1-3-2 0,1-4 1 15,-1-1-1-15,4-5-1 0,-2-2 1 16,-1-6 2-16,2-4 1 0,0-2 1 0,1-5-6 16,-1-1-1-16,1-1-2 0,1-3-2 0,-2 2-1 15,0 2-2-15,0 2 5 0,-2 1 4 0,-1 6 1 16,0-2 1-16,-2 6 1 0,0 2 0 16,-1 2 1-16,3 6 1 0,-2 2 2 0,3 3 11 15,-3 4 7-15,0 5 4 0,2 1 0 0,-2 4 1 16,2-3-1-16,-2 1-9 0,3-2-8 0,-3 0-3 15,2-3-2-15,0-1-2 0,0-3-1 16,-2-3-2-16,2-2-1 0,1-4 0 0,0-5-1 16,2-4 1-16,-1-5 1 0,2-7 2 0,1-3 2 15,-1-4 0-15,2 0 0 0,-3-1 0 0,0 1 0 16,0 3-2-16,0 2 0 0,-2 2-1 0,-3 4 2 16,2 3 0-16,-2 2-2 0,-1 3 2 15,1 1-1-15,0 3 1 0,-1 2 1 0,1 2-1 16,-2 4 1-16,2 2-1 0,-1 2 1 0,1 2-2 15,-1 2-2-15,1 3-1 0,0-1-1 16,1 1-1-16,0 3 0 0,2 0 1 0,-1-1-2 16,0-3-1-16,0 1 1 0,1-1-6 0,2-1-16 15,-2-5-35-15,2 0-66 0,-3-4-70 16,1-1-122-16,2-4-192 0,-5-2-304 0,2-4-311 16,1-1-223-16,-1-4-119 0,3 0 354 0,1-2 598 15</inkml:trace>
  <inkml:trace contextRef="#ctx0" brushRef="#br0" timeOffset="12595.32">10816 2839 70 0,'-2'2'647'0,"-3"1"508"16,-1-1 247-16,-2 2-46 0,1-2-384 0,-2 3-341 15,-2 0-195-15,-1 2-110 0,-1 0-89 0,1-1-82 16,-1 6-51-16,0-2-32 0,-1 3-20 15,3 2-15-15,-2 1-11 0,4 3-8 0,-1 0-6 16,1 2-4-16,4 0-3 0,0 0-2 0,2-1-1 16,2-4-2-16,2 0-2 0,1-4-1 15,3-5 0-15,1-3-1 0,3-2-1 0,1-7 1 16,1-3 1-16,5-9 1 0,-2-2 2 0,3-4 1 16,-1-3 2-16,3-2 0 0,-2-1 1 15,-2 4 0-15,0-1-2 0,-4 5 0 0,1 4 0 16,-2 4-1-16,-3 0-1 0,-1 3 1 0,-4 5 0 15,3 2 1-15,-4 3 1 0,1 3 0 0,-2 2 0 16,-2 6-1-16,2 3-2 0,-3 1 0 16,2 3-1-16,-1-1 1 0,0 6-1 0,2-4 1 15,-1 0 0-15,1-1 0 0,1 1-1 0,-1-2 0 16,2-1 0-16,0-1-1 0,1-1-1 0,0-4 0 16,1 0 0-16,1-4-1 0,0-4 0 15,1-2 0-15,-1-2-3 0,4-3-5 0,-1-3-6 16,0-3-8-16,0-1-8 0,0 1-6 15,0-3-1-15,0 2 2 0,0-1 7 0,0-1 8 16,-2 2 8-16,0 2 7 0,-1-2 4 0,2 2 3 16,-1 0 0-16,-2 1 0 0,1 2 2 0,0 1-1 15,-2 0 1-15,1 1 0 0,0 2 0 16,-2 2 1-16,2-1 3 0,-1 2 1 0,1 0 4 16,-1 2 5-16,2 2 4 0,-2 1 3 0,3 1-1 15,-1 1 1-15,-1 1-4 0,1 3-3 0,0 1-6 16,0-2-3-16,1 0-3 0,0 1 0 0,-1-1-2 15,3-1 0-15,-1-1-1 0,-1-3-1 0,3-1 0 16,-1-1 1-16,2-3 0 0,-1-3 0 16,2-1 1-16,-1-1 0 0,2-3 3 0,-4-1-3 15,2 1 2-15,1 0 0 0,-3-1 0 0,0 1-1 16,-2 1 0-16,3 1-1 0,-4 1-2 16,0 0 2-16,0 3 0 0,0 1 0 0,-1 1 1 15,1 1 0-15,-2 4 0 0,0-1 3 0,0 5-2 16,2 1 4-16,-2 2 4 0,2 3 3 0,0-1-1 15,1 4 1-15,0-2-1 0,2 2-5 16,-1-2-3-16,2 2-3 0,-1-4-2 0,2 0 0 16,-1-4 0-16,2-3-1 0,0-3 0 0,-3-3 1 15,3-6-1-15,0-1 1 0,-1-4-1 16,-1-3 0-16,1-3 0 0,-1-2 2 0,0-1 0 16,-2 1 2-16,1-2 0 0,-2 4 1 0,0-2-1 15,-2 3-1-15,-1 2 1 0,0 0-1 0,-1 4 1 16,-1 0 1-16,-1 3 0 0,3 2 0 0,-3 1-1 15,0 2-1-15,0 1 0 0,2 2-1 16,-2 2 0-16,0 3-1 0,3 1 0 0,-1-1 1 16,-1 4-1-16,1 2 1 0,1-1-1 0,3 3 1 15,-3 2 1-15,2 0 0 0,0 3 0 0,2 4 2 16,0 3-1-16,1 3 0 0,0 2 0 16,2 7 0-16,0-1-1 0,-2 6-1 0,2 2 2 15,1 0-2-15,-3 0 1 0,-2 0 5 16,1-2 7-16,-1 0 8 0,-2-1 7 0,-2-2 7 15,-2-2 8-15,-2-2 3 0,-5-2-2 0,-3-2-3 16,-1-5-4-16,-6 0-6 0,-4-2-7 0,-3-4-6 16,-4-2-6-16,0-4-3 0,-4-3-3 15,0-5-3-15,1-7-2 0,-1-6-5 0,0-5-11 16,2-8-18-16,0-8-22 0,0-5-59 16,4-5-84-16,0-6-164 0,3-2-272 0,3-2-321 15,5 4-401-15,2-2-307 0,5 5 41 0,6 3 752 16</inkml:trace>
  <inkml:trace contextRef="#ctx0" brushRef="#br0" timeOffset="13357.12">12770 2846 432 0,'1'-5'961'0,"-2"-1"321"15,-2 1 68-15,-2 2-261 0,-3 0-330 0,0 0-233 16,-4 3-137-16,-1 2-85 0,-1 1-91 0,-4 1-72 16,-2 4-43-16,2 0-29 0,-2 4-18 15,1 3-13-15,-2 2-11 0,4 3-7 0,-1 1-8 16,3 5-3-16,2-1-3 0,2 0-1 0,3 2-2 0,3 0 0 15,2-5-2-15,5 2-1 16,1-7-2-16,4-2-2 0,2-4 0 0,2-5 0 16,3-6 1-16,5-8-1 0,1-5 0 0,3-8 3 15,2-6 1-15,2-6 2 0,-2-2-4 0,0-5-3 16,-2 0 0-16,-1 3-1 0,-5 4-3 16,-1 3 1-16,-4 5 5 0,-2 5 5 0,-2 3 3 15,-3 6 11-15,1 2 3 0,-3 1-2 0,-3 5 0 16,0 5 2-16,-1 2 2 0,-1 5-11 0,-4 5 0 15,3 5-1-15,-2 1-1 0,2 5-5 16,0 5-3-16,-1 0-2 0,4 2 0 0,-1 0 0 16,2 0 0-16,-1 0 0 0,4-2-1 0,0-4 1 15,1 0-5-15,2-6-14 0,3-3-20 16,-2-5-40-16,2-4-74 0,2-5-83 0,-4-6-145 16,2-6-211-16,2-6-311 0,-2-6-316 0,4-2-197 15,-3-5-22-15,1-3 486 0,-2-2 556 0</inkml:trace>
  <inkml:trace contextRef="#ctx0" brushRef="#br0" timeOffset="13577.37">13053 2446 346 0,'3'-25'885'0,"-1"4"339"0,-1 6 22 0,1 4-229 16,-2 7-270-16,0 5-226 0,2 5-140 0,-2 6-80 16,1 5-57-16,1 5-67 0,1 5-60 0,0 6-34 15,3 3-17-15,-1 4-12 0,1 6-10 0,-1 3-7 16,3 2-9-16,-2 2-8 0,2 1-8 15,0-2-4-15,-1-4-5 0,3-2-1 0,0-7-1 16,0-2-1-16,0-6-2 0,0-5-6 0,0-3-14 16,1-7-44-16,-5-1-69 0,-3-7-80 15,0-3-148-15,-3-2-215 0,0-5-314 0,-3-2-301 16,0-4-203-16,-3 0-7 0,-5-6 496 16</inkml:trace>
  <inkml:trace contextRef="#ctx0" brushRef="#br0" timeOffset="13747.9">12887 2764 419 0,'3'-4'895'0,"0"-2"264"0,2 1 9 0,3 2-272 15,2 1-335-15,2-2-215 0,1 0-62 0,2 0-38 16,3 0-47-16,3 2-43 0,1-3-32 0,-2-2-22 16,6 1-47-16,0 0-25 0,1 0-9 15,2 1-6-15,-1-1-3 0,2 1-5 0,-1 1-3 16,-4 2-41-16,2 1-56 0,-3 1-107 0,-1 1-188 15,-5 2-291-15,-1 2-316 0,-4 1-263 0,1 1-150 16,-6 0 321-16,-2 4 585 0</inkml:trace>
  <inkml:trace contextRef="#ctx0" brushRef="#br0" timeOffset="14012.59">13425 2932 114 0,'3'32'680'15,"0"-2"459"-15,0 2 123 0,4-3-116 0,2 1-401 16,0 0-291-16,3-3-172 0,2-3-96 0,0-4-53 15,5-7-37-15,0-5-38 0,0-5-27 16,5-8-15-16,-4-4-6 0,1-8 0 0,1-4-6 16,-2-2-2-16,-4-5 2 0,1-2 1 0,-4 1 3 15,-3 0 32-15,-1-1 48 0,-4 2 33 0,-5-1 18 16,-2 5 10-16,-4 2-4 0,-3 0-25 16,-3 3-33-16,0 1-27 0,-4 4-16 0,0 2-16 15,-3 2-7-15,-1 6-9 0,1 4-8 0,0 2-4 16,0 5-2-16,3 4-5 0,0 3-14 15,5 3-53-15,3 2-67 0,2 1-99 0,1 2-160 16,5 0-281-16,2 3-327 0,7 0-277 0,1 0-175 16,4 0 187-16,0-2 582 0</inkml:trace>
  <inkml:trace contextRef="#ctx0" brushRef="#br0" timeOffset="14871.01">13956 3057 112 0,'-3'9'492'0,"-2"0"337"16,0-2 205-16,3 0-96 0,-1 0-292 0,-1-2-203 15,4-2-124-15,0 0-83 0,3-3-51 0,1 0-38 16,1-5-8-16,0-3 9 0,3-3-12 16,5-2 17-16,-4-3 26 0,4-6 16 0,1-2-8 15,0-2-15-15,0-2-14 0,-1 0-31 0,1 1-36 16,-1 1-27-16,-2 3-14 0,-2 3-12 0,0 5-3 16,-5 2 0-16,1 2 4 0,-2 5 1 15,-1 2-3-15,-2 4-5 0,0 4-6 0,0 7-1 16,-2 2-4-16,-1 5-4 0,0 5-1 0,1 3-1 15,-2 0 0-15,2 3-6 0,0-3-3 0,2 2 0 16,0-5-1-16,2 1-2 0,1-4 0 16,0-1-2-16,1-3 0 0,0-5-1 0,4-2-1 15,-2-5 0-15,4-6 1 0,1-4 1 16,2-8 1-16,-1-5 1 0,6-5 1 0,-2-1 0 16,2-5 1-16,1 0-6 0,-1 1-4 0,-1 2-2 15,2 1-2-15,-3 4-2 0,-2 3-1 0,-1 2 6 16,-2 5 5-16,-3 4 16 0,1 3 14 0,-1 5 11 15,-3 6 9-15,-2 3 5 0,0 6 2 16,-1 3-9-16,-2 2-9 0,0 5-9 0,-2 2-6 16,2 1-5-16,0-3-5 0,0 1-3 0,2 0-3 15,0-2-1-15,-1-3-2 0,5-2-1 16,-3-3-2-16,2-4-1 0,2-4 0 0,-1-5-1 16,5-3 0-16,-2-5-1 0,1-7 1 0,2-4-1 15,1-4 1-15,1-3 1 0,-1-4 0 16,0 1 0-16,1 0 2 0,-3 1-2 0,2 1 0 15,-4 5 0-15,1 2 0 0,-4 2 0 0,0 4 0 16,-1 4 0-16,0 2 0 0,-2 5 1 0,-1 5 0 16,-1 4 0-16,-1 2 0 0,0 6-2 0,0 2 0 15,-1 1-1-15,1 5 0 0,1 0 0 16,1-1-2-16,1 1 1 0,5-5-4 0,0-2-8 16,1-3-16-16,5-6-24 0,-1-3-58 0,0-6-78 15,3-6-127-15,-4-5-182 0,4-2-301 0,-3-5-349 16,2-2-281-16,-2-5-127 0,3 0 375 15,-2-3 619-15</inkml:trace>
  <inkml:trace contextRef="#ctx0" brushRef="#br0" timeOffset="15283.24">14836 2827 481 0,'2'-10'979'16,"-2"2"308"-16,-2 3 53 0,1 5-279 15,-2 3-331-15,-2 4-237 0,2 3-137 0,-2 2-87 16,2 3-95-16,-2 3-72 0,5-1-45 0,0 4-26 0,0-2-13 16,3 1-10-16,2 1-3 0,2 0-1 15,2-2-2-15,0 0 1 0,4-3-4 16,0-1 0-16,1-5-1 0,2-2-3 0,0-6-9 15,3-2-21-15,-5-6-37 0,5-1-56 0,-2-5-51 16,-3-2-43-16,4-3-27 0,-6-3-3 0,1-1 39 16,0 0 71-16,-4 0 60 0,1 0 39 15,-1 2 22-15,-2-1 21 0,-3 5 10 0,1-2 16 16,0 6 25-16,-1 0 38 0,-1 1 58 0,1 3 43 16,-3 1 18-16,3 1-4 0,-3 3-24 0,1 2-32 15,1 2-45-15,0 3-36 0,0 3-24 16,3 3-14-16,-1 4-7 0,2 2 0 0,1 4 7 15,1 7 2-15,2 2 3 0,0 4 7 0,3 8 6 16,-1 5 0-16,1 6-1 0,0 9-5 16,1 1-5-16,-1 5-7 0,-1 1-5 0,-1 1-7 15,-1-2-6-15,-1-5-2 0,-1-5-3 0,-2-2 8 16,-3-5 4-16,-5-4 7 0,-4-4 4 0,-5-3 1 16,-7-2 1-16,-6-5-8 0,-6-5-5 15,-6-1-8-15,-4-4-4 0,-5-2-3 0,-2-3-3 16,-5-2-1-16,3-3-2 0,0-2-1 15,1-3-12-15,0-2-21 0,4-4-58 0,1-2-82 16,6 0-190-16,4-4-281 0,4 2-336 0,5-5-408 16,1 0-316-16,5-4 108 0,4-1 854 15</inkml:trace>
  <inkml:trace contextRef="#ctx0" brushRef="#br0" timeOffset="36339.24">1125 8191 118 0,'0'0'273'0,"0"0"129"16,-7 2 14-16,0-2-63 0,7 0-60 16,-6 0-34-16,-1 0-9 0,7 0 0 0,-7 0 10 15,7 0 27-15,0 0 23 0,0 0 35 16,0 0 23-16,0 0-2 0,0 0-28 0,0 0-47 16,0 0-46-16,-7 0-42 0,1 1-47 15,6-1-29-15,0 0-15 0,0 0-7 0,0 0-15 16,0 0-8-16,0 0-2 0,0 0-7 15,0 0-10-15,0 0-14 0,0 0-3 16,0 0-12-16,0 0-18 0,0 0 7 0,0 0-8 16,0 0 6-16,0 0 3 0,8-1 8 0,-2-1 8 15,2 2-10-15,0-1 6 0,0-1 3 16,3 0 0-16,-2 1-8 0,-1 1-4 0,2-2-5 16,1 1-1-16,0 0 3 0,0-1 3 15,0 1 4-15,-1-1 0 0,2 1 2 16,-1 0-2-16,-1-3-7 0,4 3-5 0,0 0-2 15,2-1 1-15,-2-1-9 0,0 1-5 0,-1-1-2 16,-2 2-1-16,3-2-3 0,-4 0-3 0,2-1 4 16,0 4 5-16,-3-4-1 0,2 3 0 0,0-3 1 15,-1 2 0-15,2 0-1 0,-2-1-1 0,-1 2 0 16,2-3 0-16,-1 3 1 0,1 0 0 0,-2-1 0 16,1 1 1-16,0-2-2 0,0 1 0 0,0 2 0 15,0-3 0-15,0 3 0 0,-2-2 0 0,2 1 1 16,1 1 0-16,-3 0 0 0,1-2 0 0,1 1-2 15,1 1 1-15,-3-1-2 0,3 1 0 0,0 0 0 16,-2-2 0-16,1 2 3 0,1-1-2 0,-2 1 0 16,3 0 1-16,-3-2 0 0,2 2 0 0,-1-1 0 15,2 1-1-15,-2-1 3 0,-1 1-1 0,2 0-1 16,-1-2 0-16,1 0-1 0,0 2 1 0,0 0-1 16,-1-1 0-16,0 1 0 0,0-1 0 0,1 1 0 15,0 0 1-15,0 0 0 0,0 0 0 16,2 0-2-16,-2 0 3 0,0 0-2 0,0 0 0 15,0 0 0-15,2 0 1 0,-2 0 1 0,1 0 0 16,0-2 1-16,-1 2 1 0,1 0 1 0,1-2 0 16,-2 1 7-16,3 1 2 0,-1-2 1 0,1 1 2 15,-1-1-1-15,1 1-5 0,2 1-9 0,-1-2-5 16,2 2-2-16,0 0-2 0,-1-1-2 0,1 1 5 16,1 1 2-16,0-1 2 0,1 2 1 0,-1-1 1 15,2 1 1-15,-2-1 1 0,2 1 0 0,1 1 1 16,-2-1 0-16,0-1 1 0,1 0 0 15,-1 1 2-15,2 0 0 0,-1-2-1 0,-2 1 1 16,2-1-1-16,-4 0 0 0,3 0-1 0,0 0 0 16,0 0-1-16,-2 0 1 0,3-1-1 0,-2 1 3 15,3 0 0-15,-2-2 1 0,0 2 0 16,1 0 0-16,-2 0 1 0,2 0-1 0,-2 0 5 16,1 0 1-16,0-2 2 0,-2 2 0 0,2 0 0 15,-3-1 0-15,1 0-5 0,-1-1-4 0,0-1-1 16,-2 0 0-16,2 0-2 0,-5 0 0 15,3 0-1-15,-4-1-1 0,-1 1 0 0,2 1-2 16,-4-2 1-16,-1 2-3 0,-1 2 1 0,1-2-1 16,-1 0-3-16,-4 2 1 0,1-1-1 0,-1 1-1 15,-1 1-3-15,-1 1-12 0,1 0-24 16,-5 0-72-16,-1 3-98 0,-4 3-207 0,-1 2-290 16,-3 4-354-16,0 1-422 0,-5 0-216 0,0 2 273 15,-2 0 834-15</inkml:trace>
  <inkml:trace contextRef="#ctx0" brushRef="#br0" timeOffset="37629.01">991 9510 218 0,'6'2'336'0,"0"2"108"16,-1-2-55-16,0-1-119 0,-5-1-100 0,3 3-54 16,2-1-14-16,0 0 6 0,-5-2 27 15,7 2 28-15,-2-1 33 0,0 1 52 0,3-1 53 16,-3 0 40-16,4-1 4 0,-3 0-10 15,1 2-22-15,1-2-39 0,-2 2-56 0,2-2-45 16,-2 0-36-16,-6 0-32 0,7 0-25 0,-1 0-19 16,-6 0-12-16,9 1-8 0,-2-1-9 15,-1 2 31-15,2-2 34 0,0 1 9 16,0-1 2-16,0 0 23 0,3 0 16 0,0 0-12 16,0 0-21-16,1 0-14 0,1 0 2 15,2 0-30-15,2 0-12 0,3 0-15 0,0-1-8 16,0-1 1-16,0 2-7 0,-2-1 3 0,2-3-2 15,2 3-2-15,-2 0-1 0,2-2-1 0,1 0-1 16,-2-2 0-16,4 3-1 0,0-4-1 0,2 2-1 16,0 0 0-16,0-1 0 0,0-2 1 0,2 2 1 15,1-1 1-15,3 1-3 0,0 1-1 0,0 0-1 16,0-1-2-16,2 0-3 0,-2 0 0 0,2 1-2 16,-2-1 4-16,1 0-4 0,-1 1-3 0,-1-1 1 15,-1 1 0-15,1-3 1 0,1 3-5 16,-3-2 1-16,0 0 1 0,0 2-4 0,-1-2 0 0,-1 0-3 15,-1 0 0-15,1 1-2 0,-3-1 1 16,2 2 1-16,-3 0-2 0,-2-1 0 0,0 2 0 16,-4 0 1-16,1 1-1 0,-4 2 1 0,-2-3 1 15,0 1 0-15,-2 2 1 0,-3-1 0 0,0 1-1 16,-1 0-1-16,-2 0 0 0,-2 0-2 0,1 0-1 16,-3 1-1-16,1-1-2 0,-2 0-1 15,0 2-6-15,0 1-20 0,0-3-31 0,-3 2-78 16,-1-2-145-16,1 4-265 0,0-4-311 0,-1 0-368 15,2-4-415-15,2-1-59 0,0-4 677 16</inkml:trace>
  <inkml:trace contextRef="#ctx0" brushRef="#br0" timeOffset="39079.15">6414 6804 85 0,'0'-5'335'0,"-1"0"196"16,-1-1 177-16,2 2-73 0,-2-1-86 16,2 1-39-16,-1 0-23 0,-1-1-21 0,1 0-48 15,-1 1-50-15,0 1-16 0,1 0-12 16,-1 0-29-16,-1 2-29 0,1-1-28 0,-2 1-31 15,-1-1-46-15,0 1-52 0,-1-1-36 0,-2 2-23 16,0 0-13-16,0 0-8 0,-1 0-9 16,-1 0-8-16,-2 0-4 0,0 2-3 0,-2-1-5 15,2 1-4-15,-4 1 3 0,2 0-1 16,-2 0 0-16,0 1-1 0,-1 0-1 0,1 2-1 16,-3 0-3-16,1 2-5 0,-2-1 1 0,1 2-3 15,0 3 0-15,-2-2-1 0,1 0 0 0,2 2 0 16,-2 0 1-16,2 2-1 0,1-1 1 15,1 1 0-15,-1 1 0 0,4-2-7 0,1 3-3 16,2 0-3-16,2 2-1 0,-1 0 0 16,4 1-1-16,3 4 5 0,1 1 4 0,2-1 1 15,1 5 2-15,3-1 0 0,1 2 0 0,3 2 2 16,4 2-2-16,1 0 1 0,2-1 5 16,3 4 2-16,2-3 1 0,3 3 0 0,2-5 0 15,3 0-2-15,-1-4-5 0,4-2-2 16,1-4-3-16,0 0 0 0,2-8 3 0,-2-3-1 15,2-4 3-15,0-6 0 0,-2-7 2 0,0-5 0 16,0-7 0-16,-3-8 1 0,0-5-4 0,-3-6-8 16,-3-2-6-16,-2-4-14 0,-3-1-20 15,-6 1-46-15,-1-2-61 0,-4 4-53 0,-6 3-105 16,-4 3-167-16,-4 3-295 0,-2 5-263 16,-3 4-218-16,-2 2-144 0,-1 6 279 0,3 3 569 15</inkml:trace>
  <inkml:trace contextRef="#ctx0" brushRef="#br0" timeOffset="39941.69">8776 6649 16 0,'2'2'316'16,"-1"0"238"-16,-1-2 223 0,0 1 58 0,0-1-129 15,-1 1-121-15,-1-1-92 0,-3 2-71 0,2 0-63 16,-4-1-63-16,0 2-60 0,-1 1-27 16,0-1-10-16,-1 2-8 0,-1 1-14 0,-1 1-8 15,-3 1-11-15,1-1-29 0,-2 3-30 16,0 3-17-16,1-1-12 0,1 0-16 0,-1 3-17 0,3 1-12 15,0 0-9-15,3 4-8 0,-1 3-2 16,4 4 0-16,3 3-1 0,2 4 1 0,4 5 0 16,2 2-2-16,6 7 0 0,1-2-4 15,4 1-4-15,1 0-1 0,4-4-3 0,3-4-1 16,0-4-2-16,4-6-1 0,-1-8 1 16,4-5 5-16,0-6 1 0,-1-8 2 0,2-5 1 15,-1-10 5-15,0-7 2 0,-2-6 0 0,-2-6-2 16,-1-5 0-16,-3-2-1 0,-2-3-1 15,-3 0-3-15,-3-1 0 0,-4 2-1 0,-2 2 3 16,-4 3-5-16,-2 2-21 0,-6 4-30 16,-3 4-55-16,-3 2-48 0,-6 4-57 0,-4 1-101 15,-2 4-140-15,-5 1-181 0,1 3-235 0,0 7-226 16,4-1-163-16,-1 5 166 0,5 5 445 0</inkml:trace>
  <inkml:trace contextRef="#ctx0" brushRef="#br0" timeOffset="41234.36">11377 6751 150 0,'-4'3'529'0,"-3"-1"333"16,1-1 196-16,-4 1-108 0,3-1-266 0,-5 2-186 15,3-1-127-15,-4 0-67 0,2 2-48 16,-1 2-41-16,0 1-39 0,-1 0-32 0,-2 1-28 15,0 4-33-15,-2 0-25 0,1 3-24 0,-1 3-16 16,1 4-2-16,-3 1 19 0,2 4 22 16,3 2 11-16,-2 4 2 0,6 1 5 0,2 5-1 15,4 2-21-15,4 2-23 0,1 4-14 16,7 2-7-16,3 4-6 0,5 2-3 0,0 1-1 16,6 0-2-16,3-2 1 0,5 1-1 0,0-3 1 15,5-5 0-15,3-7 1 0,3-5 1 0,0-9-1 16,2-7 0-16,1-10 1 0,-1-9 0 0,1-9-2 15,-3-10-11-15,1-4-27 0,-6-8-28 16,0-7-23-16,-4-3-16 0,-7-4-10 16,-3 0 7-16,-6-3 29 0,-5-1 35 0,-6 1 24 15,-5 0 13-15,-3 3 11 0,-7 0 1 0,-5 1 3 16,-5 4-2-16,-5-1 0 0,-7 4-3 0,-1 0-4 16,-4 5-5-16,-1 1 1 0,-1 6-17 15,3 6-28-15,1 3-28 0,0 8-57 0,4 8-132 16,1 7-223-16,3 5-273 0,3 7-249 0,4 4-213 15,2 2 27-15,6 4 444 0</inkml:trace>
  <inkml:trace contextRef="#ctx0" brushRef="#br0" timeOffset="47218.36">5676 9418 131 0,'-5'1'184'0,"0"-1"3"15,0 2-24-15,2-2-42 0,0 3-45 0,0-3-30 16,-2 0-20-16,2 0-4 0,0-3 10 16,0 3 19-16,0-2 26 0,-1 2 18 0,1 0 21 15,0-1 11-15,0 1 0 0,-2-1-4 0,-1 1-12 16,1 0-6-16,0 0-7 0,0 0-4 16,1 1 6-16,-4-1 9 0,3 0 14 0,0 1 7 15,1-1 13-15,-1 0 7 0,2 0-3 0,-2 0-4 16,2 0-3-16,0 0-6 0,1 0-16 15,1 0-21-15,-1 0-18 0,2 0-20 0,0 0-30 16,0 0-19-16,0-1-10 0,0 1-5 16,3 0-5-16,-1-1 4 0,1 1 1 0,3 0 5 15,2-2 3-15,0 2-19 0,2 0-12 16,2 0-8-16,3 0-3 0,0 0-4 0,1 0-1 16,5 0 59-16,-1 2 45 0,2-2 22 0,4 0 16 15,-1-2 5-15,3 0 38 0,2 1 2 16,2-2-6-16,-2-1 9 0,3-1 4 0,-1-1-1 15,1-1-33-15,0-1-36 0,1-1-17 16,0 2-28-16,1-2-15 0,3 1-10 0,-3-1-9 16,0 2-2-16,-1-1 0 0,0 2 2 0,-1 0 3 15,-1 2 2-15,-1 1 6 0,-1 0-23 16,-3 2-55-16,-2 1-87 0,0-2-109 0,-1 4-147 16,-5-1-297-16,2 0-214 0,-2 2-76 0,-2-1 143 15,0-1 295-15</inkml:trace>
  <inkml:trace contextRef="#ctx0" brushRef="#br0" timeOffset="48060.58">8224 9246 270 0,'0'3'510'0,"0"1"179"0,0 0 79 0,2 1-275 16,0 1-229-16,2 0-128 0,1 0-61 0,4 1-27 16,1 0-2-16,4-1 3 0,-1 1 3 0,6-1 31 15,2 0 17-15,2-1 1 0,4-1-8 16,3-1-7-16,2-2-8 0,1-1-34 0,0-1-19 15,4-2-11-15,1 0-8 0,1-1-3 16,-1-2-6-16,3 1-10 0,-2-1-13 0,-1 1-57 16,0-1-98-16,-1 2-219 0,1 2-235 0,-2 0-149 15,-1 2-33-15,-4 2 164 0,-2-1 270 16</inkml:trace>
  <inkml:trace contextRef="#ctx0" brushRef="#br0" timeOffset="48905.55">11025 9366 187 0,'4'0'317'0,"4"0"128"16,1 0-1-16,4 2-157 0,1-1-69 0,1 0-43 0,4 4-22 15,1-2-21-15,4 0-21 16,1 1 17-16,5-1-27 0,0 0-13 0,2 0-26 16,1-1-17-16,0-1-10 0,2-1-11 0,0 0-4 15,-2-1 2-15,3-2 0 0,-2-2 7 16,-1 0-5-16,-2 0-6 0,-1-3-11 0,0 1-38 15,-3-1-60-15,-3 2-125 0,-3-1-252 0,-4 3-144 16,-1 0-36-16,-6 2 98 0,-1 0 180 16</inkml:trace>
  <inkml:trace contextRef="#ctx0" brushRef="#br0" timeOffset="51203.01">906 10914 60 0,'0'0'281'16,"0"0"159"-16,0 0 151 0,0 0-55 15,0 0-80-15,0 0-4 0,0 0 26 0,0 0 9 16,0 0-21-16,0 0-51 0,0 0-68 16,0 0-70-16,0 0-59 0,0 0-33 15,0 0-10-15,0 0-9 0,0 0-9 0,0 0-24 16,0 0-21-16,0 0-28 0,0 0-22 0,0 0-6 16,7-2-6-16,0-1 4 0,2-1 6 15,2 0 5-15,0 2-5 0,2-3-7 0,3 1-3 16,0-1-3-16,3 2-4 0,1-3-1 15,1 2-2-15,1 0-4 0,3-2-4 16,0 1-4-16,-1-1 1 0,3 1-3 0,-2 1-7 16,2-2-7-16,0 1-2 0,0 0-1 0,0 3-8 15,-5-3-4-15,2 1 3 0,-1-1 3 0,1 2 1 16,-3-1 1-16,1 1 0 0,0-2 2 0,-1 3 0 16,1-4 1-16,-2 3-3 0,4 1 6 0,-2-4 4 15,0 4 5-15,2 2 0 0,1-5 3 0,-1 3 2 16,1-1-3-16,-1 1-4 0,3 1-4 0,-2-1-2 15,-1 2-2-15,3 0-2 0,-2 0-2 16,0 0-1-16,0 0 4 0,1 0 2 0,-2 2 1 16,-1-2-1-16,1 1-1 0,1-1-1 0,-4 0-4 15,3 2-2-15,-2-2-1 0,0 0 1 0,-1 0 2 16,-1-2 2-16,2 2 1 0,-3 0 1 0,2-1 0 16,-1-1 1-16,-1 0-1 0,0 1 0 0,0 0-7 15,2-1-3-15,-1 0 5 0,-1 1 4 16,2 0 2-16,2-1-3 0,-3 1 2 0,2 1 5 15,0-2-4-15,0 1-3 0,-1-1-1 0,-1 2 4 16,2 0 4-16,-1-1-1 0,-1 1-1 0,1-2 0 16,-2 2-1-16,0-1 0 0,-2-1-3 0,2 2-3 15,-2-1 0-15,1-1 3 0,-1 1 1 16,-1 1 1-16,0-2 0 0,-2 1 1 0,0-1-2 16,-1 2 0-16,1-1-3 0,-3 1-1 0,-1-1-1 15,1 1-1-15,-2 0 0 0,-1 0-2 0,-1 0 1 16,2 0-2-16,-4 0 1 0,-1 0 0 0,1 0-1 15,0 0-1-15,-3 0 0 0,-1 1-1 16,1-1 0-16,-2 1-1 0,0-1-1 0,0 3-9 16,-2 0-11-16,1 3-22 0,-1 0-33 0,1 1-80 15,-1 4-117-15,0 1-228 0,2-4-294 0,4 3-358 16,0 0-401-16,5 0-133 0,1 0 440 0,0 0 790 16</inkml:trace>
  <inkml:trace contextRef="#ctx0" brushRef="#br0" timeOffset="54856.47">5255 10618 35 0,'3'0'230'0,"0"0"117"0,-1 0 85 16,1 0-94-16,0 0-112 0,-1 0-75 0,1 1-45 15,-1-1-20-15,1 0-3 0,-1 2-5 16,0 1-11-16,0-3-7 0,1 0-5 0,0 2 0 16,2-2-5-16,-2 2-5 0,2 1 3 15,0-1-2-15,1-1-2 0,-1 2-2 0,1-1-2 16,1 0 0-16,1 0 18 0,-1-1 11 0,3 0 6 15,-2 1-7-15,3 0-1 0,0-2-3 16,-1 1-21-16,2 0-16 0,1 1 21 0,-2-2 10 16,3 1 7-16,-1 1 1 0,-1-2 3 0,1 0 1 15,-1 1-27-15,1-1-11 0,0 0-4 16,-1 0-3-16,1-1-3 0,0 1-6 0,-2 0-1 16,2-2-2-16,-1 1-2 0,1-1-1 15,-1 2-2-15,0-1 2 0,-1 0-2 0,1-1 0 16,-1 0-1-16,1 2 2 0,0 0-4 0,-1 0 3 15,2 0 34-15,-2 0 17 0,0 0 14 16,1 0 9-16,1 2 29 0,0-2 23 0,-2 2-10 16,3-2-9-16,0 1-7 0,-1 0-4 0,3-1-18 15,-2 0-14-15,0 2-9 0,-1-2-2 16,1 0 1-16,-1 0-2 0,0 0-3 0,-1 0-10 16,-1 0-9-16,3 0-10 0,-4 0-8 15,1 0-6-15,1-2 0 0,-2 2-4 0,1 0-2 16,2-1 0-16,-4 1 0 0,3-1 1 0,-2 1-1 15,2-2 9-15,0 0 8 0,-2 2 2 16,1-1 0-16,1 0 2 0,-2 1-1 0,3 0-11 16,-1-2-8-16,-2 2-3 0,1-2-2 15,1 2-3-15,-2-2-5 0,2 2 3 0,-2-3-3 16,1 2 0-16,1 0 1 0,0 1 2 0,-1-1 4 16,1-2-3-16,0 1 0 0,0 2 0 15,-1 0-2-15,1-2-1 0,0 2 2 0,1 0 0 16,-2 0 1-16,1-3 4 0,0 3 1 15,0-2 4-15,-1 2-3 0,2 0 1 0,-1 0-1 16,-2 0-2-16,2 0 0 0,0 0 0 0,-1 0-1 16,1 0-1-16,-2 0 4 0,1 0-4 15,1 0 0-15,-2 2 1 0,1-2-2 0,0 0 1 16,0 0-1-16,2 0-2 0,-2 0 1 16,0 0-1-16,1 0 2 0,1 0-1 0,-1 0 3 15,0-2-1-15,1 2-1 0,-1 0 1 0,-1 0-2 16,1-1 3-16,0 1-3 0,-1-1 0 15,0 1 3-15,0 0 2 0,-1-2 0 0,1 2-5 16,-2-2 4-16,1 2-2 0,1 0-2 16,-2-1 0-16,1 1-2 0,-2 0 2 0,4 0-2 15,-4 0 2-15,2-1 0 0,1 1-1 0,-2 0-2 16,1 0 2-16,2 0-1 0,-2-2 2 16,1 2-2-16,0 0-2 0,0 0 2 0,-1 0-2 15,2 0 1-15,1 0 0 0,-2 0 0 16,0 2-1-16,0-2 0 0,2 1 3 0,-2-1-5 15,1 0 2-15,-2 0 1 0,1-1 2 0,0 1-1 16,0-2-4-16,-1 2 5 0,2 0 0 0,-1-2-4 16,1 1 2-16,0 1 1 0,-2 0 0 15,1-1-3-15,1 1 1 0,-2 0 0 0,2 0 2 16,-2 0 2-16,1-2 1 0,0 2 2 0,0 0 2 16,-1 0 0-16,1 0-1 0,-2 0-1 15,1 2-2-15,2-2 5 0,-2 0-4 0,0 1-2 16,0-1 0-16,0 1 0 0,0 1-2 15,0-2 0-15,0 3 2 0,-2-2 4 0,3 1-4 16,-2 0 2-16,-1 0 1 0,2 0-1 16,-1 1-3-16,-1-3-4 0,0 2 3 0,0 0-2 15,1 1 2-15,-2-2 1 0,-1 0 2 0,1 0 2 16,0 2 3-16,-2-3-1 0,1 0-5 16,-1 2 0-16,0 0 0 0,1 0 3 0,-1-2-5 15,-2 1 1-15,2 0 4 0,0 1-1 16,-2 0-3-16,2-2-1 0,-2 1 3 0,3 0-1 15,-1 1-2-15,-2-2 2 0,3 1 0 0,-1 1 3 16,0-1-1-16,1 1 2 0,0-2 5 0,1 1 6 16,-1 1 9-16,3-1 17 0,1 2 9 15,1-1 3-15,2 1 0 0,-2-2-5 0,0 1-10 16,3 0-16-16,-3 2-11 0,3-3-6 16,-1 2-5-16,0 0 0 0,1-2 1 0,0 3 0 15,0-2-2-15,-1 3-1 0,1-5 3 0,-1 2 0 16,1 3 1-16,-1-3-2 0,0-1 0 15,1 2 3-15,-3 1-3 0,4 0-1 0,-2-2 0 16,0 1 4-16,-1-2 3 0,1 2-7 16,1-1-3-16,-1 1 2 0,-1-2-1 0,0 1 0 15,-1-1-1-15,0 1 3 0,-2-1-1 0,1-1-2 16,-1 0 2-16,-1 2 1 0,0-2 1 16,0 0-1-16,1 0 3 0,-2 0-1 0,1 0 5 15,-2 0-3-15,3 0 23 0,-2-2 19 16,3 2 7-16,-1 0 8 0,-1-1-3 0,1 1 1 15,-1-2-22-15,3 2-14 0,-1 0-9 0,-1-1-3 16,2 1-2-16,0-2-1 0,-1 2-2 16,2-1 2-16,-2-1-3 0,0 1-3 0,2 1 5 15,-2-2 1-15,2 1-3 0,-2 1-1 16,1-2-1-16,1 1 5 0,-2 0-7 0,1 1 0 16,0-2 3-16,0 0-3 0,0 1 4 0,2-2-7 15,-2 3 6-15,1-2-3 0,-2 0-2 0,3 2 0 16,-1 0-3-16,-1-3 4 0,1 3-3 15,0 0 1-15,-2-1 3 0,1 1 0 0,1-1 1 16,-2 1-2-16,2 0 2 0,-2-1-1 16,0 1 0-16,2-3 1 0,-1 1 1 0,-1 2-1 15,2-2-2-15,-1 2 0 0,-1-3 1 0,2 1-3 16,1 0 2-16,-2 0-1 0,0 0 2 16,2 1 0-16,-1-2 1 0,0 1 0 0,-1 1 0 15,3 1-1-15,-3-1 1 0,3 1-2 16,-3-2 0-16,3 2-1 0,-2 0-1 0,-1 0 3 15,3 0-1-15,-3 0 1 0,0 0 0 0,2 0 2 16,-2-2 3-16,1 2-3 0,-1-1 1 0,1 1 3 16,-2-1 0-16,0 1-4 0,1 0-1 15,0-2-1-15,-1 2 0 0,1 0-3 0,0 0-2 16,-2 0 3-16,1 0-3 0,2 2 8 16,-2-2-4-16,1 0-1 0,2 1 3 0,-2 0 0 15,1 1-1-15,-1 0 2 0,2-1-1 0,0 0 2 16,0 1-1-16,0 0 0 0,0-1 3 0,1 0-5 15,-1 1 0-15,0 0 0 0,1-2 3 16,-1 0 0-16,2 0-1 0,-2 0 0 0,4-2 0 16,-4 0-2-16,4 2 0 0,-2-1 1 15,0 0-4-15,0-1 1 0,2-1-1 0,-1 2 4 16,0-1-1-16,-2-1-5 0,3 2 6 0,-2-1 3 16,2 1 1-16,-2-1-3 0,0-1-1 0,0 2 1 15,0-1-4-15,1 2 0 0,-2-1 2 16,2-1-1-16,-2 2 0 0,1 0-1 0,0-1 3 15,-2 1-4-15,1 0-4 0,0-2 3 16,-1 1 4-16,1 1 1 0,1-2-1 0,-1 1 1 16,-1 1 2-16,2-2 1 0,-4 1-4 0,3 0 3 15,-1-1 1-15,0 0-2 0,1 0 1 0,-1 0-2 16,1 0-1-16,-1 0 0 0,1 2-3 16,-2-3 2-16,3 2-4 0,-1 0 0 0,-1 1 10 15,2-1-3-15,-2 1-2 0,1 0 3 16,-1 0 5-16,3 0-5 0,-2 0-3 0,0 0 3 15,0 0-2-15,-1 0 2 0,1 0-3 0,-1 0 2 16,3 0-2-16,-3 0-3 0,0 0 4 16,2 0-3-16,-1 0 2 0,0 0 2 0,0-3-2 15,-1 3-1-15,0-2-1 0,3 2 1 16,-3-2 1-16,0 2 1 0,2 0-1 0,-1-3 1 16,0 1-1-16,0 0 1 0,1 0-1 15,0 0-2-15,-2 0 5 0,4 0-2 0,-2-1-1 16,0 2 3-16,0-3-4 0,-1 2-2 0,2 0-1 15,-2-1 5-15,2 0 1 0,-2 2-4 16,2-2-1-16,-2 1 0 0,0 1 2 0,-1-2-4 16,3 0 1-16,-2 1 2 0,0 1 1 0,1-2 4 15,0 1 1-15,-2 0-2 0,3 0 1 0,-2 0 3 16,-1 0-3-16,3-1 0 0,-2 2 0 16,0 0 4-16,0 0-1 0,2 1-3 0,-2-5 0 15,2 5-2-15,-2 0 2 0,2-2-5 16,-1 2 5-16,0 0-3 0,0-3 1 0,0 1 0 15,1 1 3-15,0 0-2 0,0 1-4 16,-1-2 3-16,1 0 2 0,0 1-4 0,0 1-2 16,-2-1 6-16,2 1-2 0,-2-2 0 0,1 2 3 15,-2 0-3-15,0 0 5 0,3 0-1 0,-5 0-2 16,2 0 10-16,-1 0 26 0,1 2 16 16,0-2 5-16,-4 1 4 0,1 0 0 15,-1-1-8-15,1 2-24 0,-2 0-15 0,1-2-8 16,-1 1-4-16,-2 0 1 0,2 1 10 0,-1 1 3 15,0-3 5-15,0 0 1 0,-1 2 0 0,-1-2-3 16,1 0-11-16,0 5-2 0,-1-5-6 16,0 1-1-16,0-1 1 0,0 1-1 0,-1 0 1 15,4 2-3-15,-2-3 3 0,-1 0-2 16,3 2 1-16,0 0 1 0,-2 0 0 0,2-1 6 16,0 0 2-16,3 3 1 0,-3-3-1 0,3 2-1 15,2-2 1-15,-1 2-5 0,1-1-2 16,1-1 0-16,-1 1 0 0,1-1 0 0,-1 1 0 15,2-2-2-15,-2 1 0 0,1-1-2 16,-2 0 1-16,0 0 0 0,-1-1 1 0,0 1-1 16,-1-2 1-16,2 2 0 0,-4-1 1 0,2 1 0 15,-1-2-1-15,-1 2 2 0,0 0-1 0,3 0 1 16,-3 0 0-16,0 0 0 0,0 2 0 16,1-1-1-16,-1 2 1 0,0-1 1 15,-1 1 0-15,3 0 0 0,-3-1 2 0,1 2-3 0,0 0 2 16,1-1-2-16,-1 0 0 0,-1 1-1 15,-1 1-2-15,3-3 1 0,-2 0-2 0,-3 2 0 16,1-3-1-16,0 3 1 0,-2-4-1 16,2 2 0-16,-2 0 1 0,0 0 0 0,-1-2-2 15,-1 1 0-15,1 0-4 0,-1-1-19 16,-1 0-41-16,0 0-67 0,-1 0-65 0,-1 0-132 16,2 0-202-16,-3 0-298 0,0 0-278 0,1 0-210 15,-1 0-69-15,0 0 414 0,0 0 541 16</inkml:trace>
  <inkml:trace contextRef="#ctx0" brushRef="#br1" timeOffset="75353">2313 13962 100 0,'-2'0'356'15,"0"2"216"-15,1-2 190 0,-1 1-62 0,2 0-121 16,0-1-49-16,0 2-39 0,0-2-51 0,0 0-63 16,-1-2-67-16,-1 2-64 0,2-1-71 0,0 0-45 15,0 1-32-15,0 0-11 0,0 0-14 16,0 0-11-16,3 0-14 0,-1 0 2 0,-1 1 40 15,3-1 11-15,1 1 16 0,-1-1 2 0,4 0 1 16,-3 0-13-16,1 0-41 0,2-1-9 0,1 1-14 16,-1-1-6-16,2 1-4 0,2 0 0 0,-2-2-3 15,1 2-10-15,3-2-7 0,-3 1-2 0,2 1 1 16,1-1 3-16,-1-1 3 0,1 0 0 16,-1 0 2-16,1 2 1 0,0 0-3 0,2-3-1 15,-3 2-2-15,2 1 1 0,0-1-3 0,0-1 1 16,0 1-1-16,-1 1-1 0,2-3-1 0,-2 3-2 15,0-2 1-15,1 2-4 0,0 0 0 0,-2-5-3 16,3 5 1-16,-2-1-1 0,0 0-1 16,-1-1 0-16,3 0 0 0,-4 1 0 0,1 0 0 15,1-1-2-15,-2 2 7 0,0-2 3 0,1 1 1 16,-4 0 1-16,4 1 1 0,-4-2 0 0,4 0-6 16,-4 1-4-16,1 0-1 0,1-1-2 15,-2 1-2-15,-2-1 1 0,2 2 1 0,1-1 0 16,-2-1 1-16,0 1 0 0,-2 1 1 0,3-2 0 15,-1 1 1-15,0 1-2 0,0 0 1 0,0-2 1 16,0 2-1-16,0-1 1 0,1 1-2 0,-1 0 0 16,0 0-5-16,0 0-4 0,1 0-2 15,-2 0 0-15,1 0 0 0,0 0 0 0,2 0 5 16,-1 0 5-16,0 0 4 0,2 0 2 0,0-2 1 16,-1 2 1-16,2-3 0 0,-1 3-2 0,1-3-3 15,0 2 0-15,1-2-1 0,1 0-1 16,-3 0 1-16,5-1 0 0,-3 1 0 0,1 1 0 15,0-1-2-15,0-2 1 0,2 2-1 0,-3 0 1 16,2-2-1-16,0 1 0 0,0 1 2 0,0 0-2 16,-1 0 1-16,0 0-1 0,0 0 1 15,-1 0 0-15,-2 2 0 0,3-2 5 0,-1 0 3 16,1 1 2-16,-3-1 0 0,3 2 0 0,-2-1 1 16,-1 1-7-16,3-2-2 0,-3 1-3 0,0 1 0 15,3 0-1-15,-2-1-1 0,0-2 1 16,2 4 0-16,-1 0 0 0,-2-3 1 0,2 2-2 15,2 0-1-15,-3-1 2 0,2 2-1 0,-2-1 2 16,1 1 0-16,1-3 1 0,-1 3 1 0,1 0-2 16,-1-2 1-16,1 2-1 0,-1 0-1 0,-2-5 1 15,3 4 0-15,-1 1-1 0,-1-3 2 16,1 1 0-16,-1 1 1 0,1 0-1 0,-2-1 0 16,3 0 0-16,-2 1-1 0,0 0 1 15,1-1 1-15,0 0 0 0,-1 2-1 0,1-1 0 16,1 0 1-16,-1-1-2 0,2 1-1 0,-2-1 1 15,0 1 0-15,1-1 0 0,0 1 0 16,2-2 1-16,-2 1-1 0,2 1 0 0,-1-1 1 16,0 1-1-16,-2-1 0 0,2 1-1 15,-2-1 2-15,1 2-2 0,1-1 1 0,-1 1 0 16,-1 0 0-16,-1 0 1 0,2 0-2 0,-1 0 1 16,1 1 0-16,-1-1-1 0,-2 0 2 15,3 2-1-15,-1-2 0 0,1 1 1 0,-3-1-1 16,3 0 0-16,-1 0-1 0,0 0 1 15,1 0-2-15,-1 0 1 0,2 0 1 0,-2 0 0 16,1 0-2-16,1 0 0 0,0 0 0 0,-2 0 1 16,3 0 2-16,-2 0-1 0,-1 0 0 0,4 0 1 15,-1 0 1-15,-2 0 0 0,3 0-2 16,-2 0 1-16,2 0-1 0,-1 0 1 0,1 0-1 16,-1-1 2-16,1 1-2 0,1-2 1 15,1 2 1-15,-3 0 0 0,4-1-1 0,1 1 0 16,-2-1-1-16,0 1 0 0,3 0 0 0,-3-2-1 15,3 2 1-15,0-2-2 0,-3 1 2 16,3 1 0-16,-1-3 0 0,-2 1 0 0,1 0 0 16,1 2 1-16,-2-4 0 0,0 3-1 15,1-1 0-15,-2 1 0 0,1-2 1 0,-2 3-1 16,2 0-1-16,0-2 0 0,-1 2 0 0,0 0 1 16,0 0 0-16,-1 0-1 0,-1 0 0 0,1 0 0 15,1 0-1-15,-2 0 0 0,-1 0 1 16,1 0 1-16,0-3 1 0,-2 3 0 15,0-2 0-15,1 2 0 0,-2 0-1 0,1-1 1 16,0 1-1-16,-2-1 0 0,1 1 0 0,1-2 1 16,-1 2 0-16,-2 0-1 0,3-2 0 0,-2 2 0 15,0 0 0-15,2 2 0 0,-2-2 0 16,3 0 2-16,-2 2-2 0,3-2 1 0,-2 1 0 0,3 0-1 16,-2-1 1-16,2 2-1 0,-1 1 0 15,1-3 1-15,2 2-1 0,-3-2 0 16,3 3 0-16,-3-2-1 0,4 2 0 0,-4-2 1 15,3 2-1-15,-2-3 2 0,-1 2-1 0,3 0 2 16,-3 1-2-16,1-2 0 0,-2 1 0 16,2 0-1-16,-1 0 0 0,0 0 1 0,-2-1-1 15,2 1 1-15,-2-1 0 0,0-1-1 0,-1 2-1 16,-1-2 1-16,1 0 0 0,-2 1 0 16,0-1 0-16,0 2 1 0,-1-2 0 0,-1 0-1 15,2 0 1-15,-3 0 0 0,2 0 0 16,-2 0 0-16,-2 0-1 0,2 0 2 0,0 0-1 15,-2 0 0-15,0 0 1 0,1 0-2 0,-1 0 1 16,0 0 0-16,-1 0 0 0,-2 0 0 0,2 0 0 16,0 0 0-16,-2 0-1 0,2 1 1 15,1-1 0-15,-1 2 0 0,0-2 0 0,1 0 1 16,0 1 1-16,0-1-1 0,1 0 1 16,-1 2-2-16,2-2 1 0,1 1-1 0,-1-1-1 15,0 0 1-15,0 2 0 0,2-2 0 0,-1 1 1 16,-1-1-1-16,3 0 1 0,-3 0-1 15,2 0 0-15,-1 0 1 0,2 0-1 0,-1 0 1 16,-1 0-1-16,0 0 0 0,1-1 0 0,-2-1 0 16,1 2 0-16,-1-1 1 0,-1-1 0 15,1 1 0-15,-1 1 0 0,1-2-1 0,-1 1 0 16,-1 1 0-16,-1-2 0 0,3 2-1 0,-2-1 0 16,0 1 1-16,-1 0-1 0,2-2 1 15,0 2 1-15,-2-1-1 0,3 1 1 16,0-2 1-16,1 2-1 0,-1 0 0 0,0-1-1 15,3 1 0-15,-1 0 0 0,1 0 0 0,1 0-1 16,0 0 1-16,0 0 0 0,1 0 0 0,0 0 0 16,-1 0 0-16,2 0 0 0,0 0 0 15,-1 0 0-15,2 0 1 0,0 0 0 0,-2-2 0 16,1 2 0-16,1 0-1 0,0-1-1 16,-2 1 0-16,2-1-2 0,0 1 1 0,-1 0 1 15,0-2-1-15,2 2 1 0,-3-2 0 0,1 1 1 16,0 0 0-16,-1-1 0 0,1 0 0 15,1 0-1-15,-2 2 1 0,0 0 0 0,3 0 0 16,-5 0 0-16,2 0 0 0,1-3 2 0,-1 3-2 16,2 0 1-16,-2 0-1 0,1 0 0 15,-1 0 0-15,1 0 0 0,0 0 2 0,-1 0-2 16,1 3 1-16,1-3-1 0,-1 0 0 0,-1 0 1 16,2 0 0-16,-2 0-1 0,1 0 1 15,-1 2 0-15,0-2 1 0,-1 2-1 0,1-2-1 16,-1 0 1-16,1 2-1 0,-2-1 1 15,2-1-1-15,-2 0 0 0,1 1 1 0,0 1 0 16,-1-2-1-16,1 2 1 0,-1-2-1 0,3 0 1 16,-4 1-1-16,1-1 0 0,3 1-1 0,-3-1 1 15,1 0 0-15,0 0 0 0,-1 0 0 16,2 0 0-16,-2 0 0 0,0 0 0 16,3-1 0-16,-3 1 0 0,3-1 0 0,-2 1-1 15,0 0 0-15,1-2 1 0,-2 2-2 0,3-2 1 16,-3 1 0-16,2 0 0 0,1-1 1 0,-1 0 0 15,1 0 0-15,-1 2 1 0,1 0-2 16,0-3 1-16,-1 2-1 0,3-2 1 0,-2 3-1 16,2-1 0-16,-2-2 1 0,2 3-1 15,-2-2 0-15,2 2 0 0,-2-3 1 0,3 1 0 16,-2 1 0-16,2 0 2 0,-1-1-1 0,1-1 1 16,-1 2-2-16,0-1 1 0,-1-1-1 0,1 0 0 15,0 0 0-15,0 0 0 0,0 0 0 16,-2 0 1-16,2 0-1 0,-2 0 1 0,2 0 0 15,-2 0-1-15,-1 0 0 0,3 1 1 16,-4 0 0-16,4-1 0 0,-3 0-1 0,1-1 0 16,0 2 0-16,-1 0 1 0,-1-1-1 0,1 2 1 15,0-2-1-15,-2 1 1 0,3-1-1 16,-3 1 0-16,0 1 0 0,2 0 0 0,-2-1 0 16,0-1 0-16,0 2 0 0,0-1 0 15,0 0 0-15,0 1 0 0,-1 0 0 0,2-3 0 16,-1 3 0-16,2 1 0 0,-2-3 0 0,2 3 0 15,-1-3-1-15,-1 3 1 0,1-1-1 0,0-1 0 16,-1 1 1-16,3 1 0 0,-4-2 0 16,3 1 0-16,-1-1-1 0,-1 0 2 0,1 2-2 15,0-1 1-15,-1 0-1 0,3-1 0 16,-3 1 0-16,1-1 1 0,0 0-1 0,-1 0 1 16,2 2 0-16,-2-2 1 0,0 1 0 0,3 0 1 15,-3-1-1-15,3 2 1 0,-1-2-2 0,0 2 2 16,1-2-2-16,0 2 1 0,2 0 0 15,-3 0 0-15,2 0 0 0,0 0-1 16,0 0 0-16,2 0 0 0,-2 0 0 0,1 2 0 16,1 0 0-16,-1-2 0 0,0 2 1 0,2-1 0 15,0 0 0-15,0 1-1 0,-1-2 1 0,2 2-1 16,-3-1 0-16,3 0 0 0,0-1 0 16,-2 2 0-16,2-1-1 0,-3 1 1 0,3-2 0 15,-3 1-2-15,3-1 2 0,-2 0-1 16,1 1 0-16,-1-1 0 0,-1 0 0 0,1 2 1 15,1-2-1-15,-1 0 1 0,-1 0 0 16,0 0 0-16,-2 0 0 0,3 0 0 0,-4 0-1 16,3 0 0-16,-2 0 0 0,0 0-1 0,-1 0 1 15,1 0 1-15,-3-2 0 0,0 2 0 0,2 0 0 16,-2 0 1-16,-1 0 0 0,0 2-1 16,0-2 1-16,1 2 0 0,0-2-1 0,-1 0 0 15,-1 1 0-15,2 1 1 0,-3-1 1 16,3-1-1-16,-2 3 2 0,1-1-2 0,-2-1 1 15,3 2-2-15,-3-2 0 0,2 3 0 0,-1-3 0 16,-1 2 0-16,0-1 0 0,1 0 0 16,-1 0 0-16,0 1 0 0,0-2 0 0,2 1 0 15,-3 1-1-15,1-1 1 0,0-2 1 16,0 3-1-16,1-2 0 0,-1 2 1 0,-1-1-1 16,1 0-1-16,-1-2 2 0,0 4-1 0,1-2 0 15,-2-1-1-15,3-1 1 0,-2 1 0 0,1 1 0 16,0-2 1-16,-1 0-1 0,3 2 1 15,-2-2 1-15,1 0-1 0,-1 1 1 0,0-1-1 16,2 1 4-16,-1-1 3 0,1 2 2 16,-2-1 0-16,4-1 1 0,-4 3 1 0,4-2-4 15,-2 1-3-15,0 0-2 0,0-1-2 0,2 1 0 16,-1 1 0-16,0-2-1 0,0 2 1 16,0 0-1-16,1 2 1 0,0-3-1 0,1 0 1 15,-1 1 1-15,1 0-2 0,1 0 0 16,-3 0 0-16,2 0 0 0,1-1-1 0,-1 2 1 15,-1-1-1-15,1 1 1 0,0-2 0 0,1 2 0 16,0-2-1-16,0 2 0 0,-1-2 0 16,1 1 1-16,1 0-1 0,-1-1 2 0,-2 1-1 15,4-2 1-15,-5 1-1 0,4-2 2 0,-1 1-1 16,-1-1 0-16,0-1 1 0,2 1-1 16,0-2 0-16,-2 1-1 0,3 1 1 0,-2-2 0 15,-1 1 0-15,1-1 0 0,1-1-1 0,0 2 0 16,-2-1 0-16,4 1 1 0,-2 0-1 15,0-1-1-15,0 0 2 0,2 1 0 0,-3-2-1 16,4 1 0-16,-1 0 1 0,0 2-1 16,1-3 0-16,-1 2 1 0,0 0 0 0,1-1-1 15,1 1 0-15,0-2 0 0,-2 3 1 0,2-2-1 16,-1-1 0-16,1 1 0 0,-2 1-1 0,2-2 1 16,0 1 1-16,-1 1-1 0,0-2 1 15,0 1-1-15,2 1 0 0,-1-2 1 0,0 0 0 16,2 2-1-16,-1-2-1 0,0 0 0 0,-2 0 1 15,0 0 0-15,2-1 0 0,-3 0 2 16,1 0-1-16,1-1 2 0,1 1 0 0,-4 0-3 16,3-3 2-16,-3 3-1 0,3-1 0 0,-3 1 0 15,1-1 0-15,-1 0 0 0,0 3 0 16,-2-3 1-16,2 2 0 0,-2 0-1 0,2 0 0 16,-3 2 0-16,1-1 0 0,0 1-1 15,0 1 1-15,-1-2 0 0,-2 2 0 0,3 0 1 16,-1 0 0-16,1 2-1 0,-3-2 0 0,3 0-1 15,-2 1 1-15,-1 1-1 0,-1-1 0 16,2-1 1-16,-3 2 1 0,2-1-1 0,-3 1 0 16,0-1-1-16,3 2 1 0,-3-2 0 15,-2 1-1-15,3 0 0 0,-2 0 0 0,1 0 1 16,-2 1-1-16,1 0 1 0,-1 0 0 0,2-2 0 16,-2 4 1-16,1-3 2 0,-1 2 2 0,2 1 1 15,-2-1 0-15,2 1 0 0,0 0-1 16,1 0-1-16,-1 1-2 0,0 0-1 0,0-1 1 15,2 0-1-15,-2 1 0 0,1 0 0 16,-1 0 1-16,1 1-2 0,-1 0 1 0,2-1-1 16,-1 2 1-16,-1-1-1 0,0 1 1 0,0-1 0 15,1 2 0-15,-1 0-1 0,1 3 1 16,-3-3-1-16,3 2 0 0,-1 1 0 0,-1-2 0 16,-1 2 0-16,3-2-1 0,-2 3 1 0,-1-2 0 15,0 1-1-15,2-2 2 0,-2 2-1 16,-1-2 0-16,0 2 0 0,1 0-1 0,-1 1 1 15,0-2 0-15,-1 1 0 0,1 0 0 0,-2 0 0 16,1 2 0-16,-1 0 2 0,0-1-2 16,0 2 1-16,0 0 0 0,2 0-1 0,-2 2 1 15,0-3 0-15,0 1 0 0,1 1-1 16,-1 0 1-16,0-2-1 0,0-1 1 0,0-1-1 16,0 0-1-16,-1 1 1 0,1 0-1 0,-1-1 0 15,1-1 0-15,-2 1 0 0,3 2 0 16,-3-1 0-16,4 1 0 0,-2-1-1 0,-1 2 0 15,4 0 1-15,-3 0 0 0,2 1-1 0,-2-2 1 16,2 1 1-16,0 0-1 0,1-2 1 16,-2 2-1-16,1 0 2 0,0-1-1 0,0 0-1 15,0 1 2-15,2-2-1 0,-2 0 0 16,0 3 1-16,1-3-1 0,-1 2 0 0,0-2 1 16,3 1 0-16,-2 2 0 0,0-1-1 0,1-1 0 15,-1 2 1-15,3 2-2 0,-1-1 1 16,2 1 0-16,-1 2-1 0,1 0 1 0,0-1 1 15,2 0-1-15,-2-1 0 0,1 1 1 0,1 0 0 16,-1-2-1-16,-1 0 0 0,2 0-1 16,-2-1 0-16,2 0 0 0,0-2 0 0,-3 1 0 15,2 0 0-15,-1-1 1 0,-1-2-1 0,2 2 1 16,-3 0 0-16,2 0 0 0,-2-1-1 16,2 1 0-16,-1-1 0 0,-1 2 0 0,1-2 0 15,-1 1 0-15,-2 1-1 0,2-1 2 16,0 0-1-16,-2 0 2 0,1 2 0 0,-1-3-1 15,-1 1 1-15,0-3 0 0,1 3-1 0,-2-1 0 16,-2-1 0-16,3 0 1 0,-2 1-1 16,0-3-1-16,0 0 1 0,-1 1 0 0,0-1 0 15,-1-1-1-15,2 1 0 0,-3-2 1 16,2 0-1-16,-2 1 1 0,0-2 0 0,-2 2 0 16,2-1-1-16,-3 1 2 0,3-1-2 0,-3 2 1 15,1-1 0-15,-1 0 1 0,0 0-2 16,1 0 1-16,-2-2 0 0,0 1 0 0,-2-2-1 15,0 1 1-15,-2-1 0 0,0 0 0 0,0 0 1 16,-3-1-1-16,2-2 1 0,-3 2-1 16,-2-3 0-16,1 1 0 0,0-1 1 0,-2 0 1 15,1 0 0-15,0-1 1 0,-2 3 1 0,3-3 0 16,-2 1 1-16,0 1 0 0,2-2 0 16,-1 2 0-16,1-1 0 0,1 1-1 0,1-1-1 15,-3 0 0-15,4 0-1 0,-1 0 0 16,0 1-1-16,0-1 1 0,0-2-1 0,0 1-1 15,0-1 0-15,0-1 0 0,-2 1 1 0,2-2-1 16,-3-1 1-16,4 1-1 0,-3 0 1 16,1 0 0-16,-1 0 0 0,1 0 0 0,-1 1 0 15,2-1 1-15,-1-1 0 0,-3 3 1 0,1-1-1 16,1-1 0-16,2 1 0 0,-3 1 0 16,1-2 0-16,-1 1 0 0,1 1-1 0,-1-2 0 15,3 2 1-15,-2-2-1 0,-1 2 0 0,1 0 0 16,0 0 0-16,0 0-1 0,0 0 0 15,0 2 1-15,-1-2-1 0,2 2 1 0,-1-1-1 16,-1 1 0-16,1-1 0 0,-1 1 0 16,1 1-1-16,0 0 0 0,-1 0 1 0,1-1-1 15,-2 2 1-15,2 1 0 0,-2-2-1 0,0 2 1 16,-2 0-1-16,-1-1 1 0,1 1-1 0,1 0 0 16,-3 1 0-16,0-2 0 0,0 1 0 15,0 2 0-15,0 0-1 0,-1 1 0 16,-1-2 0-16,2 2 0 0,-3-1 0 0,2 3 0 15,-1-2 0-15,0 1 0 0,-1-1 0 0,3 2 0 16,-3 0 0-16,0 0 0 0,0 0 0 0,1 0 1 16,-2 3 0-16,1-2 1 0,-2 1 0 15,3 2 0-15,-3-3 0 0,3 4 0 0,-2-2 0 16,-1-1-1-16,2 0 1 0,-3 0-2 16,4-1 1-16,-2-1 0 0,-1 1 0 0,2-1-1 15,-2-1 1-15,2 0 0 0,-2 0 0 0,1-2 0 16,0 3 0-16,0-6-1 0,-1 5 1 0,2-3 0 15,0 0 0-15,0 1 0 0,0-1 0 0,0 0-1 16,2-1 1-16,-2 0 0 0,0 0-1 16,3 0 0-16,-3 0 1 0,2-2-2 0,0 2 1 15,0 0 0-15,-2-2 1 0,3 0-1 0,-3 0 1 16,0 0 0-16,-1-1 1 0,1-1 0 0,0-1 0 16,-1 0 1-16,2 0-1 0,-3 0 0 0,2 0 1 15,-3-1-1-15,4-1 1 0,-3 0-1 16,-1 1 0-16,3 0-1 0,-2-1 0 0,-1 0 0 15,1-1 0-15,-1 2 0 0,-2-2 0 0,3 1 0 16,-3-3-1-16,-1 3 0 0,1-2 1 0,0 2-2 16,-1-2 1-16,1 0 0 0,-1 0 0 0,-1-1 0 15,2-1-1-15,-3 0 0 0,0 0 0 16,1-1 1-16,-1 1 0 0,0 0 1 0,-3 0 2 16,3-1 0-16,0 1 1 0,-2 0-1 15,2 2 1-15,-1 0 0 0,1-1 0 0,-2 1-2 16,2 1 0-16,-2-1 0 0,2 2-1 0,0 0 0 15,-1-1 0-15,-1 2 0 0,2 0 0 0,-2-1 0 16,2 2 0-16,0-2 0 0,2 1 0 16,-2 1-1-16,0-1 1 0,3 1-1 0,-1-2 0 15,1 0 0-15,0 0 0 0,0 0 0 16,3 0 1-16,-3 1 0 0,4 1 1 0,-1-2 0 16,3 1 1-16,-1 1 0 0,0 0 0 0,3-3 1 15,0 3-1-15,-1 0 0 0,4 0-1 16,-1 0 0-16,1-2-1 0,0 0 0 0,0 2 0 15,2 0 0-15,-1-4 0 0,2 3 0 16,0 0 0-16,0-2 0 0,2 1 0 0,0 0 0 16,0 0 0-16,1 0 0 0,1 0 0 0,-2 0 0 15,3 1 0-15,-2 0 0 0,2-1 0 0,-1 1 0 16,1-1 0-16,0 1 0 0,2 1 0 16,-3-2 0-16,1 1 0 0,-1-2 0 0,0 1 0 15,0 0 0-15,-1 1 0 0,-1 0 0 16,2-2 0-16,-1 1 0 0,-2 0 0 0,0-2 0 15,1 2 0-15,-1-2 0 0,-1 2 0 0,-1 0 0 16,3-1 0-16,-2 1 0 0,-1-2 0 16,1 4 0-16,-1-4 0 0,1 4 0 0,1-4 0 15,-1 3 0-15,0 0 0 0,-1-2 0 16,1 1 0-16,-1 0 0 0,0 0 0 0,0 0 0 16,1-2 0-16,0 3 0 0,-2-2 0 0,0 0 0 15,0 0 0-15,-1 0 0 0,0 0 0 16,0 0 0-16,-1-1 0 0,0 0 0 0,1-1 0 15,-3 0 0-15,3 2 0 0,-3-1 0 0,3-2 0 16,-3 4 0-16,0-3 0 0,3 2 0 16,-2-2 0-16,0 1 0 0,-1 0 0 0,0 0 0 15,0-1 0-15,0 1 0 0,0-1 0 0,-1-1 0 16,-1 2 0-16,3-1 0 0,-4 1 0 16,2-1 0-16,-1 1 0 0,-1 1 0 0,2 0 0 15,-1-1 0-15,1 1 0 0,-1 1 0 16,2 1 0-16,-2-2 0 0,1 1 0 0,2 0 0 15,0 0 0-15,0 2 0 0,-1-1 0 0,2 0 0 16,-1-1 0-16,1 2 0 0,1 0 0 0,-1-2 0 16,1 2 0-16,-1 0 0 0,1 0 0 15,0 2 0-15,0-2 0 0,0 2 0 0,2-2 0 16,-2 1 0-16,2 0 0 0,-2 3 0 16,2-4 0-16,0 2 0 0,1 1 0 0,-1-1 0 15,1 2 0-15,-1-4 0 0,0 4 0 16,1-4 0-16,-1 4 0 0,1-1 0 0,-2 0 0 15,2 0 0-15,-3 1 0 0,3 0 0 0,-2-1 0 16,0 0 0-16,1 1 0 0,0-1 0 0,-2 0 0 16,2 2 0-16,-2-2 0 0,2 0 0 15,-1 1 0-15,-2-1 0 0,0 0 0 0,1 1 0 16,-1 0 0-16,1-2 0 0,-3 1 0 16,4 1 0-16,-3-1 0 0,0 0 0 0,1 0 0 15,-2-2 0-15,1 2 0 0,0 1 0 0,0-3 0 16,-1 0 0-16,0 3 0 0,2-3 0 15,-2 2 0-15,1-2 0 0,-1 2 0 0,1 0 0 16,0-2 0-16,-1 3 0 0,0-3 0 0,-1 2 0 16,-1 0 0-16,2-1 0 0,0 0 0 15,-1 0 0-15,0 2 0 0,0 0 0 0,2-2 0 16,-4 1 0-16,2-1 0 0,2 2 0 0,-2-2 0 16,1 0 0-16,1 2 0 0,0-1 0 15,0 1 0-15,-1-2 0 0,2 2 0 16,-1-3 0-16,1 2 0 0,-1 0 0 0,0 0 0 15,-1-2 0-15,1 1 0 0,0-1 0 0,1 2 0 16,-1-1 0-16,0-1 0 0,-1 1 0 0,2-1 0 16,1 1 0-16,-3-1 0 0,3 1 0 15,1-1 0-15,-2-1 0 0,2 2 0 0,0-1 0 16,0-1 0-16,0 1 0 0,0-1 0 16,2 2 0-16,-1-2 0 0,0 0 0 0,1 2 0 15,-1-2 0-15,1 0 0 0,-1 0 0 0,1 0 0 16,1 0 0-16,-3 0 0 0,1-2 0 0,1 2 0 15,-1 0 0-15,0-2 0 0,1 1 0 16,-2 1 0-16,0-1 0 0,1 1 0 0,1-2 0 16,-2 2 0-16,2 0 0 0,-1-1 0 15,1 1 0-15,0 0 0 0,-1-2 0 0,0 2 0 16,0-1 0-16,1 1 0 0,-3 0 0 0,2-2 0 16,-2 1 0-16,2-1 0 0,-2 1 0 15,2 1 0-15,-2-2 0 0,0 0 0 0,-1 1 0 16,3 1 0-16,-3-1 0 0,0-1 0 15,2 1 0-15,-3 1 0 0,1 0 0 0,1-2 0 16,0 2 0-16,0 0 0 0,-1 0 0 0,0 0 0 16,2 0 0-16,1 0 0 0,-3 0 0 0,1 0 0 15,2 0 0-15,-1 0 0 0,1 0 0 16,0 0 0-16,-2-1 0 0,2 1 0 16,0 0 0-16,1-1 0 0,-2 1 0 0,0-2 0 15,3 2 0-15,-1-2 0 0,0 2 0 0,-1 0 0 16,1 0 0-16,1 0 0 0,-1-1 0 0,1 1 0 15,0 0 0-15,-1 0 0 0,1 0 0 16,-1 0 0-16,1 0 0 0,1 0 0 0,-2 1 0 16,2-1 0-16,-2 2 0 0,2-2 0 15,-3 2 0-15,3-2 0 0,-3 1 0 0,3-1 0 16,-3 0 0-16,1 0 0 0,0 0 0 0,-1 0 0 16,1 0 0-16,1-1 0 0,-1 1 0 15,0-2 0-15,-1 2 0 0,1-2 0 0,-1 2 0 16,1-1 0-16,-2 1 0 0,2 0 0 15,-3-1 0-15,2 1 0 0,0 0 0 0,0 0 0 16,-2 0 0-16,2 0 0 0,-2 0 0 0,0 0 0 16,0 0 0-16,2 0 0 0,-2 0 0 0,2 1 0 15,1-1 0-15,-1 0 0 0,-1 0 0 16,0 0 0-16,2 1 0 0,-1-1 0 16,3 0 0-16,-3 0 0 0,1 0 0 0,0 0 0 15,-1 0 0-15,3 0 0 0,-3-1 0 0,1 1 0 16,0-1 0-16,-2 1 0 0,2-4 0 0,-1 3 0 15,-1 0 0-15,0-3 0 0,2 3 0 0,-2-2 0 16,0 0 0-16,0 1 0 0,0 0 0 16,-1-1 0-16,2 1 0 0,-2 1 0 0,2-2 0 15,-2 1 0-15,2 0 0 0,-3 0 0 0,1 2 0 16,0-2 0-16,0 2 0 0,-1-2 0 0,-1 0 0 16,1 1 0-16,-2 1 0 0,3 0 0 15,-1-1 0-15,-1 1 0 0,1 0 0 0,-1 0 0 16,1 0 0-16,0 0 0 0,-2 1 0 0,0-1 0 15,0 0 0-15,0 0 0 0,1 0 0 0,-2 0 0 16,1 0 0-16,0 1 0 0,0-1 0 16,-1 2 0-16,2-2 0 0,-1 0 0 0,0 0 0 15,0 0 0-15,0 0 0 0,2 2 0 0,-2-2 0 16,3 0 0-16,-1 1 0 0,-2 0 0 0,3-1 0 16,-1 0 0-16,2 2 0 0,-2 0 0 15,1-2 0-15,-1 0 0 0,2 0 0 0,-2 2 0 16,1-2 0-16,1 3 0 0,0-3 0 0,-2 0 0 15,4 1 0-15,-2-1 0 0,0 0 0 0,0 0 0 16,0 0 0-16,-1 0 0 0,2 0 0 16,0 0 0-16,0-1 0 0,-2 1 0 0,3 0 0 15,-1-3 0-15,-2 1 0 0,3 2 0 0,-1 0 0 16,1-4 0-16,0 4 0 0,1-2 0 0,1 0 0 16,-1 2 0-16,2-2 0 0,2 1 0 15,-1 0 0-15,-1 1 0 0,4-2 0 0,-1 2 0 16,0 0 0-16,0-1 0 0,3 1 0 0,-1 0 0 15,0-2 0-15,-3 2 0 0,4-1 0 0,-1 1 0 16,0-2 0-16,0 1 0 0,-1-1 0 0,0 0 0 16,-1 1 0-16,1-1 0 0,-1 0 0 0,1 0 0 15,0-1 0-15,-2 1 0 0,0-3 0 16,0 0 0-16,0 1 0 0,0-1 0 0,-1-1 0 16,1 0 0-16,-1-1 0 0,-1 1 0 0,2-2 0 15,-3 1 0-15,2-2 0 0,-1 2 0 0,1-1 0 16,-1-1-1-16,2 1 1 0,-3 1 0 0,3 1 1 15,0-2-1-15,0 1 0 0,-1-1 0 16,3 2 0-16,-2 0 0 0,0-1 0 0,0 1 0 16,0 0-1-16,2-2 2 0,-1 2-1 0,-2-1 0 15,1-1 0-15,2 1 0 0,-1-3 0 0,-2 3 0 16,1-2 0-16,0 0 0 0,-2-1 0 0,1-3 0 16,-2 3 0-16,1-3 0 0,-2 1 0 0,2-3 0 15,-2 1 0-15,2-1 0 0,-1 0 0 16,-1 0 0-16,2 2 0 0,-1 0 0 0,2 1 0 15,-1-1 0-15,2 1 0 0,0 2 0 0,-1 1 0 16,1-2 0-16,1 3 0 0,-1-1 0 0,1 1 0 16,0 0 0-16,1-1 0 0,-2 0 0 0,2 0 0 15,0 1 0-15,-1-2 0 0,1 1 0 0,-1-2 0 16,0 2 0-16,0 1 0 0,1-3 0 0,-1 2-4 16,1 0 1-16,-1 0 2 0,0-2 0 0,2 2 0 15,-1 2 1-15,1 0-1 0,1-1 1 0,-1 0-1 16,2 1 0-16,-2 1 1 0,2 0 0 0,-2 0-1 15,2 1 1-15,-1-4 0 0,0 3-1 0,-1 0 1 16,2-1 0-16,-2 1-1 0,2-2 1 0,0 3 0 16,-2-1 0-16,1-2 0 0,-1 2 0 0,2 0-1 15,-2 0 1-15,2 0-1 0,-1-1 1 0,1 2 0 16,-2-1 0-16,1 2 0 0,1-2 0 0,0 1 0 16,-1 1-1-16,1-2 1 0,0 0 0 0,1 0-1 15,-3 0 1-15,2-2 0 0,-3 2 0 16,3-1 0-16,0-2-1 0,-2-1 1 0,0 1-1 15,2 1 0-15,-2-4 1 0,-1 2-1 0,3-2 0 16,-2 0 1-16,0 0 0 0,2 2-1 0,0 0 1 16,0-1-1-16,1 1 1 0,-1 2 0 0,-1-1 0 15,2 2 0-15,0-3 0 0,1 3 0 0,-1-2 0 16,2 2-1-16,-1-2 1 0,-1 0 0 0,0 1 0 16,2-1 0-16,-1-1 0 0,1-1 0 0,0 2 0 15,-2-1-1-15,2 0 1 0,0-2 0 0,0 1 0 16,0 2-1-16,0-2 1 0,2 2 0 0,-2-1 0 15,1 2-1-15,1-1 1 0,-2 1 0 0,2 3 0 16,-1-1-1-16,1-1 1 0,-2 3 0 0,1 1-1 16,1-2 0-16,0 3 1 0,-2-3-1 0,4 2 1 15,-4 0-1-15,3-1 1 0,-1 1 0 0,-1 0 0 16,1-2-1-16,1 1 2 0,-1-1-1 0,1-1 1 16,0 0 0-16,1-1-1 0,-1 0 1 0,1 1-1 15,-1-1 0-15,2 0-1 0,-2-2 1 16,2 0 0-16,-2 0 0 0,2-1 0 0,0-1 0 15,-1 2 1-15,1-2-1 0,0 1 0 0,-2-1 0 0,0 0-1 16,2 1 1-16,-2 2 0 0,3-4-1 0,-3 4 1 16,2-2 0-16,-1 3 0 0,-1 0-1 0,0-1 1 15,0 3 0-15,2 0 0 0,-1-2-1 0,-2 3 1 16,1 2 0-16,0-3 0 0,1 3-1 0,-1-3 1 16,2 4-1-16,-2-2 1 0,2 0 0 15,-1 2 1-15,-1-3 0 0,2 3-1 0,-2 0 0 16,2-3 0-16,-2 3 1 0,0 0-1 0,2-1 0 15,-2 1 0-15,0-1 0 0,2 1 0 0,-2-1 0 16,-1 1-1-16,1 1 1 0,2-2 0 0,-2 1 0 16,0-1 0-16,3 1 0 0,-3 1 1 0,1-2-1 15,0 1-1-15,1-1 1 0,0 2-1 0,0-1 1 16,1-1 0-16,0 1 0 0,-1 0 1 0,0 1 0 16,1-2-1-16,0 0 0 0,-1 1 0 0,0-2 1 15,0 1-1-15,0 0 0 0,-1 2 0 0,2-4 0 16,-3 3 0-16,2 0 0 0,-1-1 1 0,-1-1-1 15,0 1 0-15,0-1 0 0,-1 1 0 0,1 0 0 16,3 0 0-16,-3-1 0 0,-1 2 0 0,1-3 1 16,0 2-1-16,0 0 0 0,2-1 1 0,-3 0-2 15,3 2 2-15,-1-2-1 0,1 1 0 0,-2-1 0 16,0 2 0-16,2-2 0 0,-2 1 0 16,2-1 3-16,-2 0 3 0,2 2 0 0,-2-2 0 15,2 1 0-15,-2 0-1 0,0 0-5 0,0-2 0 16,1 4 0-16,-1-4 0 0,-2 3 0 0,4-1 0 15,-2 1 0-15,-3 1 0 0,3-3 0 0,0 3 0 16,-1-2 0-16,0 2 0 0,-1 0 0 0,2-3 0 16,-1 1 0-16,1 1 0 0,-1 1 0 0,1-1 0 15,0-1 0-15,0 0 0 0,-2 1 0 0,1 0 0 16,1-1 0-16,-1 0 0 0,1 0 0 0,-3 0 0 16,2 0 0-16,1 1 0 0,-1 0 0 15,-1-1 0-15,1-1 0 0,-1 2 0 0,1-1 0 16,-2 1 0-16,3 1 0 0,-2-3 0 0,1 1 0 15,-2 1 0-15,1-1 0 0,1 1 0 0,0-1 0 16,-1-1 0-16,1 1 0 0,-2 0 0 16,3-1 0-16,-3 0 0 0,2-1 0 0,-2 1 0 15,3 1 0-15,-3 0 0 0,2-2 0 0,-1 2 0 16,-1 2 0-16,2-5 0 0,-2 4 0 0,0 1 0 16,1-1 0-16,-1-1 0 0,0 2 0 15,0 0 0-15,0-2 0 0,2 2 0 0,-2-1 0 16,0 0 0-16,2-1 0 0,0 0 0 0,-2 0 0 15,0 0 0-15,0-1 0 0,2 0 0 0,-2 0 0 16,3 0 0-16,-3 0 0 0,2-1 0 0,-2 1 0 16,3 0 0-16,-3 1 0 0,0 0 0 15,2 0 0-15,-2 0 0 0,1 1 0 0,-1 1 0 16,0-1 0-16,2 1 0 0,-2-2 0 0,0 2 0 16,0 0 0-16,0-2 0 0,1 2 0 0,-1-2 0 15,0 2 0-15,0 0 0 0,0 0 0 16,0 0 0-16,0 0 0 0,0 0 0 0,0 0 0 15,0 0 0-15,0 0 0 0,0 0 0 0,0 0 0 16,0 0 0-16,0 0 0 0,0-3 0 0,0 3 0 16,2-1 0-16,-2 1 0 0,0-1 0 0,0-1-3 15,0 2-11-15,0 0-10 0,-2-1-12 0,2 1-18 16,-1 0-22-16,1 0-47 0,-2 0-75 16,-1 0-126-16,0 0-238 0,3 0-303 0,0 0-367 15,0 0-329-15,0 0-87 0,-2 0 555 0</inkml:trace>
  <inkml:trace contextRef="#ctx0" brushRef="#br0" timeOffset="89919.56">15666 13914 40 0,'0'-5'403'0,"0"2"315"16,0 0 251-16,-1 0 33 0,-1 0-242 0,-2 0-196 15,2 0-128-15,-1 1-27 0,0 0-11 0,1-1-35 16,-3 0-48-16,2 1-43 0,-2 0-37 16,1-2-56-16,-4 1-52 0,3-1-32 0,-3 2-21 15,0-3-11-15,-1 1-9 0,1-2-7 16,-2 2-4-16,1-1-4 0,-2-1-4 0,1-1-3 16,-2 1 1-16,1 0-3 0,-1-1 1 0,0 1-2 15,-1-2 0-15,1 3-1 0,-1-1 0 16,2 0-2-16,-1 1 0 0,0 1-1 0,-2 0 0 15,3 1-2-15,-2 0-3 0,1 0 0 16,-1 0-4-16,-1 1-2 0,1-1-1 0,0 2-2 16,-2-1-1-16,0 1-1 0,0-1 1 0,-1 1-2 15,0 0 0-15,0 1 0 0,0-2-1 16,-1 0 0-16,1 1-3 0,-1 1-1 0,3-1-1 16,-2-1 0-16,0 2 0 0,-1 0-1 15,1 0 0-15,-1 0 0 0,0 0-1 0,-1 0-1 16,0 0 0-16,-1 3 1 0,0-3-1 0,0 3 0 15,-1-1 0-15,-1 0 1 0,2 0-1 0,0 1 1 16,-3 0 1-16,3 0 0 0,0 1 0 16,2 1 1-16,-4-1 0 0,4 1 0 0,-1-1 1 15,0 2-2-15,1-2 1 0,0 3-2 16,1-3 0-16,1 0 0 0,0 1 0 0,0 0 0 16,0 0 0-16,1-1 0 0,1 0 0 0,-2-1 0 15,2 0 0-15,-1 0 0 0,1 0 0 16,0 0 0-16,-1 0 0 0,3 0 0 0,-3 0 0 15,1 0 0-15,-1 1 0 0,1 1 0 0,-1-2 0 16,-2 2 0-16,-1-2 0 0,3 1 0 16,-1 0 0-16,-2 3 0 0,3-2 0 0,-2 0 0 15,3 1 0-15,-2-1 0 0,2 1 0 16,-1-2 0-16,1 2 0 0,1-1 0 0,0 1 0 16,1 1 0-16,-1-2 0 0,1 0 0 0,-1 2 0 15,2 1 0-15,-2-3 0 0,0 3 0 16,2-1 0-16,-1-1 0 0,-1 1-1 0,1 1 0 15,1-2 1-15,-1 2-2 0,1 0 2 16,-1-1-1-16,1-1 0 0,-2 1 0 0,1 1 1 16,-3-1 0-16,3 1 1 0,-2-1-1 0,1 2 1 15,0-1 1-15,-2 0-1 0,1 2-1 0,0-1 1 16,0 0 0-16,-1-2-1 0,1 3 0 16,0-2 0-16,-1 1 0 0,1 0 0 0,-1 1 0 15,3-2 0-15,-3 1 0 0,3-1 0 16,0 0 0-16,-2 2 0 0,4-3 0 0,-3 1 0 15,2 0 0-15,0 2 0 0,0-1 0 0,0 0 0 16,0 0 0-16,0 0 0 0,1-1 0 16,-1 3-1-16,2-4 1 0,-2 1-1 0,0 2 1 15,2-2 0-15,2 0 0 0,-4 1-1 16,2-2 1-16,0 0 0 0,4 1-1 0,-4-1 1 16,0 2-1-16,3-3 0 0,0 0 0 0,-1 1 0 15,0-1 0-15,1 1 0 0,0-1 1 0,1 1-1 16,0 1 1-16,1-2 0 0,0 1 0 15,-3 2-1-15,4-2 1 0,-1 0 1 0,2 1-1 16,-1-1 0-16,-1 2 1 0,1-2 0 16,-1 3-1-16,1-1 1 0,-1 2-3 0,1-1-2 15,-2 0-1-15,-1-1-1 0,2 3-1 0,2 0 0 16,-4-1 4-16,1 0 0 0,1 3 2 16,0-1 1-16,0-2-1 0,0 1 1 0,-2 0 0 15,2 1 0-15,2-1-1 0,-1 1 1 16,0-1 0-16,-1 0 0 0,3 1-1 0,-2 0 1 15,2-1 0-15,0 3-1 0,0-3 1 0,0 2-1 16,2 2 0-16,1-2 1 0,-1 3 0 0,0-3 0 16,1 3 0-16,1-1 0 0,-1 1 0 15,2 0 1-15,0 1-1 0,0-3 0 0,0 4-1 16,-1-2 1-16,2 1 0 0,-1-2 3 16,1 2 2-16,-1 0 1 0,2 0 0 0,0 0-1 15,-2 1 2-15,2-2-4 0,-3 1-4 0,4 2-2 16,-2 0 0-16,2-1-2 0,-1 0 0 0,1 1-2 15,-1-3 3-15,1 2 2 0,0 0 0 16,0-2 1-16,3 0-1 0,-3 0 2 0,2 0 0 16,-1-1-1-16,2 1 1 0,-3-2 0 15,3 0 0-15,0 0 0 0,-3 0 0 0,2 0-1 16,2 0 1-16,-2 0-1 0,2 0 1 0,-2 1 1 16,1 3-1-16,2-2 1 0,-1 1 0 15,0 2-1-15,2-3 1 0,-2 3 2 0,2 0 2 16,-1-2 0-16,3-1 0 0,-2 2 0 15,2-1 0-15,0-3-3 0,-1 0-2 0,2-1 0 16,0-1-1-16,-3-1 1 0,5 0 1 0,-3-2 0 16,3-1-1-16,0-2 1 0,-2 3 0 15,4-5-1-15,-2 2 1 0,3-3 0 0,0 1 0 16,2 0-1-16,-2-3 1 0,3 2-1 0,0-2 0 16,2 1 1-16,-2-1-1 0,2-1 1 15,-1 0-2-15,2 1 1 0,-2-2 0 0,0 2-1 16,1-2 1-16,0 0-1 0,-2-2 1 0,1 2 0 15,-1-2 0-15,0 1-1 0,1 0 1 16,-1-2 0-16,-1 0-1 0,1 2 0 0,-1-3-1 16,-1 2 1-16,3-2 0 0,-4 2 1 0,2-2 0 15,-1 3 2-15,-1-2 0 0,1 0 0 16,0 1-1-16,1 0 1 0,-2-1 0 0,0 2-1 16,0 0 0-16,-1 0 0 0,-2-2 0 0,1 1 0 15,-1 0 0-15,-1 0 0 0,1 1-1 16,-3 0 1-16,3-1 0 0,-5 0-1 0,3 1 0 15,-1 0-4-15,1-1 2 0,-1 1-2 16,0-2-2-16,0 0 0 0,0 0-1 0,1-1 7 16,-3 2 1-16,5-3 3 0,-3 1 1 0,1 0 2 15,-1-1-1-15,3-1-2 0,0 0-3 16,-3 2-1-16,1-5 0 0,-1 3 0 0,1-1-1 16,-2 0 0-16,2-1 0 0,-4 1 0 15,1-2 0-15,-3 0 0 0,0 0 1 0,0-1 0 16,0-1-1-16,-2-1 2 0,1-2-1 0,0 3 0 15,0-6-1-15,0 2 0 0,0 3 1 0,1-4-1 16,0 3 0-16,-1 0 1 0,1-2 0 16,-1 1 0-16,2 1 0 0,-1-1 1 0,1-1-1 15,-2 1 1-15,1-1-1 0,0 2 0 16,2 0 1-16,-1-2-1 0,-1 0 0 0,-1 0 0 16,2 1 0-16,-2 0 0 0,1 0-1 0,0 2 1 15,-1-2-1-15,1 1 0 0,-2-1 1 16,2 2-1-16,-3 1 0 0,3 0 0 0,-3-2 1 15,2 3-1-15,1 0 0 0,-3 1 1 0,0-2-1 16,1 1 1-16,0-1 1 0,-1 0-1 16,1 0 0-16,0 0 1 0,-3-3 0 0,2 3 0 15,0-3 0-15,1 0-1 0,-1-2 1 16,-1 2-1-16,1-2 0 0,1 3 1 0,-3-3 0 16,2 0-1-16,0 1 1 0,2-1 0 0,-2-1-1 15,-2 1 0-15,0-2 0 0,4 0 0 0,-4-2 0 16,0 2 0-16,-1 0 0 0,0 0 0 15,3 0 0-15,-4 1 0 0,0 1 0 0,0 0 0 16,0 0 0-16,1-1 0 0,-4-2 0 16,5 3 0-16,-3-2-1 0,0 0 1 0,1 0 0 15,-1 0 0-15,0 2 0 0,0-1 0 0,-1 1-1 16,0-1 1-16,-1 0 0 0,1 1-1 16,-1 0 1-16,-1-2-2 0,0 1 2 0,0-1 0 15,0-1 1-15,-1-1 0 0,-1 0 1 16,1 1 2-16,-3-1-1 0,1-3 0 0,0 0-3 15,-2 1 0-15,0-1 0 0,-1-1 0 0,-2 0 0 16,2 1 0-16,-1-2 0 0,-3 1 0 16,2-2 0-16,-2 4 0 0,-2-3 0 0,0 1 0 15,1 0 0-15,-3-2 0 0,1 4 0 16,-1-3 0-16,0 5 0 0,-2-3 0 0,3 2 0 16,-1 0 0-16,-2 3 0 0,4 1 0 0,-2 1 0 15,1 1 0-15,-1 2 0 0,3 2 0 0,-3 1 0 16,2 2 0-16,1 1 0 0,0 0 0 15,0 3 0-15,1 0 0 0,0 1 0 0,0 1 0 16,2-3 0-16,0 4 0 0,-1-2 0 16,1 3 0-16,0-2 0 0,0 1 0 0,0 1 0 15,-1 0 0-15,1 0 0 0,-2 0 0 0,-1 0 0 16,2 0 0-16,-4 0 0 0,0 0 0 16,1 0 0-16,-1 0 0 0,2 0 0 0,-1 0 0 15,-1 0 0-15,0 0 0 0,4 0 0 16,-1 0 0-16,-1 0 0 0,2 0 0 0,1-1 0 15,0 1 0-15,0 0 0 0,0 0 0 0,2-2 0 16,-1 2 0-16,2 0 0 0,-1-2 0 16,2 2 0-16,-1-1 0 0,2 1 0 0,-1 0 0 15,1 0 0-15,1-1 0 0,2 1 0 16,-3 0 0-16,3 0 0 0,0 0 0 0,0 0 0 16,-1 0 0-16,1 0 0 0,0 0 0 0,0 0 0 15,0 0 0-15,0 0 0 0,0 0 0 0,0 0 0 16,0 0 0-16,0 0 0 0,0 0 0 15,0 0 0-15,0 0 0 0,0 0 0 0,0 0 0 16,0 0 0-16,0 0 0 0,0 0 0 16,0 0 0-16,0 0 0 0,0 0 0 0,1-2 0 15,-1 0 0-15,0 0 0 0,2-1 0 0,-1-2 0 16,1-1 0-16,0-1 0 0,-1-2 0 16,3-5 0-16,-3 2 0 0,2-5 0 0,-1-1 0 15,1-1 0-15,2-5 0 0,-1-1 0 16,1-3 0-16,0-4 0 0,0-4 0 0,0-3 0 15,1-4 0-15,2-1 0 0,-2-5 0 0,0-1 0 16,3-3 0-16,0 0 0 0,-3 0 0 0,2-1 0 16,-1-2 0-16,-1 2 0 0,1 1 0 15,-2 0 0-15,0-1 0 0,2 0 0 0,-6 1 0 16,4 2 0-16,-1-1 0 0,-1 2 0 0,1 0 0 16,-3 0 0-16,4 5 0 0,-2-2 0 15,1 1 0-15,0-1 0 0,2-1 0 0,4-2 0 16,0-5 0-16,5-3 0 0,1-5 0 0,6-7 0 15,3-1 0-15,7-4 0 0,1-4 0 16,7-5 0-16,1-1 0 0,6-3 0 0,2-1 0 16,2-1 0-16,4-2 0 0,2 4 0 15,0 1 0-15,3 2 0 0,0 2 0 0,0 4 0 16,2 2 0-16,0 5 0 0,1 3 0 0,0 1 0 16,2 5 0-16,0 4 0 0,0 2 0 0,0 1 0 15,1 3 0-15,3 2 0 0,-1-1 0 16,2 3 0-16,1 0 0 0,3 0 0 0,3-1 0 15,3-1 0-15,1 2 0 0,4-1 0 16,2 3 0-16,-2-1 0 0,4 1 0 0,-1 2 0 16,0 3 0-16,2 1 0 0,2-1 0 0,1 5 0 15,0-1 0-15,0 5 0 0,-1-3 0 16,0 4 0-16,1 0 0 0,-1 2 0 0,1 2 0 16,-1-1 0-16,-1 4 0 0,1-1 0 0,0 1 0 15,-2 1 0-15,-2 1 0 0,2 2 0 16,-3 2 0-16,0 2 0 0,2 3 0 0,-7 1 0 15,4 5 0-15,-4-1 0 0,-3 3 0 0,0 4 0 16,-3-1 0-16,-1 1 0 0,-3 1 0 16,-2-1 0-16,-1 1 0 0,-3-1 0 0,1 1 0 15,-6-1 0-15,-1-1 0 0,0-1 0 0,-4 0 0 16,-5-1 0-16,1-1 0 0,-6 0 0 16,-1 0 0-16,-3-1 0 0,-6 4 0 0,2-4 0 15,-4 3 0-15,-4-1 0 0,-1 1 0 16,-3 1 0-16,-3 0 0 0,1-2 0 0,-4 2 0 15,0 0 0-15,-2-1 0 0,-2 1 0 0,0-1 0 16,-2-1 0-16,-1 0 0 0,-4 1 0 0,1-1 0 16,-1 0 0-16,-2 3 0 0,-3-2 0 15,1 2 0-15,-2-2 0 0,1 3 0 0,-2-2 0 16,-2 1 0-16,2 1 0 0,-2 0 0 16,-2-2 0-16,2 1 0 0,-2 1 0 0,0-1 0 15,0-1 0-15,-1 2 0 0,2-1 0 0,-3 2 0 16,1-2 0-16,2 2 0 0,-3-1 0 15,1 1 0-15,2 0 0 0,-3 1 0 0,0 1 0 16,1 0 0-16,0 1-38 0,-2 0-50 16,2 0-50-16,-2 0-72 0,0-3-99 0,-3 0-156 15,4-2-241-15,0-1-330 0,1 0-288 0,0-3-168 16,1-1 144-16,2-2 566 0</inkml:trace>
  <inkml:trace contextRef="#ctx0" brushRef="#br0" timeOffset="90235.56">21752 8522 362 0,'13'-9'816'0,"-4"2"329"0,0 1 45 16,1 0-272-16,-2 0-224 0,2 1-141 0,1 3-114 15,0-1-77-15,0 0-61 0,1 2-54 16,3 1-66-16,2 0-60 0,-1 1-34 0,5 2-20 16,1 0-12-16,0 1-13 0,2 1-9 0,3 1-9 15,-2-1-5-15,1 1-6 0,1 3-6 0,-3-1-1 16,2 0-2-16,-3 3-1 0,-1-1 1 15,-1 2 5-15,-2-1 4 0,-5 4 8 0,0-2 6 16,-2 1 6-16,-6 0 7 0,0 3 1 16,-4-3-1-16,-6 3-2 0,-2 2-5 0,-3-2-6 15,-4 3-7-15,-3-1-5 0,-1 2-5 0,-5 0-4 16,-2 1-4-16,-1 0-1 0,0 0-2 16,-1-1-2-16,2 0 0 0,2-2-1 0,5-5-9 15,1-1-20-15,6-1-35 0,1-1-82 16,6-5-143-16,3-1-265 0,8-2-319 0,1 0-397 15,4-3-431-15,6-3-44 0,1 0 703 0</inkml:trace>
  <inkml:trace contextRef="#ctx0" brushRef="#br0" timeOffset="91403.09">23381 8731 360 0,'-2'-1'697'0,"1"-1"301"16,1 0 109-16,-2 0-289 0,1-1-241 0,-1-2-143 16,0 2-88-16,2-2-63 0,0 0-39 15,2-3-16-15,0 1-5 0,1-5-18 0,-2-2-22 16,3-2-22-16,-1-2-31 0,3-3-35 16,-2-2-28-16,1-1-15 0,0 1-12 0,2-2-11 15,-3 3-7-15,4 0-3 0,-2 3-3 0,-1 1-5 16,-2 3-3-16,2 3 0 0,-2 3 1 0,-1 2 0 15,0 2 1-15,0 2 0 0,2 5 0 16,-1 1-1-16,2 5-2 0,-4 5 0 0,6 2 1 16,-3 5-2-16,1 1 1 0,1 0-1 0,1 2-1 15,1 1 0-15,-2-3 0 0,3 0-2 16,-1-2-1-16,0-3 0 0,2-3-1 0,-1-2 0 16,-3-1-2-16,3-5-1 0,0-1 1 15,-1-4 0-15,-2-3-1 0,1-3 0 0,2-4 1 16,-1-5 0-16,0-5-1 0,0-2-1 15,3-3 0-15,-3-5 1 0,1 1 2 0,4-1-1 16,-4 0 2-16,1 3 1 0,-1 3 2 0,-3 4-1 16,-1 5 0-16,2 3 0 0,-4 4-1 0,0 2 1 15,-1 4 0-15,2 5-1 0,-2 4 1 16,-1 7 1-16,-1 3 1 0,0 6 0 0,2 1 0 16,-1 2 2-16,-1 2-2 0,4 1-1 15,-3-3-2-15,4 2-1 0,0-3-1 0,1-4-2 16,0 0 0-16,2-4-2 0,0-1-1 0,0-6-2 15,5-2-3-15,-4-5-21 0,3-6-57 16,2-3-63-16,-3-4-78 0,4-7-139 0,-2-2-230 16,4-2-310-16,0-3-248 0,0-1-204 0,-1-3-1 15,1 2 469-15</inkml:trace>
  <inkml:trace contextRef="#ctx0" brushRef="#br0" timeOffset="91749.31">24106 8241 61 0,'0'4'575'0,"-3"2"465"15,0 1 208-15,-3 3-53 0,1 2-325 0,0 1-228 16,1 4-180-16,0 1-104 0,0 0-67 0,-2 3-61 16,2 0-72-16,3-2-62 0,-1-2-36 0,4 0-24 15,-1-7-16-15,3 1-11 0,3-5-7 16,0-4-2-16,1-2 0 0,1-7-2 0,4-5 2 16,-2-3 2-16,3-6 2 0,-1-3 0 15,1-4-1-15,-1 0 0 0,-4 0-2 0,3 2-1 0,-3 3 0 16,-1 4 1-16,-4 2 1 0,0 6 2 15,-2 3 1-15,0 4-1 0,-4 4 0 0,0 2-1 16,-2 8-1-16,1 5-1 0,-3 4-1 16,1 2 1-16,0 5 0 0,0 2 0 0,-1 1 1 15,3 1 3-15,2-1-3 0,1 0 0 16,0-2-1-16,1-3-2 0,2-1-2 0,3-4-7 16,1-4-21-16,-1-2-67 0,2-3-65 0,-1-4-104 15,2-5-175-15,-3-4-310 0,4-3-317 16,-1-4-230-16,1-2-144 0,-1-2 273 0,2-4 593 15</inkml:trace>
  <inkml:trace contextRef="#ctx0" brushRef="#br0" timeOffset="92720.14">24329 8256 23 0,'-1'-2'495'16,"-1"2"458"-16,2 0 236 0,-1 0-49 0,1 2-365 15,0-2-309-15,0 1-198 0,0 0-114 16,1 1-57-16,1 0-25 0,3 1-9 0,-2 1 6 15,3 1 4-15,3 1 24 0,3 1 49 0,-3 3 36 16,7 1 15-16,-2 3-13 0,4 1-14 16,-2 1-20-16,2 3-38 0,1 4-36 0,1 1-13 15,-2 4-7-15,-2 0-3 0,2 3-5 0,-4 4-5 16,0 0-4-16,-3 5-11 0,-2-3-5 16,-1 3-5-16,-1-2-7 0,-2-1-6 0,-1-4-3 15,0-2 0-15,-2-3-2 0,2-4 0 16,-3-3 0-16,-1-4 1 0,0-4-1 0,0-1 1 15,0-4 1-15,0-2 0 0,-1-5-2 0,-1-2 2 16,0-5-1-16,-4-3-1 0,5-5 0 16,-2-4 1-16,-1-4-1 0,1-7 1 0,0-4-1 15,0-6 0-15,0-1-2 0,-1-5 1 16,-2-4-1-16,2 2 1 0,0-5-1 0,0 3 1 16,-1 0 0-16,1-1 1 0,3 3 1 0,-1 4-2 15,2 4 1-15,0 3 1 0,0 2 0 0,0 8-1 16,2 2 0-16,-2 4 1 0,1 3-1 15,-1 4 0-15,2 3 0 0,0 3-1 0,-2 1 1 16,3 3 0-16,0 3 1 0,2 3 0 16,0 2 1-16,0 2 0 0,4 4-1 0,-3 3 0 15,2 2-1-15,1 0 1 0,-1 2-1 0,0 3 0 16,0-1 0-16,2-1 0 0,-2 0-1 16,0 1-1-16,-2-6 1 0,2-1 0 0,-4 2-2 15,1-6 0-15,2-3 1 0,-4-2 0 16,2-2 1-16,1-4 1 0,-2-5 3 0,0-3-1 15,-1-7 0-15,2-2 1 0,-2-3-1 0,0 1 0 16,5-1-2-16,-5 1-1 0,0 1 1 0,0 4 0 16,-1 3-1-16,0 0-1 0,-1 4-2 15,2 2 2-15,-1 2-1 0,0 3 0 0,-1 2 2 16,4 4 1-16,-1 2 1 0,-1 1 1 16,2 3 0-16,-1 3 0 0,0-1-1 0,1 1 1 15,2 1-1-15,-1-1 0 0,2 0-1 0,-4-3 0 16,4 2-1-16,0-3 0 0,0-2 1 15,0-1-2-15,2-3 0 0,0-1 0 0,2-4 2 16,-1-3 0-16,1-2-1 0,1-5 1 16,1-3 1-16,-1-3-1 0,-1-3 0 0,1 0 0 15,0-2 1-15,-1-2 0 0,-2 2 1 0,-4 2-1 16,2-1 1-16,-5 5 1 0,0 2-1 0,-3 2 3 16,-3 2-2-16,2 1 2 0,-5 4-1 15,-1 0 2-15,1 2-1 0,-1 2 4 0,-1 1 2 0,1 1 1 16,0 1 1-16,3 2-2 15,-1 2-1-15,0 1-4 0,3 2-2 0,1 1-3 16,1-1-1-16,1 3 0 0,4 1-1 0,0 0 0 16,1-1-1-16,2 1 1 0,5 1 1 15,-2 2 0-15,0 0 1 0,5 0-1 0,-2 0 1 16,5 0 0-16,-2 4-1 0,-1-1 0 16,5 1 0-16,-4 3 0 0,1-1-1 0,0 3 1 15,-3-4 1-15,-1 5 0 0,-1-3 2 0,-4 0-1 16,-1 2 3-16,-2-3-2 0,-3 2 1 0,1-3-1 15,-6-1-1-15,0-2 1 0,-1-3-1 16,-3-2 1-16,1-1-3 0,-3-6-1 0,2-5-1 16,0-5-2-16,-4-3-2 0,1-7-5 15,1-5-11-15,-3-6-21 0,1-5-51 0,-1-6-71 16,-3-6-68-16,1-4-101 0,-1-1-143 0,1-5-175 16,1 1-191-16,-1 2-200 0,4 0-186 15,1 0 50-15,-1 5 346 0,5-2 398 0</inkml:trace>
  <inkml:trace contextRef="#ctx0" brushRef="#br0" timeOffset="92897.44">25046 7651 151 0,'3'-8'564'0,"-1"1"409"0,-1 3 196 16,2 1-174-16,-1 2-247 0,-1 1-137 0,1 0-101 15,1 2-95-15,-1 1-72 0,-1 2-59 0,2 0-53 16,-1 1-75-16,0 1-60 0,-1 0-42 16,3 1-22-16,-3-1-13 0,2 1-10 0,2 0-3 15,-2 2-4-15,2 0-7 0,-4 1-42 16,2-1-76-16,1 2-123 0,-4 0-222 0,0 1-297 15,1 3-358-15,-1-1-332 0,0-2-113 0,0 2 453 16,0 1 685-16</inkml:trace>
  <inkml:trace contextRef="#ctx0" brushRef="#br0" timeOffset="93486.33">25273 8093 90 0,'8'28'688'0,"-1"2"491"0,-2 0 114 0,-1-2-143 15,4-2-366-15,-2-3-352 0,2-3-182 16,0-4-59-16,5-3-3 0,1-4-10 0,3-6-20 16,-1-6-8-16,3-5-6 0,-3-3-29 15,3-6-36-15,-2-6-25 0,1-2-12 0,1-6-6 16,-2-2-7-16,1-4-6 0,-1 1 4 0,-4-2 6 16,-1 5 7-16,-1 0 3 0,-4 2 3 15,-4 6 7-15,-3 1 0 0,-2 4-2 0,-3 4-3 16,-3 4-5-16,-1 3-4 0,0 4-4 0,-3 3-3 15,0 8-4-15,1 1-3 0,-2 7-2 16,4 0-4-16,-1 7-4 0,4 0-2 0,-2 5-4 16,3-1-4-16,4 4-2 0,1 2-1 15,1 0-2-15,3 0 0 0,-1 0-1 0,4-2-1 16,1-4-1-16,2-2 0 0,2-5-1 0,0-4 0 16,2-7 0-16,2-4 1 0,0-5 1 0,1-5 1 15,2-5 2-15,-3-3 0 0,2-5-1 16,0-2 0-16,-1-2 0 0,-1-1 0 0,2-1-1 15,-1 2 0-15,-4-1 1 0,-2 5 0 16,1 2 0-16,-2 2-1 0,-1 3 0 0,1 3 0 16,-4 2 0-16,0 3 1 0,-1 2 1 0,2 3 1 15,-1 3 1-15,-2 4 0 0,1 1-1 16,2 2 1-16,-2 3 0 0,4 1-1 0,-1-1 0 16,1 2 0-16,4-1-1 0,1-2 1 0,3-3-2 15,1 1 0-15,2-3 0 0,4-5 0 16,0-3 0-16,3-2-1 0,1-3 1 0,2-3-1 15,2 0 0-15,0-3-1 0,-2 1 1 0,0 0-1 16,-4 2 0-16,1-1 0 0,-5 3-1 16,-2 1 0-16,-3 4 1 0,-3 0-1 0,-3 2 1 15,-1 4 1-15,-6-1 1 0,1 1 0 16,-3 1 0-16,-1-2-1 0,-2 0-6 0,-2-2-8 16,-1-1-11-16,0-2-16 0,-3-6-28 15,-2-1-58-15,-1-4-70 0,-3-3-83 0,0-3-144 16,-4-5-199-16,-1-3-295 0,-1-3-247 0,0-6-192 15,-3 0 19-15,1-5 452 0,2 0 488 16</inkml:trace>
  <inkml:trace contextRef="#ctx0" brushRef="#br0" timeOffset="93667.25">26116 7547 175 0,'-6'-37'641'0,"-1"5"417"0,1 0 148 15,2 6-132-15,0 3-270 0,3 5-189 0,-2 5-142 16,1 3-99-16,0 1-69 0,2 4-59 0,0 2-80 16,0 3-71-16,2 3-42 0,0 4-24 15,1 0-11-15,0 2-6 0,2 3-5 0,2-1-1 16,1 6-6-16,2 0 0 0,2 2-8 0,0 1-38 15,2 4-70-15,2-1-61 0,0 3-100 0,1 3-160 16,0 0-228-16,1 5-283 0,0 1-212 16,0 3-170-16,1 1 132 0,1 1 475 0</inkml:trace>
  <inkml:trace contextRef="#ctx0" brushRef="#br0" timeOffset="93950.92">26467 8005 86 0,'24'19'339'16,"-2"-5"210"-16,-2-3 198 0,0-4-32 0,-3-2-95 15,-3-5-53-15,2 0-54 0,-5-6-43 16,-1-3 19-16,-1-2 8 0,-3-4-42 0,1-1-61 15,-4-4-46-15,-1-1-42 0,-1-3-72 16,-2 2-63-16,-3-2-39 0,-1 0-25 0,-1 2-21 16,-2-1-19-16,-4 0-14 0,-1 2-14 0,-4 2-11 15,1 2-10-15,-5 1-4 0,-1 4-4 16,1 4-1-16,-6 5-1 0,2 6-1 0,-3 5 0 16,3 5-2-16,-1 5 0 0,9 2-3 0,1 2 2 15,7 2-2-15,5 5 0 0,8 1 0 16,0 3-2-16,8 5-1 0,3 1-1 0,6 7 0 15,0 2-3-15,5 0 0 0,3 0-1 16,4-2 1-16,3-2 1 0,5-7 1 0,0-4 0 0,1-6-2 16,3-10-7-16,-2-2-10 0,4-9-9 15,-2-4-21-15,-1-8-67 0,-4-5-117 0,-7-2-240 16,-5 0-286-16,-3 1-382 0,-8 1-475 16,-5 4-233-16,-6 1 541 0,-6 5 898 0</inkml:trace>
  <inkml:trace contextRef="#ctx0" brushRef="#br2" timeOffset="102250.73">19469 13831 23 0,'0'-4'414'16,"0"1"358"-16,-1 0 286 0,-1-2 54 0,-1 3-309 15,0-3-231-15,-1 0-97 0,0 0-36 0,-1 1-47 16,0 0-58-16,1-1-43 0,-3-1-39 16,2 0-61-16,-4 0-55 0,1-1-36 0,0 1-20 15,0-2-13-15,-3 0-8 0,3 0-6 16,-1 0-3-16,-4 1-6 0,2 0-5 0,-2 0-2 16,-1 0-6-16,0-2-5 0,-5 1-6 0,3-1-4 15,-4 2-1-15,-2-3-1 0,-2-1-1 16,1 3 0-16,-3-1 1 0,-3 0 4 0,1-1 0 15,-2 2-1-15,-2 1-1 0,2 0-1 16,-1 1-2-16,-3 1-4 0,3-1-3 0,-1 4-1 16,0-1-1-16,2 1-2 0,0 1 0 0,0 1 0 15,0 0-2-15,2 0 0 0,-1 0 0 16,1 1 0-16,1 1 0 0,0 1 0 0,3-1 0 16,-1 1 0-16,0 1 0 0,1 0-1 0,-1 0 1 15,3-1-1-15,-4 2-1 0,0 0 1 16,0 3-2-16,-2-2 1 0,0 2 0 0,-3 0 2 15,1 1 0-15,0-1 1 0,0 3 0 0,0-1 0 16,0 0 0-16,0 1 0 0,5-1 0 16,-4 2 0-16,2-1 0 0,1 0 1 0,0 2-1 15,0-1 0-15,0-2 0 0,2 4-1 16,-3-1 1-16,2-3-1 0,2 3 1 0,-3-1 0 16,2-2 0-16,1 1 0 0,-1 1-1 15,0 0 0-15,4-4 0 0,-2 5-1 0,0-1 0 16,2-2 0-16,-2 2 0 0,2 3-1 0,1-2 1 15,1 1 1-15,-2 1-2 0,6 3 1 16,-4 2-1-16,4 0 0 0,0 2 1 0,1 0 0 16,2 3 1-16,0-2 0 0,2 3-1 0,0-2 1 15,0 0-1-15,5-1 0 0,-5 1 1 0,3 1-1 16,1-3 0-16,2 2-1 0,-3-1 1 16,3-3 0-16,0 3-1 0,-1 0 2 0,1-2 0 15,0 1 2-15,1 0-1 0,-1-2 1 16,2 3 0-16,-1-4-1 0,-2 2 1 0,2 0-1 15,-1 0 1-15,1-1-1 0,-1 1 0 0,1-2-1 16,-1 2 1-16,2-2 0 0,-3 1-1 0,1 1 1 16,2 0 0-16,-4 0 0 0,2 0-1 15,1 2 1-15,-1 0-1 0,0 2 0 0,1-1-1 16,1 2 0-16,-1 1 0 0,1-1-1 16,1 3 1-16,0 0-1 0,0-1 0 0,0 3 1 15,1-1 1-15,1 1 0 0,-1-2 0 16,3 0 1-16,0 3 0 0,0-4 0 0,2 0 0 15,0 1 0-15,0-2-1 0,2 1 0 0,2 0 1 16,-1 3-2-16,4-3 2 0,1 4-2 0,1-1 1 16,0 1 1-16,3 0-1 0,2 0 2 15,2 2-2-15,1 0 1 0,3-1-1 0,1 0 0 16,3 0-1-16,0 0-1 0,5-2 2 16,-2 1 1-16,5-2-1 0,-2 1 2 0,-1-1-4 15,3-1-1-15,0 0 1 0,2 0 1 0,-1 1 0 16,1-1 0-16,2-1 3 0,0 2 3 0,0-1-3 15,2-1 0-15,-1 2 0 0,3-1-4 0,0-2-2 16,1 0-1-16,3-3-1 0,2-2 0 0,0-1-2 16,-1-2 5-16,2-5 5 0,1 0 3 15,1-7 0-15,1-1 2 0,1-4 0 0,-1-4 1 16,4-2-3-16,1-5 0 0,-1-4-1 0,0-2 1 16,1-4 1-16,-1-5 0 0,0-1 1 0,0-4 4 15,-3-1 1-15,-3-3 2 0,0-1 1 16,-4-1-2-16,0-1-8 0,-1-1-5 0,-5-1 0 0,0-1 0 15,1 1 0-15,-3 1 0 0,-2-2 0 16,-2 2 0-16,-2-2 0 0,1 0 0 16,-1-3 0-16,-6 0 0 0,0-5 0 0,-5 0 0 15,1-3 0-15,-4-4 0 0,-4-3 0 0,-2-3 0 16,-3 2 0-16,1-6 0 0,-6 0 0 16,-3-5 0-16,-2-2 0 0,2 1 0 0,-10-3 0 15,4 2 0-15,-4 0 0 0,-2 5 0 0,-1 1 0 16,-1 7 0-16,0 3 0 0,-6 3 0 15,1 5 0-15,-2 1 0 0,-3 3 0 0,2 1 0 16,-5 2 0-16,-4-2 0 0,0 1 0 0,-3-1 0 16,-2 0 0-16,-3 1 0 0,-2-3 0 15,-4 0 0-15,-1-1 0 0,-1 2 0 0,-1 0 0 16,-1 3 0-16,2 3 0 0,2 3 0 0,2 5 0 16,1 2 0-16,1 6 0 0,2 3 0 15,1 4 0-15,2 4 0 0,0 3 0 0,1 3 0 16,2 4 0-16,1 2 0 0,0 4 0 15,4 0 0-15,0 1 0 0,5 2 0 0,-3 0 0 16,5 0 0-16,2 0 0 0,1 0 0 0,4-1 0 16,-2-3 0-16,4 3 0 0,-1-2 0 0,4 0 0 15,-2-1 0-15,3-1 0 0,-1 1 0 16,1-1 0-16,1-1 0 0,1 0 0 0,-1 0 0 16,1 0 0-16,1 0 0 0,0 0 0 15,-2-2 0-15,2 4 0 0,0-5 0 0,0 2 0 16,-2 1 0-16,2 0 0 0,0-2 0 0,0 3 0 15,0-4 0-15,0 0 0 0,0 2 0 16,0 0 0-16,0-2 0 0,0 2 0 0,0-2 0 16,0 1 0-16,0-1 0 0,0 0 0 15,0 0 0-15,0 0 0 0,0 0 0 0,0 0 0 16,0 0 0-16,0 0 0 0,0 0 0 0,0 0 0 16,0 0 0-16,0 0 0 0,0 0 0 0,0 0 0 15,0 0 0-15,0 0 0 0,0 0 0 16,0-1 0-16,2 1 0 0,0-2 0 0,-1 2 0 15,1-4 0-15,-1 4 0 0,1-4 0 16,3 1 0-16,-2-1 0 0,3-3 0 0,0 0 0 16,1-4 0-16,1 1 0 0,3-3 0 0,2-3 0 15,-1-3 0-15,6-3 0 0,0-2 0 16,3-5 0-16,4-2 0 0,2-5 0 0,6-3 0 16,1-5 0-16,5-4 0 0,4-3 0 0,1-5 0 15,7-2 0-15,2-3 0 0,1-2 0 16,3-2 0-16,0 0 0 0,3 2 0 0,-1 1 0 15,2 4 0-15,3-2 0 0,0 5 0 0,1 1 0 16,3 2 0-16,2 4 0 0,-2 0 0 0,1 3 0 16,4 0 0-16,1 0 0 0,4 0 0 15,6-2 0-15,3 1 0 0,4-4 0 0,7-2 0 16,2 1 0-16,4-5 0 0,4-2 0 16,4-2 0-16,5-5 0 0,6-1 0 0,5-4 0 15,2-2 0-15,-3 1 0 0,-1 0 0 0,-1 4 0 16,-1 0 0-16,-3 1 0 0,-1 2 0 15,-3 3 0-15,-6 6 0 0,-7 3 0 0,-6 9 0 16,-8 6 0-16,-8 7 0 0,-10 8 0 0,-11 4 0 16,-7 8 0-16,-9 6 0 0,-7 2 0 15,-7 4 0-15,-4 0 0 0,-3 3 0 0,-6 1 0 16,-1 0 0-16,-5 2 0 0,-4-1 0 16,-3 3 0-16,-4 1 0 0,-4 3 0 0,-2-1 0 15,-4 3 0-15,-4 0 0 0,-3 0 0 0,1 0 0 16,-6 0 0-16,2-1 0 0,-1-2 0 15,-2-1 0-15,-1-1 0 0,1-1 0 0,2-2 0 16,0-1 0-16,2-1 0 0,-1 1 0 0,1-4 0 16,3 2 0-16,0-1 0 0,1-2 0 15,5 1 0-15,-3-1 0 0,2-1 0 0,2-1 0 16,0 0 0-16,1-1 0 0,0-2 0 0,0 0 0 16,2-2 0-16,1 0 0 0,-1 2 0 15,-2-4-169-15,1 1-92 0,0 0-166 0,0 1-276 16,1 3-341-16,0-2-404 0,-1 3-222 15,1-2 140-15,2 0 758 0</inkml:trace>
  <inkml:trace contextRef="#ctx0" brushRef="#br2" timeOffset="102551.31">23221 11008 64 0,'8'-9'586'0,"3"-3"460"0,-3 1 190 15,2 1-46-15,0-2-309 0,2-1-238 0,-1 0-169 16,1-1-99-16,3 1-65 0,0 1-62 0,1-2-69 15,1 1-62-15,0 2-33 0,1 2-18 16,0-1-11-16,1 3-6 0,1 1-5 0,-1 1-7 16,0 0-1-16,3 2-6 0,-4 1 0 15,1 2-2-15,-2 0-2 0,1 3 1 0,-1 0-1 16,-3 3 1-16,1 2-1 0,-3 2-2 0,-2 2-2 16,-2 1-4-16,-1 6-3 0,-4 0-5 15,1 2-3-15,-6 4-2 0,-1 1-1 0,-2 4-1 16,-6-1-3-16,2 2-1 0,-3 3-2 15,-2-1-2-15,0 3-6 0,-2-2-11 0,3 1-21 16,0-2-50-16,0-4-88 0,5-2-186 0,0-1-272 16,7-3-338-16,1-1-416 0,4-4-359 0,2-2 123 15,2-1 861-15</inkml:trace>
  <inkml:trace contextRef="#ctx0" brushRef="#br2" timeOffset="103827.54">24836 10407 69 0,'-2'-3'560'16,"-1"3"454"-16,0 0 210 0,-2 0-60 0,2 2-334 15,-1-1-213-15,3 0-132 0,-2 3-96 0,3-2-64 16,-2 3-54-16,2 1-63 0,2 3-59 16,1 0-41-16,0 1-21 0,3 2-13 0,1 5-7 15,4 0-4-15,1 3-8 0,4 1-7 16,0 5-5-16,4 2-4 0,0 4-3 0,2 1-5 15,1 2-3-15,-1 2-3 0,-1-3-6 0,1 1-5 16,-1-4-4-16,-5-4-4 0,2-3-2 16,-3-5-1-16,-1-3-1 0,-1-2 0 0,-4-8 0 15,0 0 1-15,0-5 0 0,-5-6 0 16,0-3 1-16,-3-8-2 0,-1-3-1 0,0-7-2 16,-1-2 0-16,-3-4 0 0,1-2-1 0,-2-2 2 15,0-3 1-15,-4 3 0 0,3-3 1 0,0 3 0 16,-3 2 0-16,5-1-1 0,-4 3 0 15,3 2 0-15,2 3-1 0,0 3 1 0,1 3-1 16,2 3 0-16,2 2 1 0,-1 4-1 16,3 0 0-16,1 2 0 0,-1 4 1 0,5-1-1 15,0 4 1-15,2 0 0 0,3 2 0 0,-1 1 1 16,4 1-1-16,0 0 1 0,1 3 0 0,2-2-1 16,-1 3 1-16,2 0-1 0,-2-3 0 15,1 3 0-15,1-3-1 0,-2-2 0 0,0 3 0 16,0-3 0-16,-3-3-1 0,-1 3 0 15,-2-2 0-15,-2-4-1 0,2 0 0 0,-5-1 0 16,-2-1 0-16,2-1 1 0,-4 2 0 0,1-2 0 16,-1 1 0-16,-1 1 1 0,-2 1 0 15,1 4 0-15,0 2 0 0,1 2 0 0,-2 2-1 16,5 3 0-16,-3 7 0 0,2 1 0 16,2 3 1-16,2 4 0 0,2 1-1 0,2 3 0 15,3 2 0-15,0 1 0 0,2-1-2 0,3 0 1 16,1-2-1-16,3-3 0 0,1-3 1 15,-3-6 0-15,5-3 0 0,-3-5 1 0,2-5 2 16,-4-5 0-16,1-4 1 0,-3-5 1 16,-2-5 0-16,-2-2 0 0,-3-5 0 0,-3 0-1 15,-1-5 0-15,-4 3 0 0,-4-3 0 0,-2 2-1 16,-5-1 0-16,-4 5 0 0,-3-1-1 0,-5 3 0 16,-5 2 1-16,-4 2 1 0,-5 2 0 15,-2 4 1-15,-4 3 1 0,-2 2-1 0,1 6-1 16,1 5 0-16,4 3-1 0,2 3 0 15,4 2-1-15,3 4-1 0,8 1-1 0,2 0 0 16,6 1-1-16,5-2-1 0,3 2 0 0,3-3 0 16,5 1 0-16,4-3-2 0,3-1-5 15,4-5-8-15,2-2-6 0,2-4-8 0,6-4-6 16,-3-3-2-16,4-4 2 0,1-2 5 16,-3-1 7-16,0-4 8 0,-1 3 6 0,-3-1 6 15,2-1 3-15,-5-1 3 0,1 2 1 0,-2-4 0 16,0-1 1-16,-3 1 0 0,3-3 0 0,-3 0-1 15,-3 0 1-15,2-2 0 0,-2 1-1 16,0 1 1-16,-1 0 0 0,-2 1 0 16,3 4 0-16,-2 0 0 0,-2 2 0 0,-2 2 1 0,2 4-1 15,-2-1 2-15,1 4-1 0,-1 4 6 16,-1 0 5-16,-1 4 5 0,0 2 3 0,-1 5 2 16,-2 3 0-16,-1 1 0 0,-1 3-2 15,-1 3-1-15,0 3 0 0,2 3 0 0,-1 2-1 16,3 3-2-16,-3 1-3 0,2 0-3 15,1 5-4-15,2-4-3 0,0-1-2 0,0-2-2 16,4-1 0-16,-1-4-3 0,4-4 0 0,-2-3-5 16,3-4-11-16,1-2-22 0,-1-3-56 15,-1-4-89-15,-1-1-177 0,-1-3-278 0,0 0-342 16,3-3-421-16,-2-1-335 0,2 0 116 16,-2-3 829-16</inkml:trace>
  <inkml:trace contextRef="#ctx0" brushRef="#br2" timeOffset="104989.92">26639 10360 190 0,'-1'11'508'0,"-1"-2"259"15,1-5 161-15,-3-1-155 0,1-3-181 0,0-3-121 16,-1-6-84-16,1-3-55 0,-1-4-33 0,1-5-10 16,1-4 7-16,2-2 2 0,0-5-17 15,2-3-21-15,0-1-31 0,-1-3-42 0,3 0-50 16,0 2-43-16,2-1-21 0,-1 4-14 16,0 1-10-16,0 6-9 0,0 4-4 0,-2 4-5 15,-2 4-1-15,4 1-3 0,-4 7-2 0,1 1-1 16,-1 4-1-16,3 2-1 0,-4 6-4 0,1 1-4 15,3 5-1-15,-1 4 0 0,-2 0-3 16,4 7-1-16,-2 1 0 0,5 2 2 16,-2 2 1-16,2 2 2 0,0 1 0 0,2 0-2 15,1 0 0-15,-2-1-1 0,2-5-3 0,-1-2-4 16,1-4-1-16,1-5-1 0,-2-6-1 0,1-2-1 16,2-7 0-16,0-6 0 0,-3-7 0 15,2-4 0-15,-1-6 0 0,1-6-1 0,-1-2-1 16,2-5 1-16,-4 0 1 0,1-1 0 15,0 4 0-15,-1 0 2 0,-4 6 0 0,-1 5 1 16,1 3 0-16,-2 4-1 0,-1 6 2 0,0 4-2 16,-2 6 2-16,0 5 0 0,1 5 2 0,-1 5 3 15,0 4 3-15,0 6 4 0,0 0 1 16,0 3 0-16,5 1-1 0,-4-2-2 0,2 0-5 16,2-3-2-16,0-3-2 0,2-2-1 15,-3-4-3-15,5-4 0 0,-1-5 0 0,2-4-1 16,-1-5-1-16,2-6 0 0,1-6 0 0,-2-7-1 15,2-3-1-15,-1-3 2 0,0-4 0 16,0 1 1-16,-1 2 0 0,-1-4 1 0,0 4 1 16,-1 4 0-16,2 3-1 0,-4 2 0 0,0 4 0 15,-1 2 0-15,2 2 0 0,0 5 0 16,-2 2 0-16,1 4 1 0,-1 2-1 0,0 2-1 16,1 3 1-16,-1 1 2 0,1 3 1 0,1-1 1 15,-2 2 1-15,-1-1 1 0,4-1-1 16,-2-2-3-16,-1-1-1 0,0-1-1 0,1-1-2 15,0-1-1-15,-3 0 0 0,2-3 0 0,0-2 0 16,-2 0-1-16,2-3 1 0,0-1 0 16,-1-3 0-16,0 0-3 0,-1-1-1 0,0-1-5 15,-1-1-5-15,1 0-5 0,-2 0-6 16,1 0-2-16,0 0 0 0,-1-1 0 0,2 0 2 16,1 0 4-16,0-2 2 0,1 2 2 0,1-1 2 15,1 1 1-15,-1 0 4 0,3 5 3 16,-1 0 4-16,0 2 1 0,3 3 2 0,-1 3 2 15,-1 5 0-15,4 1-1 0,-4 1 1 0,4 5 0 16,-1 3-1-16,0 3 0 0,-1 2-1 16,1 3 2-16,0 3 0 0,-2 1-1 0,0 2 1 15,0 1 1-15,-2 1 1 0,2-2-2 0,-3-2-2 16,-1-2-14-16,1-2-23 0,-1-4-62 16,-5-4-80-16,-2-3-140 0,-4-5-234 0,2 0-311 15,-3-4-363-15,-1-6-280 0,-1-5-50 16,-3-4 532-16,3-3 640 0</inkml:trace>
  <inkml:trace contextRef="#ctx0" brushRef="#br2" timeOffset="105151.92">27418 9394 658 0,'-5'-28'1603'16,"-3"6"135"-16,0 6-347 0,-3 7-356 0,1 5-466 16,2 4-279-16,-1 4-134 0,1 3-64 0,2 5-33 15,-2 1-23-15,2 5-15 0,2 1-8 0,4 0-7 16,0 3-3-16,4-1-2 0,3 0-2 15,3 1-2-15,3 1-1 0,4-1-3 0,5-1-15 16,0 0-50-16,4 0-81 0,0-1-158 16,3-3-274-16,-1 3-318 0,2-3-384 0,2-1-338 15,0-1 21-15,-2-3 724 0</inkml:trace>
  <inkml:trace contextRef="#ctx0" brushRef="#br2" timeOffset="105533.93">27900 9747 94 0,'0'-10'908'0,"-4"2"765"0,0-2 22 15,-4 3-338-15,0-2-443 0,-2 2-351 0,1 2-226 16,-4 1-124-16,2 2-67 0,-4 4-41 16,2 2-28-16,-4 6-20 0,-1 6-14 0,1 4-34 15,-1 5-9-15,1 3 0 0,2 4 0 0,1 1 0 16,6 3 0-16,3-2 0 0,5 0 0 16,4-3 0-16,4-8 0 0,5-2 0 0,4-8 0 15,5-9 0-15,0-6 0 0,4-10 0 0,0-7 0 16,3-8 0-16,-2-6 0 0,-2-6 0 0,-4-4 0 15,-3-1 0-15,-2-1 0 0,-5 2-2 16,-1 0-5-16,-4 6 3 0,-1 3 4 0,-5 5 1 16,-2 4 0-16,-2 6 2 0,1 6-1 15,-4 2-1-15,1 7 1 0,-1 6-1 0,0 2 0 16,-1 7 0-16,3 2-1 0,0 2 0 0,2 5 0 16,3 1 0-16,1 1 0 0,3 3-1 15,0-2 0-15,1 1-1 0,6 0-1 0,-1 0-1 16,-1-3-1-16,4 0-8 0,-1-8-15 15,1 1-22-15,0-7-35 0,-4 0-75 0,1-6-89 16,-3-4-136-16,0-2-182 0,-2-3-256 0,-4-5-324 16,3 0-203-16,-3-2-102 0,1-4 330 0,-1-1 534 15</inkml:trace>
  <inkml:trace contextRef="#ctx0" brushRef="#br2" timeOffset="105901.5">28071 9651 108 0,'2'-20'473'0,"0"-1"429"16,0 4 269-16,-2-2-83 0,1 4-180 0,1 3-152 15,-1 2-172-15,1 1-134 0,0 3-87 0,2 2-66 16,0 0-79-16,0 2-70 0,1 4-39 0,3 2-25 15,-3 0-16-15,3 3-14 0,0 4-10 16,-1 2-9-16,1 2-8 0,4 4-6 0,-2 4-5 16,1 5-2-16,2 3-4 0,1 3-3 15,2 6 0-15,2-2-1 0,0 5 0 0,0-2-3 16,2 0-1-16,0-3 0 0,0-4-1 0,-1-6-1 16,-1-4 0-16,-3-5 1 0,0-6-1 0,-5-6 0 15,2-5 1-15,-6-8-1 0,0-6 0 16,-1-7 0-16,-5-2 1 0,-3-4-1 0,0-5 1 15,-2-2 1-15,0-1 0 0,-1-4 6 16,-1 1 6-16,0 0 4 0,0 3 7 0,1 0 3 16,-1 3 2-16,3 2-4 0,-1 2-4 0,4 2-6 15,-2 3-5-15,3 1-8 0,3 4-3 16,-2 1 0-16,4 1 0 0,-1 0 0 0,1 3 0 16,3-4 0-16,0 3 0 0,1-2 0 0,3 1 0 15,2 0 0-15,-1-1-7 0,-1 1-10 16,2 1-13-16,-1 1-20 0,1 1-33 0,1 1-75 15,-3 3-95-15,-1 0-168 0,2 1-286 0,-1 3-337 16,0 2-385-16,2 2-201 0,-1 1 164 16,-2 3 724-16</inkml:trace>
  <inkml:trace contextRef="#ctx0" brushRef="#br3" timeOffset="179323.94">2526 6274 110 0,'5'-5'303'0,"-2"3"135"0,0-1 72 16,2 0-67-16,-4 1-58 0,1-1 2 0,-2 0-11 16,3 0 44-16,-3 0 31 0,2 0-20 15,-1 0-42-15,-1-2-48 0,0 1-48 0,0 0-23 16,2-1-2-16,-2 2-7 0,0-1-10 0,0 1-16 15,-2 0-19-15,2-2-33 0,-1 1-44 0,-1 0-33 16,-1-1-20-16,1 2-14 0,-2-2-8 16,1 0-7-16,0 1-7 0,-1 0-5 0,0 0-7 15,0 0-2-15,-2 0-2 0,0 1-5 0,1-3-3 16,0 3-3-16,0-2-4 0,-1 1-3 0,1 1-4 16,-2-2-1-16,0 1-2 0,-1 0 1 0,2 1 1 15,-3-1-1-15,1 0 1 0,0 2 0 16,-2-3-1-16,1 3-1 0,-1-3 0 0,1 2-1 15,-4 0-1-15,2 0 0 0,-3 0-1 0,1-1-2 16,-1 1 1-16,-2 0-2 0,2 1-1 0,-2-3 1 16,2 3 2-16,-2-1 2 0,3 1 2 15,-1 0 1-15,0 0 0 0,0 0 0 0,1 0-3 16,-1 0-2-16,1 0-2 0,-1 0 0 0,0 2 0 16,1-3-1-16,-1 2 0 0,1 0 1 0,1 1-1 15,-1-2 0-15,2 1-1 0,-2-2 0 0,0 3 0 16,1 0 1-16,-1-2-1 0,2 2 0 0,-3-3 0 15,3 1 0-15,-2 1-1 0,2 1 1 0,0-1-1 16,0-1 1-16,0 0 0 0,1 1-1 0,0 0 0 16,1-1 1-16,0 0-1 0,0 2 1 0,1-1-1 15,1 0 0-15,-1-1 1 0,-1 2-1 0,1-2 0 16,2 2 0-16,-2-1 0 0,0 1 0 0,0 0 0 16,2 0 0-16,-1 0 0 0,1-1 0 0,-2 1-1 15,2 0 1-15,-1-2 0 0,1 2 0 16,0 0 0-16,0-1 0 0,-1 1 1 0,2 0-1 15,-1 0 0-15,-3-2 0 0,4 2-1 0,-3-1 1 16,1 1-1-16,1 0 1 0,-3-2 0 0,2 2 0 16,1-1-1-16,-2 1 0 0,-1 0 1 0,2 0 0 15,1 0 0-15,-2 0 0 0,2 0 0 0,-2 0 0 16,3 0 0-16,-1 0 0 0,1 0 0 0,-1 0-1 16,1-2 0-16,-1 2 1 0,1 0 0 0,2 0-1 15,-2 0 1-15,2-1-1 0,-3 1 1 0,3-2 0 16,-1 2 0-16,1 0 0 0,0-2 0 0,-2 2-1 15,2-1 1-15,-2 1-1 0,1 0 0 0,1-1 1 16,-1-1-1-16,-1 1 1 0,2 1 0 16,-2-2 0-16,2 2 0 0,0-1 0 0,-3 0 0 0,3 1 0 15,-2-2 0-15,0 2 0 0,2-2 0 0,-2 2 0 16,-1-1 0-16,0 1 0 0,-1-1-1 0,1 1 0 16,0 0 0-16,-2-2 0 0,2 2 0 0,-1-2 0 15,1 2 1-15,-1 0-1 0,0 0 0 0,2 0 1 16,-1 0-1-16,-1 0 1 0,2 0 0 0,-2 0 0 15,2 0 0-15,-1 0-1 0,1 0 1 16,-2 0-1-16,0 0 0 0,2 0 0 0,0 0 0 16,-1 0 0-16,-1 0 1 0,1 0-1 0,0 0 1 15,1 2-1-15,0-2 1 0,-3 2 0 0,8-2 0 16,-6 0 0-16,6 0 0 0,-5 2 0 16,-1 0 0-16,1 0 1 0,-1-1-1 0,-1 2 0 15,0-2 1-15,0 2 0 0,1-2-1 0,1 1 1 16,-4 1-1-16,4-1 0 0,-1 1 0 15,-1 0 0-15,1-2 0 0,0 2 0 0,1-2 1 16,-1 3-2-16,1-3 2 0,2 2-1 16,-2-1 0-16,-1-1 0 0,3 0 0 15,-2 3 0-15,0-3 0 0,0 0 1 0,-1 1 0 16,1 1-1-16,-2-1 1 0,0-2-1 0,-1 3 0 16,0 0 0-16,-1-2 0 0,1 3 0 15,-2-2 0-15,-1 2 0 0,2-2 0 16,1 2-1-16,-3 0 0 0,3-1 0 0,0 1 0 15,0 1 0-15,-1-2 1 0,2 1 0 0,1-1-1 16,-1 0 1-16,0 1 0 0,2 0-1 16,0-2 2-16,0 2-1 0,1-3-1 0,-1 2 2 15,0 0-1-15,-1-1 0 0,1 2 0 16,-1-1 0-16,1 1 0 0,-3-2 0 0,1 2 0 16,0-2 1-16,1 3 0 0,-2-1-2 15,-2-1 1-15,4 2 1 0,-2-1-1 16,0 1 0-16,-1-2 0 0,-1 1 1 0,2-1-1 15,-1 0 0-15,-1 1-1 0,2 0 1 0,-1 0 0 16,-2-1-1-16,1 2 0 0,2-1 0 16,-2 0 1-16,0 0-1 0,2 0 0 15,-1 0 0-15,4-2 1 0,-3 1-1 0,1 2 1 16,1-2 1-16,0 0-1 0,1 0 0 0,0 0 0 16,2-2-1-16,3-1 1 0,0 0-1 15,0 0 0-15,0 0 1 0,0 0 0 0,0 0 0 16,0 0 0-16,0 0 0 0,0 0 0 15,0 0-1-15,0 0 1 0,0 0 0 16,0 0 1-16,0 0-1 0,0 0 0 0,-6 3 0 16,6-3 0-16,-3 3 0 0,-1 0 0 0,-2-2 0 15,2 3 0-15,-1-3 0 0,0 2 0 16,0 0 0-16,0 0 0 0,-1 2-1 16,2-2 0-16,-1 1 1 0,-2 0 0 0,2 3 1 15,1-2-1-15,-4-1 0 0,5 0-1 16,-2 2 1-16,0-1-1 0,2-1 1 0,-2-1-1 15,1 2 1-15,1-1 0 0,0-1 0 0,-1 2-1 16,4-5 1-16,-3 2-1 0,1 3 1 16,-1 0 0-16,0-2 0 0,1 2-1 15,1-1 1-15,-1 0-1 0,-1 2 1 0,0 0 0 16,2-1 1-16,-1 1-1 0,-1 0 0 16,1 0 0-16,1 0 0 0,-1 1-1 0,-1 1 0 15,1-2 1-15,2 1-1 0,-3-1 1 16,3 2 0-16,-2-1 0 0,1 1-1 0,-1-1 1 15,2 0 0-15,0 3 0 0,0-1 0 16,0-1 0-16,0 2 0 0,2-1 0 0,-1 1-1 16,1-1 0-16,1 0 1 0,-3 0-1 15,2 0 1-15,1-1 0 0,-1-1 0 0,-1 3 0 16,1-3 0-16,0 0 0 0,-2 1 1 16,1-1-1-16,-1-1 0 0,0 0 1 0,2 0-1 15,-2-6 0-15,0 5 0 0,0-5 0 16,0 7-1-16,1-1 0 0,-1 0 1 0,3-1-1 15,-1 1 1-15,-1 0-1 0,1 0 1 16,-1 1 0-16,1-1 0 0,1 1 0 0,0 1-1 16,-1-3 1-16,1 3 0 0,-1 1 0 15,1-2 0-15,-1-1-1 0,1 1 1 0,1-2 0 16,-2 1 0-16,-2-2 0 0,0-4-1 16,3 4 1-16,-3-4 0 0,2 5 0 0,-2-5 0 15,1 5-1-15,-1-5 1 0,4 4-1 16,-3 1 0-16,2-3 1 0,-1 3 0 0,1-1-1 15,0 2 1-15,3-2 0 0,-3-1 0 16,2 1 0-16,0 2 0 0,0-1 0 0,0 1 0 16,2-2 1-16,0 2-1 0,1 1 1 15,-2 1 1-15,3-3-1 0,-2 3 1 0,1 1-1 16,0-2 1-16,1 0 0 0,-1 1-1 16,-2-2 0-16,1-1-1 0,-1 1 1 0,2 0 0 15,-2-1 0-15,1 1 0 0,-2-2 0 16,1 1 0-16,0-1 0 0,2 2-5 0,-3-2-2 15,1-1-1-15,3 1-1 0,-1 1-1 16,-1 0-1-16,2-1 4 0,2-1 3 0,-1 1 3 16,1-1-1-16,0 0 1 0,0 0 0 15,0 0 1-15,2 0-1 0,-2 0 0 0,3-2 0 16,-3 4 0-16,3-3 1 0,-3-2-1 16,2 2 0-16,-1 1 1 0,0-2 0 0,-1 0 0 15,1 0-1-15,-2-1 6 0,2 3 2 16,-2-3 0-16,-2 0 0 0,3 0 1 0,-2 2-1 15,1-2-4-15,0 0-2 0,0 2-2 16,0-2 0-16,0 0 0 0,-1 0-1 0,2 2 1 16,-1-2 0-16,0 0 0 0,2 1-1 15,-1-1 1-15,1 1 0 0,-2-1-1 0,2 0 0 16,-2 0 1-16,0 2 0 0,0-2 0 16,-3 0 0-16,1 0 0 0,0 0 0 0,1 0 1 15,-1 0 0-15,2 0 0 0,-2 0-1 0,4 0 1 0,-4-2-1 16,2 2 1-16,0 0 0 0,0-1 0 0,0 1 1 15,2-1-1-15,1 1 0 0,-1-2 0 0,0 0 0 16,-1 0-1-16,3-1 1 0,0 2 0 16,0 0 1-16,-1 0-2 0,1-2 1 0,0 1 0 15,2 0-1-15,-3-1 1 0,1 1 0 0,2 1-4 16,0 0-2-16,-2-1-1 0,2 1-1 0,-2-2-1 16,0 1 0-16,2 0 4 0,-3 1 2 0,2-2 0 15,-2 1 6-15,1 1 1 0,-1 0 3 0,0-1-1 16,1 1 2-16,-3-2 0 0,3 3-5 0,-1-2-1 15,-1 1-2-15,1 0 0 0,-3 1 0 0,4 0-2 16,-3-2 1-16,-1 2 0 0,2 0-1 0,-2 0 0 16,2-2 0-16,-2 2 1 0,-1 0 0 15,1-1 0-15,2 1-1 0,-2-2 1 0,1 1-1 0,0-1 0 16,-1 2 1-16,0-1-1 0,0-2 0 16,1 2 0-16,0-3-1 0,0 3 1 0,-1-2-1 0,2-1 0 15,-1 1 1-15,1 0 0 0,0-2 0 0,-1 3 0 16,3-4 1-16,-4 1 0 0,1 3 0 15,3-3 1-15,-4 0 0 0,1 3-1 0,1-3 1 16,-2 1 0-16,2-1-1 0,0 2 0 0,-3-1 0 16,4 1 0-16,-4-2 0 0,1 3 0 0,2-2 0 15,-4-1 1-15,2 3 0 0,1-2 0 16,-3 0 0-16,0 1-1 0,0 0 0 0,-1 2 0 16,0-3 1-16,-1 0-1 0,-1 1 0 0,0 0 1 15,2-1-1-15,-2 1 0 0,-2 0 1 0,2-2-1 16,-3 2-1-16,1 0 2 0,0 0-1 15,0 0 0-15,-1 1 1 0,2-2-1 0,-2 2 1 16,0-2 0-16,-1 2-1 0,2-3 1 0,-1 1 0 16,0 2 0-16,1-3-1 0,-3 1 1 0,3-1 0 15,0 0 0-15,-1 1-1 0,-1-2 1 0,1 2-1 16,1-2 1-16,0 0-1 0,0 0 0 16,-3 1 0-16,2-1 0 0,1-1 1 0,-1 1 0 0,-1-2 0 15,-1 2 1-15,2 0-1 0,-1 0-1 16,1-1 0-16,-2 1 0 0,2 0 0 0,-1 0 0 15,1 1 0-15,-2-1 0 0,1 1 0 16,1 0 0-16,1 0 0 0,0 0 0 0,0 1 0 16,-1-2 0-16,1 2 1 0,0-2-1 0,-1 1 0 15,1-1 1-15,0 0-1 0,-1 2 0 0,1-2-1 16,-1 2 2-16,2-2-1 0,-2 1-1 0,-1-1 1 16,1 4-4-16,1-4-1 0,-3 3-2 0,3-1 0 15,-3-1-1-15,2 0 0 0,-2 1 4 16,3-2 2-16,-1-1 2 0,-1 1 0 0,1-2-1 15,1 2 0-15,-1-1 1 0,-1-1 0 0,1-1 0 16,1 0 0-16,-2 2 0 0,1-2 0 0,1 1 0 16,-3 1 5-16,0 0-2 0,2-2-1 15,-2 4 3-15,0 0 3 0,-2-2 0 0,2 2-4 16,0 0 2-16,-2 1 2 0,1 0-4 0,-1-1-2 16,2 1 0-16,0 1-2 0,-1-2 0 0,1 1 0 15,-3 0 0-15,3-1-1 0,0 0 0 16,0 0 1-16,3 0-1 0,-3 0 0 0,1-1 1 15,-1 1-1-15,2-1 1 0,-1 2 0 0,1-2-1 16,-2 2 1-16,3-1 0 0,-3-1 0 0,2 2 1 16,-2 1-1-16,0-2 0 0,2 3 0 15,-1-4 1-15,-1 3-1 0,0 1 0 0,0-1 1 16,0 0-1-16,0-2 0 0,0 2 0 0,0 0-1 16,0-1 1-16,0 0-1 0,0 0 1 0,0-2 0 15,0 2 0-15,0-1 0 0,0 1 0 0,0-1 0 16,0 1 0-16,0-1 0 0,0 3 0 15,-1-4 1-15,-1 3 0 0,2 1 0 0,0-1 1 0,-2 0 0 16,-1 1 0-16,1 2-1 0,-1-5 1 16,2 4-1-16,-4-2 0 0,2 0 0 0,0 0 1 15,0 0-2-15,-1 0 1 0,1 0-1 0,0 0 0 16,0 2 0-16,0-2 0 0,-3 0 0 16,4 1 1-16,-1-1 0 0,1 2 0 0,1-1-1 15,-1-1 1-15,0 3 0 0,1-1-1 0,-1 1 1 16,2-2 0-16,0 2 0 0,-1-1 0 0,1 1 0 15,0 0 0-15,0 0 0 0,0 0 0 0,0 0 0 16,0 0 0-16,0 0-1 0,0 0 1 16,0 0 0-16,0 0-1 0,0 0 1 0,0 0-2 15,0 0 1-15,0 0 0 0,0 0 0 0,0 0 0 16,0 0 0-16,0 0 0 0,0 0 0 0,0 0 0 16,0 0-1-16,0 0 1 0,0 0 0 15,0 0 0-15,0 0 0 0,0 0 0 0,0 0 1 16,0 0-1-16,0 0 0 0,0 0 0 0,-2 0 0 15,2 0 0-15,0 0 0 0,0 0 0 0,0 1-1 16,-2-1 0-16,2 2-1 0,0-2 0 16,-1 0-2-16,1 0 0 0,0 1-5 0,0-1-8 15,1 3-14-15,1-1-23 0,-2 1-43 0,2 0-79 16,-1 0-130-16,-1 1-250 0,2-1-306 0,-1 2-362 16,1-3-375-16,-2 2-80 0,0-4 568 15</inkml:trace>
  <inkml:trace contextRef="#ctx0" brushRef="#br3" timeOffset="187172.88">3464 7581 130 0,'0'0'279'0,"0"0"108"0,3 0 0 16,-3 0-43-16,1 0-54 0,-1 0-32 0,0 0-17 15,-1-2 4-15,1 1 22 0,-3 1 21 0,1 0 25 16,1-2 16-16,1 2 6 0,-2-1-9 0,1 1-25 16,-1 0-34-16,0-1-45 0,2 1-44 15,-3 0-34-15,3 0-25 0,-2 0-16 0,1 0 3 16,1 0 17-16,0 0 24 0,0 0 16 0,0 0 2 16,0 0-12-16,0 0-20 0,0 0-27 0,1 0-32 15,-1 0-27-15,2 0-18 0,-2 1-10 16,0-1-5-16,3 0-3 0,-3 1-2 0,2 1-2 15,3 1-3-15,-2-2 2 0,3 2-2 0,-3 0-2 16,2 0 1-16,1 0 1 0,1 0 1 16,0 0-2-16,1 0 2 0,-1-2 9 0,1 1 4 15,1-1 4-15,1 1 3 0,-1-2 2 0,2-2 3 16,0 1-5-16,-1-2 0 0,2 2-2 0,1-4-1 16,-2 2 1-16,3-1-3 0,-2-1-4 15,1 1-4-15,0-2-2 0,1 1-3 0,-1 1-2 0,0 1-2 16,1-2 0-16,-3 2-1 0,3 2 0 15,-3 0 1-15,1 1 1 0,0 1 1 0,-1 0 1 16,0 2 6-16,-3 2 2 0,3-1 1 16,-3 1 1-16,0 1 1 0,0 1-2 0,-2-1-3 15,1-1-4-15,0 1-3 0,-2-1 0 0,0 1-1 16,-2 0-1-16,2 1-1 0,-2-1 0 16,-1-2 1-16,1 3-1 0,0-3 1 0,-2 0-1 15,1 2 2-15,1 0 0 0,-1 0 0 0,-1 2 2 16,1-1 2-16,0 2 2 0,-1 3 0 15,1 1 0-15,-2-2 1 0,3 4-2 0,-3 0-3 16,2 0 0-16,-1 4-2 0,1-4-1 16,-2 4-2-16,1-2 0 0,1 3 0 0,0-1-1 15,0 0 0-15,0 1 1 0,0-1-1 0,-1 0 0 16,2-1 1-16,-1 3-1 0,3-2 0 16,-2 1 1-16,0-2-1 0,-1 2 1 0,1-1-1 15,1 2 0-15,1-1 0 0,-2-1 1 0,-1 2-1 16,1 0 0-16,-1 0-1 0,1 2 0 15,0-2 0-15,-1 1-1 0,1-1 2 0,-1 2 0 16,-1-2 1-16,2 2 0 0,0 0 1 16,-1 0 0-16,-1 0-1 0,1 0 0 0,1 1 0 15,-1-1 1-15,1 1 0 0,0-1 0 0,1 0 0 16,-1 1-1-16,1-1 1 0,-1 2-2 16,2-2 1-16,-2 4 0 0,2-2 0 0,-2-2 0 15,1 5 0-15,-1-2-2 0,3-1 0 0,-3 2 0 16,3-2 0-16,-2 1-1 0,0 1 0 15,1-3 1-15,0 2 0 0,2-1 0 0,0-3 0 16,-2 1 0-16,0 0 2 0,-1-2 0 0,2-2 0 16,-1 1 0-16,0 0 0 0,0 0 2 15,1 1-2-15,-1 0 1 0,-1 0 1 0,0 0-2 16,0-1 2-16,-2-1-2 0,3 1 0 16,-4-3 0-16,3 2-1 0,-3-2 1 0,2-1-1 15,-1 0 0-15,1-1 0 0,0 1 0 0,0-3 0 16,-1 0-1-16,1-1 0 0,0 0 1 15,-1 0 0-15,-1-1 0 0,1 1 0 0,1-2 0 16,-3 2-1-16,2-1 0 0,0-1 1 16,-2 1-2-16,1 0 2 0,-1 1 1 0,0-1 0 15,2 3-1-15,-2-2 0 0,0 1 0 0,0 0-2 16,-2 1 1-16,2 0-1 0,0-1 1 16,0 1 0-16,-1-2-1 0,1 0 1 0,0-2 1 15,0 2-1-15,0-1 1 0,-2 1 0 0,2-2 0 16,0 2 0-16,0 0-2 0,0 0 2 0,0 0-2 15,0 0 1-15,2 0 1 0,-2 2 0 16,1-1 1-16,-1 1 1 0,3 1 0 0,-3-1 0 16,3 2-1-16,-3-2 1 0,3 0-1 15,-1 1 0-15,-1-1 0 0,1 1 0 0,0-2 1 16,-1 1-2-16,1 1 2 0,1-2-2 16,-1 0 2-16,-1 1-2 0,1-2 1 0,1 2 0 15,-1-2-1-15,-1-1 1 0,1 3-1 0,2-1 0 16,-2 3 0-16,1-1 1 0,0 1-1 15,-1-1 0-15,1 1 0 0,0 0-1 0,-1 0 0 16,1-3 0-16,-1 4 1 0,1-7-1 16,1 3 0-16,-2 0 1 0,1-2 0 0,0 2 0 15,-1-1-1-15,1 0 1 0,0 2-1 0,1-1 0 16,-1-1-1-16,0 2 1 0,1-1-1 0,-1 0 2 16,1 1-1-16,-1-2 0 0,0 0-1 15,-1 0 1-15,1 0 0 0,-1-4 0 0,-1 3 0 16,1-3-1-16,1 1 1 0,-3 2-1 15,4-2 1-15,-4-1-1 0,2 3 2 0,0-4-1 16,-1 1 0-16,-1 0 1 0,2-1 0 0,-1 1 0 16,1-2-1-16,-2 0 0 0,2 0 1 15,-2-2-1-15,1 0 1 0,-1 0 0 0,0-2 1 16,0 3-1-16,0-5 1 0,0 2 0 16,0-2 0-16,0 0 0 0,0 2-1 0,0 1 0 15,0-3 0-15,0 1 0 0,0 0 0 0,0 0-1 16,-1 2 0-16,1 1 0 0,-2-1 0 15,2 0 0-15,0 0 1 0,0 0 0 0,0 1 0 16,0 1 0-16,0-1 0 0,0 2 0 16,0 0 0-16,2 2 1 0,-2-1 1 0,1-1-1 15,-1 2 1-15,0-3 0 0,2 2-1 0,-2-2-1 16,0-1 0-16,0-1 0 0,0-2-1 0,0 1 1 16,0-1-1-16,0 1 1 0,0 0 1 15,0-2 0-15,0 0 1 0,0 0 0 0,0 0-1 16,0 0 1-16,0 0 0 0,0 0-2 15,0 0 2-15,0 0-2 0,0 0 1 0,0 0-1 16,0 1 1-16,0-1-1 0,0 0 1 0,0 1 0 16,0-1-1-16,0 2 0 0,-2-1 0 15,2-1 0-15,0 0 0 0,0 2 0 0,-1-2 0 16,1 1 1-16,-2 1-1 0,2-1 1 16,-2 0-1-16,1-1 0 0,-1 2 0 0,1 0 0 15,-1-1 1-15,-2-1 2 0,2 1 1 0,-1 1 1 16,0 0 0-16,-1-1 2 0,1-1 0 15,0 2 1-15,0 1 1 0,-2-3 0 0,-1 1 2 16,1 0 0-16,0 1-1 0,-1 1 1 16,-1-3 0-16,-2 2-1 0,0-2 2 0,-1 5 3 15,-2-4 1-15,-1 0-1 0,0 0 1 0,-3-1-1 16,-1 3-3-16,1-3-4 0,-4 2-1 0,2-2-1 16,-2 2-2-16,-1 0 2 0,2-1 1 15,0 2 1-15,2 0 1 0,-1 0 0 0,1 3 0 16,3-1 1-16,1-1 1 0,-1 0-1 15,4 0 0-15,0 0-1 0,3 0-2 0,-1-1-2 16,3-1-1-16,0 1-3 0,2-2 1 0,-1 0-1 16,1-1-1-16,1 2-1 0,2 1 0 15,-1-3-1-15,-1 0-1 0,2 0-1 0,0 0 1 16,0 0-1-16,0 0 1 0,3-5 0 16,-3 4 1-16,2-2 0 0,1 2 1 0,1-2 0 15,-2-1-1-15,1 2 1 0,0-2 0 0,-1 2-1 16,1-1 0-16,-1 1 0 0,1 1-5 0,0-1-8 15,-1 1-11-15,-1 0-15 0,1 1-22 16,0-2-35-16,0 2-68 0,0 2-69 0,0-2-130 16,-1 1-213-16,1 0-305 0,-1 1-321 15,-1 1-223-15,2-2-69 0,-2 1 480 0,-2 0 608 16</inkml:trace>
  <inkml:trace contextRef="#ctx0" brushRef="#br3" timeOffset="197097.34">1438 16129 24 0,'0'-6'172'0,"0"1"73"0,0 1 6 16,-1 0-64-16,-1-1-61 0,0 1-37 0,2-2-27 16,-2 1-12-16,0 2-8 0,0-1 24 0,1 1 7 15,1 0 2-15,-2 1 7 0,1 1-29 0,-1 0-14 0,2 1-8 16,-3 0-6-16,3 0-35 0,-2 0-23 15,2 0 18-15,-1 1-3 0,-1 0-25 0,2 1 5 16,0 0 20-16,0-1-12 0,0 2-11 0,0-2 1 0,0 2 2 16,0-2-15-16,0 1-5 0,0 0 29 0,0-1 14 15,0 1 11-15,0-2 4 0,0 1 0 0,0 1 11 16,0-2 6-16,0 0 13 0,0-2 17 0,0 1 15 16,0 1 20-16,0-2 14 0,0 1 13 0,2-1 8 15,-1 2 7-15,-1 0 8 0,2-2 17 0,1 2 20 16,0-1 36-16,2 1 45 0,1 0 66 0,-1 0 52 15,1 0 23-15,-1 0 0 0,-2 0-23 0,-1 0-42 16,-4-1-61-16,-1 1-55 0,-2-2-36 0,4 2-17 16,1 0-3-16,1 0 17 0,4 2 10 0,-2-2-2 15,0 1-8-15,-1-1-19 0,1 0-23 0,0 0-28 0,-3 0-19 16,0 1-12-16,0-1-10 0,-3 2-6 0,2-2-6 16,-1 0-9-16,2 2-8 0,-3-1-7 0,3 2-5 15,0 0-12-15,-2 0-8 0,2 1-2 0,-1 1-2 16,-1 0-2-16,2 0-1 0,0 1 7 0,-2-2 3 15,2 3 1-15,-1 1 2 0,1-2 6 0,-2 1 4 16,1 2 0-16,-1 0 2 0,2 0 0 0,-3 2-1 16,3-2-4-16,0 3-4 0,-2 0-2 0,2-2-2 15,0 1 0-15,0 0-1 0,0 1 0 0,0 1-1 0,0-1 1 16,2 1-1-16,-2-1 0 0,0 0-1 16,1 0 2-16,1 2 0 0,-2-2 0 0,0 1-1 0,2 1 1 15,-2-3 0-15,0 3 0 0,1-3-1 0,-1 1 0 16,0-2 1-16,0 2-2 0,0-2 0 0,0 0 0 15,0 0 0-15,0 1-1 0,0-2 1 0,0 0 0 16,2-1 0-16,-2 3 0 0,0-2 0 0,1-1 0 16,-1 0 0-16,2 2-1 0,-2-1 0 0,0 0 0 15,2 0 0-15,-2 0 0 0,1 0 0 0,-1-1 0 16,0 3 0-16,2-3 0 0,-2 3 0 0,0-1 6 0,0-3 2 16,1 4 2-16,1-2 0 0,-2-1 0 0,0 2 1 15,0-1-10-15,0-2-5 0,0 3-4 0,0-2-1 16,0 1-1-16,0-1-1 0,0 0 4 0,2 2 4 15,-2-2 1-15,1-1 2 0,-1 4 0 0,0-4 1 16,0 0-1-16,0-1 1 0,-1 2-1 0,-1-2 0 16,2-1 0-16,0 1 0 0,0 2 0 0,0-2-1 15,0 2 1-15,-2-2 0 0,1 2 0 0,1-1 0 0,0 0 1 16,0 1 0-16,0-1 0 0,0 2 0 16,0-2-1-16,0 4 0 0,0-3 0 0,1 1 1 0,1 0-1 15,-2 1 0-15,0-1 0 0,0 0 0 0,2 1-1 16,-1 1 1-16,-1-3 0 0,0 3 0 0,3-4 0 15,-3 1 1-15,0 2 0 0,0 0-1 0,2-1 1 16,-1 0-1-16,-1 0 0 0,0 2 0 0,2-2 0 16,-2-1-1-16,1 2 1 0,-1-2-1 0,2 2 0 15,-2-3 1-15,0 1 1 0,2 1-1 0,-2 0 0 16,1-2 0-16,-1-1-1 0,0 2 1 0,2-1 0 0,-2-1-1 16,0 2 0-16,0-2 0 0,1 1 1 0,-1-1-1 15,0 1 0-15,2 0 1 0,-2 2 0 16,0 0 0-16,2 1 0 0,-1-1 0 0,-1 3 1 0,0-1-1 15,2-1 0-15,-2 1-1 0,2-1 1 0,-1 1-1 16,1-1 1-16,-2 1-1 0,1 1 0 0,2-2 1 16,-1 0 0-16,-2-1-1 0,1 2 1 0,-1-2-1 15,2 1 0-15,-2 1 0 0,0-2 1 0,1 1 0 0,-1 0 0 16,2-1 1-16,-2 1 0 0,0 0 0 16,2 1 0-16,-1 0 1 0,-1-1-2 0,2 1 1 0,-2 1-1 15,3-2 0-15,-3 0 0 0,2 1 0 0,-1 0 1 16,1-3-1-16,0 2 1 0,-1-1 0 0,1-2 0 15,2 1-1-15,-2-1 1 0,-1 1-1 0,1-2 0 16,1 1 1-16,-3-2 0 0,3 0-1 0,-1 0-1 16,-1 0 0-16,3 1 1 0,-3-2-1 0,1 1 0 15,1-1 1-15,-1-1 1 0,1 0-1 0,1 0-1 16,-2 1 1-16,3 0 0 0,-2-2 0 0,0 2 0 0,2 0 1 16,-2-1 0-16,5 0-1 0,-4 2 0 0,1-2 1 15,2 0-1-15,-1-1 1 0,1 1-1 16,2-1 0-16,-1 2 0 0,0-2-1 0,1 2 1 0,-1-2 0 15,2 1-1-15,-1-1 1 0,2 1 0 0,0-2 1 16,0 1-1-16,0-1 0 0,2 1 1 0,-2-2-1 16,2 1-1-16,-2-1 1 0,1 0 0 0,1-1 0 15,0 1-1-15,-2-2 1 0,2 2 1 0,1-1-1 0,-2-1 0 16,1 1 1-16,1-1-1 0,0-1-1 16,-1 2 1-16,3-1-1 0,-2 1 0 0,-1 0 1 0,1-1 0 15,0 0-1-15,2 1 0 0,0 1 1 0,-2-1-1 16,2-1 1-16,-2 0-1 0,2 2 1 0,1 0 1 15,-2-2 0-15,2 2-1 0,-1 0 1 16,1 0 1-16,0 0-1 0,1-3 0 0,-1 3 1 0,1 0 0 16,-1-1-1-16,1 0 1 0,0 1 0 15,1 0-1-15,-1-2 0 0,1 2 1 0,-2-1-2 16,2 1 0-16,0 0 0 0,-1 1 0 0,0-1 0 0,0 2-1 16,1-1 1-16,0 0 1 0,-2 2-1 0,0-1 1 15,0 2-1-15,1-2 0 0,-3 2 0 16,2-2 0-16,-1 1-1 0,0 0 1 0,0 0 0 15,-1 0 0-15,1 0 0 0,1-1-1 0,1 1 2 16,-2-2-1-16,1-1 0 0,1 0 0 0,0 0 0 16,0 0 0-16,1-1-1 0,1-1 0 0,-2 1-1 15,2-2 1-15,1 0-1 0,-2 1 1 0,1-1-1 16,-2 0 2-16,2 2 2 0,1-2-1 0,-2 2 0 16,1-1 1-16,1 0 0 0,0 1-1 0,1 0 0 15,-2-1-1-15,1 0 1 0,1 0-1 0,-2 2 0 16,1 0 2-16,0 0-2 0,1 0 0 0,-2 0 0 15,1 0 0-15,1 0 0 0,-2 2 0 0,1-2 0 16,0 2 1-16,-1-2-1 0,-1 2 2 0,0-2-2 16,0 0 0-16,2 1-1 0,-3-1 0 0,2 0 1 15,-1 1-1-15,-1-1 1 0,0 2 0 0,2 0 0 16,-2-1 1-16,-1-1-1 0,-1 1 0 0,3 1 0 16,-2-1 0-16,-1 1-1 0,-2-1-1 0,2-1 1 15,-2 2 0-15,-1-1 0 0,0 1 1 16,1-1 0-16,-3-1-1 0,3 2 1 0,-4-2 0 15,1 1 0-15,0 1 1 0,0-2-1 0,-1 0 1 16,2 1-1-16,-4-1 0 0,2 2 0 0,2-2 0 16,-4 1 1-16,2-1-1 0,0 2 1 0,0-1 0 15,0 0 0-15,2 1 0 0,-2 0 0 0,-1-1 1 16,2 2-2-16,0-1 1 0,1 0 0 16,0 0-1-16,-1 1 0 0,2 0 1 0,-2 0-1 0,0-1 1 15,3 1-1-15,-1 0 0 0,1-2 1 16,-1 0-1-16,1 2-1 0,0-3 1 0,-1 2 0 15,4-2 0-15,-4 2-1 0,4-2 1 0,-1 0 0 16,0 0 0-16,0 0 0 0,0 0 0 16,-2-2-1-16,3 2 2 0,0 0-1 0,-1-2 0 0,2 2 0 15,-4 0 0-15,3 0 0 0,1 0-1 16,-1-3 0-16,-2 3 0 0,2 0 1 0,-1 0 0 16,1 0 0-16,-1 0 0 0,1 0 0 0,0 0 0 15,-2 0 0-15,2 3-1 0,-1-3 1 16,3 2-1-16,-3-2 0 0,1 4 1 0,-2-4 0 15,2 1 1-15,-1 2-1 0,1-1 1 0,-1-1-1 16,1 0 1-16,0 2-1 0,1-1 0 0,-1-1 0 16,-1 2 1-16,1-3-1 0,0 2 1 0,0-1 0 15,-3-1-1-15,3 0 0 0,-2 0 0 16,0 0 0-16,0 0 1 0,0 0-1 0,-2 0 0 16,1-1 1-16,-1 1-1 0,-2-2 0 0,3 2 0 15,-2 0 0-15,0 0 1 0,-1 0-1 0,0 0 0 16,0 0 1-16,0 2-1 0,-1-2 1 15,1 1 0-15,-2-1 0 0,-1 0 1 0,3 2 0 16,-3-2-1-16,0 0-1 0,0 1 0 0,1-1 0 16,-1 2 0-16,1-2 0 0,-2 0 0 0,1 1 0 15,0-1-1-15,0 0 1 0,1 0 0 16,-2 0 0-16,2 0 0 0,-1-1 0 0,0 1 0 16,2 0 0-16,-1-2 0 0,2 2 0 0,-3-1 0 15,3 1 0-15,0 0 1 0,0-2 0 0,2 2 0 16,-1-1-1-16,0-1 0 0,0 1 0 15,1-1 0-15,1 1 0 0,0-1-1 0,-1 1 1 16,3-2-1-16,-2 2 1 0,0-3-1 0,1 3 7 16,0-2-3-16,1-1 0 0,0 1 0 0,-2 2 0 15,3-2-1-15,1-1-5 0,-1 4 2 0,-1-2 1 16,3-1 0-16,0 1 1 0,0 0 0 0,2 0 0 16,-1 2 1-16,-1-2-1 0,3 2-1 15,0 0 1-15,-1 0 0 0,1 0-1 0,0 0 0 16,2 0 0-16,-2 2 0 0,0-2 1 0,0 0-1 15,-1 2 0-15,1-2 1 0,0 1-1 0,-1-1-1 16,-1 1 1-16,2-1 0 0,0 2 0 16,-2-2-1-16,2 0 1 0,-2 0-1 0,1 0 0 15,1 0 1-15,-2 0-1 0,1 0 1 0,0 0-1 16,0 0 1-16,-1-2 5 0,2 2-2 0,-2-1-1 16,-2 1-1-16,2-1 0 0,-2 1 0 0,2-2-6 15,1 2 2-15,-2-2 2 0,1 1 1 16,-1 0 0-16,0-1 0 0,2 0 1 0,-1 1-1 15,-2-2 1-15,2 1-1 0,1 0 0 0,-2 0 1 16,1-1 0-16,-2 2-1 0,4-2 0 0,-2 1 1 16,0-1-1-16,0 0 0 0,0 0-1 0,1-1 1 15,-2 1 0-15,1-1 0 0,0 0 0 0,2-1 0 16,-2 3 0-16,-1-4 0 0,2 4 0 16,-1-3 0-16,0 1 0 0,0 0 0 0,0 0 0 15,0 2 0-15,0-3 0 0,0 2 0 0,-2 0 0 16,2 0 5-16,-2 0 2 0,1 2 2 0,1-2 0 15,-2 1 2-15,1-1 0 0,-2 2-10 0,1-1-6 16,0 1-1-16,0 1-3 0,-1-1 0 16,1-1-2-16,-1 0 6 0,1 1 2 0,-1 1 1 15,2-1 2-15,-2 1-1 0,-1 0 1 0,2-2 1 16,-1 2-1-16,-1 0 0 0,1 0 1 0,-1 2 0 16,1-2-1-16,-1 1 0 0,0-1 1 0,3 1-1 15,-3 1 0-15,1 0 0 0,1-1 0 16,0 0 0-16,0 1 1 0,-1 1 0 0,2-2-1 15,0 2 0-15,0 0 0 0,-1-1 0 0,1 1 0 16,1 0 0-16,-1 0-2 0,0-1 2 0,1 0-1 16,1 1 1-16,1-2-1 0,0 3 1 15,-1-2 0-15,1 0 5 0,-2 0 2 0,1-1 1 16,1 2 1-16,0 0 2 0,-1-3-6 0,1 2-8 16,0-2-2-16,2 3-2 0,-2-3-2 0,2 1-1 15,1 1 6-15,0-1 1 0,1-1 2 16,-1 0 0-16,1 0 1 0,0 0 1 0,1 0-1 15,0-1 2-15,1 1-2 0,1-2 0 0,-2 1 1 16,-2 1-1-16,2-3 0 0,2 1-1 0,-1 2 1 16,-1-5-1-16,1 3 0 0,-1-2 0 15,1 2 1-15,1-2 0 0,-1 2 5 0,1-2 2 16,-2 2 2-16,0-1-1 0,1 0 2 0,2 0 0 16,-3 0-10-16,2 1-3 0,-1-1-2 0,0 0-2 15,2 2-1-15,-1-2-1 0,-1 2 4 16,2-3 2-16,0 2 1 0,0-2 1 0,0 2 1 15,-1-2 0-15,1 1 0 0,0-1-1 0,0 2 1 16,0-4 0-16,-1 1 0 0,-1 1-1 0,-1-2 1 16,1 0-1-16,1 2 5 0,-2-4 3 0,-1 2 1 15,1 1 1-15,-1-3-1 0,-1 1 1 0,0-1-6 16,2 3-3-16,-2 1 1 0,-2-1-1 16,2 0 1-16,0 4 1 0,-1-2-1 0,1 0 1 15,2 0-1-15,-3 2 0 0,3 1 1 0,-2-2-1 16,2 1 1-16,0-1 0 0,0 1-1 0,1-1 0 15,-1 1-1-15,0-2 1 0,0 1 0 0,1-1-2 16,-1 0 1-16,2 1 0 0,-3-2-1 16,3 2 0-16,-2-2 0 0,-2 2 0 0,4-1-2 15,-2-1 0-15,1 0 1 0,0 2-1 0,-1-1 1 16,0 0-1-16,1 0 2 0,-1 1-1 0,-1-2 2 16,-1 1 0-16,2 0 0 0,0-1 1 15,0 1 0-15,-1-2 2 0,1 2-1 0,3 0 0 16,-2-1 0-16,0 1-1 0,2-1 1 0,2-1-1 15,-1 2 1-15,-1-1-2 0,2 0 0 0,0 1 1 16,-1-1-1-16,1 2-1 0,1-4 1 0,-2 3 0 16,-1 0 0-16,2 0-1 0,0 0 0 15,-2 0 1-15,1 0-1 0,-1 0-1 0,2 2 0 16,-5-2 0-16,3 0 2 0,0 1-1 0,-3-3 2 16,3 3 1-16,-1-1-1 0,-1 0 2 0,2 0-1 15,0 0 0-15,0 2-1 0,2-3 1 0,-1 2 1 16,1 2-1-16,1 0 0 0,-1-2 0 15,0 2-1-15,-1 0-1 0,1 0 0 0,-2 2 0 16,1-2-2-16,0 0 0 0,-3 0 0 0,2 0-1 16,-2 2 2-16,2 0-1 0,-3 0 0 0,2-2 1 15,-1 1-1-15,-1 2 0 0,0-1 1 16,-2-1 1-16,2 0-2 0,0 1 2 0,1-1 0 16,-1 2 2-16,0 0-2 0,0 0 1 0,0-1 0 15,0 1 0-15,1-2 0 0,1 2 0 0,1 0 0 16,-2 0-1-16,2 0 1 0,0 0-1 15,0 1-1-15,-1 0 1 0,-1-2-1 0,2 3 0 16,-3-3 0-16,1 4 0 0,1-4 0 0,-3 3 0 16,2-1 0-16,-1 0 0 0,0 0 1 0,-1 1-1 15,1-1 1-15,0 1-1 0,0 2 1 0,-1-1 0 16,0 0 0-16,0 0 0 0,-1 3 1 0,0-3 2 16,3 3-2-16,-3-1 1 0,1-1 1 15,1 1-1-15,-2-2 0 0,2 1 0 0,0 0-5 16,0-1-3-16,1 2-2 0,-2-3-1 0,4 1 0 15,-3-1-2-15,1 2 5 0,-1-2 3 0,0-1 0 16,-2 0 1-16,2-1 1 0,-3 2 0 16,1-2 0-16,0-2 6 0,1 1 4 0,-1-1-1 15,-1 1 1-15,1-1 1 0,0 0-1 0,-1 1-5 16,1-2-4-16,-2 3 0 0,0-2 0 0,3 3 0 16,-3-2 0-16,2 2 1 0,1-2 2 0,-1 3 0 15,0 0-5-15,1-2-3 0,0 2-2 16,1-1 0-16,-1-1-3 0,1 2 0 0,0-3 4 15,-1 1 3-15,4 0 2 0,-3 0 0 0,3-1 0 16,-1-1 1-16,-1-1 0 0,1 0-1 0,-1 0 0 16,-1 0 1-16,3-1 0 0,-1-1 5 0,-1 2 3 15,2-1 2-15,0-1 0 0,0 1-1 16,0-1 0-16,0 2-6 0,0 0-2 0,-1-1 0 16,1 1-1-16,-2 0 2 0,4 0 1 0,-2 0-5 15,2 0-3-15,-2 0-1 0,0 0-3 16,1 1 1-16,-1-1-3 0,3 0 5 0,-1 2 4 15,1-2 1-15,-1 1 1 0,0 1-1 0,-1-1 2 16,1 1-1-16,0-1 0 0,-1 1 0 0,-1 1 0 16,0-2 0-16,0 2 5 0,0 0 2 0,2 0 1 15,-2 0 0-15,0 0 1 0,-2 1 0 0,2 1-5 16,0 1-2-16,-1-4 1 0,-1 5 0 16,4-1-5-16,-2-1-2 0,0 2-2 0,0-1-2 15,3 2-1-15,-1-2-1 0,0-1 5 0,2 1 1 16,-2 2 2-16,1-2 2 0,2 2-1 0,-2-3 1 15,-1 0 0-15,2 1-1 0,0 0 1 16,-3 0 0-16,2 0-1 0,-3-1 6 0,2-1 2 16,0 2 2-16,-2-3-1 0,0 2 0 0,0-3 0 15,-2 0-4-15,1 0-2 0,-2-1 0 0,1 0-1 16,3 1-3-16,-3 1-3 0,0-3-2 16,1 2-2-16,1-2 0 0,0 0-2 0,0 3 6 15,0-3 2-15,0 0 2 0,2 0 0 0,-2 0 0 16,0 0 1-16,0 0 0 0,0 0-1 0,-2 0 1 15,0 0-1-15,1-3 1 0,-1 3 0 0,-2-2 0 16,1-1 0-16,0 1 0 0,-1 1 5 16,1-2 2-16,-2 0 1 0,1 0 1 0,-2 0-1 15,1 0 0-15,0-1-5 0,-1 1 0 0,-2 0-1 16,4-2 0-16,-3 2 1 0,1-1-5 0,3 1-3 16,-5 0-3-16,3 0 0 0,0-1-2 0,2 0 1 15,-2 2 3-15,2-3 3 0,-1 2 2 16,1 0 1-16,1-2 0 0,-1 2 0 0,1-2 0 15,-1 3 0-15,0-2 0 0,1 0 0 0,1 1 0 16,-2-1-1-16,0 1 1 0,2-2 4 0,-1 2 4 16,0-1 0-16,1-1 1 0,-1 1-1 0,1 0 1 15,1 0-6-15,-4 2-1 0,3-3-2 0,-1 2 2 16,0 0-1-16,2 1 2 0,0-3-1 16,1 1-4-16,-1 1-3 0,5 0-2 0,-4 0-1 15,4 0-1-15,-2-1-2 0,2 1 6 0,0 0 2 16,0-2 2-16,-2 2-1 0,2-1 7 0,3-1 3 15,-5 1 2-15,2 0-1 0,0 0-1 0,-1 2 1 16,1-3-6-16,0 2-2 0,-2 0-1 16,3 1-1-16,-3-1 1 0,2 0 0 0,0 2 1 15,0-1 2-15,2 0-1 0,-1 2 1 0,2-1-1 16,0 0 0-16,0 1 0 0,1 0-1 0,2-2 0 16,-3 2 0-16,2-2-1 0,1 2 0 15,-5 0-1-15,4-1-1 0,-2 1 0 0,1 0 1 16,-1 0-2-16,-1 0 0 0,-1 0 1 0,-1 0 2 15,1 1 0-15,-1-1 0 0,-1 2 2 0,1 0-1 16,0-1 1-16,0 0-1 0,2-1 1 0,-3 2 0 16,2 0 0-16,2-1 0 0,-3-1 0 0,2 0-1 15,-2 1-1-15,-1-1-1 0,2-1 0 16,-2 1 0-16,-1-1 0 0,-2-1-1 0,3 0 0 16,-3 0 1-16,-1 0-1 0,2-1 0 0,-2 0 1 15,-2 1 0-15,2 1-1 0,-1 0 0 16,-1-1 1-16,1 2 1 0,-4-1 0 0,2 1 1 15,-2 0 1-15,2 0 0 0,0 0 0 0,-2 0-1 16,1 0 0-16,-1 0 1 0,0 0-1 0,1-2 0 16,-3 1-1-16,-2 1 1 0,1-3-1 15,2 1 0-15,-5-1 0 0,0 0 0 0,-1-1 0 16,-1 1 0-16,0-3-1 0,-3 1 0 0,-1-1 0 16,-1-1 1-16,-2 2-1 0,2 1 1 0,-4-2 0 15,1 1 1-15,-3-1-1 0,1 2 1 16,-3-2 1-16,1 0 2 0,-4 0 0 0,2 0 1 15,-3-2-1-15,0 1 0 0,0-1-1 0,-1-3-1 16,-1 1 1-16,-1 0 0 0,0-2 0 0,-2-1 1 0,-1-1 0 16,0-2 0-16,-1 2-1 0,1-3-1 15,-2-1 1-15,0 0-1 0,0-2 0 0,-2 1 0 16,1-1 1-16,3 0-1 0,-2-1 1 16,0 0-1-16,1 0 1 0,-2-2-1 0,4 4-1 15,-1-2 1-15,-1-1-2 0,3 3 1 0,-4 0-1 16,3 0 0-16,1-1 0 0,-1 2-1 0,1-2 1 15,0 1 0-15,-2-1 0 0,1 1 0 0,0-2-1 16,0 0 0-16,0-2 0 0,1 0-1 0,-2 2 0 16,-1-4-1-16,2 1 2 0,1 0 1 15,-3 1 0-15,1-2 1 0,0 3 0 0,-1-1 1 16,3 2 0-16,-3 3-1 0,1 0 0 0,1 0 0 16,1 3 1-16,0 0-1 0,0 3 1 0,-1 1 0 15,2 1 0-15,-1 1 0 0,0 2-1 16,1 1 0-16,0 1-1 0,1 0 1 0,0 1-1 15,-1 3 0-15,2-2 0 0,1 1 1 0,-4 1-1 16,4 1 0-16,-1 0 0 0,1 0-1 16,-2 1-1-16,2 1-1 0,0-1-1 0,0 1-5 15,0 1-10-15,0-2-18 0,-1 0-35 0,1 1-74 16,0 0-100-16,-4-1-185 0,2 2-287 0,-2-1-337 16,1 0-363-16,-3 2-186 0,-1 3 241 15,-1-2 718-15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08T11:41:15.47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5141 1461 19 0,'-6'9'476'0,"1"-2"452"0,-1 1 254 15,3-4-39-15,0-1-345 0,1 0-284 0,2-3-133 16,2 0-45-16,1-3-37 0,2 2-26 0,2-4-26 15,1 1-26-15,0-4-48 0,3-2-57 0,2-1-27 16,1-3-18-16,2 0-11 0,3-3-10 0,0-1-9 16,3-1-8-16,0-2-7 0,0-2-6 0,2-1-5 15,1 0-4-15,-3 0-5 0,2 2-1 0,-3 0-3 16,-1 0 1-16,-2 3-1 0,-1 1-1 0,-4 2 0 16,-1 1-1-16,-2 4-1 0,-4 2-1 0,1 0-1 15,-3 3-8-15,-1 3-12 0,-4 0-34 0,-1 1-66 16,-6 2-65-16,-1 0-122 0,-1 2-176 0,-4 1-309 15,-2 3-298-15,-1 0-223 0,-1 1-132 16,-2 1 350-16,1-1 572 0</inkml:trace>
  <inkml:trace contextRef="#ctx0" brushRef="#br0" timeOffset="219.91">5255 1123 146 0,'1'2'501'0,"1"-2"254"16,0 0 157-16,1 2-73 0,2 2-198 0,1 1-175 15,3 0-87-15,1 3-11 0,0 0 0 0,4 2-39 16,-2 1-33-16,1 3-38 0,3 1-36 0,-2 3-40 16,2-1-41-16,-2 1-32 0,0 1-40 0,-1 1-20 15,1-2-16-15,-1 1-10 0,1 1-12 0,-3-2-10 16,-1 0-3-16,2-2-2 0,-2 1-2 0,-2-3-5 16,-2 2-43-16,0-2-58 0,-3-1-58 0,-1 0-123 15,-2-1-181-15,-3 0-314 0,-2-1-260 0,1-2-219 16,-3 0-96-16,1-2 364 0,-1-2 531 15</inkml:trace>
  <inkml:trace contextRef="#ctx0" brushRef="#br0" timeOffset="420">5187 1358 367 0,'-4'3'733'0,"0"-3"228"16,4 1 29-16,0 0-249 0,2 0-260 0,4 4-161 15,0-3-82-15,2 1-38 0,2 1-21 0,4 1-27 16,0 0-42-16,2-3-33 0,0 2-22 0,3-3-13 16,0 0-8-16,1-1-21 0,2 0-6 0,-1-2-3 15,0 0-5-15,-1-1-3 0,-4-2-36 0,1-1-79 16,-2 2-130-16,-3-1-216 0,-2-2-282 0,-4 1-267 16,1 1-155-16,-3-1 124 0,-1-3 399 0</inkml:trace>
  <inkml:trace contextRef="#ctx0" brushRef="#br0" timeOffset="633.04">5399 1139 188 0,'-3'5'465'0,"-2"-3"211"16,2 1 125-16,-2 1-176 0,5 2-203 0,-3 0-111 16,3 2-67-16,3 2-35 0,-1 1-31 0,1 1-36 15,3 1-36-15,-1 1-39 0,4-1-23 0,-1 4 3 16,0-1 0-16,2 1 0 0,2 1-8 0,-2 0-8 15,2 0-62-15,0-2-133 0,-1 1-229 0,1 1-272 16,-2-2-210-16,1 3-130 0,1-3 130 0,-2 1 338 16</inkml:trace>
  <inkml:trace contextRef="#ctx0" brushRef="#br0" timeOffset="904.41">5845 1508 233 0,'0'5'739'16,"-2"-4"340"-16,2 1 52 0,0 1-190 0,2-3-353 16,-1 0-225-16,3-3-120 0,2 0-45 0,2-2-1 15,4 1-5-15,1-4-18 0,3 1-7 0,-2-4-7 16,5 2-27-16,-3-7-30 0,3 2-24 0,1-2-19 15,-2 0-24-15,2-1-24 0,-2 1-4 0,2-2-5 16,-1 1-3-16,-1 2 7 0,-1-1 1 0,-2 2 0 16,-3 2-32-16,-1 1-54 0,-4 4-53 0,-3 0-146 15,-2 1-214-15,-4 1-308 0,-4 4-281 0,-1 1-229 16,-2 0-64-16,-5 1 458 0</inkml:trace>
  <inkml:trace contextRef="#ctx0" brushRef="#br0" timeOffset="1140.3">5799 1296 80 0,'0'3'517'15,"2"-2"327"-15,1 2 203 0,1 2 29 0,1 0-361 16,3-1-237-16,0 2-108 0,3 1-16 0,3 1-40 16,2 0-50-16,2 2-41 0,0-3-42 15,2 1-39-15,0-1-35 0,2 1-30 0,-1 0-20 16,3-3-15-16,-2 3-13 0,1-4-7 0,-2 2-15 15,-1 2-8-15,1-2-5 0,-2 1-6 0,-2-1-39 16,-1 0-47-16,-3 1-48 0,-4 0-80 0,-1-1-139 16,-2 0-183-16,-3 0-249 0,-4-2-240 0,-1 4-200 0,-4-2 37 15,0 0 385-15,-2-1 424 0</inkml:trace>
  <inkml:trace contextRef="#ctx0" brushRef="#br0" timeOffset="1347.02">5864 1450 193 0,'-8'0'545'0,"0"-1"261"0,0 1 115 0,5 1-143 16,0 1-214-16,3 1-141 0,3 0-82 0,0 2-50 15,5-1-30-15,0 0-52 0,4-1-70 0,0 1-53 16,2 0-37-16,2-1-23 0,0-2-12 0,2-1-8 16,3 0 0-16,-2-1-3 0,0-2-13 0,1-1-53 15,-2-1-126-15,-1-1-162 0,-2-2-294 0,-1 2-270 16,-3-1-232-16,0 0-20 0,-2 0 371 0</inkml:trace>
  <inkml:trace contextRef="#ctx0" brushRef="#br0" timeOffset="1514.98">6049 1195 315 0,'-5'0'643'0,"-1"3"242"15,1 1 109-15,0 1-230 0,2 2-239 0,0 3-156 16,0-1-92-16,3 3-60 0,0 0-56 0,4 0-60 15,-2 1-46-15,4 1-8 0,-1 1-6 0,2 0-6 16,3 1-4-16,-2 3-38 0,0-3-108 0,2 3-165 16,-1-1-304-16,1 0-264 0,1 2-248 0,1-1-81 15,1 1 299-15,0 0 432 0</inkml:trace>
  <inkml:trace contextRef="#ctx0" brushRef="#br0" timeOffset="1805.9">6496 1636 84 0,'5'-1'578'16,"2"-2"398"-16,0-2 199 0,1-2-41 0,3-2-390 15,2-3-244-15,1-5-117 0,3 2-53 0,3-3-55 16,0-3-41-16,4-1-29 0,-2 1-58 0,2-3-51 15,-1 0-41-15,1 0-23 0,-2 1-20 0,0 2-12 16,-3 0-2-16,-1 1-3 0,1 5 2 0,-5-2 0 16,-2 4-17-16,-2 1-55 0,-2 1-49 0,-2 2-107 15,-6 2-163-15,-4 1-250 0,-3 1-302 0,-4 2-243 16,-1 0-184-16,-4 1 223 0,-5 1 521 0</inkml:trace>
  <inkml:trace contextRef="#ctx0" brushRef="#br0" timeOffset="1982.79">6458 1326 300 0,'-1'12'739'0,"1"0"279"0,1 0 61 0,2 0-184 15,2-2-317-15,0 2-209 0,1-1-82 0,5-2-25 0,-1 0-27 16,1 2-52-16,5-3-42 0,-2 0-26 16,3-1-36-16,1 1-28 0,1-1-28 0,1-3-12 15,1 3-4-15,1-3-9 0,0 1 1 0,-3-3-14 16,2 3-31-16,-3 0-45 0,-5 0-116 0,1-2-182 15,-4 2-298-15,-2 0-286 0,-5-1-245 0,-1 1-98 16,-4 0 353-16,-3-3 526 0</inkml:trace>
  <inkml:trace contextRef="#ctx0" brushRef="#br0" timeOffset="2197.09">6496 1521 25 0,'-8'11'563'15,"1"-3"487"-15,2 1 197 0,0-1-104 0,3-1-354 16,2-1-344-16,0-1-216 0,2 1-99 0,1-1-54 16,4 0-28-16,3-2-10 0,2-1-15 0,3-2-9 15,1 0-9-15,1-2-4 0,4-3-2 16,1-1-41-16,0-1-113 0,0-2-175 0,-1 0-291 0,-2-3-269 16,0 2-264-16,0-2-97 0,-3 0 325 15,-4-4 494-15</inkml:trace>
  <inkml:trace contextRef="#ctx0" brushRef="#br0" timeOffset="2359.35">6713 1242 57 0,'-8'7'552'0,"-1"4"412"0,2-1 201 0,1 2-66 16,-1 2-367-16,4 1-298 0,-3-2-180 15,5 1-88-15,-1 0-60 0,2 0-33 0,3 0-29 16,3 0-22-16,-1-1-9 0,3 0-17 0,2 3-64 15,0-3-124-15,0 1-212 0,1 0-279 0,0 3-269 16,2 2-233-16,-1 0 33 0,1 1 397 0</inkml:trace>
  <inkml:trace contextRef="#ctx0" brushRef="#br0" timeOffset="2626.58">7436 1791 627 0,'-5'0'1589'16,"0"1"145"-16,-3 1-345 0,3-1-342 15,-4-1-470-15,4 0-284 0,-1 0-130 0,1-1-61 16,0-1-32-16,2-1-24 0,1 0-22 0,2 2-18 15,2-4-31-15,-1 1-72 0,1-1-93 0,1 1-185 16,1 0-284-16,-1 0-340 0,3 2-400 0,-1-3-244 16,3 2 184-16,-4 0 768 0</inkml:trace>
  <inkml:trace contextRef="#ctx0" brushRef="#br0" timeOffset="3449">8155 1294 478 0,'3'-7'997'15,"-1"1"281"-15,-1 0 7 0,-1 0-250 0,-1-2-308 16,-1 4-231-16,0-4-125 0,-4 1-70 0,-2-2-61 16,0 1-71-16,0-1-42 0,-4 1-22 0,2 2-17 15,-3-1-11-15,-2 1-21 0,2 2-13 0,-2 1-13 16,0-1-8-16,-2 3-9 0,1 1-6 0,-1 1-2 16,2 3-2-16,-2-1-1 0,4 1-1 0,1 1-1 15,2 1 0-15,0 0-1 0,4 0 0 0,-1 1 0 16,3 2 0-16,3 2-1 0,1-1-1 0,1 2 1 15,3 2 0-15,3-1 5 0,1 2 2 16,2 1 1-16,4 0 0 0,0 0 1 0,3 2-2 16,1-3-3-16,2 3-2 0,-2 0 0 0,2-1 0 15,2-1 0-15,-2 2 0 0,0-3 1 0,-3 1 0 16,1 1 0-16,-4-3 1 0,-1 1 1 0,-2-2 0 16,-3 2 0-16,-4-2 0 0,-2 1 0 0,-4 0-1 15,-1-3 0-15,-6 3 0 0,-1-4-1 16,-1 2 0-16,-4-1-1 0,-2-2 0 0,-1-1 1 15,0-1 0-15,-4-1 0 0,2-1 0 0,-2-1 1 16,2-1-1-16,0-1 0 0,2-2-2 0,1 0 0 16,0 0-2-16,6-2-3 0,-1 1-7 0,2-1-14 15,3 1-18-15,1-1-23 0,1-1-48 16,3 2-74-16,2-3-86 0,0 3-150 0,4-2-257 16,-1 2-316-16,3-1-295 0,1 2-193 0,3-1 104 15,0 1 600-15</inkml:trace>
  <inkml:trace contextRef="#ctx0" brushRef="#br0" timeOffset="3910.02">8530 1330 128 0,'1'-9'739'0,"-4"2"483"0,1 2 155 0,-1 3-97 16,0 0-399-16,-3 4-320 0,-2 0-167 0,2 4-92 15,-3 3-73-15,-1 3-67 0,0 3-37 0,0 3-23 16,0 3-15-16,0 3-11 0,2 6-8 0,2 0-9 16,-2 3-12-16,3 2-9 0,0 0-10 0,2-1-12 15,3-3-9-15,2-2-7 0,3-4-5 16,3-5 1-16,2-4-4 0,3-4 6 0,1-4 5 16,2-3 1-16,1-7 2 0,1-4-4 0,1-4 2 15,1-3-4-15,-2-3-2 0,4-5-1 16,-3-2-1-16,0-1 0 0,1-3 0 0,-2 0 2 15,-1 0 1-15,-1 0 1 0,-3 4 1 0,-2-2 2 16,-3 3 1-16,1 4-1 0,-4-1 1 0,-2 5 1 16,0 3 0-16,-1 1 1 0,-2 2-1 0,-2 4-1 15,2 2 0-15,-3 4 0 0,0 2-2 0,-2 4 0 16,2 2 0-16,-3 4 0 0,1 2 0 0,0 2 0 16,2 3 1-16,-2 0 0 0,0 3 0 0,2 0-1 15,-1 3 0-15,2 0 1 0,-1-2-1 16,2 1-3-16,1-2-1 0,1-1-2 0,2-2-3 15,3-2-11-15,-1-2-20 0,2-2-40 0,-1-2-80 16,2-1-123-16,1-1-241 0,-1-4-306 0,2 0-364 16,2 0-382-16,-1 0-103 0,1-2 504 0,3-2 758 15</inkml:trace>
  <inkml:trace contextRef="#ctx0" brushRef="#br0" timeOffset="4875.95">8953 1836 404 0,'3'3'936'15,"-3"0"300"-15,0-3-35 0,0 0-286 16,0-2-260-16,2 0-175 0,1-3-105 0,2-3-60 15,1-3-40-15,0-2-40 0,2-5-64 0,0-2-56 16,2-6-33-16,4-1-20 0,-3-5-15 0,3-1-6 16,1-1-11-16,0-1-3 0,0-1-1 0,0 2 3 15,-2 1 2-15,0 1 0 0,-1 4 5 0,-2 3 1 16,-2 1-1-16,1 6 0 0,-4 4 1 0,1 2 2 16,-4 3-1-16,1 5-1 0,-1-3-5 0,-2 6-5 15,0 2-7-15,0 6-6 0,-2 0-5 0,2 3-4 16,-3 5 1-16,3 3 0 0,-2 3 1 0,2 3-1 15,2 1 0-15,-2 1 1 0,2 3-2 16,-1 0-1-16,1 0-1 0,1 0-3 0,0-2-2 16,2 1-1-16,-1-4-2 0,1-1 0 0,2-5-2 15,1-2 3-15,2-2 2 0,0-6 1 0,1 0 0 16,3-5 1-16,-1-4 3 0,3-4 2 0,0-2 1 16,-1-4 0-16,1-4 1 0,2 0-1 15,-4-5-3-15,3 2-2 0,-2 0-1 0,0-1-1 16,-2 1 1-16,1 2-1 0,-3-1 2 0,-3 3-1 15,3 3 0-15,-4 2 1 0,-3 1-1 0,1 4 4 16,0 0 3-16,-1 4-6 0,-1 4-1 0,-1 3 0 16,1 2 0-16,-3 5 0 0,2 2 0 0,-2 3 0 15,0 4 0-15,0 0 0 0,0 0 0 16,2 2 0-16,-1 0 0 0,2-1 0 0,-1-5 0 16,3 1 0-16,0-5 0 0,2-3 0 0,1-3 0 15,0-4 0-15,3-5 0 0,2-6 0 0,0-5 0 16,2-3 0-16,0-6 0 0,2-3 0 0,-1-2 0 15,1-2 0-15,-1-1 0 0,-2 3 0 0,-1 3 0 16,1 0 0-16,-3 3 0 0,-2 3 0 16,-1 2 0-16,0 5 0 0,-1 1 0 0,-2-1 0 15,2 7 0-15,-2 2 0 0,0 2 0 0,-2 7 0 16,2-1 0-16,-2 6 0 0,3 2 0 0,-3 4 0 16,0 2 0-16,-1 4 0 0,1-1 0 0,0 2 0 15,2 0 0-15,0 2 0 0,0-2 0 0,2-1 0 16,0-2-105-16,-4-1-112 0,4 1-212 15,-3-2-295-15,4 1-375 0,0-3-448 0,0 1-293 16,0-4 311-16,-1 0 923 0</inkml:trace>
  <inkml:trace contextRef="#ctx0" brushRef="#br0" timeOffset="6275.4">3231 3538 24 0,'3'0'500'0,"-1"3"470"16,1-2 238-16,-3 3-50 0,2-2-348 16,1 7-242-16,0-1-124 0,2 6-88 0,1 2-47 15,-1 3-37-15,1 5-26 0,1-1-53 0,0 5-57 16,0 3-40-16,-1-1-22 0,1 2-15 0,-1-1-14 16,0 2-9-16,0 1-7 0,-1-1 0 15,-2 0-1-15,-1 0-2 0,1-1-1 0,-3-4-4 16,0 0-3-16,0-2-2 0,-1-2-3 0,-1-1 0 15,-1-2-1-15,0-4 2 0,-1-3 1 0,1 1 3 16,0-5-1-16,1-1 1 0,1-3-2 0,-4-2-3 16,4 0-3-16,-2-4-4 0,-1-4-2 0,1-4-3 15,0-3-2-15,-2-3-2 0,3-7 1 16,1-4-1-16,-1-6 1 0,1-2 4 0,-2-3 3 16,1-4 1-16,1-2 3 0,1-1-4 0,0 0-3 15,0 0-4-15,1 1-4 0,4 1-1 0,-2 4-3 16,3 0 5-16,1 5 1 0,1-2 2 15,4 6 0-15,-2 1 1 0,5 1-1 0,-2 4 1 16,2 1-1-16,0 4 1 0,1 1 0 0,1 0 0 16,2 4 1-16,-3 3 0 0,1 0 1 0,0 4 0 15,-2 4 1-15,-2 2 2 0,1 2 0 16,-3 6 1-16,-1 0-1 0,-1 5 1 0,-1 2 0 16,-3 2 0-16,-2 5 4 0,-3 1 1 0,0 2 4 15,-3 2 8-15,0 1 6 0,-4 2 2 0,-2 0-3 16,1 0 0-16,-2 1-3 0,-2-2-11 0,1 0-6 15,-2 0-5-15,-1 0-2 0,1-1-2 16,1-2-2-16,-1 0 3 0,2-2 1 0,-2 0 0 16,5-2 1-16,0 0-1 0,-1-4-1 0,4 2 0 15,2-3-1-15,0 0 1 0,3-1-1 0,1-2 2 16,3 0-1-16,-1-3 0 0,3 0 0 16,2-2 0-16,1-2-1 0,3-1 0 0,2-2 0 15,0-3 0-15,3-2 0 0,1-1 3 0,2-4 2 16,1 0 0-16,2-5-4 0,0 0-9 0,-1-2-14 15,3 0-27-15,-3-2-45 0,-1 3-79 0,-2-3-112 16,-3 2-185-16,-1 0-292 0,-2 3-343 16,1 1-348-16,-4-3-151 0,-2 3 295 0,3-1 701 15</inkml:trace>
  <inkml:trace contextRef="#ctx0" brushRef="#br0" timeOffset="6587.9">3966 3520 86 0,'5'-13'682'0,"-2"4"517"16,1 1 243-16,-3 2-87 0,2 1-407 0,-1 3-344 15,1 2-190-15,-3 1-102 0,0 5-87 0,0 3-63 16,0 5-34-16,0 2-24 0,0 3-14 16,-1 7-12-16,-1 1-10 0,2 5-15 0,0 1-11 15,0 3-8-15,0 3-5 0,2-3-8 0,-1 4-5 16,2 0-5-16,2-3-2 0,0-2-3 15,1 2-3-15,2-6 0 0,3 1-1 0,0-2 0 16,0-4-1-16,3-1 0 0,1-1-1 16,4-6-1-16,1 0 0 0,1-4-1 0,1-6-1 15,3-2-2-15,0-3 0 0,1-5-8 0,1-2-14 16,0-3-20-16,-2-4-36 0,0-1-77 0,-3-5-91 16,-3 1-157-16,0-1-265 0,-4-2-328 15,-3 0-355-15,-1 2-194 0,-1-2 75 16,-4 1 636-16</inkml:trace>
  <inkml:trace contextRef="#ctx0" brushRef="#br0" timeOffset="6814.99">3881 3777 546 0,'-6'9'1051'0,"1"-3"208"0,-1 0-95 16,6-1-306-16,4-4-286 0,1 2-162 0,5-1-78 15,4-1-38-15,0-1-32 0,7-1-34 16,-1-1-76-16,7-1-54 0,0 0-35 0,3-2-21 16,3 1-16-16,-1-2-9 0,1-1-7 0,0 4-5 15,-1-2-4-15,-2 0-4 0,-1 2-2 16,-3 0-24-16,-4 3-76 0,-4 0-88 0,-2 3-172 16,-5 0-287-16,-5 2-333 0,-1 1-364 15,-7 1-192-15,-4 1 180 0,-2-1 684 0</inkml:trace>
  <inkml:trace contextRef="#ctx0" brushRef="#br0" timeOffset="7248.02">4074 3574 474 0,'0'-9'972'0,"-1"1"267"0,1 2-55 16,0-3-303-16,1 4-251 0,1-1-174 16,5 0-106-16,-2-2-57 0,3 2-39 0,2-1-38 15,4-1-67-15,0 2-49 0,2 0-26 0,0 0-19 16,3 1-13-16,1 0-11 0,-1 1-10 16,0 0-7-16,2 1-4 0,1 0-4 0,0 1-1 15,0 0-2-15,-1 0-1 0,-1 0-2 0,2 1-1 16,-4 1 4-16,2 0-2 0,-4 0-26 15,2 1-76-15,-6 3-82 0,2-2-161 0,-4 2-293 16,-2 0-336-16,1 2-367 0,-4-1-204 16,0 6 123-16,0-3 679 0</inkml:trace>
  <inkml:trace contextRef="#ctx0" brushRef="#br0" timeOffset="7764.7">4803 3554 154 0,'3'-1'754'0,"0"1"427"0,-1 4 66 16,0 0-133-16,1 5-352 0,3 3-241 0,0 4-131 15,-1 3-70-15,1 6-42 0,1 1-38 0,2 4-58 16,-1 6-61-16,-2 1-36 0,1 6-22 15,2 4-13-15,-3 2-14 0,2 5-12 0,-1-1-9 16,0-3-6-16,0-3-4 0,-1-4-3 16,2-7-2-16,-3-3 0 0,4-8-2 0,-4-5 0 15,0-3 2-15,0-7 1 0,0-4 2 0,-1-6-1 16,-1-3 2-16,2-10 0 0,-2-4-2 16,0-3-1-16,-1-8 0 0,1-3 0 0,-3-4-3 15,2-4 0-15,-4-2-1 0,2-4 0 0,-2-3 2 16,1-2 0-16,-1 1 2 0,-1-4 1 15,3-1-4-15,-2 3-4 0,2 3-2 0,2 3-2 16,0 6-1-16,-1 5 0 0,1 7 6 0,1 4 3 16,0 5 2-16,-1 3 1 0,4 5 0 15,2 1 2-15,0 2 0 0,2 3 3 0,2 2 0 16,2 2 1-16,0 2-1 0,1 1 0 16,0 2-1-16,0 1-2 0,2 0-1 0,-3-1-2 15,4 1 7-15,-2 1 2 0,1-1 2 0,-1-2-1 16,1 1 0-16,1-1-1 0,-1 1-5 0,-4-2-6 15,2 0-6-15,-3 1-14 0,-3 1-39 16,0-1-73-16,-4 2-95 0,-3 0-168 16,-2-1-297-16,-2 2-328 0,-3 1-331 0,1-2-181 15,-6 1 188-15,1-1 662 0</inkml:trace>
  <inkml:trace contextRef="#ctx0" brushRef="#br0" timeOffset="7964.91">4923 3848 720 0,'-8'17'1560'16,"2"-3"105"-16,1-2-327 0,4-3-372 0,1-2-432 16,3-1-258-16,2-2-129 0,5 0-55 15,2-4-22-15,5 0-13 0,5-4-14 0,4 2-11 16,5-3-8-16,2-1-9 0,7 2-7 16,1-3-4-16,3 3-4 0,2 3-2 0,4-2-13 15,-4 3-51-15,5 0-74 0,0 3-101 0,2 1-156 16,4 2-303-16,5 2-341 0,6-1-300 0,3 1-159 15,5 0 211-15,3-1 600 0</inkml:trace>
  <inkml:trace contextRef="#ctx0" brushRef="#br0" timeOffset="10174.51">22798 3295 11 0,'1'-11'520'0,"1"-2"505"0,-2 1 250 0,-2 1-12 16,1 1-248-16,-1 4-318 0,0 0-198 0,2 1-119 15,-3 4-75-15,3-2-73 0,-2 6-75 16,2 3-43-16,0 5-24 0,2 5-15 0,0 8-3 16,-1 6-3-16,1 8-5 0,0 4-7 15,-2 6-7-15,0 3-7 0,0 2-9 0,-2 3-7 16,0 0-6-16,2-3-4 0,0 0-6 0,0-3-2 15,4-3-2-15,-3-3-2 0,2-4-2 16,3-7-1-16,-1-1-1 0,-2-7-1 0,2-7 1 16,-2-1 0-16,1-4 1 0,-1-5 1 0,-2-4 0 15,1-6 0-15,1-5 0 0,0-5 0 0,-2-4-1 16,3-5-2-16,-1-2 0 0,-1-6-2 16,-1-3 2-16,1-4-1 0,-2-3 2 15,0-3 1-15,0-5 1 0,-2 0 0 0,1-6-1 16,-1 0-1-16,0 0 1 0,2 2-3 0,0 3 1 15,-1 6-1-15,1 3 1 0,0 6-1 0,0 4-1 16,0 7 2-16,0 2-1 0,0 4 0 16,1 4 0-16,1 0 1 0,1 4 0 0,2 2-1 15,1 0 1-15,5 3 0 0,0 0 0 16,2 2 0-16,4 1 0 0,2 0 0 0,2 2 0 16,3 0 0-16,1 1-1 0,2 0 1 15,1 1 0-15,2 1-1 0,0-3 0 0,0 3-1 16,0-3 1-16,0 2-1 0,-2-2 2 0,-2 2-1 15,0-3 0-15,-3 2 1 0,-1 0-1 0,-6 0-2 16,0 1-9-16,-5 1-17 0,-4 2-30 16,-4 0-73-16,-5 3-105 0,-3 0-202 0,-4 0-295 15,-5 0-362-15,-1 2-429 0,-3-1-204 16,-5-1 295-16,-4 0 806 0</inkml:trace>
  <inkml:trace contextRef="#ctx0" brushRef="#br0" timeOffset="10409.08">22698 3632 331 0,'-3'8'938'0,"3"0"331"0,0-1 25 16,3-1-94-16,3 0-471 0,7 0-247 0,-1-2-119 16,6 0-67-16,-1-1-65 0,5-2-82 15,3-1-51-15,2-1-33 0,1-1-19 0,2 1-17 16,-2-3-11-16,2 2-9 0,0 0-5 0,0 0-4 15,0 2-5-15,-1 0-15 0,-4 0-61 16,-3 4-82-16,-3-2-167 0,-2 3-275 0,-2 1-324 16,-3 2-390-16,-4 0-277 0,-3 5 70 15,-2-3 727-15</inkml:trace>
  <inkml:trace contextRef="#ctx0" brushRef="#br0" timeOffset="23092.14">2374 5599 403 0,'5'-6'929'0,"-5"-1"306"0,2 0 3 0,-2 1-199 16,0 2-296-16,-2 0-209 0,2-1-137 0,-3 1-73 15,0-2-55-15,-2 1-70 0,2-1-57 16,-2 2-33-16,-4-1-19 0,2 3-14 0,-1-2-13 16,0 2-15-16,-4 0-8 0,2 2-6 0,-4 2-5 15,3 2-4-15,-3 0-1 0,-2 4-3 0,3 2-3 16,-2 1-2-16,2 2-3 0,-1 4-1 0,1-1-3 15,3 2-1-15,1 3-2 0,1 2-3 0,2 2 0 16,1 0-1-16,3 5-2 0,2-2-1 16,2 0 0-16,1-1 1 0,2-1-1 0,1-1 0 15,2-3 0-15,3-3 0 0,-1-3-2 0,5-2 0 16,-3-5 1-16,2 0-1 0,2-7 1 0,1-2 1 16,0-5 1-16,2-3 2 0,-3-7-4 0,3-1-2 15,-4-3-1-15,0-4 0 0,-2 0-1 16,-3-1-1-16,0 0 4 0,-3 0 1 0,-1 1 2 15,-3 2 1-15,-1-1 0 0,0 3 1 0,-4-1 0 16,0 2 0-16,1 2-1 0,-4-1 5 0,2 2 1 16,-4 2 0-16,3 1 1 0,-4 1 1 0,3-1-1 15,-1 5-2-15,1-1-3 0,0 4 1 16,2-1 1-16,0 2-1 0,0 0 1 0,0 2 1 16,1 2-1-16,2 2 0 0,-3 3-4 0,3 3-3 15,0 3-1-15,0 5-2 0,3 1-1 0,-1 3-1 16,4 3 4-16,-2 2 1 0,1 0 2 15,2 4 0-15,1-3-1 0,3 2 1 0,0-2 4 16,0-1 1-16,3 0 0 0,2-3 1 0,1-2 0 16,2-2-1-16,0-3-3 0,0 0-2 15,0-2-1-15,3-4-1 0,0-1 0 0,0-3 0 16,-2-3-1-16,2-2 0 0,-2-1-2 0,1-3-4 0,-1-1-6 16,-2-4-11-16,1 1-14 0,-2-2-20 15,-1-2-42-15,-2-1-73 0,-4 0-90 16,-1 2-159-16,-4-3-286 0,1 2-331 0,-1 1-332 15,-2-1-185-15,0 2 135 0,-1-2 669 0</inkml:trace>
  <inkml:trace contextRef="#ctx0" brushRef="#br0" timeOffset="23530.9">3046 5486 330 0,'0'4'815'0,"-1"-2"338"16,-1 2 42-16,2-2-279 0,0 2-291 0,0-2-129 16,3 3-97-16,-1 0-57 0,4-1-45 0,-1 1-33 15,3 0-45-15,1-1-69 0,-1 0-46 16,5-1-28-16,-2 1-19 0,2 1-18 0,4-3-13 16,-1 1-7-16,1-2-2 0,2-1-5 0,-1 0-4 15,0-1 3-15,2-1-1 0,0 1-3 0,2-2-3 16,-4-1-2-16,2 0 0 0,-3 1 5 0,1-1 3 15,-4 1 0-15,-1 2 1 0,0-3-1 16,-4 3-3-16,-1 0-17 0,-2 1-24 0,-4 0-64 16,-2 1-71-16,-2 0-130 0,-3 3-214 0,-1 0-306 15,-5 0-343-15,2 3-265 0,-6 1-115 0,1 1 450 16,0 0 639-16</inkml:trace>
  <inkml:trace contextRef="#ctx0" brushRef="#br0" timeOffset="23762.99">3048 5785 231 0,'0'6'677'0,"3"-5"338"0,0 3 143 16,1-2-166-16,3 0-323 0,1 1-167 16,3-2-52-16,3 4-62 0,1-5-58 0,0 2-53 15,3-2-54-15,-1 0-64 0,1 0-63 0,4 0-31 16,-2 0-27-16,3 0-15 0,-1-2-6 0,1 2-7 15,1-3-4-15,-3 0 2 0,4 2 0 16,-3-1-13-16,0 2-68 0,-1-2-75 0,-1 4-170 16,-2-2-286-16,-2 2-324 0,-2 0-385 0,2 3-241 15,-2 1 73-15,2 3 724 0</inkml:trace>
  <inkml:trace contextRef="#ctx0" brushRef="#br0" timeOffset="24700.24">4718 5989 86 0,'3'-1'579'15,"2"1"399"-15,-1 0 152 0,-1 0-75 16,0-2-393-16,2 1-247 0,0 1-160 0,1-3-77 16,4 1-36-16,-1 1-19 0,3-2-29 0,1-1-30 15,4 2-24-15,1-4-13 0,4 1-8 16,-1 0-9-16,4 1-4 0,1 0-3 0,0-1-1 16,3 2-13-16,-2 1-67 0,-3 1-155 15,1 1-264-15,-1 0-271 0,-2 3-274 0,-2 1-224 16,1 2 102-16,-1 2 510 0</inkml:trace>
  <inkml:trace contextRef="#ctx0" brushRef="#br0" timeOffset="24902.15">5524 6084 125 0,'14'1'363'0,"-1"-1"181"16,-1 1 157-16,-2-1-99 0,1 0-160 15,3-1-85-15,-3 1-70 0,3-3-49 0,-1 2-47 16,3-1-69-16,-2-1-50 0,3 2-26 0,-2-2-19 15,4-1-11-15,-2 3-13 0,2 1-35 16,-1 0-72-16,0 0-101 0,1 3-133 0,1 0-249 16,0 0-183-16,0 2-52 0,-2-2 142 0,4-1 243 15</inkml:trace>
  <inkml:trace contextRef="#ctx0" brushRef="#br0" timeOffset="25079">6326 6049 16 0,'14'0'299'0,"-3"0"213"0,-3 0 219 0,1 0 73 16,-1 0-194-16,-1 0-158 0,-1 0-100 16,1 0-73-16,0 0-73 0,-1 0-73 0,1 0-54 15,0 0-34-15,0 0-20 0,-1 0-14 0,2-2-31 16,-1 2-80-16,2 0-110 0,-1 0-165 16,0 0-274-16,3 2-202 0,0-2-82 0,0 2 156 15,3 0 294-15</inkml:trace>
  <inkml:trace contextRef="#ctx0" brushRef="#br0" timeOffset="25578.99">7734 5190 18 0,'0'0'453'0,"0"0"390"0,0 0 221 15,2 1 29-15,1-1-310 0,2 1-268 0,4 1-174 16,2 1-89-16,2 2-50 0,1-3-40 16,5 3-18-16,0 0-20 0,3-1-16 0,0 0-13 15,2-2-9-15,0 0-14 0,1 0-31 16,0-2-14-16,1 0-12 0,-4-4-12 0,2 2-6 16,-4 0-40-16,-1-1-46 0,-3 0-107 15,-5 0-166-15,-2 1-293 0,-4 2-293 0,0-3-251 16,-5 3-141-16,-2-2 299 0,-1 1 531 0</inkml:trace>
  <inkml:trace contextRef="#ctx0" brushRef="#br0" timeOffset="25828.35">7963 5029 49 0,'0'-1'477'15,"0"-1"348"-15,-1 2 221 0,2 2 48 0,-1 2-350 16,3 0-244-16,1 4-154 0,1 1-80 0,1 3-58 15,2 1-63-15,1 1-37 0,1 1-22 16,-1 1-16-16,2 1-9 0,0 0-9 0,-1-1-6 16,1 2-15-16,-3 0-18 0,2 1-6 15,-1-2-5-15,-3 1 0 0,2 0-30 0,-3 2-33 16,-2-3-107-16,0 1-174 0,-3 2-292 0,-3-2-287 16,2 0-259-16,-3 1-135 0,-2 1 309 15,-1 0 526-15</inkml:trace>
  <inkml:trace contextRef="#ctx0" brushRef="#br0" timeOffset="26097.89">7772 5685 72 0,'5'-1'604'0,"-1"-1"436"16,1 2 144-16,-1-2-81 0,0 0-364 0,3 0-316 16,4-1-171-16,0 0-80 0,0-2-41 0,5 1-34 15,0 2-32-15,1-4-22 0,3 1-24 16,1 1-12-16,1 0-8 0,3-1 1 0,-1 2-2 16,0 0-2-16,1 2-3 0,0 1-19 0,-1 0-92 15,1 4-178-15,-4 0-290 0,0 4-274 16,-1 2-265-16,-1 3-179 0,0 0 251 15,0 0 541-15</inkml:trace>
  <inkml:trace contextRef="#ctx0" brushRef="#br0" timeOffset="26498.47">9138 6061 228 0,'3'3'829'0,"-1"0"367"16,0 0 20-16,1 0-166 0,0-1-471 16,2-2-293-16,2 1-141 0,1-1-65 0,0-1-38 15,5-1-18-15,1-1-10 0,2-1-11 0,1-2-39 16,2 1-115-16,-1-1-178 0,-1 0-290 15,1 2-265-15,-1 1-253 0,-1 1-84 0,3 2 335 16,-2 2 473-16</inkml:trace>
  <inkml:trace contextRef="#ctx0" brushRef="#br0" timeOffset="26748.25">9714 6128 21 0,'12'1'417'0,"-4"0"316"0,0 1 198 16,0 1 50-16,-2-2-322 0,2 2-267 15,-1-1-159-15,2 1-77 0,2-2-34 0,-1-1-44 16,4 0-34-16,0 0-21 0,3-3-7 0,1 0-24 16,1-1-48-16,1 1-65 0,-2-1-61 0,4-2-69 15,-3 3-61-15,3 1-35 0,0 0 18 16,0 1 51-16,-1 1 67 0,1 0 70 0,0 1 63 16,-1 1 41-16,-1-1 26 0,1 0 18 15,-2 2 15-15,1-1 4 0,-1 2 5 0,-1-2 0 16,2 0-2-16,-2 1-5 0,-1 0-8 0,0 1-3 15,-1 1-2-15,0-1-7 0,-2 4-42 16,-1-1-102-16,0 4-255 0,-2-2-136 0,1 2-42 16,1 2 60-16,-2-1 154 0</inkml:trace>
  <inkml:trace contextRef="#ctx0" brushRef="#br0" timeOffset="28095.97">20709 5965 341 0,'3'2'881'0,"-3"-2"310"16,0 0-20-16,1 1-205 0,2 1-466 16,4 0-219-16,1-2-127 0,4 2-60 0,1 2-29 15,2-3-5-15,5 2 4 0,2-1-2 16,3-1 2-16,-1 0-4 0,6 1-4 0,-1 1-13 16,2-2-17-16,-1 2-12 0,2 0-17 0,0 0-27 15,-2 2-29-15,-2-2-83 0,-3 1-134 16,-1 0-182-16,-5 1-284 0,0 1-255 0,-2 0-204 15,-2 0 66-15,0 1 399 0</inkml:trace>
  <inkml:trace contextRef="#ctx0" brushRef="#br0" timeOffset="28279.35">21408 6085 27 0,'14'3'394'0,"-3"-1"297"16,-1-1 256-16,0 0 101 0,-2 4-313 0,0-2-216 15,0 1-137-15,1 1-80 0,0 0-82 16,0-1-75-16,2 0-59 0,0 2-38 0,0-4-27 15,3 3-13-15,2-1-4 0,0-1-3 0,0 0 1 16,4 2-10-16,-2-1-46 0,-1 1-96 16,2-3-129-16,-3 3-174 0,5 0-295 0,-5-1-253 15,2 0-118-15,1 1 165 0,-3-3 364 16</inkml:trace>
  <inkml:trace contextRef="#ctx0" brushRef="#br0" timeOffset="28466.45">22043 6167 221 0,'16'-2'631'0,"-4"-2"338"15,0 2 160-15,-3 0-189 0,2-1-293 16,-3 0-206-16,0 2-134 0,0-1-87 0,1 1-73 16,3-1-58-16,-3 2-26 0,4 0-27 0,0-1-13 15,0 1-9-15,0 0-5 0,3 1-8 16,-3 1-6-16,2-1-9 0,-2 4-28 0,-2-1-84 16,0 2-151-16,-3 0-231 0,-3 2-281 15,0-1-257-15,0 1-185 0,-1 1 157 0,-1-3 464 16</inkml:trace>
  <inkml:trace contextRef="#ctx0" brushRef="#br0" timeOffset="29185.85">23457 5496 161 0,'-2'1'643'0,"0"0"370"15,2-1 135-15,2 2-108 0,1-2-394 16,4 2-229-16,1-1-137 0,6 0-50 0,2 1-25 15,6-2 2-15,3 3 13 0,3-3-10 0,2-3-18 16,4 1-29-16,-3 1-31 0,2-4-42 16,2 3-41-16,-3-3-22 0,0 0-11 0,-2 0-9 15,-4 0-3-15,0 1-4 0,-7-1-30 16,-2 2-60-16,-4 2-55 0,-2-1-99 0,-8 1-173 16,-3 1-311-16,-3-1-288 0,-2-1-227 0,-3 2-154 15,-1-2 257-15,-5 1 570 0</inkml:trace>
  <inkml:trace contextRef="#ctx0" brushRef="#br0" timeOffset="29475">23681 5155 168 0,'5'2'749'0,"-2"4"421"0,0-1 77 15,-1 5-140-15,1 2-408 0,2 1-245 0,-2 4-112 16,2 1-67-16,-4 1-43 0,-1 2-34 0,0 4-45 16,0-3-53-16,0 4-40 0,0-1-26 15,-3 2-14-15,0-1-8 0,0 2-4 16,-2 0-4-16,2-2-6 0,-2 1-36 0,4-2-56 16,-3-2-58-16,0-2-120 0,2-3-191 0,0-2-312 15,1-4-277-15,-1-1-230 0,2-3-108 0,-1-2 371 16,1-4 560-16</inkml:trace>
  <inkml:trace contextRef="#ctx0" brushRef="#br0" timeOffset="29764.19">23487 5781 321 0,'9'7'736'0,"-1"-3"329"0,5 1 94 16,-2-2-243-16,3 0-307 0,3 0-119 0,4 0-87 15,0-3-72-15,2 0-61 0,1 0-45 16,1 0-35-16,2 0-59 0,-1 0-44 0,2 0-26 15,2-3-18-15,0 1-13 0,2 1-14 16,-1 1-29-16,1 0-74 0,-3 1-88 0,-3 4-174 16,0-3-287-16,-3 1-322 0,-2 1-340 0,-1 2-186 15,-1 2 172-15,-1-1 656 0</inkml:trace>
  <inkml:trace contextRef="#ctx0" brushRef="#br0" timeOffset="30417.02">24764 6115 76 0,'8'2'566'0,"0"-2"404"0,-3 1 161 0,0-1-77 16,3 0-390-16,0 0-315 0,2 1-164 15,2-1-91-15,3 0-50 0,1 3-22 0,1-3-19 16,3 2-8-16,0 0-1 0,4 1-3 0,-2-2-39 16,0 3-89-16,3-2-111 0,1 1-169 0,0 0-283 15,0 3-241-15,-1-1-96 0,2 1 165 16,2-2 328-16</inkml:trace>
  <inkml:trace contextRef="#ctx0" brushRef="#br0" timeOffset="30592.93">25574 6186 256 0,'20'3'542'0,"1"-3"263"0,-7 0 187 16,2 1-206-16,-2 1-187 0,0 0-129 0,-3 1-101 16,2-1-80-16,0 2-92 0,0-2-76 0,0 0-53 15,2 1-32-15,1 0-19 0,1 0-10 16,0 0-6-16,3 0 0 0,-2 0-19 0,1 0-49 16,1 1-99-16,2-1-125 0,-2 2-151 0,1-3-269 15,1 3-246-15,1 0-120 0,1-4 144 16,0 2 325-16</inkml:trace>
  <inkml:trace contextRef="#ctx0" brushRef="#br0" timeOffset="30732.34">26270 6253 35 0,'21'0'264'16,"-3"0"155"-16,-2 0 156 0,-2 0-41 0,0 1-116 15,-3-1-70-15,1 2-24 0,-2 1 0 16,2-3-4-16,-3 2-16 0,2 1-29 16,-1 0-41-16,-1-1-44 0,4 5-53 0,-2-3-44 15,1 4-33-15,3-2-25 0,-1 1-17 0,-1 2-13 16,-1 0-10-16,2 0-62 0,-1-1-119 0,0 0-173 15,-4-1-280-15,2 1-229 0,0-3-159 16,-3-2 92-16,0 0 335 0</inkml:trace>
  <inkml:trace contextRef="#ctx0" brushRef="#br0" timeOffset="35251.99">2265 7883 289 0,'0'2'550'0,"0"-1"223"0,0 1 80 16,2-2-145-16,1 0-112 0,-2-3-93 16,4 0-78-16,-3-1-45 0,4-4-20 0,1-1-28 15,3 1-30-15,0-3-37 0,1 0-25 0,2-4-26 16,-2 0-39-16,1-1-46 0,1-2-39 0,0-2-17 16,3-1-14-16,-2 0-15 0,3-3-7 0,-1 1-6 15,0 0-5-15,3-3-6 0,-3 0-4 16,1 1 0-16,-1-2 0 0,3 2-1 0,-3-2-1 15,1 1-2-15,-3 4-2 0,2-1-1 0,-3 1-2 16,-1 3-1-16,1 3-1 0,-3 1 0 0,0 1-1 16,-2 1-2-16,-1 4 0 0,-2 0-1 15,2 1-1-15,-4 3 0 0,1 1-1 0,-1 0 1 16,0 1-1-16,-1 0 0 0,-1 2-1 0,1 1 1 16,-2-2-2-16,2 2 0 0,-2 0-2 0,1 2 0 15,-1-1-6-15,0 2-10 0,0 0-18 0,0 1-30 16,-3 0-65-16,1 1-62 0,-1 0-111 0,-3 3-161 15,-1-1-251-15,0 1-298 0,0-1-225 16,-1 1-168-16,0-1 244 0,-2 2 534 0</inkml:trace>
  <inkml:trace contextRef="#ctx0" brushRef="#br0" timeOffset="35627.26">2328 7401 96 0,'-1'2'425'0,"-2"-1"297"0,3-1 214 16,0 1-57-16,0-1-210 0,0 2-143 0,0 1-110 15,4 1-80-15,-2 2-58 0,1 2-27 16,2 0-16-16,3 5 18 0,4-1-2 0,0 5-11 16,2 0-20-16,0 1-26 0,2 3-39 0,1 2-53 15,2 1-28-15,-3-1-19 0,4 3-9 0,-2-2-12 16,1 3-11-16,1-1-1 0,-2-2-6 16,1 0-6-16,-3-1-3 0,1-1-2 0,1-1-2 15,-1-4-1-15,0 2 0 0,-3-2-2 0,1-3 0 16,-1 0-1-16,-1-3 0 0,1 0-6 0,-3 0-9 15,-3-3-34-15,3-1-69 0,-5 0-75 0,-1-3-157 16,0 3-270-16,-4-1-322 0,1-2-325 16,2 0-210-16,-2 0 51 0,0-2 623 0</inkml:trace>
  <inkml:trace contextRef="#ctx0" brushRef="#br0" timeOffset="36422.79">3541 7360 201 0,'3'0'697'15,"1"-2"370"-15,-3 0 84 0,1 2-200 0,1-2-317 16,1 1-212-16,1-1-128 0,0 1-50 0,3 1-33 15,3-1-21-15,2-3-41 0,0 3-34 16,2-1-38-16,3 1-37 0,-1-2-14 0,3 1-10 16,-2-2-8-16,2 2-12 0,-2-2 2 0,2 0 3 15,-1-1-11-15,-3-1-44 0,0 3-54 0,-5-2-140 16,-1 2-249-16,-3 0-291 0,-2 3-303 16,-5 2-225-16,0-1-3 0,-5 3 511 0</inkml:trace>
  <inkml:trace contextRef="#ctx0" brushRef="#br0" timeOffset="36610.81">3578 7534 276 0,'1'7'517'0,"-1"-4"177"16,3 2 84-16,5-1-277 0,0-2-211 0,3 0-119 16,3-1-57-16,2 1-31 0,3-2-16 0,0 0-11 15,5 0-32-15,3-2-7 0,1 2-48 16,2-1-91-16,2 1-262 0,3 0-216 0,1 0-128 15,1 0-28-15,3 1 154 0,0 1 252 0</inkml:trace>
  <inkml:trace contextRef="#ctx0" brushRef="#br0" timeOffset="37109.12">5126 7791 272 0,'17'-3'469'15,"2"-3"156"-15,0 2 86 0,3-5-279 16,3 3-153-16,0-1-82 0,3 0-43 0,0-1-26 16,2 0-23-16,0 0-35 0,2 2-36 0,-2 0-22 15,1 0-69-15,-1 0-108 0,0 2-286 16,-1 4-183-16,1 0-101 0,-2 0 25 0,1 2 202 15</inkml:trace>
  <inkml:trace contextRef="#ctx0" brushRef="#br0" timeOffset="37391.21">6120 7767 318 0,'16'1'853'0,"-2"3"325"0,-3-4-2 15,-3 2-255-15,1-2-344 0,-2 2-247 0,1-2-140 0,-2 0-64 16,5 0-31-16,-1-2-31 0,2 0-25 15,4 2-16-15,0-4-12 0,3-1-7 16,1 3-5-16,1-3 2 0,4 2 4 0,1-1 1 16,0 2-10-16,3 1-7 0,-1-1-25 0,2 2-39 15,0 2-40-15,-1-2-35 0,1 0-12 16,-3 1-5-16,3-1 14 0,-3 2 33 0,-2-2 40 16,0 1 30-16,-3-1 20 0,-1 0 13 15,-2 0 22-15,-3 0 31 0,1 0 22 0,-4-1 22 16,1 1 6-16,-3-2 2 0,2 1-13 0,-4-2-24 15,1 0-19-15,1-1-13 0,-2 1-8 16,1 1-9-16,-1-1-26 0,-1 0-74 0,0 2-126 16,-1-3-207-16,-1 4-281 0,0 2-242 15,-3 0-145-15,0 0 132 0,-1 1 375 0</inkml:trace>
  <inkml:trace contextRef="#ctx0" brushRef="#br0" timeOffset="37676.94">7238 7188 5 0,'5'-3'710'0,"-2"3"744"0,2-1 119 15,1 2-268-15,0-1-353 0,2 0-413 0,3 1-241 16,3-1-128-16,2 0-56 0,3 0-31 15,6-1-24-15,0-2-23 0,6-1-15 0,0-5-9 16,6 1-6-16,-1 0-4 0,4-3-13 0,-3 0-54 16,-2-1-71-16,-5 2-148 0,-3 0-271 15,-3 3-308-15,-3 1-365 0,-7 4-292 0,-2-1-19 16,-4 3 634-16</inkml:trace>
  <inkml:trace contextRef="#ctx0" brushRef="#br0" timeOffset="37857.86">7625 7094 296 0,'-6'7'922'0,"0"-1"356"15,-1 1-16-15,4 1-113 0,1 2-417 0,1 0-257 16,1 2-126-16,0 1-74 0,1 2-53 0,3-2-71 16,-1 2-68-16,0 2-37 0,0-1-21 15,2 4-13-15,1-2-4 0,0 3-8 16,-2-1-30-16,0 3-76 0,-2-2-106 0,0 1-197 15,-1 1-289-15,-2-1-340 0,-1-1-354 0,2 1-153 16,-2-3 306-16,2 2 693 0</inkml:trace>
  <inkml:trace contextRef="#ctx0" brushRef="#br0" timeOffset="38127.12">7593 7828 90 0,'0'10'872'0,"2"-1"669"0,-1-2 7 15,3-1-301-15,-1 0-414 0,0-3-369 0,4 0-227 16,3-1-115-16,0-1-58 0,1-1-25 16,5-1-17-16,0 1-10 0,4-4-6 0,2 2-6 15,-1-2-33-15,1 1-69 0,3 0-44 16,2 2-48-16,3 1-99 0,0 0-204 0,3 0-276 15,1-2-198-15,1 4-224 0,-1-2-130 0,3 0 280 16,-1 0 565-16</inkml:trace>
  <inkml:trace contextRef="#ctx0" brushRef="#br0" timeOffset="38559.72">9271 8089 482 0,'5'8'1047'0,"-2"-2"237"0,0-2-100 15,2-1-265-15,1 0-457 0,2-1-237 16,3-2-112-16,3-2-53 0,2-1-27 0,3-1-17 16,2-2-8-16,3-3-6 0,3 0-15 0,1-1-64 15,0-3-140-15,2 1-221 0,0 1-281 16,-1 1-271-16,-1 3-234 0,1-1 48 0,-1 4 446 16</inkml:trace>
  <inkml:trace contextRef="#ctx0" brushRef="#br0" timeOffset="38700.76">10024 8029 261 0,'20'6'882'0,"-4"0"366"0,-3-1-15 0,-2 0-181 16,3 0-467-16,-3 0-276 0,3 1-127 0,-1-1-60 15,1-1-33-15,2 2-14 0,1-3-21 16,1 0-24-16,4-3-10 0,1 0-8 0,0-2-22 16,2-1-34-16,0 0-94 0,-1-1-164 15,-2 4-299-15,-1-2-283 0,-1 2-268 0,-2 2-175 16,-1 1 241-16,-4 0 545 0</inkml:trace>
  <inkml:trace contextRef="#ctx0" brushRef="#br0" timeOffset="39589.93">21049 8181 172 0,'11'4'767'16,"-2"-1"410"-16,-2 0 52 0,3 0-160 16,-1 0-435-16,3 1-322 0,4 0-154 0,2-2-76 15,0 2-41-15,6 1-21 0,1-3-13 0,5 2-7 16,2-2-3-16,3 0-15 0,1-2-45 16,4 3-107-16,1-2-146 0,-2 1-239 0,1 1-277 15,-2 0-246-15,3 2-80 0,-5-1 259 16,-1 2 415-16</inkml:trace>
  <inkml:trace contextRef="#ctx0" brushRef="#br0" timeOffset="39730.31">21961 8367 17 0,'8'9'462'15,"1"2"403"-15,-2-3 221 0,-4 1-23 16,2-1-348-16,0-2-304 0,-1 0-194 0,4-4-105 0,0 2-53 16,3-4-28-16,5-2-20 0,1-2-47 15,5-4-89-15,4 0-117 0,-1-1-135 0,3-3-200 16,5-1-211-16,1 2-137 0,2 1 49 15,1 0 240-15,-3 0 269 0</inkml:trace>
  <inkml:trace contextRef="#ctx0" brushRef="#br0" timeOffset="39825.83">22489 8319 49 0,'22'5'256'16,"-6"2"172"-16,-2 3 143 0,-6 0-20 15,-1 2-124-15,-1 1-110 0,-3 0-98 0,-2 1-76 16,1-2-94-16,0-1-126 0,-2 4-221 16,1-5-221-16,2 1-118 0,2-1-10 0,3-1 135 15,5-2 209-15</inkml:trace>
  <inkml:trace contextRef="#ctx0" brushRef="#br0" timeOffset="40311.37">23990 7600 336 0,'1'3'760'0,"-1"-2"272"15,3 1 20-15,1-1-268 0,0 1-332 0,4 0-215 0,2 0-122 16,2 1-58-16,2-1-34 16,2 2-18-16,6-4 0 0,0 4 1 0,5-2 1 15,2-1 4-15,1-1 10 0,1 0 5 0,1-1-6 16,0-1-19-16,-1-2-72 0,-2 1-128 0,-4 1-215 16,-3-4-273-16,-1 2-226 0,-5 0-135 15,-4-2 139-15,-4 0 361 0</inkml:trace>
  <inkml:trace contextRef="#ctx0" brushRef="#br0" timeOffset="40513.71">24355 7353 59 0,'-8'-2'536'0,"-1"2"415"0,0 2 182 16,3 2-65-16,0 0-391 0,-3 6-278 0,4 0-165 15,0 3-90-15,0 3-47 0,0 2-22 0,4 1-12 16,-1 3-22-16,-1 3-20 0,3 0-8 15,0 3-8-15,0-1-4 0,0 1 1 16,0 0-3-16,0-1-48 0,0 0-113 0,-1-3-159 16,1 0-295-16,-5-1-265 0,2-2-232 0,-4 0-39 15,1-2 328-15,-5-1 432 0</inkml:trace>
  <inkml:trace contextRef="#ctx0" brushRef="#br0" timeOffset="40717.82">23999 8040 213 0,'5'7'754'0,"-1"-3"354"0,-1 1 52 16,1-2-159-16,1 1-447 0,3 2-275 0,0-1-140 16,4-3-71-16,2 4-37 0,4-2-16 0,2 1-8 15,3-2-37-15,3 2-80 0,1-3-136 0,3 3-267 16,2 0-263-16,1 2-243 0,0-1-102 15,1 0 199-15,-3 0 415 0</inkml:trace>
  <inkml:trace contextRef="#ctx0" brushRef="#br0" timeOffset="41069.24">24987 8438 39 0,'26'-2'439'15,"-4"-2"305"-15,-6 2 179 0,2 0 10 16,0 0-358-16,-2 1-281 0,-1 1-139 0,1-1-70 16,1 1-37-16,1 0-20 0,3 1-9 0,1-1-3 15,-2 1-4-15,6-1-30 0,0 2-68 16,1-2-101-16,3 3-151 0,-1-2-278 0,1 4-198 16,0-4-69-16,0 3 144 0,0-2 269 15</inkml:trace>
  <inkml:trace contextRef="#ctx0" brushRef="#br0" timeOffset="41373.78">25805 8472 212 0,'9'4'461'0,"4"-1"193"16,-5 1 117-16,0 0-224 0,1 0-207 0,0 1-134 15,3-2-72-15,-3 1-40 0,5-1-37 16,-1 0-23-16,3 0-10 0,0 1-4 0,1-2-25 16,3 2-43-16,0-2-55 0,2 3-45 15,0-2-46-15,2 3-49 0,-1-1-19 0,3 1-1 16,-5-2 30-16,4 3 33 0,-5 1 35 0,0-2 48 15,-2 1 58-15,-1 0 62 0,-2 1 67 0,0 1 61 16,-2-2 47-16,1-3 26 0,-3 0 2 16,3 0 1-16,-2-3-16 0,0-2-30 15,1-1-28-15,0-1-15 0,1 0-16 0,-2 0-32 16,1-2 18-16,1 2 17 0,1-1 7 0,-1 2-4 16,-1-3-2-16,0 3-1 0,0-2-32 15,1 3-34-15,-2 1-19 0,-3 1-11 0,2 2-1 16,-5-1-2-16,2 1-3 0,-3 2-2 0,0-1-11 15,-2 1-45-15,0-2-75 0,-1 0-105 16,-2-1-194-16,0-2-237 0,0 0-135 0,0 0 26 16,1-2 189-16,1 0 245 0</inkml:trace>
  <inkml:trace contextRef="#ctx0" brushRef="#br0" timeOffset="43469.29">1978 9107 114 0,'0'-1'413'0,"-2"0"282"0,2 1 268 0,0-2-49 15,2 2-177-15,-2 0-150 0,-2-2-123 0,2 2-101 16,0 0-112-16,-2 2-86 0,2-2-63 0,0 0-43 16,0 2-13-16,2-1 10 0,1 2 31 0,0 1 39 15,5 2 29-15,-2 1 8 0,1 5-4 16,-1-1-13-16,3 3-26 0,1 1-29 0,-2 3-22 16,3 2-8-16,0 1-5 0,0-1-16 0,0 3-5 15,0 0-7-15,-1-2-2 0,1 1-1 0,-2 0-1 16,1-2 5-16,-2 1 2 0,1 0 0 0,-2-2-1 15,-1 0-1-15,-1-3-1 0,-2 1-1 0,1 0 1 16,-2-4-1-16,-2 2 1 0,0-4-1 0,-2 1-1 16,-2 1-1-16,1-2 4 0,-2-3-1 15,0 1-1-15,-3 0-7 0,2-2-5 0,-5 1-3 16,1-2-7-16,1 0-5 0,-2-1-3 0,0 1 3 0,-2-1 2 16,4-3 0-16,-4 0 1 0,2 0 1 15,-2-2 0-15,2 0-1 0,-1-2 0 0,0-2 0 16,0-1-2-16,1-1-1 0,-1-2 0 0,0-1 0 15,1-1 0-15,1-4 0 0,1-1 0 0,-1-1 0 16,2-4 0-16,-1 1-1 0,3-3 0 0,1-2 0 16,0 2 1-16,-1-1-1 0,4-2 0 0,-1 2 1 15,0 0 0-15,2 0 1 0,1-1 0 0,0 1 2 16,0 3 0-16,0-3 2 0,1 2-1 0,2 1 0 16,0-3 0-16,-1 4 0 0,1 0 0 0,0 0 0 15,0 1-1-15,2-1-1 0,-1 3 1 0,-1 0 0 16,1 1-1-16,1-1 0 0,-2 3 1 0,2 1-1 15,-2 0 0-15,2 0-1 0,0 2 1 16,1 1-2-16,-2 0 0 0,3 1 1 0,-1 0 0 16,2 3-1-16,1-1 1 0,3-1 1 0,-1 3 0 0,3 0-2 15,-1 1 1-15,1 0 1 0,2 0-1 0,1 0 1 16,-1 2-1-16,1-1 1 0,-1 0 0 0,2 1-1 16,0 1 1-16,0 0 1 0,1 0 0 15,-2 1 0-15,2 1 1 0,0 0 1 0,-3-1 0 16,3 2-1-16,-3-1 0 0,1 0 0 0,-1 0 0 15,0 1-1-15,-2 0-1 0,0-2 0 0,-1 1 0 16,-1 0 1-16,0-2-1 0,-1 2 1 16,0-2 0-16,-2-2-1 0,1 2 0 0,-1-2 0 15,1-1-1-15,-2 0-1 0,0-2-1 0,-1 1-2 16,0 0-7-16,-3-1-13 0,1-1-19 0,-3 4-32 16,1-1-73-16,-3 0-131 0,-3 2-254 15,1-3-296-15,-1 3-368 0,-2 0-416 0,0-1-136 16,-1 2 592-16</inkml:trace>
  <inkml:trace contextRef="#ctx0" brushRef="#br0" timeOffset="44721.98">3146 8918 65 0,'0'-2'560'0,"-3"0"460"0,-2 1 217 15,0 1-74-15,-1-1-337 0,-2-1-202 16,0 0-164-16,2 1-101 0,-5-1-66 0,3 1-54 16,0-2-59-16,-2 1-66 0,0 2-36 0,0-5-23 15,2 3-11-15,-1-2-1 0,-1 3-7 0,4-2-4 16,-1 0-8-16,-2 2 0 0,4-1-6 0,2 0-4 15,-2 2-4-15,2-1 3 0,1 1-1 16,-1-1-3-16,2 1 0 0,-1 0-3 0,0 0-2 16,2 0-1-16,-2 1-2 0,0-1 1 0,0 1-3 15,1 1 0-15,1 1 0 0,-2 3 0 16,1 0 0-16,-1 2 0 0,0 1 0 0,1 1 0 16,1 3 0-16,-2 0-1 0,2 2 6 0,0 0 3 15,-1 4 3-15,1 2 0 0,-2 0 0 0,2 2 1 16,0-1-6-16,0 2-3 0,0 2 0 0,0-1 0 15,2 4-4-15,-1 1-3 0,-1 0-2 16,0 0 0-16,0 1-2 0,0-1-2 0,2 1 5 16,-2 0 3-16,0-4 1 0,0 4 1 0,1-4 2 15,1 1-1-15,-2-2 0 0,0-2 1 0,2 1-1 16,-2-5-1-16,1 1 0 0,1 0 6 0,-2-4 5 16,1-2-1-16,1-2 2 0,0 0-1 15,0-1 2-15,-2-1-9 0,2-2-2 0,1 1-2 16,-1-3 0-16,1-1 1 0,0 0 0 0,2 0 0 15,0 0 1-15,1 0 0 0,2 0 0 0,0 1 1 16,3-2 2-16,0-1 0 0,0 2-3 0,3-2-3 16,-1 0 0-16,-2-1-2 0,5-2 0 0,-2 1-1 15,0-4 3-15,-1 1 2 0,3-4 1 16,-2 1-1-16,0-2 1 0,-1-3 0 0,-2 2-3 16,3-1-8-16,-3-3-19 0,0-1-41 0,-3 2-75 15,-3-2-134-15,1-3-251 0,-2 2-298 0,-3 0-350 16,1-2-348-16,-1 0-94 0,-2-4 557 15</inkml:trace>
  <inkml:trace contextRef="#ctx0" brushRef="#br0" timeOffset="45078.55">3381 8971 37 0,'2'-2'607'15,"1"1"504"-15,-1 0 172 0,1 1-128 0,0 0-348 16,-1 0-306-16,1 1-161 0,0 2-69 0,3 0-41 16,-1 2-25-16,0-1-26 0,1 1-49 0,-1 0-46 15,4-1-32-15,-4-1-15 0,1 0-6 16,-1 0-2-16,2-2 1 0,-4-1 3 0,3 0 9 16,-3 0 10-16,-1 0 10 0,-1-1 7 0,1-2 0 15,-2 0-2-15,0-2-7 0,0 1-9 0,-2 0-10 16,1-1-6-16,-1-1-6 0,-1 4-4 0,0-4-3 15,-3 1-5-15,4 1-2 0,-3 1-4 16,2 2-3-16,-2-1-2 0,2 0-1 0,0 1-3 16,0 0-2-16,-2 1-1 0,2 1-2 0,2 0-1 15,-3 1-2-15,3 2 1 0,-1 1-2 0,0 2-1 16,2 0-8-16,0 2-13 0,0 0-15 0,2 0-28 16,0 1-58-16,-1-1-65 0,1 1-98 0,0 1-166 15,1 1-289-15,1 1-312 0,1-2-255 16,0 1-171-16,1 0 245 0,2 1 623 0</inkml:trace>
  <inkml:trace contextRef="#ctx0" brushRef="#br0" timeOffset="45404.38">3951 9454 84 0,'5'4'668'0,"-1"1"492"16,-1-2 156-16,0 0-50 0,-1 0-330 0,1 0-319 16,-1-2-184-16,-1 1-103 0,-1-2-72 15,0-2-82-15,0 0-76 0,0-1-41 0,-1-2-33 16,-1-3-10-16,1 1-3 0,-1-1 2 0,-1-2 10 16,0 1 3-16,-1 0 7 0,-3-1 0 15,2 1-3-15,0 1-3 0,0 1-5 0,-1 1-5 16,-2 0-6-16,2 1-3 0,1 3-5 15,0 0-2-15,2 2-3 0,-2 0-4 0,1 4 0 16,-1 2-4-16,4 2-12 0,-1 2-18 0,0 1-42 16,1 2-73-16,-1-1-83 0,-1 1-149 0,1 0-236 15,-1-1-312-15,0 0-300 0,1 1-197 16,-4-1 27-16,3 1 533 0</inkml:trace>
  <inkml:trace contextRef="#ctx0" brushRef="#br0" timeOffset="45736.25">3590 9814 243 0,'2'-13'766'0,"-1"2"402"15,-1-1 65-15,2 0-219 0,-2-1-239 0,0-1-210 16,1-1-162-16,1-2-92 0,1 0-56 0,0-3-57 15,2-1-64-15,0-4-46 0,4 0-24 0,-2-5-15 16,1 1-10-16,1-4-7 0,2 0-9 0,-1-3-1 16,1-1 0-16,0 0-3 0,0-2 0 15,0 1-3-15,-2-2 2 0,1 3-8 0,-2 1-2 16,0 3 0-16,-2-1-3 0,-1 6 0 0,-2 3-2 16,0 1-2-16,-1 2-1 0,-2 5-2 0,0 0-11 15,0 2-24-15,0 2-65 0,-2 2-65 16,-1 2-117-16,0 2-203 0,-2 0-304 0,2 2-324 15,-2-1-242-15,-1 4-137 0,1 2 371 0,2 0 628 16</inkml:trace>
  <inkml:trace contextRef="#ctx0" brushRef="#br0" timeOffset="46241.91">3821 8805 30 0,'5'1'519'15,"0"0"442"-15,-1 1 206 0,1-2-68 0,-2 2-371 16,0-1-260-16,2 0-182 0,-2 3-75 16,4-2-37-16,2 0 27 0,-1 1 37 0,3-1-1 15,0 1-26-15,2-2-32 0,-2-1-15 16,3 0-41-16,-1 0-40 0,2-4-31 0,-2 4-10 16,3-5-4-16,-2 2-8 0,2-2-6 0,-2 1-6 15,0 0-3-15,1-1-4 0,-4 1-3 16,3-1-3-16,-3 2-1 0,-2 2 0 0,1-1-3 15,-2 0 2-15,2 4 0 0,0 0-1 16,-2 1 1-16,2 3-2 0,1 1 1 0,0 2-1 16,0 3-1-16,0 1 0 0,0 3 0 0,3 2 1 15,-1 3 1-15,0 0-2 0,3 3 9 0,-2 1 1 16,2 2 1-16,-2 0-1 0,2 1 0 16,-2 2 1-16,0-3-6 0,1 4-2 0,-3-1 1 15,-1 1 2-15,0 1-7 0,0 0-4 16,-3 0-2-16,0 1-1 0,0 0-2 0,-4-1 1 15,1-2 4-15,0 0 4 0,-3-1 2 0,-1 0 6 16,-1-2 3-16,0 0 3 0,-3 1 1 16,0-5 7-16,-2 3 5 0,0-2-3 0,-4-2 2 15,-1-1 0-15,1 0 2 0,-2-2-4 16,-2-4-4-16,-1 2-3 0,0-4-4 0,-2 0-3 16,2-2-5-16,-3-3-3 0,1-2-3 0,-2-3-4 15,2-3-10-15,1-1-14 0,-1-3-39 0,2-2-74 16,-1 0-97-16,4-5-174 0,0 4-288 15,5-1-329-15,3-2-335 0,4 5-177 16,2-1 220-16,4-1 666 0</inkml:trace>
  <inkml:trace contextRef="#ctx0" brushRef="#br0" timeOffset="47026.82">4939 8989 212 0,'3'-1'708'15,"2"0"352"-15,-4-1 76 0,4 0-224 0,-2 1-291 16,0 1-227-16,2 0-140 0,2 0-68 16,2 1-37-16,2 1-18 0,2-2-41 0,2 0-38 15,3 2-21-15,-2-2-13 0,2-2-7 0,0 2-6 16,1-2 0-16,-1 1-4 0,-1-1-3 15,0-2 1-15,-3 4 0 0,-1-2 3 0,0 2-15 16,-4-3-42-16,-2 1-153 0,-4 2-271 16,0 2-267-16,-6 1-284 0,1-1-242 0,-6 4 16 15,0 0 530-15</inkml:trace>
  <inkml:trace contextRef="#ctx0" brushRef="#br0" timeOffset="47215.96">4978 9232 4 0,'7'5'401'15,"1"-1"317"-15,0-1 179 0,1-1 16 16,2-1-307-16,0 1-284 0,3-4-155 0,1 1-70 16,2-1-22-16,-1-1-6 0,3 0-8 0,0 0-18 15,0-1-16-15,1 1-18 0,-1 0-76 16,0 0-132-16,-3 3-305 0,-2 0-227 0,0 3-171 15,-1 0-37-15,-3 1 234 0</inkml:trace>
  <inkml:trace contextRef="#ctx0" brushRef="#br0" timeOffset="52981.94">6310 9514 177 0,'6'4'805'16,"-1"-2"439"-16,0 0 40 0,-1 1-189 15,-1-2-437-15,0 1-329 0,1 1-159 0,-3-3-86 16,4 1-47-16,-2 0-15 0,4-1-12 16,0 0-4-16,3-1-3 0,1 0 1 0,3-2 3 15,-3 0-4-15,5-2 0 0,-2 1 0 0,4-2-16 16,-4 1-45-16,3-1-114 0,-4 0-142 15,-2 1-290-15,2 1-281 0,-2 1-255 0,0 3-106 16,-3 0 288-16,-2 1 461 0</inkml:trace>
  <inkml:trace contextRef="#ctx0" brushRef="#br0" timeOffset="53189.13">6716 9546 61 0,'8'3'352'0,"1"-1"202"16,-2 0 142-16,-1 1-59 0,-1-2-250 0,0 1-183 15,1 0-108-15,0-1-45 0,-1 0-26 0,3 1-10 16,0-2-6-16,1 2-6 0,1-2 6 16,-1-2-1-16,5 0-1 0,-4 1 4 0,4 0 3 15,-1-1-23-15,-2 0-50 0,3 1-75 16,-3 0-86-16,0 1-220 0,0 0-166 0,-3 1-28 16,0-1 101-16,3 0 173 0</inkml:trace>
  <inkml:trace contextRef="#ctx0" brushRef="#br0" timeOffset="53423.12">7123 9529 346 0,'6'6'657'15,"-2"-1"232"-15,1-1 76 0,-2 1-275 16,-1-1-232-16,1-1-154 0,-1 0-94 0,1 0-53 16,-1 0-44-16,2-1-40 0,-2-1-35 0,4-1-17 15,2 0-8-15,-2-1-4 0,2-3 0 0,3 3-2 16,-3-4 2-16,2 1 0 0,1 1 0 15,-2-1 0-15,-1-1-2 0,0 2-2 16,1 0-1-16,-2 1-3 0,-1 0-20 0,-1 0-59 16,-2 1-102-16,0 1-131 0,-3 0-268 0,2 0-252 15,-1 3-165-15,-1-2 33 0,0 2 276 16,2 0 330-16</inkml:trace>
  <inkml:trace contextRef="#ctx0" brushRef="#br0" timeOffset="54155.62">7801 8907 391 0,'-5'3'844'16,"0"0"332"-16,0 0 24 0,0-1-285 15,2-1-216-15,-1 0-150 0,4 1-125 0,-2-2-92 16,2 2-66-16,0-2-62 0,0 1-77 16,2-1-59-16,2 0-32 0,-1 0-9 0,4 0 2 15,1 0 6-15,0 0 6 0,6 0 6 0,-1 0 5 16,2 0-4-16,0 0-6 0,5 0-7 16,-4 0-7-16,5 0-5 0,-3 0-6 0,2 0-5 15,0 0-3-15,-1-1-3 0,-1-1-2 16,0 0-1-16,-1 1-2 0,0 0 0 0,-3 1-1 15,0-2-1-15,-3 2-1 0,-1-2-1 0,1 2-2 16,-3 2-5-16,-2 0-14 0,-1-1-27 0,-1 4-69 16,-2-3-71-16,-4 3-125 0,2-1-193 15,-6-1-304-15,3 0-329 0,0 0-230 0,-2-3-111 16,0 2 387-16,0-4 595 0</inkml:trace>
  <inkml:trace contextRef="#ctx0" brushRef="#br0" timeOffset="54466.21">7973 8774 260 0,'0'0'766'16,"2"0"375"-16,-2 0 59 0,1 0-244 0,-1 0-332 15,2 1-204-15,-1 2-83 0,1 2-30 16,1 3-31-16,0 2-29 0,-1 1-25 0,2 1-39 0,0 2-53 15,0-1-46-15,-2 2-21 0,1 1-17 16,0 1-12-16,1 2-10 0,-3-2-8 0,1-1-9 16,1 2-3-16,-1 0-1 0,-1-2-1 15,-1 0 0-15,3-1-2 0,-1 0 0 16,-1 0-6-16,-1-1-24 0,0-1-60 0,0-1-66 16,0 1-92-16,-3-3-159 0,0 1-227 0,2-3-309 15,-1 1-239-15,-1 0-182 0,1-1 104 0,2-1 504 16</inkml:trace>
  <inkml:trace contextRef="#ctx0" brushRef="#br0" timeOffset="54969.81">7870 9283 428 0,'-4'-1'872'0,"-1"-1"314"15,0 2 1-15,2-1-314 0,0-2-235 0,1 3-162 16,0 0-124-16,2 3-87 0,2-3-53 0,0 1-47 15,2-1-42-15,1 0-35 0,2 2-12 16,3-2-2-16,0 0-2 0,4 0 2 0,-1 0-17 16,1 0-9-16,0 0-11 0,2 0-10 0,0-2-5 15,2 1-8-15,-1-2-3 0,0 1-5 16,1 2-2-16,0-5-1 0,-3 1-3 0,4 1-1 16,-3-2-3-16,1 3-29 0,-3-2-77 0,0 3-110 15,-1 1-208-15,-2 1-289 0,-3 4-350 16,0 2-367-16,0 1-148 0,0 3 355 0,-4 0 716 15</inkml:trace>
  <inkml:trace contextRef="#ctx0" brushRef="#br0" timeOffset="55714.02">8631 9574 22 0,'9'0'508'0,"-3"2"435"0,1-2 208 0,-2 3-60 16,0-3-352-16,-1 1-322 0,2-1-209 16,-1 0-106-16,3 2-48 0,-1-2-25 0,2 0-14 15,0 0-4-15,1 0-8 0,2 0 2 16,0-2-3-16,2 2-1 0,0-1-22 0,-1-2-86 16,2 1-137-16,-3 2-264 0,0 0-264 0,2 0-238 15,-2 0-117-15,0 0 206 0,1 0 416 16</inkml:trace>
  <inkml:trace contextRef="#ctx0" brushRef="#br0" timeOffset="55891.24">9140 9649 110 0,'8'2'634'0,"-2"2"396"16,1-2 120-16,-1 1-105 0,-2-3-416 0,0 2-301 15,0-2-164-15,1 0-83 0,0 0-38 16,3-2-17-16,0 0-14 0,0 1-8 0,1-1-43 15,2 1-81-15,-3-2-113 0,3 3-154 16,0 3-291-16,0-2-249 0,2 4-124 0,-4-3 111 16,3 4 323-16</inkml:trace>
  <inkml:trace contextRef="#ctx0" brushRef="#br0" timeOffset="56112.85">9531 9683 43 0,'12'-1'268'0,"2"0"152"0,-1 1 144 16,-2 0-69-16,3 0-108 0,-3 0-61 0,-1 1-5 16,2 0 25-16,-2 1 21 0,0 0 19 15,-1-1-15-15,0 1-31 0,-1-1-53 0,0-1-60 16,-2 2-56-16,1-1-55 0,-2-1-38 0,-1-1-31 16,0 1-18-16,-1-2-12 0,0 1-6 15,1-1-3-15,-2 1-6 0,1-1-25 0,-3 0-83 16,0 1-145-16,0 2-246 0,-3 1-276 15,3 1-258-15,-2 2-164 0,0 1 166 0,0 2 447 16</inkml:trace>
  <inkml:trace contextRef="#ctx0" brushRef="#br0" timeOffset="58308.72">21831 9299 382 0,'0'-5'888'16,"0"-1"313"-16,-1 1-13 0,-3-2-286 15,4 5-330-15,-1-4-162 0,1 1-84 0,1 3-46 16,-1-2-34-16,2 2-30 0,0-2-38 15,-1 0-53-15,3 1-49 0,-3 0-34 0,4 0-14 16,-2 2-3-16,0-3-4 0,2 3 0 0,-1 1 1 16,1 0 5-16,3 1 0 0,0 3 0 0,3 0 3 15,2 5 6-15,3 2 5 0,-2 2 0 16,3 6-1-16,1-2-3 0,1 7-3 16,-5 0-4-16,5 3-4 0,-5 1 4 0,0 3 4 15,-1 0 2-15,-1 1 1 0,-3 1-1 0,-5-2 0 16,1 1-8-16,-2-3-4 0,-1 1-4 0,-2-4-5 15,-2-1-2-15,-1-3-3 0,0-3-1 16,-2-2 2-16,-1-1 2 0,-1-4 3 0,-3-3 3 16,-2-1 2-16,0 0-1 0,-2-6-4 15,-4-2-1-15,1-1-6 0,-2-4-3 0,0-3-2 16,-3 1-2-16,0-4 0 0,2-2-1 0,-2-2 0 16,0-2-1-16,2-2 1 0,1 1-1 15,2-3-1-15,2 2-1 0,-1-2 0 0,5 0 1 16,2-1-1-16,1 1 0 0,3 1-1 15,2-1 2-15,1 0-1 0,4-3 0 0,1 4 1 16,2-3-1-16,4 2 1 0,1-3 1 0,1 1-1 16,3 1 0-16,1 0 1 0,0 1 0 0,1 2-1 15,1 2 0-15,1 2 0 0,2 3 0 16,1 0 1-16,0 3 1 0,2 1 0 0,1 3 0 16,1 1 0-16,0 0 1 0,-1 3-2 15,2 0 0-15,-3 1 1 0,2 0 0 0,1-2-1 16,-2 2 0-16,1 0-1 0,0-2 0 0,-1 1 0 15,-1 1-2-15,-2-3 1 0,1 1-3 16,-1 1-1-16,-4-1 0 0,2 1-2 0,-3-2-9 16,0 3-17-16,-5 0-33 0,1 0-82 15,-4 3-132-15,0-2-259 0,-3 1-309 0,3 3-382 16,-4-1-419-16,0-1-70 0,-3 2 617 0</inkml:trace>
  <inkml:trace contextRef="#ctx0" brushRef="#br0" timeOffset="59465.96">22984 9064 338 0,'3'-1'767'0,"3"-2"346"0,-4 1 73 15,-1-1-286-15,-1 2-177 0,0-2-131 0,0 1-115 16,-1-1-94-16,-2 0-64 0,-2 1-56 0,2-2-80 15,0 1-57-15,0 0-35 0,-4 0-21 16,2 0-13-16,-1-1-10 0,-1 1-9 0,-2 0-8 16,1-2-7-16,-2 2-5 0,0-1-4 15,-1 1-3-15,-2 0-2 0,2 1-2 0,-2 0-3 0,1 0 0 16,1 2-2-16,-2 0-1 0,2 0-1 16,0 2 0-16,0-1-1 0,1 2 0 0,1 0-1 15,-2 1 0-15,3 2-1 0,2 0 1 16,-2 0-1-16,0 0 1 0,3 2-1 0,0-1 1 15,2 1-1-15,-2 3 1 0,2-3 0 16,2 3 0-16,-4-1 0 0,4 2 0 0,-1 1 0 16,0 1 2-16,1 0 0 0,-1 0 2 0,1 3-1 15,-1 0 2-15,0 3-1 0,-1-1 1 16,2 0-2-16,-3 2 0 0,1 2 1 0,0-1-1 16,-1 2 0-16,0 0 1 0,1 0-1 0,0 1 1 15,0 0-1-15,0 0 0 0,-1-1 0 16,3 1-1-16,-3-4 0 0,1 3 0 0,2 1-1 15,-4-3-1-15,2 0 2 0,0 1 0 16,-2 2 0-16,2-3-1 0,0 0 1 0,-1 1-1 16,0-4 0-16,-1 2-1 0,2-1 0 0,0-2 1 15,1-2-1-15,-1-1 1 0,3 0 0 16,0-1 1-16,0-2-1 0,3 0 0 0,-1-2 1 16,1 1 0-16,0-3 0 0,3 2 0 15,-1-3 1-15,2 1 0 0,-1-1-1 0,5-1 1 16,-3 0 0-16,1 0 1 0,3-1-1 0,-2-1 0 15,3-1 0-15,1 0-1 0,1 0 1 16,0-2 0-16,1-1-1 0,3 0 2 0,-3-1-2 16,5 0 0-16,-4-2 0 0,0 1 0 15,2-2 0-15,-3 1-2 0,3-2 1 0,-3 1 0 16,0 0-2-16,-2-1 0 0,2 0 0 0,-5 0 0 16,1 1 0-16,0 0-7 0,-3 2-14 0,0-3-32 0,-2 1-77 15,-2 1-88-15,-1-2-156 16,-2 3-283-16,0-3-328 0,-1 1-356 0,2-2-192 15,-1 0 104-15,0 0 635 0</inkml:trace>
  <inkml:trace contextRef="#ctx0" brushRef="#br0" timeOffset="59959.44">23496 9279 184 0,'0'-8'809'0,"0"4"535"15,-3-1 171-15,0 2-200 0,0 1-470 0,-3 1-309 16,2 1-162-16,1 0-121 0,0 1-99 16,1 1-61-16,-1 1-37 0,2 2-24 0,1 2-14 15,0-1-8-15,0 2-3 0,1 3-1 16,2-3-1-16,2 1 0 0,0-1-2 0,3-1-1 16,-2-1-1-16,2-1-1 0,0-3 1 0,4 3 0 15,-4-8 1-15,2 1 0 0,1 0 2 16,-5-3-1-16,2-2 2 0,-1 1 5 0,-1 0 5 15,-3-2 3-15,0 2 5 0,-1 1 2 16,-2 0-1-16,-4-1-4 0,3 3-4 0,-1-2-4 16,-2 1-6-16,-1 4-3 0,0-2-3 15,2 2-3-15,-2 0-2 0,0 2-2 0,2 2-4 16,-3 3-15-16,3 0-25 0,-2 0-57 0,4 4-68 16,-4-1-94-16,2 2-161 0,1 3-268 0,-1 0-314 15,1 3-258-15,2 0-181 0,2 3 140 16,1 1 579-16</inkml:trace>
  <inkml:trace contextRef="#ctx0" brushRef="#br0" timeOffset="60204">23795 9691 309 0,'10'5'1160'0,"-2"-1"498"0,-2 1-140 0,-2-1-320 16,1 2-490-16,-2 0-261 0,-1-1-179 0,0 2-95 15,-1 1-52-15,2 0-32 0,-1-1-24 16,1 0-18-16,0 1-15 0,3-3-10 0,-1 0-7 15,2 1-5-15,-3-3-3 0,1-1-3 16,2-1 0-16,-1 0-2 0,-2-2-1 0,1 0 0 16,-2-1-1-16,2 0 0 0,-3 0-2 0,0-3-8 15,-2 2-16-15,-2-1-29 0,-1 1-76 16,-4 0-92-16,-2 0-169 0,-4 1-286 0,0 2-334 16,-4 0-379-16,3 2-203 0,-2-1 147 15,2-1 703-15</inkml:trace>
  <inkml:trace contextRef="#ctx0" brushRef="#br0" timeOffset="60449.95">23533 9799 400 0,'-4'0'951'15,"0"0"295"-15,0 0-36 0,3-5-270 0,-1 3-317 16,5-3-196-16,1-1-89 0,0-1-56 15,3-4-34-15,4 1-38 0,0-6-55 0,3 3-52 16,5-6-38-16,1-3-20 0,1 1-16 0,1-3-9 16,4 1-7-16,-3-1-2 0,0-2-7 15,0 2-2-15,-1 1-1 0,0-2-4 0,-2 3 2 16,-2 1-1-16,-2 1 0 0,0 1-14 16,-3 2-58-16,-1 1-64 0,-4 0-127 0,-1 0-209 15,-1 1-306-15,0 2-342 0,-3 1-264 0,0 1-122 16,2-1 433-16,-2 0 627 0</inkml:trace>
  <inkml:trace contextRef="#ctx0" brushRef="#br0" timeOffset="60982.47">23990 9051 16 0,'-4'7'520'0,"3"1"477"16,-3 0 223-16,1-1-77 0,3-1-356 0,0 0-323 15,0 0-205-15,3 0-93 0,2-2-49 0,2 3-26 16,2-4-14-16,4 2 2 0,0-3 54 0,2 2 14 16,1-1 1-16,3-1-3 0,-3 0 1 15,1-1-20-15,-1-1-55 0,3 0-25 16,-3 0 4-16,0 0 5 0,-1-1-2 0,-2-1 6 16,-2 0 3-16,2 1-2 0,-4-1-20 0,-1-2-8 15,2 4-5-15,-4-2-7 0,0 2-8 0,-2 0-4 16,1 0-1-16,-2 0-1 0,1 0 2 15,-1 0 6-15,0 2 3 0,2 2 1 0,-2 1 1 16,2 1 1-16,0 2-5 0,3 0-5 16,-4 3-1-16,1 2-2 0,2 0-1 0,-1 3-3 15,-1 2 1-15,2 0-1 0,-2 3-1 0,3 1 0 16,-3 4 0-16,3 1 2 0,-4 1-1 16,3 5-1-16,-4 2-1 0,0 1-2 0,1 2 0 15,-3 3-1-15,-1 0 0 0,0-1 1 16,-1 1 1-16,-1-1 1 0,-1-2 1 0,0-1 0 15,-2-2 3-15,-2-3 5 0,-2 2 9 0,1-3 8 16,-2 2 7-16,-2-1 5 0,-1-2 3 0,-1 2-2 16,0-5-3-16,-2 2-6 0,0-5-5 15,2-2-3-15,0-2-5 0,1-4-2 0,-3 0-3 16,5-6-3-16,-3-1-2 0,3-1-3 16,0-4-1-16,2-1-2 0,-1-3-2 0,2-1-3 15,0-4-1-15,0 0-6 0,3 0-13 0,1-3-23 16,0 1-54-16,0 0-79 0,-1-3-163 15,4 1-272-15,-2 3-320 0,3 0-389 0,1 1-326 16,2 3 18-16,0 2 742 0</inkml:trace>
  <inkml:trace contextRef="#ctx0" brushRef="#br0" timeOffset="61858.64">24837 9346 29 0,'5'-2'546'0,"-4"0"491"0,1 0 216 16,-1 0-101-16,1 2-361 0,0 0-347 0,-1 0-197 15,2 0-101-15,2 2-53 0,2 0-20 16,2 0-7-16,0 3-7 0,3-5-8 0,2 2-22 16,0 2-11-16,2-2-7 0,0 1-4 0,1-3-1 15,-1 2-4-15,0-1 7 0,-2-1 0 16,2 1-18-16,-7 1-29 0,-1 0-102 0,0 0-183 15,-5 2-293-15,-5 0-280 0,-1 1-265 16,-3 2-166-16,-2 0 290 0,-5 1 551 0</inkml:trace>
  <inkml:trace contextRef="#ctx0" brushRef="#br0" timeOffset="62088.01">24863 9555 226 0,'3'6'850'0,"-3"0"395"0,1-2 8 0,-1-1-188 15,3 2-462-15,-1-2-303 0,-1 0-149 0,2-1-71 16,2 0-42-16,2 0-18 0,1 0-12 16,2-1-6-16,2 0-5 0,2 3-4 0,2-3 4 15,-1 0 3-15,1 1-1 0,2 1 3 16,-1-2 4-16,4 2-2 0,-4 0-23 0,2 2-68 16,-2-2-125-16,-1 1-192 0,0 1-292 0,-2-1-270 15,0 2-230-15,-1-2 29 0,-3 3 396 0</inkml:trace>
  <inkml:trace contextRef="#ctx0" brushRef="#br0" timeOffset="62469.13">25675 9993 35 0,'1'3'595'0,"3"0"493"0,-4-2 173 16,-2 0-114-16,0-1-345 0,2 0-387 0,0 2-202 15,0-2-104-15,0-2-48 0,4 2-32 16,-1-2-15-16,3 0-6 0,1-1-10 0,3 0-3 16,0 0-16-16,1 0-45 0,2 0-122 15,-4 2-167-15,3-2-290 0,-2 3-267 0,2-2-237 16,-3 2-44-16,4 2 355 0,-4-2 443 0</inkml:trace>
  <inkml:trace contextRef="#ctx0" brushRef="#br0" timeOffset="62637.3">25968 10005 229 0,'1'4'712'0,"-1"-1"349"0,0 2 71 0,0-3-230 15,0 3-337-15,0-3-249 0,2 1-151 0,-1 0-83 16,1 2-40-16,0-3-18 0,2 2-11 15,1 0 0-15,0-1-5 0,3 0-1 0,0-2-20 16,-1 1-58-16,1-1-104 0,0 1-140 0,-1-2-222 16,2 1-273-16,-1-1-203 0,-2 2-24 15,2-1 251-15,3 2 352 0</inkml:trace>
  <inkml:trace contextRef="#ctx0" brushRef="#br0" timeOffset="62919.77">26238 10071 289 0,'3'3'563'0,"0"-2"203"16,-1 0 73-16,0 1-280 0,-1-2-239 0,1 2-151 15,-1-1-81-15,4 0-42 0,-1 1-19 0,1-2-11 16,0 0-6-16,2 0-1 0,3-2-21 16,-2 1-33-16,2-2-35 0,1 1-20 0,0 0-16 15,0-1-5-15,2 0 12 0,-2-2 31 16,-2 1 32-16,4 1 26 0,-4-2 31 0,0 3 35 15,0-2 44-15,-3 2 51 0,-1 0 64 0,0 2 53 16,-4-2 34-16,3 2 4 0,-1 2-18 16,-3-2-34-16,1 2-52 0,-1-1-54 0,-1 0-46 15,1 4-50-15,-2-2-98 0,1 0-163 16,-3 1-297-16,4 2-260 0,0-1-241 0,4 0-144 16,3 0 191-16,-1 1 455 0</inkml:trace>
  <inkml:trace contextRef="#ctx0" brushRef="#br0" timeOffset="63591.37">26850 9451 98 0,'6'0'641'15,"1"2"441"-15,-3 1 133 0,2-2-120 16,1 0-400-16,-2-1-292 0,3 0-167 0,2 2-85 15,0 0-48-15,1-1-18 0,5-1-25 16,-3 3-15-16,4-1-18 0,-3-1-13 0,3 1-3 16,1-1-4-16,1 1-7 0,0-1 0 0,-2 0 0 15,0-1-3-15,0 2 3 0,-3-2 1 16,-2 0 0-16,0 2-13 0,-3-2-16 0,-3 1-58 16,-3-2-134-16,1 1-237 0,-4 0-283 0,-4-2-261 15,1 2-228-15,-2-2 31 0,1 2 447 16</inkml:trace>
  <inkml:trace contextRef="#ctx0" brushRef="#br0" timeOffset="63862.08">27021 9310 128 0,'1'-2'629'0,"4"1"414"0,-4 1 131 15,1 0-154-15,-1 0-363 0,1 1-242 16,0 3-159-16,-2 0-82 0,1 1-20 0,1 4 3 16,-1 1-9-16,-1 1-19 0,2 2-20 15,0 2-19-15,-2 0-23 0,0 0-26 0,0 2-19 16,0 0-6-16,0-2-7 0,0 2-4 0,0 0-1 16,0-2 0-16,0 2-4 0,0-3-19 15,0-1-34-15,0-1-37 0,0 1-98 0,-2-2-151 16,0-3-249-16,-1 0-275 0,2-1-248 15,1 2-185-15,-4-4 185 0,3 1 481 0</inkml:trace>
  <inkml:trace contextRef="#ctx0" brushRef="#br0" timeOffset="64124.85">26883 9757 56 0,'5'3'526'0,"-2"0"392"0,0-1 179 15,2 1-50-15,-1-2-342 0,3 2-246 0,-1-1-168 16,2 0-78-16,1 0-44 0,3 1-20 16,0-2-52-16,2 1-36 0,1-2-23 0,2 0-18 15,-1 0-7-15,3-2-6 0,0 1-3 16,-3-2-2-16,1 1-1 0,-1 1 0 0,0 0-4 15,-4 1-4-15,1 0-18 0,0 0-81 0,-5 1-153 16,0 0-272-16,-2 4-272 0,-2 0-268 16,1 1-192-16,-2-2 171 0,2 1 495 0</inkml:trace>
  <inkml:trace contextRef="#ctx0" brushRef="#br0" timeOffset="64591.85">27775 10026 47 0,'0'-2'537'15,"0"2"416"-15,1-3 183 0,-1 3-66 16,0 0-377-16,2 0-310 0,-1 3-189 0,1-3-97 16,1 0-46-16,1 2-23 0,0 1-9 0,5 0-8 15,-2-1-21-15,-1 1-68 0,2 1-118 16,0-2-191-16,-2 2-285 0,2-1-247 0,0 1-164 15,1-1 87-15,1 0 354 0</inkml:trace>
  <inkml:trace contextRef="#ctx0" brushRef="#br0" timeOffset="64766.88">28081 10056 92 0,'8'-2'630'0,"-3"2"436"15,0 2 133-15,-2-2-115 0,2 0-405 0,-1 1-304 16,0-1-185-16,-3 2-94 0,4-1-44 0,0 1-22 15,0 1-13-15,4 0-9 0,-3 0-2 16,1 0-8-16,2-1-40 0,-1 2-96 0,0 0-134 16,-2 0-163-16,2 1-283 0,1 1-256 15,0-4-142-15,-1 4 146 0,1-1 364 0</inkml:trace>
  <inkml:trace contextRef="#ctx0" brushRef="#br0" timeOffset="64960.87">28413 10120 85 0,'2'6'338'0,"-1"2"173"0,3-1 134 0,-3 2-108 15,3 0-200-15,-1-1-138 0,0-1-80 16,2 2-44-16,1-1-23 0,-2 0-17 16,1-4-22-16,2 2-35 0,-1-3-63 0,3 1-121 15,-1-1-242-15,0-1-142 0,0-2-31 0,3 0 96 16,-3 0 174-16</inkml:trace>
  <inkml:trace contextRef="#ctx0" brushRef="#br0" timeOffset="65091.12">28618 10199 232 0,'6'0'372'15,"0"-2"127"-15,-1 4-7 0,0-2-179 0,-2 2-132 16,0 0-74-16,0 1-38 0,0-2-28 0,-1 2-30 16,0-1-48-16,0-1-105 0,2 2-224 15,-4-3-117-15,0 0-18 0,0 0 73 0,0 0 132 16</inkml:trace>
  <inkml:trace contextRef="#ctx0" brushRef="#br0" timeOffset="67158.5">2843 11094 373 0,'0'0'768'16,"-2"0"321"-16,2 0 88 0,0 1-315 0,-2-1-252 16,2 2-128-16,-1 1-82 0,1 0-69 0,-2 0-61 15,0 1-38-15,1 4-30 0,1 0-46 0,-2 3-38 16,2 3-23-16,0 3-12 0,0 0-7 15,0 3-10-15,0 1-8 0,0 3-5 0,0-1-6 16,0 5 1-16,0-1-8 0,-1 1-4 0,-1 0-4 16,2 4-4-16,-3-2-3 0,1 2-9 0,-1 1 1 15,0 0-3-15,-3 1-1 0,3 0-2 0,-2 1-1 16,0-1-2-16,0-3-1 0,0-3-3 16,-2-2 0-16,4-3-3 0,1-6 1 0,-1-1-2 15,1-4 0-15,1-1-2 0,-1-3 0 0,2-2-1 16,-2-1-1-16,2-3 0 0,0 1-1 0,-1-3 1 15,1 0 1-15,1-3 0 0,-1-1-3 16,2-4-5-16,-2-1-12 0,3-3-19 0,-3 0-31 16,2-3-64-16,-1-1-72 0,1-2-131 0,-2-1-198 15,0 0-300-15,-2 1-325 0,1-1-242 0,-1-2-98 16,-1 3 447-16,0-3 599 0</inkml:trace>
  <inkml:trace contextRef="#ctx0" brushRef="#br0" timeOffset="67816.75">2643 10966 170 0,'0'-2'484'0,"0"-2"268"0,-3 1 208 0,3 0-89 16,-2 0-212-16,2 1-141 0,0-3-79 0,-1 0-42 16,-1 3-41-16,2-2-42 0,0 3-32 15,-3 0-26-15,3-2-29 0,0 1-37 0,0 2-43 16,0 0-37-16,3 0-33 0,-3 0-24 0,0 0-16 16,2 0-13-16,-1 0-9 0,-1 2 0 0,5 2 5 15,-2 1 4-15,2 1 6 0,2 1 7 16,2 2 3-16,-1 3 3 0,1-1-4 0,1 1 0 15,2 3-3-15,-2 1-3 0,2-1-4 0,-2 0-4 16,1-1-3-16,1 1-4 0,-2-1-2 0,0 0-2 16,2-3-2-16,-4 2-1 0,2-5 0 15,-4 1-1-15,2 0 2 0,-2-2-1 0,1-3 1 16,-2 1 2-16,-1-2-1 0,2 0 0 0,-4-2-1 16,1-1 1-16,0 0 0 0,0 0-1 0,2-1 0 15,-1-1 0-15,0-2 0 0,4-2-1 16,-2-2 0-16,1 0-1 0,-1-4-2 0,3 2 0 15,-1-5-1-15,2 0-1 0,1-2 0 0,0-1 0 16,0-3 1-16,3-1-1 0,-1-1 0 0,3 0 0 16,-4-3-1-16,4 3 1 0,-3-3 0 0,1 0 4 15,2 3 3-15,-3-2 2 0,2 1 0 16,-2 0-15-16,-1 2 0 0,0-1 0 0,-3 4 0 16,2 1 0-16,-3 1 0 0,-3 2 0 0,0 5 0 15,1 0 0-15,-3 2 0 0,0 0 0 0,-1 3 0 16,-2 3 0-16,3 0 0 0,-3-3 0 0,0 4 0 15,0 0 0-15,0 1 0 0,0 0 0 16,0 0 0-16,0 0 0 0,-2 2 0 0,1 3 0 16,1 3-23-16,0 1-46 0,-2 0-71 0,2 1-102 15,0 1-186-15,0 2-283 0,0 2-345 0,3 0-425 16,2 2-239-16,0-2 225 0,3 1 801 0</inkml:trace>
  <inkml:trace contextRef="#ctx0" brushRef="#br0" timeOffset="68762.96">3801 11107 41 0,'-4'-3'581'0,"3"2"499"0,-2-2 210 0,-1 1-68 0,3 1-303 15,-1-1-285-15,2 2-195 0,0 0-107 16,0-1-72-16,0 1-63 0,2 0-68 0,-1 0-59 16,4 1-31-16,0-1-19 0,4 2-8 0,-1-1-1 15,2 2-2-15,4-1-3 0,-1-1-3 16,2 1-1-16,1-1-2 0,3-1-2 0,-1 0 0 16,2 0 2-16,2-1 2 0,-1-2 0 15,-1 1 0-15,1-1-1 0,0 0-2 0,-2 1 1 0,-1 0 0 16,-2 0-9-16,-2 0-33 0,-2 2-68 15,-6 0-84-15,-1 2-176 0,-2 3-293 16,-5-1-321-16,-1 4-326 0,-3 1-190 0,-2 1 167 16,-3 2 670-16</inkml:trace>
  <inkml:trace contextRef="#ctx0" brushRef="#br0" timeOffset="68972.73">3767 11395 125 0,'2'3'701'16,"-2"0"434"-16,0-1 99 0,3-1-145 0,0 1-416 16,0 0-299-16,2-1-172 0,1-1-85 0,2 1-42 15,3-1-16-15,2-1-14 0,1 1-19 16,4-3-8-16,2 1 1 0,1-1-4 0,3 0-7 16,1-1 0-16,3 1 0 0,2-1-4 15,0 1-5-15,2 1-16 0,-2 1-79 0,0 1-176 16,-2 0-296-16,-1 2-267 0,-3-1-273 0,0 4-203 15,0 0 205-15,-3-1 557 0</inkml:trace>
  <inkml:trace contextRef="#ctx0" brushRef="#br0" timeOffset="70263.87">5331 11326 141 0,'8'8'695'0,"-2"-3"406"0,0 0 92 16,-1-2-127-16,-3-2-424 0,3 1-272 15,0-1-157-15,-1-2-75 0,2-1-36 0,1 1-24 16,1-2-23-16,1-1-18 0,2-1-19 0,0 1-10 15,3-1-8-15,-1 1 1 0,2 1-3 16,0 2-12-16,-2 1-45 0,3 0-120 0,-4 2-168 16,2 1-293-16,-2 3-273 0,0 0-253 15,-1 0-66-15,-1 1 354 0,1 2 466 0</inkml:trace>
  <inkml:trace contextRef="#ctx0" brushRef="#br0" timeOffset="70454.92">5820 11475 272 0,'8'6'643'0,"-2"-3"246"0,0 2 67 0,0-3-232 16,-1 1-312-16,2 0-206 0,-1 0-106 15,2-2-46-15,-2 3-25 0,4-4-11 0,-1 1-7 16,2-1 0-16,2 0-3 0,-1 0-27 16,1-1-78-16,1-1-124 0,0 0-260 0,-1-1-234 15,1 3-163-15,1-1-10 0,-1 1 227 0,0 1 303 16</inkml:trace>
  <inkml:trace contextRef="#ctx0" brushRef="#br0" timeOffset="70624.41">6296 11511 175 0,'12'-2'407'0,"-1"-1"198"16,0 3 177-16,-3-1-123 0,3 1-135 16,-3 0-83-16,3-2-49 0,0 2-60 0,2 0-72 15,-2-2-77-15,2 2-70 0,4-1-46 16,-3-1-29-16,5 2-11 0,-3-1-11 0,1 0-5 15,2 1-4-15,-1 0-59 0,-1 0-94 0,1 0-133 16,-1 0-266-16,2 1-256 0,-2 0-209 0,4 2-3 16,-2-1 257-16,3 0 353 0</inkml:trace>
  <inkml:trace contextRef="#ctx0" brushRef="#br0" timeOffset="71057">7388 10834 259 0,'2'3'877'0,"-1"0"371"15,1-1-11-15,-1-1-189 0,4 2-477 0,0 0-288 16,3-1-133-16,1 0-68 0,1 3-35 0,5-1-16 15,0 0-9-15,4-1-11 0,-2 2-5 0,5-1-4 16,-1 0 0-16,-2-1-3 0,3 1 1 16,-2 0 0-16,0-1-2 0,-2 0-13 15,0-2-61-15,-6 0-143 0,0 3-258 0,-2-4-276 16,-3 0-269-16,-2 0-230 0,-4 0 69 0,-1 0 491 16</inkml:trace>
  <inkml:trace contextRef="#ctx0" brushRef="#br0" timeOffset="71281.83">7548 10774 175 0,'-5'4'771'0,"0"2"413"16,0 1 53-16,-1 1-148 0,5-1-421 16,-1 1-250-16,2 2-115 0,2 0-55 0,1 5-36 15,1-2-28-15,1 1-33 0,2 0-51 0,-1 1-42 16,2-1-28-16,1 1-12 0,-1 1-8 0,0 0-5 15,1-1-7-15,-1 0-49 0,-1 1-55 16,-2 0-122-16,-2 0-208 0,-2-1-294 0,-2 0-321 16,-1 2-260-16,-4-2-129 0,-2 1 400 15,-5 1 601-15</inkml:trace>
  <inkml:trace contextRef="#ctx0" brushRef="#br0" timeOffset="71504.86">7309 11332 143 0,'6'3'750'0,"-1"2"430"0,-2-4 65 16,0 2-159-16,2-1-416 0,2-1-336 16,-1 0-169-16,5-1-76 0,0 0-39 0,3-1-18 15,2 0-14-15,4-2-6 0,1 1-5 0,4 0-5 16,2 2-6-16,0-2-9 0,-2 4-63 15,0-1-147-15,-4 3-268 0,0 2-270 0,-4 3-265 16,-3 3-220-16,-2 1 102 0,0 3 492 16</inkml:trace>
  <inkml:trace contextRef="#ctx0" brushRef="#br0" timeOffset="71953.55">7998 11672 117 0,'2'4'697'15,"-1"2"434"-15,-1-4 99 0,2 1-141 0,3-3-416 16,-2 0-325-16,2 0-180 0,4-3-86 0,-1 0-40 16,3-2-19-16,3-1-12 0,1-2-2 15,2-3-5-15,-1 1 0 0,4 2-52 16,-4-3-106-16,5 1-149 0,-2-1-300 0,-2 6-263 16,2 2-252-16,-3 2-65 0,3 2 302 0,-2 3 437 15</inkml:trace>
  <inkml:trace contextRef="#ctx0" brushRef="#br0" timeOffset="72188.03">8586 11762 202 0,'18'5'428'0,"-2"0"205"0,-2-2 218 15,-2 0-113-15,1-3-133 0,1 1-88 0,-3-2-67 16,2-1-73-16,1-1-108 0,2-3-102 16,0-2-77-16,0 0-45 0,4 0-23 0,-1-1-14 15,0-2-9-15,3 3-2 0,-1-1 1 16,-2 3-19-16,0-1-32 0,1 1-39 0,-2 3-31 15,-1 2-23-15,1 1-15 0,-3 1 11 0,1 2 33 16,2 1 40-16,-4 2 32 0,2-2 17 16,-2 3 9-16,2-1 9 0,-2 1 1 0,3 0 8 15,-1 1 4-15,2-1 2 0,2 1 3 16,-1-1 0-16,3 1 1 0,3-2-56 0,-2 0-120 16,2 0-312-16,2-1-227 0,1 0-174 0,-1-1-62 15,-2 1 195-15,2 0 349 0</inkml:trace>
  <inkml:trace contextRef="#ctx0" brushRef="#br0" timeOffset="76234.42">21779 11749 24 0,'7'2'585'0,"0"-2"500"15,-4 0 182-15,-1-2-112 0,0 2-331 0,-2 0-408 16,1-2-201-16,1 2-104 0,-1 0-53 16,1 0-28-16,1 0-14 0,1-1-7 0,5 0-6 15,0-2-1-15,4 0-1 0,4-2-3 0,-1 2-8 16,6 0-46-16,-1-2-94 0,0 3-142 0,1-1-185 15,0 1-289-15,-3 1-266 0,1 0-139 16,1 2 158-16,-5 0 404 0</inkml:trace>
  <inkml:trace contextRef="#ctx0" brushRef="#br0" timeOffset="76422.85">22230 11785 18 0,'6'4'489'15,"1"0"450"-15,-3-1 231 0,2-2-51 16,-3 0-355-16,1 2-316 0,-3-1-199 0,1 0-118 0,0-2-62 15,-1 1-31-15,2-1-15 0,1 0-10 16,-1 2-9-16,2-2-1 0,2 0-3 0,0 0-2 16,-1 0-13-16,2 0-47 0,1-2-84 15,-1 1-122-15,3 1-172 0,-1-2-289 16,-1 0-243-16,3 2-112 0,0 2 141 0,1 0 350 16</inkml:trace>
  <inkml:trace contextRef="#ctx0" brushRef="#br0" timeOffset="76681.27">22541 11901 13 0,'5'8'489'16,"2"-1"434"-16,0 0 228 0,-2-2-51 0,0-2-335 16,-2 0-294-16,2-3-194 0,0 0-103 0,-1-3-54 15,4 0-23-15,2-5-24 0,-1 0-25 0,5-3-21 16,1 0-11-16,2-1-5 0,0 0-6 16,1 0-2-16,-1 2-2 0,2 0-3 0,-2 4-9 15,-2 0-2-15,-1 4-5 0,-3-2-8 16,0 3-3-16,0 2-3 0,-5 1 5 0,2 1 2 0,-4 0 7 15,-1 4 6-15,-2-4 5 0,1 2 3 16,-2 1 1-16,-2-1 1 0,2-2-5 16,-3 2-23-16,2-3-46 0,-3 0-76 0,1 0-105 15,2-1-145-15,-3-1-295 0,4 0-232 16,0 0-129-16,0 0 94 0,0-1 306 0</inkml:trace>
  <inkml:trace contextRef="#ctx0" brushRef="#br0" timeOffset="77074.53">23626 11312 31 0,'2'-3'534'0,"-2"0"484"15,-2-2 228-15,0 1-73 0,2 1-349 16,0 1-279-16,0 0-173 0,0 1-104 0,0 1-65 15,4 0-35-15,0 0-18 0,6 0-24 0,1 0-24 16,3 0-18-16,3 0-6 0,4 1-10 16,0 1-18-16,2-1-21 0,3 0-14 0,0-1-6 15,0 0-4-15,0 2-2 0,0-2-3 16,-1 0-1-16,0 1 0 0,-3-1-3 0,-4 0-44 16,-1 2-61-16,-4 0-86 0,-2-2-160 0,-5 2-296 15,-1 1-325-15,-3-1-282 0,-4-1-184 0,1-1 165 16,-4 3 614-16</inkml:trace>
  <inkml:trace contextRef="#ctx0" brushRef="#br0" timeOffset="77311.86">23805 11197 131 0,'-5'1'696'16,"0"1"450"-16,-1-1 102 0,1 3-137 0,2 0-429 15,0 1-263-15,0 0-136 0,3 2-62 16,-2 4-32-16,2 3-22 0,0 0-20 0,2 1-27 16,-1 2-41-16,-1 4-35 0,2 1-19 15,-2 0-7-15,0 3-11 0,0-2-5 0,0 1-1 16,-2 1-49-16,2-1-44 0,-3-2-81 0,0-3-149 16,-1 2-246-16,0-4-314 0,-4 1-244 0,5-3-208 15,-2-1 87-15,0 0 519 0</inkml:trace>
  <inkml:trace contextRef="#ctx0" brushRef="#br0" timeOffset="77586.25">23533 11779 152 0,'3'2'727'15,"-1"0"426"-15,-1-1 72 0,2-1-147 0,-1-1-435 16,2-1-282-16,3-1-157 0,1 1-72 16,0-1-31-16,6-1-21 0,-1 1-16 0,4-4-16 15,0 4-13-15,5-4-17 0,0 3-12 0,4-2-4 16,-4 1-14-16,3 2-24 0,1 0-86 16,-5 1-161-16,0-1-293 0,0 3-272 0,-1 2-264 15,-4-1-195-15,1 4 212 0,0 1 533 16</inkml:trace>
  <inkml:trace contextRef="#ctx0" brushRef="#br0" timeOffset="78223.73">24412 11934 170 0,'0'-1'764'0,"-2"1"420"0,0 1 55 16,2-1-162-16,4 0-446 0,-3 1-301 16,4 1-162-16,3-2-80 0,2 2-41 0,4-1-20 15,2 0-10-15,2-1-11 0,4 2-5 16,4-2-1-16,-1 0-2 0,2 0 1 0,2 1-10 16,-3 1-34-16,1-2-87 0,0 1-139 0,-2 0-199 15,-2 2-289-15,0 1-263 0,-1 0-155 16,-2-1 145-16,0 1 411 0</inkml:trace>
  <inkml:trace contextRef="#ctx0" brushRef="#br0" timeOffset="78528.28">25017 12003 74 0,'13'1'485'15,"-4"-1"389"-15,0 2 250 0,1-2-47 16,-2-2-328-16,2 1-241 0,1 1-165 0,-3-2-120 16,1-1-78-16,1 2-60 0,2-1-35 0,1 1-22 15,4-2-13-15,3 3-3 0,2-4-2 16,1 4-7-16,2 0 1 0,1 0-1 0,-1 0-1 15,2 4-12-15,-3 0-24 0,-1 2-45 16,-1-1-80-16,-2 3-100 0,-2-3-112 0,0 2-127 16,-1 0-140-16,-1-1-114 0,2-2 5 0,-1 2 198 15,-1-2 237-15,1 1 220 0,1-1 209 16,-1-2 197-16,-3 0 161 0,2-2 37 0,-3 3 16 16,-1-2-15-16,-1 1-44 0,2-1-58 15,-1 3-75-15,0-3-80 0,-1 0-80 0,1 1-66 16,0 0-40-16,1-1-31 0,0 2-20 0,1-1-10 15,-2 2-7-15,0-1-4 0,2 3-13 0,-2 0-30 16,-4 0-113-16,-1 1-177 0,0 0-290 16,-3 2-266-16,0 1-232 0,-4-1-77 0,0-1 339 15,-4-3 458-15</inkml:trace>
  <inkml:trace contextRef="#ctx0" brushRef="#br0" timeOffset="80063.75">1188 13709 408 0,'2'-4'902'0,"-2"4"339"0,0 0 119 0,-2-4-288 16,-2-2-295-16,1 1-225 0,-4 1-143 15,-1-1-88-15,0 2-99 0,-4 0-67 16,-1 0-36-16,-1 2-26 0,0-1-22 0,-4 2-15 16,1 0-11-16,1 2-12 0,-1-1-9 15,-1 2-7-15,2 0-5 0,1 2-5 0,2 1-3 16,-1 0-2-16,4-2-1 0,2 2-1 0,-1-2-1 16,4 3-1-16,0-1 0 0,4 1 0 15,-1 3-1-15,4-2 1 0,3 4-1 0,1 0 1 16,3 1 1-16,4 2-1 0,0 1 1 15,4-1 0-15,3 1 0 0,1 2 0 0,3-3 0 16,1 3 0-16,0-1 1 0,2-1 0 16,-4 2 0-16,2-1 1 0,-3-1 0 0,-6 2 2 15,1-1-1-15,-7 0 1 0,2-1-1 16,-5 0 1-16,-1 1-1 0,-3-2 0 0,-1 0 4 0,-2 0 4 16,-2-2-4-16,-1 0-2 0,-2 0 0 15,0 0-1-15,-3-1-5 0,-4-1-2 0,1-2 2 16,-3 0 1-16,1-2 0 0,-3-1 1 15,0-3-1-15,1 0-1 0,0-1-1 16,1-2-2-16,3-2-6 0,0-1-12 0,2-1-15 16,2-2-23-16,1-2-42 0,1 1-75 0,2-2-85 15,3 0-141-15,0 0-206 0,3-3-313 16,2 1-300-16,0 1-192 0,-1-4 24 0,4 1 496 16</inkml:trace>
  <inkml:trace contextRef="#ctx0" brushRef="#br0" timeOffset="80302.39">1448 13810 136 0,'14'2'522'0,"0"0"357"0,-1 0 236 0,-2 4-93 16,-5 0-245-16,2 3-144 0,-1 0-108 0,2 3-97 16,2 0-83-16,-3 2-69 0,1 1-46 0,-2 1-56 15,-1 2-46-15,-3 1-21 0,2 4-18 0,0-1-15 16,-1 4-17-16,-2-2-14 0,1 1-13 0,-1 1-9 15,-1 0-9-15,1-3-6 0,0 1-3 0,-1-1-3 16,1-2-1-16,-2-2-2 0,0-1 0 0,3 2-5 16,-3-5-12-16,3-1-25 0,-1-1-63 0,-1-5-66 15,-1-3-127-15,-1-3-181 0,1-2-301 0,0-2-326 16,1-3-249-16,-1-3-144 0,-1-4 374 0,1 0 589 16</inkml:trace>
  <inkml:trace contextRef="#ctx0" brushRef="#br0" timeOffset="80706">1699 13777 16 0,'11'-3'403'0,"-5"0"312"16,4 0 281-16,-2 1 125 0,1 0-294 0,1-3-248 15,0 2-154-15,2-1-29 0,1 1-18 0,4-2-67 16,-1 2-43-16,3 1-35 0,-2 0-20 0,2-1-43 15,0 2-53-15,0-1-24 0,0 2-21 0,-1 3-7 16,1-2-6-16,-1 3-6 0,-2 0-3 0,3 2-2 16,-4 1 0-16,0 2-1 0,-2 3-1 0,-3 2 0 15,-1-1-3-15,-3 5 1 0,-1 1-3 0,-5 4-1 16,0 0-4-16,-5 4-7 0,-1 0-5 0,-3 3-4 16,-1 0-3-16,0 2-3 0,-2-1-4 0,1-1 1 15,1-2-2-15,1 1-3 0,-1-3-2 0,2-1-2 16,2-1-1-16,0-2 0 0,1-1-1 15,2 0-1-15,1-3 3 0,2 1 2 0,2-5-1 16,1 0 0-16,2-3 0 0,4 0-1 0,-1 1-3 16,2-5-2-16,4-1 0 0,0-4-2 0,0 0-1 15,2-2-6-15,0-2-6 0,0 0-10 0,3-4-12 16,-3-1-15-16,3-2-21 0,-1 0-36 0,-2-1-63 16,3-2-64-16,-6 0-101 0,3-1-165 0,-4 3-252 15,0-5-288-15,0 3-215 0,-1 0-166 16,2-1 206-16,-4-1 561 0</inkml:trace>
  <inkml:trace contextRef="#ctx0" brushRef="#br0" timeOffset="80996.17">2496 13774 27 0,'0'-12'586'0,"-3"3"601"0,1 3 347 15,-3 0-111-15,2 4-390 0,0-2-369 16,-3 3-216-16,3 1-138 0,-2 0-111 0,2 3-69 15,1-1-46-15,-1 3-28 0,0 1-23 0,1 2-14 16,1 2-5-16,-1 4-3 0,2 1-1 0,3 3-1 16,-1 1 4-16,1 0 0 0,0 5 1 0,4-1 0 15,-1 1-3-15,3 0-1 0,1 2-2 16,3-3-2-16,1 3-1 0,0-2-2 0,3-1 0 16,-1-2-2-16,3-2-1 0,0-1-1 0,-1-3-2 15,2-1 0-15,-1-2-2 0,0-4 6 0,1 2-1 16,0-6-10-16,-3-1-15 0,2-4-33 0,-5-2-68 15,-1-3-83-15,-2-5-152 0,-2 2-221 16,-2-6-314-16,-4 0-340 0,0 2-233 0,0-2-48 16,-6 0 537-16,0 0 589 0</inkml:trace>
  <inkml:trace contextRef="#ctx0" brushRef="#br0" timeOffset="81253.12">2455 13735 158 0,'-9'8'996'0,"2"1"636"0,1-2-79 0,3-1-329 16,-2 0-439-16,3 0-338 0,2-3-217 0,0 0-109 15,2 0-45-15,4 0-21 0,2-1-17 16,3-2-6-16,5 0-3 0,1-2-6 0,3 2-7 16,2-6 1-16,1 3 0 0,-2-3-3 0,4 2-1 15,-1-1 0-15,1 1-3 0,-3-1-7 0,1 4-7 16,-1-1-15-16,-4 2-45 0,0 2-74 0,-4 1-110 15,-1 1-187-15,-2 4-301 0,0-1-337 16,-3 5-317-16,0-3-150 0,3 3 324 0,-2 0 654 16</inkml:trace>
  <inkml:trace contextRef="#ctx0" brushRef="#br0" timeOffset="82348.38">3851 13828 40 0,'-8'-12'584'0,"-3"-2"484"0,0 1 214 0,-2 1-15 16,-2-1-289-16,0 1-322 0,-2 0-189 16,1-1-98-16,-1 0-62 0,1 1-72 0,-3-1-75 15,2 1-44-15,2 1-26 0,-2 3-21 0,4-2-14 16,2 1-13-16,-1 3-2 0,2 0-5 0,2 1-6 15,0 1-6-15,2 1-6 0,3 2-3 16,-2-1-7-16,3 2-3 0,-1 0-2 0,0 0-2 16,1 3 0-16,-2 3-2 0,1 1 1 0,1 4 3 15,-1 2 3-15,0 4 2 0,0 0-3 0,1 4-2 16,-1-1 0-16,1 3-5 0,-1 1-2 16,1 0-3-16,-2 2 5 0,1-1 1 0,1 0 2 15,2 3 1-15,-1-2 0 0,-1 2 0 0,2 0 0 16,-2-1-1-16,2 1 0 0,0-1 0 0,2-2 0 15,-2 2 0-15,0-2-1 0,2-2 1 16,-1 1-1-16,1-3 0 0,-2 0 0 0,3-1 1 16,0-3 0-16,-2 1 0 0,1-2 0 0,1 2 0 15,0 0 5-15,-1-2 2 0,1 1 0 0,-1 2 0 16,1-1 1-16,-1 0 0 0,1 0-3 16,0 1-3-16,1-2 0 0,-2-1-5 0,3 2-2 15,-2-3-2-15,2-2-1 0,3 3 0 0,-2-4-2 16,5-2 10-16,0 0 4 0,2 1 5 0,-1-4 0 15,4 0 0-15,0-2 2 0,3-3-6 16,-1-1-4-16,2-2-1 0,0-1 0 0,1-3-2 16,0-3 1-16,1-1 0 0,-3-1-1 0,3-2 1 15,-2 0-2-15,-2-1 0 0,1 2-3 0,-3-2-9 16,-4 5-15-16,-1-1-28 0,-3 0-65 0,0 3-79 16,-3 1-157-16,-4 1-276 0,1 2-325 15,-2 2-376-15,0 0-262 0,-2 2 15 0,-1 1 704 16</inkml:trace>
  <inkml:trace contextRef="#ctx0" brushRef="#br0" timeOffset="82852.92">4031 14396 74 0,'2'-5'651'0,"1"5"492"16,-3-5 151-16,0 1-88 0,2-1-329 0,-1-1-283 15,1 0-186-15,1-4-99 0,-1-2-58 0,1-2-55 16,3-1-66-16,0-3-57 0,-1-1-28 0,2-2-15 16,-1 1-9-16,3-1-11 0,-1 2 2 15,0 0-3-15,0 1-1 0,-2 4-3 0,1 0-2 16,-3 5 1-16,1 2-3 0,-2 1 5 15,3 3 8-15,-2 3 6 0,0 2 5 0,1 2 6 16,0 5 6-16,0 3-2 0,0 4-5 0,2 1-5 16,-2 6-5-16,0-3-4 0,-2 4-6 15,2 1 2-15,1-3 0 0,0 0 0 0,-1-2-1 16,0-2 0-16,1-3-3 0,1-4-5 16,-1 0-3-16,0-5-1 0,-1 0 0 0,1-6 2 15,1-5 0-15,0-2 3 0,1-5-6 0,0-3-3 16,0-6-1-16,1 0-2 0,0-4 0 0,0 1-2 15,0-1 5-15,-1 3 3 0,-3 3 2 16,2 0-1-16,-4 6 0 0,2 3 0 0,-1 2 1 16,-1 2 0-16,-1 2-1 0,-1 2 2 15,1 4-1-15,-2 2 0 0,2 5 1 0,-1 2 0 16,-1 1-1-16,0 4 4 0,2 1 1 0,1-1 0 16,-1 5-5-16,1-4-16 0,0 1-40 15,0-1-80-15,0 1-106 0,2 0-191 0,-2-4-297 16,3 1-342-16,1-1-342 0,-1-1-160 15,2 1 276-15,0-2 698 0</inkml:trace>
  <inkml:trace contextRef="#ctx0" brushRef="#br0" timeOffset="83790.85">4586 14422 386 0,'7'5'864'15,"-4"-1"293"-15,0-2 2 0,0-1-311 16,0 1-296-16,0-1-216 0,-1-2-78 0,1-1 7 16,2-2 3-16,0-5-14 0,0-2-19 0,-1-3-19 15,4-5-46-15,0 0-57 0,0-4-37 16,0 2-19-16,1-3-10 0,-1 3-12 0,2 0-7 15,-3 1-3-15,1 4-7 0,-3 3-6 0,0 3-2 16,-2 0 3-16,-1 3-1 0,-1 1 1 16,1 4 0-16,2-3 2 0,-4 5 0 0,2 0-5 15,0 5-2-15,-1 0-1 0,2 3-1 16,-1 2-2-16,0 2-1 0,1 1-1 0,-2 2-2 16,3-1 0-16,-1 4-2 0,0 0 2 0,3-4-1 15,-3 3 1-15,2-3-1 0,0-2 0 16,-2 0-1-16,2-3 0 0,0-2 0 0,1-1-1 15,-3-2 1-15,3 0 1 0,-1-4 2 16,0 0 1-16,0-4 2 0,2 2 0 0,-2-6 0 16,3 1-1-16,-1-2 0 0,-1-3 0 0,3 1-1 15,-2-1 1-15,-1 0-3 0,2 3-4 16,-1 0-5-16,0 2-3 0,-1-1-2 0,1 4 0 16,-2 1 0-16,2 0 6 0,-2 3 5 0,1 2 3 15,1 0 8-15,-2 3-2 0,2 2 6 16,-2 1 2-16,1-1 1 0,-1 3 0 0,3 1-5 15,-2-3-1-15,-1 3-5 0,1-4-4 0,-1-2-1 16,0 0-1-16,3-2-2 0,-4-3 2 16,3-4 2-16,1-4 0 0,-2-4-3 0,2-3-4 15,0-3 1-15,0 0-2 0,0-2-1 0,-1 2-1 16,0 2 6-16,-2 3 1 0,0 2 1 16,-2 2 0-16,0 1-1 0,1 4 1 0,-2 2 1 15,1 0 0-15,0 2 0 0,-1 2 2 16,1 0 2-16,0 4 0 0,1 2-2 0,-1 1 6 15,0 1-1-15,0 0-1 0,3 1-7 16,-1 1-27-16,-2-5-64 0,2-1-64 0,0 0-89 16,-2-4-152-16,3 0-233 0,-3-4-302 0,2-2-234 15,-2 0-208-15,0-4 55 0,1-3 491 0</inkml:trace>
  <inkml:trace contextRef="#ctx0" brushRef="#br0" timeOffset="84273.84">5166 13789 11 0,'2'-15'502'0,"-2"5"489"16,0 2 250-16,0 2-56 0,2 2-342 0,-1 1-282 15,1 1-191-15,1 4-90 0,2 1-47 16,0 0-34-16,2 0-32 0,0 1-39 0,-1-1-16 16,4 2-26-16,-1-3-19 0,2 2-12 0,-1-2-9 15,2 0-2-15,-1-2-20 0,3 0-8 0,-2-2-7 16,-1 0-3-16,4 0 1 0,-2-1-3 15,0 0 0-15,-2 0-1 0,0 0-2 0,0 2 1 16,0-4-2-16,-1 2-2 0,-1 0 2 0,-1 2 1 16,0-2 0-16,-3 2-1 0,2-1 0 15,-2 0 2-15,0 2 0 0,0 0-1 0,-2 2 1 16,2 0 8-16,0 0 5 0,0 4 0 16,0 0 3-16,0 2-2 0,0 1 1 0,1 3-8 15,2 1-2-15,-2 1-3 0,1 2-1 0,-1 2 2 16,2 3-1-16,1 2 1 0,-2 1-1 15,1 4 1-15,1 1 1 0,-1 2 0 0,0 4 1 16,0 1 1-16,1 3 1 0,-1 1-2 0,-1 2-1 16,-1 0-2-16,3 2-1 0,-2-3 0 0,-1 0-1 15,-1-2 1-15,0-1 0 0,1-3 2 16,-3-3 3-16,-2-2 6 0,-1-1 5 0,0-4 3 16,-1-3 4-16,-5 0 0 0,1-4-2 15,-1-3-2-15,-2-2-6 0,-3-1-3 0,0-5-4 16,-2-1-3-16,-1 1-3 0,-1-2-5 0,0-1-11 15,0-3-23-15,0 1-70 0,2-4-81 16,-4-1-168-16,2-3-282 0,1-2-324 0,2-1-378 16,0 0-230-16,3 2 90 0,0 0 708 15</inkml:trace>
  <inkml:trace contextRef="#ctx0" brushRef="#br0" timeOffset="84688.91">6001 13881 70 0,'5'3'652'0,"0"-2"481"15,-2 1 135-15,2 0-125 0,2 0-340 0,0 1-297 16,4 2-155-16,3 1-83 0,-1-2-40 0,4 2-38 16,1-1-43-16,4-1-54 0,3-1-42 15,0-2-23-15,-1 1-16 0,3-2-5 0,0 0-7 16,-2 0-2-16,0 2-56 0,-4-1-62 16,-4-1-135-16,-2 3-231 0,-4 2-294 0,-5-1-341 15,-3 3-256-15,-6 3-70 0,-2 2 498 0</inkml:trace>
  <inkml:trace contextRef="#ctx0" brushRef="#br0" timeOffset="84844.11">6180 14187 269 0,'0'7'847'0,"0"1"353"16,0-4 1-16,3 2-216 0,0-2-417 16,4 2-282-16,1-1-145 0,4 1-72 0,1 0-33 15,4-4-22-15,2 1-28 0,3-1-47 0,2-1-113 16,1-1-171-16,1 0-293 0,2 0-262 15,-1 1-222-15,3-1-34 0,-1 1 335 0</inkml:trace>
  <inkml:trace contextRef="#ctx0" brushRef="#br0" timeOffset="85421.97">7312 14324 338 0,'11'0'966'15,"-5"0"329"-15,1 3-62 0,-1-3-217 0,2 0-488 16,0 2-265-16,0 0-128 0,4 0-68 15,0-1-28-15,2-1-14 0,3 0-11 0,2-3-5 16,2 1-4-16,1 0 0 0,3-3-2 0,0 1-16 16,-2 0-56-16,-1-1-144 0,-2 3-241 15,-2-2-277-15,1 4-280 0,-2 0-241 0,-3 0 29 16,1 2 481-16</inkml:trace>
  <inkml:trace contextRef="#ctx0" brushRef="#br0" timeOffset="85577.92">7951 14334 416 0,'11'5'840'0,"-3"-1"251"16,-2 0-12-16,-1 1-309 0,1-1-327 0,0 1-216 15,-1-1-114-15,2 1-55 0,1-3-31 0,1 2-16 16,2-3-38-16,0-1-77 0,3-1-104 0,-1-3-132 16,1 3-243-16,0-2-262 0,1 0-148 15,2 0 60-15,2-1 271 0,-1-1 307 16</inkml:trace>
  <inkml:trace contextRef="#ctx0" brushRef="#br0" timeOffset="85736.84">8351 14324 123 0,'8'7'398'0,"-1"2"222"15,0 0 174-15,-1 0-111 0,1-1-176 16,0 3-134-16,-2 1-85 0,2-4-66 0,-1 1-55 16,0-1-53-16,2-1-41 0,0 0-32 0,0-2-25 15,-1-1-54-15,2-2-98 0,-3-1-146 0,2-1-291 16,-1 0-212-16,-1-3-138 0,3 2 68 15,-4-2 273-15</inkml:trace>
  <inkml:trace contextRef="#ctx0" brushRef="#br0" timeOffset="86216.85">9312 13641 124 0,'0'3'712'0,"-1"1"444"0,-1 0 91 16,2-2-145-16,2 0-416 0,-1 1-305 0,4 0-156 16,1-1-50-16,2 0-31 0,3 0-18 0,3 1-13 15,-1-2-19-15,6 0-20 0,-1 1-37 16,4 0-16-16,0-1-9 0,1 1-6 0,0-1-2 16,0-1-7-16,1 2 2 0,0-1-1 15,-4-1-1-15,2 0-46 0,-4 0-61 0,-4 0-151 16,-1 0-250-16,-1 0-285 0,-5-1-314 0,-2-1-216 15,-4 1 33-15,-1-2 537 0</inkml:trace>
  <inkml:trace contextRef="#ctx0" brushRef="#br0" timeOffset="86437.81">9548 13531 386 0,'-5'6'969'16,"2"2"308"-16,-2 0-46 0,1 3-212 15,0 2-342-15,3 1-223 0,-1 1-118 0,2 1-69 16,0 1-46-16,2 2-58 0,-1-2-68 0,1 1-45 16,2 0-25-16,1 2-11 0,-2-2-9 15,2 1-12-15,0 2-57 0,-2-4-64 0,-1-1-132 16,-1 2-212-16,1-1-302 0,-2-1-343 16,-2 2-271-16,-2-1-108 0,-3 1 454 0,-1 1 620 15</inkml:trace>
  <inkml:trace contextRef="#ctx0" brushRef="#br0" timeOffset="86637.71">9434 14191 120 0,'3'8'739'16,"2"1"481"-16,-2-2 82 0,0 0-177 15,0 1-402-15,2 1-351 0,2-2-167 16,2-1-89-16,0 0-42 0,3 0-22 0,3-4-12 15,1 1-6-15,3 0-17 0,3-3-6 0,-1-1-27 16,4-1-35-16,-3-1-119 0,2 1-218 0,-3-3-283 16,-1 2-285-16,-2 1-257 0,-3 0-121 15,-4 2 383-15,0 4 559 0</inkml:trace>
  <inkml:trace contextRef="#ctx0" brushRef="#br0" timeOffset="86977.97">10376 14439 14 0,'8'-5'512'16,"-1"4"458"-16,0-2 211 0,-2 1-66 15,1 1-348-15,1-2-329 0,1 1-217 16,1-1-109-16,2 0-53 0,3 1-27 0,-1-4-16 16,4 0-10-16,-1 0-7 0,2-1-33 0,-1-2-76 15,2 3-126-15,-1 0-170 0,0 2-289 0,1 1-256 16,-1 1-157-16,-1 2 104 0,2 0 363 15</inkml:trace>
  <inkml:trace contextRef="#ctx0" brushRef="#br0" timeOffset="87189">10946 14396 121 0,'12'3'485'0,"-1"2"292"16,0-1 196-16,-3 0-55 0,3-1-269 0,-1 0-197 15,4 0-112-15,-3 0-77 0,3 0-69 16,-1-2-62-16,4 1-52 0,-2-1-37 0,2-1-19 15,-1 0-10-15,1 0-8 0,-1-1-3 0,1-2 0 16,1-2 1-16,-1 1-12 0,0 0-8 16,-4-2-6-16,3 0-5 0,-2-3-3 0,-1 5-3 15,-1-2 4-15,1 1 12 0,-2 3-9 0,-3 2-20 16,0 1-44-16,-5 2-85 0,1 6-131 16,-3-2-242-16,-1 3-250 0,2 0-191 0,-1 5-30 15,2-1 227-15,2-1 354 0</inkml:trace>
  <inkml:trace contextRef="#ctx0" brushRef="#br0" timeOffset="88304.68">22037 14327 174 0,'0'-4'803'0,"-5"2"450"0,4-1 42 15,-1 1-190-15,2 2-437 0,0-2-329 16,0 2-165-16,3-3-90 0,3 1-45 0,1 1-15 15,2-2-12-15,4-1-6 0,1 0-2 16,3 0-2-16,1 1-2 0,2-1-1 0,1 1-6 16,1 0-17-16,-1 3-38 0,1 0-100 0,-5 0-144 15,0 3-248-15,0 1-284 0,-2 0-255 16,0 4-138-16,-3 0 219 0,-1-1 448 0</inkml:trace>
  <inkml:trace contextRef="#ctx0" brushRef="#br0" timeOffset="88467.18">22506 14425 182 0,'8'5'479'0,"0"-2"223"0,-3-2 112 0,4 1-176 16,-2-2-225-16,-1-2-141 0,5 1-85 0,-3-2-42 15,2 0-25-15,1-2-13 0,1-1-41 16,1 2-25-16,3-2-25 0,-3 2-47 0,2 0-70 16,0 2-86-16,-1-1-107 0,-2 1-195 15,1 4-225-15,0-2-82 0,-4 4 75 0,4-2 195 16,-5 1 224-16</inkml:trace>
  <inkml:trace contextRef="#ctx0" brushRef="#br0" timeOffset="88620.78">22846 14410 272 0,'10'-1'467'16,"0"-2"187"-16,-1 1 93 0,-3 0-142 15,2 2-88-15,0-4-36 0,0 4-22 0,-2-1-41 16,1 0-71-16,-1 1-76 0,2 0-82 0,-4 0-67 16,3 0-51-16,-1 1-30 0,-1 0-19 0,3 3-14 15,-4-4-2-15,1 4-6 0,2-1-21 16,-2 2-81-16,-1-3-140 0,1 1-233 15,-1 0-278-15,1-1-266 0,0 1-186 0,3-3 131 16,1 1 444-16</inkml:trace>
  <inkml:trace contextRef="#ctx0" brushRef="#br0" timeOffset="89605.86">23721 13766 60 0,'2'2'579'16,"-1"0"462"-16,1-1 174 0,-1 0-96 0,5-1-379 16,1 0-289-16,1 0-174 0,1 0-74 15,5 0-33-15,2 0-19 0,2 0-25 0,0 0-23 16,2 0-23-16,2-1-33 0,1 1-20 0,0-1-14 16,2 1-4-16,-1-2-7 0,1 0-5 15,0 1-1-15,-3-2-3 0,0 0 0 0,-1 2-33 16,-3-2-42-16,-5 1-85 0,-1-1-155 0,-4 2-261 15,-2-1-299-15,-5-1-254 0,-1 3-170 16,-1-1 181-16,-7-1 514 0</inkml:trace>
  <inkml:trace contextRef="#ctx0" brushRef="#br0" timeOffset="89836.9">23912 13689 470 0,'-1'0'957'15,"-1"0"268"-15,1 1-48 0,-1-1-342 0,0 1-310 16,1 3-203-16,-3-2-114 0,4 4-61 0,0 0-28 16,0 4-19-16,0-2-20 0,0 4-22 0,0-1-23 15,0 3-12-15,2 0-12 0,0 2-8 16,-2 0-7-16,1 2-1 0,1-1-25 0,0 2-27 16,-2-6-70-16,1 4-134 0,-1-2-212 0,-1-2-294 15,-1-1-260-15,0 3-231 0,-1-2 39 16,-2-1 443-16</inkml:trace>
  <inkml:trace contextRef="#ctx0" brushRef="#br0" timeOffset="90095.72">23719 14233 511 0,'4'1'1031'0,"-3"-1"253"0,1 0-102 16,-1 2-337-16,4 1-363 0,-4-3-238 0,2 2-120 16,2-2-65-16,3 3-27 0,0-1-13 15,5-1-8-15,1 0-7 0,2 3-1 0,1-4-3 16,5 2-1-16,0 0-4 0,2 0 0 0,0-1-4 16,1 2-41-16,1 0-124 0,-1 0-202 15,-2-2-281-15,-2 4-271 0,3-2-254 0,-4 1-53 16,0 2 387-16</inkml:trace>
  <inkml:trace contextRef="#ctx0" brushRef="#br0" timeOffset="90715.24">24699 14481 39 0,'5'0'626'0,"3"-2"589"0,-2 2 183 16,-1 0-181-16,-2 0-366 0,2 2-393 0,-2-2-202 16,2 0-130-16,4 0-60 0,-2 0-32 0,2 0-17 15,4 0-10-15,0 0-4 0,3-2-7 16,-1 0-11-16,4 2-35 0,-1 0-47 0,0 0-119 16,0 0-172-16,-1 0-295 0,4 0-292 15,-5 2-225-15,2 0-90 0,0 1 361 0,3 0 490 16</inkml:trace>
  <inkml:trace contextRef="#ctx0" brushRef="#br0" timeOffset="90884.9">25335 14491 29 0,'16'-1'544'0,"-1"1"491"0,-5 0 216 0,-2 0-90 16,-1 0-371-16,0 1-293 0,-2-1-204 16,-2 0-107-16,4 2-51 0,-3-1-34 0,1-1-19 15,3 0-28-15,1 2-21 0,0-2-15 16,3 0-15-16,2 0-15 0,0 0-31 0,2 0-35 15,3 0-80-15,-3-2-123 0,3 2-162 0,-1-1-245 16,0 1-255-16,3 0-216 0,-3 0 24 0,0 0 324 16,1 0 399-16</inkml:trace>
  <inkml:trace contextRef="#ctx0" brushRef="#br0" timeOffset="91043.79">25952 14472 9 0,'11'-1'540'0,"-2"-2"529"16,1 3 329-16,-2-2-10 0,-2 2-347 0,0 0-360 15,-1 0-224-15,1 0-125 0,1 0-101 16,-3-2-88-16,1 2-56 0,2 0-34 0,0 0-21 16,0 2-16-16,1 0-8 0,0 1-11 0,-1 0-29 15,0 4-85-15,-2-1-109 0,-1 0-189 16,0 1-296-16,-3 2-346 0,4-2-378 0,-1 3-144 16,-1-3 317-16,1-1 694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08T11:43:13.05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6009 1344 6 0,'2'-3'275'0,"-2"1"214"0,0-1 205 0,0 2 33 15,0 1-103-15,0-2-100 0,0 2-56 0,0 0-51 16,0 0-50-16,2 0-52 0,-2 0-67 0,1 0-68 15,-1 0-58-15,2 0-44 0,-2 0-24 0,0 2-12 16,1-1-1-16,1 2 14 0,1 0 2 0,-2 5 6 16,1-2-1-16,-1 2-3 0,1 3 36 0,0 3 31 15,-1-1 18-15,1 2 3 0,-2 5-3 0,2 0-4 16,-1 1-33-16,1 5-34 0,-1 2-16 16,-1 0-10-16,0 1-4 0,2 3-1 0,-2 3-4 15,0-2-3-15,0 3-6 0,2 0-1 0,-2-2-2 16,1 3-4-16,-1-3-2 0,0 0-3 0,2 1-3 15,-2 1-1-15,1-4-5 0,1 3 0 0,2-2-3 16,-2 2 0-16,1-2-1 0,-1-2 1 16,1 2 5-16,-1-1 4 0,-1 2 0 0,2-2 3 15,-1 2 0-15,-2 0 0 0,2-1-3 0,-1 3-4 16,-1-3 0-16,2 3-1 0,-2-1-2 16,0 1 1-16,0 2 0 0,0-2-1 0,0 1 2 0,0 0 0 15,0 0-2-15,0-1 0 0,0 0-2 16,0 0 4-16,0 1-2 0,1-1-1 0,1 0 1 15,-2 3 1-15,0-4 2 0,0 2-4 0,0 1 3 16,2-1 1-16,0 1-1 0,-2 2 0 16,0-2 0-16,2 1 0 0,-2 3 1 0,2-2 0 15,-1 2 1-15,-1-1 5 0,2 0 1 0,-1 2-1 16,1-1-1-16,1-2 0 0,-1 0 0 16,1 2-5-16,0-3-7 0,2 1-4 0,-2-2-1 15,2 0-2-15,-1 0-1 0,0-1-2 16,-1 2 4-16,2 0 2 0,-2 1 1 0,0-2 1 15,0 1 5-15,2 0 2 0,-2-1 1 0,0 4 0 16,-1-3 1-16,-1 0-1 0,1-2-5 0,1-1-1 16,-1-1-1-16,1-2 0 0,-1-2 0 15,2 0 1-15,-2-2-1 0,2 0 0 0,-2-1 0 16,1 0-1-16,-1 2 0 0,1-2 0 16,-1 0 0-16,-1 1-1 0,2 0 1 0,-1 5-2 15,0-3 1-15,-1 4 0 0,2 1-1 0,-1 3-1 16,2 0 0-16,-2 2-1 0,1 0 0 15,0 0-1-15,1 1 1 0,0-3 0 0,1-1 2 16,0-1 1-16,1-5 1 0,0-2-1 16,-2-2-2-16,0-6-5 0,-2-2-5 0,1-5-9 15,-1-5-10-15,-2-2-11 0,0-7-25 0,0-4-67 16,-5-6-73-16,0-8-134 0,-3-3-198 0,-1-9-313 16,-1-2-350-16,-1-5-231 0,-3-6-67 15,0-5 477-15,-3-4 577 0</inkml:trace>
  <inkml:trace contextRef="#ctx0" brushRef="#br0" timeOffset="863.37">5891 1476 247 0,'-5'7'609'0,"0"1"341"0,0-3 203 0,-1 1-217 16,0 0-188-16,3-2-122 0,1-2-109 16,2 3-103-16,0-5-96 0,0 2-66 0,0-2-68 15,0-2-60-15,0-3-39 0,2-3-22 0,-1-4-17 16,3-4-4-16,2-4-5 0,0-2 0 0,0-6-3 0,4-2 0 16,-1-2 2-16,1 1-3 0,3-2-2 0,-1 0-7 15,-1 3-1-15,3 3-1 0,-3 2-4 0,1 4-4 16,-3 1-2-16,1 5 0 0,-2 3 0 15,1 2-2-15,0 4 2 0,-1 3-1 0,0 1 0 16,3 6 1-16,-3 2-3 0,0 2-1 0,3 6-2 16,-3 2-1-16,-2 4-5 0,2 1 0 0,0 3-4 15,0 4-2-15,-2 1-14 0,1 4-26 0,-1 1-80 16,0 2-134-16,-1 2-259 0,-2 0-307 0,2 2-376 16,-2 0-436-16,2 2-88 0,-2 3 636 0</inkml:trace>
  <inkml:trace contextRef="#ctx0" brushRef="#br0" timeOffset="2563.04">6095 5109 45 0,'-7'-2'291'0,"0"-1"195"0,0 0 215 15,2 0 4-15,1 0-55 0,-1 0-40 0,0 0-36 16,-1 2-63-16,3-2-66 0,1 3-46 15,-1-1-63-15,1-1-70 0,1 0-60 0,1 1-39 16,0 1-39-16,0 0-48 0,1-1-40 0,1 1-21 16,1 0-11-16,2 0-5 0,3 0 3 15,1-2 27-15,1 2 16 0,5-2 10 0,0 2 3 0,2-1 7 16,1 0 2-16,2-1-23 16,4 0-11-16,-1-1 0 0,1 2-3 0,3-2-5 15,0-2-4-15,1 1-2 0,1 0 1 0,1-2-8 16,0 2-3-16,0 0-2 0,2-1-4 0,-1 1 1 15,1 1-3-15,1-2 0 0,0 2 0 16,2 0-1-16,-2 1 9 0,2 0 6 0,3 0 3 0,-2 1 0 16,1 0 1-16,-1 1-2 15,5-2-8-15,-3 2-5 0,0 2-2 0,3-2 3 16,0 1 1-16,-3 0 3 0,2 1-6 0,-2 1-1 16,3-2-3-16,-2 2 3 0,4 0 4 0,1-2-1 15,-1 1 6-15,6 1 3 0,-1-3 0 16,2 2-6-16,2-1-5 0,-1 1-3 0,1-1-3 15,2 1 5-15,-1-1 1 0,0 2 2 0,2-2 2 16,0 3-5-16,-1-2-2 0,2 2-6 16,1-2-3-16,1 2-3 0,0-2-1 0,2 3 5 15,-1-3 1-15,1 1 1 0,0 0 1 16,-2-2 5-16,1 1 3 0,-2 0-1 0,2-2 3 16,-2 1-4-16,-1 0-2 0,1 3-5 0,-3-3-3 15,4 0 0-15,-2 3-3 0,1 0 4 16,0-1 1-16,1 3 2 0,-1-2-1 0,-2 2 1 15,1 0 4-15,3 0 3 0,-3 2 1 0,1-4 1 16,0 4 2-16,-2-4-4 0,3 1-8 16,0 0-2-16,2-3-1 0,3 2-3 0,2-3-1 15,1 0 4-15,-1 1 2 0,2-2 6 0,-1 1 2 16,2-1 1-16,0 0 3 0,1 0 1 16,-2 2-4-16,3-2-6 0,1 1-4 0,1-1-1 15,1 3-3-15,3-1-2 0,-2 1 10 16,-1 1 4-16,1-1 0 0,1 1 3 0,-1 1 2 15,-1 0 0-15,0 0-4 0,2-2-6 0,3 2-3 16,-1 1 4-16,3 1 0 0,0-3 0 0,-1 0-1 16,-1 1 3-16,0-1 3 0,-1 0-3 15,1 1-1-15,0 0-1 0,1 1 2 0,-1-2 1 16,2 2-2-16,-2 1-1 0,2-2-2 16,-2 3 0-16,-1-2-3 0,-1 2 3 0,-2-1 1 15,1-1 1-15,-1 0 3 0,2 0-1 0,1-2 2 16,1 2-2-16,-1-2-2 0,0 0-1 0,0-2-1 15,-1 2-1-15,1-2 1 0,-2 3 2 0,0-3 2 16,1 1 1-16,2 0 0 0,-1 0 2 16,2-1-2-16,-1 0-2 0,-1 0 0 0,-1 0-2 15,0 0-1-15,-3 0 0 0,-2 0 2 16,0-1 2-16,-3 0 1 0,0 1 0 0,-1-2 1 16,-1 1-1-16,2-1 0 0,-4 0-3 0,-3 0 1 15,-3 0-1-15,-4 0-1 0,-3 2 1 16,-7-2 0-16,-2 1-1 0,-7 0-1 0,-5 1 1 15,-5 1 0-15,-7-1 2 0,-1-1 2 16,-7 1 7-16,-2-2 6 0,-2 1 2 0,-4 1 0 16,-6-2 0-16,-3 1 0 0,-3-1-8 0,0-1-4 15,-3-1-4-15,-2 1-1 0,1-4-2 0,0 0-1 16,0 0 0-16,1-1-2 0,3-3 0 16,0 1-1-16,1-1 1 0,5 0-1 0,0-2-1 15,4 1 0-15,2 0 0 0,4-1-1 16,3 1 1-16,0-1 1 0,3 3 2 0,1-3 0 15,5 2 1-15,0 0 0 0,0 0 0 16,2 1 0-16,2 1 1 0,-4 1-1 0,4 0 0 16,-3 1 0-16,2 2 2 0,-3 2 2 0,0 1 0 15,-1 0 2-15,-2 1 1 0,0 2 3 0,-2 2 5 16,0 1 6-16,-4 0 7 0,2 1 6 16,-1 2 5-16,-4 0 0 0,-1 3-3 0,-2 1-7 15,-3 0-6-15,0 5-7 0,-2 0-5 16,-4 0-4-16,0 1-3 0,-5 1-1 0,0 1-2 15,-5 0 0-15,0-3-6 0,-3 2-11 0,0-4-22 16,-5 0-43-16,-3-3-82 0,-3-2-160 0,-4-3-267 16,-1-2-324-16,-2-5-401 0,-3-1-387 15,-5-2-6-15,-2-6 762 0</inkml:trace>
  <inkml:trace contextRef="#ctx0" brushRef="#br0" timeOffset="5410.07">7075 4276 113 0,'-2'6'339'0,"-1"0"179"0,3-2 148 16,-3 0-102-16,0 2-98 0,3-1-52 0,-2-1-22 15,4 2 15-15,-2-2-7 0,6 3-32 16,-3 0-44-16,4-1-53 0,-1 1-47 0,2 1-51 16,3-1-11-16,0-1-2 0,0-2 31 0,5 1 6 15,-2-1 9-15,2 0-8 0,0-1-25 16,4-3-26-16,-1 0-46 0,2 0-21 0,1-3-23 15,0-1-4-15,2 0-12 0,-2-3-1 16,2 1 3-16,1-3 1 0,0-4 2 0,2 2-6 16,-1-6 0-16,1 0-4 0,-1-2-4 0,1-1-6 15,-3-5-4-15,-1 0-3 0,-3-2-5 0,0-1-3 16,-1 0 1-16,-2-2 1 0,1 0 1 16,-4 0 3-16,2 1 3 0,-3-3 0 0,-1 2-3 15,1 0-2-15,-2 0-6 0,1 2-7 16,-2-1-4-16,1 0-2 0,0 1-2 0,-1-1 0 15,-1 2 4-15,2-1 2 0,0 0 6 0,1 1 2 16,0-4 1-16,1 3 0 0,-1-3 1 0,1 2-2 16,1-2-2-16,0 1 0 0,2 1 3 15,0 0-2-15,0-2 1 0,1 0-1 0,-1 1 1 16,1 2-4-16,2 0-3 0,-3 2 0 16,0 1 0-16,0 1-1 0,-1 1 0 0,0 2 0 15,-1 1 1-15,0 1-1 0,0 2 2 0,-1 3-1 16,0-1-3-16,1 0-2 0,-3 1-1 0,3 1-1 15,-3 1-1-15,2 1-1 0,0-1 4 16,-2 0 2-16,1 3 1 0,0-3 0 0,-1 3 0 0,1 0 1 16,-1-1 0-16,3 2 0 0,-2-2 0 15,0 2 0-15,2-1 0 0,-1 2 1 0,1-1 1 16,1 0 2-16,-1 1 0 0,0 1 1 0,-1 0 0 16,4 0 1-16,-1 2-2 0,-2-2-1 15,2 2-1-15,-2-1-1 0,1 2 0 0,0-2 1 0,0 2 1 16,0 1 2-16,0 1 0 0,0 0 2 15,0-1 0-15,-1 2-1 0,-1 2 0 0,2-1-1 16,-4 0 1-16,3 4 1 0,-1-3-1 0,-2 3 0 16,3 1 3-16,-4-2 1 0,1 4-1 0,3-3 1 15,-4 3-1-15,4 1 0 0,-3-2-3 16,0 2-1-16,2 3-1 0,-2-4-1 0,1 3-3 16,0 0 0-16,-1 0 0 0,1-1 0 0,-2 2 0 15,1 0 0-15,1 1 0 0,-2-1 0 0,2 1 0 16,-2 0 0-16,1-1 0 0,0 2 0 15,0-1 0-15,-1-1 0 0,2 2 0 0,-2-1 0 16,1 1 0-16,0 0 0 0,-1-1 0 16,1 0 0-16,-1 1 0 0,3-1 0 0,-3 2 0 15,4-2 0-15,-3 0 0 0,3 1 0 0,-1-2 0 16,1 2 0-16,0-1 0 0,-1 2 0 0,3-2 0 16,-2-1 0-16,0 1 0 0,-1-1 0 15,1 1 0-15,-1 0 0 0,-1-1 0 0,1 0 0 16,-2-2 0-16,0 2 0 0,0 1 0 15,-1 0 0-15,2-1 0 0,-2 1 0 0,1-1 0 16,-2 2 0-16,1 0 0 0,0-2 0 0,0 1 0 16,-2 0 0-16,2 0 0 0,-1 1 0 15,1 2 0-15,-2-3 0 0,4 2 0 0,-4 0 0 16,2-1 0-16,0 4 0 0,0-5 0 16,0 2 0-16,0 0 0 0,0-1 0 0,0 1 0 15,0 1 0-15,0-2 0 0,0-2 0 0,1 2 0 16,-2-1 0-16,1 0 0 0,1-1 0 0,0 0 0 15,-1-2 0-15,-1 2 0 0,2-2 0 16,-1 1 0-16,-1 0 0 0,2-1 0 0,0 0 0 16,-3-1 0-16,3 1 0 0,-1 0 0 15,-1-2 0-15,2 3 0 0,-1-1 0 0,-2-3 0 16,4 4 0-16,-2-3 0 0,1 2 0 0,0-3 0 16,-1 4 0-16,-1-4 0 0,3 3 0 0,0-2 0 15,-3 1 0-15,4 0 0 0,-4-2 0 16,3 3 0-16,0-3 0 0,-1 1 0 15,0-1 0-15,0 1 0 0,-1 1 0 0,2-1 0 16,1-1 0-16,-2 0 0 0,2-1 0 0,-2 2 0 16,1-1 0-16,1-1 0 0,-2 2 0 0,3-1 0 15,-2-1 0-15,0 0 0 0,-1 1 0 16,2 0 0-16,-1-1 0 0,-2-1 0 0,1 2 0 16,2-1 0-16,-2 0 0 0,0 0 0 15,0-1 0-15,0 1 0 0,1 1 0 0,-2-1 0 16,3-2 0-16,-2 2 0 0,0 0 0 0,1 0 0 15,1 0 0-15,-2 0 0 0,0 0 0 16,2 0 0-16,1-1 0 0,-3 2 0 0,2-1 0 16,1-1 0-16,-1 2 0 0,1-2 0 15,-1 1 0-15,2-2 0 0,-2 2 0 0,0-2 0 16,1 3 0-16,0-3 0 0,2 2 0 0,-2-2 0 16,2 0 0-16,-3 2 0 0,4-1 0 15,-4-1 0-15,4 0 0 0,-2 1 0 0,0-1 0 16,0 1 0-16,0-2 0 0,-2 1 0 0,3-1 0 15,-2 1 0-15,2-1 0 0,-2 2 0 16,2 0 0-16,-2-2 0 0,3 1 0 0,-2 0 0 16,2 1 0-16,-1-1 0 0,1-1 0 0,2 2 0 15,0 0 0-15,2-1 0 0,-2 1 0 16,1 0 0-16,1-3 0 0,-2 3 0 0,1-2 0 16,-2 1 0-16,2-1 0 0,-1 0 0 15,-1-1 0-15,1 1 0 0,-2 0 0 0,0-2 0 16,1 2 0-16,-2-2 0 0,-1 1 0 0,1 0 0 15,-2-1 0-15,-1-1 0 0,0 1 0 16,1-1 0-16,-3 0 0 0,0 0 0 0,0 0 0 16,-1 0 0-16,-1-1 0 0,1 1 0 15,-2-1 0-15,0-1 0 0,1-1 0 0,0 0 0 16,0 0 0-16,1-1 0 0,-2-1 0 0,2 1 0 16,-2-1 0-16,1-1 0 0,1 0 0 0,-1 2 0 15,0-2 0-15,1-1 0 0,1 2 0 16,0-1 0-16,0 1 0 0,2-1 0 0,1 2 0 15,-1-2 0-15,1 1 0 0,2-1 0 16,1 2 0-16,-1-2 0 0,3 1 0 0,0-1 0 16,0-1 0-16,2 3 0 0,2-2 0 0,0-3 0 15,2 2 0-15,0-2 0 0,2 1 0 16,0 0 0-16,-1-1 0 0,1 0 0 0,1-1 0 16,0-1 0-16,1 3 0 0,-1-2 0 15,2-1 0-15,0 1 0 0,0-2 0 0,0 1 0 16,2-2 0-16,-1 3 0 0,-1-1 0 0,0 0 0 15,2 0 0-15,-2 0 0 0,2 1 0 16,-1-1 0-16,1 2 0 0,0 0 0 0,-1 1 0 16,-1 1 0-16,2 1 0 0,-2 2 0 15,0 0 0-15,0 1 0 0,0 2 0 0,-2 1 0 16,1-2 0-16,-1 2 0 0,-1 2 0 0,0-2 0 16,0 1 0-16,-2 2 0 0,2-1 0 0,-2 0 0 15,2-1 0-15,-2 2 0 0,2 0 0 16,-3-2 0-16,3 2 0 0,0 0 0 0,-2 1 0 15,2 0 0-15,0 2 0 0,-3-2 0 16,4 2 0-16,-1-1 0 0,0 3 0 0,1 2 0 16,2-1 0-16,-1 2 0 0,-1-2 0 0,2 4 0 15,0-2 0-15,-1 1 0 0,-1 1 0 16,1-1 0-16,-4 1 0 0,2-1 0 0,-3-1 0 16,-2 0 0-16,-3-1 0 0,-2-1 0 15,-4-1 0-15,1-1 0 0,-6-1 0 0,0-1 0 16,1 2 0-16,-6-4 0 0,1 0-189 0,-3-2-155 15,-1-1-258-15,2-3-322 0,-2 0-399 16,-2-3-408-16,1-4-33 0,-3-2 734 0</inkml:trace>
  <inkml:trace contextRef="#ctx0" brushRef="#br0" timeOffset="6751.99">8482 2799 149 0,'0'2'420'0,"2"-2"241"0,1 1 186 0,-2-1-123 15,-1 0-121-15,0-1-74 0,2 1-63 0,-2-2-68 16,1 2-59-16,-1-3-52 0,2 1-47 0,0-1-31 15,-1 0-4-15,1-2-2 0,0 1-10 16,-1 0-18-16,2-1-20 0,-1-1-36 0,0 2-33 16,-1-1-23-16,2 1-15 0,2-1-9 0,-2 1-4 15,0-2-3-15,0-2-4 0,2 1-3 0,0-2-3 16,0-1-1-16,1-1-4 0,-2-1-2 0,3 0-2 16,-1-3-3-16,1 0 0 0,0-2-2 15,0 1 0-15,-1 0-2 0,1-1 1 0,-1-2-1 16,2 2 5-16,-2-1 3 0,0 1 0 0,-1-1 2 15,0 0-2-15,1 0-1 0,0 0 2 0,-1 2-1 16,-2-2 1-16,2 1-3 0,0 1 1 0,-2 1 1 16,2 1-8-16,-1 1-2 0,0 1-2 15,-1 1 0-15,0 4-2 0,-1 0 0 0,-1 0 0 16,1 3-1-16,0 2 1 0,-1-3 0 0,-1 4 0 16,0 1 0-16,2 0 1 0,-1 1 1 0,-1 4-1 15,0-3 1-15,0 4 2 0,2 1 1 0,-2 3 1 16,0-2-6-16,4 4 2 0,-4 3 2 15,2 2 0-15,-1 0 2 0,1 2 2 0,0 1 8 16,-1 5 0-16,1 0 1 0,1 0-1 0,0 2-2 16,-1 2-4-16,3-2-2 0,1 2-3 15,-2-1-1-15,1-1-3 0,3-4 2 0,0-1 2 16,0-3 0-16,0-1-1 0,2-4-2 0,-2-2-11 16,-1-1-27-16,1-5-72 0,-3-4-91 0,-2 2-184 15,-1-4-285-15,1-2-337 0,-3-1-397 16,-2 0-242-16,-1 0 172 0,0 0 766 0</inkml:trace>
  <inkml:trace contextRef="#ctx0" brushRef="#br0" timeOffset="7877.56">7575 4014 82 0,'1'0'278'0,"1"0"146"16,-2 0 91-16,1 0-59 0,-1-1-62 0,0 1-24 15,0 0 6-15,0 0 26 0,0 0 36 16,0 1-1-16,0-1-29 0,-1 0-53 0,1-1-61 15,-2-1-59-15,2 2-62 0,2 0-40 0,-2 0-23 16,1 0-16-16,-1 0-13 0,0 0-8 16,2 0-16-16,-2 0-17 0,2 0-15 0,-1 0 58 15,2-2 27-15,1-3 8 0,0-1 6 16,1-4 12-16,0-2 8 0,-1-3-52 0,3-3-24 16,0-4-14-16,-2-1-7 0,2-1-20 15,-1-2-18-15,0-1-9 0,2 5-5 0,-3-1-2 16,-2 3-5-16,2 3 8 0,-2 2 2 0,0 5 2 15,-1 0 2-15,0 4 1 0,-1 2-1 0,1 1 0 16,-1 1-1-16,2 4 1 0,0 1-2 16,0 4 0-16,2 1 8 0,-2 1 5 0,2 3 0 15,-1 0 0-15,0 3-1 0,4-1 1 16,-3 1-6-16,1 2-5 0,-1-2-2 0,3 2-2 16,-1 0-43-16,0-1-72 0,1 1-126 0,-2-2-245 15,3 1-295-15,-2-4-360 0,3 2-332 16,0-2-102-16,-2 0 500 0</inkml:trace>
  <inkml:trace contextRef="#ctx0" brushRef="#br0" timeOffset="9567.03">9756 3813 38 0,'4'1'227'0,"-3"1"126"16,-1-1 59-16,0 2-36 0,0-2-66 0,0 3-61 15,0-1-47-15,-1 0-22 0,-1 1-12 16,2-1 4-16,-2 0 11 0,2 0 16 0,0-1 13 15,-1 0 17-15,-1 1 11 0,2-2-1 16,0 0-11-16,0 0-19 0,0-1-22 0,2 3-29 16,-1-3-31-16,-1 0-25 0,0 0-26 0,0 0-23 15,2 0-17-15,-2 0 4 0,2-3 23 16,-1 2 16-16,2-1 14 0,1-3 8 0,-1 1 11 16,0 0 15-16,3-3-13 0,0-3 11 15,1 2 15-15,1-2 2 0,1-4-8 0,-1-2-20 16,3 0-11-16,-1-2-29 0,1 0-27 0,0-2-13 15,3 0-11-15,-3 0-9 0,0 2-15 0,2 1-5 16,-4 1-6-16,1 6-5 0,-1-1 0 16,-2 4 1-16,-1 2 20 0,0 4 15 0,-1 2 9 15,1 4 4-15,-1 5 4 0,0 2-1 16,-2 3-2-16,0 4-6 0,1 0-7 0,-3 3-3 16,2 0-3-16,0 1-1 0,0-2-7 0,0 1-3 15,-1 1 2-15,1-3 0 0,0-1 1 16,-1-2-3-16,1 1 0 0,1-2-3 0,-1-1-3 15,0-3-13-15,0 2-60 0,-2-3-64 16,-1-3-153-16,2 0-247 0,-2-2-303 0,1-1-339 16,-1-1-240-16,2-3-18 0,1-1 576 0</inkml:trace>
  <inkml:trace contextRef="#ctx0" brushRef="#br0" timeOffset="10872.76">12424 4045 210 0,'0'1'437'0,"2"1"203"16,0 0 71-16,-2-2-135 0,2 1-127 0,0 1-91 16,-1-1-57-16,1 1-27 0,-1-2-22 0,1 0-16 15,0 1-22-15,-1-1-21 0,-1 0-23 16,2 2-17-16,-1-2-15 0,-1 0-23 0,0-2-12 16,2 2-11-16,-2-1-15 0,0 1-12 15,0 0 1-15,2-2-1 0,-1 2-1 0,1 0 29 16,-1 0 26-16,1 0 29 0,2 0 10 0,0 0 2 15,-3 0-1-15,2 0-26 0,-1-1-26 16,0 1-24-16,-1-3-21 0,2 1-13 0,-1-1-9 16,0 0-12-16,-1-1-3 0,2 0 0 0,-1-2 0 15,1-2-2-15,2 1 0 0,-2-4 1 0,2 0 4 16,-1-2-2-16,3-2-4 0,-1-2 1 16,3 0-4-16,-1-2 4 0,1 0-3 0,1-2-1 15,2-3 0-15,-3 3-6 0,3-1-4 16,1-3-4-16,0 3-5 0,-2 0-1 0,0 1 2 15,2 0 8-15,-4 4 2 0,-1 2 1 16,0 1 2-16,0 4 0 0,-3 2-4 0,-1 1-1 16,0 3 0-16,-1 1 1 0,0 2 0 0,0 1-3 15,3 3 1-15,-1 2 0 0,1 2-3 16,1 3-1-16,-1 0 4 0,3 2 2 0,1 1 0 16,-2 2 0-16,4 0-1 0,-2 3 1 15,1-1-6-15,2 1 0 0,-2-1-2 0,3 3 0 16,-1-2 0-16,-2-1 1 0,1 1 1 0,-2-1-2 15,1-2 1-15,0-1-1 0,-1 0-2 16,-2-3 2-16,1 0-1 0,-3 0-1 0,1-2 0 16,-2-2-1-16,-1 1-1 0,1-3-1 0,-4 0-1 15,2 0 0-15,-3-2-4 0,2 1-14 0,-4-1-27 16,2 0-84-16,-4-3-137 0,-2 1-258 16,1 1-312-16,-2-4-387 0,-1 2-445 0,-1-1-71 15,1-2 661-15</inkml:trace>
  <inkml:trace contextRef="#ctx0" brushRef="#br0" timeOffset="14025.96">13218 865 252 0,'1'-4'418'0,"-1"0"164"0,0-1 13 0,3 2-86 16,-3 0-21-16,2 3 20 0,-2 0 9 0,2-2-16 15,-2 0-31-15,0-2-16 0,0 4-38 0,2 0-56 16,-2 0-53-16,2 1-37 0,0-1-38 0,-2 3-53 16,0-3-54-16,1 0-46 0,-1 2-29 0,0-2-20 15,2 0-9-15,-1 5-2 0,1 1 4 0,1 4 11 16,2 3 7-16,0 5 8 0,1 5 0 0,0 3-3 15,-1 4-5-15,1 6-6 0,-1 3-4 0,0 3-8 16,1 2-4-16,-3 0-6 0,0 1-3 16,1 0 1-16,-1-1 1 0,0-4-1 0,0-2 1 15,2-5-1-15,-2-5 0 0,2-3-5 0,-2-3-2 16,0-6-1-16,-1-2-2 0,-1-4 1 0,1-1 0 16,0-5 5-16,-2 1 1 0,0-5 2 0,0-3 0 15,0-3 1-15,-2-7-6 0,0-2-5 16,2-5-5-16,-3-3 0 0,1-2-2 0,1-5-1 15,-5-1 3-15,4-4 3 0,-2-1 0 0,-3-3 1 16,2-1 0-16,-1-4-1 0,-2 1 0 0,2-1 0 16,1 2 0-16,0 1 0 0,0 2-1 0,2 2 6 15,0 4-3-15,0 2-1 0,3 6 0 16,3 0 0-16,-1 4 1 0,-1 2-4 0,2 3 1 16,2 3 2-16,-2-2-1 0,2 6 1 0,0 0 1 15,1 0-1-15,2 3 1 0,0 0 0 16,3 0 0-16,2 4 0 0,1-3 0 0,3 3 1 15,1 1-1-15,4 1 1 0,2 0 0 16,1 0 1-16,2 1-1 0,-2 1 0 0,2-1 1 16,3 3 0-16,-3-3-2 0,1 0 1 15,-2 1-1-15,-1-2-2 0,-3 3-1 0,0-2-2 16,-5 1 1-16,0 0-1 0,-4 2 4 16,-3 0-3-16,-2 1-13 0,-3 2-22 15,-5 4-43-15,-2 1-74 0,-4 1-100 0,0 1-179 0,-6-1-291 16,-3 2-325-16,-1-3-325 0,-3 3-175 15,-1-6 186-15,-3 3 685 0</inkml:trace>
  <inkml:trace contextRef="#ctx0" brushRef="#br0" timeOffset="14264.01">13124 1155 69 0,'0'8'488'0,"0"-2"357"0,5-1 285 0,0-1 30 16,6 3-372-16,2-4-206 0,4 0-87 0,0-2-74 15,7 2-82-15,1-3-59 0,2 0-43 0,1-3-54 16,4 0-47-16,0-1-31 0,1-3-26 0,0 2-20 16,0-3-16-16,1 1-15 0,-3 1-8 0,1-2-9 15,-2 1-4-15,-2 1-4 0,1 0-4 0,-2 0-1 16,-1 1-2-16,-3 1-2 0,-1 1-10 0,-2 1-31 16,-2 2-73-16,-1 0-110 0,-4 2-183 15,-2 1-295-15,-3 1-338 0,-3 2-356 0,-4 0-174 16,-2 4 312-16,-3-2 678 0</inkml:trace>
  <inkml:trace contextRef="#ctx0" brushRef="#br0" timeOffset="15334.03">14060 539 199 0,'3'-2'523'0,"-1"-2"338"16,-1 2 267-16,-2-3-171 0,-1 0-158 15,1 1-106-15,-4-2-112 0,4 0-119 16,-2-1-113-16,-1-2-68 0,-1-2-75 0,-1 2-56 16,0-2-37-16,-2-1-19 0,0 2-15 0,-2-2-11 15,0 1-6-15,-2-3-9 0,0 1-8 16,-6-1-5-16,1 0-7 0,-5 0-5 0,-4 0-7 15,-2-2-5-15,-2 3-4 0,-6 0-4 16,-3-1-3-16,-6 3-2 0,-1-2-3 0,-5 5 0 16,-1-1-1-16,-2 5-1 0,-1 1 1 15,0 4-1-15,-2 3 1 0,0 7 1 0,-3 2 1 16,3 3 0-16,-5 7 0 0,2 2 1 16,-3 5-1-16,-2 2 0 0,2 7-1 0,1 2-2 15,2 1 0-15,3 7 3 0,2 1 0 16,4 5-1-16,5 1 0 0,4 0 1 0,4 4 0 15,3 2-4-15,8 2 2 0,2 2 0 0,7 2-1 16,4 0 6-16,6-1 0 0,5 0 3 0,6-1-2 16,4 0-1-16,8-3-1 0,3 0-5 0,9-3 0 15,6-3-3-15,5-2 2 0,9-3 1 0,8-4 1 16,4-5-1-16,4-4-1 0,5-4 4 0,2-7 3 16,1-4 3-16,3-6-5 0,2-6 1 0,3-7-1 15,3-4-4-15,-2-6-3 0,0-5-2 16,-1-3 4-16,-3-5 5 0,-5-2 3 0,-2-4 1 15,-5-3 1-15,-2 0 1 0,-7-3 0 0,-1-1-2 16,-5-2-3-16,-3-5-1 0,-2-1-1 0,-1-3 1 16,-4-3-5-16,-1-2-1 0,-2-2-1 0,-2-1 0 15,-6-1 0-15,-2-2-2 0,-3-1 3 0,-4-2 2 16,-3-4 1-16,-4 0 0 0,-2-7 1 0,-5-2 0 16,-5-1 1-16,-6-4-1 0,-7-1-1 15,-9 0 0-15,-7 0-2 0,-6 5-2 16,-7 4 3-16,-4 8-2 0,-6 12-7 0,1 8-10 15,-3 13-16-15,-1 11-17 0,-2 9-40 0,2 12-72 16,3 8-90-16,-2 6-170 0,4 8-279 16,3 6-320-16,2 3-345 0,5-1-190 0,5 1 202 15,4-1 693-15</inkml:trace>
  <inkml:trace contextRef="#ctx0" brushRef="#br0" timeOffset="16526.91">14668 6017 377 0,'-7'6'838'0,"2"-2"294"15,2-2-3-15,1 0-302 0,1 1-315 16,2-6-194-16,3 0-115 0,2-2-56 0,5-1-16 15,3-1 24-15,2-3 22 0,5-2 26 0,2-2 2 16,4 1 1-16,0-1-9 0,0-1-28 0,2 3-34 16,-1-1-32-16,-1 3-19 0,-3-1-16 15,-2 6-9-15,-3 1-3 0,-2 4 2 0,-2 1 1 16,-3 5 5-16,-1 3 3 0,-4 3-2 16,-3 5-4-16,-1 2-9 0,-3 5-9 0,-4 3-8 15,-3 3-9-15,-1 5-6 0,-1 2-5 0,-4 3-4 16,0 1-2-16,1 3-3 0,-1-2-1 15,4 3-3-15,-2-4 0 0,4-2-1 0,3-3-1 16,0-2-2-16,4-4 0 0,2-3 0 16,1-5-1-16,2-3-1 0,3-1 0 0,4-5 0 15,1-3-1-15,4-2 1 0,1-7 1 0,6-4 0 16,2-4 0-16,3-7-4 0,3-2-6 0,1-7-8 16,0-4-7-16,2-1-6 0,-2-2-4 15,0-2 2-15,-3 4 5 0,-1 1 8 0,-4 2 6 16,-1 4 6-16,-7 4 3 0,0 3 3 15,-2 7 2-15,-3 2 2 0,0 5 1 0,-2 6 3 16,-2 3 1-16,-1 6-1 0,-1 4 1 0,3 5-1 16,-4 1 0-16,3 3 0 0,-1 2-1 15,3 0-1-15,-2 1 0 0,2 0-1 0,1-5 0 16,3 0-2-16,-1-3 1 0,1-5-1 16,1-5 0-16,2 0 0 0,-3-6 2 0,3-4 0 15,-1-5 1-15,0-4 2 0,-2-2-1 0,4-6 1 16,-6-3-1-16,2-2 1 0,-4-4-2 0,1-3 1 15,-2-2-2-15,-1 0 2 0,-1-4-2 16,-2 0 0-16,1-4-1 0,-6 1 0 0,0-1-1 16,-5 0 0-16,1-1 0 0,-3 0 0 15,-3 1 0-15,-3 2 2 0,-2 2-2 0,-1 2 2 16,0 4 0-16,-2 6-7 0,0 3-9 0,-2 5-20 16,-6 6-36-16,3 5-72 0,-1 5-69 0,-5 4-90 15,2 5-132-15,1 5-166 0,0 1-183 16,4 1-209-16,1-1-202 0,4 4-42 0,3-2 272 15,2 0 413-15</inkml:trace>
  <inkml:trace contextRef="#ctx0" brushRef="#br0" timeOffset="16733.16">15456 6278 196 0,'10'1'724'0,"-2"0"415"0,1 3 108 15,1 0-147-15,-1 0-292 0,2 2-232 0,2 2-145 16,1-1-96-16,0 2-59 0,4-2-65 0,-1 0-72 15,2 0-46-15,2-3-32 0,4 2-18 0,-1-4-16 16,3-2-9-16,-1-1-7 0,4-4-6 16,0-1-4-16,2-1-6 0,1-6-56 0,1 0-80 15,-3 0-171-15,-1-2-273 0,-1 0-311 16,-3 0-400-16,-3-1-309 0,-3 3 51 0,-3 0 749 16</inkml:trace>
  <inkml:trace contextRef="#ctx0" brushRef="#br0" timeOffset="18253.25">5058 999 84 0,'-2'3'508'0,"0"0"414"0,1 0 245 0,-4-2-79 15,3 1-342-15,-1-2-208 0,0 2-138 0,3-1-87 16,0 4-50-16,0 0-28 0,1 1-34 0,1 3-31 15,1 0-28-15,2 4-31 0,0 0-29 0,1 2-22 16,2 1-13-16,0 2-12 0,-2 3-13 0,1-4-8 16,2 0-6-16,-3 3-3 0,1 1-4 0,1-4 0 15,-2-1-2-15,2 1 1 0,-2-4-1 0,-1 1 0 16,0 1 0-16,1-5-1 0,-1 2-3 0,-2-3-26 16,0 0-55-16,-3-2-59 0,0-1-100 15,-3-1-160-15,1-3-256 0,-4-2-291 0,2-2-252 16,-1-3-168-16,-2-2 182 0,1-4 518 0</inkml:trace>
  <inkml:trace contextRef="#ctx0" brushRef="#br0" timeOffset="18491.2">4920 902 177 0,'0'-2'625'0,"0"0"365"15,0 2 122-15,1-2-185 0,-1 2-302 0,0-1-211 16,2-2-141-16,1 0-76 0,2 0-30 0,0 0-21 15,6-2-28-15,0 4-16 0,3 0-2 0,3 1-3 16,2 1-13-16,-1-1-12 0,1 0-6 0,0 0-14 16,1 0-19-16,-1 0-9 0,0 0-8 15,0 0-4-15,0 0-1 0,-1 0 2 0,-3 1-5 16,0-1-10-16,-1 0-24 0,-3 4-47 0,-3-1-69 0,-3 0-142 16,1 3-195-16,-6 1-299 0,-5 3-275 15,2 0-203-15,-5 2 15 0,-2 1 443 0</inkml:trace>
  <inkml:trace contextRef="#ctx0" brushRef="#br0" timeOffset="18705.09">4904 1427 24 0,'0'14'482'16,"2"-2"395"-16,-1-2 205 0,3-3-39 0,0 0-340 15,-1-2-272-15,4-1-150 0,-1 1-74 0,4-2-30 16,2-2-11-16,-1 0-16 0,6 1-47 0,3 0-46 0,0-4-31 15,5 0-18-15,-1 0 0 0,4-1-1 0,0-2 9 16,2 1 3-16,0-1 4 0,1 1 0 16,-1 1-21-16,2 2-31 0,-2-1-90 0,2 2-167 15,-4 2-295-15,1 2-272 0,-1 1-268 0,0 2-169 16,-1 2 239-16,0 1 527 0</inkml:trace>
  <inkml:trace contextRef="#ctx0" brushRef="#br0" timeOffset="20113.06">1988 7832 219 0,'-6'21'574'0,"3"0"308"0,-2-4 171 0,2-1-182 15,-2-1-231-15,0-1-124 0,2-1-70 0,-1-4-27 16,2 1-45-16,1-3-49 0,1-2-50 0,0-1-59 16,0-2-55-16,0 3-57 0,1-4-39 0,-1-1-25 0,2 0-4 15,-2-4 1-15,3 0 3 0,-2-4 1 16,2-3 6-16,2-4 2 0,0-6-7 0,0-2-7 16,1-5-8-16,5-3 7 0,-3-1-2 0,2-1-2 15,1 0 0-15,-2 2-2 0,2-1 1 0,2 2-13 16,-2 3-4-16,-1 1-3 0,2 4-4 0,-2 1-2 15,-1 3-6-15,2 1-3 0,0 3-2 0,-3 3-1 16,3 2 0-16,-1 1 0 0,1 3 6 16,1-1 3-16,-2 3 2 0,0 1 0 0,0 1 2 15,0-2 1-15,0 3-1 0,0 3 0 0,-2-2 2 16,2 0-1-16,-2 0 3 0,-2 2 3 0,2 3 4 16,-1-2 4-16,0 2 2 0,-2 1 4 0,1 5 3 15,-3 2 3-15,1 1-3 0,-3 7-3 16,-1 2-3-16,-3 3-8 0,0 5-9 0,-2 2-6 15,0 5-3-15,-2 2-2 0,2 1-3 0,0 2 3 16,0-3 1-16,0 1 0 0,2-1 0 0,3-5-1 16,0 1 4-16,2-6-1 0,1 0-12 0,2-6-20 15,1-3-20-15,-2-3-52 0,0-4-83 0,1-2-144 16,-2-4-228-16,3-1-297 0,-1-3-362 16,3-4-314-16,0-1-72 0,0-4 562 0</inkml:trace>
  <inkml:trace contextRef="#ctx0" brushRef="#br0" timeOffset="20299.06">2684 8063 167 0,'8'4'1068'0,"0"1"629"0,-5-1-104 0,-1 0-330 16,-1 1-439-16,-1-2-338 0,0 2-219 0,0-3-103 15,0 2-58-15,0-3-40 0,2 0-30 16,-2 1-23-16,3-2-11 0,0 0-7 0,2 0-6 15,3 0-19-15,0-2-39 0,1 1-79 0,1 0-148 16,4 1-269-16,-1 0-319 0,4 1-372 0,-1 2-378 16,1 1-16-16,2-1 695 0</inkml:trace>
  <inkml:trace contextRef="#ctx0" brushRef="#br0" timeOffset="21707.06">4211 7649 27 0,'-4'-4'543'15,"-2"4"495"-15,-1 0 228 0,1 2-59 0,1 0-285 16,-1-1-294-16,0 2-183 0,1 2-109 0,0 3-68 16,2 1-56-16,-2 4-75 0,5 4-60 15,0 4-28-15,3 6-18 0,2 5-10 0,3 2-2 16,3 4 8-16,0 1 5 0,3 1-4 16,2-2-3-16,1-2-4 0,-1-5-4 0,3-3-6 15,-1-3-3-15,2-6-4 0,1-4-1 16,-2-7-1-16,1-2 2 0,-1-7-1 0,0-8 0 15,0-2 0-15,-3-7 2 0,0-5 6 0,-3-2 4 16,-1-4 8-16,-4 0 4 0,-2 0 14 0,-1-1 10 16,-3 3 2-16,-2 1 2 0,-3 1 0 15,-2 3-1-15,-3 2-10 0,-5 2-9 0,1 0-9 16,-6 3-6-16,2 0-7 0,-4 1-6 16,-1 1-3-16,1 4-1 0,-1 0-1 0,2 1-2 15,0 6-1-15,2-1-2 0,1 3 0 0,2 3-6 16,1 5-3-16,3 1-2 0,1 5 0 15,3 1-2-15,4 3 0 0,2 1 3 0,2 1-6 16,4-1-12-16,2 0-21 0,0 0-34 16,3-2-74-16,1-5-82 0,1-2-134 0,1-4-182 15,1-5-305-15,2-4-313 0,-3-4-206 0,4-3-44 16,-2-3 433-16,-1-4 532 0</inkml:trace>
  <inkml:trace contextRef="#ctx0" brushRef="#br0" timeOffset="22145.35">4596 7335 305 0,'3'-24'777'0,"-1"3"386"0,-1 3 85 16,-1 3-183-16,0 2-235 0,0 5-201 15,3 0-159-15,-3 4-112 0,0-1-77 0,2 2-95 16,-2 2-73-16,1 1-50 0,1 1-32 16,-2 4-16-16,3 5-7 0,0 3 1 0,-1 9 4 15,3 3 10-15,-2 6 7 0,2 4 4 0,1 5-1 16,-2 1-2-16,3 3-4 0,-2 1-5 0,1-3-4 15,3-2-3-15,-2-2-3 0,2-4-4 16,-1-4-3-16,3-5-2 0,-1-2-3 0,-1-4 0 16,4-6-2-16,-2-3 0 0,0-4 0 15,0-3-1-15,2-5 1 0,-2-3 1 0,0-4 0 16,0-5 0-16,0-3 1 0,-1 0-1 0,-1-4 1 16,2 1-1-16,-3-1 1 0,0 3 0 0,0 1 1 15,-2 3 0-15,0 1 1 0,-2 2 1 16,-1 4 1-16,0 3 1 0,-3 0 0 0,3 0 1 15,-3 4-2-15,0 4 0 0,-3 2-2 16,1 3-1-16,-1 4 1 0,0 6-1 0,1 1 0 16,1 3 0-16,-1 7 0 0,2 0-1 0,0 2-6 15,0 0-4-15,3 0 1 0,1 0 2 16,2-4-3-16,0-2-14 0,2-4-24 0,2-1-72 16,-1-6-97-16,-1-2-188 0,3-2-293 15,-1-5-343-15,2-2-388 0,-1-4-196 0,2 0 210 16,1-4 747-16</inkml:trace>
  <inkml:trace contextRef="#ctx0" brushRef="#br0" timeOffset="22305.32">5309 7868 189 0,'9'4'825'0,"-6"3"420"0,-1 0 30 16,0 3-177-16,-2 0-436 0,1 1-328 15,-1 0-163-15,2 2-75 0,-1 3-43 0,4 1-33 16,2 1-42-16,2 0-126 0,0 0-237 15,4 0-280-15,3-3-273 0,0 0-275 0,3-5-112 16,3-1 403-16</inkml:trace>
  <inkml:trace contextRef="#ctx0" brushRef="#br0" timeOffset="23006.16">6019 7501 189 0,'-3'-2'677'0,"-2"-3"430"0,3 2 125 0,-1 1-205 16,0 1-295-16,3-1-183 0,0 1-143 16,0 1-95-16,0-2-71 0,0 2-53 0,3-1-56 15,-1 1-43-15,3 0-27 0,1-2-18 16,3 2 6-16,4-1 4 0,3 0 6 0,0-3 0 15,4 2-9-15,2-1-2 0,-1 1-5 0,4-4 5 16,2 4 2-16,1-4-2 0,-1 2 0 0,3-1-8 16,-3 1-5-16,-1-1-8 0,-1 3-6 15,-3 0-2-15,0 2-1 0,-3 1 2 0,0 2 4 16,-3 2 2-16,-2 2 2 0,-1 5 0 16,-1 1 1-16,-2 4-2 0,-2 4-4 0,-2 5-1 15,0 4-5-15,-3 3-4 0,-3 3-3 0,0 3-2 16,-1 3-1-16,-2-1-3 0,-2 2-1 15,2-1-1-15,0-2-1 0,0 0-2 0,-1-6-1 16,3-2-1-16,-2-2 1 0,1-4-1 16,-1-3-1-16,1-5 2 0,-1-3 0 0,0-2-1 15,2-2 0-15,-1-4-3 0,0-2-7 0,1 0-14 16,-2-4-21-16,-1-5-41 0,1 0-75 0,-2-4-87 16,-1-2-152-16,-3-2-269 0,2-1-318 15,-2-2-324-15,-2-2-195 0,1-1 75 16,-3-3 609-16</inkml:trace>
  <inkml:trace contextRef="#ctx0" brushRef="#br0" timeOffset="23224.26">6283 7761 226 0,'5'0'881'0,"-2"5"428"16,0-4-11-16,3 1-202 0,-3 1-462 0,2-3-199 15,0 4-117-15,3-2-63 0,3 0-22 0,1 3-20 16,3-4-16-16,5 2-74 0,1-1-38 15,2-2-25-15,1 0-20 0,3 0-21 0,2-2-11 16,2 1-9-16,1-2-5 0,1-3 1 16,2-1 0-16,1 1 6 0,0-4 3 0,-1 1-4 15,0-3-36-15,0 1-81 0,-3-2-127 0,-1-1-239 16,-4 3-297-16,0-1-366 0,-2-2-352 0,-4-1-104 16,1 2 495-16,-2-3 711 0</inkml:trace>
  <inkml:trace contextRef="#ctx0" brushRef="#br0" timeOffset="23532.43">7168 7541 247 0,'-2'19'894'0,"1"2"410"0,-1 1 58 15,2 3-117-15,0 0-458 0,2 2-286 0,1 0-148 16,0 1-84-16,4-2-72 0,2 1-76 16,0-4-50-16,4 0-26 0,1-4-19 0,2-4-10 15,3-5-7-15,2-6-3 0,1-4-2 0,3-7 1 16,-3-8-2-16,2-7 1 0,-2-3-1 0,-1-5 0 15,-4-3 8-15,-1-1 13 0,-5-1 16 16,-3 3 17-16,-2-1 18 0,-6 2 14 0,-6 4 0 16,-2 1-9-16,-3 4-12 0,-6 1-17 0,-4 4-14 15,-3-1-13-15,-2 5-10 0,-3 3-7 16,2 4-2-16,-1 1-3 0,1 5-1 0,3 5-2 16,0 1-1-16,4 4-2 0,4 5-1 0,4 1-4 15,3 4-8-15,6 3-12 0,2-2-18 16,4 1-29-16,5-2-77 0,0-2-92 0,8-3-171 15,1-2-282-15,0-2-338 0,7-5-397 0,3-3-193 16,3-3 160-16,1-3 730 0</inkml:trace>
  <inkml:trace contextRef="#ctx0" brushRef="#br0" timeOffset="23860.82">7864 7361 528 0,'6'-3'1574'0,"-1"3"243"0,-4 2-343 16,-1 3-371-16,-3 1-465 0,0 1-297 15,-1 1-149-15,-1 0-71 0,3 2-41 0,-1 0-27 16,3 1-20-16,0-1-13 0,3 1-10 0,2-1-3 16,3 1-3-16,1-2-2 0,1-2-2 15,2-2-1-15,3-2-1 0,0-2 0 0,0-4-1 16,0-1 0-16,1-5 1 0,-2-1 1 16,-4-3 2-16,1 0 1 0,-4-2 1 0,0 1 1 15,-4 0 5-15,-3 1 5 0,0 0 8 0,-4 2 5 16,-4 1 5-16,0 1 1 0,-2 1-2 15,-2 4-6-15,2 1-20 0,-3 1-5 0,1 4 0 16,3 0 0-16,-1 2 0 0,2 2 0 16,2 1 0-16,1 4 0 0,2-1 0 0,1 2 0 15,4 2 0-15,1 1-12 0,0 2-25 16,5-3-22-16,0 2-45 0,-2 2-84 0,2 1-142 16,0 0-250-16,1 3-311 0,0 3-384 0,0 1-379 15,0 2-39-15,1 4 650 0</inkml:trace>
  <inkml:trace contextRef="#ctx0" brushRef="#br0" timeOffset="24141.17">8267 8144 127 0,'9'25'903'0,"-4"-3"643"16,0-2-14-16,0-5-294 0,0 0-417 16,-2-3-332-16,4-3-205 0,-2-2-113 0,3-1-52 15,0-1-28-15,3-3-26 0,2 0-21 0,1-2-18 16,2 0-10-16,1-2-6 0,1 1-4 15,-1-2-3-15,-1 1-1 0,1-2 0 0,-2 1-1 16,-1-1 0-16,-3-1 1 0,1 1 0 16,-4-2 1-16,-3 0-1 0,0-1 3 0,-3-4-1 15,-4 2 1-15,0-1 0 0,-4 0 0 16,-2-2 0-16,-3 1-2 0,-3 0 1 0,-2-3-3 16,-2 1 0-16,-2 2-4 0,0 1-6 0,0 1-18 15,-3 0-60-15,-1 3-70 0,-1 3-149 0,2 3-263 16,0 3-313-16,-1 1-362 0,-1 2-280 15,3 1-32-15,-4 3 636 0</inkml:trace>
  <inkml:trace contextRef="#ctx0" brushRef="#br0" timeOffset="24393.98">7945 8438 582 0,'3'3'1536'0,"-2"-3"178"0,-1-3-315 0,0-4-329 15,2-3-469-15,-2-7-282 0,3-4-129 0,5-6-53 16,-2-4-27-16,4-6-22 0,3-4-20 0,2-5-13 16,1-1-13-16,5-4-11 0,1-1-9 15,0 0-7-15,0 0-6 0,3-1-6 0,-1 1-1 16,1 1-2-16,0 0 0 0,-2 2-1 16,2-1 0-16,-3 0 1 0,-1 2-7 0,1 0-17 15,-3 3-27-15,-3 2-77 0,-2 2-110 0,-5 4-237 16,-2 4-298-16,-4 3-369 0,-3 5-439 15,0 3-164-15,-3 6 425 0,-4 4 852 0</inkml:trace>
  <inkml:trace contextRef="#ctx0" brushRef="#br0" timeOffset="25793.23">9945 7393 325 0,'-2'-35'903'0,"0"5"355"0,1 4 32 16,-1 5-177-16,1 6-356 0,-1 2-242 16,2 3-136-16,0 3-86 0,0 2-71 0,0 3-84 15,2 4-64-15,1 3-32 0,0 8-20 0,3 5-5 16,-1 7 2-16,3 5 18 0,1 6 10 15,1 5 2-15,1 2 1 0,0 4-3 0,0 2-2 16,-1 4-18-16,2 1-10 0,-2 2-8 16,2 2-7-16,0-2-5 0,-1-1-4 0,-1-1 7 15,2-3 3-15,-1-4 1 0,1-3 1 0,-4-6-1 16,2-4 1-16,-1-2-6 0,-4-5-1 0,1-2 0 16,-2-6-3-16,-1-2-9 0,-3-1-21 15,-2-4-57-15,-3-4-70 0,-1-1-100 0,-5-7-159 16,0 0-251-16,0-4-325 0,-5-5-269 15,3-3-186-15,-4-4 138 0,-1-1 544 0</inkml:trace>
  <inkml:trace contextRef="#ctx0" brushRef="#br0" timeOffset="26005.08">9853 7876 464 0,'-2'-12'931'0,"2"2"250"0,0 3-48 0,0 1-340 15,2 1-313-15,3 0-200 0,1 1-109 0,3-1-49 16,3 1-31-16,2 1 3 0,6-1-3 15,2 3-25-15,4-2-10 0,2 2-14 0,1-1 1 16,1 1-17-16,4-1-11 0,-2 1-2 0,1 1-12 16,-1-1 0-16,1-1-5 0,-3 0-1 15,2 2 0-15,-2-1-23 0,-2 1-24 0,-4-1-89 16,-2 1-146-16,-1 0-235 0,-7 1-289 16,0 0-257-16,-3 4-193 0,-4-1 160 0,-1 2 470 15</inkml:trace>
  <inkml:trace contextRef="#ctx0" brushRef="#br0" timeOffset="26254.65">10498 7978 261 0,'11'32'532'16,"0"-1"274"-16,3 2 211 0,-1-1-195 16,3 0-185-16,-2 0-129 0,3-2-104 0,1-4-98 15,-1-2-103-15,2-6-88 0,0-4-33 16,2-3 4-16,1-5 40 0,0-4 43 0,0-6 33 16,0-5 15-16,-3-3-12 0,0-4-24 0,-3-1-35 15,-5-4-29-15,0-1-21 0,-3 0-8 0,-5 1-2 16,0 0-3-16,-6 3-6 0,0 0-11 15,-6 3-11-15,-1 2-14 0,-3-2-12 16,-4 7-11-16,-2-1-10 0,0 2-5 0,-1 5-4 0,-2 2-3 16,1 4-3-16,0 2-3 0,5 4-5 15,-1 2-12-15,7 5-23 0,1 2-58 16,6 1-77-16,3 3-143 0,3 3-271 0,6-1-310 16,3-1-362-16,3 0-279 0,3-5-6 0,2 2 631 15</inkml:trace>
  <inkml:trace contextRef="#ctx0" brushRef="#br0" timeOffset="27206.97">11871 8319 308 0,'2'5'877'0,"-2"-4"360"0,0 0 19 16,0 1-202-16,0-1-314 0,0 1-226 0,2-2-139 15,-2-3-79-15,0 0-61 0,2-4-62 0,-1-6-66 16,2-4-46-16,1-2-28 0,0-6-13 16,1-3-7-16,3-6-6 0,1-1-3 0,-1-2 6 15,4-1 4-15,-2-2 2 0,0 1 2 16,1 3 0-16,0 1 6 0,-3 6 0 0,-1 5 4 15,-3 2-4-15,4 5 5 0,-5 3 0 0,0 5-10 16,-1 2-8-16,1 6-8 0,0 5 0 16,-1 4-6-16,1 9-2 0,2 8 4 0,-1 3 1 15,-1 2 1-15,2 8 0 0,0-1-1 16,0 3 6-16,3 1 2 0,1-1 1 0,-1 0 1 16,0-4-1-16,0 0-1 0,1-5-6 0,1-3-2 15,-2-5-1-15,3-4-2 0,-3-4 0 0,0-3 1 16,1-4-1-16,-1-4 2 0,0-6 0 0,2-4 2 15,0-5 0-15,-1-5 1 0,0-7 1 16,2 2-1-16,-3-5-1 0,0-2-1 0,0 5 1 16,1-2 1-16,-2 4-1 0,-1 0 0 15,-1 7 1-15,-2 0-2 0,0 5-1 0,2 1-1 16,-4 3 2-16,2 4-1 0,1 2 0 0,0 4 1 16,0 4 1-16,1 4 0 0,-2 0 0 0,4 5 1 15,-2 1-1-15,0 0 1 0,1 2-2 16,1-2 1-16,0 0-1 0,1-3-1 0,0-2-2 15,-1-3 1-15,2-1 1 0,-3-3-1 16,4-5 0-16,-2-2 2 0,1-2 2 0,-1-5-1 16,0-4 1-16,1-4 1 0,1 0 0 0,-2-1-1 15,0-2 1-15,1 0 0 0,-1 0 0 16,-1 3-3-16,-1 0 1 0,0 2 0 0,-1 3 0 16,-2 1-1-16,0 3-2 0,2 3 2 15,-3 0-1-15,1 3 0 0,-1 3-1 0,1 3 2 16,-2 4 0-16,4 2 0 0,-2 5 0 0,0 3-2 15,0 1 0-15,2 1-1 0,0 3-3 16,1-2-1-16,3 2-4 0,1-4-15 0,1-2-49 16,3-3-75-16,-1-2-110 0,1-6-196 15,-1-1-301-15,4-7-347 0,-2-2-310 0,2-6-136 16,1-7 339-16,2-3 672 0</inkml:trace>
  <inkml:trace contextRef="#ctx0" brushRef="#br0" timeOffset="27530.72">12901 8076 276 0,'0'-4'887'0,"-5"4"446"0,-1 2 127 16,-5 0-223-16,3 7-408 0,-3-1-296 0,0 2-155 16,0 3-107-16,1-1-100 0,1 4-67 0,1 0-40 15,2 0-26-15,1 2-14 0,2-1-7 16,0-2-7-16,6-2-6 0,0-2-4 0,2-4-1 16,1-2-1-16,5-5-1 0,3-6 1 15,1-5 2-15,2-4 0 0,-1-6 1 0,4-3-1 16,-2 0 0-16,-2-1-1 0,-1 2 1 0,-2 3 0 15,-2 1 1-15,-2 2 0 0,-2 6 0 16,-2 3 1-16,0 1-1 0,-2 4 0 0,-2 1 0 16,1 7 0-16,-2 2 1 0,0 6-1 0,-2 3 0 15,-1 5 0-15,3 1-1 0,-3 2-2 16,3 3-1-16,0-2-1 0,3 0-3 0,0 1-7 16,1-5-24-16,2-1-69 0,-2-1-71 15,1-6-138-15,0-3-218 0,3-2-317 0,0-4-350 16,-2-3-236-16,2-3-70 0,0-4 489 15,1-5 608-15</inkml:trace>
  <inkml:trace contextRef="#ctx0" brushRef="#br0" timeOffset="27769.1">13214 7626 209 0,'-3'-35'816'0,"2"7"494"15,-1 6 142-15,0 5-185 0,1 3-442 0,-1 5-309 16,2 3-165-16,-1 6-114 0,1 5-92 0,1 3-62 15,1 6-31-15,1 6-10 0,0 2 1 16,2 6 4-16,1 8 4 0,0 2-3 0,-1 7-4 16,0 5-7-16,1 8-10 0,-2 2-9 15,0 2-7-15,1 2-6 0,1-2-5 0,-1-3 0 16,1 0-2-16,3-5-1 0,-2-2-9 0,1-6-16 16,-3-4-47-16,0-5-73 0,-4-4-99 15,-1-4-174-15,-1-7-296 0,-4-4-329 0,0-4-308 16,-1-7-168-16,-2-5 221 0,0-5 654 15</inkml:trace>
  <inkml:trace contextRef="#ctx0" brushRef="#br0" timeOffset="27975.5">13013 7868 537 0,'-4'-8'1224'0,"2"3"272"0,-1 3-184 0,3 0-323 16,-1 0-444-16,1 0-219 0,1 2-138 0,2 0-58 15,3 0-27-15,4-3-12 0,1 3-23 16,5-2-14-16,1-2-11 0,4 2-16 0,2-3-12 16,0 1-8-16,4-1-3 0,0 1-2 15,1-1-1-15,0 0-26 0,-1 1-70 0,-2 1-79 16,-2 2-154-16,-1 1-290 0,-2 1-317 0,-2 4-338 16,-1 2-194-16,-4 1 106 0,1 3 625 15</inkml:trace>
  <inkml:trace contextRef="#ctx0" brushRef="#br0" timeOffset="28427.74">13496 8163 511 0,'3'27'1010'15,"0"-6"233"-15,-1 1-88 0,2-5-317 0,1-4-353 16,3-4-211-16,0-3-103 0,3-6-49 0,-1-4-24 16,2-8-17-16,1-5-22 0,1-6-20 0,0-3-12 15,1-4 26-15,0-5 34 0,-4 1 43 16,2-2 27-16,-2 4 14 0,-5 0 8 15,-1 6-20-15,0 0-28 0,-5 5-30 0,-1 2-18 16,-3 4-16-16,1 3-14 0,-2 3-11 16,0 3-11-16,-1 6-8 0,-1 3-8 0,0 6-6 0,1 1-4 15,-1 7-4-15,6 0 1 0,-4 5-1 16,4-2 0-16,1 3-1 0,1 0 0 0,4 1 1 16,-1-4-3-16,1 1 0 0,0 0 0 15,3-4 0-15,3-2-1 0,-2-2-1 0,1 0 1 16,2-4 1-16,1-3 0 0,1-3 0 15,1-3 1-15,0-1 0 0,-2-6-1 0,0 1 0 16,3-5-1-16,-4 3 1 0,2-3 1 0,-1 2 0 16,1-1 1-16,-3 3 0 0,1-1-1 15,0 2 0-15,-1 1 0 0,-1 1 0 0,-1 4 0 16,2 0 0-16,-3 4 2 0,1 2 0 16,1 3 0-16,-3 2 1 0,-1 2 0 0,3 2-1 15,-2 2-1-15,-3 2 0 0,3 1-1 0,0-1-2 16,0 2-13-16,-2-2-37 0,1-2-80 0,-1-2-103 15,-2-3-180-15,0-4-299 0,0 1-340 16,-1-6-348-16,-2-3-150 0,0-5 271 0,-2-4 666 16</inkml:trace>
  <inkml:trace contextRef="#ctx0" brushRef="#br0" timeOffset="28614.68">13950 7806 52 0,'-7'-32'626'0,"-2"5"627"0,3 4 321 16,-1 6-168-16,1 2-422 0,1 4-383 15,-1 4-201-15,3 2-147 0,1 4-110 0,1 4-64 16,2 3-37-16,2 1-20 0,3 2-12 0,2 5-7 16,2-1-6-16,2 3-13 0,0 4-54 0,0 0-71 15,2 3-87-15,-1-1-168 0,3 4-298 16,-2 2-335-16,2-1-278 0,0 1-168 0,1-2 174 16,2-2 634-16</inkml:trace>
  <inkml:trace contextRef="#ctx0" brushRef="#br0" timeOffset="29005.36">14238 8091 178 0,'-2'-2'972'0,"0"2"648"0,-1 0-23 0,1 0-310 16,-2 2-462-16,0-2-319 0,3 2-203 15,-1-1-123-15,2 0-68 0,0 3-42 0,0-2-29 16,3 3-18-16,-1 2-11 0,3 1-6 0,-2-1-3 16,4 1-1-16,0 3-2 0,-1-1 0 15,2-1-2-15,-1 0 2 0,1-2-2 0,1-1 0 16,2-1 0-16,-3-4 1 0,5-1-1 15,-4-3 0-15,1-3-1 0,2-3-1 0,-2-3 2 16,2-3-1-16,-2-3 0 0,1-2 1 0,2-3 0 16,-2-2 2-16,0 0-2 0,1-3 2 15,1-1 0-15,-2 1-1 0,0-1 2 0,1 2 0 16,-2 4 0-16,0 0 0 0,-4 4 0 16,1 5 0-16,-1 2 0 0,-2 5 1 0,-2 2 0 15,1 5 1-15,-1 5 0 0,0 3 1 0,-1 6 0 16,2 6-1-16,-1 2 0 0,1 6-1 0,-1 3-1 15,-1 5 0-15,1 5-1 0,2 3 0 16,0 1-2-16,-1 1 0 0,2-1-1 0,-1-2 0 16,3-2-1-16,-1-3-3 0,2-4-12 15,-2-3-28-15,1-4-62 0,-3-4-71 0,0-2-85 16,-3-7-148-16,-1-1-193 0,0-3-292 0,-1-5-234 16,-1-1-189-16,-1-2-16 0,0-2 415 0,-2-2 490 15</inkml:trace>
  <inkml:trace contextRef="#ctx0" brushRef="#br0" timeOffset="29212.01">14362 7834 235 0,'-12'-46'836'16,"-1"4"447"-16,0 4 124 0,4 4-156 16,2 4-423-16,1 3-290 0,3 1-152 0,3 4-104 15,0 0-92-15,5 3-75 0,2 1-45 0,2 0-30 16,3 4-16-16,2-3-11 0,2 5-4 0,5-1-4 15,2 2-2-15,3 2-2 0,-1 1-1 16,7 3-4-16,2 1-4 0,1 2-43 0,0 2-85 16,1 2-187-16,-1 4-266 0,0 3-313 0,3 3-405 15,-2 2-363-15,-1 0 85 0,5 4 811 16</inkml:trace>
  <inkml:trace contextRef="#ctx0" brushRef="#br0" timeOffset="29832.29">16119 7958 200 0,'-2'-11'823'0,"-6"0"475"0,-1 3 131 0,-4-2-143 15,1 3-458-15,-6 2-297 0,-1 1-147 0,-1 1-98 16,-2 0-87-16,-1 3-66 0,-2 1-38 0,0 4-26 16,0 4-19-16,-1 2-14 0,2 3-8 15,-1 6-5-15,3 2-4 0,0 5-4 0,3 3-3 16,0 3-2-16,6 3 0 0,1 3-4 16,2 1-4-16,5-1-2 0,2-1 0 0,3-5-1 0,5-2-1 15,1-8-1-15,2-3 1 0,8-7 1 16,0-5-2-16,4-8 3 0,4-6 0 0,1-8 3 15,1-7 0-15,4-6 0 0,-2-5 1 16,1-2-1-16,-2-3 0 0,-1-2-2 0,-4 2 0 16,-2 0 0-16,-3 5 1 0,-6 3 0 15,1 4 1-15,-5 4 2 0,-4 2-1 0,0 6 0 16,-3 4 0-16,-1 3-2 0,-1 6 0 0,-3 4-1 16,0 7-1-16,-2 5 0 0,2 7-1 0,0 5 0 15,2 3-2-15,0 6-1 0,3 4 0 16,2-1-2-16,2 1-1 0,3 2-1 0,3-3-13 15,2-2-33-15,1-2-79 0,2-5-100 16,2 1-191-16,1-6-299 0,-1-3-348 0,4-2-376 16,-1-4-169-16,1-3 273 0,0-4 729 0</inkml:trace>
  <inkml:trace contextRef="#ctx0" brushRef="#br0" timeOffset="30756.15">16356 8359 299 0,'0'8'828'16,"-2"-3"339"-16,2-1 18 0,-1-1-234 0,-1-6-385 16,2-1-230-16,2-7-104 0,1-6-38 15,0-3-1-15,4-10 21 0,3-6 10 0,0-3-5 16,1-5-28-16,3-5-34 0,2-1-27 15,-2 2-37-15,2 0-22 0,-2 3-16 0,-2 6-10 16,0 4 0-16,-4 6-4 0,-2 7 1 0,-1 5-4 16,0 2-5-16,-3 5-2 0,-1 5-6 0,2 5-6 15,-3 9-6-15,0 7-4 0,0 6-1 16,0 4-3-16,0 8-2 0,2 2 0 16,1 2-1-16,0 2-2 0,3 0 0 0,-1-1 0 15,2-1 1-15,2-3-1 0,-3-3 1 0,4-6-1 16,-1-3 0-16,-1-3-2 0,0-6 1 0,2-3 1 15,0-5 0-15,0-6 1 0,0-5 2 16,2-5 1-16,-1-6 0 0,-1-8 0 0,2-3 0 16,1-2-2-16,1-6 1 0,-3 1-2 15,1 1 0-15,-2 2-1 0,0 1 0 0,-2 7 0 16,-2 3 0-16,-1 5 1 0,-2 3 2 0,0 5-1 16,0 3 2-16,-1 8 0 0,1 7-1 15,1 4 3-15,-3 3 1 0,1 7 1 0,1 3-1 16,1 2 0-16,-1 2 0 0,1-1-2 15,1 0-3-15,-1 1-1 0,1-3-2 0,0-4 0 16,2 0 0-16,-2-5 0 0,2-5-1 0,-1-2 0 16,-1-5 1-16,4-6 1 0,-1-5 0 0,2-8 1 15,1-6 2-15,0-6 2 0,0-8-2 16,1 0 0-16,0-3-1 0,0-2 0 0,-1 1-2 16,1 2-1-16,-2 4-1 0,-2 2 1 15,0 5-2-15,-1 4 2 0,-1 4 0 0,-2 4 1 16,-2 5 1-16,3 3 1 0,-3 6 0 0,-1 7 0 15,1 4 1-15,-1 4-1 0,-1 7-1 16,0 2-2-16,0 4-1 0,0 2-2 0,0 2-1 16,2 1 0-16,0-2-1 0,-1 1 0 0,2-1-7 15,3-5-15-15,-1-3-41 0,2-7-74 16,-1-2-78-16,2-7-152 0,1-6-268 0,-1-7-324 16,0-5-314-16,5-6-196 0,-4-6 31 15,4-3 593-15</inkml:trace>
  <inkml:trace contextRef="#ctx0" brushRef="#br0" timeOffset="31033.49">17379 7994 154 0,'14'3'724'0,"-3"1"430"0,-3 8 97 15,1 3-124-15,0 3-359 0,0 3-242 0,0 5-137 16,-1-1-82-16,0 1-55 0,0 2-52 16,2-1-60-16,-1-2-59 0,-1 1-36 0,5-5-21 15,-5-4-12-15,1-1-5 0,2-4-4 0,-3-6-1 16,0-3 3-16,0-4 1 0,0-5 0 0,-4-5 7 15,-2-3 6-15,-2-4 9 0,0-3 9 16,-3-3 8-16,-5-1 6 0,0-2-2 16,-1-2-1-16,-5-1-6 0,-1-1-9 0,-2-1-8 15,1 1-6-15,-3 0-4 0,2 5-5 0,1 1-4 16,1 4-1-16,3 5-3 0,3 3-2 0,2 3-2 16,2 8-1-16,1 2-3 0,2 5-1 0,2 6-4 15,5 3-13-15,-1 3-44 0,1 0-74 16,0 1-79-16,2 1-145 0,2 0-216 15,-3 0-322-15,4-1-294 0,-1-3-192 0,4 1-8 16,0-3 481-16,2-4 532 0</inkml:trace>
  <inkml:trace contextRef="#ctx0" brushRef="#br0" timeOffset="31330.2">17744 7924 76 0,'10'-13'673'0,"1"5"541"15,-3 2 180-15,0 2-74 0,-1 4-355 0,1 3-357 16,-1 3-190-16,-1 3-114 0,-1 4-74 0,4 4-74 15,-1 3-55-15,0 5-32 0,1 3-18 16,3 4-14-16,-4 2-10 0,1 2-9 0,4 3-7 16,-4-1-5-16,4-2-5 0,-4-3 0 15,3-4-2-15,-2-6 1 0,0-5 0 16,0-4 0-16,-1-5 1 0,-5-7 0 0,1-3 2 0,0-5 0 16,0-6 1-16,-2-2 1 0,0-9-1 0,-1 0 0 15,1-2-1-15,-3-4-1 0,0-2 0 16,0-2-3-16,0-3 0 0,-3-2-1 0,3-1-3 15,0 2-7-15,0 1-13 0,3 1-29 16,-2 5-75-16,2 2-90 0,1 4-172 0,1 3-284 16,-1 3-331-16,4 4-365 0,3 5-196 0,-1 2 165 15,-1 4 690-15</inkml:trace>
  <inkml:trace contextRef="#ctx0" brushRef="#br0" timeOffset="31869.1">18488 7971 162 0,'13'-27'552'0,"0"-4"346"16,-3-1 207-16,1-5-125 0,-2 0-300 0,1-3-196 16,-3-2-109-16,2-2-56 0,-5-1-32 0,0 0-9 15,-4-3-8-15,-2 2-20 0,-3-1-31 16,-3 4-36-16,-3 1-39 0,-2 3-41 15,1 4-24-15,-6 5-20 0,1 3-12 0,3 6-8 16,-3 3-9-16,2 5-7 0,2 3-7 16,1 5-3-16,-1 5-2 0,2 5-4 0,3 3-3 15,0 6 0-15,3 5 3 0,1 6 2 0,-1 6 4 16,5 4 4-16,0 6 6 0,6 7 5 0,-1 5 6 16,2 7 3-16,1 4 1 0,1 9-1 15,0 4-2-15,1 6-5 0,-2 2-8 0,4 1-8 16,-2-1-5-16,4-1-2 0,-1-5-3 15,1-2-1-15,0-4-1 0,2-7 1 0,1-3-2 16,-2-6-2-16,1-7-1 0,-2-7-1 0,2-3-1 16,-5-9-5-16,0-4-8 0,-3-7-15 15,-4-6-25-15,-2-6-60 0,-4-3-78 0,-4-8-120 16,-4-3-190-16,-5-3-304 0,-4-3-344 16,-2-3-270-16,-6 0-131 0,-3-5 368 0,-3 1 643 15</inkml:trace>
  <inkml:trace contextRef="#ctx0" brushRef="#br0" timeOffset="32061.04">18234 8431 165 0,'10'3'762'0,"2"1"417"0,-2 1 68 15,1 1-127-15,2 0-351 0,0 2-253 0,0-1-132 16,4 1-71-16,-2-3-42 0,1 3-45 0,5-3-69 16,0 0-64-16,4 0-34 0,1-2-20 15,5-1-19-15,0-1-7 0,2-2-8 0,2-1-31 16,-2-1-82-16,-1-2-133 0,-2 0-254 15,-5-1-293-15,1-2-367 0,-3 1-383 16,-3-2-75-16,-2-3 565 0</inkml:trace>
  <inkml:trace contextRef="#ctx0" brushRef="#br0" timeOffset="32224.8">19006 8028 741 0,'-3'10'1608'0,"-4"5"94"16,-3 4-328-16,2 2-365 0,-4 2-436 15,4 3-269-15,-2 1-124 0,0 1-62 0,3 1-37 16,-2 1-28-16,5-2-22 0,0 1-13 0,4-4-9 16,0-1-5-16,4-1-4 0,0-4-4 15,2-2-15-15,2-2-41 0,0-7-83 0,-3-1-137 16,3-4-241-16,-5-6-315 0,0 1-382 0,0-6-387 16,-3-5-68-16,0-2 595 0</inkml:trace>
  <inkml:trace contextRef="#ctx0" brushRef="#br0" timeOffset="32404.61">18933 7986 44 0,'-2'-48'719'0,"-1"3"779"0,-3 6 171 0,-2 7-279 16,2 5-419-16,-4 6-392 0,1 4-222 15,1 4-152-15,2 4-82 0,-2 5-47 0,2 4-32 16,1 2-22-16,3 3-13 0,2 6-6 16,2-1-7-16,3 3-20 0,4 3-62 0,0-1-84 15,3-2-152-15,2 3-279 0,3 1-327 0,1 2-395 16,0-4-287-16,-2 4 44 0,1-2 700 0</inkml:trace>
  <inkml:trace contextRef="#ctx0" brushRef="#br0" timeOffset="33172.83">19400 8013 26 0,'14'-25'469'0,"0"5"416"0,-3 1 269 0,-3 0 1 16,1 2-349-16,-4 4-227 0,0 3-82 16,-2 1-51-16,1 3-59 0,-4 1-59 0,0 3-43 15,-7 0-61-15,1 2-73 0,-2 2-50 16,-5 0-30-16,4 6-15 0,-5-1-15 0,1 5-9 16,0 2-9-16,1 3-7 0,0 4-4 0,0 1-2 15,2 6-1-15,2 2-2 0,3 4-2 0,1 3-1 16,-1-1-2-16,4 3-2 0,1-3-1 15,1 2 0-15,5-7-1 0,-1-4 0 0,3-2-1 16,0-6 1-16,4-1 0 0,1-5-1 0,1-4 0 16,2-6 0-16,3-4 1 0,-1-5 2 0,2-5 1 15,1-4 1-15,0-6 0 0,1-1 0 16,-1-5 1-16,-1-2-2 0,0-1 1 0,2-1-1 16,-3 4-1-16,0-3 0 0,2 4 1 15,-7 2-1-15,2 2 0 0,-5 5 0 16,-1 3-1-16,-1 2 1 0,-3 2 0 0,-1 4 0 15,-2 0-1-15,2 3 1 0,-2 0 1 0,0 3-1 16,-1 0 1-16,2 3 0 0,-2 0 1 0,-1 1-2 16,1 1 1-16,1-1-1 0,1 4 0 15,-3-1-1-15,4 2 1 0,-2 0 0 0,2 4 0 16,3 1 0-16,-2 1 0 0,0 1 1 16,-1 4-1-16,2 0 0 0,0 3-1 0,-2 0 1 15,0-1-1-15,-2 3-1 0,4-3 0 0,-3-1-2 16,2-3-2-16,1-3-6 0,-3 0-19 15,1-4-52-15,0-4-76 0,-2-1-127 0,2-3-231 16,-1-3-308-16,0-3-360 0,-1 0-322 0,0-3-94 16,-1 0 488-16,-1 0 691 0</inkml:trace>
  <inkml:trace contextRef="#ctx0" brushRef="#br0" timeOffset="34048.01">20220 8131 365 0,'2'3'988'0,"-2"-1"436"16,-5 0 28-16,4 3-284 0,-3 1-427 16,3 0-269-16,-2-1-144 0,3 1-110 0,-2-2-85 0,2 0-55 15,2-2-34-15,-1 0-20 0,4-1-10 16,3-1-6-16,-2-1-3 0,2-2-1 0,3-2 0 16,3 1-2-16,-1-2 0 0,-1 0-2 15,1-1 1-15,1 1 0 0,-1-1-1 0,-2 1 1 16,0 2-1-16,-3 1 1 0,0 0-2 15,-1 1 1-15,0-1 1 0,-2 3-2 0,-2 0 2 16,2 0 0-16,-2 0 0 0,0 0 0 0,1 2-1 16,0 1 1-16,-1 0 0 0,0 0-1 15,1 1 1-15,-3 2-1 0,4-2 1 0,-2 2-1 16,2 1 0-16,3-1-1 0,-4 3 1 16,1-1 1-16,2 0-1 0,-1 3 0 0,2 2 0 15,0 0 0-15,-2 5 1 0,2-2-1 0,1 2-1 16,-1 3 1-16,2 0 1 0,-2 1 1 0,1-1-1 15,2-1 1-15,-3-1 0 0,3-2 0 16,-1-3-2-16,-1-2 0 0,2-1-2 0,-3-5 0 16,2-1 1-16,-1-3 0 0,-3-2 0 15,2-2 0-15,-1-3 0 0,-1-3 1 0,0-2-1 16,1-2 2-16,-3 0 0 0,1-2 0 0,-1-3 0 16,-1 2 0-16,-2-2 0 0,4 0-1 15,-4 3 1-15,2-1 2 0,-1 2-1 0,0 0-1 16,-1 3 0-16,1 0-1 0,0 3-2 15,-2 3-1-15,1 0 1 0,2 2 0 0,1 0 1 16,-3 4 0-16,4 1 0 0,-1 3 1 0,1 1-1 16,2 2 1-16,-3 3-2 0,3 1 1 15,0 1 0-15,0 1 1 0,1 2 1 0,0 1-1 16,1-1 3-16,1 4-1 0,-2-1 1 0,4 3 0 16,-2-1-1-16,3 3 0 0,-3 1-2 15,3 3 1-15,0-1-2 0,1 5 1 0,-3-1 0 16,3 4 0-16,-1 3 1 0,-1 4 1 0,0 1-1 15,-3 2 0-15,2 3 1 0,-1 3 9 0,-4 1 10 16,-1 3 6-16,0 0 8 0,-1 1 5 16,-2 1 4-16,-2 1-3 0,-2-4-3 0,-2-1-2 15,0-5-1-15,-2-5-2 0,0-6-2 16,-6-6-3-16,2-7-5 0,-5-2-4 0,0-10-6 16,-5-4-4-16,-2-6-4 0,-3-3-3 0,-2-5-1 15,1-2 0-15,-5-2-2 0,0-3-3 16,-2-5-7-16,-1 2-12 0,3-3-20 0,-1 1-38 15,0-3-78-15,2 0-113 0,0 4-197 16,2 1-295-16,0 1-350 0,-1 4-376 0,1 0-150 16,-2 6 351-16,0 2 727 0</inkml:trace>
  <inkml:trace contextRef="#ctx0" brushRef="#br0" timeOffset="36362.19">1859 9674 61 0,'-5'0'300'0,"-1"1"178"16,3 0 162-16,-2 1-66 0,2-2-137 0,-1 3-75 15,2-2-16-15,0 2 20 0,-1 0 22 16,1 0-7-16,1-1-27 0,-1-1-39 0,-1 1-49 16,0-1-56-16,1 1-20 0,2-1 2 0,0 0 27 15,2-1 3-15,-2 0-3 0,1-1-11 0,-1 1-30 16,0 0-33-16,-1 0-35 0,-1 0-21 0,2 0-15 15,-2 0-10-15,1 0-11 0,1 0-8 0,-2 0-8 16,2 0-6-16,0 0-7 0,-1 0-4 0,1-1-4 16,0 1-2-16,0-2-2 0,1 2-5 0,-1-1 0 15,0 1-2-15,0-3-1 0,2 0 0 0,-2-2 0 16,1 1 1-16,1-1 1 0,1-1 1 0,-1-2 0 16,1 1 1-16,0 1-1 0,2-3-1 0,-1 0 1 15,1 2-2-15,0-2-1 0,0 1-1 0,1 1 0 16,1 0-1-16,0 1-1 0,0-1 0 0,1 1 0 15,0 3 1-15,1 0 0 0,2 2-1 0,-1-1 1 16,2 4 0-16,1-1 0 0,1 5 0 0,-1-4-1 16,1 7 1-16,-1-1 0 0,1 2-1 0,0 0 1 15,-1 2 0-15,-1 0-1 0,-1 0 6 0,1 1 3 16,-2 1 0-16,0-2 1 0,-2 1 0 16,1 1 1-16,-1 0-5 0,-3 0-1 0,0 0-2 15,-2 1 0-15,-3 1 0 0,0 3 0 0,0 0 0 16,-5-1 0-16,1 3 2 0,-1 1 0 0,-3 1 0 0,-3 1-5 15,3 1-3-15,-3 3-2 0,-2-2-2 0,2 2-1 16,-1 0-1-16,-1-3 4 0,3 3 2 16,-2-3 1-16,2 2 1 0,-1-6 0 0,2 0-1 15,1-3 1-15,3-3-1 0,-2-2 1 0,4-1-2 16,-1-4 1-16,2 0 0 0,1-2 1 0,1-2 0 16,1 2 1-16,4-1 0 0,-1-1 1 0,3 0 0 15,1 1 1-15,0-3-1 0,4 1 1 0,-2-1-1 16,4-1 1-16,-1 0 1 0,0-1-2 0,2-1 5 15,0 0 2-15,0-4-3 0,0 3-3 0,0-3 0 16,-2-1 0-16,3 2-5 0,-3-2-4 0,-1 2 2 16,-1-2 3-16,-1 1-1 0,1 1 0 15,-3-2-1-15,-2 3-4 0,0-2-8 0,2 3-14 16,-3 0-25-16,-2-2-62 0,0 1-77 0,-3 2-164 16,0 1-275-16,0 0-317 0,0 1-377 0,-3 2-272 15,1-1 27-15,-1 2 733 0</inkml:trace>
  <inkml:trace contextRef="#ctx0" brushRef="#br0" timeOffset="36846">2691 10182 66 0,'0'1'890'15,"0"0"730"-15,-2 2 18 0,-1-1-316 0,1 0-401 16,-1 0-371-16,0-2-229 0,0 0-108 0,1 1-60 16,-1-1-36-16,1 0-29 0,2 0-24 0,-3 0-19 15,3-1-15-15,0 1-9 0,0 0-7 16,0-2-6-16,0 2-4 0,0-2-4 0,0 0-2 15,0 2 0-15,0-4-2 0,3 1-6 0,-1-1-13 16,1 2-16-16,0-3-26 0,0 3-57 0,2-2-85 16,-3 2-167-16,3 0-271 0,1 4-319 0,-2 0-385 15,1 2-308-15,0 3 56 0,0-2 772 0</inkml:trace>
  <inkml:trace contextRef="#ctx0" brushRef="#br0" timeOffset="38721.9">4043 9544 39 0,'1'-7'293'0,"-1"-2"187"0,-1 3 170 15,1 0-2-15,-2-2-83 0,2 1-5 16,0 5-16-16,-2-5-29 0,-1 1-24 0,0 0-8 15,1 0-26-15,-1 1-85 0,0 2-63 16,-2-1-41-16,-1-1-40 0,0 1-54 0,-2 0-53 16,-2-1-26-16,-1 2-20 0,-2-1-9 0,-1 0-8 15,0 3-10-15,-3-1-7 0,1 2-8 0,-3 0-4 16,3 3-16-16,-1 1-8 0,-1 2-6 16,1 0-4-16,1 3-4 0,2 2-2 0,1 1 5 15,1 1 0-15,2 3 3 0,4 0-1 0,2 2 1 16,4 0 1-16,2 3-1 0,6 0 6 0,3 1 2 15,5 1 2-15,0 0 2 0,4-2 1 16,4-1 2-16,0 0-12 0,3-2-4 0,1-1-2 16,1-3-3-16,-1 0-1 0,-1 0-1 15,0-2 5-15,-4-2 3 0,0-1 8 0,-3 1 4 16,-1 1 4-16,-6 1 1 0,0-3-4 0,-3 3-1 16,-3 2-6-16,-4 1-4 0,-1 1 1 0,-4 3 1 15,-1 1 6-15,-4 1 2 0,1 0 1 16,-3 1 0-16,1-2-3 0,-2 1-4 0,-1 0-1 15,2-1 0-15,1-1-2 0,-3-1-1 16,5-4 0-16,-1 1-2 0,2-5 0 0,2-1-3 16,-2-3-1-16,4-1-1 0,-2-2 1 0,6-5 0 15,-2-4 2-15,2-3 2 0,2-5 2 0,3-10 5 16,0-1 3-16,5-7 2 0,1-2 0 16,2-1 0-16,1-3-4 0,4 1-7 0,2-1-4 15,1 2-2-15,0 4-1 0,1 1-2 16,-1 5 5-16,-2 2 1 0,-1 6 2 0,-1 4 1 15,-1 2 0-15,-3 5 2 0,1 3 0 0,-4 8 6 16,1 1 3-16,-3 5 3 0,-1 3 0 16,1 3 0-16,-3 2 0 0,0 2-7 0,-2 0-2 15,3 1-1-15,-2 2 0 0,-1 0 0 16,2-1-1-16,-1-1 2 0,0-1-3 0,1-1 1 16,0-1-2-16,0-4-2 0,3-1-1 0,-3-2-1 15,3-3-1-15,0-2 1 0,2-3 2 0,-1-3-1 16,1-3 2-16,0-3 0 0,1-2 1 15,-3-3 1-15,3-2 1 0,-1-1-1 0,1-3 2 16,-3-1 0-16,-1 0 0 0,-1-2 2 16,-1 3 0-16,-3-3 0 0,0 5 0 0,-4-3 0 15,-1 3 1-15,-3 0 0 0,0 1-2 16,-4 3 1-16,-1 2-1 0,-2 1 0 0,0 0-1 16,0 4 0-16,-2 1-1 0,2 3-1 0,2 2 1 15,-1 2-3-15,1 3 0 0,2 5-1 0,-1 4 0 16,1 2-1-16,2 3 0 0,2 4 1 15,0 2 1-15,4 3-1 0,1 1 1 0,0-2-5 16,5 1-14-16,0-2-28 0,0-3-74 0,3-3-81 16,-2-4-151-16,1-4-280 0,2-4-321 0,1-4-361 15,0-3-212-15,3-6 52 0,-2-3 633 16</inkml:trace>
  <inkml:trace contextRef="#ctx0" brushRef="#br0" timeOffset="39100.08">4896 9774 175 0,'0'-3'776'0,"0"1"411"16,0 4 58-16,2 2-154 0,-1 3-430 0,1 3-284 15,3 2-131-15,2 3-54 0,1 1-29 16,-1 2-19-16,4 3 19 0,3 0-8 0,-1 2-20 16,1-1-18-16,0 2-14 0,2 0-12 15,-2-1-39-15,2-2-21 0,-2 0-13 0,0-3-7 16,-4-2-7-16,1-4-4 0,-2 1 3 0,-2-5-1 15,-1-2 9-15,-3-1 13 0,2-2 12 16,-3-3 7-16,-2-5 1 0,0 0 1 0,0-7-9 16,0-1-10-16,0-2-12 0,0-3-6 15,0-4-6-15,0-1-2 0,0-2 1 0,0-2-1 16,0-2 2-16,0-1 0 0,3 0-5 0,-1-1-3 16,2 1-4-16,-1 3-2 0,0 4-2 0,-1 3 0 15,1 3 3-15,-1 4 2 0,1 3 2 16,-1 2 2-16,1 4-1 0,0 3 8 0,3 2 5 15,-1 3 4-15,1 2-1 0,1 4 0 16,-1 2-20-16,0 0-70 0,2 0-66 0,-2 0-107 16,1-2-166-16,1 2-285 0,1-3-327 0,1 0-241 15,-1 0-172-15,4-3 218 0,-2 0 577 16</inkml:trace>
  <inkml:trace contextRef="#ctx0" brushRef="#br0" timeOffset="39365.24">5609 10013 194 0,'16'32'610'0,"-2"-1"331"0,2 0 157 0,-2-1-160 16,0-4-309-16,-1-2-222 0,0-5-129 15,1-4-68-15,-1-4-58 0,-1-5-37 0,1-6-20 16,-2-4 0-16,0-4 9 0,0-5 21 0,-3-3 44 16,0-5 33-16,-2-2 15 0,-4-1-3 0,-2-4-17 15,-3 2-29-15,-4 0-40 0,-2-2-32 16,-2 1-20-16,0 2-12 0,-5 2-10 0,0 1-8 15,-3 4-8-15,-1 1-10 0,1 4-8 16,-3 8-9-16,0 2-8 0,1 6-3 0,0 5-2 16,1 4-1-16,2 4-2 0,3 3-1 0,3 4-15 15,3 0-31-15,3 4-78 0,4 0-96 16,2 0-174-16,5 1-296 0,4-2-335 0,1 1-363 16,7-5-183-16,1-2 202 0,5 1 697 15</inkml:trace>
  <inkml:trace contextRef="#ctx0" brushRef="#br0" timeOffset="40440.24">5900 9403 61 0,'3'-3'311'0,"0"0"220"0,-1 2 229 16,1-1 22-16,-1-1-40 0,-2 2-80 0,1-1-91 16,1-1-80-16,-2 1-47 0,0 2-51 0,2 0-58 15,-1 0-43-15,-1 2-36 0,2-2-32 16,-2 0-49-16,0 0-51 0,1 0-33 0,-1 0-26 16,2 0-19-16,-2 2-13 0,0-2-10 15,2 1-8-15,-1 2-5 0,2 0 5 0,0 4 4 16,2 5 5-16,3 5 6 0,-1 3 5 0,0 6 2 15,3 3-3-15,-1 7-4 0,-1 3-2 0,3 3-1 16,-3 5-3-16,2-1-2 0,0 2-2 16,2 1-2-16,-3-4-4 0,4-1-9 15,-4-3-5-15,3-5-6 0,-2-5-2 0,0-3-4 16,0-6 0-16,-3-5 8 0,1-3 5 0,0-5 3 16,0-3 2-16,3-7 1 0,-3-4 0 15,3-8-4-15,0-5-3 0,0-5-2 0,3-1 0 16,-2-3 1-16,0 1 0 0,2-2 1 0,-4 3 0 15,2 3 0-15,-2 3 0 0,-4 0 0 16,1 5 0-16,-1 4-1 0,-3 1 2 0,2 3 0 16,-4 0 0-16,1 3 1 0,1 1 0 0,-3 4-1 15,2 3 1-15,-2 2-2 0,1 5 1 0,-1 3-1 16,0 4 0-16,-1 0 0 0,1 6 1 16,0-3-1-16,0 2 1 0,1 0-1 0,1 0-1 15,0-1-2-15,1-4-1 0,0-2-2 16,3-3-3-16,0-2-8 0,2-1-14 0,2-9-22 15,1 2-47-15,2-8-70 0,2 2-61 0,0-9-57 16,3-1-64-16,2-1-66 0,3-1-26 16,1-3 21-16,0 2 6 0,1 1 16 0,1 2 40 15,0 5 73-15,1 1 107 0,0 4 132 16,-2 5 129-16,-2 3 113 0,-1 3 84 0,-2 2 62 16,-1 2 0-16,-1 2-32 0,-4 1-52 0,2-2-61 15,-4 3-57-15,2-3-46 0,-4-1-34 16,-2-1-19-16,1-3-14 0,-2-2 9 0,-1-2 58 15,-1-2 70-15,-2-2 39 0,0-4 14 0,-3-1 6 16,0-5-14-16,-3-1-43 0,0-4-43 16,-4-2-26-16,-2 0-12 0,-2-2-11 0,-3 1-11 15,-4-3-7-15,-1 2-5 0,-3 0-4 16,-1 3-6-16,0 0-6 0,-2 2-4 0,1 5-7 16,-1 2-7-16,3 1-8 0,4 2-3 0,0 3-4 15,1 0-2-15,5 3-1 0,1 3-1 16,1 0 0-16,4 3 0 0,2 2-1 0,2 2 0 15,4 1-8-15,2 2-13 0,2-1-19 0,2 2-45 16,2 0-73-16,2-3-86 0,0 0-154 16,0-1-286-16,4-4-322 0,2-1-312 0,2-2-185 15,2-1 102-15,0-5 645 0</inkml:trace>
  <inkml:trace contextRef="#ctx0" brushRef="#br0" timeOffset="40705.71">7211 9801 229 0,'0'0'916'16,"0"0"479"-16,-2 3-26 0,1-2-235 0,1 2-464 16,1 1-264-16,1 0-142 0,3 2-82 0,0 1-42 15,2 2-23-15,1 3-17 0,2 1-31 0,1 0-16 16,0 5-11-16,0 1-4 0,1-1-2 15,0 5-2-15,-3-1-2 0,2 2-11 0,-3 2-10 16,-3-2-5-16,0 1-4 0,-2-1-13 0,-5-1-54 16,-1-2-69-16,-2-3-115 0,-6-3-215 15,-1 0-300-15,-4-6-340 0,-1-3-275 0,0-6-124 16,-3-2 399-16,2-3 648 0</inkml:trace>
  <inkml:trace contextRef="#ctx0" brushRef="#br0" timeOffset="40893.28">7021 9589 541 0,'3'-2'1325'0,"-1"4"263"0,-2 3-210 15,3 2-322-15,-1 0-465 0,1 4-241 0,1-2-149 16,1 3-74-16,0-1-46 0,1 4-32 16,1 0-24-16,5 0-11 0,-2 1-9 0,4 1-6 15,2 1-6-15,-2-2-49 0,2 2-78 0,0 0-168 16,0-1-272-16,-2-1-304 0,2 1-387 15,-2-3-313-15,0 2 45 0,-1-2 716 0</inkml:trace>
  <inkml:trace contextRef="#ctx0" brushRef="#br0" timeOffset="41081.71">7663 9970 402 0,'3'27'1337'0,"-1"2"352"15,1 4-248-15,-1 0-327 0,1 1-472 0,0 2-298 16,0 1-170-16,2-2-77 0,-1-3-40 0,0-2-32 16,0-5-70-16,1-5-79 0,-1-4-158 15,0-5-276-15,-2-7-304 0,4-5-380 0,-3-5-305 16,0-8-10-16,-1-5 670 0</inkml:trace>
  <inkml:trace contextRef="#ctx0" brushRef="#br0" timeOffset="41268.06">7649 9478 682 0,'-22'-12'1626'0,"1"4"97"16,-2 7-356-16,-1 4-345 0,3 3-484 15,2 2-286-15,2 2-127 0,1 0-58 0,6 3-32 16,4 0-18-16,3-1-18 0,6 2-60 16,3-4-84-16,1 3-190 0,4 0-270 0,5-1-316 15,0 1-407-15,-1 1-310 0,1-1 101 16,3 2 803-16</inkml:trace>
  <inkml:trace contextRef="#ctx0" brushRef="#br0" timeOffset="42455.98">8656 9907 204 0,'-3'-7'589'0,"3"1"339"16,-2-1 186-16,-1 3-175 0,1-3-257 0,1 5-164 15,-1-3-70-15,1 1-33 0,1 1-55 16,-2 0-55-16,2 1-44 0,0 1-50 0,0 1-61 16,0-1-59-16,0 1-34 0,2 1-25 0,-1 0-14 15,4 4-8-15,0 2-4 0,3 4-2 16,4 4 7-16,-1 3 4 0,2 3 5 0,1 3 5 15,-1 5 7-15,1 2-6 0,-3 2-10 0,1 3-5 16,0 1 3-16,-2 0-4 0,-2 1-4 16,2-5 2-16,-3-1 3 0,-1-3-1 0,-1-5-7 15,1-4-4-15,0-3-3 0,-2-5-2 16,0-3-1-16,-2-4 2 0,3-5 0 0,1-8 4 16,0-5 0-16,2-9 1 0,-1-8 2 0,2-1-2 15,2-7-1-15,-1 3 0 0,-1-5 0 16,4 5-1-16,-2-1 0 0,1 3 1 0,0 4-1 15,0 4-2-15,-1 2 1 0,0 7 2 0,1 1-1 16,0 4 2-16,1 5-1 0,2 3 2 16,-2 4 2-16,4 4-1 0,0 4 2 0,0 0 1 15,0 4 1-15,1-2 0 0,0 3-8 0,-2-1-3 16,3-2-4-16,-3 1-1 0,1-4-4 16,-2-1 0-16,0-2 6 0,0-4 10 0,-1-2 4 15,-3-5 4-15,2 0 2 0,-2-5 4 16,-2-2-3-16,-2-1-3 0,0 0-4 0,-2-2 0 15,-2 1 2-15,-1-1 8 0,-2 2 7 0,-2 2 7 16,-1 1 2-16,-2 1 0 0,-4 1 0 0,1 1-8 16,-5 1-6-16,1-1-6 0,-3 4-5 15,0 0-2-15,0 4-5 0,0 2 0 16,0 1-3-16,0 4-2 0,2 4-1 0,1-1 1 16,0 7 1-16,1 4 2 0,2 6 1 0,1 0 2 15,2 6 0-15,1 3-5 0,0 5-3 0,5-1-3 16,0 2 3-16,5 0 1 0,1-3 0 15,2-1 2-15,6-4-13 0,2-4-30 0,1-5-74 16,4-2-74-16,1-8-128 0,2-3-208 16,-1-7-309-16,3-5-324 0,-1-3-227 0,-1-6-102 15,1-3 404-15,0-5 614 0</inkml:trace>
  <inkml:trace contextRef="#ctx0" brushRef="#br0" timeOffset="42783.3">9807 9662 86 0,'-8'-31'634'0,"-3"3"459"0,-1-1 155 0,-1 4-109 15,0-2-336-15,-1 4-252 0,1-2-133 0,-1 2-83 16,5 4-51-16,0 0-38 0,0 5-54 16,3 2-62-16,1 3-47 0,2 1-28 0,1 4-18 15,-1 0-13-15,3 2-11 0,0 5-6 0,3 2-3 16,-1 5 0-16,3 5 0 0,1 3 1 15,2 4 4-15,0 5 7 0,0 3 11 0,1 5 11 0,0 2 9 16,0 7 6-16,0 1 1 16,0 9-1-16,-1 1-6 0,0 4-7 0,-1 4-8 15,-1 4-7-15,2 1-7 0,-2 1-6 0,1-2-5 16,-1-1-6-16,3-4-2 0,-1-6-2 0,2-1-2 16,2-7-1-16,-2-6-1 0,1-5-2 15,0-5-10-15,-3-5-19 0,0-4-34 0,-2-5-67 16,-4-3-77-16,1-4-145 0,-6-5-187 0,-2-4-305 15,-1-4-317-15,-1 0-230 0,-5-6-83 16,1-2 453-16,-2-2 556 0</inkml:trace>
  <inkml:trace contextRef="#ctx0" brushRef="#br0" timeOffset="42969.52">9598 10337 186 0,'-3'-16'830'0,"-1"6"444"15,0 0 24-15,3 5-198 0,1 0-444 0,1 1-319 16,4 1-168-16,1 0-83 0,1-2-39 0,2 1 11 15,5-2 10-15,2-1 1 0,3 2 0 16,0-3-3-16,5-1-2 0,1 0-32 0,4-1-11 16,1-1-11-16,3-1 1 0,3-1-7 15,2 0-36-15,6 1-50 0,-1 1-176 0,1-1-288 16,-1-2-284-16,0 2-310 0,-1 0-242 0,-2 3 44 16,-5 0 630-16</inkml:trace>
  <inkml:trace contextRef="#ctx0" brushRef="#br0" timeOffset="44087.99">10251 9551 13 0,'2'-2'369'15,"0"-1"325"-15,-2 0 313 0,0 0 85 0,0 1-253 16,0-1-222-16,0 1-119 0,0 0-54 15,0 2-50-15,0 0-72 0,0-2-58 0,0 2-40 16,0 0-47-16,1 0-53 0,-1 0-47 16,0 2-21-16,0-2-12 0,0 0-10 0,0 1-3 15,0-1-6-15,0 0 0 0,0 0-2 0,2 1 2 16,-2-1 3-16,1 0 0 0,-1 0 2 16,0 0 1-16,0 0-3 0,0 0 4 0,2 0-2 15,-2 0-1-15,0 0 0 0,0 0-1 0,0 2-2 16,2-2-5-16,-2 0-2 0,0 0-6 15,1 0-3-15,-1 0-4 0,0 2-1 0,0-2-2 16,0 0-1-16,0 1 0 0,0-1-1 16,0 0-1-16,0 0 1 0,0 0 0 0,0 0 0 15,0 0-1-15,0 0 1 0,0 0 0 0,0 2-1 16,0 1 0-16,-1 0 0 0,-1 4 1 16,2 2-1-16,0 3 1 0,-2 3-1 0,2 4-1 15,0 5 1-15,0 6 3 0,0 2 3 16,2 6-1-16,1 2 3 0,0 6-4 0,2 3-1 15,-1 0-4-15,1 5-3 0,2 0-1 0,-1 2-2 16,3-1 3-16,-1-3 7 0,2-1 2 0,-2-4 1 16,4-6 0-16,0-2 1 0,0-5-1 15,2-7-5-15,2-3-3 0,0-5-1 0,1-5 1 16,3-4-1-16,0-9 0 0,3-4 1 0,0-7 2 16,2-8 0-16,0-1 2 0,-1-6 0 15,1-4 0-15,-2-2 1 0,0-4 0 0,-2 1-1 16,-2-1 0-16,0 1-2 0,-2 0 0 0,-3 3 0 15,-4 1-2-15,1 3 2 0,-5 2 1 16,-1 1 1-16,-3 3 0 0,-2 1 0 0,-4 2 1 16,0 3 0-16,-3 1-1 0,-2 3 0 15,-1 2-1-15,-1 1 1 0,0 4-1 0,0 2-1 16,0 4 0-16,-1 2-1 0,0 6-1 0,0 5 0 16,2 5 1-16,-1 6-1 0,2 2 0 15,3 7 2-15,-1 2 0 0,4 4 0 0,1 0 0 16,2 2 0-16,2-3-2 0,1-1-1 0,5-3-1 15,1-1 0-15,1-6-2 0,4-3 0 16,0-5-9-16,4-3-20 0,-1-9-49 0,2-5-77 16,0-4-126-16,2-3-232 0,-1-5-305 0,1-5-363 15,-1-1-332-15,1-7-103 0,-4 0 479 16,2-5 711-16</inkml:trace>
  <inkml:trace contextRef="#ctx0" brushRef="#br0" timeOffset="44521.07">10999 9501 139 0,'-6'-17'740'0,"-1"1"464"0,1 4 146 16,2 0-64-16,1 5-388 0,-1 0-317 0,3 3-172 16,-1 2-110-16,2-1-86 0,0 3-84 0,0 3-62 15,2 3-31-15,-1 5-14 0,1 6 6 16,1 6 9-16,-1 6 7 0,2 5 13 15,-2 7 3-15,-1 2-1 0,2 7-7 0,-3-2-6 0,0 4-6 16,2 1-12-16,-2-5-9 0,3-2-6 16,2-2-3-16,0-4-4 0,1-5-4 0,3-4-3 15,0-5 0-15,0-5-2 0,0-5-2 16,1-4 0-16,3-5 1 0,-1-5 0 0,1-4 2 16,3-5 0-16,-2-5 1 0,2-1 1 0,-2-5-2 15,2-1 1-15,-2 2-1 0,-1-1 0 16,-1 2 0-16,-2 3 1 0,-2 1-2 0,1 3 2 15,-4 3 0-15,0 3 2 0,-2 3 0 0,0 5 2 16,-3 2 1-16,2 6 0 0,-2 2 1 16,-2 5-1-16,2 4-1 0,-1-1-1 15,-1 7 0-15,2 1-2 0,2 1-2 0,-1 0 0 16,2 0 0-16,3 0-3 0,-1-3-7 0,3-3-16 16,2-2-31-16,1-6-76 0,1-4-82 15,-2-7-156-15,4-3-283 0,-3-4-324 0,2-5-359 16,-1-3-204-16,1-7 66 0,1-3 649 0</inkml:trace>
  <inkml:trace contextRef="#ctx0" brushRef="#br0" timeOffset="44869">11543 9946 81 0,'-5'-15'669'0,"2"5"538"0,-3 2 246 16,0 4-92-16,-1 1-406 0,-1 0-356 15,-1 3-194-15,3 1-120 0,-1 2-100 0,1 0-78 16,1 0-46-16,-1 3-30 0,4-1-16 0,2 1-8 15,0 1-4-15,2 2-2 0,2 0-1 0,0 2 0 16,0-1 0-16,3 1 0 0,-1 1-1 0,2 1 2 16,1 1-1-16,-2-1 0 0,1 1 3 15,-2 2-2-15,3-1 2 0,-1 2-2 0,-3 0 2 16,2-1-1-16,-1 1 0 0,-2 1 0 16,0 0 0-16,-1-1 1 0,-2 1 0 0,-1 0 1 15,-1-1-1-15,-2 1 1 0,-1-3 6 16,0-4 7-16,-2 1 1 0,-1-1 2 0,2-6 2 15,-1-1-2-15,-2 0-6 0,2-2-6 0,1 0-6 16,0 0-3-16,2-2-3 0,0 0-2 16,3 1-2-16,0-1-7 0,2 1-19 0,-1-1-54 15,4 0-67-15,2 0-77 0,-3 0-140 16,5 0-201-16,-1-2-314 0,1 0-257 0,3-2-195 16,-1 0-29-16,0 0 438 0,3-1 512 0</inkml:trace>
  <inkml:trace contextRef="#ctx0" brushRef="#br0" timeOffset="45100.99">11793 10282 42 0,'16'12'527'16,"0"1"446"-16,-2 4 240 0,0 2-49 16,2 0-371-16,0 0-288 0,-2 1-192 0,2-1-110 15,-2-2-72-15,0-3-44 0,1-3-18 16,0-6 20-16,-4-4 40 0,3-6 34 0,-4-5 21 16,-2-8 12-16,-2-5-6 0,0-5-26 0,-4-2-34 15,-4-3-31-15,-2-1-20 0,-1-2-18 16,-4 1-17-16,-3-1-15 0,-5 0-11 0,0 0-7 15,-1 0-7-15,-2 1-4 0,-1 4-1 0,-3 1-8 16,2 3-11-16,-1 2-15 0,0 4-29 16,3 5-58-16,0 3-62 0,3 2-79 0,0 7-126 15,4 2-165-15,-1 4-217 0,3 4-239 16,3 3-217-16,-1-1-69 0,1 3 312 0,3 0 449 16</inkml:trace>
  <inkml:trace contextRef="#ctx0" brushRef="#br0" timeOffset="45234.26">11658 9944 125 0,'-2'7'595'0,"0"-1"463"0,0-1 187 16,1-3-110-16,-1 2-288 0,2-2-222 0,0 0-187 15,0 1-111-15,0-2-71 0,0 1-59 0,0-1-64 16,3 1-62-16,-1-1-35 0,6 2-19 16,-4-1-6-16,4-1-9 0,2 2-32 0,2 0-67 15,-2 2-89-15,4-3-169 0,-1 3-294 16,0-2-320-16,4 0-321 0,-3 2-187 0,4-3 180 16,0 0 643-16</inkml:trace>
  <inkml:trace contextRef="#ctx0" brushRef="#br0" timeOffset="45792.92">12216 10007 581 0,'0'-1'1466'0,"-3"1"237"0,-1 0-269 16,2 0-360-16,-2 0-453 0,2 0-253 0,0 0-150 15,-1 0-75-15,3 1-47 0,-1 3-30 0,1-2-21 16,-2 4-15-16,0 5-6 0,2 4-2 0,-3 5-1 16,3 5-1-16,0 5 0 0,-2 6-2 15,2 3-2-15,2 3-4 0,0-1-2 16,1-1-5-16,0-2-3 0,4-6-4 0,-1-2-1 16,3-4-2-16,1-7 0 0,-1-1 1 0,1-8-2 15,-1-6-1-15,1-5-3 0,-1-6-4 16,-1-4-4-16,0-6-3 0,0-1-1 0,1-4 1 15,-2 2 4-15,-1-4 3 0,2 3 5 16,-2 4 5-16,0-1 1 0,1 5 1 0,-1 3 1 16,-1 2-1-16,0 5 1 0,2 3 1 0,0 5 0 15,-1 4 1-15,1 5 1 0,0 4-1 0,1 1 1 16,0 5-2-16,2 1 1 0,1 2-2 16,0 2 1-16,3-2-2 0,-3 1 0 0,4-2 0 15,-1-3 0-15,-1-1 0 0,2-6 0 16,-4-2 1-16,3-6 0 0,-1-3 1 0,-2-8 1 15,0-3 0-15,0-4 1 0,-1-4 0 0,-1-3 1 16,-1-1-1-16,-1-4 1 0,-1 3 0 16,2-1 0-16,-4-1 0 0,1 2 0 0,0-1 1 15,-2-1-1-15,2 0 1 0,-2 0-1 0,0-1-1 16,-1-2 1-16,-2 3-1 0,-2-2-2 16,-1-1-1-16,0 2-1 0,0-4-2 0,-2 3-16 15,0-1-35-15,-1 4-83 0,-1 2-102 16,1 1-189-16,3 3-305 0,2 4-352 0,1 2-384 15,0 3-153-15,0 0 282 0,0-1 722 0</inkml:trace>
  <inkml:trace contextRef="#ctx0" brushRef="#br0" timeOffset="47248.15">13433 10099 332 0,'1'-9'853'15,"1"5"359"-15,-2-1 19 0,0 0-266 0,0 4-308 16,0 1-181-16,0 1-114 0,1 4-73 0,-1 1-50 15,0 3-38-15,0 3-46 0,0 2-45 16,0 2-40-16,0 3-23 0,2 3-13 16,-2 2-12-16,3-1-7 0,-3 5-6 0,5 0-4 15,-4-1-2-15,1 1-2 0,-1-2-1 0,3-2-1 16,0-3-1-16,0-3-2 0,1-3 0 16,2-1 2-16,-1-6 0 0,2 3-1 0,1-9-1 15,1 3 4-15,1-4-1 0,2-2 1 0,1-4 0 16,1 0 1-16,2-3 0 0,-1 1 1 15,3-2-1-15,1 0-1 0,0-1-3 0,0 1 2 16,0 2-3-16,1-1 0 0,1 3 0 16,0 2 0-16,-1 1 0 0,1 4 0 0,0 1 1 15,0 2 2-15,1 0-1 0,-3 5 2 0,0-1 1 16,0 1 2-16,-2 1-2 0,0-1 0 16,1 0 1-16,-2 0 0 0,-3-5 0 0,-1-2 2 15,1-1 10-15,-4-4 9 0,1-6 7 0,-3-4 5 16,-2-2 6-16,1-4 3 0,-6-5-2 15,2-1-5-15,-3 1 0 0,-3-5-4 0,2 3-4 16,-6 0-4-16,2 0-8 0,-4 1-6 16,0 2-3-16,-3 3-5 0,1-2-3 0,-3 6-2 15,4-2-9-15,-2 4-26 0,2 2-76 0,-1 0-105 16,2 1-203-16,1 3-292 0,2-1-354 0,1 2-401 16,1 0-186-16,1 3 319 0,3-1 771 15</inkml:trace>
  <inkml:trace contextRef="#ctx0" brushRef="#br0" timeOffset="51716.9">14498 10069 421 0,'3'-16'1079'0,"-3"0"415"0,-5 3-54 15,-2-2-277-15,-3 2-486 0,-3-1-228 0,-4 2-129 16,1 1-101-16,-4 3-66 0,-2 0-45 0,1 3-30 16,-1 3-21-16,0 2-18 0,6 1-10 0,-1 0-10 15,5 5-6-15,0 1-3 0,6 0-4 16,2 3-1-16,3 0-2 0,4 2 0 0,5-1-1 0,4 3-1 15,1 0-1-15,4-2 0 0,3 0 0 16,2-2-2-16,1 1 1 0,-2-3 0 16,3 2-1-16,-1-3 1 0,-2-1 1 0,-2 1-1 15,-2 0 1-15,-1 0 1 0,-2 2 0 16,-4 2 2-16,-4 0-1 0,0 3 1 0,-4 2 0 16,-4 1 0-16,-2 1 1 0,-4 3-2 0,2 2 0 15,-6 1-1-15,2-1-1 0,-2 1 0 16,0 2-1-16,4-2 0 0,-2 1 0 0,4-3 0 15,-2-3-2-15,5-3 1 0,2-1-1 0,-1-2-2 16,4-4-9-16,1-5-18 0,1-4-44 16,2-6-79-16,1-5-127 0,-1-6-219 0,2-6-303 15,3-4-359-15,0-3-339 0,-1-4-112 16,1-2 464-16,-2 0 690 0</inkml:trace>
  <inkml:trace contextRef="#ctx0" brushRef="#br0" timeOffset="52180.46">14672 9612 176 0,'-1'-17'780'0,"-2"2"441"15,-1 2 110-15,1 1-66 0,1 1-406 0,-1 2-287 16,2 2-159-16,-1 1-94 0,2 2-77 0,0-2-81 16,0 6-57-16,3-2-34 0,0 4-17 15,2 4-7-15,2 2-3 0,2 4-2 0,1 3-2 16,-2 3-3-16,2 6-1 0,0 2-3 0,-2 4-3 15,0 4-3-15,1 5-4 0,-2-1-2 16,-3 1-2-16,0 6-2 0,-1 0-3 0,0 1-2 16,-1 1-1-16,0-1-3 0,2-1-3 0,-1-2-1 15,0-8-3-15,3-1 0 0,-1-8-2 16,2-3 0-16,0-8 0 0,1-4-1 0,0-3 2 16,3-8 0-16,2-8 1 0,-2-5 0 0,5-6 0 15,-2-5 0-15,3-6 0 0,-1 3-1 16,2-4 0-16,-4 0 0 0,3 3 0 0,-4 1 1 15,-2 4 0-15,-2 4-1 0,0 3 2 0,-5 4 0 16,1 1 0-16,-2 6-1 0,-2 1 1 0,-2 5 0 16,-1 5 0-16,-4 2 0 0,3 5 1 15,-3 5 0-15,-1 1 0 0,1 6 0 0,-2 2-1 16,3 1 1-16,1 5-2 0,0 0 0 16,1 1-1-16,2 0 0 0,2 0-2 0,1-4-2 15,1-2-7-15,3-2-13 0,2-6-20 0,0-5-39 16,3-7-75-16,2-4-79 0,-1-9-127 15,4-5-175-15,-2-5-267 0,1-7-306 0,1-1-202 16,1-6-119-16,-3-2 306 0,3 2 529 16</inkml:trace>
  <inkml:trace contextRef="#ctx0" brushRef="#br0" timeOffset="52583.43">15214 10053 56 0,'9'-21'491'0,"-5"2"468"16,1 5 284-16,-2 3 8 0,-2 2-246 16,1 5-249-16,-2 3-208 0,0 2-142 0,-2 5-90 15,1 3-89-15,-1 2-78 0,1 3-47 16,-1 4-27-16,2 2-18 0,2 2-13 0,-1 2-12 15,2 2-10-15,2 0-6 0,-2 2-7 0,4-3-4 16,-1 1-3-16,3-7-3 0,0 0-1 0,-1-5-2 16,4-3 1-16,-1-5 0 0,2-4-2 15,3-2-10-15,-5-1-16 0,1-5-27 0,-1-1-56 16,-1-2-65-16,-1-3-64 0,-2 0-62 0,-3-2-78 16,0 0-62-16,-3 1-3 0,3-1 34 15,-4-1 32-15,-2 2 53 0,0-1 83 0,2 1 82 16,-1 0 70-16,-1 0 43 0,2-4 44 15,0 4 46-15,0-1 51 0,3-1 62 0,1 1 55 16,0-1 40-16,2-2 5 0,-1 3-13 0,3-1-24 16,2-1-28-16,2 2-9 0,-1 0 5 15,3 4 17-15,2-1 20 0,0 4 3 0,-2 1-10 16,4 0-28-16,-4 5-30 0,2-1-32 0,-2 4-29 16,2 2-19-16,-5 3-12 0,0 1-7 15,0 2-6-15,-2 2-3 0,0 3-5 0,-3 4-7 16,0 1-4-16,-3 1-7 0,0 5-6 0,-3 2-5 15,0 2-4-15,0-1-4 0,0 2-2 16,-1 1-3-16,1-5-3 0,1-2-10 0,3-4-21 16,-3-4-58-16,2-5-74 0,1-6-116 0,-1-5-185 15,0-4-307-15,3-6-341 0,-1-3-283 16,1-5-135-16,1 0 336 0,-1-4 631 0</inkml:trace>
  <inkml:trace contextRef="#ctx0" brushRef="#br0" timeOffset="52909.91">15796 10006 216 0,'0'-5'841'0,"0"4"567"0,-1 2 127 16,-1 3-251-16,0 2-435 0,1 1-310 0,-2 4-164 16,1 1-128-16,-1 1-93 0,2 2-57 15,-1 0-33-15,4 0-22 0,-1 4-15 0,2-5-9 16,0 1-7-16,2-1-4 0,3-4-4 0,0-1-3 16,3-2 0-16,0-5-1 0,0-4-1 15,3-2-1-15,-1-3-1 0,1-4-1 0,-1-1-2 16,3 0-1-16,-4-1-1 0,0 1-1 15,0 0 0-15,-1 2 2 0,2 3 1 0,-2 1 3 16,0 3 2-16,1 1 2 0,1 6 1 0,0 2 1 16,-2 2 2-16,0 7 1 0,0 4 0 0,-1 3 1 15,-1 4 0-15,2 5 0 0,-1 4 0 16,-1 2-1-16,2 3-2 0,-1 3 0 0,-2 3-3 16,0 2 0-16,2 2 1 0,-2 1 0 15,1-1-1-15,0 3-2 0,-1-1-2 0,0-3-19 16,-2-4-48-16,2-2-77 0,-4-10-103 0,-2-3-178 15,0-5-303-15,-4-5-338 0,2-6-319 0,-2-7-157 16,1-7 256-16,-1-6 660 0</inkml:trace>
  <inkml:trace contextRef="#ctx0" brushRef="#br0" timeOffset="53112.59">16123 9913 200 0,'-7'-39'1030'0,"2"9"618"0,0 5-82 15,0 7-326-15,1 4-464 0,-2 5-313 16,2 5-200-16,1 2-116 0,3 6-56 0,0 4-34 16,3 4-22-16,5 2-13 0,-2 2-12 0,4 2-3 15,6 1-5-15,-2 2-2 0,3 4-6 16,-1-2-24-16,5 4-76 0,-4 2-89 0,2 0-170 16,1-1-286-16,-2 2-336 0,3 0-380 0,-3-1-203 15,0-4 154-15,2-2 695 0</inkml:trace>
  <inkml:trace contextRef="#ctx0" brushRef="#br0" timeOffset="53422.68">16500 10165 470 0,'3'-15'1096'16,"-1"-1"459"-16,-2 0-67 0,0-1-377 15,-4 3-384-15,3 1-235 0,-2 1-151 0,-1 3-121 16,0 3-76-16,-1 3-46 0,0 4-33 16,1 5-20-16,-5 6-14 0,2 5-10 0,2 4-6 15,0 4-1-15,2 2-2 0,0 0-4 16,1 3-3-16,2-2-2 0,4 0-3 0,-3-4-1 15,4-2-1-15,1-5-2 0,3-5 0 0,0-4 0 16,0-6 1-16,4-4-3 0,-4-8-7 16,2-3-7-16,0-6-5 0,-1-1-4 0,-2-1-1 15,-2-1 2-15,2 2 7 0,-5 3 12 16,0 3 7-16,0 1 6 0,-1 4 3 0,0 3 1 0,-2 3 1 16,0 4 1-16,0 4 0 0,-2 3 0 15,2 7-1-15,2 0-1 0,-1 3-2 16,4 2-4-16,3 4-2 0,1-2-10 0,3 0-24 15,1 0-81-15,0 3-113 0,1-3-224 0,-2 1-295 16,0-2-379-16,2 0-446 0,-4-4-164 16,2 2 437-16,0-2 819 0</inkml:trace>
  <inkml:trace contextRef="#ctx0" brushRef="#br0" timeOffset="54184.39">17663 10347 61 0,'-6'4'626'0,"3"-1"485"0,0-4 162 0,1-2-103 16,-1-4-320-16,5-4-304 0,1-4-145 0,0-5-77 15,4-3-50-15,0-7-41 0,1-4-52 16,2-2-47-16,2-3-45 0,-1-2-24 0,2 1-11 16,1 3-9-16,-1 1-4 0,-2 6-6 0,-2 4-2 15,-2 5-4-15,-1 4-4 0,-1 6-2 16,-1 6-2-16,-2 5-1 0,0 5-2 0,-1 8-1 15,1 5 2-15,0 6 2 0,-1 3-3 16,1 6-1-16,1 2-1 0,2-1-3 0,2 5-4 0,-2-6-2 16,3 2-3-16,0-5-2 0,1-3 0 15,1-2-1-15,-2-6-1 0,2-5 1 16,0-3-1-16,0-5 0 0,1-8 1 0,3-4-1 16,-2-9 0-16,3-4 1 0,0-7-2 0,0-4 0 15,0-2-1-15,0-2-1 0,0 0 1 16,-1 4-1-16,-2 2 2 0,0 2 0 0,-2 5 1 15,0 3-1-15,-4 6 1 0,2 1 0 0,-3 5 0 16,0 6 1-16,-1 2 2 0,-2 9 0 16,1 2 2-16,-1 5 3 0,0 2-1 0,-1 6 2 15,1 3 0-15,-1 2-1 0,4-1-1 16,-4 3-2-16,4 0-3 0,1 0-2 0,-1-3-2 16,3-1-1-16,1-5-2 0,1-3 0 0,1-4-1 15,2-6 1-15,0-3-4 0,1-5-13 16,2-5-17-16,-1-4-41 0,0-3-72 0,0-4-80 15,-2-4-127-15,4-1-177 0,-1-1-301 0,1-2-300 16,0 1-203-16,1 0-98 0,4 0 357 16,-2-2 556-16</inkml:trace>
  <inkml:trace contextRef="#ctx0" brushRef="#br0" timeOffset="54497.15">18596 10001 400 0,'12'-14'966'16,"-6"1"538"-16,-2 1 29 0,-2 1-371 0,-4 4-370 15,-2 1-263-15,-1 2-143 0,-3 2-136 16,-2 4-80-16,-2 2-45 0,-1 7-26 0,-4 2-18 15,1 3-11-15,-3 7-9 0,3 2-10 0,-3 5-39 16,2 2-12-16,4 2 0 0,2-1 0 16,2-1 0-16,4-4 0 0,5-6 0 0,3-4 0 15,7-7 0-15,2-8 0 0,7-8 0 16,1-8 0-16,3-4 0 0,2-7 0 0,2-3 0 16,1-1 0-16,-5-3-10 0,2 0-32 0,-3 4 5 15,-3 0 7-15,-3 5 10 0,0 1 7 0,-5 4 7 16,-1 6 3-16,-4 0 2 0,0 5 3 15,-3 4 1-15,-3 4 0 0,0 4 0 0,-3 5 2 16,0 2-1-16,-2 5 0 0,1 1-1 16,0 2-1-16,4 2-1 0,0 2-1 0,4 0-1 15,-1 0-1-15,4 0-6 0,0 2-18 0,1-3-40 16,0 0-82-16,2-3-156 0,0 0-264 16,0-3-333-16,4 0-415 0,0-1-424 0,5-2-11 15,0 0 779-15</inkml:trace>
  <inkml:trace contextRef="#ctx0" brushRef="#br0" timeOffset="55197.25">19566 9535 67 0,'5'-15'565'15,"1"3"474"-15,-5 3 212 0,1-2-62 0,-1 5-341 16,1 2-214-16,0 2-167 0,-1 2-108 16,-1 5-63-16,3 2-48 0,-1 9-62 0,0 4-54 15,2 7-30-15,-2 9-21 0,6 5-15 16,-4 7-12-16,1 6-5 0,2 6-5 0,-1 3-4 16,2 3-5-16,1 3-5 0,3-1-6 15,1-4-6-15,4-4-9 0,0-6-6 0,2-7-6 16,1-10 0-16,2-6-2 0,0-8 0 0,-1-7 1 15,-2-5 1-15,-3-6 3 0,0-8 1 0,-5-2 2 16,0-7-1-16,-3-4 2 0,-4-7-1 16,0-1 0-16,-3-3-1 0,-1-1 1 0,0-1 0 15,-3 1 0-15,-2 1 0 0,0 0 1 16,-4 1 0-16,1 4 2 0,0-1 1 0,2 5 2 16,-3 2-1-16,2 3 0 0,-1 2-1 0,3 4-4 15,-1 5-2-15,-2 4-2 0,4 5-3 0,-1 8-1 16,2 0-4-16,1 4-14 0,2 0-29 15,2 6-75-15,-1-3-99 0,1 4-186 0,3-2-292 16,-1 0-347-16,4-2-398 0,0 0-195 16,3-2 232-16,2 0 750 0</inkml:trace>
  <inkml:trace contextRef="#ctx0" brushRef="#br0" timeOffset="55354.89">20234 10324 651 0,'2'0'1653'0,"-5"-5"137"0,-4 5-360 15,-2 0-366-15,0 2-478 0,-1 1-292 0,-1-3-131 16,3 0-66-16,2 0-39 0,1 2-28 16,2-4-16-16,3 2-13 0,5-3-19 0,-1-1-46 15,4-1-85-15,3-2-164 0,4-2-267 16,2 0-329-16,1 0-406 0,2-1-391 0,0 0 30 16,0 3 792-16</inkml:trace>
  <inkml:trace contextRef="#ctx0" brushRef="#br0" timeOffset="56485.13">21213 9758 8 0,'-2'-17'549'0,"-2"-5"530"0,-4 3 285 16,2 0-17-16,-6 0-302 0,-2 0-382 0,2 2-205 15,-6 1-115-15,2 5-87 0,-2-1-79 16,1 7-59-16,-1 2-38 0,2 4-28 0,-2 6-17 16,6 5-10-16,-4 5-6 0,3 9-2 0,2 6-4 15,5 7 0-15,0 6 3 0,2 5-1 0,3 5-1 16,2 1-1-16,3 3 0 0,2-3-2 15,2-3-6-15,6-5-3 0,1-7-2 0,3-7-1 16,3-8-2-16,0-11 0 0,4-4 1 16,0-11 2-16,0-11 0 0,-1-4 0 0,3-12 0 15,-2-8-2-15,-1-5 0 0,-1-7 0 16,0-6 2-16,1-3 1 0,-2-3 1 0,-5 1 1 16,2-2 1-16,-3 2-1 0,-4 0 0 0,-2 3-2 15,-1 1 1-15,-4 6 0 0,-3 4-1 16,-2 5 2-16,-4 7 5 0,1 7 3 0,-3 7 1 15,2 6 1-15,-3 9 0 0,1 8 0 0,-4 9-5 16,-1 8-3-16,2 8-2 0,-1 10 0 16,1 6-3-16,2 4-2 0,1 7 1 0,3 5 4 15,0 2 2-15,3 3 5 0,0 1 1 0,3 1 2 16,2-3 0-16,-1-5-6 0,6-6-2 16,2-10-3-16,1-5-2 0,3-10-1 0,2-10-2 15,0-8 1-15,4-11 1 0,-2-6-1 16,2-12 0-16,0-6 0 0,0-5 0 0,0-4 1 15,-2-7-1-15,1 0 2 0,-2-1 0 0,0 1 1 16,-3 1 0-16,-2 5 0 0,-3 3 1 0,-1 3 0 16,-1 6 1-16,-4 4-1 0,0 4 1 15,-2 4-1-15,-2 5 0 0,1 4 0 16,-4 6-1-16,2 3 0 0,-3 4-1 0,2 5 0 16,1 2 1-16,-2 2 0 0,2 2 0 0,2 1 1 15,-1 0 0-15,2-3-1 0,1 1 1 0,0-2-1 16,4-5-2-16,0-3 0 0,2-3 0 15,-1-6-1-15,4-6 0 0,0-4 0 0,4-7 0 16,-3-5 0-16,3-2 0 0,1-5 1 16,-1 0 1-16,-1-3 1 0,-2 1 1 0,1 4-1 15,-1-3 2-15,-5 5-2 0,4 0 0 0,-4 6 0 16,-1 1-1-16,-1 3 1 0,0 9-1 16,-2-1 0-16,-2 8 1 0,0 6-1 0,-3 3-1 15,2 4 1-15,-2 5 1 0,2 3 0 16,-2 2 1-16,1 0 0 0,1 4 2 0,0 0-2 15,-1 0 0-15,2 1-2 0,2-3 0 0,-2-3-1 16,2-3-2-16,0-3 1 0,-1-4-1 0,4-8 0 16,1-5 1-16,1-5-1 0,1-8 2 15,2-7 0-15,0-3-1 0,2-5 0 0,0-1 1 16,0-4-2-16,1-1 1 0,1 2 0 16,1-1 0-16,-1 3 1 0,4 1 1 0,-5 0 0 15,2 4-1-15,-1 2 1 0,-2 4-1 0,1 5 1 16,-2 2-1-16,-3 7 0 0,-1 2 1 0,1 5-1 15,-5 5 1-15,1 3 0 0,-2 3 1 16,-4 3 1-16,2 1 1 0,0 5 0 0,-1 1-1 16,-2-1 0-16,0 5-2 0,1-3-2 15,-1 1-10-15,2-5-19 0,-1-2-30 0,1-7-67 16,0-3-75-16,-1-8-112 0,-1-5-167 0,3-6-257 16,1-1-314-16,-3-5-237 0,1-4-159 15,0-2 196-15,-1-4 556 0</inkml:trace>
  <inkml:trace contextRef="#ctx0" brushRef="#br0" timeOffset="56683.47">22415 9471 205 0,'-2'-47'889'0,"-3"6"654"15,-1 7 50-15,2 4-296 0,-1 8-475 0,-2 4-309 16,1 4-180-16,-2 5-141 0,4 4-81 16,-1 3-45-16,0 4-30 0,2 4-15 0,-1 4-9 15,3-1-5-15,-1 8-3 0,4-2-5 0,-1 5-1 16,1 3-3-16,1 2-10 0,4 0-30 0,-2 6-75 15,-1-1-86-15,2 0-163 0,-1 2-289 16,1-3-335-16,1 5-363 0,4-3-195 0,-2 0 129 16,3 1 676-16</inkml:trace>
  <inkml:trace contextRef="#ctx0" brushRef="#br0" timeOffset="56950.89">22707 10012 375 0,'11'3'909'16,"-3"-5"326"-16,0-2 54 0,-1-4-221 15,0-3-311-15,1-4-236 0,-1-3-133 0,-2-2-77 16,-1-1-75-16,2-2-67 0,-4-1-47 0,-1 1-26 16,-2-1-14-16,-2 1-9 0,-5 0-4 0,3 3-3 15,-3 3-6-15,-1 4-9 0,-5 4-9 16,-1 4-8-16,0 5-9 0,-3 6-8 0,-1 6-5 16,5 7-3-16,-3 3-3 0,5 6 0 15,2-1 0-15,3 6-2 0,2 2-1 0,4 2-1 16,-1 2 0-16,4 3-1 0,-1 0 0 0,6 3-2 15,1-4-1-15,6-1-10 0,0-1-18 16,3-7-38-16,5 1-83 0,1-10-147 0,2-4-266 16,0-1-321-16,2-6-399 0,0-2-428 15,1-2-31-15,6-1 725 0</inkml:trace>
  <inkml:trace contextRef="#ctx0" brushRef="#br0" timeOffset="57786.92">23888 10210 252 0,'-7'6'564'0,"0"0"302"0,2-2 205 0,1 1-190 16,-1-2-224-16,2 0-114 0,-1-2-40 0,4 1-29 15,-2 0-67-15,2-2-63 0,-2 0-55 16,0-2-57-16,2-1-67 0,0-4-63 0,0-4-35 15,0-2-24-15,2-6-14 0,2-5-9 0,0-4-3 16,0-3 1-16,3-2 0 0,-1-4 1 16,2 0 5-16,1-1 6 0,-1 3 1 0,1-2 0 15,-5 6-2-15,2 3 1 0,1 4-5 0,-6 4 1 16,2 2 1-16,-1 6-1 0,0 2-5 16,-2 3-3-16,0 2-3 0,-2 5-7 0,0 5-4 15,-1 7-4-15,2 4-1 0,-3 7-2 0,4 5 1 16,0 2 0-16,4 4 2 0,0 4 1 15,1 1 1-15,3 0 1 0,1-1-2 0,0 2 0 16,0-2 0-16,3-6-2 0,-2-2 1 0,1-4-2 16,3-7 2-16,-1-4-3 0,1-5 1 15,1-5 1-15,0-10-1 0,3-5 0 0,1-5 1 16,-2-7 2-16,2-6-1 0,1-3-1 0,1-2 0 16,0-3 2-16,1 0-1 0,-3 2 1 15,1 1 0-15,-2 1 1 0,-4 5 1 0,-3 4-1 16,2 4 0-16,-5 4 1 0,-2 5-1 0,-3 1 0 15,2 4 2-15,-5 4-2 0,0 2 1 16,-5 6-2-16,2 4 0 0,-2 4 2 0,-1 5-1 16,-1 2 1-16,3 3 0 0,-1 6 1 15,1 2 1-15,0 1-2 0,3 2-1 0,1 3 0 16,1-3-1-16,3 0-1 0,-3-3-2 0,7-3-1 16,0-2-1-16,1-6-1 0,5-7-1 0,2-3-3 15,1-6-9-15,4-8-20 0,1-6-37 16,2-3-78-16,0-7-94 0,-2-5-164 15,2-1-275-15,-1-3-330 0,1-1-347 0,-2-1-182 16,2 0 126-16,1-1 641 0</inkml:trace>
  <inkml:trace contextRef="#ctx0" brushRef="#br0" timeOffset="58690.33">24837 9840 455 0,'11'-14'1086'0,"-6"0"487"16,-4 3-71-16,-2 4-381 0,-4 3-393 0,-1 1-248 15,-5 2-151-15,1 2-124 0,-3 2-66 0,-1 6-40 16,0-3-21-16,-2 7-15 0,2 1-10 0,-2 3-9 15,3 3-9-15,0 4-7 0,1 2-7 16,1 4-7-16,0-1-3 0,5 4-4 0,1-1-3 16,3-3-3-16,6-2-3 0,2-7-1 15,4-5-1-15,5-6-2 0,6-6 1 0,0-8-2 16,2-5-8-16,6-3-11 0,-3-6-18 0,1-5-27 16,-3 0-57-16,2-1-79 0,-5-1-91 15,-2 1-137-15,-1 1-173 0,-3-1-217 0,-2 5-215 16,-3-2-185-16,-2 5-57 0,-4 1 276 15,0 2 463-15,-3 3 356 0,2 3 205 0,-3 2 170 16,-1 1 200-16,-1 3 217 0,1 4 81 0,-3-1-62 16,3 3-108-16,-1 2-79 0,1 2-45 15,-3-1-41-15,4 3-37 0,-2 0-51 0,2 0-50 16,2 1-51-16,0-2-49 0,1 1-42 16,-1-2-26-16,3 0-17 0,-4-2-6 0,2-2-3 15,2-2 6-15,-2-2 10 0,2-2 2 0,1-1 3 16,1-3 11-16,-3-1 22 0,3-1 28 0,-1-3 21 15,0 3 22-15,2-1 24 0,-3-1 6 16,2 2-8-16,-3 2-22 0,2 1-19 16,-3 0-15-16,2 5-20 0,2 2-18 0,-2 3-9 15,-1 2-10-15,4 3-5 0,-2 7-6 0,1 0-6 16,-1 2 1-16,3 5-4 0,-1 4 1 0,-1 3-2 16,1 2-2-16,-1 4-4 0,1 4-6 15,-1-1-3-15,-1 3-7 0,2 0-4 0,1-3-4 16,-1-3-1-16,0 1-2 0,2-5 0 15,-4-3 0-15,0-3-1 0,-2-1 2 0,-1-4-1 16,-1-1 0-16,-2-1 0 0,0-2 0 0,-2-2 1 16,0 1-1-16,1-1 0 0,-3 0 0 0,1 1 1 15,0 2 1-15,0 1 0 0,1 3 1 16,1 0 1-16,-1 3-1 0,2 0 0 0,0 0-1 16,2-1 0-16,-1-3 1 0,2 0-2 15,2-8 0-15,0-2 0 0,2-5-1 0,2-7-1 16,-3-8 1-16,4-5-1 0,-2-6 0 0,2-9 1 15,0-2 1-15,-2-4 1 0,1-1 0 0,-1-6 1 16,-1-3 1-16,-2-5 1 0,-2-2-1 16,-2-5-2-16,-1-5-1 0,-1 0 0 0,-2-4-2 15,-2 1-1-15,0-1 1 0,2 5 1 0,-2 4 1 16,2 3 0-16,0 6 0 0,1 8 1 16,2 5-1-16,2 7-1 0,1 4 0 0,0 5-1 15,2 4 1-15,0 4-1 0,-1 2 2 0,3 3 0 16,0 2 0-16,1 1 0 0,2 1 0 15,0-1 0-15,0 2 0 0,2 2 0 0,-3-1 0 16,4 1 1-16,-2 1-1 0,0 1 1 16,-2 2-1-16,3 1 0 0,-2 4 1 0,-2-2-1 15,0 5 0-15,0 1 0 0,-2 1 5 16,-3 5 3-16,1-2 2 0,-3 3 1 0,-2 1 2 16,-1 3 1-16,-3 3-4 0,-2 2-2 0,-1-1-3 15,-4 3-2-15,0 0-2 0,-2 2-2 0,-2-3-3 16,2-3-8-16,0-2-24 0,2-6-79 15,3-6-123-15,0-6-250 0,2-4-299 0,6-7-383 16,-1-4-457-16,4-3-131 0,-1-3 559 16</inkml:trace>
  <inkml:trace contextRef="#ctx0" brushRef="#br0" timeOffset="59552.44">25702 9732 351 0,'-5'-6'715'0,"1"4"319"16,-1-3 105-16,1 1-302 0,0 1-248 0,2 0-155 15,0 0-96-15,1 0-63 0,1 1-26 0,0 1 1 16,1 0-12-16,3-2-15 0,-3 0-31 16,2 0-33-16,1 0-41 0,1-1-41 0,-1 3-19 15,5 0-16-15,1 1-3 0,1 2-1 16,3 5 3-16,-1 2 1 0,3 4 0 0,-2 1-1 16,3 9-7-16,-4-1-4 0,1 6-5 0,-1 1-6 15,1 0-4-15,-3 3-5 0,1 0-1 0,-2-2-3 16,2 1-3-16,-4-2-1 0,2-3-1 15,0-6-1-15,-2-1-1 0,-2-5-1 0,4-5 0 16,-4-1 1-16,0-8 0 0,1-6 1 16,0-2 0-16,1-4 1 0,0-6-1 0,0 0 0 15,2-3-1-15,-2 0 0 0,1 2 0 0,-1 1 0 16,3 1 1-16,-1-1-1 0,4 5-1 16,-3 2 1-16,0 3 0 0,5 2 1 0,-2 2-1 15,2 2 0-15,-2 6 0 0,3-1 0 16,-2 2-1-16,0 0 0 0,-2 1 2 0,1 2 0 15,-3-2 0-15,1-2 2 0,0 0-1 0,-2-2 1 16,-1-2-1-16,0-3 1 0,1-4-1 0,-2-1 0 16,1-4 1-16,-2-3 1 0,-1 0 0 0,-1-6 0 15,0 1 0-15,-2-1 0 0,-1-1 0 16,-2 1-1-16,0 3 2 0,-2-1-1 0,0 2-1 16,-1 2 0-16,2 2 0 0,-1 2-1 15,0 3-2-15,2 2-1 0,0 1 0 0,0 3 0 16,4 2 0-16,-3 3 1 0,4 1 0 0,1 3 1 15,0 0 0-15,2 0 0 0,0 3 0 16,3-2-1-16,-3 3 1 0,4 1-1 0,-2-4 1 16,1 4-1-16,2 0 1 0,0-2-1 15,0 2 1-15,0 0-1 0,-1-1 0 0,2 4 0 16,-1 0 0-16,-2 0-1 0,1 2 2 0,-1 3 0 16,-3 3 0-16,2-1 2 0,-2 7 1 0,-4-1 0 15,0 4-2-15,-3 1 0 0,-2 1-2 16,-1 1-3-16,-1-3-15 0,0 0-33 15,-2-5-81-15,-4-5-100 0,4-5-181 0,0-12-296 16,2-8-343-16,1-4-373 0,5-9-162 0,1-6 248 16,0-8 696-16</inkml:trace>
  <inkml:trace contextRef="#ctx0" brushRef="#br0" timeOffset="59753.37">26591 9443 395 0,'-4'-47'1142'0,"0"8"482"0,-1 6-117 16,2 6-352-16,-2 6-450 0,0 4-252 0,-1 4-175 15,1 5-115-15,2 5-66 0,-2 3-41 16,0 3-25-16,4 3-13 0,-1 3-9 0,2 1-5 16,2 3-1-16,-1 2-3 0,4 1-3 15,2 3-1-15,-1 1-11 0,5 2-27 0,-3 1-80 16,1 3-85-16,1 0-157 0,-1 0-264 0,-1-1-329 16,3 5-363-16,-1-3-189 0,-1 1 77 0,5-1 625 15</inkml:trace>
  <inkml:trace contextRef="#ctx0" brushRef="#br0" timeOffset="59972.05">26776 9812 156 0,'12'16'620'16,"-2"0"404"-16,-1-4 157 0,4-3-163 0,-4-3-313 16,4-3-206-16,0-3-136 0,-1-6-75 0,2-5-38 15,-1-2-15-15,4-5-12 0,-4-3-29 16,3-6-20-16,-3 0-14 0,-1 0-12 0,-4-4-13 16,-2 2-17-16,-2 2-12 0,-3 2-14 15,-4 2-12-15,-2 2-15 0,-3 4-12 0,-4 6-12 16,-3 2-7-16,-2 9-8 0,-2 4-8 0,-3 10-4 15,-2 4-4-15,2 6-2 0,3 4-4 16,2 4-1-16,2 4-2 0,6 1-2 0,3 2-2 16,3-1-3-16,4 1-8 0,2-3-16 15,5 1-30-15,2-1-83 0,3-9-125 0,2 0-240 16,4-4-306-16,3-5-380 0,4-3-439 0,-1-2-101 16,-2-4 533-16,3-2 782 0</inkml:trace>
  <inkml:trace contextRef="#ctx0" brushRef="#br0" timeOffset="60586.16">27199 9921 74 0,'2'15'608'16,"-2"0"469"-16,-2 2 196 0,2-1-39 0,0-1-334 15,0-1-266-15,0-3-183 0,4-3-105 16,-1-3-69-16,3-5-69 0,2-7-69 0,0-5-44 15,1-5-25-15,7-3-14 0,-2-6-10 0,4-5-7 16,2-4-4-16,-1-3-4 0,5-3-7 16,1 0-5-16,0-2-1 0,-2 2-2 0,0 2-1 15,-1 5-1-15,-6 5-1 0,0 5 1 16,-5 6 0-16,2 5 0 0,-5 5 3 0,-4 6 2 16,3 8 5-16,-2 2 2 0,-1 9-1 0,-1 2-2 15,0 6-3-15,1 1-2 0,-3 4-5 16,4 0-3-16,0 3-1 0,0-1-3 0,2-2-2 15,0 1-2-15,1-4-1 0,1-3-1 0,2-4 0 16,0-3 0-16,5-9 0 0,0-3-1 16,3-7 1-16,0-7 0 0,5-4 2 0,-2-6-1 15,3-3 1-15,-1-1 0 0,3-3-1 16,-4-1 0-16,3-1-2 0,-3 4 1 0,-2 4 0 16,-1 1-2-16,-1 2 1 0,-3 4 1 0,-2 6 0 15,-1 2 0-15,-3 5 0 0,-3 6 1 16,0 5-1-16,-4 4 1 0,-1 4 0 0,-1 7-1 15,-2 2-2-15,-1 6 2 0,-1 2-1 0,-1 4 0 16,0 4 0-16,-1-3-6 0,2 2-13 16,0-5-28-16,3 0-75 0,2-8-99 0,-1-4-190 15,2-8-291-15,3-8-350 0,2-5-417 16,-1-7-208-16,2-7 232 0,2-6 776 0</inkml:trace>
  <inkml:trace contextRef="#ctx0" brushRef="#br0" timeOffset="60752.95">28127 9683 49 0,'-4'-55'621'15,"-3"1"556"-15,-2 0 294 0,-2 2-78 0,0 3-385 16,-1 5-360-16,2 6-205 0,-2 8-129 16,4 6-106-16,-2 8-79 0,2 4-52 0,3 7-34 15,-2 6-20-15,6 4-12 0,1 6-6 16,0 4-4-16,4 3-4 0,3 3-15 0,-1 2-36 16,7 3-77-16,-4 1-82 0,3 2-163 0,2 1-295 15,-2 0-324-15,1 2-342 0,3 0-184 16,-2 0 115-16,2-1 664 0</inkml:trace>
  <inkml:trace contextRef="#ctx0" brushRef="#br0" timeOffset="61004.45">28456 9729 11 0,'2'-16'562'15,"1"3"718"-15,-3-4 372 0,-2 3-176 16,1 0-419-16,-6 1-379 0,-2 1-225 0,-4 3-169 15,0 1-103-15,-4 5-58 0,-3 6-36 0,1 3-22 16,-5 5-15-16,0 3-10 0,4 6-10 0,-2 4-8 16,3 3-7-16,4 3-6 0,3 1-4 15,4 5-4-15,5-2 0 0,3 0-1 16,5-1-2-16,5-2 0 0,5-1-6 0,3-4-12 16,2-5-21-16,3-3-47 0,-1-4-88 0,4-5-177 15,-2-3-275-15,3-3-332 0,-1-3-418 16,3-2-377-16,1-4 93 0,1-1 841 0</inkml:trace>
  <inkml:trace contextRef="#ctx0" brushRef="#br0" timeOffset="61885.89">29956 9466 203 0,'-4'-1'729'0,"-4"-1"416"16,2-1 109-16,-1 3-110 0,1-2-310 0,-2 2-222 16,4 0-155-16,0 0-97 0,1 0-71 0,0 0-79 15,1 0-76-15,2 0-45 0,0 0-28 16,2 0-13-16,3 2-7 0,3 1-4 0,2 0 0 16,3 0-1-16,8-1-2 0,-2 1-5 0,8-2-2 15,0 0-4-15,4-1-1 0,3 0-4 16,2 0 0-16,5 0-2 0,-2 2-3 0,3 0-1 15,-2 0 0-15,2 3-1 0,-4 0-1 0,-1 4-1 16,-5 0 0-16,-5 1-1 0,-1 3 1 0,-8 1 1 16,-2 2 2-16,-2 1 1 0,-6 2 2 15,-3 1 2-15,-3-1 0 0,-5 3 0 0,-2 0-1 16,-2 2-1-16,-5-1 0 0,-1 1-2 0,-4-1 1 16,-1 2-1-16,-4 0-9 0,0 0-4 0,1 0 0 15,-2-1 0-15,-1 0 0 0,-3 1 0 0,2-4 0 16,-1 2 0-16,0-3 0 0,-1 1 0 15,0 1 0-15,2-4 0 0,1 0 0 0,0-3 0 16,4-2 0-16,-1-1 0 0,5-3 0 0,1 0 0 16,3-2 0-16,3-2 0 0,0 0 0 0,2-3 0 15,2 3 0-15,4-3 0 0,1-2 0 16,1 3-16-16,4-3-54 0,3-3-60 0,3 3-85 16,0-2-168-16,2-3-274 0,3 3-335 0,1 0-403 15,-3-1-297-15,5 0 76 0,-3 0 784 16</inkml:trace>
  <inkml:trace contextRef="#ctx0" brushRef="#br0" timeOffset="62782.84">30973 9324 391 0,'2'-6'842'0,"-1"0"316"0,-1 0 22 0,2-1-320 15,-2 1-300-15,2 1-170 0,-2 0-91 0,3 2-45 16,0-1-17-16,2 2-8 0,2 2-9 15,0-3-30-15,2 1-29 0,1 2-29 0,2-1-23 16,1 1-20-16,3 1-15 0,-2-1-7 0,5 5-11 16,0-3-7-16,2 2-5 0,1 1-7 0,-3 3-4 15,3 0-3-15,-2 3-2 0,-3 1-2 16,0 1-1-16,-3 1 0 0,-3 5 3 0,-3 2-2 16,-3 1-2-16,-4 6 0 0,-2 0-3 0,-6 2-1 15,1 2-4-15,-5 2-1 0,0 2 0 0,-2 0-3 16,-3 2-2-16,4-1-2 0,-4 2 2 0,2-2 0 15,0 1-2-15,-1-2 1 0,3 1 1 0,-1-5 0 16,3 1-3-16,0-3-3 0,3-3 0 16,2-3-1-16,2-1-2 0,1-5 0 0,4-3 1 15,0 2-1-15,3-6 0 0,1 0 2 0,2-4-1 16,4-1 0-16,1-3-2 0,3-3 0 0,1-1 0 16,4-4-1-16,1-1-1 0,-1-1-1 15,2-2-2-15,2-1-9 0,-3-1-12 0,4 0-23 16,-5 1-42-16,-3-2-80 0,2 0-112 0,-2 1-201 15,1-1-297-15,-3-1-351 0,3 4-354 0,-3-3-149 16,1 1 334-16,-2-1 740 0</inkml:trace>
  <inkml:trace contextRef="#ctx0" brushRef="#br0" timeOffset="63190.27">31943 9262 114 0,'-5'0'723'16,"2"1"548"-16,-2 3 182 0,0 3-123 0,-1-5-416 16,0 7-331-16,1-1-180 0,-2-1-116 0,1 1-80 15,-2 3-67-15,2 1-37 0,1 0-25 0,0 2-13 16,4-2-12-16,-3 1-8 0,4-1-9 15,0 0-11-15,0-1-4 0,4-4-6 0,1 1-2 16,-1-2-3-16,4-3 0 0,3-3-1 0,-1-3-1 16,4-3-1-16,-1-2-1 0,-1-3-2 0,2-1 0 15,-2 2-1-15,-4 0-1 0,1-1 1 16,-3 3 1-16,-3 0 4 0,1 3 2 0,-4-2 0 16,0 2 0-16,-4 0-2 0,1 3-2 0,-3 0-3 15,-3 0-4-15,1 4-1 0,-4 2-2 0,-2 2 0 16,3 0 0-16,0 4 0 0,-1 0-1 15,2 2 0-15,2 0-7 0,0 3-12 0,4 0-20 16,0 2-41-16,4-1-73 0,-1 2-90 0,1 0-155 16,1 3-269-16,3-1-325 0,0 3-327 0,4 0-202 15,0 2 78-15,3 1 629 0</inkml:trace>
  <inkml:trace contextRef="#ctx0" brushRef="#br0" timeOffset="63485.3">32184 10045 4 0,'13'21'517'0,"3"-3"516"0,-3-1 252 0,-3 0-68 16,-2-4-306-16,1-1-260 0,-3-2-196 0,0-1-105 16,-1-3-58-16,1 0-38 0,-3-4-43 0,2-2-53 15,0 0-33-15,2-2-19 0,-2-1-17 16,-1-1-7-16,0-1-11 0,3-1-10 0,-2 0-11 0,1 0-8 16,-2-1-7-16,1 1-11 0,2-1-7 15,-3-1-5-15,1 1-4 0,3-1-4 0,0 1-2 16,-2 0-1-16,1-2 0 0,0 2-2 0,0-2 0 15,-3 1 0-15,1 1-1 0,-1-1 0 0,-1 2 0 16,-2-1 0-16,4 2 0 0,-5 1-2 16,0-1-4-16,0-1-7 0,-5 3-9 0,4-1-13 15,-6 1-16-15,2 0-27 0,-3 0-47 0,-2 1-63 16,0-1-60-16,-1 2-90 0,-3-1-132 0,1 2-190 16,-1 0-252-16,1 2-207 0,-1-1-193 15,0 2 59-15,1 2 426 0</inkml:trace>
  <inkml:trace contextRef="#ctx0" brushRef="#br0" timeOffset="63790.87">31833 10299 298 0,'7'-3'999'0,"-3"-5"423"0,3 1-16 15,-1-4-184-15,3 0-477 0,0-2-259 0,0-2-150 16,3-3-85-16,0-1-62 0,3-4-57 16,1-2-34-16,5-3-23 0,0-4-14 0,2-3-8 0,4-3-7 15,1 0-13-15,3-6-11 0,0-3-8 16,2 0-7-16,-1-4-7 0,1-2-4 0,1 1 2 16,-4 1 3-16,0 1 3 0,-2 3 1 0,-3 6-3 15,-3 5-6-15,-4 4-18 0,-3 4-33 0,-5 6-77 16,-3 2-92-16,-3 2-167 0,1 1-287 15,-5 4-331-15,-5 2-381 0,4 1-205 0,-4 4 128 16,-2 1 698-16</inkml:trace>
  <inkml:trace contextRef="#ctx0" brushRef="#br0" timeOffset="68514.87">12153 11221 233 0,'3'-9'503'15,"-1"2"236"-15,0-2 189 0,-1 2-144 16,-1-1-153-16,-1 0-102 0,1 3-76 15,-2-1-62-15,2 1-54 0,0-1-45 0,0 4-29 16,0 0-19-16,0 1-13 0,0-1-24 0,0 1-32 16,0 1-33-16,2 1-35 0,-2 4-22 0,0 2-13 15,1 1-8-15,-1 6-6 0,3 2-4 16,-3 5-6-16,2 5-2 0,1 4-4 0,-1 5 0 16,1 0-1-16,-1 6-1 0,1 2-2 15,1 2-4-15,-1 2-4 0,1 2-4 0,-1 3-5 16,0-3-4-16,0 0-5 0,-1-3-3 0,1 0-4 15,0-3-2-15,3-4-2 0,-3-3-1 16,-1-4 0-16,1-3-1 0,-1-6 0 0,1-2-1 16,-1-5 0-16,-1-1-1 0,-1-4 2 15,2-3 0-15,-2 0-1 0,-2-4-1 0,2-3-4 16,-3-1-11-16,2-3-19 0,-1-4-32 0,0-4-71 16,1-4-85-16,-1-4-154 0,2-4-264 0,0-2-319 15,0-4-362-15,2-2-224 0,1-3 42 16,0-1 639-16</inkml:trace>
  <inkml:trace contextRef="#ctx0" brushRef="#br0" timeOffset="68765.71">12398 11351 464 0,'3'-7'973'16,"1"2"294"-16,-3 0 15 0,1 0-260 0,1 1-317 15,-1 2-227-15,1 1-123 0,0 1-70 0,0 1-69 16,3 4-63-16,-1 2-39 0,0 4-22 0,3 2-13 15,0 4-11-15,3 4-10 0,-2 3-9 16,-1 1-9-16,2 5-7 0,-4 3-5 0,2 3-6 16,-3 2-4-16,-2 2-6 0,0 2-4 15,0 2-6-15,-3-2-3 0,-3-2-3 0,3 0-16 16,-3-5-34-16,3-4-80 0,-1-3-104 0,1-9-178 16,1-4-301-16,1-9-348 0,4-5-379 15,0-6-168-15,2-6 264 0,0-5 692 0</inkml:trace>
  <inkml:trace contextRef="#ctx0" brushRef="#br0" timeOffset="68987.42">12746 11281 121 0,'4'-10'690'0,"-4"3"454"16,1 2 126-16,1 5-76 0,-1 1-347 0,1 4-267 15,3 3-162-15,-2 3-88 0,4 4-57 0,-2 4-56 16,0 2-63-16,3 1-39 0,0 4-19 0,-2 1-14 15,1 1-10-15,-1 3-10 0,2 4-10 16,0 2-12-16,-4 2-9 0,1 3-10 0,0 2-6 16,-3 1-6-16,-1-1-4 0,-1 2-5 15,2-3-2-15,-2 0-3 0,-2 0-2 0,2-5-13 16,-3-1-25-16,1-5-76 0,-4 0-87 0,0-7-171 16,-4 1-289-16,-1-5-336 0,1-1-393 15,-2-4-211-15,3-1 139 0,-3-3 720 0</inkml:trace>
  <inkml:trace contextRef="#ctx0" brushRef="#br0" timeOffset="69502.92">11949 11968 324 0,'0'-6'788'0,"-1"0"369"0,-1 0 63 16,2 2-246-16,0-1-193 0,0 3-186 15,0-2-158-15,3 3-107 0,-1 1-63 0,1 0-76 16,4 3-65-16,3 1-35 0,3 3-13 15,4 6-1-15,1 2-2 0,4 4 0 0,3 2-8 16,2 4-8-16,3 3-8 0,2 0-8 0,1 3-6 16,0 3-5-16,2-1-5 0,0 3-4 15,0-2-5-15,0 1-4 0,-2-1-4 0,3-2-3 16,-3 2-2-16,0-2-1 0,-1-2-1 16,0-3-2-16,-2-2 0 0,1-5 0 0,-4-2-1 15,3-5 1-15,-3-6-1 0,-1-2 2 0,1-6 0 16,-2-5 0-16,0-6 1 0,0-6 2 0,-1-6 3 15,2-2 1-15,-3-4 1 0,1-4 3 16,-1-2-1-16,0-2-1 0,-1-2-1 0,0-2-2 16,-1-1-2-16,-1 0 0 0,-1 0-2 15,-1 4 0-15,-3-1-2 0,0 1-2 0,-2 3 0 16,-1 0-1-16,-3 5-2 0,0 2-7 0,0 4-17 16,-5 3-30-16,-2 2-82 0,0 2-145 15,-2 3-259-15,-2 3-320 0,-3 2-410 0,2 3-470 16,-2 2-57-16,0 4 737 0</inkml:trace>
  <inkml:trace contextRef="#ctx0" brushRef="#br0" timeOffset="76916.2">7413 13462 234 0,'3'-6'726'0,"-1"-2"407"15,-4 3 105-15,2-1-165 0,-3 0-216 0,2 2-219 16,-1-1-156-16,-4 2-103 0,1-2-69 16,0 2-82-16,1 0-77 0,-1 2-46 0,-2-1-31 15,0 2-22-15,0 3-16 0,-1 0-13 16,-1 2-8-16,-2 6-9 0,1 6-4 0,-1 5-2 15,0 9-3-15,0 6 0 0,3 6 1 0,-3 4 1 16,5 4 2-16,-1 3 0 0,4 1 1 16,3 1 1-16,0-6-1 0,3-4-3 0,2-5 0 15,2-9-2-15,2-4 0 0,2-7-1 16,0-5 1-16,3-8 2 0,-1-7-5 0,0-10 5 16,4-7 1-16,-1-8 2 0,-2-11-2 0,3-8 0 15,-1-5 5-15,2-7-1 0,-2 0-7 16,-1-3-2-16,0-2-1 0,0 1 0 0,-4 2-2 15,1-1-1-15,-3 2 5 0,-3 2 7 0,-1 3 5 16,-2 0 2-16,-3 4 1 0,-3 2 0 0,0 1 0 16,-2 5 3-16,2 6 7 0,-3 3 5 15,3 7 4-15,-2 5 4 0,3 5-1 0,-3 2-9 16,2 7-7-16,0 6-7 0,0 6-5 16,0 11-1-16,1 10-5 0,-1 10-3 0,2 11 0 15,2 10 2-15,-1 7 1 0,3 6-2 0,2 7 6 16,0 1 4-16,1 1-3 0,4-7-5 15,2-3-2-15,1-5-1 0,4-11-5 0,1-6-2 16,2-8 3-16,2-13 7 0,1-7 2 0,-1-9 2 16,1-7 3-16,-1-8 2 0,-4-10-1 15,2-6-3-15,-2-7-2 0,1-5-2 0,-4-2-2 16,-2-5 1-16,-2 3 0 0,0-1 2 16,-3 1 1-16,0 4 1 0,-3 1 1 0,1 6 0 15,-3 2 1-15,-1 4-1 0,-1 5 0 0,-1 2 0 16,0 2-1-16,2 2-1 0,-2 3 0 15,0 5-1-15,3 2-1 0,-3 4-1 0,3 2 1 16,1 2-1-16,-1 2-1 0,0 4 0 16,3-2 1-16,-1-1 1 0,0 2-1 0,1-4 0 15,-1 0 0-15,1-5-2 0,2 0-1 0,-2-4-1 16,1-2 0-16,1-5 0 0,1-2 2 0,-1-5 1 16,0-4 2-16,0-2 0 0,1-2 1 15,-2-2 1-15,-1-1 0 0,0 0-2 0,2 2 1 16,-2 0 0-16,1 0-1 0,-2 4-1 15,-2 1 0-15,2 6-1 0,-1 0 1 0,1 5 0 16,-2 2 1-16,3 5 0 0,1 5 2 0,-1 3-1 16,3 6 1-16,-2 5-1 0,3 1 0 0,-1 4 1 15,-1 2 0-15,0 3 1 0,-2 2 0 16,3-1 0-16,-2 1-1 0,-1-1-3 0,2-2-1 16,-1-4-1-16,0-2-11 0,1-4-18 15,0-4-35-15,-1-3-75 0,-1-5-88 0,-2-4-156 16,1-2-253-16,-3-8-325 0,-1-2-355 0,3-2-204 15,-3-4 41-15,1-1 585 0</inkml:trace>
  <inkml:trace contextRef="#ctx0" brushRef="#br0" timeOffset="77248.42">8259 13602 217 0,'2'-6'745'16,"-2"0"403"-16,2 0 81 0,-2 1-214 0,1 1-292 15,2-2-206-15,0 1-130 0,2 0-78 16,-2-1-43-16,3 0-39 0,1 0-50 0,1-1-49 16,3 0-34-16,0 1-18 0,1 0-16 0,1 0-7 15,0 1-8-15,4 3-2 0,-2 0-1 16,2 0-2-16,0 6 3 0,-1-2 4 0,0 4 4 16,-2 3 2-16,2 3 0 0,-3 2-4 15,-1 5-2-15,-1 2-5 0,-3 3-6 0,0 6-5 16,0-1-5-16,-2 2-3 0,-1 3-5 0,-2-2-4 15,0 1-3-15,-1-3-4 0,1 0-4 0,0-4-2 16,-1-2-2-16,0-4-2 0,0 0-3 16,0-6-5-16,1-2-12 0,0-3-17 0,-1-5-29 15,1-4-70-15,-1-4-78 0,-1-5-144 16,1-3-218-16,1-3-311 0,-1-5-361 0,-2 1-232 16,1-6-73-16,-1-5 523 0,-1-1 617 0</inkml:trace>
  <inkml:trace contextRef="#ctx0" brushRef="#br0" timeOffset="77426.78">8558 13472 136 0,'-10'-45'693'0,"-4"2"472"0,1 7 253 16,1 3-67-16,-1 7-408 0,1 1-298 0,2 7-188 16,2 2-114-16,0 4-110 0,1 3-92 0,2 2-54 15,0 0-35-15,3 3-23 0,-1 2-14 0,3 2-8 16,0 2-5-16,0 1-3 0,3 3-2 16,2 2-1-16,0 0-2 0,4 3-9 0,-1 2-24 15,0-1-67-15,2 2-70 0,-1 4-137 16,2 0-236-16,-3 0-314 0,3 3-356 0,0 0-249 15,-1-2-77-15,2-1 524 0,0-1 636 0</inkml:trace>
  <inkml:trace contextRef="#ctx0" brushRef="#br0" timeOffset="77706.81">8841 13633 76 0,'14'29'605'0,"-3"-1"465"15,-1 2 191-15,-2 2-38 0,4-1-294 16,-2 1-287-16,1-4-201 0,-2-1-113 0,1-3-73 15,2-3-82-15,-2-4-80 0,1-4-44 16,0-4-22-16,0-4-6 0,-1-5-2 0,2-7-1 16,-4-4 1-16,2-6-1 0,-1-2 1 0,-1-5 1 15,-3-2 6-15,-2-1 11 0,0 1 12 16,-3-2 10-16,0 3 4 0,-5-1 2 0,1 2-5 16,-3 0-8-16,-2 3-8 0,1 0-6 0,-2 3-6 15,0 3-6-15,-2 2-6 0,1 3-5 16,-3 6-5-16,1 1-6 0,1 6-4 0,-1 5-2 15,2 2-3-15,-1 5-2 0,2 3-3 0,5 3-16 16,-1 3-28-16,3 2-79 0,1-1-114 0,2 2-211 16,5 0-298-16,-1 1-361 0,1 0-412 15,0-1-151-15,2 0 386 0,-1 0 768 16</inkml:trace>
  <inkml:trace contextRef="#ctx0" brushRef="#br0" timeOffset="78647.97">10134 13590 51 0,'-6'-9'408'0,"-4"1"313"0,1 1 272 16,1 0 59-16,-2 0-266 0,1 1-207 16,1 0-78-16,0 0-34 0,0 0-49 0,-1 1-65 15,4 0-51-15,-3 1-37 0,3-1-55 0,-2 2-54 16,2-1-41-16,0 4-25 0,2-2-21 16,-2 0-15-16,2 4-15 0,-2 0-12 0,2 4-10 15,-3 2-8-15,0 7-7 0,-1 6-2 16,2 6-2-16,2 6 1 0,0 5 1 0,0 5 3 15,3 1 2-15,5 2 0 0,-1-2-5 0,1-5-3 16,3 0-5-16,3-5-3 0,0-8-3 0,2-4 0 16,3-4 3-16,-2-7 3 0,3-3 1 15,1-5 2-15,1-10 7 0,1-6 5 0,-2-8 2 16,1-6 0-16,-2-8 0 0,0-2 2 16,-1-5-4-16,0-5-1 0,0-2-1 0,-3-1 1 15,-1-4-5-15,-1 2 1 0,-1-2 0 16,-4-2 0-16,-1 0-1 0,-1 2 0 0,-2 1 4 15,-4-1-2-15,-2 4-1 0,-1 4 1 0,0 4 2 16,-1 4 5-16,1 7 5 0,0 4 3 16,1 7 2-16,-1 4-2 0,2 4-3 0,-2 6-6 15,2 6-3-15,1 7-3 0,-1 10-1 0,1 5-5 16,2 13-2-16,0 7-1 0,4 9-1 16,-1 7 4-16,3 5 1 0,2 8 2 0,3 1 6 15,-1 1 1-15,1-3 3 0,3-2-4 0,0-4-1 16,4-6 0-16,-1-5-3 0,4-10-2 15,1-7-2-15,1-6-1 0,1-9-1 0,3-6-1 16,-2-8 1-16,2-9 1 0,2-5 1 0,-3-10-1 16,3-5 1-16,-2-7 1 0,-2-3 1 15,-1-4 1-15,0-3 1 0,-2-2 1 0,-5 1 2 16,0-1 0-16,-4 1 0 0,-2 1-1 0,-3 1 0 16,-5 2-1-16,-3 3 0 0,-3-2 0 15,-3 5-1-15,-5 2 1 0,-2 3-1 0,-1 2-1 16,0 4 1-16,-2 2 1 0,0 4 2 15,0 5 0-15,2 3-1 0,-2 7 1 0,5 6 1 16,-2 4-3-16,3 7-2 0,2 8-1 0,1 6 0 16,5 6-2-16,1 6 0 0,2 5 0 0,1 2 1 15,3 4 1-15,3 0 0 0,0-3-1 16,6-2 1-16,-1-3-3 0,4-5-1 0,1-5-8 16,4-7-20-16,1-5-52 0,-1-5-80 15,2-6-160-15,0-4-273 0,1-4-328 0,2-1-399 16,-2-5-332-16,2 4 14 0,-3-5 745 0</inkml:trace>
  <inkml:trace contextRef="#ctx0" brushRef="#br0" timeOffset="79442.8">11309 13270 231 0,'-5'-39'527'0,"-1"-1"287"16,0 4 209-16,-2-3-170 0,0 6-196 0,0 0-111 15,0 1-13-15,-1 5-31 0,1 2-73 0,1 4-66 16,-1 3-56-16,-1 3-50 0,4 1-74 16,-1 5-59-16,-1 1-37 0,3-1-28 0,-2 5-17 15,1 1-14-15,2 2-9 0,-1 1-8 16,1 1-3-16,0 4-4 0,1 3-2 0,1 5-3 16,1 2 2-16,0 4 3 0,1 5 4 0,4 6 4 15,0 5-4-15,2 4 4 0,3 5 0 16,2 5 5-16,-1 3 2 0,3 5 0 0,0 3 5 15,3 3-2-15,-1 0-2 0,3 2-6 16,0-1-5-16,-1-1-4 0,0 1 0 0,0-2-1 16,-1-2 0-16,-2-2-1 0,0-2-2 0,-3-2 1 15,1-2 1-15,-4-2-2 0,0-3-1 16,-4-2 0-16,3-4-1 0,-4 1-1 0,0-9 0 16,-3 1-1-16,1-7 1 0,-1-5 0 0,-1-3 0 15,-3-4 0-15,2-7-2 0,-3-3-7 16,-2-8-13-16,-2-5-18 0,0-6-46 0,-3-10-76 15,-3-4-96-15,-2-6-158 0,-3-7-269 0,-3-4-326 16,1-4-311-16,-1-2-178 0,0-2 152 16,2 0 605-16</inkml:trace>
  <inkml:trace contextRef="#ctx0" brushRef="#br0" timeOffset="79811.85">11246 13714 8 0,'11'0'367'0,"-2"2"295"15,1 4 307-15,0-1 146 0,2 5-291 16,2-1-226-16,2 1-89 0,-1 2-18 0,3 2-66 15,0-1-69-15,4 1-54 0,-2-1-39 16,2-1-54-16,-1-1-59 0,1-3-41 0,2 3-29 16,-2-6-18-16,2-4-14 0,1-1-11 0,2-4-10 15,0-4-5-15,1-5-6 0,1-4-5 16,-1-5-2-16,-1-4-2 0,0-4-2 0,-2-1-1 16,-3-1-1-16,0-1 0 0,-6 0 0 0,0 3 0 15,-5 0 0-15,-3 5 0 0,-3 1 1 16,-5 1 2-16,-2 4-1 0,-4 1 7 0,-2 3 4 15,-6 1 3-15,1 5 3 0,-4 0-1 0,1 5 1 16,0 2-8-16,-1 5-4 0,0 3-4 16,2 2-3-16,0 7-2 0,3 0-1 0,1 5 0 15,2 5 0-15,2 0-2 0,3 6 0 0,2 5 0 16,2 1 2-16,2 1 0 0,2 0 2 16,1 1 0-16,2-2 1 0,2-1-2 0,2-4-3 15,0-2-1-15,3-3-2 0,2-4-2 0,2-4-2 16,0-4-10-16,0-4-20 0,2-4-57 15,0-4-73-15,-2-4-138 0,1-1-245 0,-3-2-310 16,1-2-365-16,-2-4-306 0,0 2-78 16,-2-6 559-16</inkml:trace>
  <inkml:trace contextRef="#ctx0" brushRef="#br0" timeOffset="80258.97">11956 12891 82 0,'-2'-15'680'0,"1"4"509"0,-1 2 150 15,0 3-130-15,2 2-343 0,0 2-308 16,2 4-171-16,0 4-90 0,-1 4-58 0,3 5-40 16,0 6-40-16,2 4-40 0,-1 8-19 0,3 4-12 15,-3 9-8-15,1 2-7 0,2 6-12 0,-2 7-13 16,-1 1-12-16,-2-2-10 0,2 2-10 15,3-5-8-15,-2-5-4 0,2-7-3 0,0-6-2 16,5-7-1-16,-2-7 0 0,0-5-1 16,5-7-1-16,-2-7 1 0,3-6 1 0,-1-6 1 15,1-5 1-15,2-8 1 0,-3-5 0 16,3-2-1-16,-3-5 0 0,1 1 0 0,-1 0 0 16,-2 2 0-16,-4 2 1 0,1 5 0 0,-2 3 0 15,-2 3-1-15,-1 5 0 0,-2 2-1 0,0 7 1 16,1 3 1-16,-2 6 0 0,0 8 1 15,-1 6 0-15,-1 3-1 0,2 7-1 0,-1 4-1 16,1 4 1-16,-1 2 1 0,3 3 0 16,1 0 0-16,-2 2 0 0,5-1 0 0,-3-2-1 15,2-4-2-15,4-4-1 0,1-7-10 0,3-3-19 16,-2-10-40-16,2-3-77 0,-2-7-105 0,2-6-182 16,-3-4-297-16,1-5-338 0,-2-5-347 0,1-5-169 15,0-2 256-15,-2-6 684 0</inkml:trace>
  <inkml:trace contextRef="#ctx0" brushRef="#br0" timeOffset="80481">12686 13014 405 0,'0'-30'992'0,"-1"7"356"16,-3 5 11-16,3 6-229 0,-1 4-403 16,1 7-249-16,-1 4-135 0,2 5-83 0,2 4-70 15,1 4-64-15,0 6-33 0,3 3-17 0,-1 6-9 16,3 3-10-16,1 9-10 0,-1 6-8 0,1 5-11 15,0 6-10-15,0 5-8 0,-1 2-5 0,0 0-3 16,1 2-4-16,1-4-1 0,1-4-4 16,0-3-17-16,2-6-43 0,-1-8-80 0,-2-7-112 15,-2-10-183-15,0-4-305 0,-2-7-348 16,-3-5-345-16,-3-7-147 0,0-5 310 0,-6-9 670 16</inkml:trace>
  <inkml:trace contextRef="#ctx0" brushRef="#br0" timeOffset="80683.96">12544 13298 135 0,'-13'-7'807'0,"-1"5"547"15,3 0 64-15,1 5-221 0,1 0-410 0,3 1-317 16,1 1-171-16,3 1-102 0,2 0-54 16,5 0-33-16,2 0-22 0,5-2-41 15,3 0-17-15,2 1-12 0,2-3-9 0,6-2-2 16,0 0-3-16,2 0-1 0,0-2-4 0,1-3-46 15,-2 1-65-15,-4 1-83 0,2 0-151 0,-4 1-259 16,-1 2-329-16,-1 2-278 0,-2 2-188 16,-1 1 91-16,-2 1 558 0</inkml:trace>
  <inkml:trace contextRef="#ctx0" brushRef="#br0" timeOffset="80971.38">12968 13478 5 0,'8'24'451'0,"-1"2"439"0,1 4 287 16,0 2 15-16,2 5-241 0,-1 2-228 0,2 4-181 15,2 3-128-15,1 1-86 0,-1-4-73 16,3-3-86-16,1-5-77 0,0-3-44 0,2-10-20 16,1-6-15-16,-2-7-3 0,0-6-5 0,-1-6 6 15,0-6 7-15,-5-7 9 0,-1-4 14 16,-2-6 14-16,-3 0 16 0,-1-6 11 0,-5-1 8 16,0 0 3-16,-3 0-2 0,-3 2-9 0,-4-1-14 15,-2 2-14-15,-4 0-15 0,0 3-13 16,-3 2-10-16,-2 4-7 0,-1 1-3 0,-3 6-3 15,2 4-1-15,-3 6-2 0,5 4-2 0,-1 4-11 16,6 2-22-16,1 2-50 0,3-4-91 16,0 2-211-16,7-4-286 0,2-2-368 0,3-4-460 15,2-3-379-15,1-5 237 0,3-3 1009 16</inkml:trace>
  <inkml:trace contextRef="#ctx0" brushRef="#br0" timeOffset="81113.34">13214 13146 638 0,'0'-3'1664'0,"-3"3"127"0,-2 4-380 16,-3 4-365-16,-2 2-468 0,2 1-299 0,-1 2-133 16,0 0-62-16,5 0-32 0,0 0-22 0,1-1-15 15,6 1-10-15,1 0-4 0,2-1-11 0,3 0-29 16,4 0-82-16,-1 0-107 0,0 1-196 16,0-1-296-16,1 1-359 0,1 1-406 0,0 1-161 15,-1-1 323-15,1 2 742 0</inkml:trace>
  <inkml:trace contextRef="#ctx0" brushRef="#br0" timeOffset="81566.86">13469 13372 182 0,'-1'-4'1098'0,"-3"2"618"0,1 2-123 16,0 3-338-16,0 3-444 0,-1 2-319 0,1 2-212 15,2 6-96-15,-4 2-47 0,2 7-31 16,3 1-20-16,-2 5-15 0,2 3-11 0,0 2-8 15,2 3-7-15,1 2-22 0,2-1-23 0,-2 1 0 16,3-1 0-16,1-1 0 0,1-6 0 16,1-1 0-16,2-7 0 0,-1-6 0 0,2-3 0 15,-1-8 0-15,3-4 0 0,-2-8 0 0,0-7 0 16,1-3 0-16,-2-2-25 0,3-5-9 16,-3 1 5-16,-1 1 5 0,1 1 9 0,-5 4 5 15,2 1 5-15,0 5 2 0,1 1 2 16,-1 7 1-16,0 3 2 0,0 5 0 0,1 4 0 15,-1 4 1-15,1 1-1 0,1 2 0 0,2 4 0 16,-3-1-1-16,2 0 0 0,-1-3-1 16,-1 0-1-16,2-4 1 0,-3-5-1 0,-2-4-1 15,1-3 1-15,-1-6 0 0,-1-3 1 0,-1-6 0 16,-2-1 0-16,1-6 0 0,-1 0-1 16,-1-3 0-16,-1-2 0 0,-1-4 0 0,-1 0 0 15,-1-1 1-15,-2-5 1 0,2 3 1 0,-3-4 0 16,0 2 1-16,-1 3 0 0,1-3-1 15,-1 4-1-15,0 4-1 0,-1 4-12 0,0 2-17 16,-3 4-33-16,3 2-78 0,0 5-112 16,-2 3-226-16,4 4-298 0,0 1-366 0,4 1-421 15,2 0-160-15,2 3 401 0,4 0 812 16</inkml:trace>
  <inkml:trace contextRef="#ctx0" brushRef="#br0" timeOffset="82473">15099 13419 223 0,'-3'-10'492'0,"-2"3"282"16,2 0 227-16,-2-1-157 0,2 1-172 0,-5-2-85 15,4 2-40-15,-1 1-35 0,0 0-74 0,-2-1-77 16,-3 1-59-16,-2 0-45 0,0 1-65 16,-4-1-60-16,0 4-36 0,-4-2-23 0,-1 3-16 15,0 1-11-15,-1 3-9 0,-1 3-8 0,-1 3-5 16,0 2-6-16,0 4-5 0,-1-1-4 16,3 4-2-16,1 2 0 0,4 0-3 0,0 1-1 15,4-2-1-15,3 1-1 0,3 1-1 16,5-2-1-16,4 1-1 0,4-2-1 0,4 2 0 15,2-4 0-15,7 0-1 0,1-3 2 0,3 1-1 16,5 0 1-16,1-4 2 0,3-1 1 0,-1 0 0 16,2-2 1-16,-1 1 0 0,1-2-1 15,-3 2 1-15,-1 0-2 0,-4 2 1 0,-1 0 1 16,-4 1 1-16,-4 3 0 0,-4 3 1 16,-4 0 1-16,-1 2 0 0,-4 2 0 0,-3 2-1 15,-3-1 0-15,0 1-2 0,-4-3-1 0,0 4-2 16,0-5 0-16,-1-3-1 0,0-1-1 0,-1-3 0 15,3-1-2-15,-1-3-13 0,1-6-23 16,-1-2-60-16,0-2-73 0,0-8-118 16,4-3-195-16,0-6-301 0,1-1-339 0,4-5-272 15,-1-5-136-15,1-1 346 0,3-7 641 0</inkml:trace>
  <inkml:trace contextRef="#ctx0" brushRef="#br0" timeOffset="82673.87">15336 12844 213 0,'5'-22'914'0,"0"6"510"0,-4 5 41 0,-1 6-209 16,0 5-452-16,0 7-310 0,0 7-160 15,2 6-97-15,2 7-61 0,1 6-46 0,2 6-30 16,1 6-16-16,1 6-15 0,5 6-12 16,-2 4-14-16,3 5-13 0,1 3-10 0,0 0-10 15,1 2-6-15,2-6-6 0,0-2-1 0,0-4-2 16,3-3-1-16,0-9-12 0,-2-1-21 0,0-7-43 15,-4-6-77-15,1-7-95 0,-6-2-166 16,-2-5-279-16,-2-4-329 0,-4-5-321 0,-3-3-169 16,-1-2 149-16,-4-5 626 0</inkml:trace>
  <inkml:trace contextRef="#ctx0" brushRef="#br0" timeOffset="82930.12">15251 13399 183 0,'-7'-13'835'0,"4"4"476"0,-2 1 28 0,4 1-209 16,1 3-401-16,3 0-266 0,3 2-132 0,3-2-79 15,1 3-43-15,3-2-26 0,4 0-39 16,-1 1-56-16,5-3-35 0,0 3-23 0,1-3-13 16,1 0-10-16,1-1-4 0,0 2-3 15,0-2-2-15,-1 0-2 0,-1 2 0 0,-1-1-16 16,-1 1-59-16,-1-2-66 0,-3 3-92 0,-2 0-156 15,-3 1-240-15,-1 1-322 0,-1-1-241 16,-1 1-184-16,-3-2 123 0,2 1 511 0</inkml:trace>
  <inkml:trace contextRef="#ctx0" brushRef="#br0" timeOffset="83249.64">15668 13246 87 0,'3'-1'427'0,"1"2"346"0,-3 2 289 16,2 0-28-16,1 4-250 0,-3 4-195 0,4 2-108 16,2 2-53-16,3 5-56 0,0 3-52 0,2 0-41 15,1 4-38-15,1 2-50 0,0 3-53 16,-1-1-40-16,4 1-24 0,-4-1-19 15,4 0-15-15,-4-5-11 0,5-1-9 0,-4-3-7 16,2-3-5-16,-4-4-3 0,1-3-1 0,-2-3 2 16,-1-5 6-16,0-2 4 0,-2-4 5 0,0-5 5 15,0-4 2-15,-2-3 1 0,-1-5-4 0,0-5-3 16,0 1-4-16,-2-3-5 0,0-1-2 16,0 0-3-16,-1 0-2 0,-4 0-2 0,-1 0 0 15,2 0-1-15,-2 3 0 0,-1 2 3 16,1 1 2-16,1 4 1 0,-1 0 0 0,0 7 0 15,3 3-1-15,-2 2-3 0,2 7-4 0,2 4-2 16,0 4 0-16,1 6-2 0,0 4 0 16,2 3-2-16,1-1-3 0,2 2-13 0,1-1-20 15,0-3-47-15,3 0-73 0,-1-4-83 16,0-2-139-16,3-5-189 0,-1-3-312 0,1-4-287 16,2-4-196-16,0-2-46 0,-2-5 416 0,3-1 534 15</inkml:trace>
  <inkml:trace contextRef="#ctx0" brushRef="#br0" timeOffset="83515.13">16226 13409 169 0,'7'-18'593'15,"-2"4"431"-15,-2-1 186 0,-2 0-130 16,-1 2-183-16,0 3-180 0,0 1-165 0,0 2-128 16,-1 2-82-16,-1 0-86 0,2 4-88 0,-1 1-56 15,-1 3-32-15,0 3-19 0,2 4-12 16,-3 7-4-16,3 2-4 0,-1 6-3 0,1 1-5 16,-4 6-6-16,4 3-5 0,0 4-5 0,0-1-5 15,2 2-3-15,1-3-3 0,0-1-2 16,2-5-3-16,3-3-2 0,0-6-1 0,1-7-2 15,1-5 0-15,4-4-1 0,-3-7 0 0,5-6 0 16,-2-5 0-16,0-6 0 0,1-2-2 16,-1-4 1-16,-2 2-2 0,-2-1 0 0,1 2-4 15,-3 3-5-15,-2 3-7 0,-1 1-13 16,-2 6-15-16,-1 3-33 0,2 0-69 0,-4 5-79 16,-1 5-155-16,-2 1-264 0,1 5-319 0,2 2-345 15,2 2-206-15,2 3 72 0,-1 0 645 16</inkml:trace>
  <inkml:trace contextRef="#ctx0" brushRef="#br0" timeOffset="84315.95">16497 12769 411 0,'1'-9'906'0,"-1"1"315"0,0 0 14 0,0 3-210 16,-1-1-287-16,1 4-196 0,0-2-137 0,0 4-90 15,0 0-72-15,0 1-86 0,3 5-61 16,0 5-33-16,3 4-18 0,2 6-6 0,2 5 1 15,1 4 4-15,0 4-2 0,3 4-3 0,1 2-1 16,0 5-4-16,1 2-3 0,1 2-7 16,-1 2-6-16,2-1-4 0,-2-1-6 0,2-2-3 15,0-4-2-15,-1-4-3 0,2-6-1 16,0-2-2-16,0-8 1 0,0-5 0 0,-1-3-1 16,0-7 1-16,-2-7 2 0,3-5 0 0,-2-8 0 15,-1-5 0-15,3-5 1 0,-4-2 0 0,2-6 0 16,-3 0-1-16,2-2 1 0,-3 2 0 15,-2 2 0-15,-2 4 2 0,-1 4-1 0,-5 4 3 16,1 2-2-16,-6 8 1 0,0 0 0 16,-2 7-1-16,-5 6-1 0,-1 6 0 0,-1 5-1 15,-1 7 0-15,-2 3-1 0,1 5 0 0,0 0 0 16,1 6-1-16,3 0-1 0,-2 1-1 16,4 3 1-16,3-2-1 0,0 3 1 0,1-4 2 15,3 1-1-15,3-4-1 0,2-1-1 0,2-7-1 16,2-4-2-16,4-4-3 0,0-7-10 15,2-5-24-15,1-8-61 0,3-5-75 0,-3-7-132 16,4-4-201-16,1-4-308 0,-2-7-347 0,3-4-264 16,2-4-108-16,-2-3 436 0,-1-5 613 15</inkml:trace>
  <inkml:trace contextRef="#ctx0" brushRef="#br0" timeOffset="84549.05">17396 12775 50 0,'0'-22'651'15,"-1"8"613"-15,-3 1 216 0,1 7-129 0,2 4-368 16,-4 6-391-16,1 6-194 0,2 3-128 16,0 7-74-16,2 5-56 0,0 5-38 0,0 5-17 15,4 4-10-15,-3 4-5 0,2 4-9 16,2 8-8-16,-1 2-11 0,0 5-11 0,1 5-10 16,-1 2-9-16,1-1-7 0,3 1-4 0,-2-3-2 15,2-5-1-15,2-3-1 0,2-5-6 16,-1-6-12-16,1-5-24 0,0-6-43 0,-4-6-76 15,0-8-79-15,0-4-129 0,-7-5-187 0,1-7-307 16,-4-5-291-16,1-4-197 0,-5-5-89 16,-1-6 383-16,-1-2 563 0</inkml:trace>
  <inkml:trace contextRef="#ctx0" brushRef="#br0" timeOffset="84758.16">17191 13303 276 0,'-5'-18'1006'0,"0"6"476"0,0 3-61 15,2 3-275-15,2 0-489 0,1 1-286 0,1 3-153 16,2 0-77-16,4 0-42 0,3 2-18 16,3 2-10-16,4 0-6 0,1-2-13 0,4 0-25 15,2 0-10-15,2 0-6 0,0 1-5 0,3 2-1 16,-1 0-2-16,-1 2-25 0,2 2-72 0,-3-1-75 16,-5 2-149-16,1 5-280 0,-1-1-318 15,-4 1-328-15,2 3-203 0,-3-3 65 16,1 1 603-16</inkml:trace>
  <inkml:trace contextRef="#ctx0" brushRef="#br0" timeOffset="85067.07">17752 13341 233 0,'-6'0'1013'16,"-2"7"570"-16,-2 1-45 0,1 4-294 0,-1 1-473 16,2 2-297-16,2 3-181 0,-2 1-109 0,5 0-60 15,0-1-39-15,1 3-24 0,2-3-18 0,2 0-12 16,1-2-10-16,2-1-7 0,4 0-7 15,-1-3-4-15,0-1-2 0,5-2-1 0,-1-3-1 16,1-2 0-16,1-4 0 0,-1-3 0 16,3-3 1-16,-2-3 0 0,0 1 0 0,-1-4 1 15,-1-1-1-15,0-2 2 0,-1 3-2 0,0-3 1 16,-3 2 0-16,0-1-1 0,-2 2 1 16,2 1 0-16,-4 3 0 0,0 0 0 0,-1 4-1 15,0-1 0-15,-1 4-1 0,1 1 0 16,-1 4 1-16,1 4-1 0,1 4 0 0,-2 2-1 15,1 8-2-15,0 2-3 0,0 1-12 0,0 5-21 16,2 0-57-16,-1-1-76 0,0-1-105 0,2-1-176 16,-1-3-298-16,3-1-336 0,-1-5-268 15,2-2-147-15,0-5 266 0,1-4 621 0</inkml:trace>
  <inkml:trace contextRef="#ctx0" brushRef="#br0" timeOffset="85379.01">18170 13515 65 0,'1'-17'649'0,"2"2"604"0,-3 4 257 16,2 3-157-16,0 2-406 0,-1 3-362 16,-1 3-191-16,3 1-134 0,-1 5-94 0,4 3-57 15,-3 3-37-15,2 5-24 0,0 1-16 0,0 4-11 16,1 2-8-16,2 3-4 0,-4 2-5 0,3 1 0 16,-1 0-2-16,3-1 1 0,-2 1 0 15,-1-7-3-15,1-2 1 0,-1-6-2 0,2-3 0 16,-4-4-1-16,1-7 1 0,0-2 0 0,-2-7 1 15,2-4 0-15,-2-2 1 0,2-4 0 16,-2-1 1-16,-2-1-1 0,3-5-1 0,-3 3-1 16,4-2-6-16,-2 0-13 0,1 0-35 15,0 3-67-15,1 0-61 0,1 4-68 0,-1 2-128 16,1 0-194-16,2 4-281 0,5 0-209 16,0 3-205-16,2-1-57 0,1 1 379 0,5 2 514 15</inkml:trace>
  <inkml:trace contextRef="#ctx0" brushRef="#br0" timeOffset="85632.85">18683 13354 771 0,'-9'-4'1686'0,"-1"-1"77"15,-2 5-364-15,-2 3-391 0,-2 3-425 0,-3 4-268 16,0 1-125-16,1 4-62 0,0 4-35 16,1 3-27-16,4 0-21 0,1 3-16 0,4 3-11 15,2 2-8-15,2 0-5 0,4 2-4 0,0 0 0 16,4 0-1-16,2-5-1 0,1-2 0 15,2-5 1-15,4-5-3 0,1-5-2 0,2-5-7 16,0-7-9-16,-1-4-14 0,1-4-15 0,0-5-16 16,-2-2-17-16,-1-2-7 0,0 1 0 15,-4 1 7-15,-1 1 8 0,-2 4-5 0,-1 1-31 16,-3 5-49-16,-2 2-49 0,-2 2-90 16,-1 7-163-16,0 1-264 0,-5 1-255 0,2 5-207 15,2 1-169-15,1 1 191 0,2 1 541 0</inkml:trace>
  <inkml:trace contextRef="#ctx0" brushRef="#br0" timeOffset="86240.22">18755 12777 154 0,'-4'-23'799'15,"-1"5"556"-15,1 3 134 0,-2 5-194 16,-1 4-436-16,1 4-339 0,-1 5-160 0,3 6-113 16,-1 4-75-16,1 7-49 0,4 7-26 0,0 6-16 15,4 5-5-15,2 7-4 0,1 4-5 0,2 7-7 16,1 7-7-16,1 5-9 0,-2 2-12 15,4 3-10-15,-2 1-10 0,0-2-5 0,3-5-6 16,1-3-1-16,2-6-2 0,0-4-2 16,5-8-3-16,0-5-15 0,-1-5-28 0,1-6-77 15,0-5-97-15,-2-4-202 0,-2-6-293 0,1-4-358 16,-3-4-420-16,0-4-192 0,-7-4 258 0,0-2 810 16</inkml:trace>
  <inkml:trace contextRef="#ctx0" brushRef="#br0" timeOffset="87082.71">19215 13879 320 0,'3'12'980'0,"-3"0"378"15,-2-4-67-15,1-4-206 0,1-4-450 0,0-4-212 16,1-7-114-16,2-5-64 0,2-7-35 0,2-5-26 16,3-3-40-16,0-7-44 0,4-3-29 15,0-1-19-15,5-3-10 0,1 0-13 0,2 0-9 16,-2 1-6-16,-1 7-5 0,2 3-3 16,-7 5-1-16,2 7 5 0,-7 4 4 0,4 6 5 15,-4 6 7-15,1 6 5 0,1 8 3 0,-3 4-3 16,0 5-4-16,0 4-5 0,1 6-5 0,-3 3-4 15,2 2-4-15,0 0-4 0,1 3 1 16,0 0-3-16,-3-2 0 0,2-3 0 0,3-2-1 16,-3-3 0-16,1-5-2 0,4-3-1 15,-2-7-1-15,3-4 0 0,0-6-1 0,-1-6-1 16,4-6 2-16,2-8 2 0,-3-2 0 0,3-5 1 16,-3-3 1-16,1-1 1 0,-1 0 0 15,-2 0-3-15,-1 1 1 0,0 5-1 0,-4 0 1 16,-1 5-1-16,-3 3 2 0,1 4 0 15,-4 2 1-15,-1 5-2 0,-1 3 1 0,0 4-1 16,-1 5 0-16,-1 7-1 0,-1 2 0 0,3 4 0 16,0 3 0-16,3 6-2 0,-1 0-1 0,-1 2 0 15,4 3 1-15,-2 0 0 0,4 2 2 16,-2-1 0-16,4-2 0 0,-3-1 0 0,2-4 0 16,2-4-2-16,2-5-1 0,-1-7 2 15,3-3-1-15,-1-8-1 0,0-3 0 0,3-6-5 16,-4-6-6-16,2-3-6 0,-2-2-2 0,-3-2 1 15,4 0 0-15,-5 1 5 0,0 1 8 16,-1 2 6-16,1 5 2 0,-3 1 0 0,3 1 0 16,0 5 1-16,0 3-1 0,0 6-1 15,1-1 1-15,0 9-1 0,0 5 2 0,-1 3 1 16,-2 3 1-16,0 8 2 0,-1 2 1 0,-2 5 0 16,-1 2 0-16,-2 5 0 0,-5 4 2 0,0 3 5 15,-6 5 4-15,2 0 5 0,-9 6 1 16,1-4 1-16,-5 4 0 0,-2-2-5 0,-3-2-6 15,-3-1-3-15,1-1-2 0,-1-6-2 16,-1-6-3-16,-4-4-2 0,5-6 0 0,0-5-7 16,3-10-17-16,0-5-39 0,0-7-84 0,4-5-160 15,-1-9-265-15,2-4-323 0,0-7-401 16,0-7-406-16,-2-3-7 0,6-3 774 0</inkml:trace>
  <inkml:trace contextRef="#ctx0" brushRef="#br0" timeOffset="87898.92">20481 13377 137 0,'-1'-18'811'16,"-4"0"630"-16,-2 1 122 0,-2 2-242 0,1 2-439 16,2 1-336-16,-2 1-173 0,-1 2-122 0,2 3-78 15,2 0-50-15,0 3-33 0,2 1-26 0,2 2-18 16,-1 4-13-16,2 3-6 0,2 5-3 16,-1 5-2-16,2 2-2 0,2 8 0 0,2 2-2 15,-1 5-3-15,3 4-4 0,-1 2-3 16,0 2-1-16,0 0-3 0,3-2-2 0,-3 1-1 15,3-7 0-15,0-2 0 0,0-4-1 16,-1-6-1-16,2-7-1 0,0-3-1 0,-2-10 0 16,2-4-1-16,-4-9 2 0,1-7 1 0,2-8 1 15,-3-5 1-15,0-6 0 0,0-6 1 16,-5-4 0-16,2-4-1 0,-4-5-1 0,-1-3-1 16,-1-3 1-16,-4-1-2 0,0-1 0 0,-2-3 3 15,-2 0 1-15,-2 2 0 0,0-1 1 0,0 6 1 16,-2 0-1-16,1 8-1 0,2 3-1 15,-2 8 1-15,2 6-1 0,2 8 1 0,0 5-1 16,-1 8 0-16,1 3-1 0,3 9 1 16,0 8 0-16,1 6-1 0,-1 8 1 0,5 6 6 15,0 4 2-15,0 6 4 0,5 3 3 0,-1 5 3 16,1 1 3-16,3 3-2 0,0 0-3 16,3 0-4-16,2-4-7 0,1-1-6 0,0-6 0 15,5-5 0-15,0-8 0 0,3-6 0 16,2-5 0-16,1-11 0 0,-1-2 0 0,3-8-1 15,-2-1-2-15,1-3 2 0,-1 0 1 0,0 2 0 16,-2 1 0-16,0 5 1 0,-1 0 0 0,-3 8 0 16,0 4 1-16,0 5-2 0,-3 7 0 15,-2 6 0-15,-1 3 0 0,-4 7 0 0,1 3 0 16,-4 4 0-16,-1 3 0 0,-2 1 0 16,0 2 0-16,2 1 0 0,-2 1 0 0,3-3 0 15,1 0-16-15,-1-4-24 0,2-3-65 0,0-7-111 16,-2-3-240-16,1-6-308 0,-3-3-401 15,3-2-495-15,0-5-250 0,1-1 526 0,-3-1 938 16</inkml:trace>
  <inkml:trace contextRef="#ctx0" brushRef="#br0" timeOffset="89832.35">22166 12502 4 0,'5'-18'380'15,"3"2"356"-15,-4 2 297 0,0 1 76 0,1 6-300 16,-4 0-244-16,1 4-114 0,-1 5-11 16,1 5-33-16,0 5-40 0,-4 8-48 0,0 5-41 15,-1 8-52-15,-3 6-74 0,2 7-49 0,-1 3-26 16,-2 5-19-16,2 4-7 0,-1 1-4 0,-1 4-3 16,2 3-3-16,-3 4-4 0,0 2-3 15,-3 6-6-15,0 2-6 0,-3 4-8 0,-2 2-1 16,-2 3-2-16,-1 4-3 0,-3 1-2 15,-1 2-2-15,2-1-1 0,-1 0-3 0,1-7-5 16,4-1 1-16,1-10-2 0,5-7-3 0,4-9-15 16,1-6-39-16,5-10-81 0,2-11-145 15,4-10-266-15,-1-8-319 0,5-10-391 0,-1-12-402 16,4-7-31-16,-1-5 696 0</inkml:trace>
  <inkml:trace contextRef="#ctx0" brushRef="#br0" timeOffset="90762.96">22691 13948 25 0,'-4'14'489'0,"-2"-2"459"0,-1-3 258 15,2-3-42-15,1-2-355 0,-1-2-308 16,1-4-171-16,1-2-92 0,3-4-41 16,0-5 3-16,3-3 0 0,1-6 2 0,1-2-16 15,3-5-29-15,-2-5-23 0,3-3-33 0,1-3-22 16,1 1-17-16,1-5-9 0,1 0-1 0,1 2-7 15,1 0-5-15,0 3 0 0,-4 3-4 0,2 4 1 16,-4 4-3-16,1 4-1 0,-3 5 1 16,-3 4-3-16,2 3-3 0,-3 3-4 0,-1 2-6 15,0 6-3-15,-2 2-5 0,-4 6-2 16,4 4-4-16,-3 8-1 0,2 1-1 0,-2 8-1 16,1 1-2-16,2 3 0 0,2 3-1 0,1-1 0 15,1 4 0-15,1-3 2 0,2 1 3 16,-1-3 0-16,3-1 1 0,-1-3 0 0,0-4-1 15,4-3-1-15,-2-3-1 0,2-6 0 16,-3-3 0-16,5-4-1 0,-2-6 0 0,1-4 0 16,0-6-2-16,3-7 0 0,-3-4 1 0,2-8 1 15,1 0 0-15,2-5 1 0,-6 2 1 16,4-3 2-16,-3 4-1 0,0 3-2 0,-3 0 1 16,-2 6 0-16,1 5-1 0,-5 2 1 15,2 3 0-15,-3 5 0 0,1 2 1 0,-3 5 1 16,-1 3 1-16,2 6 1 0,-1 6 2 0,-1 2-1 15,0 4-1-15,0 2-1 0,0 5-4 0,2 0 0 16,0 2 0-16,-1 0-1 0,3 2 2 16,-3 0-1-16,2-1 1 0,2 1-1 0,-1-4-3 15,1-1 0-15,0-3-3 0,2-5-1 16,3-4-1-16,-2-3-8 0,5-6-17 0,-1-7-44 16,1-5-80-16,-1-5-109 0,2-5-194 0,-3-6-303 15,4-3-350-15,-2-3-336 0,4-5-136 16,-2 0 314-16,2-2 694 0</inkml:trace>
  <inkml:trace contextRef="#ctx0" brushRef="#br0" timeOffset="90940.76">23534 13465 82 0,'8'5'638'0,"-2"5"473"15,-1 5 165-15,-2 5-85 0,0 2-339 16,2 5-255-16,0 2-165 0,-2 2-94 0,-1 1-61 16,1 2-54-16,-3 0-62 0,0 1-60 0,0 0-38 15,0-4-23-15,1-3-16 0,2-4-14 16,1-4-15-16,1-6-37 0,1-7-74 0,0-7-77 15,3-6-144-15,-2-7-237 0,-1-7-319 16,1-2-319-16,0-5-204 0,-2-1-1 0,-2-4 527 16</inkml:trace>
  <inkml:trace contextRef="#ctx0" brushRef="#br0" timeOffset="91082.03">23474 13191 445 0,'-16'-30'961'0,"1"4"297"0,2 5-13 16,0 4-303-16,2 4-360 0,1 4-228 0,1 5-131 15,1 2-77-15,4 4-61 0,0 2-38 0,4 5-25 16,2 2-12-16,3 2-4 0,0 6-13 16,4-2-35-16,0 5-38 0,1 3-83 0,2 2-143 15,0 2-239-15,0 2-284 0,6 2-247 0,-2 1-194 16,2 2 131-16,1-1 469 0</inkml:trace>
  <inkml:trace contextRef="#ctx0" brushRef="#br0" timeOffset="91332.92">23793 13656 57 0,'23'0'337'15,"-3"-6"211"-15,1-3 198 0,-5-5 27 0,-1-1-135 16,0-6-79-16,-1-1-59 0,-5-4-43 16,1 1-41-16,1-2-13 0,-5 2-10 0,-1 0-35 15,-2 3-34-15,-3 0-32 0,-1 3-40 0,-4 3-59 16,-3 2-59-16,-5 5-40 0,2 3-29 16,-4 5-18-16,-2 5-15 0,0 5-9 0,1 8-7 15,-1 4-5-15,3 5-4 0,-2 5-3 16,5 3-2-16,-2 4-2 0,5-1 0 0,5 3-2 15,2-2 0-15,1 1-1 0,4 0-1 0,3-1-5 16,3-4-27-16,5-2-79 0,1-5-91 16,3-4-169-16,3-5-289 0,1-5-343 15,4-4-383-15,3-3-198 0,2-6 169 0,-1-2 700 16</inkml:trace>
  <inkml:trace contextRef="#ctx0" brushRef="#br0" timeOffset="92055.79">24093 13500 317 0,'3'-3'702'0,"1"0"265"0,-1 3 79 0,0 3-212 16,5 2-276-16,1 7-169 0,3 2-83 16,1 5 0-16,2 6 16 0,3 1-9 0,1 4-26 15,-2 6-22-15,2-1-29 0,-3 5-47 0,3 3-47 16,-2 2-41-16,-1 5-25 0,1-1-22 16,-4 3-15-16,3 1-12 0,-3-2-10 0,-2-3-7 15,1-1-4-15,0-6-2 0,0-3-1 0,-2-5-1 16,-1-6 0-16,-1-3 0 0,-2-5 4 15,-1-6 6-15,-3-2 3 0,-1-5 1 0,-1-6 2 16,-1-6-1-16,-3-5-3 0,0-5-6 16,-2-6-3-16,-2-5-1 0,-2-6-1 0,0-2 0 15,-2-7-2-15,1-4 1 0,-5-3-2 16,2-4-1-16,-2-3-3 0,3-3 2 0,-1 2 0 16,3-4 1-16,1 1 1 0,6 1 1 0,-2 3 2 15,3 4-3-15,4 2-2 0,1 6 0 0,5 4 0 16,0 5-1-16,-1 6 1 0,2 4 1 15,3 4 0-15,0 4 1 0,0 4 1 0,3 4 0 16,2 5 3-16,2 4-2 0,0 4 1 16,2 6 1-16,0 4-1 0,-1 3 1 0,2 5 0 15,-6 2 0-15,0 6 2 0,-1 2-1 0,-6 4 0 16,-5 1-1-16,-1 1 1 0,-4 4 0 16,-3 0-1-16,-1-2-1 0,-5 1 0 0,1-2 0 15,-1-3-3-15,-1-3-1 0,2-6-1 0,-1-2-4 16,3-5-13-16,2-7-29 0,-1-3-77 15,3-5-80-15,-2-11-145 0,2-3-249 0,1-6-321 16,3-7-348-16,3-4-208 0,1-4 13 0,3-4 556 16</inkml:trace>
  <inkml:trace contextRef="#ctx0" brushRef="#br0" timeOffset="92316.13">24669 13522 276 0,'21'6'738'0,"-3"5"368"15,0 3 84-15,-2 5-250 0,2 2-276 0,0 2-143 16,-2 2-107-16,2 2-76 0,-2-2-50 15,2-2-45-15,-1 1-49 0,-2-5-61 0,1-1-45 16,1-6-23-16,-1-3-17 0,2-5-4 16,-4-4-4-16,2-3 0 0,-4-5 0 0,2-5 1 15,-4-1 3-15,-2-4 0 0,0-1 2 0,-5-3 0 16,-2 0-1-16,-4 1-4 0,-4-2-6 0,-1 2-7 16,-5 0-6-16,-3 1-7 0,0 2-4 15,-4 0-5-15,-1 4-1 0,0 1-3 0,3 1-1 16,-3 5-2-16,5 3-1 0,1 7-2 0,3 1-1 15,4 6-3-15,0 1-12 0,4 4-20 16,2 0-44-16,4 2-75 0,2 1-83 0,1-4-152 16,2 2-242-16,1-6-318 0,1 0-303 15,5-3-189-15,-2-3 28 0,3-1 546 0</inkml:trace>
  <inkml:trace contextRef="#ctx0" brushRef="#br0" timeOffset="92763.25">25090 13444 466 0,'3'-17'967'0,"-1"1"287"0,-1 1 22 0,1 2-257 16,-1 1-297-16,-1 3-223 0,4 3-131 0,-3 2-83 15,1 0-74-15,1 6-72 0,2 0-51 16,1 6-26-16,0 3-14 0,2 4-9 0,0 1-3 16,3 5-6-16,-1 2-4 0,1 3-6 15,1 4-3-15,0 1-2 0,0 0-6 0,-1-2-3 16,2-1-2-16,-1-2-1 0,1-4-2 0,0-2 0 15,-1-4 0-15,-2-5-1 0,1 0-1 16,-1-7-1-16,-2-4 3 0,-2-7 1 0,1-1 1 16,2-6 0-16,-3-4 1 0,2-4 1 0,-1-4-1 15,2-1-1-15,-1-3-1 0,2-2-1 0,-2-1 0 16,0-3 0-16,2 2-1 0,1 1 0 16,-2 2 0-16,0 3 0 0,0 6-2 15,-1 4 2-15,0 4 0 0,-3 6 3 0,1 3 3 16,0 5 3-16,-1 5 1 0,-4 2 4 0,1 5 3 15,-2 3-2-15,-2 2-1 0,2 4-2 0,-3 1 1 16,0 3-5-16,0 3-2 0,-5 1-2 16,2 7-2-16,-1-1-2 0,-1 5 0 0,1-1-1 15,0 4 0-15,2-3-2 0,2-2-1 16,3-7-5-16,3-4-19 0,2-6-43 0,2-6-78 16,3-9-117-16,0-3-204 0,1-7-304 0,5-5-351 15,-2-4-349-15,4-6-131 0,0-2 390 16,2-1 698-16</inkml:trace>
  <inkml:trace contextRef="#ctx0" brushRef="#br0" timeOffset="93205.79">25821 13387 124 0,'0'-15'1021'0,"-4"5"727"0,0 0-79 16,-3 8-365-16,-2 0-449 0,-2 6-338 0,0 0-235 16,1 5-111-16,-2 3-59 0,0 1-35 0,3 4-24 15,0 3-18-15,1 1-10 0,1 5-9 16,2 2-7-16,-1 1-4 0,5-1-5 0,1 2-2 15,3-5 0-15,3-5-2 0,2-2-1 16,2-5 1-16,3-7 0 0,-1-5-2 0,3-4-1 0,-2-4-4 16,0-5-3-16,1-4-4 0,-3 0-2 15,2-4 2-15,-4-1 2 0,-1-3 3 0,0 2 5 16,-2-3 3-16,1 2 4 0,-3 1 0 16,1 0 1-16,-1 3 1 0,-3 2 1 0,1 4 0 15,-1 4 1-15,-1 1-1 0,0 6 1 0,0 3-1 16,0 5-1-16,0 3 0 0,0 3 0 15,0 5-1-15,2 2 1 0,1 2-1 0,-2 1-1 16,2 4 1-16,2 1-1 0,0 1-1 16,0 2 1-16,0-1 1 0,1 1 1 0,0 0 0 15,1 0 1-15,-1-1 0 0,-1-1 1 16,2 1-1-16,-2 1-1 0,0-2 1 0,-2 4-1 16,-1-1 0-16,-1 3 1 0,-2 3-1 0,-1 0-1 15,-3 1 0-15,2 0 0 0,-4 2-1 0,0 0-1 16,-1 1 0-16,0 1-1 0,-3-1 3 15,3 2-1-15,-1 0 0 0,-4-2 1 0,4 1 0 16,-1-2 0-16,-2 0-3 0,0-6-9 0,1 1-23 16,-1-7-61-16,1-1-86 0,-3-7-164 15,-1-2-280-15,6-5-335 0,-1-3-401 0,2-6-291 16,5-4 74-16,2-5 742 0</inkml:trace>
  <inkml:trace contextRef="#ctx0" brushRef="#br0" timeOffset="94078.88">26575 13258 136 0,'-4'-11'668'0,"-2"0"440"0,-3 0 133 0,-1 2-94 15,1 1-322-15,-4-2-217 0,4 6-152 16,-3-1-91-16,-2 2-61 0,1 3-65 0,0 3-69 16,0 5-59-16,-3 4-34 0,2 2-22 0,0 8-12 15,1 3-7-15,2 7-5 0,-2 5-5 16,4 1-5-16,1 4-4 0,0 1-7 0,3 1-4 15,4-4-2-15,1-2-2 0,3-6-2 0,2-4-1 16,1-6 0-16,3-5-1 0,-1-7-1 0,5-6 1 16,-4-6 2-16,3-12 1 0,1-5 1 15,2-9 1-15,0-8 0 0,2-5-2 0,0-7 0 16,0-6-1-16,1-4-2 0,-2 0-1 16,1-4 0-16,0 0 0 0,-1-1 2 0,0 0 0 15,-4 1 2-15,0 4 0 0,-3 5 2 0,-3 5 0 16,1 9 0-16,-6 7-1 0,3 8 1 15,-4 9-2-15,-4 5 2 0,3 10-3 0,-4 8 0 16,2 9-2-16,-2 9 1 0,0 6 1 16,1 8 0-16,4 5 3 0,0 8-1 0,1 4 6 15,4 7 4-15,-1 4 3 0,1 4-1 0,3 3-2 16,2-2 0-16,2-3-3 0,4-4-4 16,5-8-3-16,2-10 0 0,6-9 1 0,2-11 0 15,4-10-1-15,3-9-2 0,-1-14 1 0,0-7 1 16,1-8 0-16,0-10 1 0,-4-8-2 15,-3-5 3-15,-1-2-2 0,-4-4 0 0,-9 4-1 16,-1-2 1-16,-6 3-1 0,-7 5 2 16,-5 3 4-16,-3 6 5 0,-4 7 5 0,-5 4 3 15,-4 6 1-15,-2 7 4 0,-4 7-4 0,0 6-1 16,-1 9-3-16,-1 4-3 0,3 6-2 0,2 6-3 16,2 2-3-16,4 5-3 0,2 0-2 15,5 4-2-15,1 1-1 0,7 0 0 0,2 0-1 16,3-1 0-16,3-4 0 0,1-2-5 15,9-6-11-15,-1-6-20 0,5-9-39 0,2-5-78 16,1-8-102-16,-1-8-153 0,-2-5-237 0,3-6-327 16,-3-8-345-16,4-4-185 0,-2-5 87 0,-2-6 546 15</inkml:trace>
  <inkml:trace contextRef="#ctx0" brushRef="#br0" timeOffset="94394">27341 13150 125 0,'8'-53'697'15,"-3"4"507"-15,-2 3 242 0,-3 3-113 0,0 7-392 16,0 7-320-16,-1 5-188 0,-1 6-118 0,-1 5-102 15,0 5-75-15,0 8-47 0,-1 6-32 16,0 4-14-16,-1 5-9 0,4 6-9 0,-1 2-5 16,0 5-5-16,4 4 1 0,0 4-1 0,-2 3-2 15,1 6 0-15,4 3-2 0,-2 0-1 16,-2 0-5-16,6-1-4 0,-1-9-2 0,5-3-1 16,0-10-1-16,1-7-1 0,3-9 1 0,0-9-1 15,2-7 0-15,-1-10 1 0,1-9-1 16,1-4 0-16,-1-2 1 0,-2-6-1 0,-2 2 0 15,2-2 1-15,-1 4-1 0,-5 4 2 0,2 6 0 16,-5 3 0-16,-1 6 2 0,-3 6-1 16,-1 8 2-16,-2 4-1 0,-2 6 1 0,-1 6 2 15,0 5 2-15,-5 8 3 0,2 1-1 0,1 6 0 16,-2 1 0-16,2 4-3 0,-1 3-4 16,2 0-3-16,1 1-3 0,0 0-10 0,4-5-22 15,0 1-63-15,0-7-93 0,5-5-188 0,2-5-283 16,2-5-348-16,7-6-421 0,-2-5-285 15,5-1 191-15,1-6 825 0</inkml:trace>
  <inkml:trace contextRef="#ctx0" brushRef="#br0" timeOffset="95203.83">29283 13261 152 0,'-2'-14'748'0,"-1"1"456"15,-4 1 146-15,-1 0-96 0,0 0-397 0,-4 3-301 16,0-2-153-16,-3 4-89 0,-2 0-74 0,-3 1-69 16,-3 3-53-16,-2 1-33 0,0 4-19 15,-3 2-13-15,-2 3-8 0,1 4-6 0,-1 6-2 16,0 1-6-16,-1 4-7 0,4 5-3 0,-1 3-2 16,5 0-4-16,1 1-3 0,6 1-3 15,2-2-2-15,6-3-4 0,4-3-4 0,8-5-1 16,1-3-1-16,6-6 0 0,3-4 0 15,2-7 1-15,6-5 1 0,5-8 1 0,3-5-1 16,1-7-1-16,6-4 0 0,1-3 0 0,1-2 1 16,-3 1 0-16,-1 3-1 0,-2-1 1 0,-2 7 1 15,-5 3 1-15,-4 5-1 0,-2 6 2 16,-6 7 0-16,-2 8 1 0,-3 7 0 0,-5 8 1 16,1 7 0-16,-5 8-1 0,-5 5 0 15,2 4-1-15,-2 4-2 0,-1 2 0 0,-1 1-2 16,3-2 2-16,-2 0-1 0,1-3 0 0,3-6 0 15,2-3 1-15,3-6-2 0,5-6-1 16,2-6-1-16,3-7-14 0,4-9-23 0,-1-6-65 16,4-8-74-16,2-6-110 0,2-8-176 15,0-5-306-15,1-5-336 0,2-3-254 0,0-3-143 16,-1-4 264-16,3-2 614 0</inkml:trace>
  <inkml:trace contextRef="#ctx0" brushRef="#br0" timeOffset="95439.79">29797 12568 13 0,'4'-40'527'0,"1"3"495"0,-1 10 225 0,-4 4-71 16,0 9-321-16,0 8-299 0,-2 7-158 0,0 10-72 15,1 4-36-15,-3 8-28 0,1 7-28 16,2 6-43-16,-4 5-42 0,1 8-35 0,-1 5-21 16,0 6-15-16,-2 5-14 0,-3 3-14 15,2 5-12-15,0 4-11 0,-3 1-9 0,1 2-10 16,5-4-6-16,1-2-4 0,4-7-3 0,1-5-9 15,7-8-16-15,0-10-25 0,5-5-56 16,-4-7-71-16,4-10-78 0,-2-5-136 0,-1-6-179 16,-1-7-301-16,-1-5-249 0,-2-4-186 0,-3-4-50 15,1-4 408-15,-4-4 503 0</inkml:trace>
  <inkml:trace contextRef="#ctx0" brushRef="#br0" timeOffset="95667.86">29609 13044 112 0,'-19'-46'650'15,"-2"6"454"-15,-1 3 149 0,5 5-99 16,0 2-377-16,4 8-248 0,3 4-163 0,2 5-103 16,2 2-63-16,3 3-46 0,3 2-59 0,3 5-49 15,5 2-24-15,6 4-13 0,4 0-4 0,5 3-3 16,7 1 0-16,2-1 1 0,3 4-1 16,1-1 2-16,3-3-2 0,0 1 0 15,-1 0-20-15,0 0-53 0,-2 1-48 0,-3 0-92 16,-3 2-157-16,-3 0-233 0,-6 1-296 0,1 1-233 15,-6 2-177-15,-1 1 147 0,-4-1 493 0</inkml:trace>
  <inkml:trace contextRef="#ctx0" brushRef="#br0" timeOffset="95938.57">30033 13202 61 0,'0'26'569'0,"1"7"464"0,2 2 186 16,1 3-81-16,2 6-358 0,0 1-215 0,4 2-116 15,-1-1-76-15,4 2-51 0,-2-3-44 0,4-2-50 16,2-4-73-16,1-3-64 0,4-8-33 0,2-6-17 15,3-8-5-15,3-7-2 0,4-7-1 16,0-7 1-16,2-10-1 0,-3-4 2 0,2-5 2 16,-5-5 1-16,0-3 4 0,-4-2 2 0,-7-1 0 15,-4 1-5-15,-3 4-5 0,-7 2-6 0,-5 1-7 16,-7 6-6-16,-4 0-6 0,-6 2-3 0,-5 3-4 16,-2 1-3-16,-5 2-1 0,-2 2-2 15,-1 2-1-15,0 5-2 0,1 3-1 0,4 6-7 16,0 4-13-16,7 5-23 0,2 6-70 0,4 1-80 15,8 1-174-15,2 5-280 0,4 0-327 0,10 0-394 16,2 4-241-16,4-1 89 0,6 2 749 16</inkml:trace>
  <inkml:trace contextRef="#ctx0" brushRef="#br0" timeOffset="97615.24">30640 13660 199 0,'0'6'556'16,"-4"0"293"-16,4-1 146 0,-3-1-152 0,2 2-240 15,-4-3-144-15,5 0-106 0,-1 0-68 16,1-2-50-16,0-1-48 0,0-2-39 0,4-4-33 16,1-3 10-16,0-6 17 0,-1-5 33 0,5-4 19 15,1-4-2-15,0-6-10 0,1 0-29 16,1-2-31-16,1-3-32 0,0 3-28 0,-2-5-15 15,0 7-13-15,-2-2-3 0,1 5-1 0,-2 2-6 16,-2 5 1-16,0 5 0 0,-2 3-1 0,-1 4-3 16,0 2-4-16,-1 4-2 0,-1 3-6 15,1 3-3-15,-2 6-1 0,1 5-7 0,1 3 1 16,0 8 1-16,1 2-5 0,-2 4 2 0,4 3 2 0,0 1 7 16,-1 3-4-16,3 0-1 0,-1 1 3 15,1 2-3-15,2-3-2 0,-3-2 0 0,1-2-1 16,1-5 1-16,-1-2 0 0,1-5 1 15,-1-2-1-15,2-3 0 0,0-6 1 0,0-3 0 16,-1-5 2-16,2-6 0 0,0-5 1 0,1-5 1 16,2-4 0-16,-2-6 1 0,2-2 0 0,1-2 0 15,-2-2-1-15,1-2-7 0,0 4-4 16,-4 2-1-16,0 2-3 0,-1 5-2 0,-1 4 1 16,-2 1 5-16,1 6 2 0,-3 0 2 0,0 6 2 15,-1 3 1-15,-1 5 1 0,-1 3 1 0,2 5 2 16,-2 6-2-16,0-1 7 0,0 5 2 0,0 3 1 15,0 0 0-15,2 0 0 0,-1 3 0 16,2-3-6-16,1 1-3 0,-1-2-2 0,3-2 0 16,-2-1 0-16,3-5-1 0,1-3 0 0,3-2 0 15,-2-4 1-15,3-7 0 0,2-3 2 0,-2-8 1 16,6-2-6-16,-2-5-3 0,1-5-2 0,-3-2-2 16,2 0-1-16,-3-2-1 0,1-1 5 0,-3 1 3 15,-1-1 0-15,0 2 1 0,-2 2 1 16,-1 3-2-16,-1 2 2 0,-3 2-1 0,3 4 0 15,-2 2 0-15,-3 4 0 0,1 4-1 0,-1 4 1 16,-1 4 0-16,0 5 0 0,0 4 1 0,-1 2 0 16,1 4 0-16,-2 4 3 0,2-1 1 15,2 3-7-15,-2 0-9 0,3-1-12 0,2 1-19 16,-2-2-32-16,2-1-45 0,1 1-48 0,3-1-44 16,-1-2-43-16,4-1-68 0,-2-3-88 0,3-4-69 15,3-4-47-15,2-2-36 0,0-4-11 16,6-3 82-16,-3-3 169 0,1-4 179 0,1-2 143 15,1-3 105-15,-1-2 86 0,-2-1 81 0,0 1 66 16,-2 0 41-16,-2 2 9 0,1-1-20 16,-2 2-38-16,-2 3-55 0,0 1-38 0,-1 1-28 15,1 1 3-15,-5 2 14 0,3 0 3 0,-3 2-11 16,-1 1-32-16,-2-2-28 0,-1 2-36 0,-2 0-27 16,2 0-12-16,-5 0-11 0,0-1-6 0,0-4-7 15,-3 1-6-15,0-3-10 0,0-5-13 0,-2 4-7 16,0-6-6-16,-2 0-3 0,-2 0-5 15,1-3-3-15,-1 1-2 0,1-2-1 0,-3 1 0 0,3 2-1 16,0-2 1-16,1 6 0 0,1-2-1 16,5 5-1-16,-2 0-1 0,3 4-1 0,0 2 0 15,3 2 0-15,2 2 1 0,2 2 2 16,1 0 1-16,2 4 1 0,2 0 0 0,-1 1 0 16,2 0-5-16,3 0-3 0,-2 1-1 0,4-2-1 15,2-1-2-15,1-1 0 0,4-1 4 0,3-3 4 16,4-2 1-16,1 0 1 0,2 0 0 0,-2-2 1 15,3 0 0-15,-2 0 0 0,-4 1 0 0,-2-2 1 16,-2 3 0-16,-4-1-1 0,-4-1-1 16,-1 2 2-16,-5 0 1 0,-2 0 6 0,-2 0 7 15,-4 0 6-15,0 0 3 0,-3 2 2 0,-2 1 0 16,-3-1-4-16,0 3-6 0,-4 1-2 0,-2 1 0 16,-1 4 0-16,0 0 1 0,0-1 1 15,0 4 0-15,1 1-2 0,2-1-1 0,-1 4-2 16,3-2-2-16,-1 3-2 0,2-1 3 0,4 0 0 15,1-2 0-15,3-3-3 0,2 0 0 0,5-4 0 16,2-3-4-16,2-2-3 0,2-4-5 16,2-1 3-16,0-5-3 0,2-3-2 0,2-3-1 15,0-1 1-15,0-3 3 0,-1-3 1 0,-1 0 5 16,0-2 3-16,-2 1 0 0,-1-1 1 0,-2 3 1 16,-5 0-3-16,0 4-2 0,-4 1-1 15,1 2 1-15,-2 4-1 0,-1 1-1 0,-1 0 0 16,-1 3 0-16,-1 2 0 0,1 1-1 0,0 3 0 15,-1 3 0-15,1 4 0 0,-1 5 1 0,1 2 4 16,1 5 7-16,2 3 7 0,3 6 8 0,0 1 5 16,0 4-32-16,0 3 0 0,2 5 0 0,0 3 0 15,0 4 0-15,-1 6 0 0,-1 5 0 0,-2 2 0 16,-1 4 0-16,-2 3 0 0,-3 0 0 0,-1-1 0 16,-6-1 0-16,-1-1 0 0,-4-2 0 0,-2-3 0 15,-5-2 0-15,-1-4 0 0,-3-6 0 16,-4-3 0-16,-1-7 0 0,-2-9 0 0,0-4 0 0,0-11 0 15,-2-7 0-15,2-8 0 0,1-9 0 16,5-6 0-16,1-10 0 0,2-4 0 0,4-12 0 16,4-4 0-16,7-8 0 0,3-6 0 0,6-5 0 15,3-5 0-15,10-6 0 0,0 2 0 0,6-2 0 16,3 2 0-16,2 3 0 0,0 1-148 16,3 5-187-16,0 4-264 0,-1 3-330 0,1 7-416 15,-5 4-430-15,-1 5-28 0,-2 4 811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ECAFEA-1D03-CDA7-855F-C7FA72BAA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B60E4B0-412A-B712-5E4B-ED0F71007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347D1B5-0F0C-600E-A7FD-E675B1105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A813-3268-498A-9254-67DEC7C0B9E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550F127-F1A5-43FF-613F-1A77AEB2E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8873CB9-00A9-7288-995C-36ADF43A7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BDA88-342B-48B4-BF70-63B222AC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5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5A7F0D-E71C-9B98-BEAD-5B845906C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A8ABBA7-FAD5-5414-F8F7-25A40606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F1A6691-5C5C-15B4-132E-CE83828F1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A813-3268-498A-9254-67DEC7C0B9E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11E0373-3F9A-3CD9-C73D-5F5CD0553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596349-836C-F3BA-6027-371827699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BDA88-342B-48B4-BF70-63B222AC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89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2BC1350-9F84-D6D5-04D3-911376F76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E2C9971-E311-1AC7-B7C1-77D4CC815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B4DCDBF-1B60-24D9-1C08-F2DF9138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A813-3268-498A-9254-67DEC7C0B9E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FE77DB9-3F6F-BAB1-B8DB-AD1A04591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2ECD01B-0BD4-F270-8CB1-0A4D50CE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BDA88-342B-48B4-BF70-63B222AC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304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B030FF-BE75-E67D-7409-206AF748A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6824563-9D4A-3CC1-C1A9-69CA9391B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B21640E-B66B-5BC1-DA72-4D993DB7C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166AA1B-1A93-8673-8FE1-E6E9202AE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A813-3268-498A-9254-67DEC7C0B9E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A7E837A-A8E3-F0A5-B221-872C77EA6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1B6C559-4FC4-5B7A-990D-823977520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BDA88-342B-48B4-BF70-63B222AC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0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F3CBC2-7967-CFD1-8D06-160B4F5DA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65C6B8A-35AA-39B6-2071-8871F2524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BB82C1C-673D-FD0A-DFAA-83D308AD3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DD4ED47-8158-9D6B-8843-D519746FE6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57F66D0C-C0B7-CA7C-EE4C-7EB0751523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27FE1F6-7813-423D-674C-6346037E3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A813-3268-498A-9254-67DEC7C0B9E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AF5D5AC-C8E2-E5CA-4A24-C063DFCA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B12B8DE2-5460-953D-2395-EC6C68286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BDA88-342B-48B4-BF70-63B222AC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2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E5B5BA-60A9-F77D-FF5C-0D14DB515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A6532E7-6EEF-278A-6A63-350A075EE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A813-3268-498A-9254-67DEC7C0B9E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47AAA4E-A967-BB6F-F6E4-8B854C70F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CE9E421-E742-3079-1895-2BCDD362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BDA88-342B-48B4-BF70-63B222AC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01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F929C4D1-CD83-5EF8-5792-D1C42CE96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A813-3268-498A-9254-67DEC7C0B9E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4173F19C-2D22-D7E1-F23E-DDD00185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3233938-F196-06A1-0E4A-A75F56D0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BDA88-342B-48B4-BF70-63B222AC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50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8CF010-C485-B431-FB48-EED39F7C3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73FF378-E16F-1B9F-415A-A3AE85729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DB38923-4E0F-38A7-4915-97CDF297B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14705FB-D678-6273-59BA-06A105055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A813-3268-498A-9254-67DEC7C0B9E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83C6768-7962-9B76-500A-46EAA75C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EA381D5-3C7F-27BD-BB10-8B6B61EC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BDA88-342B-48B4-BF70-63B222AC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9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1FDDA7-DD93-17AC-35E3-BE909EE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C1979632-CC4E-6643-809F-A0088C37B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F996870-23A1-FA27-C8E2-A250239EC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6439393-51E2-94C3-65F8-B1C82D1C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A813-3268-498A-9254-67DEC7C0B9E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07320EA-4CD0-0D16-FB05-2541A3F5A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2C2C217-F9FC-F2CE-27DA-09DC4A28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BDA88-342B-48B4-BF70-63B222AC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0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1D0E83-7F8D-D53B-7907-69AB7D55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3A1975B-704C-9EFE-DB4E-5933AD38E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BED45AD-ED34-F8CA-514B-76951DED3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A813-3268-498A-9254-67DEC7C0B9E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1212F28-5FA3-9702-A680-CB1D045D9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A789225-BCA1-EC70-E6AA-2DF1F9958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BDA88-342B-48B4-BF70-63B222AC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07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0C7EBDE5-66B4-B83E-9B0E-0E7B17E201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2F1A0D6-584E-8770-2CCC-38459255B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283C50-18DB-E429-7F49-A6F356016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9A813-3268-498A-9254-67DEC7C0B9E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94AF398-6E8D-2816-E8D6-60A4D16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04D7E2-7E43-CB13-F026-3B73826D1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BDA88-342B-48B4-BF70-63B222AC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22E2A130-C6DC-4153-1EDE-05D21191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CC71586-B73B-62AB-0440-35A908FC1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496A093-18EA-110D-CC41-F50C8716F4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9A813-3268-498A-9254-67DEC7C0B9E9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44A6A60-CD55-3C11-00C8-ECF6C9A0A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C958A64-FD97-C88C-2A4A-B9D1F63D0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BDA88-342B-48B4-BF70-63B222ACF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00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12FCCDF5-50D2-4160-EA82-AADC6547287B}"/>
                  </a:ext>
                </a:extLst>
              </p14:cNvPr>
              <p14:cNvContentPartPr/>
              <p14:nvPr/>
            </p14:nvContentPartPr>
            <p14:xfrm>
              <a:off x="376200" y="231840"/>
              <a:ext cx="10719360" cy="58395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12FCCDF5-50D2-4160-EA82-AADC654728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6840" y="222480"/>
                <a:ext cx="10738080" cy="585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0248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9650E-32AF-F322-1231-287FA55C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204822BE-566A-E2C4-38D1-12C7D23F9D23}"/>
                  </a:ext>
                </a:extLst>
              </p14:cNvPr>
              <p14:cNvContentPartPr/>
              <p14:nvPr/>
            </p14:nvContentPartPr>
            <p14:xfrm>
              <a:off x="266040" y="204840"/>
              <a:ext cx="10253520" cy="51922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204822BE-566A-E2C4-38D1-12C7D23F9D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680" y="195480"/>
                <a:ext cx="10272240" cy="521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3097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ACE64-E4A8-879B-CC3F-059983871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1ABD8FB5-52FC-79FD-91CB-447670EFAA35}"/>
                  </a:ext>
                </a:extLst>
              </p14:cNvPr>
              <p14:cNvContentPartPr/>
              <p14:nvPr/>
            </p14:nvContentPartPr>
            <p14:xfrm>
              <a:off x="492120" y="187560"/>
              <a:ext cx="8945280" cy="47851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1ABD8FB5-52FC-79FD-91CB-447670EFAA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2760" y="178200"/>
                <a:ext cx="8964000" cy="480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8263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BB3A4-B40F-69CF-824D-505ACB33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7A9D6097-C2F0-4A89-2CFF-52CD26650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4" y="177911"/>
            <a:ext cx="8663420" cy="62000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7C3B080D-BAAC-2DE7-0F14-3B6EA35EB97B}"/>
                  </a:ext>
                </a:extLst>
              </p14:cNvPr>
              <p14:cNvContentPartPr/>
              <p14:nvPr/>
            </p14:nvContentPartPr>
            <p14:xfrm>
              <a:off x="184680" y="844560"/>
              <a:ext cx="10119240" cy="56120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7C3B080D-BAAC-2DE7-0F14-3B6EA35EB9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5320" y="835200"/>
                <a:ext cx="10137960" cy="563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092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5F5C2-BDCB-8D8A-389E-7874FDB8B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86677720-1420-BF6A-9D40-7E144BD66EAE}"/>
                  </a:ext>
                </a:extLst>
              </p14:cNvPr>
              <p14:cNvContentPartPr/>
              <p14:nvPr/>
            </p14:nvContentPartPr>
            <p14:xfrm>
              <a:off x="331560" y="388080"/>
              <a:ext cx="9987120" cy="49118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86677720-1420-BF6A-9D40-7E144BD66E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200" y="378720"/>
                <a:ext cx="10005840" cy="493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5367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78411-799F-8F7C-4527-8B34285F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8963A679-484B-D8E0-4124-83EC0282E525}"/>
                  </a:ext>
                </a:extLst>
              </p14:cNvPr>
              <p14:cNvContentPartPr/>
              <p14:nvPr/>
            </p14:nvContentPartPr>
            <p14:xfrm>
              <a:off x="650520" y="81360"/>
              <a:ext cx="11117160" cy="52592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8963A679-484B-D8E0-4124-83EC0282E5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160" y="72000"/>
                <a:ext cx="11135880" cy="527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2271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B28B3-856B-2A52-D8BE-D1F0E66AA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18244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8774FCA0-5EEE-4FE3-9314-BCDF461006D0}"/>
</file>

<file path=customXml/itemProps2.xml><?xml version="1.0" encoding="utf-8"?>
<ds:datastoreItem xmlns:ds="http://schemas.openxmlformats.org/officeDocument/2006/customXml" ds:itemID="{0D3F422C-44CC-4179-A61D-106EEF62C404}"/>
</file>

<file path=customXml/itemProps3.xml><?xml version="1.0" encoding="utf-8"?>
<ds:datastoreItem xmlns:ds="http://schemas.openxmlformats.org/officeDocument/2006/customXml" ds:itemID="{644A4A41-1914-446C-A5A2-8E13AEDB7FBD}"/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0</Words>
  <Application>Microsoft Office PowerPoint</Application>
  <PresentationFormat>Panoramiczny</PresentationFormat>
  <Paragraphs>0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 GON</dc:creator>
  <cp:lastModifiedBy>LUK GON</cp:lastModifiedBy>
  <cp:revision>3</cp:revision>
  <dcterms:created xsi:type="dcterms:W3CDTF">2025-01-08T10:29:07Z</dcterms:created>
  <dcterms:modified xsi:type="dcterms:W3CDTF">2025-01-08T11:46:06Z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